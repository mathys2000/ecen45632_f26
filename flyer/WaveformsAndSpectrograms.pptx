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39" y="4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1568-CE80-5B50-F290-E326150E7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AF94F-8C98-F59E-0E0E-D0F026069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6F987-3F64-A890-26F6-C0389255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2AC11-F9BC-4E97-DBBD-08F5EA39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6A4BE-8BB6-B9C8-87AD-069C5677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3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199A-5175-5742-8FFF-66D08B71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6A988-6FD2-FD1A-D9F1-78A86195F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A733D-3A8A-5DCE-3646-46837C2A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D3DD3-D12C-0E1F-0677-E765495EA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74F59-D58E-599A-A184-875325AF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9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110E-FECC-91F8-62BD-DB2785EB4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41343-2793-112C-5D52-3DBE82C50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73E5-1B90-B118-EDAF-D5D1D51D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D3A7C-5DBD-A1D2-2809-C1876597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1E5F7-17C6-0015-657B-6F861C30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7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1E17-2BBC-5A83-7B2D-35D9C716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308D1-269B-5F6A-3F32-2C7A00025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99D1A-40DF-0D4F-DAEB-D7405962F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09E05-0842-8A4C-951B-696E437D2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AAA7-CF28-4067-8B69-2C4BB7A0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1E42F-F5AC-BB55-97FE-91720241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4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9215-E852-D1AC-0021-199EDA23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E831C-9519-6A6B-338A-13DC69DB3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0A9C1-79C8-EBC2-2F4C-37EB74BB7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98BD1F-1701-73BC-D159-B7A359325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97F4B-B9D2-13E1-A1D6-D19C5B35F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D550A-6314-A9A0-F751-C415E940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C6D602-9E8B-3749-423E-70ED9120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9728D0-98AB-E8F3-E513-64A7E5902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0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55EA-BD05-BFA7-3B79-809A96637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B4B84-7143-7F1E-FD5A-7229D9C6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205892-CAA4-2E69-AEE3-CFAF3AA32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65B30-7A70-DA0C-A493-877492D6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8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8AD436-13F1-BF34-9F63-B6D96273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A5D1-D5CC-8BE7-251C-A4F702AE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40C8A-ECC0-318C-5C5E-C4D5FA39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25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4AB4B-59A9-228D-FBAD-D1CA1E98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89609-797B-1F27-BFE3-475A2948B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C1C74-F28A-08A3-0E8D-76BB25D1A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F0B46-D8D7-F382-8DCD-5C5603F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73877-3122-F542-748D-8CFCC8FC6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2A011-1CE6-DF24-D088-5DCA8355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8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740ED-55AC-7D40-9C69-1690008B6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73CB3-9B71-BFDB-C2E4-B7ABCEDFE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EE111-ABD0-EFDF-3D65-4E70EFD0A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EB038-2B3E-A1AE-0363-B35E3C92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CC6D6-6CD8-2A09-D05A-569D2CDD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6E4D6-6EFC-66BB-B4C4-60305EEE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86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15B9-84FE-6DEF-3DE0-F3249CEA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807F3-4CFD-43F0-5470-77BC6E12F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EDF20-9B26-7B6A-BA2F-E4157ED9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C312A-D395-C96D-ACEA-2B3D53DC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9803A-0712-649D-5C66-0090FD49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8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B81085-98B2-920C-C32A-30FAE88E1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0FFA6-C5FD-61DC-1437-41F3FF350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DE448-3C77-D9F3-B145-613B960E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AE37C-B89A-425A-B8A5-E9BE8F40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3CDC4-3D29-9CD8-32FF-A703A2F5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3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0C8B3-0588-163C-A514-583150FF7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88107-68D4-5114-8ACC-C2FDDF9FE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34DAA-906A-1DFE-F52C-CACC435EF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A20D5-172A-4CF0-9E35-E66F1365E5F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558C8-070D-7087-2145-B2072977B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49641-DEFE-7B00-4B32-9F1FA44BB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6D0DB-FBBF-48B8-B898-8EF5D105F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6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4E1D-C878-DF81-205F-0CFCEE127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F8091-2A82-CB0C-3099-9F7E2ECA8F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3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ound wave graph&#10;&#10;AI-generated content may be incorrect.">
            <a:extLst>
              <a:ext uri="{FF2B5EF4-FFF2-40B4-BE49-F238E27FC236}">
                <a16:creationId xmlns:a16="http://schemas.microsoft.com/office/drawing/2014/main" id="{1A90A710-47EC-0149-329E-A48860A5A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03976">
            <a:off x="7677635" y="4704726"/>
            <a:ext cx="3636016" cy="1432837"/>
          </a:xfrm>
          <a:prstGeom prst="rect">
            <a:avLst/>
          </a:prstGeom>
        </p:spPr>
      </p:pic>
      <p:pic>
        <p:nvPicPr>
          <p:cNvPr id="7" name="Picture 6" descr="A green and yellow scale&#10;&#10;AI-generated content may be incorrect.">
            <a:extLst>
              <a:ext uri="{FF2B5EF4-FFF2-40B4-BE49-F238E27FC236}">
                <a16:creationId xmlns:a16="http://schemas.microsoft.com/office/drawing/2014/main" id="{2AB34AB4-5D07-B90E-D03F-9F9CEA967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94879">
            <a:off x="7800109" y="3263366"/>
            <a:ext cx="3682415" cy="1644812"/>
          </a:xfrm>
          <a:prstGeom prst="rect">
            <a:avLst/>
          </a:prstGeom>
        </p:spPr>
      </p:pic>
      <p:pic>
        <p:nvPicPr>
          <p:cNvPr id="9" name="Picture 8" descr="A graph with blue lines&#10;&#10;AI-generated content may be incorrect.">
            <a:extLst>
              <a:ext uri="{FF2B5EF4-FFF2-40B4-BE49-F238E27FC236}">
                <a16:creationId xmlns:a16="http://schemas.microsoft.com/office/drawing/2014/main" id="{86CD5145-17CE-94F8-3922-DD8C2266C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27932">
            <a:off x="7328942" y="2017843"/>
            <a:ext cx="3741116" cy="1485207"/>
          </a:xfrm>
          <a:prstGeom prst="rect">
            <a:avLst/>
          </a:prstGeom>
        </p:spPr>
      </p:pic>
      <p:pic>
        <p:nvPicPr>
          <p:cNvPr id="11" name="Picture 10" descr="A close-up of a graph&#10;&#10;AI-generated content may be incorrect.">
            <a:extLst>
              <a:ext uri="{FF2B5EF4-FFF2-40B4-BE49-F238E27FC236}">
                <a16:creationId xmlns:a16="http://schemas.microsoft.com/office/drawing/2014/main" id="{41013BB0-1E5C-F78E-ACCB-3D7C09B663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5983">
            <a:off x="7360463" y="638466"/>
            <a:ext cx="4331762" cy="196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17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1</cp:revision>
  <dcterms:created xsi:type="dcterms:W3CDTF">2025-07-21T23:19:46Z</dcterms:created>
  <dcterms:modified xsi:type="dcterms:W3CDTF">2025-07-21T23:26:26Z</dcterms:modified>
</cp:coreProperties>
</file>