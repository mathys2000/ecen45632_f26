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ppt/ink/ink1781.xml" ContentType="application/inkml+xml"/>
  <Override PartName="/ppt/ink/ink1782.xml" ContentType="application/inkml+xml"/>
  <Override PartName="/ppt/ink/ink1783.xml" ContentType="application/inkml+xml"/>
  <Override PartName="/ppt/ink/ink1784.xml" ContentType="application/inkml+xml"/>
  <Override PartName="/ppt/ink/ink1785.xml" ContentType="application/inkml+xml"/>
  <Override PartName="/ppt/ink/ink1786.xml" ContentType="application/inkml+xml"/>
  <Override PartName="/ppt/ink/ink1787.xml" ContentType="application/inkml+xml"/>
  <Override PartName="/ppt/ink/ink1788.xml" ContentType="application/inkml+xml"/>
  <Override PartName="/ppt/ink/ink1789.xml" ContentType="application/inkml+xml"/>
  <Override PartName="/ppt/ink/ink1790.xml" ContentType="application/inkml+xml"/>
  <Override PartName="/ppt/ink/ink1791.xml" ContentType="application/inkml+xml"/>
  <Override PartName="/ppt/ink/ink1792.xml" ContentType="application/inkml+xml"/>
  <Override PartName="/ppt/ink/ink1793.xml" ContentType="application/inkml+xml"/>
  <Override PartName="/ppt/ink/ink1794.xml" ContentType="application/inkml+xml"/>
  <Override PartName="/ppt/ink/ink1795.xml" ContentType="application/inkml+xml"/>
  <Override PartName="/ppt/ink/ink1796.xml" ContentType="application/inkml+xml"/>
  <Override PartName="/ppt/ink/ink1797.xml" ContentType="application/inkml+xml"/>
  <Override PartName="/ppt/ink/ink1798.xml" ContentType="application/inkml+xml"/>
  <Override PartName="/ppt/ink/ink1799.xml" ContentType="application/inkml+xml"/>
  <Override PartName="/ppt/ink/ink1800.xml" ContentType="application/inkml+xml"/>
  <Override PartName="/ppt/ink/ink1801.xml" ContentType="application/inkml+xml"/>
  <Override PartName="/ppt/ink/ink1802.xml" ContentType="application/inkml+xml"/>
  <Override PartName="/ppt/ink/ink1803.xml" ContentType="application/inkml+xml"/>
  <Override PartName="/ppt/ink/ink1804.xml" ContentType="application/inkml+xml"/>
  <Override PartName="/ppt/ink/ink1805.xml" ContentType="application/inkml+xml"/>
  <Override PartName="/ppt/ink/ink1806.xml" ContentType="application/inkml+xml"/>
  <Override PartName="/ppt/ink/ink1807.xml" ContentType="application/inkml+xml"/>
  <Override PartName="/ppt/ink/ink1808.xml" ContentType="application/inkml+xml"/>
  <Override PartName="/ppt/ink/ink1809.xml" ContentType="application/inkml+xml"/>
  <Override PartName="/ppt/ink/ink1810.xml" ContentType="application/inkml+xml"/>
  <Override PartName="/ppt/ink/ink1811.xml" ContentType="application/inkml+xml"/>
  <Override PartName="/ppt/ink/ink1812.xml" ContentType="application/inkml+xml"/>
  <Override PartName="/ppt/ink/ink1813.xml" ContentType="application/inkml+xml"/>
  <Override PartName="/ppt/ink/ink1814.xml" ContentType="application/inkml+xml"/>
  <Override PartName="/ppt/ink/ink1815.xml" ContentType="application/inkml+xml"/>
  <Override PartName="/ppt/ink/ink1816.xml" ContentType="application/inkml+xml"/>
  <Override PartName="/ppt/ink/ink1817.xml" ContentType="application/inkml+xml"/>
  <Override PartName="/ppt/ink/ink1818.xml" ContentType="application/inkml+xml"/>
  <Override PartName="/ppt/ink/ink1819.xml" ContentType="application/inkml+xml"/>
  <Override PartName="/ppt/ink/ink1820.xml" ContentType="application/inkml+xml"/>
  <Override PartName="/ppt/ink/ink1821.xml" ContentType="application/inkml+xml"/>
  <Override PartName="/ppt/ink/ink1822.xml" ContentType="application/inkml+xml"/>
  <Override PartName="/ppt/ink/ink1823.xml" ContentType="application/inkml+xml"/>
  <Override PartName="/ppt/ink/ink1824.xml" ContentType="application/inkml+xml"/>
  <Override PartName="/ppt/ink/ink1825.xml" ContentType="application/inkml+xml"/>
  <Override PartName="/ppt/ink/ink1826.xml" ContentType="application/inkml+xml"/>
  <Override PartName="/ppt/ink/ink1827.xml" ContentType="application/inkml+xml"/>
  <Override PartName="/ppt/ink/ink1828.xml" ContentType="application/inkml+xml"/>
  <Override PartName="/ppt/ink/ink1829.xml" ContentType="application/inkml+xml"/>
  <Override PartName="/ppt/ink/ink1830.xml" ContentType="application/inkml+xml"/>
  <Override PartName="/ppt/ink/ink1831.xml" ContentType="application/inkml+xml"/>
  <Override PartName="/ppt/ink/ink1832.xml" ContentType="application/inkml+xml"/>
  <Override PartName="/ppt/ink/ink1833.xml" ContentType="application/inkml+xml"/>
  <Override PartName="/ppt/ink/ink1834.xml" ContentType="application/inkml+xml"/>
  <Override PartName="/ppt/ink/ink1835.xml" ContentType="application/inkml+xml"/>
  <Override PartName="/ppt/ink/ink1836.xml" ContentType="application/inkml+xml"/>
  <Override PartName="/ppt/ink/ink1837.xml" ContentType="application/inkml+xml"/>
  <Override PartName="/ppt/ink/ink1838.xml" ContentType="application/inkml+xml"/>
  <Override PartName="/ppt/ink/ink1839.xml" ContentType="application/inkml+xml"/>
  <Override PartName="/ppt/ink/ink1840.xml" ContentType="application/inkml+xml"/>
  <Override PartName="/ppt/ink/ink1841.xml" ContentType="application/inkml+xml"/>
  <Override PartName="/ppt/ink/ink1842.xml" ContentType="application/inkml+xml"/>
  <Override PartName="/ppt/ink/ink1843.xml" ContentType="application/inkml+xml"/>
  <Override PartName="/ppt/ink/ink1844.xml" ContentType="application/inkml+xml"/>
  <Override PartName="/ppt/ink/ink1845.xml" ContentType="application/inkml+xml"/>
  <Override PartName="/ppt/ink/ink1846.xml" ContentType="application/inkml+xml"/>
  <Override PartName="/ppt/ink/ink1847.xml" ContentType="application/inkml+xml"/>
  <Override PartName="/ppt/ink/ink1848.xml" ContentType="application/inkml+xml"/>
  <Override PartName="/ppt/ink/ink1849.xml" ContentType="application/inkml+xml"/>
  <Override PartName="/ppt/ink/ink1850.xml" ContentType="application/inkml+xml"/>
  <Override PartName="/ppt/ink/ink1851.xml" ContentType="application/inkml+xml"/>
  <Override PartName="/ppt/ink/ink1852.xml" ContentType="application/inkml+xml"/>
  <Override PartName="/ppt/ink/ink1853.xml" ContentType="application/inkml+xml"/>
  <Override PartName="/ppt/ink/ink1854.xml" ContentType="application/inkml+xml"/>
  <Override PartName="/ppt/ink/ink1855.xml" ContentType="application/inkml+xml"/>
  <Override PartName="/ppt/ink/ink1856.xml" ContentType="application/inkml+xml"/>
  <Override PartName="/ppt/ink/ink1857.xml" ContentType="application/inkml+xml"/>
  <Override PartName="/ppt/ink/ink1858.xml" ContentType="application/inkml+xml"/>
  <Override PartName="/ppt/ink/ink1859.xml" ContentType="application/inkml+xml"/>
  <Override PartName="/ppt/ink/ink1860.xml" ContentType="application/inkml+xml"/>
  <Override PartName="/ppt/ink/ink1861.xml" ContentType="application/inkml+xml"/>
  <Override PartName="/ppt/ink/ink1862.xml" ContentType="application/inkml+xml"/>
  <Override PartName="/ppt/ink/ink1863.xml" ContentType="application/inkml+xml"/>
  <Override PartName="/ppt/ink/ink1864.xml" ContentType="application/inkml+xml"/>
  <Override PartName="/ppt/ink/ink1865.xml" ContentType="application/inkml+xml"/>
  <Override PartName="/ppt/ink/ink1866.xml" ContentType="application/inkml+xml"/>
  <Override PartName="/ppt/ink/ink1867.xml" ContentType="application/inkml+xml"/>
  <Override PartName="/ppt/ink/ink1868.xml" ContentType="application/inkml+xml"/>
  <Override PartName="/ppt/ink/ink1869.xml" ContentType="application/inkml+xml"/>
  <Override PartName="/ppt/ink/ink1870.xml" ContentType="application/inkml+xml"/>
  <Override PartName="/ppt/ink/ink1871.xml" ContentType="application/inkml+xml"/>
  <Override PartName="/ppt/ink/ink1872.xml" ContentType="application/inkml+xml"/>
  <Override PartName="/ppt/ink/ink1873.xml" ContentType="application/inkml+xml"/>
  <Override PartName="/ppt/ink/ink1874.xml" ContentType="application/inkml+xml"/>
  <Override PartName="/ppt/ink/ink1875.xml" ContentType="application/inkml+xml"/>
  <Override PartName="/ppt/ink/ink1876.xml" ContentType="application/inkml+xml"/>
  <Override PartName="/ppt/ink/ink1877.xml" ContentType="application/inkml+xml"/>
  <Override PartName="/ppt/ink/ink1878.xml" ContentType="application/inkml+xml"/>
  <Override PartName="/ppt/ink/ink1879.xml" ContentType="application/inkml+xml"/>
  <Override PartName="/ppt/ink/ink1880.xml" ContentType="application/inkml+xml"/>
  <Override PartName="/ppt/ink/ink1881.xml" ContentType="application/inkml+xml"/>
  <Override PartName="/ppt/ink/ink1882.xml" ContentType="application/inkml+xml"/>
  <Override PartName="/ppt/ink/ink1883.xml" ContentType="application/inkml+xml"/>
  <Override PartName="/ppt/ink/ink1884.xml" ContentType="application/inkml+xml"/>
  <Override PartName="/ppt/ink/ink1885.xml" ContentType="application/inkml+xml"/>
  <Override PartName="/ppt/ink/ink1886.xml" ContentType="application/inkml+xml"/>
  <Override PartName="/ppt/ink/ink1887.xml" ContentType="application/inkml+xml"/>
  <Override PartName="/ppt/ink/ink1888.xml" ContentType="application/inkml+xml"/>
  <Override PartName="/ppt/ink/ink1889.xml" ContentType="application/inkml+xml"/>
  <Override PartName="/ppt/ink/ink1890.xml" ContentType="application/inkml+xml"/>
  <Override PartName="/ppt/ink/ink1891.xml" ContentType="application/inkml+xml"/>
  <Override PartName="/ppt/ink/ink1892.xml" ContentType="application/inkml+xml"/>
  <Override PartName="/ppt/ink/ink1893.xml" ContentType="application/inkml+xml"/>
  <Override PartName="/ppt/ink/ink1894.xml" ContentType="application/inkml+xml"/>
  <Override PartName="/ppt/ink/ink1895.xml" ContentType="application/inkml+xml"/>
  <Override PartName="/ppt/ink/ink1896.xml" ContentType="application/inkml+xml"/>
  <Override PartName="/ppt/ink/ink1897.xml" ContentType="application/inkml+xml"/>
  <Override PartName="/ppt/ink/ink1898.xml" ContentType="application/inkml+xml"/>
  <Override PartName="/ppt/ink/ink1899.xml" ContentType="application/inkml+xml"/>
  <Override PartName="/ppt/ink/ink1900.xml" ContentType="application/inkml+xml"/>
  <Override PartName="/ppt/ink/ink1901.xml" ContentType="application/inkml+xml"/>
  <Override PartName="/ppt/ink/ink1902.xml" ContentType="application/inkml+xml"/>
  <Override PartName="/ppt/ink/ink1903.xml" ContentType="application/inkml+xml"/>
  <Override PartName="/ppt/ink/ink1904.xml" ContentType="application/inkml+xml"/>
  <Override PartName="/ppt/ink/ink1905.xml" ContentType="application/inkml+xml"/>
  <Override PartName="/ppt/ink/ink1906.xml" ContentType="application/inkml+xml"/>
  <Override PartName="/ppt/ink/ink1907.xml" ContentType="application/inkml+xml"/>
  <Override PartName="/ppt/ink/ink1908.xml" ContentType="application/inkml+xml"/>
  <Override PartName="/ppt/ink/ink1909.xml" ContentType="application/inkml+xml"/>
  <Override PartName="/ppt/ink/ink1910.xml" ContentType="application/inkml+xml"/>
  <Override PartName="/ppt/ink/ink1911.xml" ContentType="application/inkml+xml"/>
  <Override PartName="/ppt/ink/ink1912.xml" ContentType="application/inkml+xml"/>
  <Override PartName="/ppt/ink/ink1913.xml" ContentType="application/inkml+xml"/>
  <Override PartName="/ppt/ink/ink1914.xml" ContentType="application/inkml+xml"/>
  <Override PartName="/ppt/ink/ink1915.xml" ContentType="application/inkml+xml"/>
  <Override PartName="/ppt/ink/ink1916.xml" ContentType="application/inkml+xml"/>
  <Override PartName="/ppt/ink/ink1917.xml" ContentType="application/inkml+xml"/>
  <Override PartName="/ppt/ink/ink1918.xml" ContentType="application/inkml+xml"/>
  <Override PartName="/ppt/ink/ink1919.xml" ContentType="application/inkml+xml"/>
  <Override PartName="/ppt/ink/ink1920.xml" ContentType="application/inkml+xml"/>
  <Override PartName="/ppt/ink/ink1921.xml" ContentType="application/inkml+xml"/>
  <Override PartName="/ppt/ink/ink1922.xml" ContentType="application/inkml+xml"/>
  <Override PartName="/ppt/ink/ink1923.xml" ContentType="application/inkml+xml"/>
  <Override PartName="/ppt/ink/ink1924.xml" ContentType="application/inkml+xml"/>
  <Override PartName="/ppt/ink/ink1925.xml" ContentType="application/inkml+xml"/>
  <Override PartName="/ppt/ink/ink1926.xml" ContentType="application/inkml+xml"/>
  <Override PartName="/ppt/ink/ink1927.xml" ContentType="application/inkml+xml"/>
  <Override PartName="/ppt/ink/ink1928.xml" ContentType="application/inkml+xml"/>
  <Override PartName="/ppt/ink/ink1929.xml" ContentType="application/inkml+xml"/>
  <Override PartName="/ppt/ink/ink1930.xml" ContentType="application/inkml+xml"/>
  <Override PartName="/ppt/ink/ink1931.xml" ContentType="application/inkml+xml"/>
  <Override PartName="/ppt/ink/ink1932.xml" ContentType="application/inkml+xml"/>
  <Override PartName="/ppt/ink/ink1933.xml" ContentType="application/inkml+xml"/>
  <Override PartName="/ppt/ink/ink1934.xml" ContentType="application/inkml+xml"/>
  <Override PartName="/ppt/ink/ink1935.xml" ContentType="application/inkml+xml"/>
  <Override PartName="/ppt/ink/ink1936.xml" ContentType="application/inkml+xml"/>
  <Override PartName="/ppt/ink/ink1937.xml" ContentType="application/inkml+xml"/>
  <Override PartName="/ppt/ink/ink1938.xml" ContentType="application/inkml+xml"/>
  <Override PartName="/ppt/ink/ink1939.xml" ContentType="application/inkml+xml"/>
  <Override PartName="/ppt/ink/ink1940.xml" ContentType="application/inkml+xml"/>
  <Override PartName="/ppt/ink/ink1941.xml" ContentType="application/inkml+xml"/>
  <Override PartName="/ppt/ink/ink1942.xml" ContentType="application/inkml+xml"/>
  <Override PartName="/ppt/ink/ink1943.xml" ContentType="application/inkml+xml"/>
  <Override PartName="/ppt/ink/ink1944.xml" ContentType="application/inkml+xml"/>
  <Override PartName="/ppt/ink/ink1945.xml" ContentType="application/inkml+xml"/>
  <Override PartName="/ppt/ink/ink1946.xml" ContentType="application/inkml+xml"/>
  <Override PartName="/ppt/ink/ink1947.xml" ContentType="application/inkml+xml"/>
  <Override PartName="/ppt/ink/ink1948.xml" ContentType="application/inkml+xml"/>
  <Override PartName="/ppt/ink/ink1949.xml" ContentType="application/inkml+xml"/>
  <Override PartName="/ppt/ink/ink1950.xml" ContentType="application/inkml+xml"/>
  <Override PartName="/ppt/ink/ink1951.xml" ContentType="application/inkml+xml"/>
  <Override PartName="/ppt/ink/ink1952.xml" ContentType="application/inkml+xml"/>
  <Override PartName="/ppt/ink/ink1953.xml" ContentType="application/inkml+xml"/>
  <Override PartName="/ppt/ink/ink1954.xml" ContentType="application/inkml+xml"/>
  <Override PartName="/ppt/ink/ink1955.xml" ContentType="application/inkml+xml"/>
  <Override PartName="/ppt/ink/ink1956.xml" ContentType="application/inkml+xml"/>
  <Override PartName="/ppt/ink/ink1957.xml" ContentType="application/inkml+xml"/>
  <Override PartName="/ppt/ink/ink1958.xml" ContentType="application/inkml+xml"/>
  <Override PartName="/ppt/ink/ink1959.xml" ContentType="application/inkml+xml"/>
  <Override PartName="/ppt/ink/ink1960.xml" ContentType="application/inkml+xml"/>
  <Override PartName="/ppt/ink/ink1961.xml" ContentType="application/inkml+xml"/>
  <Override PartName="/ppt/ink/ink1962.xml" ContentType="application/inkml+xml"/>
  <Override PartName="/ppt/ink/ink1963.xml" ContentType="application/inkml+xml"/>
  <Override PartName="/ppt/ink/ink1964.xml" ContentType="application/inkml+xml"/>
  <Override PartName="/ppt/ink/ink1965.xml" ContentType="application/inkml+xml"/>
  <Override PartName="/ppt/ink/ink1966.xml" ContentType="application/inkml+xml"/>
  <Override PartName="/ppt/ink/ink1967.xml" ContentType="application/inkml+xml"/>
  <Override PartName="/ppt/ink/ink1968.xml" ContentType="application/inkml+xml"/>
  <Override PartName="/ppt/ink/ink1969.xml" ContentType="application/inkml+xml"/>
  <Override PartName="/ppt/ink/ink1970.xml" ContentType="application/inkml+xml"/>
  <Override PartName="/ppt/ink/ink1971.xml" ContentType="application/inkml+xml"/>
  <Override PartName="/ppt/ink/ink1972.xml" ContentType="application/inkml+xml"/>
  <Override PartName="/ppt/ink/ink1973.xml" ContentType="application/inkml+xml"/>
  <Override PartName="/ppt/ink/ink1974.xml" ContentType="application/inkml+xml"/>
  <Override PartName="/ppt/ink/ink1975.xml" ContentType="application/inkml+xml"/>
  <Override PartName="/ppt/ink/ink1976.xml" ContentType="application/inkml+xml"/>
  <Override PartName="/ppt/ink/ink1977.xml" ContentType="application/inkml+xml"/>
  <Override PartName="/ppt/ink/ink1978.xml" ContentType="application/inkml+xml"/>
  <Override PartName="/ppt/ink/ink1979.xml" ContentType="application/inkml+xml"/>
  <Override PartName="/ppt/ink/ink1980.xml" ContentType="application/inkml+xml"/>
  <Override PartName="/ppt/ink/ink1981.xml" ContentType="application/inkml+xml"/>
  <Override PartName="/ppt/ink/ink1982.xml" ContentType="application/inkml+xml"/>
  <Override PartName="/ppt/ink/ink1983.xml" ContentType="application/inkml+xml"/>
  <Override PartName="/ppt/ink/ink1984.xml" ContentType="application/inkml+xml"/>
  <Override PartName="/ppt/ink/ink1985.xml" ContentType="application/inkml+xml"/>
  <Override PartName="/ppt/ink/ink1986.xml" ContentType="application/inkml+xml"/>
  <Override PartName="/ppt/ink/ink1987.xml" ContentType="application/inkml+xml"/>
  <Override PartName="/ppt/ink/ink1988.xml" ContentType="application/inkml+xml"/>
  <Override PartName="/ppt/ink/ink1989.xml" ContentType="application/inkml+xml"/>
  <Override PartName="/ppt/ink/ink1990.xml" ContentType="application/inkml+xml"/>
  <Override PartName="/ppt/ink/ink1991.xml" ContentType="application/inkml+xml"/>
  <Override PartName="/ppt/ink/ink1992.xml" ContentType="application/inkml+xml"/>
  <Override PartName="/ppt/ink/ink1993.xml" ContentType="application/inkml+xml"/>
  <Override PartName="/ppt/ink/ink1994.xml" ContentType="application/inkml+xml"/>
  <Override PartName="/ppt/ink/ink1995.xml" ContentType="application/inkml+xml"/>
  <Override PartName="/ppt/ink/ink1996.xml" ContentType="application/inkml+xml"/>
  <Override PartName="/ppt/ink/ink1997.xml" ContentType="application/inkml+xml"/>
  <Override PartName="/ppt/ink/ink1998.xml" ContentType="application/inkml+xml"/>
  <Override PartName="/ppt/ink/ink1999.xml" ContentType="application/inkml+xml"/>
  <Override PartName="/ppt/ink/ink2000.xml" ContentType="application/inkml+xml"/>
  <Override PartName="/ppt/ink/ink2001.xml" ContentType="application/inkml+xml"/>
  <Override PartName="/ppt/ink/ink2002.xml" ContentType="application/inkml+xml"/>
  <Override PartName="/ppt/ink/ink2003.xml" ContentType="application/inkml+xml"/>
  <Override PartName="/ppt/ink/ink2004.xml" ContentType="application/inkml+xml"/>
  <Override PartName="/ppt/ink/ink2005.xml" ContentType="application/inkml+xml"/>
  <Override PartName="/ppt/ink/ink2006.xml" ContentType="application/inkml+xml"/>
  <Override PartName="/ppt/ink/ink2007.xml" ContentType="application/inkml+xml"/>
  <Override PartName="/ppt/ink/ink2008.xml" ContentType="application/inkml+xml"/>
  <Override PartName="/ppt/ink/ink2009.xml" ContentType="application/inkml+xml"/>
  <Override PartName="/ppt/ink/ink2010.xml" ContentType="application/inkml+xml"/>
  <Override PartName="/ppt/ink/ink2011.xml" ContentType="application/inkml+xml"/>
  <Override PartName="/ppt/ink/ink2012.xml" ContentType="application/inkml+xml"/>
  <Override PartName="/ppt/ink/ink2013.xml" ContentType="application/inkml+xml"/>
  <Override PartName="/ppt/ink/ink2014.xml" ContentType="application/inkml+xml"/>
  <Override PartName="/ppt/ink/ink2015.xml" ContentType="application/inkml+xml"/>
  <Override PartName="/ppt/ink/ink2016.xml" ContentType="application/inkml+xml"/>
  <Override PartName="/ppt/ink/ink2017.xml" ContentType="application/inkml+xml"/>
  <Override PartName="/ppt/ink/ink2018.xml" ContentType="application/inkml+xml"/>
  <Override PartName="/ppt/ink/ink2019.xml" ContentType="application/inkml+xml"/>
  <Override PartName="/ppt/ink/ink2020.xml" ContentType="application/inkml+xml"/>
  <Override PartName="/ppt/ink/ink2021.xml" ContentType="application/inkml+xml"/>
  <Override PartName="/ppt/ink/ink2022.xml" ContentType="application/inkml+xml"/>
  <Override PartName="/ppt/ink/ink2023.xml" ContentType="application/inkml+xml"/>
  <Override PartName="/ppt/ink/ink2024.xml" ContentType="application/inkml+xml"/>
  <Override PartName="/ppt/ink/ink2025.xml" ContentType="application/inkml+xml"/>
  <Override PartName="/ppt/ink/ink2026.xml" ContentType="application/inkml+xml"/>
  <Override PartName="/ppt/ink/ink2027.xml" ContentType="application/inkml+xml"/>
  <Override PartName="/ppt/ink/ink2028.xml" ContentType="application/inkml+xml"/>
  <Override PartName="/ppt/ink/ink2029.xml" ContentType="application/inkml+xml"/>
  <Override PartName="/ppt/ink/ink2030.xml" ContentType="application/inkml+xml"/>
  <Override PartName="/ppt/ink/ink2031.xml" ContentType="application/inkml+xml"/>
  <Override PartName="/ppt/ink/ink2032.xml" ContentType="application/inkml+xml"/>
  <Override PartName="/ppt/ink/ink2033.xml" ContentType="application/inkml+xml"/>
  <Override PartName="/ppt/ink/ink2034.xml" ContentType="application/inkml+xml"/>
  <Override PartName="/ppt/ink/ink2035.xml" ContentType="application/inkml+xml"/>
  <Override PartName="/ppt/ink/ink2036.xml" ContentType="application/inkml+xml"/>
  <Override PartName="/ppt/ink/ink2037.xml" ContentType="application/inkml+xml"/>
  <Override PartName="/ppt/ink/ink2038.xml" ContentType="application/inkml+xml"/>
  <Override PartName="/ppt/ink/ink2039.xml" ContentType="application/inkml+xml"/>
  <Override PartName="/ppt/ink/ink2040.xml" ContentType="application/inkml+xml"/>
  <Override PartName="/ppt/ink/ink2041.xml" ContentType="application/inkml+xml"/>
  <Override PartName="/ppt/ink/ink2042.xml" ContentType="application/inkml+xml"/>
  <Override PartName="/ppt/ink/ink2043.xml" ContentType="application/inkml+xml"/>
  <Override PartName="/ppt/ink/ink2044.xml" ContentType="application/inkml+xml"/>
  <Override PartName="/ppt/ink/ink2045.xml" ContentType="application/inkml+xml"/>
  <Override PartName="/ppt/ink/ink2046.xml" ContentType="application/inkml+xml"/>
  <Override PartName="/ppt/ink/ink2047.xml" ContentType="application/inkml+xml"/>
  <Override PartName="/ppt/ink/ink2048.xml" ContentType="application/inkml+xml"/>
  <Override PartName="/ppt/ink/ink2049.xml" ContentType="application/inkml+xml"/>
  <Override PartName="/ppt/ink/ink2050.xml" ContentType="application/inkml+xml"/>
  <Override PartName="/ppt/ink/ink2051.xml" ContentType="application/inkml+xml"/>
  <Override PartName="/ppt/ink/ink2052.xml" ContentType="application/inkml+xml"/>
  <Override PartName="/ppt/ink/ink2053.xml" ContentType="application/inkml+xml"/>
  <Override PartName="/ppt/ink/ink2054.xml" ContentType="application/inkml+xml"/>
  <Override PartName="/ppt/ink/ink2055.xml" ContentType="application/inkml+xml"/>
  <Override PartName="/ppt/ink/ink2056.xml" ContentType="application/inkml+xml"/>
  <Override PartName="/ppt/ink/ink2057.xml" ContentType="application/inkml+xml"/>
  <Override PartName="/ppt/ink/ink2058.xml" ContentType="application/inkml+xml"/>
  <Override PartName="/ppt/ink/ink2059.xml" ContentType="application/inkml+xml"/>
  <Override PartName="/ppt/ink/ink2060.xml" ContentType="application/inkml+xml"/>
  <Override PartName="/ppt/ink/ink2061.xml" ContentType="application/inkml+xml"/>
  <Override PartName="/ppt/ink/ink2062.xml" ContentType="application/inkml+xml"/>
  <Override PartName="/ppt/ink/ink2063.xml" ContentType="application/inkml+xml"/>
  <Override PartName="/ppt/ink/ink2064.xml" ContentType="application/inkml+xml"/>
  <Override PartName="/ppt/ink/ink2065.xml" ContentType="application/inkml+xml"/>
  <Override PartName="/ppt/ink/ink2066.xml" ContentType="application/inkml+xml"/>
  <Override PartName="/ppt/ink/ink2067.xml" ContentType="application/inkml+xml"/>
  <Override PartName="/ppt/ink/ink2068.xml" ContentType="application/inkml+xml"/>
  <Override PartName="/ppt/ink/ink2069.xml" ContentType="application/inkml+xml"/>
  <Override PartName="/ppt/ink/ink2070.xml" ContentType="application/inkml+xml"/>
  <Override PartName="/ppt/ink/ink2071.xml" ContentType="application/inkml+xml"/>
  <Override PartName="/ppt/ink/ink2072.xml" ContentType="application/inkml+xml"/>
  <Override PartName="/ppt/ink/ink2073.xml" ContentType="application/inkml+xml"/>
  <Override PartName="/ppt/ink/ink2074.xml" ContentType="application/inkml+xml"/>
  <Override PartName="/ppt/ink/ink2075.xml" ContentType="application/inkml+xml"/>
  <Override PartName="/ppt/ink/ink2076.xml" ContentType="application/inkml+xml"/>
  <Override PartName="/ppt/ink/ink2077.xml" ContentType="application/inkml+xml"/>
  <Override PartName="/ppt/ink/ink2078.xml" ContentType="application/inkml+xml"/>
  <Override PartName="/ppt/ink/ink2079.xml" ContentType="application/inkml+xml"/>
  <Override PartName="/ppt/ink/ink2080.xml" ContentType="application/inkml+xml"/>
  <Override PartName="/ppt/ink/ink2081.xml" ContentType="application/inkml+xml"/>
  <Override PartName="/ppt/ink/ink2082.xml" ContentType="application/inkml+xml"/>
  <Override PartName="/ppt/ink/ink2083.xml" ContentType="application/inkml+xml"/>
  <Override PartName="/ppt/ink/ink2084.xml" ContentType="application/inkml+xml"/>
  <Override PartName="/ppt/ink/ink2085.xml" ContentType="application/inkml+xml"/>
  <Override PartName="/ppt/ink/ink2086.xml" ContentType="application/inkml+xml"/>
  <Override PartName="/ppt/ink/ink2087.xml" ContentType="application/inkml+xml"/>
  <Override PartName="/ppt/ink/ink2088.xml" ContentType="application/inkml+xml"/>
  <Override PartName="/ppt/ink/ink2089.xml" ContentType="application/inkml+xml"/>
  <Override PartName="/ppt/ink/ink2090.xml" ContentType="application/inkml+xml"/>
  <Override PartName="/ppt/ink/ink2091.xml" ContentType="application/inkml+xml"/>
  <Override PartName="/ppt/ink/ink2092.xml" ContentType="application/inkml+xml"/>
  <Override PartName="/ppt/ink/ink2093.xml" ContentType="application/inkml+xml"/>
  <Override PartName="/ppt/ink/ink2094.xml" ContentType="application/inkml+xml"/>
  <Override PartName="/ppt/ink/ink2095.xml" ContentType="application/inkml+xml"/>
  <Override PartName="/ppt/ink/ink2096.xml" ContentType="application/inkml+xml"/>
  <Override PartName="/ppt/ink/ink2097.xml" ContentType="application/inkml+xml"/>
  <Override PartName="/ppt/ink/ink2098.xml" ContentType="application/inkml+xml"/>
  <Override PartName="/ppt/ink/ink2099.xml" ContentType="application/inkml+xml"/>
  <Override PartName="/ppt/ink/ink2100.xml" ContentType="application/inkml+xml"/>
  <Override PartName="/ppt/ink/ink2101.xml" ContentType="application/inkml+xml"/>
  <Override PartName="/ppt/ink/ink2102.xml" ContentType="application/inkml+xml"/>
  <Override PartName="/ppt/ink/ink2103.xml" ContentType="application/inkml+xml"/>
  <Override PartName="/ppt/ink/ink2104.xml" ContentType="application/inkml+xml"/>
  <Override PartName="/ppt/ink/ink2105.xml" ContentType="application/inkml+xml"/>
  <Override PartName="/ppt/ink/ink2106.xml" ContentType="application/inkml+xml"/>
  <Override PartName="/ppt/ink/ink2107.xml" ContentType="application/inkml+xml"/>
  <Override PartName="/ppt/ink/ink2108.xml" ContentType="application/inkml+xml"/>
  <Override PartName="/ppt/ink/ink2109.xml" ContentType="application/inkml+xml"/>
  <Override PartName="/ppt/ink/ink2110.xml" ContentType="application/inkml+xml"/>
  <Override PartName="/ppt/ink/ink2111.xml" ContentType="application/inkml+xml"/>
  <Override PartName="/ppt/ink/ink2112.xml" ContentType="application/inkml+xml"/>
  <Override PartName="/ppt/ink/ink2113.xml" ContentType="application/inkml+xml"/>
  <Override PartName="/ppt/ink/ink2114.xml" ContentType="application/inkml+xml"/>
  <Override PartName="/ppt/ink/ink2115.xml" ContentType="application/inkml+xml"/>
  <Override PartName="/ppt/ink/ink2116.xml" ContentType="application/inkml+xml"/>
  <Override PartName="/ppt/ink/ink2117.xml" ContentType="application/inkml+xml"/>
  <Override PartName="/ppt/ink/ink2118.xml" ContentType="application/inkml+xml"/>
  <Override PartName="/ppt/ink/ink2119.xml" ContentType="application/inkml+xml"/>
  <Override PartName="/ppt/ink/ink2120.xml" ContentType="application/inkml+xml"/>
  <Override PartName="/ppt/ink/ink2121.xml" ContentType="application/inkml+xml"/>
  <Override PartName="/ppt/ink/ink2122.xml" ContentType="application/inkml+xml"/>
  <Override PartName="/ppt/ink/ink2123.xml" ContentType="application/inkml+xml"/>
  <Override PartName="/ppt/ink/ink2124.xml" ContentType="application/inkml+xml"/>
  <Override PartName="/ppt/ink/ink2125.xml" ContentType="application/inkml+xml"/>
  <Override PartName="/ppt/ink/ink2126.xml" ContentType="application/inkml+xml"/>
  <Override PartName="/ppt/ink/ink2127.xml" ContentType="application/inkml+xml"/>
  <Override PartName="/ppt/ink/ink2128.xml" ContentType="application/inkml+xml"/>
  <Override PartName="/ppt/ink/ink2129.xml" ContentType="application/inkml+xml"/>
  <Override PartName="/ppt/ink/ink2130.xml" ContentType="application/inkml+xml"/>
  <Override PartName="/ppt/ink/ink2131.xml" ContentType="application/inkml+xml"/>
  <Override PartName="/ppt/ink/ink2132.xml" ContentType="application/inkml+xml"/>
  <Override PartName="/ppt/ink/ink2133.xml" ContentType="application/inkml+xml"/>
  <Override PartName="/ppt/ink/ink2134.xml" ContentType="application/inkml+xml"/>
  <Override PartName="/ppt/ink/ink2135.xml" ContentType="application/inkml+xml"/>
  <Override PartName="/ppt/ink/ink2136.xml" ContentType="application/inkml+xml"/>
  <Override PartName="/ppt/ink/ink2137.xml" ContentType="application/inkml+xml"/>
  <Override PartName="/ppt/ink/ink2138.xml" ContentType="application/inkml+xml"/>
  <Override PartName="/ppt/ink/ink2139.xml" ContentType="application/inkml+xml"/>
  <Override PartName="/ppt/ink/ink2140.xml" ContentType="application/inkml+xml"/>
  <Override PartName="/ppt/ink/ink2141.xml" ContentType="application/inkml+xml"/>
  <Override PartName="/ppt/ink/ink2142.xml" ContentType="application/inkml+xml"/>
  <Override PartName="/ppt/ink/ink2143.xml" ContentType="application/inkml+xml"/>
  <Override PartName="/ppt/ink/ink2144.xml" ContentType="application/inkml+xml"/>
  <Override PartName="/ppt/ink/ink2145.xml" ContentType="application/inkml+xml"/>
  <Override PartName="/ppt/ink/ink2146.xml" ContentType="application/inkml+xml"/>
  <Override PartName="/ppt/ink/ink2147.xml" ContentType="application/inkml+xml"/>
  <Override PartName="/ppt/ink/ink2148.xml" ContentType="application/inkml+xml"/>
  <Override PartName="/ppt/ink/ink2149.xml" ContentType="application/inkml+xml"/>
  <Override PartName="/ppt/ink/ink2150.xml" ContentType="application/inkml+xml"/>
  <Override PartName="/ppt/ink/ink2151.xml" ContentType="application/inkml+xml"/>
  <Override PartName="/ppt/ink/ink2152.xml" ContentType="application/inkml+xml"/>
  <Override PartName="/ppt/ink/ink2153.xml" ContentType="application/inkml+xml"/>
  <Override PartName="/ppt/ink/ink2154.xml" ContentType="application/inkml+xml"/>
  <Override PartName="/ppt/ink/ink2155.xml" ContentType="application/inkml+xml"/>
  <Override PartName="/ppt/ink/ink2156.xml" ContentType="application/inkml+xml"/>
  <Override PartName="/ppt/ink/ink2157.xml" ContentType="application/inkml+xml"/>
  <Override PartName="/ppt/ink/ink2158.xml" ContentType="application/inkml+xml"/>
  <Override PartName="/ppt/ink/ink2159.xml" ContentType="application/inkml+xml"/>
  <Override PartName="/ppt/ink/ink2160.xml" ContentType="application/inkml+xml"/>
  <Override PartName="/ppt/ink/ink2161.xml" ContentType="application/inkml+xml"/>
  <Override PartName="/ppt/ink/ink2162.xml" ContentType="application/inkml+xml"/>
  <Override PartName="/ppt/ink/ink2163.xml" ContentType="application/inkml+xml"/>
  <Override PartName="/ppt/ink/ink2164.xml" ContentType="application/inkml+xml"/>
  <Override PartName="/ppt/ink/ink2165.xml" ContentType="application/inkml+xml"/>
  <Override PartName="/ppt/ink/ink2166.xml" ContentType="application/inkml+xml"/>
  <Override PartName="/ppt/ink/ink2167.xml" ContentType="application/inkml+xml"/>
  <Override PartName="/ppt/ink/ink2168.xml" ContentType="application/inkml+xml"/>
  <Override PartName="/ppt/ink/ink2169.xml" ContentType="application/inkml+xml"/>
  <Override PartName="/ppt/ink/ink2170.xml" ContentType="application/inkml+xml"/>
  <Override PartName="/ppt/ink/ink2171.xml" ContentType="application/inkml+xml"/>
  <Override PartName="/ppt/ink/ink2172.xml" ContentType="application/inkml+xml"/>
  <Override PartName="/ppt/ink/ink2173.xml" ContentType="application/inkml+xml"/>
  <Override PartName="/ppt/ink/ink2174.xml" ContentType="application/inkml+xml"/>
  <Override PartName="/ppt/ink/ink2175.xml" ContentType="application/inkml+xml"/>
  <Override PartName="/ppt/ink/ink2176.xml" ContentType="application/inkml+xml"/>
  <Override PartName="/ppt/ink/ink2177.xml" ContentType="application/inkml+xml"/>
  <Override PartName="/ppt/ink/ink2178.xml" ContentType="application/inkml+xml"/>
  <Override PartName="/ppt/ink/ink2179.xml" ContentType="application/inkml+xml"/>
  <Override PartName="/ppt/ink/ink2180.xml" ContentType="application/inkml+xml"/>
  <Override PartName="/ppt/ink/ink2181.xml" ContentType="application/inkml+xml"/>
  <Override PartName="/ppt/ink/ink2182.xml" ContentType="application/inkml+xml"/>
  <Override PartName="/ppt/ink/ink2183.xml" ContentType="application/inkml+xml"/>
  <Override PartName="/ppt/ink/ink2184.xml" ContentType="application/inkml+xml"/>
  <Override PartName="/ppt/ink/ink2185.xml" ContentType="application/inkml+xml"/>
  <Override PartName="/ppt/ink/ink2186.xml" ContentType="application/inkml+xml"/>
  <Override PartName="/ppt/ink/ink2187.xml" ContentType="application/inkml+xml"/>
  <Override PartName="/ppt/ink/ink2188.xml" ContentType="application/inkml+xml"/>
  <Override PartName="/ppt/ink/ink2189.xml" ContentType="application/inkml+xml"/>
  <Override PartName="/ppt/ink/ink2190.xml" ContentType="application/inkml+xml"/>
  <Override PartName="/ppt/ink/ink2191.xml" ContentType="application/inkml+xml"/>
  <Override PartName="/ppt/ink/ink2192.xml" ContentType="application/inkml+xml"/>
  <Override PartName="/ppt/ink/ink2193.xml" ContentType="application/inkml+xml"/>
  <Override PartName="/ppt/ink/ink2194.xml" ContentType="application/inkml+xml"/>
  <Override PartName="/ppt/ink/ink2195.xml" ContentType="application/inkml+xml"/>
  <Override PartName="/ppt/ink/ink2196.xml" ContentType="application/inkml+xml"/>
  <Override PartName="/ppt/ink/ink2197.xml" ContentType="application/inkml+xml"/>
  <Override PartName="/ppt/ink/ink2198.xml" ContentType="application/inkml+xml"/>
  <Override PartName="/ppt/ink/ink2199.xml" ContentType="application/inkml+xml"/>
  <Override PartName="/ppt/ink/ink2200.xml" ContentType="application/inkml+xml"/>
  <Override PartName="/ppt/ink/ink2201.xml" ContentType="application/inkml+xml"/>
  <Override PartName="/ppt/ink/ink2202.xml" ContentType="application/inkml+xml"/>
  <Override PartName="/ppt/ink/ink2203.xml" ContentType="application/inkml+xml"/>
  <Override PartName="/ppt/ink/ink2204.xml" ContentType="application/inkml+xml"/>
  <Override PartName="/ppt/ink/ink2205.xml" ContentType="application/inkml+xml"/>
  <Override PartName="/ppt/ink/ink2206.xml" ContentType="application/inkml+xml"/>
  <Override PartName="/ppt/ink/ink2207.xml" ContentType="application/inkml+xml"/>
  <Override PartName="/ppt/ink/ink2208.xml" ContentType="application/inkml+xml"/>
  <Override PartName="/ppt/ink/ink2209.xml" ContentType="application/inkml+xml"/>
  <Override PartName="/ppt/ink/ink2210.xml" ContentType="application/inkml+xml"/>
  <Override PartName="/ppt/ink/ink2211.xml" ContentType="application/inkml+xml"/>
  <Override PartName="/ppt/ink/ink2212.xml" ContentType="application/inkml+xml"/>
  <Override PartName="/ppt/ink/ink2213.xml" ContentType="application/inkml+xml"/>
  <Override PartName="/ppt/ink/ink2214.xml" ContentType="application/inkml+xml"/>
  <Override PartName="/ppt/ink/ink2215.xml" ContentType="application/inkml+xml"/>
  <Override PartName="/ppt/ink/ink2216.xml" ContentType="application/inkml+xml"/>
  <Override PartName="/ppt/ink/ink2217.xml" ContentType="application/inkml+xml"/>
  <Override PartName="/ppt/ink/ink2218.xml" ContentType="application/inkml+xml"/>
  <Override PartName="/ppt/ink/ink2219.xml" ContentType="application/inkml+xml"/>
  <Override PartName="/ppt/ink/ink2220.xml" ContentType="application/inkml+xml"/>
  <Override PartName="/ppt/ink/ink2221.xml" ContentType="application/inkml+xml"/>
  <Override PartName="/ppt/ink/ink2222.xml" ContentType="application/inkml+xml"/>
  <Override PartName="/ppt/ink/ink2223.xml" ContentType="application/inkml+xml"/>
  <Override PartName="/ppt/ink/ink2224.xml" ContentType="application/inkml+xml"/>
  <Override PartName="/ppt/ink/ink2225.xml" ContentType="application/inkml+xml"/>
  <Override PartName="/ppt/ink/ink2226.xml" ContentType="application/inkml+xml"/>
  <Override PartName="/ppt/ink/ink2227.xml" ContentType="application/inkml+xml"/>
  <Override PartName="/ppt/ink/ink2228.xml" ContentType="application/inkml+xml"/>
  <Override PartName="/ppt/ink/ink2229.xml" ContentType="application/inkml+xml"/>
  <Override PartName="/ppt/ink/ink2230.xml" ContentType="application/inkml+xml"/>
  <Override PartName="/ppt/ink/ink2231.xml" ContentType="application/inkml+xml"/>
  <Override PartName="/ppt/ink/ink2232.xml" ContentType="application/inkml+xml"/>
  <Override PartName="/ppt/ink/ink2233.xml" ContentType="application/inkml+xml"/>
  <Override PartName="/ppt/ink/ink2234.xml" ContentType="application/inkml+xml"/>
  <Override PartName="/ppt/ink/ink2235.xml" ContentType="application/inkml+xml"/>
  <Override PartName="/ppt/ink/ink2236.xml" ContentType="application/inkml+xml"/>
  <Override PartName="/ppt/ink/ink2237.xml" ContentType="application/inkml+xml"/>
  <Override PartName="/ppt/ink/ink2238.xml" ContentType="application/inkml+xml"/>
  <Override PartName="/ppt/ink/ink2239.xml" ContentType="application/inkml+xml"/>
  <Override PartName="/ppt/ink/ink2240.xml" ContentType="application/inkml+xml"/>
  <Override PartName="/ppt/ink/ink2241.xml" ContentType="application/inkml+xml"/>
  <Override PartName="/ppt/ink/ink2242.xml" ContentType="application/inkml+xml"/>
  <Override PartName="/ppt/ink/ink2243.xml" ContentType="application/inkml+xml"/>
  <Override PartName="/ppt/ink/ink2244.xml" ContentType="application/inkml+xml"/>
  <Override PartName="/ppt/ink/ink2245.xml" ContentType="application/inkml+xml"/>
  <Override PartName="/ppt/ink/ink2246.xml" ContentType="application/inkml+xml"/>
  <Override PartName="/ppt/ink/ink2247.xml" ContentType="application/inkml+xml"/>
  <Override PartName="/ppt/ink/ink2248.xml" ContentType="application/inkml+xml"/>
  <Override PartName="/ppt/ink/ink2249.xml" ContentType="application/inkml+xml"/>
  <Override PartName="/ppt/ink/ink2250.xml" ContentType="application/inkml+xml"/>
  <Override PartName="/ppt/ink/ink2251.xml" ContentType="application/inkml+xml"/>
  <Override PartName="/ppt/ink/ink2252.xml" ContentType="application/inkml+xml"/>
  <Override PartName="/ppt/ink/ink2253.xml" ContentType="application/inkml+xml"/>
  <Override PartName="/ppt/ink/ink2254.xml" ContentType="application/inkml+xml"/>
  <Override PartName="/ppt/ink/ink2255.xml" ContentType="application/inkml+xml"/>
  <Override PartName="/ppt/ink/ink2256.xml" ContentType="application/inkml+xml"/>
  <Override PartName="/ppt/ink/ink2257.xml" ContentType="application/inkml+xml"/>
  <Override PartName="/ppt/ink/ink2258.xml" ContentType="application/inkml+xml"/>
  <Override PartName="/ppt/ink/ink2259.xml" ContentType="application/inkml+xml"/>
  <Override PartName="/ppt/ink/ink2260.xml" ContentType="application/inkml+xml"/>
  <Override PartName="/ppt/ink/ink2261.xml" ContentType="application/inkml+xml"/>
  <Override PartName="/ppt/ink/ink2262.xml" ContentType="application/inkml+xml"/>
  <Override PartName="/ppt/ink/ink2263.xml" ContentType="application/inkml+xml"/>
  <Override PartName="/ppt/ink/ink2264.xml" ContentType="application/inkml+xml"/>
  <Override PartName="/ppt/ink/ink2265.xml" ContentType="application/inkml+xml"/>
  <Override PartName="/ppt/ink/ink2266.xml" ContentType="application/inkml+xml"/>
  <Override PartName="/ppt/ink/ink2267.xml" ContentType="application/inkml+xml"/>
  <Override PartName="/ppt/ink/ink2268.xml" ContentType="application/inkml+xml"/>
  <Override PartName="/ppt/ink/ink2269.xml" ContentType="application/inkml+xml"/>
  <Override PartName="/ppt/ink/ink2270.xml" ContentType="application/inkml+xml"/>
  <Override PartName="/ppt/ink/ink2271.xml" ContentType="application/inkml+xml"/>
  <Override PartName="/ppt/ink/ink2272.xml" ContentType="application/inkml+xml"/>
  <Override PartName="/ppt/ink/ink2273.xml" ContentType="application/inkml+xml"/>
  <Override PartName="/ppt/ink/ink2274.xml" ContentType="application/inkml+xml"/>
  <Override PartName="/ppt/ink/ink2275.xml" ContentType="application/inkml+xml"/>
  <Override PartName="/ppt/ink/ink2276.xml" ContentType="application/inkml+xml"/>
  <Override PartName="/ppt/ink/ink2277.xml" ContentType="application/inkml+xml"/>
  <Override PartName="/ppt/ink/ink2278.xml" ContentType="application/inkml+xml"/>
  <Override PartName="/ppt/ink/ink2279.xml" ContentType="application/inkml+xml"/>
  <Override PartName="/ppt/ink/ink2280.xml" ContentType="application/inkml+xml"/>
  <Override PartName="/ppt/ink/ink2281.xml" ContentType="application/inkml+xml"/>
  <Override PartName="/ppt/ink/ink2282.xml" ContentType="application/inkml+xml"/>
  <Override PartName="/ppt/ink/ink2283.xml" ContentType="application/inkml+xml"/>
  <Override PartName="/ppt/ink/ink2284.xml" ContentType="application/inkml+xml"/>
  <Override PartName="/ppt/ink/ink2285.xml" ContentType="application/inkml+xml"/>
  <Override PartName="/ppt/ink/ink2286.xml" ContentType="application/inkml+xml"/>
  <Override PartName="/ppt/ink/ink2287.xml" ContentType="application/inkml+xml"/>
  <Override PartName="/ppt/ink/ink2288.xml" ContentType="application/inkml+xml"/>
  <Override PartName="/ppt/ink/ink2289.xml" ContentType="application/inkml+xml"/>
  <Override PartName="/ppt/ink/ink2290.xml" ContentType="application/inkml+xml"/>
  <Override PartName="/ppt/ink/ink2291.xml" ContentType="application/inkml+xml"/>
  <Override PartName="/ppt/ink/ink2292.xml" ContentType="application/inkml+xml"/>
  <Override PartName="/ppt/ink/ink2293.xml" ContentType="application/inkml+xml"/>
  <Override PartName="/ppt/ink/ink2294.xml" ContentType="application/inkml+xml"/>
  <Override PartName="/ppt/ink/ink2295.xml" ContentType="application/inkml+xml"/>
  <Override PartName="/ppt/ink/ink2296.xml" ContentType="application/inkml+xml"/>
  <Override PartName="/ppt/ink/ink2297.xml" ContentType="application/inkml+xml"/>
  <Override PartName="/ppt/ink/ink2298.xml" ContentType="application/inkml+xml"/>
  <Override PartName="/ppt/ink/ink2299.xml" ContentType="application/inkml+xml"/>
  <Override PartName="/ppt/ink/ink2300.xml" ContentType="application/inkml+xml"/>
  <Override PartName="/ppt/ink/ink2301.xml" ContentType="application/inkml+xml"/>
  <Override PartName="/ppt/ink/ink2302.xml" ContentType="application/inkml+xml"/>
  <Override PartName="/ppt/ink/ink2303.xml" ContentType="application/inkml+xml"/>
  <Override PartName="/ppt/ink/ink2304.xml" ContentType="application/inkml+xml"/>
  <Override PartName="/ppt/ink/ink2305.xml" ContentType="application/inkml+xml"/>
  <Override PartName="/ppt/ink/ink2306.xml" ContentType="application/inkml+xml"/>
  <Override PartName="/ppt/ink/ink2307.xml" ContentType="application/inkml+xml"/>
  <Override PartName="/ppt/ink/ink2308.xml" ContentType="application/inkml+xml"/>
  <Override PartName="/ppt/ink/ink2309.xml" ContentType="application/inkml+xml"/>
  <Override PartName="/ppt/ink/ink2310.xml" ContentType="application/inkml+xml"/>
  <Override PartName="/ppt/ink/ink2311.xml" ContentType="application/inkml+xml"/>
  <Override PartName="/ppt/ink/ink2312.xml" ContentType="application/inkml+xml"/>
  <Override PartName="/ppt/ink/ink2313.xml" ContentType="application/inkml+xml"/>
  <Override PartName="/ppt/ink/ink2314.xml" ContentType="application/inkml+xml"/>
  <Override PartName="/ppt/ink/ink2315.xml" ContentType="application/inkml+xml"/>
  <Override PartName="/ppt/ink/ink2316.xml" ContentType="application/inkml+xml"/>
  <Override PartName="/ppt/ink/ink2317.xml" ContentType="application/inkml+xml"/>
  <Override PartName="/ppt/ink/ink2318.xml" ContentType="application/inkml+xml"/>
  <Override PartName="/ppt/ink/ink2319.xml" ContentType="application/inkml+xml"/>
  <Override PartName="/ppt/ink/ink2320.xml" ContentType="application/inkml+xml"/>
  <Override PartName="/ppt/ink/ink2321.xml" ContentType="application/inkml+xml"/>
  <Override PartName="/ppt/ink/ink2322.xml" ContentType="application/inkml+xml"/>
  <Override PartName="/ppt/ink/ink2323.xml" ContentType="application/inkml+xml"/>
  <Override PartName="/ppt/ink/ink2324.xml" ContentType="application/inkml+xml"/>
  <Override PartName="/ppt/ink/ink2325.xml" ContentType="application/inkml+xml"/>
  <Override PartName="/ppt/ink/ink2326.xml" ContentType="application/inkml+xml"/>
  <Override PartName="/ppt/ink/ink2327.xml" ContentType="application/inkml+xml"/>
  <Override PartName="/ppt/ink/ink2328.xml" ContentType="application/inkml+xml"/>
  <Override PartName="/ppt/ink/ink2329.xml" ContentType="application/inkml+xml"/>
  <Override PartName="/ppt/ink/ink2330.xml" ContentType="application/inkml+xml"/>
  <Override PartName="/ppt/ink/ink2331.xml" ContentType="application/inkml+xml"/>
  <Override PartName="/ppt/ink/ink2332.xml" ContentType="application/inkml+xml"/>
  <Override PartName="/ppt/ink/ink2333.xml" ContentType="application/inkml+xml"/>
  <Override PartName="/ppt/ink/ink2334.xml" ContentType="application/inkml+xml"/>
  <Override PartName="/ppt/ink/ink2335.xml" ContentType="application/inkml+xml"/>
  <Override PartName="/ppt/ink/ink2336.xml" ContentType="application/inkml+xml"/>
  <Override PartName="/ppt/ink/ink2337.xml" ContentType="application/inkml+xml"/>
  <Override PartName="/ppt/ink/ink2338.xml" ContentType="application/inkml+xml"/>
  <Override PartName="/ppt/ink/ink2339.xml" ContentType="application/inkml+xml"/>
  <Override PartName="/ppt/ink/ink2340.xml" ContentType="application/inkml+xml"/>
  <Override PartName="/ppt/ink/ink2341.xml" ContentType="application/inkml+xml"/>
  <Override PartName="/ppt/ink/ink2342.xml" ContentType="application/inkml+xml"/>
  <Override PartName="/ppt/ink/ink2343.xml" ContentType="application/inkml+xml"/>
  <Override PartName="/ppt/ink/ink2344.xml" ContentType="application/inkml+xml"/>
  <Override PartName="/ppt/ink/ink2345.xml" ContentType="application/inkml+xml"/>
  <Override PartName="/ppt/ink/ink2346.xml" ContentType="application/inkml+xml"/>
  <Override PartName="/ppt/ink/ink2347.xml" ContentType="application/inkml+xml"/>
  <Override PartName="/ppt/ink/ink2348.xml" ContentType="application/inkml+xml"/>
  <Override PartName="/ppt/ink/ink2349.xml" ContentType="application/inkml+xml"/>
  <Override PartName="/ppt/ink/ink2350.xml" ContentType="application/inkml+xml"/>
  <Override PartName="/ppt/ink/ink2351.xml" ContentType="application/inkml+xml"/>
  <Override PartName="/ppt/ink/ink2352.xml" ContentType="application/inkml+xml"/>
  <Override PartName="/ppt/ink/ink2353.xml" ContentType="application/inkml+xml"/>
  <Override PartName="/ppt/ink/ink2354.xml" ContentType="application/inkml+xml"/>
  <Override PartName="/ppt/ink/ink2355.xml" ContentType="application/inkml+xml"/>
  <Override PartName="/ppt/ink/ink2356.xml" ContentType="application/inkml+xml"/>
  <Override PartName="/ppt/ink/ink2357.xml" ContentType="application/inkml+xml"/>
  <Override PartName="/ppt/ink/ink2358.xml" ContentType="application/inkml+xml"/>
  <Override PartName="/ppt/ink/ink2359.xml" ContentType="application/inkml+xml"/>
  <Override PartName="/ppt/ink/ink2360.xml" ContentType="application/inkml+xml"/>
  <Override PartName="/ppt/ink/ink2361.xml" ContentType="application/inkml+xml"/>
  <Override PartName="/ppt/ink/ink2362.xml" ContentType="application/inkml+xml"/>
  <Override PartName="/ppt/ink/ink2363.xml" ContentType="application/inkml+xml"/>
  <Override PartName="/ppt/ink/ink2364.xml" ContentType="application/inkml+xml"/>
  <Override PartName="/ppt/ink/ink2365.xml" ContentType="application/inkml+xml"/>
  <Override PartName="/ppt/ink/ink2366.xml" ContentType="application/inkml+xml"/>
  <Override PartName="/ppt/ink/ink236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7" r:id="rId2"/>
    <p:sldId id="517" r:id="rId3"/>
    <p:sldId id="359" r:id="rId4"/>
    <p:sldId id="516" r:id="rId5"/>
    <p:sldId id="519" r:id="rId6"/>
    <p:sldId id="521" r:id="rId7"/>
    <p:sldId id="585" r:id="rId8"/>
    <p:sldId id="525" r:id="rId9"/>
    <p:sldId id="520" r:id="rId10"/>
    <p:sldId id="523" r:id="rId11"/>
    <p:sldId id="260" r:id="rId12"/>
    <p:sldId id="263" r:id="rId13"/>
    <p:sldId id="264" r:id="rId14"/>
    <p:sldId id="580" r:id="rId15"/>
    <p:sldId id="581" r:id="rId16"/>
    <p:sldId id="582" r:id="rId17"/>
    <p:sldId id="583" r:id="rId18"/>
    <p:sldId id="58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66" d="100"/>
          <a:sy n="66" d="100"/>
        </p:scale>
        <p:origin x="679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16:10.3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845 8 0 0 0,'0'0'7778'0'0,"2"1"-6509"0"0,17 1 3758 0 0,25-1-1 0 0,-41 0-4367 0 0,-7 1-259 0 0,-5 2-240 0 0,-19 3 169 0 0,18-6-199 0 0,-10 1 213 0 0,0 0 0 0 0,0-2 0 0 0,-38-3 0 0 0,-92-18 832 0 0,80 16-877 0 0,-71 4 0 0 0,69 1-215 0 0,-149 2 681 0 0,218-2-761 0 0,-1 1 0 0 0,1-1 0 0 0,0 1 0 0 0,0 0 0 0 0,-4 1 0 0 0,4-1 6 0 0,-1 0 1 0 0,1 0-1 0 0,-1 0 0 0 0,0 0 0 0 0,-4 0 0 0 0,-28 0-673 0 0,32-6-3317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16:11.3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396 225 0 0 0,'0'0'15234'0'0,"2"-1"-14814"0"0,2 0-329 0 0,0 0 424 0 0,-10-3 266 0 0,-163-90 3106 0 0,156 88-3834 0 0,-7-4 169 0 0,-27-18 1 0 0,33 20-29 0 0,-24-12 0 0 0,-8-4 227 0 0,34 16-140 0 0,-25-9 0 0 0,34 15-204 0 0,6 2-79 0 0,8 2-8 0 0,79 36 57 0 0,-13-8-111 0 0,15 12-113 0 0,-63-28 61 0 0,37 24 1 0 0,-30-11-33 0 0,-35-27 145 0 0,-1 0 0 0 0,0 0-1 0 0,0 0 1 0 0,0 1 0 0 0,0-1 0 0 0,0 0 0 0 0,0 0 0 0 0,0 0 0 0 0,0 0 0 0 0,0 0-1 0 0,0 1 1 0 0,0-1 0 0 0,0 0 0 0 0,0 0 0 0 0,0 0 0 0 0,0 0 0 0 0,0 0 0 0 0,0 1-1 0 0,0-1 1 0 0,0 0 0 0 0,0 0 0 0 0,0 0 0 0 0,0 0 0 0 0,0 0 0 0 0,0 1 0 0 0,0-1-1 0 0,0 0 1 0 0,0 0 0 0 0,-1 0 0 0 0,1 0 0 0 0,0 0 0 0 0,0 0 0 0 0,0 1 0 0 0,0-1 0 0 0,0 0-1 0 0,0 0 1 0 0,0 0 0 0 0,-1 0 0 0 0,1 0 0 0 0,0 0 0 0 0,0 0 0 0 0,0 0 0 0 0,0 0-1 0 0,0 0 1 0 0,-1 0 0 0 0,1 0 0 0 0,0 0 0 0 0,0 0 0 0 0,0 0 0 0 0,0 0 0 0 0,-1 0-1 0 0,-8 5 212 0 0,-14 2 222 0 0,-27 5 0 0 0,26-7-214 0 0,0 1-133 0 0,1 2 0 0 0,0 0-1 0 0,-39 19 1 0 0,54-23-154 0 0,-1-1 0 0 0,0 0 1 0 0,-15 2-1 0 0,2 0-179 0 0,-18 6-2361 0 0,14-4-5390 0 0,26-7 7873 0 0,-11 3-10300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16:14.8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24 0 0 0,'0'0'7934'0'0,"1"-1"-6185"0"0,0 1-1451 0 0,-1-1 0 0 0,1 1 0 0 0,-1-1 0 0 0,1 1-1 0 0,-1 0 1 0 0,1-1 0 0 0,-1 1 0 0 0,0-1 0 0 0,1 0-1 0 0,-1 1 1 0 0,1-1 0 0 0,-1 1 0 0 0,0-1 0 0 0,0 1-1 0 0,0-1 1 0 0,1 0 0 0 0,-1 1 0 0 0,0-1 0 0 0,0 0-1 0 0,0 1 1 0 0,0-1 0 0 0,0 0 0 0 0,0 1 0 0 0,0-1 0 0 0,0 0-1 0 0,0 1 1 0 0,0-1 0 0 0,0 1 0 0 0,-1-1 0 0 0,1 0-1 0 0,0 1 1 0 0,0-1 0 0 0,-1 1 0 0 0,1-1 0 0 0,-1 0-1 0 0,1 1-228 0 0,0 0-1 0 0,0 0 1 0 0,0-1-1 0 0,0 1 1 0 0,0 0 0 0 0,0 0-1 0 0,0 0 1 0 0,0 0-1 0 0,-1 0 1 0 0,1 0-1 0 0,0 0 1 0 0,0 0-1 0 0,0 0 1 0 0,0 0-1 0 0,0 0 1 0 0,0 0-1 0 0,0 0 1 0 0,-1 0-1 0 0,1 0 1 0 0,0 0-1 0 0,0 0 1 0 0,0 0-1 0 0,0 0 1 0 0,0 0-1 0 0,0 0 1 0 0,0 0 0 0 0,-1 0-1 0 0,1 0 1 0 0,0 0-1 0 0,0 0 1 0 0,0 0-1 0 0,0 0 1 0 0,0 0-1 0 0,0 0 1 0 0,0 0-1 0 0,-1 0 1 0 0,1 0-1 0 0,0 0 1 0 0,0 0-1 0 0,0 1 1 0 0,0-1-1 0 0,0 0 1 0 0,0 0-1 0 0,0 0 1 0 0,0 0 0 0 0,0 0-1 0 0,0 0 1 0 0,0 0-1 0 0,-1 1 1 0 0,1-1-56 0 0,0 0 0 0 0,0 0 0 0 0,0 0 1 0 0,0 1-1 0 0,0-1 0 0 0,0 0 1 0 0,-1 0-1 0 0,1 1 0 0 0,0-1 0 0 0,0 0 1 0 0,0 0-1 0 0,0 1 0 0 0,0-1 1 0 0,0 0-1 0 0,0 0 0 0 0,0 1 0 0 0,0-1 1 0 0,0 0-1 0 0,0 0 0 0 0,0 1 1 0 0,0-1-1 0 0,0 0 0 0 0,1 0 1 0 0,-1 1-1 0 0,0-1 0 0 0,0 0 0 0 0,0 0 1 0 0,0 0-1 0 0,0 1 0 0 0,0-1 1 0 0,1 0-1 0 0,1 3-18 0 0,0 0 0 0 0,-1 0 0 0 0,1 1 0 0 0,-1-1 0 0 0,1 0 0 0 0,-1 1 1 0 0,1 6-1 0 0,4 9 72 0 0,12 28 30 0 0,3 13-45 0 0,-13-32-37 0 0,-5-12 966 0 0,-3-15-642 0 0,0-4-91 0 0,0-2-154 0 0,-1-22-37 0 0,0 15-50 0 0,1 0-1 0 0,1 0 0 0 0,-1 0 0 0 0,2 0 0 0 0,2-13 0 0 0,-1 21 7 0 0,-1-1 1 0 0,1 0-1 0 0,0 1 0 0 0,0 0 0 0 0,0 0 1 0 0,0-1-1 0 0,1 2 0 0 0,0-1 0 0 0,-1 0 0 0 0,7-3 1 0 0,-8 5-18 0 0,0 1 0 0 0,0 0 0 0 0,0 0 0 0 0,0 0 1 0 0,1 0-1 0 0,-1 0 0 0 0,0 0 0 0 0,0 0 0 0 0,1 1 0 0 0,3-1 1 0 0,26 0-68 0 0,-25 1 66 0 0,-3 0-4 0 0,-1 1 0 0 0,1 0 0 0 0,-1 0 0 0 0,0 0 0 0 0,1 0 0 0 0,-1 1 0 0 0,0-1-1 0 0,0 1 1 0 0,0 0 0 0 0,0 0 0 0 0,0 0 0 0 0,-1 0 0 0 0,4 3 0 0 0,9 7-14 0 0,2 1 29 0 0,0 1 1 0 0,28 32-1 0 0,-18-18-119 0 0,-27-28 37 0 0,0 0-1 0 0,0 0 1 0 0,0 0 0 0 0,0 0-1 0 0,1 0 1 0 0,-1 0 0 0 0,0 0-1 0 0,0 0 1 0 0,0 0 0 0 0,0 0-1 0 0,0 0 1 0 0,0 0-1 0 0,0 1 1 0 0,0-1 0 0 0,0 0-1 0 0,1 0 1 0 0,-1 0 0 0 0,0 0-1 0 0,0 0 1 0 0,0 0 0 0 0,0 0-1 0 0,0 0 1 0 0,0 1-1 0 0,0-1 1 0 0,0 0 0 0 0,0 0-1 0 0,0 0 1 0 0,0 0 0 0 0,0 0-1 0 0,0 0 1 0 0,0 1 0 0 0,0-1-1 0 0,0 0 1 0 0,0 0-1 0 0,0 0 1 0 0,0 0 0 0 0,0 0-1 0 0,0 0 1 0 0,0 1 0 0 0,0-1-1 0 0,0 0 1 0 0,0 0 0 0 0,0 0-1 0 0,0 0 1 0 0,-1 0-1 0 0,1 0 1 0 0,0 0 0 0 0,0 0-1 0 0,0 1 1 0 0,0-1 0 0 0,0 0-1 0 0,0 0 1 0 0,0 0 0 0 0,0 0-1 0 0,0 0 1 0 0,-1 0-1 0 0,1 0 1 0 0,0 0 0 0 0,0 0-1 0 0,0 0 1 0 0,0 0 0 0 0,0 0-1 0 0,0 0 1 0 0,0 0 0 0 0,-1 0-1 0 0,1 0 1 0 0,-11 0-8114 0 0,7 0 4051 0 0,-4 0-4404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16:15.4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160 15 0 0 0,'0'0'14574'0'0,"21"1"-13877"0"0,65 7-155 0 0,-59-5-9 0 0,-27-3-524 0 0,0 0 0 0 0,1 0 0 0 0,-1 0 0 0 0,0 0-1 0 0,0 0 1 0 0,0 0 0 0 0,0 0 0 0 0,0 0 0 0 0,0 0 0 0 0,0 0 0 0 0,0 0-1 0 0,1 0 1 0 0,-1 0 0 0 0,0 0 0 0 0,0 0 0 0 0,0 0 0 0 0,0 0-1 0 0,0 0 1 0 0,0 0 0 0 0,0 0 0 0 0,0 0 0 0 0,0 0 0 0 0,1 0-1 0 0,-1 0 1 0 0,0 0 0 0 0,0 1 0 0 0,0-1 0 0 0,0 0 0 0 0,0 0-1 0 0,0 0 1 0 0,0 0 0 0 0,0 0 0 0 0,0 0 0 0 0,0 0 0 0 0,0 0 0 0 0,0 0-1 0 0,0 1 1 0 0,0-1 0 0 0,0 0 0 0 0,0 0 0 0 0,0 0 0 0 0,0 0-1 0 0,0 0 1 0 0,0 0 0 0 0,0 0 0 0 0,0 0 0 0 0,0 1 0 0 0,0-1-1 0 0,0 0 1 0 0,0 0 0 0 0,0 0 0 0 0,0 0 0 0 0,0 0 0 0 0,0 0-1 0 0,0 0 1 0 0,-1 4-42 0 0,1-3 48 0 0,0 1 1 0 0,-1-1 0 0 0,1 1-1 0 0,-1-1 1 0 0,0 1 0 0 0,1-1-1 0 0,-1 1 1 0 0,0-1 0 0 0,-1 3-1 0 0,-4 5 130 0 0,-9 19 359 0 0,13-25-431 0 0,1 0 1 0 0,-1 0-1 0 0,1-1 0 0 0,-4 5 0 0 0,-5 8 159 0 0,9-12-157 0 0,-1-1 0 0 0,0 0 1 0 0,1 0-1 0 0,-1 0 1 0 0,0 0-1 0 0,0-1 0 0 0,0 1 1 0 0,0 0-1 0 0,-1-1 0 0 0,1 1 1 0 0,0-1-1 0 0,-1 0 1 0 0,1 0-1 0 0,-1 0 0 0 0,1 0 1 0 0,-1 0-1 0 0,1 0 1 0 0,-1-1-1 0 0,0 1 0 0 0,-3-1 1 0 0,-7 1 599 0 0,-1 0 1 0 0,-23-2 0 0 0,31 0-512 0 0,-1 0 1 0 0,1 0-1 0 0,0-1 1 0 0,-1 0-1 0 0,-10-5 1 0 0,-29-17 729 0 0,32 17-655 0 0,12 6-201 0 0,1 0 0 0 0,-1 0-1 0 0,1 0 1 0 0,-1 0 0 0 0,1-1 0 0 0,-1 1-1 0 0,1 0 1 0 0,0 0 0 0 0,0-1-1 0 0,0 1 1 0 0,-1-1 0 0 0,1 1 0 0 0,1-1-1 0 0,-1 0 1 0 0,0 1 0 0 0,0-1 0 0 0,1 0-1 0 0,-1 1 1 0 0,1-1 0 0 0,-1 0 0 0 0,1 0-1 0 0,0 0 1 0 0,-1 1 0 0 0,1-1-1 0 0,0 0 1 0 0,0 0 0 0 0,1 0 0 0 0,-1 0-1 0 0,0 1 1 0 0,1-1 0 0 0,-1 0 0 0 0,1 0-1 0 0,-1 1 1 0 0,1-1 0 0 0,0 0 0 0 0,0 1-1 0 0,-1-1 1 0 0,1 1 0 0 0,1-1 0 0 0,-1 1-1 0 0,0-1 1 0 0,0 1 0 0 0,2-2-1 0 0,1-1-414 0 0,1 0 0 0 0,-1 1-1 0 0,1 0 1 0 0,-1 0-1 0 0,1 0 1 0 0,0 0-1 0 0,0 1 1 0 0,7-3-1 0 0,-8 4-822 0 0,0 0 0 0 0,0 0 1 0 0,0 0-1 0 0,9 0 0 0 0,-11 1-115 0 0,1 0 0 0 0,0 0-1 0 0,0 0 1 0 0,-1 1 0 0 0,1-1 0 0 0,0 1 0 0 0,0 0 0 0 0,2 1 0 0 0,3 1-3054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16:16.6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285 56 0 0 0,'0'0'21517'0'0,"-11"-8"-21137"0"0,-35-27-67 0 0,44 33-194 0 0,-1 0 0 0 0,0 0-1 0 0,0 1 1 0 0,-6-4 0 0 0,-1 5 0 0 0,2 1-77 0 0,-31 4 206 0 0,22-2 78 0 0,-25-1 0 0 0,20 7 52 0 0,21-9-370 0 0,0 0 0 0 0,0 1 1 0 0,1-1-1 0 0,-1 0 0 0 0,0 1 1 0 0,0-1-1 0 0,0 1 0 0 0,0-1 1 0 0,1 1-1 0 0,-1-1 0 0 0,0 1 1 0 0,0-1-1 0 0,1 1 0 0 0,-1 0 1 0 0,1 0-1 0 0,-1-1 0 0 0,0 2 1 0 0,-12 19 102 0 0,5-9-82 0 0,5-7-14 0 0,0-1 0 0 0,0 0 0 0 0,0 1 0 0 0,1-1-1 0 0,-1 1 1 0 0,1 0 0 0 0,0 0 0 0 0,-1 7 0 0 0,-2 2 39 0 0,4-12-49 0 0,0 0 0 0 0,0-1 0 0 0,1 1 0 0 0,-1 0 0 0 0,1 0 1 0 0,-1 1-1 0 0,1-1 0 0 0,0 2 0 0 0,0-1 31 0 0,0-1 1 0 0,0 0 0 0 0,1 1 0 0 0,-1-1 0 0 0,1 0-1 0 0,-1 1 1 0 0,1-1 0 0 0,0 0 0 0 0,0 0 0 0 0,0 0 0 0 0,0 0-1 0 0,3 3 1 0 0,-1-1 22 0 0,0 0-1 0 0,1 0 1 0 0,-1-1-1 0 0,1 0 1 0 0,6 5-1 0 0,1-1 22 0 0,0 0 0 0 0,0-1-1 0 0,23 8 1 0 0,-30-13-62 0 0,-1 0 0 0 0,0 0 0 0 0,1 0 1 0 0,-1-1-1 0 0,1 1 0 0 0,-1-1 0 0 0,1 0 0 0 0,-1 0 1 0 0,0 0-1 0 0,1 0 0 0 0,3-2 0 0 0,-5 2-10 0 0,0-1 1 0 0,0 1-1 0 0,0-1 0 0 0,0 0 0 0 0,-1 0 0 0 0,1 0 1 0 0,0 0-1 0 0,-1 0 0 0 0,1 0 0 0 0,0 0 0 0 0,-1 0 1 0 0,0-1-1 0 0,1 1 0 0 0,-1-1 0 0 0,0 1 0 0 0,1-1 1 0 0,-1 1-1 0 0,0-1 0 0 0,0 0 0 0 0,0 0 0 0 0,0-2 1 0 0,4-6 26 0 0,-4 6-22 0 0,1 0 0 0 0,-1 0 0 0 0,0 0 0 0 0,1 0 0 0 0,-2 0 0 0 0,1 0-1 0 0,0-6 1 0 0,-1 9-29 0 0,1-11 156 0 0,-1 12-142 0 0,0-1-1 0 0,0 1 1 0 0,1 0 0 0 0,-1-1 0 0 0,0 1 0 0 0,0 0 0 0 0,0 0 0 0 0,0-1 0 0 0,1 1 0 0 0,-1 0 0 0 0,0 0 0 0 0,0-1 0 0 0,1 1 0 0 0,-1 0 0 0 0,0 0 0 0 0,0 0 0 0 0,1 0 0 0 0,-1-1 0 0 0,0 1 0 0 0,0 0 0 0 0,1 0 0 0 0,-1 0 0 0 0,0 0 0 0 0,1 0 0 0 0,-1 0 0 0 0,0 0 0 0 0,1 0 0 0 0,-1 0 0 0 0,1 0 0 0 0,10 9-295 0 0,2 2 80 0 0,0 0 0 0 0,0-1 0 0 0,1-1 0 0 0,28 14 0 0 0,-39-23-2261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16:18.0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80 724 0 0 0,'0'0'14359'0'0,"4"-1"-13679"0"0,-2 1-635 0 0,16-3 672 0 0,-16 2-564 0 0,-1 1 1 0 0,0-1-1 0 0,1 1 0 0 0,-1-1 1 0 0,0 0-1 0 0,1 1 0 0 0,-1-1 1 0 0,0 0-1 0 0,0 0 0 0 0,0 0 1 0 0,0 0-1 0 0,0 0 1 0 0,0 0-1 0 0,1-1 0 0 0,0-1 172 0 0,0 0-9 0 0,0-1 1 0 0,0 1-1 0 0,-1 0 1 0 0,1-1-1 0 0,-1 1 1 0 0,1-1-1 0 0,0-6 1 0 0,1-14 180 0 0,-1 1 0 0 0,-1-1 0 0 0,-3-31 0 0 0,1 48-377 0 0,0-11 133 0 0,-1 1 0 0 0,-1 0-1 0 0,-7-24 1 0 0,8 33-139 0 0,1 0-1 0 0,-2-12 1 0 0,-1-12 168 0 0,-1 12-92 0 0,1 0 1 0 0,-1-39-1 0 0,5-44 287 0 0,0 47-453 0 0,0 54-30 0 0,0 0 1 0 0,0 0-1 0 0,-1 0 0 0 0,1 0 0 0 0,-1 0 0 0 0,0 0 1 0 0,1 0-1 0 0,-3-3 0 0 0,-2-8-11 0 0,5 12 16 0 0,0 0 0 0 0,-1 0 0 0 0,1 1 0 0 0,-1-1 0 0 0,1 0 0 0 0,-1 0 0 0 0,1 0 0 0 0,-1 0 0 0 0,0 1 0 0 0,0-2 0 0 0,-6-7-3 0 0,0-6 48 0 0,5 12-26 0 0,1 1 0 0 0,0 0 0 0 0,-1-1 0 0 0,1 1 0 0 0,0-1 0 0 0,1 0 1 0 0,-1 1-1 0 0,-1-6 0 0 0,2 8-16 0 0,0-1 0 0 0,0 0 0 0 0,0 1 0 0 0,0-1 0 0 0,0 0 0 0 0,0 1 0 0 0,0-1 0 0 0,-1 0 0 0 0,1 1 0 0 0,0-1 0 0 0,0 1-1 0 0,-1-1 1 0 0,1 0 0 0 0,0 1 0 0 0,-1-1 0 0 0,1 1 0 0 0,-1-1 0 0 0,1 1 0 0 0,-1-1 0 0 0,0 0 0 0 0,-7-8-43 0 0,4 15-749 0 0,-1-1 0 0 0,-6 13 0 0 0,5-2 862 0 0,1 0 0 0 0,1 1 0 0 0,1-1 0 0 0,0 1 0 0 0,1 0 0 0 0,0 23 0 0 0,2-29-8 0 0,0 0-1 0 0,1 1 1 0 0,0-1-1 0 0,5 20 1 0 0,4 6 36 0 0,-4-14-62 0 0,0 0 1 0 0,2-1-1 0 0,14 31 0 0 0,-20-49-31 0 0,16 31 109 0 0,31 43 0 0 0,-47-74-99 0 0,1 0 0 0 0,0-1 0 0 0,0 1 0 0 0,0-1 0 0 0,0 1 0 0 0,1-1 0 0 0,-1 0 0 0 0,1-1 0 0 0,0 1 0 0 0,0 0 0 0 0,0-1 0 0 0,0 0 0 0 0,5 2 0 0 0,1 0-1 0 0,1-1-1 0 0,0 0 0 0 0,0 0 0 0 0,1-1 0 0 0,-1-1 0 0 0,0 0 1 0 0,18 0-1 0 0,-26-2-13 0 0,0 1 0 0 0,-1-1 0 0 0,1 1 0 0 0,0-1 1 0 0,-1 0-1 0 0,1 0 0 0 0,-1 0 0 0 0,1 0 0 0 0,-1 0 0 0 0,0-1 0 0 0,0 1 1 0 0,1-1-1 0 0,-1 1 0 0 0,0-1 0 0 0,0 0 0 0 0,0 0 0 0 0,-1 0 1 0 0,1 0-1 0 0,0 0 0 0 0,2-5 0 0 0,1-1 1 0 0,-1 0 0 0 0,0 0 0 0 0,0-1 0 0 0,5-17 0 0 0,-8 19 84 0 0,1-1 0 0 0,-1 0 0 0 0,-1 0 0 0 0,1-11-1 0 0,-1 19 215 0 0,0 0-334 0 0,1 0 0 0 0,-1 0 1 0 0,0 0-1 0 0,1 0 0 0 0,-1 0 1 0 0,1 0-1 0 0,-1 0 0 0 0,0 1 0 0 0,1-1 1 0 0,-1 0-1 0 0,0 0 0 0 0,1 0 1 0 0,-1 0-1 0 0,0 1 0 0 0,1-1 1 0 0,-1 0-1 0 0,1 1 0 0 0,1 2 9 0 0,0 1-1 0 0,0 0 0 0 0,0-1 0 0 0,2 6 1 0 0,5 10 58 0 0,4 3 2 0 0,1-2 0 0 0,0 1 0 0 0,25 25 0 0 0,-37-45-39 0 0,0 1 16 0 0,0 0 0 0 0,0 1 0 0 0,1-1 0 0 0,-1 0 0 0 0,4 2 0 0 0,-6-4 119 0 0,0-11-624 0 0,0 10 407 0 0,-1-37-4456 0 0,-5 13-3520 0 0,1 12-2163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16:18.2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 42 6273 0 0,'0'0'19802'0'0,"-1"-7"-19750"0"0,-1-1-134 0 0,0-5 74 0 0,1 0-3199 0 0,-4 18-1241 0 0,2-2 3246 0 0,-11 16-8555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16:18.9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189 117 3369 0 0,'0'0'19809'0'0,"-10"-16"-19319"0"0,-30-51-60 0 0,32 54-270 0 0,-1 0 347 0 0,4 10-215 0 0,4 2-278 0 0,0 1-1 0 0,0-1 1 0 0,0 1-1 0 0,0-1 1 0 0,0 1-1 0 0,-1-1 1 0 0,1 1-1 0 0,0 0 1 0 0,0 0-1 0 0,-1-1 1 0 0,1 1-1 0 0,0 0 1 0 0,0 0-1 0 0,0 0 1 0 0,-1 0-1 0 0,1 1 1 0 0,0-1-1 0 0,0 0 1 0 0,-1 0-1 0 0,1 1 1 0 0,0-1-1 0 0,0 1 1 0 0,0-1-1 0 0,-2 2 1 0 0,1-1-35 0 0,-1 0 0 0 0,1 1 0 0 0,0-1 0 0 0,-1 1-1 0 0,1 0 1 0 0,0 0 0 0 0,0 0 0 0 0,0 0 0 0 0,-2 3 0 0 0,2-2 17 0 0,-1 0-1 0 0,0 1 1 0 0,0-1-1 0 0,-4 3 1 0 0,-11 11 1 0 0,16-14 7 0 0,-1 0 0 0 0,0 1 1 0 0,1-1-1 0 0,0 0 0 0 0,0 1 1 0 0,0-1-1 0 0,0 1 1 0 0,1 0-1 0 0,-1 0 0 0 0,1-1 1 0 0,0 1-1 0 0,0 0 0 0 0,0 0 1 0 0,0 7-1 0 0,1-7 16 0 0,0-1 0 0 0,0 0-1 0 0,0 0 1 0 0,1 1 0 0 0,-1-1-1 0 0,1 0 1 0 0,0 0 0 0 0,-1 0 0 0 0,2 0-1 0 0,-1 1 1 0 0,0-1 0 0 0,0-1-1 0 0,1 1 1 0 0,0 0 0 0 0,-1 0 0 0 0,1-1-1 0 0,0 1 1 0 0,1-1 0 0 0,-1 1 0 0 0,0-1-1 0 0,1 0 1 0 0,-1 0 0 0 0,5 3-1 0 0,48 32 109 0 0,-46-32-121 0 0,0-1 1 0 0,1 1-1 0 0,-1-1 0 0 0,15 3 1 0 0,-18-6 19 0 0,1 0 1 0 0,-1-1-1 0 0,10 0 1 0 0,-7 0 20 0 0,-8 0-43 0 0,0 0 0 0 0,0-1 1 0 0,0 1-1 0 0,0 0 0 0 0,0-1 0 0 0,0 1 0 0 0,0-1 0 0 0,0 1 0 0 0,0-1 0 0 0,-1 0 0 0 0,1 0 0 0 0,0 1 0 0 0,0-1 1 0 0,0 0-1 0 0,-1 0 0 0 0,1 0 0 0 0,0 1 0 0 0,-1-1 0 0 0,1 0 0 0 0,0-2 0 0 0,10-21 10 0 0,-10 23-17 0 0,1-7-22 0 0,0-1 0 0 0,-1 1-1 0 0,1-1 1 0 0,-2 1 0 0 0,1-1-1 0 0,-2-15 1 0 0,1 5 186 0 0,0 19-44 0 0,7 7-863 0 0,0 8 539 0 0,-2-4 194 0 0,1-2-8 0 0,1-1 0 0 0,0 1 0 0 0,0-1 0 0 0,1-1 0 0 0,13 11 1 0 0,0 1-190 0 0,6 3-696 0 0,-12-14-1678 0 0,0-4-4189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16:19.5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127 21 880 0 0,'0'0'21729'0'0,"-5"-5"-21760"0"0,-12-10-98 0 0,16 15 106 0 0,1 0 1 0 0,0 0-1 0 0,-1 0 0 0 0,1 0 1 0 0,0 0-1 0 0,-1 0 0 0 0,1 0 1 0 0,0 0-1 0 0,-1 0 0 0 0,1 0 1 0 0,0 0-1 0 0,-1 0 0 0 0,1 0 1 0 0,0 0-1 0 0,0 1 0 0 0,-1-1 1 0 0,1 0-1 0 0,0 0 1 0 0,-1 0-1 0 0,1 1 0 0 0,0-1 1 0 0,0 0-1 0 0,-1 0 0 0 0,1 1 1 0 0,0-1-1 0 0,-10 11-83 0 0,7-7 66 0 0,-38 45-183 0 0,41-49 218 0 0,-1 1-1 0 0,1-1 0 0 0,0 1 1 0 0,-1-1-1 0 0,1 1 1 0 0,0 0-1 0 0,-1-1 0 0 0,1 1 1 0 0,0-1-1 0 0,0 1 1 0 0,-1 0-1 0 0,1-1 0 0 0,0 1 1 0 0,0 0-1 0 0,0-1 1 0 0,0 1-1 0 0,0 0 0 0 0,0 0 1 0 0,0 0-1 0 0,0 0 274 0 0,4 6 612 0 0,161 134-799 0 0,-162-137-109 0 0,1-1 1 0 0,-1 1-1 0 0,0 0 1 0 0,0 0 0 0 0,0 0-1 0 0,4 8 1 0 0,-6-10-4 0 0,0-1 0 0 0,-1 2 0 0 0,1-1 0 0 0,0 0 1 0 0,-1 0-1 0 0,1 0 0 0 0,-1 0 0 0 0,0 0 0 0 0,0 0 0 0 0,1 1 0 0 0,-2-1 1 0 0,1 0-1 0 0,0 0 0 0 0,0 0 0 0 0,-1 0 0 0 0,0 5 0 0 0,0-6 33 0 0,0 0 0 0 0,0 0 0 0 0,0 0 0 0 0,0 0 0 0 0,0 0 0 0 0,0-1 0 0 0,0 1 0 0 0,0 0 0 0 0,0 0 0 0 0,0-1-1 0 0,0 1 1 0 0,0 0 0 0 0,-1-1 0 0 0,1 1 0 0 0,-2 0 0 0 0,-20 4 357 0 0,-1-4 180 0 0,-32-2 1 0 0,48 0-512 0 0,0-1 0 0 0,0 1 1 0 0,-13-6-1 0 0,-10-1-157 0 0,9 2-233 0 0,21 5 156 0 0,0 1 0 0 0,0 0 0 0 0,0-1 0 0 0,0 1 0 0 0,0-1 0 0 0,0 1 0 0 0,0-1 0 0 0,0 0 0 0 0,0 1 0 0 0,0-1 0 0 0,0 0 0 0 0,0 0 0 0 0,0 0 0 0 0,1 1 0 0 0,-2-3 0 0 0,2 2-1124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16:19.9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7202 0 0,'0'0'18026'0'0,"0"3"-18059"0"0,0 0 30 0 0,0 0-1 0 0,0-1 1 0 0,0 1 0 0 0,1 0 0 0 0,-1-1 0 0 0,1 1 0 0 0,-1 0-1 0 0,1-1 1 0 0,0 1 0 0 0,0-1 0 0 0,0 1 0 0 0,1-1 0 0 0,-1 1-1 0 0,0-1 1 0 0,3 3 0 0 0,9 17 13 0 0,-7-11-186 0 0,0-1 0 0 0,1 0 0 0 0,15 19 1 0 0,-26-40-12712 0 0,1 6 8439 0 0,0-1-2668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16:20.1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 1 10514 0 0,'0'0'14187'0'0,"-9"14"-29777"0"0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16:20.8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12 3985 0 0,'0'0'19927'0'0,"-1"-3"-19603"0"0,0 0-282 0 0,-1-2 346 0 0,7 7 43 0 0,7 12-420 0 0,0 1-1 0 0,-2 0 1 0 0,1 0-1 0 0,-2 1 1 0 0,0 0-1 0 0,-1 0 1 0 0,10 29-1 0 0,9 13 6 0 0,-26-51-28 0 0,3 5-14 0 0,-2-12 867 0 0,3-11-185 0 0,4-18-901 0 0,0 0-1 0 0,26-51 0 0 0,-33 77 235 0 0,0 0 0 0 0,0 0 1 0 0,0 0-1 0 0,0 0 0 0 0,1 1 0 0 0,-1-1 0 0 0,1 0 1 0 0,0 1-1 0 0,0 0 0 0 0,0 0 0 0 0,0 0 1 0 0,0 0-1 0 0,0 0 0 0 0,0 1 0 0 0,1-1 0 0 0,-1 1 1 0 0,1 0-1 0 0,-1 0 0 0 0,1 0 0 0 0,-1 0 1 0 0,5 1-1 0 0,-1-1-12 0 0,1 1 0 0 0,-1 0 0 0 0,0 0-1 0 0,0 0 1 0 0,0 1 0 0 0,1 1 0 0 0,-1-1 0 0 0,0 1 0 0 0,11 5 0 0 0,9 6 13 0 0,-1 1 0 0 0,0 2-1 0 0,-1 0 1 0 0,44 40 0 0 0,-64-51-175 0 0,0-1-1 0 0,0 1 0 0 0,-1 0 1 0 0,0 0-1 0 0,0 1 1 0 0,6 9-1 0 0,-10-15 72 0 0,1 1 0 0 0,-1-1-1 0 0,0 1 1 0 0,0 0 0 0 0,1-1-1 0 0,-1 1 1 0 0,0-1 0 0 0,0 1 0 0 0,1-1-1 0 0,-1 1 1 0 0,0 0 0 0 0,0-1-1 0 0,0 1 1 0 0,0-1 0 0 0,0 1 0 0 0,0 0-1 0 0,0-1 1 0 0,0 1 0 0 0,0-1 0 0 0,0 1-1 0 0,0 0 1 0 0,0-1 0 0 0,-1 1-1 0 0,1-1 1 0 0,0 1 0 0 0,0-1 0 0 0,-1 1-1 0 0,1-1 1 0 0,0 1 0 0 0,-1-1-1 0 0,1 1 1 0 0,0-1 0 0 0,-1 1 0 0 0,1-1-1 0 0,-1 1 1 0 0,1-1 0 0 0,-1 0-1 0 0,1 1 1 0 0,-1-1 0 0 0,1 0 0 0 0,-1 1-1 0 0,1-1 1 0 0,-1 0 0 0 0,1 0-1 0 0,-1 1 1 0 0,-1-1 0 0 0,-2 1-1378 0 0,0 0 1 0 0,-1-1-1 0 0,1 0 0 0 0,-1 1 1 0 0,-4-2-1 0 0,4 1-1583 0 0,-4 0-3630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16:21.7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140 107 5049 0 0,'0'0'19910'0'0,"-11"-18"-19720"0"0,-35-53-58 0 0,34 53-65 0 0,6 19-126 0 0,1-1 0 0 0,-1 1-1 0 0,1 1 1 0 0,-1-1 0 0 0,0 1-1 0 0,1 0 1 0 0,0 0 0 0 0,0 0 0 0 0,-1 1-1 0 0,-4 4 1 0 0,9-7 60 0 0,1 1 0 0 0,-1 0 1 0 0,0 0-1 0 0,1-1 0 0 0,0 1 0 0 0,-1 0 1 0 0,1 0-1 0 0,-1 0 0 0 0,1-1 0 0 0,0 1 1 0 0,0 0-1 0 0,0 0 0 0 0,-1 0 0 0 0,1 0 1 0 0,0 0-1 0 0,0 0 0 0 0,0 0 0 0 0,0-1 1 0 0,0 1-1 0 0,1 0 0 0 0,-1 0 0 0 0,0 1 1 0 0,1 1 50 0 0,-1 0 0 0 0,1 0 0 0 0,0-1 0 0 0,0 1 0 0 0,3 5 0 0 0,4 7 134 0 0,-4-9-108 0 0,0 1 1 0 0,1 0-1 0 0,6 7 0 0 0,21 19 165 0 0,-23-25-206 0 0,0 0 1 0 0,0-1 0 0 0,0 0-1 0 0,1 0 1 0 0,19 9-1 0 0,-24-13-15 0 0,-3-2 15 0 0,0 0 1 0 0,-1-1 0 0 0,1 1 0 0 0,0 0 0 0 0,0 0 0 0 0,0-1 0 0 0,0 0-1 0 0,0 1 1 0 0,0-1 0 0 0,0 0 0 0 0,0 0 0 0 0,0 0 0 0 0,3 0 0 0 0,-4 0-13 0 0,0 0 1 0 0,0-1 0 0 0,0 1-1 0 0,0 0 1 0 0,0-1 0 0 0,0 1-1 0 0,0-1 1 0 0,0 1 0 0 0,0-1 0 0 0,0 0-1 0 0,0 1 1 0 0,-1-1 0 0 0,1 0-1 0 0,0 0 1 0 0,0 1 0 0 0,0-1-1 0 0,-1 0 1 0 0,1 0 0 0 0,-1 0-1 0 0,1 0 1 0 0,-1 0 0 0 0,1 0-1 0 0,-1 0 1 0 0,1-2 0 0 0,5-11 57 0 0,3-15-64 0 0,6-10 12 0 0,-14 34 7 0 0,0 1 0 0 0,1 0 0 0 0,0-1 0 0 0,0 1 0 0 0,0 0 0 0 0,5-6 0 0 0,-7 10 23 0 0,0 0-165 0 0,1 0 70 0 0,-1 0-1 0 0,1 0 1 0 0,-1 0-1 0 0,0 0 0 0 0,1 0 1 0 0,-1 0-1 0 0,1 0 1 0 0,-1 0-1 0 0,0 0 1 0 0,1 0-1 0 0,-1 0 1 0 0,0 1-1 0 0,1-1 1 0 0,-1 0-1 0 0,0 0 1 0 0,1 0-1 0 0,-1 1 1 0 0,0-1-1 0 0,1 0 1 0 0,-1 1-1 0 0,0-1 1 0 0,0 0-1 0 0,1 1 1 0 0,97 222-457 0 0,-79-180 468 0 0,13 34-50 0 0,-23-53 37 0 0,-4-10-12 0 0,7 22 0 0 0,-10-25 10 0 0,3 9-119 0 0,-1 0 0 0 0,0 1 0 0 0,0 27 0 0 0,-3-29-65 0 0,-1-14 96 0 0,1 0-1 0 0,-1 0 1 0 0,0 0-1 0 0,-1 0 1 0 0,1 0 0 0 0,-1 0-1 0 0,-1 6 1 0 0,1-9 63 0 0,0 1-1 0 0,-1-1 1 0 0,1 0 0 0 0,0 0 0 0 0,-1 0-1 0 0,1-1 1 0 0,-1 1 0 0 0,0 0 0 0 0,1-1 0 0 0,-1 1-1 0 0,0 0 1 0 0,0-1 0 0 0,0 0 0 0 0,0 0-1 0 0,0 1 1 0 0,-1-1 0 0 0,1-1 0 0 0,0 1 0 0 0,0 0-1 0 0,-1 0 1 0 0,-2 0 0 0 0,-7 1-16 0 0,1-1 0 0 0,0 0 0 0 0,-14-1-1 0 0,17 0 149 0 0,4 0-10 0 0,0 0 0 0 0,1-1 0 0 0,-1 1 0 0 0,0-1 0 0 0,1 0 0 0 0,-1 0 0 0 0,1 0 0 0 0,0-1 0 0 0,-1 1 0 0 0,1-1 0 0 0,0 0 1 0 0,0 1-1 0 0,0-1 0 0 0,0-1 0 0 0,0 1 0 0 0,0 0 0 0 0,0-1 0 0 0,1 0 0 0 0,-1 1 0 0 0,1-1 0 0 0,0 0 0 0 0,0 0 0 0 0,0 0 0 0 0,0-1 0 0 0,1 1 0 0 0,-1 0 0 0 0,1-1 0 0 0,0 1 1 0 0,0-1-1 0 0,0 1 0 0 0,0-1 0 0 0,1 1 0 0 0,-1-1 0 0 0,1-5 0 0 0,0-2 37 0 0,1 0 1 0 0,-1 0-1 0 0,4-11 1 0 0,-3 17-126 0 0,1 0 0 0 0,-1 0 1 0 0,1 0-1 0 0,0 0 0 0 0,1 0 1 0 0,-1 0-1 0 0,1 1 1 0 0,3-6-1 0 0,-3 7-311 0 0,0 1 0 0 0,1-1 0 0 0,-1 1 0 0 0,0 0 0 0 0,1-1 0 0 0,-1 2 1 0 0,1-1-1 0 0,0 0 0 0 0,0 1 0 0 0,0-1 0 0 0,0 1 0 0 0,-1 0 0 0 0,2 0 0 0 0,-1 1 0 0 0,0-1 0 0 0,6 1 0 0 0,9 1-7337 0 0,-10 2-778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16:22.2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18 0 0 0,'0'0'16913'0'0,"18"-3"-16742"0"0,58-9-101 0 0,-68 11-95 0 0,0 0 0 0 0,16 1 0 0 0,-21 0-20 0 0,-1 0 0 0 0,1 1-1 0 0,0 0 1 0 0,0-1 0 0 0,3 3-1 0 0,5 1-233 0 0,-4-2-382 0 0,-1 1 1 0 0,1-1 0 0 0,10 8 0 0 0,4 5-8235 0 0,-17-11 3903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16:23.4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 0 0 0,'0'0'15378'0'0,"3"-1"-15075"0"0,7-1 114 0 0,1 0-1 0 0,-1 0 1 0 0,0 1 0 0 0,17 1 0 0 0,-24-1-454 0 0,1 1 0 0 0,0 0 0 0 0,-1 0 0 0 0,1 1 0 0 0,-1-1 0 0 0,1 1 0 0 0,-1 0 0 0 0,1 0 0 0 0,-1 0 0 0 0,1 0 0 0 0,-1 0 0 0 0,0 1 0 0 0,0 0 0 0 0,0-1 0 0 0,0 1 0 0 0,0 0 0 0 0,0 1 0 0 0,4 3 0 0 0,-4-3-418 0 0,0 1-1 0 0,0-1 0 0 0,0 1 1 0 0,0 0-1 0 0,-1 0 1 0 0,1 0-1 0 0,2 9 0 0 0,-3-10-646 0 0,-1 1 0 0 0,0 0-1 0 0,0 0 1 0 0,-1-1 0 0 0,1 1 0 0 0,-1 5-1 0 0,0 0-4598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3T15:42:38.2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65 8,'-25'-28'10880,"16"15"-5647,1 5-3494,7 6-1383,0 0-1,0 1 0,-1-1 1,1 1-1,0 0 1,-1-1-1,0 1 1,-2-2-1,0 2 1738,5 5-907,2 1-753,-1-1-104,1 0-113,-2 0 1,1 0-1,0-1 0,-1 1 0,2 6 1,-2-6-96,0 0 0,1 0 0,-1 0-1,1 0 1,0 0 0,1 0 0,2 4 0,6 10 177,1 3 31,1 0-1,26 31 1,-24-34-188,-1 1 1,-1 1-1,12 22 0,-13-20-34,1 0-1,23 28 0,11 18 59,44 74 267,-86-136-399,6 11 128,1-1 1,17 18-1,-26-31-96,-2-3-55,0 1-1,0 0 1,0-1-1,-1 1 1,1 0 0,0 0-1,-1 0 1,1-1 0,0 1-1,-1 0 1,1 0-1,-1 0 1,1 2 0,-1-4 382,0 1-222,0-2-134,0 4-74,0-2 38,0 0 5,0-1-8,1-3-2473,-1 3 2337,0 1 0,0-1 0,0 1 0,-1 0-1,1-1 1,0 1 0,0-1 0,0 1 0,0 0 0,0-1 0,0 1 0,-1 0 0,1-1 0,0 1 0,0 0 0,-1-1 0,1 1 0,0 0 0,0-1-1,-1 1 1,1 0 0,0 0 0,-1-1 0,1 1 0,-25-14-15024,9 2 4878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3T15:42:39.0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327 123 1424,'3'-3'1588,"0"0"0,1 0 0,-1-1 0,-1 1 0,1-1 0,0 0 0,-1 1-1,3-7 1,-4 7-744,0 0 0,-1 0 0,1 0 0,0-1-1,-1 1 1,0 0 0,0 0 0,0-7 0,-1-1 1170,1 11-1960,0 0 1,1 0-1,-1-1 1,0 1-1,0 0 1,0 0-1,0-1 0,1 1 1,-1 0-1,0 0 1,0 0-1,0 0 1,1-1-1,-1 1 0,0 0 1,0 0-1,1 0 1,-1 0-1,0 0 1,0 0-1,1 0 0,-1-1 1,0 1-1,0 0 1,1 0-1,-1 0 1,1 0-35,0 0 1,-1 0 0,1 0 0,-1 0 0,1-1 0,-1 1 0,1 0 0,0 0 0,-1-1 0,1 1 0,-1 0 0,1-1 0,-1 1 0,1-1 0,-1 1 0,0 0 0,1-2 0,14-24 327,-14 25-273,0-1 316,-1 5-305,0 0-92,0-1 0,-1 0 0,0 0-1,1 1 1,-1-1 0,0 0 0,0 0 0,0 0-1,-3 4 1,-5 10 44,-7 16-8,11-20-8,0 0 0,-13 19 0,3-5 36,8-13 16,1 0 1,0 1 0,1-1-1,-4 21 1,-2 2 45,-1 0 0,-1-1 0,-20 35 0,-34 50 248,-10-2-10,49-77-197,17-16 166,9-20-250,-1 0-377,-11 11-6139,6-8-271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2:53.2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30 2176 0 0,'0'0'16032'0'0,"2"-4"-15255"0"0,0-1-543 0 0,-1 4-146 0 0,0 0 1 0 0,0-1-1 0 0,-1 1 0 0 0,1-1 1 0 0,-1 1-1 0 0,1-1 0 0 0,-1 0 1 0 0,1 1-1 0 0,-4-6 5281 0 0,3 7-5365 0 0,-1 0 0 0 0,1 0 0 0 0,0 0 0 0 0,-1 1 0 0 0,1-1 0 0 0,0 0-1 0 0,-1 1 1 0 0,1-1 0 0 0,0 0 0 0 0,-1 1 0 0 0,1-1 0 0 0,0 0 0 0 0,0 1 0 0 0,0-1 0 0 0,-1 1 0 0 0,1-1 0 0 0,0 0 0 0 0,0 1-1 0 0,-3 6 25 0 0,1 0 0 0 0,0-1 0 0 0,1 1 0 0 0,-1 0 0 0 0,1 0 0 0 0,1 0-1 0 0,-1 0 1 0 0,1 0 0 0 0,1 7 0 0 0,-1 2 31 0 0,1-5-24 0 0,1-1 0 0 0,-1 0 0 0 0,2 1 0 0 0,3 12 0 0 0,4 12 30 0 0,-3-5-15 0 0,-4-18-2 0 0,0 1 0 0 0,0-1 0 0 0,0 25 1 0 0,-2-35 336 0 0,-1-9-1242 0 0,-1-11-3326 0 0,0 14 1686 0 0,-1 0-1 0 0,0 0 0 0 0,1 1 1 0 0,-5-6-1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2:53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1 7618 0 0,'0'0'19158'0'0,"-13"0"-18481"0"0,-38 33-508 0 0,47-29-154 0 0,-1-1-1 0 0,1 1 1 0 0,0 0 0 0 0,-4 4 0 0 0,-9 9-17 0 0,15-15 9 0 0,0 0 0 0 0,1 0 0 0 0,-1 0 0 0 0,0 1 0 0 0,-2 4 0 0 0,-1 1 7 0 0,5-7-1 0 0,-1 0 1 0 0,1 0-1 0 0,-1 0 1 0 0,1 0-1 0 0,-1 0 1 0 0,1 0-1 0 0,0 1 0 0 0,-1-1 1 0 0,1 0-1 0 0,0 0 1 0 0,0 0-1 0 0,0 0 1 0 0,0 0-1 0 0,0 0 0 0 0,0 1 1 0 0,0-1-1 0 0,0 0 1 0 0,1 0-1 0 0,-1 0 1 0 0,0 0-1 0 0,1 0 1 0 0,-1 0-1 0 0,1 0 0 0 0,-1 0 1 0 0,1 0-1 0 0,-1 0 1 0 0,1 0-1 0 0,0 0 1 0 0,-1 0-1 0 0,1 0 0 0 0,0 0 1 0 0,0-1-1 0 0,0 1 1 0 0,-1 0-1 0 0,1 0 1 0 0,0-1-1 0 0,0 1 1 0 0,0-1-1 0 0,2 1 0 0 0,18 10 147 0 0,1-2 0 0 0,0 0 1 0 0,24 5-1 0 0,71 13-54 0 0,-101-24-90 0 0,32 4-4 0 0,2 0-584 0 0,-42-6 873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2:55.1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327 21 8458 0 0,'0'0'16154'0'0,"-1"0"-15918"0"0,-33 0 747 0 0,10 1-782 0 0,-1-1 0 0 0,-26-4 0 0 0,-103-14-780 0 0,132 19-830 0 0,7-1-2438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2:55.4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367 55 5769 0 0,'0'0'19543'0'0,"0"-3"-19048"0"0,1-1-331 0 0,0-8 1148 0 0,-15 10-1109 0 0,5 1-209 0 0,-278-30-474 0 0,252 30-1326 0 0,12 1-5623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2:58.8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1002 39 0 0 0,'0'0'15987'0'0,"2"-1"-15278"0"0,13-12 1422 0 0,-9 10-1368 0 0,-6 3-704 0 0,1 0 0 0 0,-1 0 0 0 0,0 0-1 0 0,1 0 1 0 0,-1 0 0 0 0,0 0 0 0 0,0-1 0 0 0,1 1 0 0 0,-1 0 0 0 0,0 0 0 0 0,1 0 0 0 0,-1 0-1 0 0,0-1 1 0 0,0 1 0 0 0,1 0 0 0 0,-1 0 0 0 0,0 0 0 0 0,0-1 0 0 0,0 1 0 0 0,1 0-1 0 0,-1 0 1 0 0,0-1 0 0 0,0 1 0 0 0,0 0 0 0 0,0-1 0 0 0,0 1 0 0 0,1 0 0 0 0,-1-1 0 0 0,0 1-1 0 0,0 0 1 0 0,0 0 0 0 0,0-1 0 0 0,0 1 0 0 0,0 0 0 0 0,0-1 0 0 0,0 0 0 0 0,-12-1 194 0 0,-19-3-185 0 0,0 2 0 0 0,0 1 0 0 0,-47 3 0 0 0,25-1 95 0 0,-182 7 624 0 0,-86 37 222 0 0,232-25-705 0 0,67-15-153 0 0,21-4-136 0 0,1 1-10 0 0,0 0 48 0 0,14-1 143 0 0,78 14-420 0 0,141 40 0 0 0,-210-48 185 0 0,13 3-16 0 0,0 2-1 0 0,-1 2 0 0 0,42 20 1 0 0,-75-32 49 0 0,4 2-21 0 0,1 1 0 0 0,11 9 0 0 0,-17-12 12 0 0,0 0-1 0 0,1 0 1 0 0,-1 0 0 0 0,0 0-1 0 0,0 1 1 0 0,0-1 0 0 0,0 1 0 0 0,0-1-1 0 0,0 1 1 0 0,0-1 0 0 0,-1 1-1 0 0,1-1 1 0 0,0 1 0 0 0,-1 0 0 0 0,1-1-1 0 0,-1 1 1 0 0,0 0 0 0 0,1 1-1 0 0,-1 0 11 0 0,0-1 0 0 0,-1 0-1 0 0,1 0 1 0 0,0 0-1 0 0,-1 0 1 0 0,1 1-1 0 0,-1-1 1 0 0,0 0-1 0 0,0 0 1 0 0,0 0-1 0 0,0 0 1 0 0,0 0 0 0 0,0-1-1 0 0,0 1 1 0 0,-1 0-1 0 0,1 0 1 0 0,-1-1-1 0 0,1 1 1 0 0,-1-1-1 0 0,1 1 1 0 0,-1-1 0 0 0,-4 2-1 0 0,-10 8 43 0 0,-2-1 1 0 0,0-1-1 0 0,0 0 1 0 0,-26 8-1 0 0,6-3-1 0 0,-127 49 82 0 0,117-47-118 0 0,-9 4 16 0 0,-22 13 14 0 0,-40 17-18 0 0,70-24 2 0 0,42-23-10 0 0,6-2-3 0 0,-1-1 0 0 0,1 1 0 0 0,0-1 0 0 0,-1 1 0 0 0,1 0 1 0 0,0 0-1 0 0,0-1 0 0 0,-1 1 0 0 0,1 0 0 0 0,0 0 0 0 0,0 0 0 0 0,0 0 0 0 0,0 0 0 0 0,-1 3 1 0 0,2-4 2 0 0,0 12 50 0 0,11-8 42 0 0,0 0 1 0 0,0-1-1 0 0,1 0 0 0 0,-1-1 1 0 0,1 0-1 0 0,14 0 0 0 0,-14-1-68 0 0,227 11 154 0 0,1-13-105 0 0,-94 1-78 0 0,-76 0-182 0 0,18 0-318 0 0,-29 0-6723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2:59.5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17 1688 0 0,'0'0'20487'0'0,"-3"1"-20435"0"0,-11 3-9 0 0,14-4-37 0 0,-1 0-1 0 0,1 1 1 0 0,0-1-1 0 0,-1 0 1 0 0,1 1-1 0 0,0-1 1 0 0,-1 0-1 0 0,1 1 1 0 0,0-1 0 0 0,0 1-1 0 0,0-1 1 0 0,-1 0-1 0 0,1 1 1 0 0,0-1-1 0 0,0 1 1 0 0,0-1-1 0 0,0 1 1 0 0,0-1-1 0 0,0 1 1 0 0,0-1-1 0 0,0 1 1 0 0,0 12 97 0 0,0-11-71 0 0,0-1-29 0 0,0 3 57 0 0,0 1-1 0 0,0 0 1 0 0,0 0 0 0 0,1 0 0 0 0,-1 0 0 0 0,1-1-1 0 0,1 1 1 0 0,-1 0 0 0 0,0-1 0 0 0,4 8 0 0 0,0-2 50 0 0,-2-5-41 0 0,0 0 0 0 0,0 0 0 0 0,0 0 1 0 0,6 7-1 0 0,-8-11-6 0 0,0 0-1 0 0,0 0 1 0 0,1 0 0 0 0,-1 0 0 0 0,0-1 0 0 0,1 1-1 0 0,-1 0 1 0 0,0-1 0 0 0,1 1 0 0 0,-1-1 0 0 0,1 1 0 0 0,-1-1-1 0 0,0 0 1 0 0,1 1 0 0 0,-1-1 0 0 0,1 0 0 0 0,-1 0 0 0 0,1 0-1 0 0,-1 0 1 0 0,1 0 0 0 0,-1-1 0 0 0,3 0 0 0 0,-2 1 4 0 0,1-1 1 0 0,-1 0 0 0 0,0 0-1 0 0,0 0 1 0 0,1 0 0 0 0,-1 0-1 0 0,0-1 1 0 0,0 1 0 0 0,0-1-1 0 0,0 1 1 0 0,0-1 0 0 0,2-2-1 0 0,-1-2-1 0 0,0 1-1 0 0,0 0 1 0 0,0-1-1 0 0,-1 1 1 0 0,0-1-1 0 0,0 0 1 0 0,0 0-1 0 0,-1 0 0 0 0,0 0 1 0 0,0 0-1 0 0,0-9 1 0 0,5-24 182 0 0,-5 38-246 0 0,-1 0 0 0 0,0 0 1 0 0,1 0-1 0 0,-1 0 0 0 0,0 0 1 0 0,1 0-1 0 0,-1 0 1 0 0,1 0-1 0 0,-1 0 0 0 0,1 0 1 0 0,0 0-1 0 0,-1 1 0 0 0,1-1 1 0 0,0 0-1 0 0,0 0 0 0 0,0 1 1 0 0,-1-1-1 0 0,1 0 0 0 0,0 1 1 0 0,0-1-1 0 0,0 1 0 0 0,0-1 1 0 0,0 1-1 0 0,0 0 0 0 0,0-1 1 0 0,0 1-1 0 0,0 0 0 0 0,0 0 1 0 0,0 0-1 0 0,0 0 0 0 0,0-1 1 0 0,0 1-1 0 0,1 1 0 0 0,-1-1 1 0 0,0 0-1 0 0,0 0 0 0 0,0 0 1 0 0,0 1-1 0 0,2 0 0 0 0,3 1-38 0 0,0 0-1 0 0,0 0 0 0 0,-1 1 0 0 0,1 0 0 0 0,6 5 0 0 0,145 96-53 0 0,-154-102 74 0 0,0 0 0 0 0,0 1-1 0 0,0-1 1 0 0,0 0-1 0 0,0 1 1 0 0,-1 0 0 0 0,1 0-1 0 0,-1-1 1 0 0,3 6-1 0 0,-5-8-8 0 0,0 0-1 0 0,0 0 1 0 0,0 0-1 0 0,0 0 0 0 0,0 0 1 0 0,0 0-1 0 0,0 1 1 0 0,0-1-1 0 0,0 0 0 0 0,0 0 1 0 0,0 0-1 0 0,0 0 0 0 0,0 0 1 0 0,0 0-1 0 0,0 0 1 0 0,0 1-1 0 0,0-1 0 0 0,0 0 1 0 0,0 0-1 0 0,0 0 1 0 0,0 0-1 0 0,0 0 0 0 0,0 0 1 0 0,-1 0-1 0 0,1 0 1 0 0,0 0-1 0 0,0 0 0 0 0,0 1 1 0 0,0-1-1 0 0,0 0 1 0 0,0 0-1 0 0,0 0 0 0 0,0 0 1 0 0,0 0-1 0 0,0 0 1 0 0,-1 0-1 0 0,1 0 0 0 0,0 0 1 0 0,0 0-1 0 0,0 0 0 0 0,0 0 1 0 0,-8 2-727 0 0,-12-2-3785 0 0,16 0 1983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2:59.8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327 65 17212 0 0,'0'0'8023'0'0,"-30"-7"-7759"0"0,-94-23-74 0 0,105 25-87 0 0,-27-3-1 0 0,27 6-52 0 0,3-1-117 0 0,1 0-624 0 0,0 1-1 0 0,-15-1 0 0 0,17 1-4599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3:00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377 51 14099 0 0,'0'0'7111'0'0,"-30"-6"-5976"0"0,-97-21-250 0 0,64 16 48 0 0,54 10-812 0 0,7 1-110 0 0,-13-3-84 0 0,-1 2 0 0 0,1 0 0 0 0,-1 0 0 0 0,1 2 0 0 0,-21 2 0 0 0,16 3-2350 0 0,7-1-4511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3:00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155 121 6097 0 0,'0'0'16772'0'0,"-10"-5"-16512"0"0,-28-15-64 0 0,28 15 169 0 0,8 5-371 0 0,0 0 0 0 0,0 0 0 0 0,0 0-1 0 0,0 0 1 0 0,-1 1 0 0 0,1-1 0 0 0,0 1-1 0 0,0-1 1 0 0,0 1 0 0 0,0 0 0 0 0,0 0-1 0 0,0 0 1 0 0,1 0 0 0 0,-1 0 0 0 0,-3 2-1 0 0,-12 7 14 0 0,13-8-4 0 0,0 0 0 0 0,0 1 0 0 0,1-1 0 0 0,-1 1 0 0 0,1-1 0 0 0,0 1 0 0 0,0 0 0 0 0,-5 5 0 0 0,7-6 10 0 0,0 0 0 0 0,0-1-1 0 0,0 1 1 0 0,0 0 0 0 0,0 0 0 0 0,1 0 0 0 0,-1 0 0 0 0,1 0 0 0 0,-1 0 0 0 0,1 0 0 0 0,0 0 0 0 0,0 0 0 0 0,0 0 0 0 0,0 0 0 0 0,0 3-1 0 0,0-4 17 0 0,1 1 0 0 0,-1-1 0 0 0,1 0 0 0 0,0 1 0 0 0,-1-1-1 0 0,1 0 1 0 0,0 0 0 0 0,0 0 0 0 0,-1 1 0 0 0,1-1 0 0 0,0 0 0 0 0,0 0-1 0 0,0 0 1 0 0,1 0 0 0 0,-1-1 0 0 0,0 1 0 0 0,0 0 0 0 0,0 0-1 0 0,3 0 1 0 0,3 3 77 0 0,0-1 0 0 0,10 4 0 0 0,4-1-38 0 0,-1 0-1 0 0,1-1 1 0 0,0-1-1 0 0,32 1 1 0 0,-37-4-48 0 0,-6 0 24 0 0,-1-1 0 0 0,1 0 1 0 0,14-2-1 0 0,-21 2-19 0 0,-1-1 1 0 0,0 1-1 0 0,0-1 0 0 0,0 1 0 0 0,0-1 0 0 0,0 0 1 0 0,0 0-1 0 0,0 0 0 0 0,0 0 0 0 0,0 0 0 0 0,0-1 1 0 0,-1 1-1 0 0,1 0 0 0 0,0-1 0 0 0,-1 1 0 0 0,1-1 1 0 0,-1 0-1 0 0,1 0 0 0 0,-1 1 0 0 0,2-5 0 0 0,-1 2-30 0 0,-1 1 0 0 0,0-1 0 0 0,1 0 0 0 0,-1 0-1 0 0,-1 0 1 0 0,1 0 0 0 0,0 0 0 0 0,-1 0-1 0 0,0 0 1 0 0,0 0 0 0 0,0 0 0 0 0,-1 0-1 0 0,-1-7 1 0 0,0 5 15 0 0,0 0 1 0 0,0 0-1 0 0,0 1 0 0 0,-1-1 1 0 0,0 1-1 0 0,0-1 0 0 0,-1 1 1 0 0,-4-6-1 0 0,0 2-399 0 0,-1 1 0 0 0,0-1 0 0 0,-15-10 0 0 0,11 9-2121 0 0,-26-13 0 0 0,22 17-3352 0 0,5 0-4988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3:01.7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42 131 5129 0 0,'0'0'22792'0'0,"0"-9"-22588"0"0,-1-27-99 0 0,1 27-58 0 0,-2 52-318 0 0,1-27 275 0 0,0 0 0 0 0,1 1 0 0 0,4 20 0 0 0,10 15 4 0 0,-13-49 403 0 0,-1-4-136 0 0,0-8-24 0 0,-2-13-148 0 0,-12-23-15 0 0,-3-15 34 0 0,8 28-75 0 0,6 20-23 0 0,0-1 0 0 0,0 1 0 0 0,1-1 1 0 0,-1-18-1 0 0,3 31-32 0 0,0 0 0 0 0,0 0 0 0 0,0 0 0 0 0,0 0 1 0 0,1 0-1 0 0,-1 0 0 0 0,0 0 0 0 0,0 0 0 0 0,0 0 0 0 0,0 0 1 0 0,0 0-1 0 0,0 1 0 0 0,0-1 0 0 0,0 0 0 0 0,0 0 1 0 0,0 0-1 0 0,0 0 0 0 0,0 0 0 0 0,0 0 0 0 0,0 0 1 0 0,0 0-1 0 0,1 0 0 0 0,-1 0 0 0 0,0 0 0 0 0,0 0 0 0 0,0 0 1 0 0,0 0-1 0 0,0 0 0 0 0,0 0 0 0 0,0 0 0 0 0,0 0 1 0 0,0 0-1 0 0,0 0 0 0 0,1 0 0 0 0,-1 0 0 0 0,0 0 1 0 0,0 0-1 0 0,0 0 0 0 0,0 0 0 0 0,0 0 0 0 0,0 0 0 0 0,0 0 1 0 0,0 0-1 0 0,0 0 0 0 0,0 0 0 0 0,0 0 0 0 0,1 0 1 0 0,-1 0-1 0 0,0 0 0 0 0,0-1 0 0 0,0 1 0 0 0,0 0 0 0 0,0 0 1 0 0,0 0-1 0 0,0 0 0 0 0,0 0 0 0 0,0 0 0 0 0,0 0 1 0 0,0 0-1 0 0,0 0 0 0 0,0 0 0 0 0,0 0 0 0 0,0-1 1 0 0,7 10-135 0 0,-4-5 58 0 0,7 7 19 0 0,0-1-1 0 0,23 17 1 0 0,-17-16 48 0 0,14 12-1 0 0,2-2 0 0 0,39 19 0 0 0,-60-34 42 0 0,33 15-111 0 0,-39-19 141 0 0,0 0-1 0 0,0 0 1 0 0,1-1 0 0 0,-1 0-1 0 0,1 0 1 0 0,8 0-1 0 0,-13-2-13 0 0,-1-1-1 0 0,1 0 0 0 0,-1 1 1 0 0,1-1-1 0 0,-1 1 0 0 0,0-1 1 0 0,0 0-1 0 0,0-2 0 0 0,0 1 0 0 0,2-12 1 0 0,-2 0 0 0 0,-1-20 0 0 0,1 28-116 0 0,-2 0-1 0 0,1 0 1 0 0,-1 0-1 0 0,0 0 1 0 0,0 0 0 0 0,-1 0-1 0 0,-3-6 1 0 0,3 7-244 0 0,0 0 0 0 0,-1 1 1 0 0,1-1-1 0 0,-9-7 0 0 0,10 11-452 0 0,0 0 1 0 0,0 0-1 0 0,-1 0 1 0 0,-4-3-1 0 0,4 4-713 0 0,1 0 1 0 0,-1 0-1 0 0,1 0 1 0 0,-1 0-1 0 0,1 1 1 0 0,-5-1-1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3:02.0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373 47 12411 0 0,'0'0'14043'0'0,"-22"-8"-13863"0"0,-69-21-71 0 0,56 20-43 0 0,22 8-26 0 0,2 2-21 0 0,-6-1-404 0 0,0 1 0 0 0,1 1 0 0 0,-1 0 0 0 0,-19 5 0 0 0,21-3-2455 0 0,-23 2-1 0 0,6-2-5715 0 0,19-2-1814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3:02.4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17 13931 0 0,'0'0'12988'0'0,"-3"-4"-13091"0"0,1 1 88 0 0,-7-6-91 0 0,9 9 104 0 0,0 0 1 0 0,0 0 0 0 0,0 0-1 0 0,0 0 1 0 0,0 0-1 0 0,0 0 1 0 0,0 0-1 0 0,0 0 1 0 0,0 0-1 0 0,0 0 1 0 0,0 0-1 0 0,0 0 1 0 0,0 0-1 0 0,0 0 1 0 0,0 0-1 0 0,0 0 1 0 0,-1 0-1 0 0,1 0 1 0 0,0 0-1 0 0,0 0 1 0 0,0 0-1 0 0,0 0 1 0 0,0 0-1 0 0,0 0 1 0 0,0 0-1 0 0,0 0 1 0 0,0 0-1 0 0,0 0 1 0 0,0 0-1 0 0,0 0 1 0 0,0 0-1 0 0,0 0 1 0 0,0 0 0 0 0,0 0-1 0 0,0 0 1 0 0,0 0-1 0 0,-1 0 1 0 0,1 0-1 0 0,0 0 1 0 0,0 0-1 0 0,0 0 1 0 0,0 0-1 0 0,0 0 1 0 0,0 0-1 0 0,0 0 1 0 0,0 0-1 0 0,0 1 1 0 0,0-1-1 0 0,0 0 1 0 0,0 0-1 0 0,0 0 1 0 0,0 0-1 0 0,0 0 1 0 0,0 0-1 0 0,0 0 1 0 0,0 0-1 0 0,2 10-101 0 0,48 136 4 0 0,-20-74 86 0 0,-25-60-5 0 0,-4-8-28 0 0,1-1-1 0 0,-1 1 1 0 0,1 0-1 0 0,-1-1 1 0 0,0 1-1 0 0,-1 0 1 0 0,1 5 0 0 0,0 1-876 0 0,0-6-2147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3:04.5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18 4313 0 0,'0'0'18097'0'0,"-4"-3"-17763"0"0,-12-9-100 0 0,11 9 224 0 0,8 14-376 0 0,1-6 1 0 0,0 1-1 0 0,1-1 0 0 0,8 9 0 0 0,-8-9-5 0 0,10 8 82 0 0,0 0 0 0 0,0-1 1 0 0,29 16-1 0 0,54 25 119 0 0,-92-50-256 0 0,82 39 88 0 0,-67-32-119 0 0,-1-1 1 0 0,1 0 0 0 0,27 6-1 0 0,-60-23-9637 0 0,-5-1 2502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3:04.8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0 10538 0 0,'0'0'17620'0'0,"-2"0"-17493"0"0,-5 0-23 0 0,6 0-38 0 0,-11 13 68 0 0,7-6-128 0 0,1 1 0 0 0,1 0-1 0 0,-1 0 1 0 0,-2 11 0 0 0,3-9 0 0 0,0-1 0 0 0,-9 16-1 0 0,7-15-21 0 0,-1 0 0 0 0,0-1-1 0 0,0 0 1 0 0,-1 0 0 0 0,0-1-1 0 0,-13 12 1 0 0,-7 0-659 0 0,5-3-3184 0 0,8-5-5532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3:05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276 58 7898 0 0,'0'0'18001'0'0,"-13"-9"-17849"0"0,-45-27-13 0 0,56 34-126 0 0,0 1 1 0 0,0 0-1 0 0,0 0 1 0 0,0 0-1 0 0,0 0 1 0 0,0 0-1 0 0,-1 0 1 0 0,1 1-1 0 0,0-1 0 0 0,0 1 1 0 0,-1-1-1 0 0,1 1 1 0 0,-1 0-1 0 0,-2 0 1 0 0,-3 0 34 0 0,-1-1-8 0 0,0 1 0 0 0,0 0 0 0 0,0 0 0 0 0,0 1-1 0 0,0 0 1 0 0,-17 5 0 0 0,18-3-39 0 0,0 1 1 0 0,0 0-1 0 0,1 0 0 0 0,-1 0 1 0 0,1 1-1 0 0,-11 10 0 0 0,16-13-4 0 0,0 0-1 0 0,1 0 1 0 0,0 0-1 0 0,-1 0 0 0 0,1 0 1 0 0,0 0-1 0 0,0 1 0 0 0,0-1 1 0 0,0 1-1 0 0,0-1 1 0 0,1 1-1 0 0,-1-1 0 0 0,1 4 1 0 0,-1 4-13 0 0,1 0 1 0 0,0 11-1 0 0,1-3 7 0 0,-1-10 8 0 0,1 1 1 0 0,0-1-1 0 0,3 10 1 0 0,2 11 11 0 0,-1 9 6 0 0,6 59-29 0 0,-10-81 8 0 0,4 19 0 0 0,1 4 12 0 0,-4-1 1 0 0,-1-19-6 0 0,4 25 0 0 0,8 41 20 0 0,-7-61-30 0 0,-5-19 7 0 0,1 1 1 0 0,-1-1-1 0 0,0 0 0 0 0,0 10 0 0 0,0-13 4 0 0,-1 1 1 0 0,1 0-1 0 0,-1-1 0 0 0,1 1 0 0 0,0 0 0 0 0,0-1 0 0 0,0 1 0 0 0,0-1 0 0 0,0 0 0 0 0,2 3 0 0 0,2 3 129 0 0,-4-7-63 0 0,1-1 1 0 0,-1 1 0 0 0,1-1-1 0 0,-1 1 1 0 0,1-1 0 0 0,-1 0-1 0 0,1 0 1 0 0,-1 0 0 0 0,1 1-1 0 0,0-2 1 0 0,-1 1 0 0 0,4 0-1 0 0,-2-1-13 0 0,5 1-11 0 0,0-1 1 0 0,0 0-1 0 0,0-1 1 0 0,12-4-1 0 0,-11 4-57 0 0,0-1 1 0 0,17-1-1 0 0,23-5-501 0 0,-47 9 335 0 0,20-3-164 0 0,-20 3-71 0 0,-1 0 0 0 0,0 0 0 0 0,1-1 0 0 0,-1 1 0 0 0,0 0-1 0 0,0-1 1 0 0,1 0 0 0 0,-1 1 0 0 0,0-1 0 0 0,0 0 0 0 0,0 1 0 0 0,0-1 0 0 0,0 0 0 0 0,1-1 0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3:06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14 10722 0 0,'0'0'16224'0'0,"-1"-4"-16203"0"0,-3-6-52 0 0,7 18-87 0 0,-2-4 114 0 0,26 53 5 0 0,-24-51 4 0 0,1 0-1 0 0,0 0 0 0 0,1 0 1 0 0,-1 0-1 0 0,1 0 0 0 0,7 5 1 0 0,6-1 8 0 0,-17-10-5 0 0,-1 1 1 0 0,0-1-1 0 0,1 0 0 0 0,-1 0 0 0 0,1 0 0 0 0,-1 1 1 0 0,1-1-1 0 0,-1 0 0 0 0,0 0 0 0 0,1 0 0 0 0,-1 0 1 0 0,1 0-1 0 0,-1 0 0 0 0,1 0 0 0 0,-1 0 0 0 0,1 0 1 0 0,-1 0-1 0 0,0 0 0 0 0,1 0 0 0 0,-1 0 0 0 0,1 0 0 0 0,-1 0 1 0 0,1-1-1 0 0,-1 1 0 0 0,0 0 0 0 0,1 0 0 0 0,-1 0 1 0 0,1-1-1 0 0,-1 1 0 0 0,0 0 0 0 0,1-1 0 0 0,-1 1 1 0 0,0 0-1 0 0,1-1 0 0 0,-1 1 0 0 0,0 0 0 0 0,0-1 1 0 0,1 1-1 0 0,-1 0 0 0 0,0-1 0 0 0,11-29 204 0 0,7-13-22 0 0,-17 40-163 0 0,0-1 0 0 0,1 1 0 0 0,-1 0 0 0 0,1 0 1 0 0,0 0-1 0 0,0 0 0 0 0,1 0 0 0 0,3-4 0 0 0,-4 5-20 0 0,-1 1-1 0 0,1-1 1 0 0,0 1-1 0 0,-1 0 1 0 0,1 0-1 0 0,0-1 1 0 0,0 2-1 0 0,0-1 0 0 0,0 0 1 0 0,0 0-1 0 0,0 0 1 0 0,0 1-1 0 0,0-1 1 0 0,0 1-1 0 0,3-1 1 0 0,-1 2-31 0 0,0-1 0 0 0,-1 1 0 0 0,1-1 0 0 0,0 1 0 0 0,-1 0 0 0 0,1 0 0 0 0,-1 1 0 0 0,1-1 0 0 0,-1 1 0 0 0,0-1 0 0 0,4 4 0 0 0,4 3-7 0 0,18 16-1 0 0,-11-8 11 0 0,100 77-23 0 0,-106-82-124 0 0,-11-11 41 0 0,-6-1-4309 0 0,3 0 3671 0 0,0 0-1 0 0,0 0 1 0 0,0 0 0 0 0,1-1-1 0 0,-4-1 1 0 0,-4-4-5504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3:06.7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 12499 0 0,'0'0'11629'0'0,"21"-2"-11631"0"0,65-5 1 0 0,-57 8 0 0 0,-18 4-2 0 0,-5-1 0 0 0,32 19-9 0 0,-25-14 10 0 0,18 17-46 0 0,-29-24 33 0 0,0 0 0 0 0,0 0 0 0 0,0 0 0 0 0,0 0 0 0 0,-1 0 0 0 0,1 1 0 0 0,-1-1 1 0 0,0 0-1 0 0,1 1 0 0 0,-1-1 0 0 0,0 1 0 0 0,1 3 0 0 0,4 9-77 0 0,-5-11 69 0 0,0 0-1 0 0,0-1 0 0 0,-1 1 0 0 0,1 0 1 0 0,-1 0-1 0 0,0 0 0 0 0,0 0 0 0 0,-1 7 1 0 0,0 3-16 0 0,1-2 22 0 0,-1 1-1 0 0,-5 18 0 0 0,5-26 15 0 0,0 4 1 0 0,1-1 0 0 0,-1 1 0 0 0,2 8 1 0 0,0 1-1 0 0,-1-10 3 0 0,1 0-1 0 0,0 0 1 0 0,0 0 0 0 0,1-1-1 0 0,3 11 1 0 0,18 37 8 0 0,-13-30-5 0 0,28 57 6 0 0,8 20-5 0 0,-44-96-3 0 0,-1 0 0 0 0,1 0 0 0 0,-1 0 0 0 0,-1 0 1 0 0,1 0-1 0 0,-1 11 0 0 0,0-17-1 0 0,0 1 0 0 0,0-1 0 0 0,-1 0 0 0 0,1 1 0 0 0,0-1 0 0 0,0 0 0 0 0,0 0 0 0 0,-1 1 0 0 0,1-1 0 0 0,0 0 0 0 0,-1 1 0 0 0,1-1 0 0 0,0 0 0 0 0,0 0 0 0 0,-1 0 0 0 0,1 1 0 0 0,0-1 0 0 0,-1 0 0 0 0,1 0 0 0 0,-1 0 0 0 0,1 0 0 0 0,0 0 0 0 0,-1 0 1 0 0,1 0-1 0 0,-1 0 0 0 0,-13 2 19 0 0,10-1-14 0 0,-9 0-208 0 0,1 1 1 0 0,-16-2-1 0 0,6 0-2478 0 0,-1 2-4113 0 0,11 1-3809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3:10.4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3 151 1112 0 0,'0'0'14803'0'0,"8"-2"-13904"0"0,23-6-212 0 0,-25 6-365 0 0,-1 1 1 0 0,0 1-1 0 0,1-1 0 0 0,-1 1 1 0 0,1 0-1 0 0,7 1 0 0 0,4 0 159 0 0,123-1 888 0 0,-135-1-1251 0 0,-1 1 0 0 0,0 0 0 0 0,0-1 1 0 0,1 0-1 0 0,-1 0 0 0 0,0 0 0 0 0,0 0 0 0 0,8-4 0 0 0,-11 4-9 0 0,1 0 1 0 0,-1 0-1 0 0,1 0 1 0 0,-1 0-1 0 0,1 0 1 0 0,-1 0-1 0 0,0 0 1 0 0,1-1-1 0 0,-1 1 1 0 0,0 0-1 0 0,0-1 1 0 0,0 1-1 0 0,0-1 1 0 0,0 1-1 0 0,0-1 1 0 0,-1 0-1 0 0,1 1 1 0 0,0-1-1 0 0,-1 0 0 0 0,1 0 1 0 0,-1 1-1 0 0,0-1 1 0 0,1-3-1 0 0,-1 2-54 0 0,0-1 0 0 0,-1 0 0 0 0,1 1-1 0 0,-1-1 1 0 0,1 1 0 0 0,-1 0 0 0 0,0-1-1 0 0,0 1 1 0 0,-1 0 0 0 0,1-1 0 0 0,-1 1-1 0 0,1 0 1 0 0,-1 0 0 0 0,0 0 0 0 0,0 0 0 0 0,-4-3-1 0 0,0-3-3 0 0,5 8-44 0 0,1 0 0 0 0,-1-1 0 0 0,0 1 0 0 0,0 0 0 0 0,0 0 0 0 0,0 0 0 0 0,0 0 0 0 0,-2-1 0 0 0,0-1 3 0 0,2 2-9 0 0,1 1 0 0 0,-1-1 0 0 0,0 1 0 0 0,1-1 0 0 0,-1 1 0 0 0,0 0 0 0 0,0-1 0 0 0,0 1-1 0 0,0 0 1 0 0,1-1 0 0 0,-1 1 0 0 0,0 0 0 0 0,0 0 0 0 0,-2 0 0 0 0,-11-2 4 0 0,0 1 1 0 0,-1 0-1 0 0,-20 2 0 0 0,2 0 15 0 0,22 0 99 0 0,1-1 0 0 0,-1 2 0 0 0,-14 3 0 0 0,24-5-109 0 0,0 0 0 0 0,0 0 0 0 0,0 1 0 0 0,-1-1 0 0 0,1 0 0 0 0,0 1 0 0 0,0 0 0 0 0,0-1 0 0 0,0 1 0 0 0,0-1 0 0 0,0 1 0 0 0,0 0 0 0 0,0 0 0 0 0,0 0 0 0 0,0 0-1 0 0,-1 1 1 0 0,1 0-10 0 0,-1-1 0 0 0,1 1 0 0 0,0-1 0 0 0,0 1 0 0 0,-1-1 0 0 0,1 0 0 0 0,-1 0 0 0 0,1 0 0 0 0,-3 1 0 0 0,2 0 6 0 0,0-1 0 0 0,0 0 0 0 0,0 0-1 0 0,1 1 1 0 0,-1-1 0 0 0,-2 4-1 0 0,-16 16-1 0 0,18-19 1 0 0,0 0-1 0 0,0 1 1 0 0,0 0-1 0 0,0-1 0 0 0,1 1 1 0 0,-1 0-1 0 0,1 0 1 0 0,0 0-1 0 0,0 0 0 0 0,0 0 1 0 0,0 0-1 0 0,0 4 1 0 0,0 0 22 0 0,0-1 1 0 0,1 1 0 0 0,0 0 0 0 0,2 13 0 0 0,-1-16 2 0 0,0-1 1 0 0,0 0 0 0 0,0 0-1 0 0,1 0 1 0 0,-1 0 0 0 0,1 0 0 0 0,-1 0-1 0 0,1 0 1 0 0,0-1 0 0 0,0 1-1 0 0,1-1 1 0 0,-1 1 0 0 0,1-1 0 0 0,-1 0-1 0 0,6 4 1 0 0,3 2 148 0 0,1-1 0 0 0,18 8 0 0 0,7 1-25 0 0,52 13 0 0 0,-62-21-124 0 0,2 2-18 0 0,2-2 0 0 0,-1-1 0 0 0,32 3 0 0 0,-36-10-377 0 0,-25-2-649 0 0,-1 0 0 0 0,0 0 0 0 0,0 0 0 0 0,0 0 0 0 0,0-1 0 0 0,-1-3 1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3:10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343 3 12707 0 0,'0'0'13320'0'0,"-26"-1"-13149"0"0,-80 0-53 0 0,59 1-22 0 0,9 0-329 0 0,-29 0-2118 0 0,22 1-9234 0 0,31 0 742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3:11.5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10 13299 0 0,'0'0'13543'0'0,"-1"-3"-13534"0"0,-3-4-26 0 0,3 10-69 0 0,2-2 74 0 0,-1 1-1 0 0,0 0 1 0 0,1 0-1 0 0,0 0 1 0 0,-1 0-1 0 0,1 0 1 0 0,2 3-1 0 0,13 23 17 0 0,27 41-72 0 0,76 101-276 0 0,-116-166 317 0 0,-1-1-1 0 0,0 1 1 0 0,-1 0-1 0 0,1 0 1 0 0,-1 0-1 0 0,1 0 1 0 0,-1 0-1 0 0,0 0 1 0 0,0 0-1 0 0,-1 0 1 0 0,0 0-1 0 0,1 8 1 0 0,-2-12 22 0 0,1 1 1 0 0,0 0-1 0 0,-1 0 0 0 0,1 0 0 0 0,0-1 1 0 0,-1 1-1 0 0,1 0 0 0 0,-1-1 1 0 0,1 1-1 0 0,-1 0 0 0 0,1-1 1 0 0,-1 1-1 0 0,0 0 0 0 0,1-1 1 0 0,-1 1-1 0 0,0-1 0 0 0,1 1 1 0 0,-1-1-1 0 0,0 0 0 0 0,0 1 1 0 0,1-1-1 0 0,-1 0 0 0 0,0 1 1 0 0,0-1-1 0 0,0 0 0 0 0,0 0 0 0 0,-1 0 1 0 0,-25 3 3 0 0,12-2 7 0 0,1-2 0 0 0,-1 0 0 0 0,1 0 0 0 0,-1-1 0 0 0,1-1 0 0 0,0-1 0 0 0,0 0 0 0 0,-14-6 1 0 0,-7-2-37 0 0,29 10 14 0 0,-1 0 1 0 0,0-1-1 0 0,1 1 0 0 0,0-1 1 0 0,0 0-1 0 0,-9-7 1 0 0,13 9-8 0 0,0-1 0 0 0,0 1 0 0 0,0-1 0 0 0,0 0 1 0 0,1 1-1 0 0,-3-4 0 0 0,4 4 1 0 0,0 1 1 0 0,-1-1 0 0 0,1 1-1 0 0,0-1 1 0 0,0 1-1 0 0,0-1 1 0 0,-1 1 0 0 0,1-1-1 0 0,0 1 1 0 0,0-1-1 0 0,0 0 1 0 0,0 1-1 0 0,0-1 1 0 0,0 1 0 0 0,0-1-1 0 0,1 1 1 0 0,-1-1-1 0 0,0 1 1 0 0,0-1 0 0 0,0 0-1 0 0,0 1 1 0 0,1-1-1 0 0,-1 1 1 0 0,0-1-1 0 0,0 1 1 0 0,1 0 0 0 0,-1-1-1 0 0,1 1 1 0 0,-1-1-1 0 0,0 1 1 0 0,1-1-1 0 0,-1 1 1 0 0,1-1 0 0 0,3-2-153 0 0,0 1 1 0 0,0-1 0 0 0,0 1 0 0 0,0 0 0 0 0,1 0 0 0 0,8-3 0 0 0,30-6-323 0 0,-23 6 398 0 0,17-5-610 0 0,51-21 0 0 0,-86 30 427 0 0,1 0-1 0 0,-1 0 1 0 0,0 0 0 0 0,0 0 0 0 0,0-1 0 0 0,0 1 0 0 0,0-1 0 0 0,-1 1 0 0 0,1-1 0 0 0,0 0 0 0 0,-1 1 0 0 0,1-1 0 0 0,-1 0 0 0 0,3-4 0 0 0,-3 3-747 0 0,0 1 0 0 0,0-1 0 0 0,-1 1 1 0 0,1-1-1 0 0,-1 1 0 0 0,1-1 1 0 0,-1 1-1 0 0,0-5 0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3:11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93 14459 0 0,'0'0'13899'0'0,"4"-16"-13948"0"0,11-45-109 0 0,-11 45-179 0 0,-11 17-3030 0 0,-8 7-5542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3:12.2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78 5441 0 0,'0'0'19784'0'0,"19"-12"-19729"0"0,58-40-24 0 0,-55 40-13 0 0,-15 11 3 0 0,-4 1-10 0 0,0 0-7 0 0,-2 0-8 0 0,0 0 1 0 0,0 0-1 0 0,0 0 1 0 0,0 0 0 0 0,0 0-1 0 0,0 0 1 0 0,-1 0-1 0 0,1 0 1 0 0,0 0 0 0 0,0 0-1 0 0,0 1 1 0 0,0-1-1 0 0,0 0 1 0 0,0 1-1 0 0,0-1 1 0 0,0 0 0 0 0,-1 1-1 0 0,1-1 1 0 0,0 1-1 0 0,0 0 1 0 0,-1-1-1 0 0,1 1 1 0 0,0 0 0 0 0,-1-1-1 0 0,1 1 1 0 0,0 0-1 0 0,-1-1 1 0 0,1 3-1 0 0,2 2-23 0 0,-1 0 0 0 0,-1 1 0 0 0,1 0 0 0 0,-1-1 0 0 0,0 1 0 0 0,0 0 0 0 0,-1 0 0 0 0,1 0 0 0 0,-1-1 0 0 0,-1 1 0 0 0,1 0 0 0 0,-1 0 0 0 0,0 0 0 0 0,0-1 0 0 0,-1 1 0 0 0,1 0 0 0 0,-1-1 0 0 0,-1 0 0 0 0,1 1 0 0 0,-1-1 0 0 0,0 0 0 0 0,-5 8 0 0 0,2-7 10 0 0,2-1 4 0 0,0 0 0 0 0,0 0 0 0 0,-10 8 0 0 0,-20 15 5 0 0,33-27 12 0 0,0-1 1 0 0,0 1 0 0 0,0 0-1 0 0,0 0 1 0 0,0-1 0 0 0,0 1-1 0 0,0 0 1 0 0,0 0 0 0 0,1 0 0 0 0,-1 0-1 0 0,0 0 1 0 0,1 0 0 0 0,-1 0-1 0 0,1 0 1 0 0,-1 0 0 0 0,1 0-1 0 0,-1 1 1 0 0,1-1 0 0 0,0 0-1 0 0,-1 0 1 0 0,1 0 0 0 0,0 1 0 0 0,0-1-1 0 0,0 1 1 0 0,2 0 55 0 0,-1 0 1 0 0,1-1-1 0 0,0 0 1 0 0,0 1-1 0 0,0-1 0 0 0,0 0 1 0 0,0 0-1 0 0,0 0 0 0 0,5 1 1 0 0,-6-2-18 0 0,8 3 27 0 0,1-1 0 0 0,0 0 0 0 0,-1-1 1 0 0,1 0-1 0 0,12 0 0 0 0,-6 0-35 0 0,72-1-522 0 0,-85 0 100 0 0,1 0 0 0 0,-1-1 0 0 0,1 1 0 0 0,5-2 0 0 0,-7 1-193 0 0,-1 1-1 0 0,0-1 1 0 0,1 1 0 0 0,-1-1-1 0 0,0 0 1 0 0,0 1-1 0 0,0-1 1 0 0,2-2-1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3:12.5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15963 0 0,'0'0'9265'0'0,"1"3"-9254"0"0,8 13-17 0 0,0-1 1 0 0,1-1 0 0 0,1 1 0 0 0,17 17-1 0 0,2 2-778 0 0,-7-9-1917 0 0,-14-18-1736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3:12.7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12251 0 0,'0'0'11390'0'0,"7"9"-11350"0"0,45 57-21 0 0,-47-59-157 0 0,0 0 1 0 0,0 0-1 0 0,0 0 1 0 0,4 11-1 0 0,-1 5-4943 0 0,-8-23 4632 0 0,5 11-8315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3:13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588 80 20436 0 0,'0'0'5770'0'0,"-31"-12"-5134"0"0,-95-35-168 0 0,115 43-363 0 0,0 1 0 0 0,-18-5 0 0 0,28 8-97 0 0,-15-2-24 0 0,-1 0 1 0 0,0 1 0 0 0,1 1 0 0 0,-1 0 0 0 0,0 1 0 0 0,0 1-1 0 0,1 1 1 0 0,0 0 0 0 0,-1 1 0 0 0,-29 12 0 0 0,-43 20-3695 0 0,30-14-7322 0 0,41-14 52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3:13.4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9386 0 0,'0'0'13172'0'0,"2"11"-13036"0"0,1 2-77 0 0,-1-4 3 0 0,0 0-1 0 0,1 0 1 0 0,0 0-1 0 0,8 14 1 0 0,-6-12 35 0 0,80 154 470 0 0,-69-138-560 0 0,18 28-65 0 0,-5-7-207 0 0,-17-27-414 0 0,-10-18 151 0 0,-1 1 0 0 0,1 0 0 0 0,-1-1 0 0 0,2 6 0 0 0,-2-1-3434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3:13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167 1 13963 0 0,'0'0'11620'0'0,"-19"1"-11492"0"0,-60 3-49 0 0,74-3-76 0 0,1-1 0 0 0,-1 1 0 0 0,1 0 1 0 0,-7 2-1 0 0,10-3-1 0 0,0 0 0 0 0,0 1 0 0 0,1-1 0 0 0,-1 1 0 0 0,0 0 0 0 0,0-1 0 0 0,0 1 0 0 0,1 0 0 0 0,-1-1 0 0 0,-1 3 0 0 0,-3 2 9 0 0,3-3-10 0 0,0 0 1 0 0,0 0-1 0 0,0 0 0 0 0,0 0 1 0 0,0 1-1 0 0,1-1 0 0 0,-1 0 1 0 0,1 1-1 0 0,-1 0 1 0 0,1-1-1 0 0,0 1 0 0 0,0 0 1 0 0,0-1-1 0 0,1 1 0 0 0,-1 0 1 0 0,1 0-1 0 0,-1 0 0 0 0,1-1 1 0 0,0 1-1 0 0,0 0 1 0 0,0 0-1 0 0,0 0 0 0 0,1 0 1 0 0,-1 0-1 0 0,1-1 0 0 0,0 1 1 0 0,0 0-1 0 0,0 0 1 0 0,0-1-1 0 0,0 1 0 0 0,0-1 1 0 0,1 1-1 0 0,-1-1 0 0 0,1 1 1 0 0,0-1-1 0 0,0 0 1 0 0,2 3-1 0 0,6 2-16 0 0,-1 0 1 0 0,1-1 0 0 0,0 0-1 0 0,0 0 1 0 0,22 8-1 0 0,57 12-233 0 0,-78-23 199 0 0,80 13-854 0 0,-52-11-1964 0 0,-11-1-2138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3:14.4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29 11739 0 0,'0'0'14229'0'0,"-1"-2"-14219"0"0,0-2-20 0 0,1 6-3 0 0,4 9 8 0 0,3 2 9 0 0,1 0 0 0 0,0-1 0 0 0,0 0 0 0 0,17 16 0 0 0,47 38-881 0 0,-70-64 712 0 0,1 0 0 0 0,-1 0 0 0 0,1-1 0 0 0,-1 1 0 0 0,1-1 0 0 0,0 0 0 0 0,0 1-1 0 0,0-1 1 0 0,0-1 0 0 0,0 1 0 0 0,0 0 0 0 0,0-1 0 0 0,0 0 0 0 0,0 1 0 0 0,4-1-1 0 0,-6-1 125 0 0,0 1-1 0 0,-1-1 1 0 0,1 1-1 0 0,0-1 0 0 0,0 1 1 0 0,-1-1-1 0 0,1 1 1 0 0,0-1-1 0 0,-1 0 1 0 0,1 1-1 0 0,-1-1 0 0 0,1 0 1 0 0,-1 1-1 0 0,1-1 1 0 0,-1 0-1 0 0,0 0 0 0 0,1 0 1 0 0,-1 1-1 0 0,0-1 1 0 0,1-2-1 0 0,3-18-431 0 0,-3 16 406 0 0,-1-8 60 0 0,0 1 0 0 0,-1 0 0 0 0,-5-24 0 0 0,2 10 195 0 0,4 21-15 0 0,-1-1-1 0 0,0 0 0 0 0,0 0 1 0 0,-1 0-1 0 0,-2-6 1 0 0,1-2 966 0 0,3 14-841 0 0,10 1 40 0 0,3 5-410 0 0,-1 2 0 0 0,0-1 1 0 0,14 13-1 0 0,-16-13 61 0 0,135 99-754 0 0,-112-79-1470 0 0,-24-16-1271 0 0,-2 0-3364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3:15.2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342 62 9882 0 0,'0'0'17739'0'0,"-1"-10"-17413"0"0,0-31-63 0 0,1 31 280 0 0,-4 19-881 0 0,-16 37 245 0 0,-23 33 66 0 0,18-31 51 0 0,-13 26-30 0 0,-16 29-12 0 0,8-24 41 0 0,-12 19-44 0 0,47-78 37 0 0,8-14-17 0 0,-1-1 1 0 0,1 0-1 0 0,-1 1 1 0 0,1-1 0 0 0,-7 6-1 0 0,8-10-93 0 0,1 1 0 0 0,0-1 0 0 0,0 1 0 0 0,-1-1 0 0 0,1 1 0 0 0,0-1 0 0 0,1 1 0 0 0,-1 0 0 0 0,0 0 0 0 0,0 0 0 0 0,0 3 0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3:15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84 11682 0 0,'0'0'12842'0'0,"-3"5"-12722"0"0,-1 3-87 0 0,0-1 14 0 0,-1 0 1 0 0,2 0-1 0 0,-1 0 1 0 0,1 1 0 0 0,0-1-1 0 0,1 1 1 0 0,-2 9-1 0 0,3 1 44 0 0,0 0-1 0 0,3 23 1 0 0,-1-31-78 0 0,1-1 1 0 0,0 0 0 0 0,0 0-1 0 0,1 0 1 0 0,0 0-1 0 0,5 10 1 0 0,-8-18-2 0 0,1-1 0 0 0,-1 0 1 0 0,0 1-1 0 0,0-1 0 0 0,1 0 0 0 0,-1 1 0 0 0,0-1 0 0 0,0 0 0 0 0,1 0 1 0 0,-1 1-1 0 0,0-1 0 0 0,1 0 0 0 0,-1 0 0 0 0,0 0 0 0 0,1 1 0 0 0,-1-1 0 0 0,0 0 1 0 0,1 0-1 0 0,0 0 2 0 0,-1 0 1 0 0,0 0-1 0 0,0 0 1 0 0,0 0-1 0 0,1 0 0 0 0,-1 0 1 0 0,0 0-1 0 0,0 0 1 0 0,0 0-1 0 0,0 0 1 0 0,1 0-1 0 0,-1 0 1 0 0,0 0-1 0 0,0 0 1 0 0,0-1-1 0 0,0 1 0 0 0,1 0 1 0 0,-1 0-1 0 0,0 0 1 0 0,0 0-1 0 0,0 0 1 0 0,0-1-1 0 0,0 1 1 0 0,0 0-1 0 0,0 0 1 0 0,0 0-1 0 0,1 0 0 0 0,-1-1 1 0 0,0 1-1 0 0,0 0 1 0 0,0 0-1 0 0,0 0 1 0 0,0 0-1 0 0,0-1 1 0 0,0 1-1 0 0,0 0 1 0 0,0 0-1 0 0,0 0 0 0 0,0-1 1 0 0,0 1-1 0 0,0 0 1 0 0,0 0-1 0 0,0-7 17 0 0,-1 0 0 0 0,1 0 0 0 0,-1 0 0 0 0,-1 0 0 0 0,1 0 0 0 0,-1 0 0 0 0,0 0-1 0 0,-1 1 1 0 0,0-1 0 0 0,0 1 0 0 0,-6-10 0 0 0,-53-92 533 0 0,54 96-329 0 0,1 0-1 0 0,0 0 0 0 0,-8-24 1 0 0,15 34-189 0 0,-1 1 1 0 0,1 0 0 0 0,0 0-1 0 0,-1 0 1 0 0,1 0 0 0 0,0 0-1 0 0,0 0 1 0 0,0-1 0 0 0,0 1-1 0 0,0 0 1 0 0,0-1 0 0 0,25 16-298 0 0,0 2 0 0 0,-1 1 0 0 0,25 22 0 0 0,34 25 133 0 0,-54-45 56 0 0,1-2-1 0 0,0 0 1 0 0,1-3 0 0 0,47 17-1 0 0,-72-30 94 0 0,1 1-1 0 0,-1-1 1 0 0,1 0-1 0 0,-1-1 1 0 0,11 0-1 0 0,-14 0 9 0 0,-2 0-20 0 0,0-1 1 0 0,1 1 0 0 0,-1-1 0 0 0,0 1 0 0 0,0-1-1 0 0,0 1 1 0 0,0-1 0 0 0,0 0 0 0 0,0 1-1 0 0,0-1 1 0 0,0 0 0 0 0,0 0 0 0 0,0 0 0 0 0,-1 0-1 0 0,1 0 1 0 0,0 0 0 0 0,-1 0 0 0 0,1 0 0 0 0,0 0-1 0 0,-1 0 1 0 0,1 0 0 0 0,-1-1 0 0 0,1 0 0 0 0,1-4 41 0 0,0 1 1 0 0,-1-1-1 0 0,2-11 1 0 0,-1-3-73 0 0,-1-1 0 0 0,-4-30 0 0 0,2 45-77 0 0,0 0 1 0 0,0 0-1 0 0,-1 0 1 0 0,0 0-1 0 0,0 0 0 0 0,-1 0 1 0 0,-6-10-1 0 0,3 6-817 0 0,-1 0-1 0 0,0 1 0 0 0,-12-12 0 0 0,16 18 323 0 0,-24-21-8459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3:19.3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11 0 0 0,'0'0'16665'0'0,"-3"-2"-15345"0"0,-11-5 6158 0 0,12 7-6844 0 0,4-1 778 0 0,-2 1-1386 0 0,1 0 0 0 0,-1 0-1 0 0,0-1 1 0 0,0 1-1 0 0,1 0 1 0 0,-1 0 0 0 0,0 0-1 0 0,1 0 1 0 0,-1 0-1 0 0,0 0 1 0 0,0 0 0 0 0,1 0-1 0 0,-1 0 1 0 0,0 0-1 0 0,0 0 1 0 0,1 0-1 0 0,-1 0 1 0 0,0 0 0 0 0,1 0-1 0 0,-1 0 1 0 0,0 1-1 0 0,1-1 1 0 0,29 30-57 0 0,17 6 40 0 0,77 54 37 0 0,31 13-42 0 0,-103-64-12 0 0,-49-36-1153 0 0,-7-4 184 0 0,-11-3-1479 0 0,-14-16-3944 0 0,11 6-1345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3:19.7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227 1 4129 0 0,'0'0'24112'0'0,"-2"0"-23779"0"0,1 0-287 0 0,0 0 0 0 0,-1 0 0 0 0,1 0 1 0 0,0 0-1 0 0,0 0 0 0 0,0 0 0 0 0,0 0 0 0 0,0 1 0 0 0,0-1 0 0 0,0 0 0 0 0,-1 1 0 0 0,1-1 0 0 0,0 1 1 0 0,0-1-1 0 0,0 1 0 0 0,1 0 0 0 0,-1-1 0 0 0,0 1 0 0 0,0 0 0 0 0,-1 1 0 0 0,-5 6-39 0 0,0 1 1 0 0,0 0-1 0 0,1 1 0 0 0,-10 19 0 0 0,-2 6-16 0 0,-8 6 47 0 0,-46 73-36 0 0,65-104 15 0 0,-7 8-47 0 0,8-8-130 0 0,6-9 10 0 0,0-1 0 0 0,-1 1 0 0 0,1-1 0 0 0,0 1 0 0 0,-1-1 0 0 0,1 1 0 0 0,0-1 0 0 0,-1 1 0 0 0,1-1 0 0 0,0 0 0 0 0,-1 1 0 0 0,1-1 0 0 0,-1 1 0 0 0,0-1 0 0 0,-8 2-6790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3:20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53 6097 0 0,'0'0'20407'0'0,"-21"-9"-20056"0"0,-65-26-96 0 0,61 26-122 0 0,18 9 37 0 0,2 1-102 0 0,3-1-67 0 0,0 0 0 0 0,0 1 1 0 0,0-1-1 0 0,-1 1 0 0 0,1-1 1 0 0,0 1-1 0 0,0 0 1 0 0,0 0-1 0 0,0 0 0 0 0,0 0 1 0 0,0 0-1 0 0,1 0 0 0 0,-1 1 1 0 0,0-1-1 0 0,1 1 1 0 0,-1-1-1 0 0,1 1 0 0 0,-1-1 1 0 0,1 1-1 0 0,-3 4 0 0 0,1-1 7 0 0,0 1 0 0 0,0 1-1 0 0,0-1 1 0 0,0 0 0 0 0,-2 11-1 0 0,4-8-3 0 0,0 0-1 0 0,0 0 1 0 0,1 0 0 0 0,0 0-1 0 0,0 0 1 0 0,1 1-1 0 0,0-1 1 0 0,1 0 0 0 0,3 12-1 0 0,31 66 8 0 0,-2-3 17 0 0,-30-70-28 0 0,0 0 0 0 0,0 0 1 0 0,-2 0-1 0 0,2 19 0 0 0,-2 131 43 0 0,-2-112 84 0 0,1-52-107 0 0,-1 1 1 0 0,0-1 0 0 0,1 1-1 0 0,-1-1 1 0 0,1 1 0 0 0,-1-1-1 0 0,1 1 1 0 0,-1-1 0 0 0,1 1-1 0 0,0-1 1 0 0,-1 0-1 0 0,1 1 1 0 0,-1-1 0 0 0,1 0-1 0 0,0 1 1 0 0,-1-1 0 0 0,1 0-1 0 0,0 0 1 0 0,-1 0 0 0 0,1 0-1 0 0,1 1 1 0 0,16 1 245 0 0,47-1 33 0 0,-14 0-713 0 0,84-8-1 0 0,-133 7-379 0 0,13-4 965 0 0,-10 0-4373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3:21.0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9418 0 0,'0'0'18652'0'0,"-3"6"-18135"0"0,4 2-527 0 0,0-1-1 0 0,0 1 0 0 0,1 0 1 0 0,0 0-1 0 0,0-1 0 0 0,1 1 1 0 0,6 11-1 0 0,1 3-2 0 0,5 9 41 0 0,-14-29-28 0 0,0-1 1 0 0,0 1 0 0 0,0-1-1 0 0,1 0 1 0 0,-1 1-1 0 0,0-1 1 0 0,1 0-1 0 0,-1 0 1 0 0,1 0 0 0 0,-1 0-1 0 0,1 0 1 0 0,0 0-1 0 0,-1-1 1 0 0,1 1 0 0 0,0 0-1 0 0,0-1 1 0 0,-1 1-1 0 0,1-1 1 0 0,0 0 0 0 0,0 0-1 0 0,0 1 1 0 0,-1-1-1 0 0,1 0 1 0 0,0-1 0 0 0,0 1-1 0 0,3-1 1 0 0,-4 0 8 0 0,1-1 0 0 0,-1 0 1 0 0,0 1-1 0 0,0-1 0 0 0,0 0 0 0 0,0 0 1 0 0,0 0-1 0 0,0-3 0 0 0,0 3 1 0 0,15-51 105 0 0,-11 38-63 0 0,3-7 117 0 0,-4 16-127 0 0,-4 5-23 0 0,0 0 0 0 0,1 0 0 0 0,-1 0-1 0 0,1 0 1 0 0,-1 0 0 0 0,1 1 0 0 0,0-1-1 0 0,-1 0 1 0 0,1 0 0 0 0,1-1-1 0 0,-1 2-28 0 0,0 0-1 0 0,1-1 0 0 0,-1 1 0 0 0,0 0 0 0 0,0 0 1 0 0,0 0-1 0 0,0 0 0 0 0,1 0 0 0 0,-1 0 1 0 0,0 0-1 0 0,0 0 0 0 0,2 0 0 0 0,1 2-17 0 0,1-1 0 0 0,-1 1 1 0 0,1 0-1 0 0,-1 0 0 0 0,1 0 0 0 0,-1 1 0 0 0,0 0 0 0 0,5 3 0 0 0,8 6-6 0 0,128 84-813 0 0,-144-96 690 0 0,-1 0 1 0 0,1 1-1 0 0,-1-1 1 0 0,1 1-1 0 0,-1-1 1 0 0,1 0-1 0 0,-1 1 1 0 0,1-1-1 0 0,-1 1 1 0 0,0-1-1 0 0,1 1 1 0 0,-1-1 0 0 0,0 1-1 0 0,1-1 1 0 0,-1 1-1 0 0,0 0 1 0 0,0-1-1 0 0,0 1 1 0 0,1-1-1 0 0,-1 1 1 0 0,0 0-1 0 0,0 0 1 0 0,-7-1-4167 0 0,-15 0-4425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3:21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13539 0 0,'0'0'8959'0'0,"31"2"-8944"0"0,96 10-10 0 0,-85-6-1 0 0,-26-1-5 0 0,-8-2-2 0 0,27 14 0 0 0,-23-10 9 0 0,25 8-1 0 0,32 13 31 0 0,-69-28-52 0 0,1 1 1 0 0,-1-1-1 0 0,1 1 0 0 0,0 0 0 0 0,-1 0 1 0 0,1-1-1 0 0,-1 1 0 0 0,0 0 0 0 0,1 0 1 0 0,-1-1-1 0 0,0 1 0 0 0,1 0 0 0 0,-1 0 1 0 0,0 0-1 0 0,0 0 0 0 0,0 0 0 0 0,0 0 1 0 0,1-1-1 0 0,-1 1 0 0 0,-1 0 0 0 0,1 0 0 0 0,0 1 1 0 0,-2 21-116 0 0,2-23 140 0 0,-12 38 123 0 0,6-14-45 0 0,2-6-26 0 0,0 0 1 0 0,2 0 0 0 0,-2 22-1 0 0,4-13 8 0 0,-1-15-28 0 0,1 1-1 0 0,0 0 0 0 0,1 0 0 0 0,1-1 0 0 0,4 19 0 0 0,12 23 32 0 0,3-1 1 0 0,31 56-1 0 0,-43-92-83 0 0,27 57 68 0 0,-33-67-50 0 0,-2-6-9 0 0,0 0 0 0 0,-1 0 1 0 0,1 0-1 0 0,-1 0 0 0 0,1 0 0 0 0,-1 0 0 0 0,0 0 0 0 0,1 0 1 0 0,-1 0-1 0 0,0 0 0 0 0,0 1 0 0 0,0-1 0 0 0,1 0 0 0 0,-2 2 1 0 0,-10-3 118 0 0,-3 0-101 0 0,0-1 0 0 0,0 0 0 0 0,1-1 0 0 0,-1-1 0 0 0,-16-4 0 0 0,3-1-2078 0 0,5 2-5878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3:22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308 49 7098 0 0,'0'0'19364'0'0,"-19"-3"-18915"0"0,-58-11-124 0 0,24 5 42 0 0,8 1-256 0 0,36 6-123 0 0,0 1 0 0 0,-18 0 0 0 0,15 1-2123 0 0,-19-2 1 0 0,28 1 71 0 0,-1 1 0 0 0,1-1 0 0 0,0 0 0 0 0,0 0-1 0 0,-6-4 1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3:22.2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230 33 13795 0 0,'0'0'8706'0'0,"-196"-33"-10579"0"0,178 37-2343 0 0,3-1-7635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3:24.9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53 5233 0 0,'0'0'16677'0'0,"3"-8"-15797"0"0,13-30 559 0 0,-16 37-714 0 0,3-5 619 0 0,-1 6-1211 0 0,-2 4-341 0 0,2 23 157 0 0,8 53 0 0 0,-1-21 80 0 0,-5-38-34 0 0,11 36 0 0 0,-7-29 24 0 0,14 37-195 0 0,-16-44-912 0 0,1 3-5211 0 0,-5-16 112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3:25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776 14 1096 0 0,'0'0'22293'0'0,"2"-1"-21366"0"0,-5 0-679 0 0,-157-6 2024 0 0,-158 2-1393 0 0,149 22-1525 0 0,113-8-3191 0 0,1 0-5212 0 0,38-6-2253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3:26.1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17 10882 0 0,'0'0'14127'0'0,"-14"-3"-14023"0"0,-41-8-30 0 0,54 11-69 0 0,-1-1 0 0 0,1 1 0 0 0,0 0 0 0 0,0 0 0 0 0,0-1 0 0 0,-1 1 0 0 0,1 0 0 0 0,0 0 0 0 0,0 0 0 0 0,-1 1 0 0 0,1-1 0 0 0,0 0 0 0 0,0 0 0 0 0,-1 1 0 0 0,0 0 0 0 0,1-1-4 0 0,1 0 1 0 0,0 1-1 0 0,0-1 0 0 0,-1 0 0 0 0,1 1 0 0 0,0-1 1 0 0,0 0-1 0 0,0 1 0 0 0,-1-1 0 0 0,1 1 0 0 0,0-1 1 0 0,0 0-1 0 0,0 1 0 0 0,0-1 0 0 0,0 1 0 0 0,0-1 1 0 0,0 0-1 0 0,0 1 0 0 0,0-1 0 0 0,0 1 0 0 0,0-1 1 0 0,0 3 13 0 0,-3 13 70 0 0,1 0-1 0 0,1 0 1 0 0,0 0-1 0 0,1 0 1 0 0,3 17-1 0 0,-1-13 10 0 0,2 0 0 0 0,1 1-1 0 0,0-1 1 0 0,15 35 0 0 0,-9-26-17 0 0,9 35 0 0 0,-19-58-72 0 0,-1-4 3 0 0,1-1-1 0 0,-1 1 0 0 0,0 0 0 0 0,1 0 0 0 0,0-1 1 0 0,-1 1-1 0 0,1 0 0 0 0,0-1 0 0 0,1 3 0 0 0,0-1-279 0 0,0-1 1169 0 0,-2-6 250 0 0,0 1-1077 0 0,-1-14 124 0 0,-1 0 0 0 0,-5-22 0 0 0,4 22-137 0 0,-33-135 66 0 0,32 134-61 0 0,1 0 1 0 0,0-32 0 0 0,3 50-68 0 0,0 0 1 0 0,0 0-1 0 0,0 0 1 0 0,0 0-1 0 0,0 0 1 0 0,0 0-1 0 0,0 0 1 0 0,0-1 0 0 0,0 1-1 0 0,0 0 1 0 0,0 0-1 0 0,0 0 1 0 0,0 0-1 0 0,0 0 1 0 0,0 0-1 0 0,0 0 1 0 0,0-1 0 0 0,0 1-1 0 0,0 0 1 0 0,0 0-1 0 0,0 0 1 0 0,0 0-1 0 0,0 0 1 0 0,0 0-1 0 0,1 0 1 0 0,-1 0 0 0 0,0 0-1 0 0,0-1 1 0 0,0 1-1 0 0,0 0 1 0 0,0 0-1 0 0,0 0 1 0 0,0 0-1 0 0,0 0 1 0 0,1 0 0 0 0,-1 0-1 0 0,0 0 1 0 0,0 0-1 0 0,0 0 1 0 0,0 0-1 0 0,0 0 1 0 0,0 0-1 0 0,0 0 1 0 0,1 0 0 0 0,-1 0-1 0 0,0 0 1 0 0,7 4-131 0 0,10 12 6 0 0,-14-13 109 0 0,52 56-93 0 0,-21-27 97 0 0,1-2 0 0 0,2-1 0 0 0,78 46 0 0 0,-85-59 5 0 0,-13-6 12 0 0,1-1 0 0 0,0 0 0 0 0,0-1 1 0 0,22 6-1 0 0,-39-14 11 0 0,0 0 0 0 0,0 0 0 0 0,-1 0 0 0 0,1 1 0 0 0,0-1 0 0 0,0 0 0 0 0,0 0 0 0 0,-1 0 0 0 0,1 0 0 0 0,0-1 0 0 0,0 1-1 0 0,0 0 1 0 0,-1 0 0 0 0,1 0 0 0 0,0-1 0 0 0,0 1 0 0 0,-1 0 0 0 0,1-1 0 0 0,0 1 0 0 0,0 0 0 0 0,-1-1 0 0 0,1 1 0 0 0,-1-1 0 0 0,1 1 0 0 0,0-1 0 0 0,-1 0 0 0 0,1 1 0 0 0,-1-1 0 0 0,1 0 0 0 0,-1 1 0 0 0,1-1 0 0 0,-1 0 0 0 0,0 1 0 0 0,1-1 0 0 0,-1 0 0 0 0,0 0 0 0 0,0 1 0 0 0,0-1 0 0 0,1-1 0 0 0,0-4 14 0 0,0-1 1 0 0,-1 1-1 0 0,0 0 1 0 0,0-8-1 0 0,0 4 18 0 0,-1-30 6 0 0,-7-50 0 0 0,-2-4-5041 0 0,3 20-2824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3:27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803 52 2457 0 0,'0'0'15207'0'0,"29"-8"-14215"0"0,91-24-58 0 0,-86 22 3560 0 0,-34 10-4464 0 0,0 0-1 0 0,0 0 1 0 0,-1 0 0 0 0,1-1-1 0 0,0 1 1 0 0,-1 0 0 0 0,1 0 0 0 0,0 0-1 0 0,-1 0 1 0 0,1 0 0 0 0,0-1 0 0 0,0 1-1 0 0,-1 0 1 0 0,1 0 0 0 0,0 0-1 0 0,-1 0 1 0 0,1 0 0 0 0,0 0 0 0 0,-1 0-1 0 0,1 0 1 0 0,0 0 0 0 0,-1 0 0 0 0,1 0-1 0 0,0 0 1 0 0,-1 1 0 0 0,1-1-1 0 0,0 0 1 0 0,-1 0 0 0 0,-11 3-275 0 0,4 1 237 0 0,0-1-1 0 0,-1-1 0 0 0,0 1 0 0 0,-11 0 1 0 0,7 0 14 0 0,-30 4 49 0 0,-52 3 0 0 0,-45-6 227 0 0,53-3-67 0 0,55 0-107 0 0,-75 5 162 0 0,-27 18 1 0 0,45-7-189 0 0,7 3-53 0 0,77-18-29 0 0,4-1 59 0 0,0 0 36 0 0,5 0 14 0 0,2 2-24 0 0,52 12-56 0 0,65 25 1 0 0,55 33-269 0 0,-173-71 227 0 0,25 12-71 0 0,0 1-1 0 0,0 1 1 0 0,37 29 0 0 0,-63-42 58 0 0,-1 0 1 0 0,1 0 0 0 0,-1 0-1 0 0,0 1 1 0 0,0 0 0 0 0,0-1-1 0 0,-1 1 1 0 0,5 8 0 0 0,-6-11 10 0 0,-1 1 1 0 0,1 0-1 0 0,0 0 1 0 0,-1 0-1 0 0,1-1 1 0 0,-1 1 0 0 0,0 0-1 0 0,1 0 1 0 0,-1 0-1 0 0,0 0 1 0 0,0 0-1 0 0,0 0 1 0 0,0 0-1 0 0,-1-1 1 0 0,1 1 0 0 0,0 0-1 0 0,-1 0 1 0 0,1 0-1 0 0,-1 0 1 0 0,0-1-1 0 0,0 1 1 0 0,0 0 0 0 0,-2 2-1 0 0,0 0 5 0 0,-1 0 0 0 0,0 0 0 0 0,0 0 0 0 0,0-1 0 0 0,0 0 0 0 0,-9 5-1 0 0,-32 14 39 0 0,30-15-21 0 0,-170 70 111 0 0,111-43-8 0 0,27-11-5 0 0,27-14-65 0 0,1-1-22 0 0,0 1 0 0 0,1 1 0 0 0,-20 13-1 0 0,12-6-20 0 0,20-14-1 0 0,0 0 0 0 0,0 1 0 0 0,1 0 0 0 0,0 0 0 0 0,-7 7 0 0 0,-25 22 11 0 0,28-25 37 0 0,8-7-32 0 0,0-1 1 0 0,1 1-1 0 0,-1 0 0 0 0,0 0 1 0 0,0-1-1 0 0,0 1 0 0 0,0 0 1 0 0,1 0-1 0 0,-1 0 0 0 0,0 0 0 0 0,1 0 1 0 0,-1 0-1 0 0,1 0 0 0 0,-1 0 1 0 0,1 0-1 0 0,0 0 0 0 0,-1 1 1 0 0,1-1-1 0 0,0 0 0 0 0,0 2 1 0 0,9-3 670 0 0,484 1 1135 0 0,-248-1-3884 0 0,-1 0-10056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3:28.6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16 8194 0 0,'0'0'18280'0'0,"-4"-3"-18226"0"0,-11-10-27 0 0,15 13-27 0 0,-1 0 0 0 0,1 0 0 0 0,0 0 0 0 0,0 0 0 0 0,0 0 0 0 0,0 0 0 0 0,0 0 0 0 0,0 0 0 0 0,0 0 0 0 0,-1 0 0 0 0,1 0 0 0 0,0 0 0 0 0,0 0 0 0 0,0 0 0 0 0,0 0 0 0 0,0 0 0 0 0,0 0 0 0 0,0 0 0 0 0,-1 0 0 0 0,1 0 0 0 0,0 0 0 0 0,0 0 0 0 0,0 0 0 0 0,0 1 0 0 0,0-1 0 0 0,0 0 0 0 0,0 0 0 0 0,0 0 0 0 0,-1 0-1 0 0,1 0 1 0 0,0 0 0 0 0,0 0 0 0 0,0 0 0 0 0,0 0 0 0 0,0 0 0 0 0,0 1 0 0 0,0-1 0 0 0,0 0 0 0 0,0 0 0 0 0,0 0 0 0 0,0 0 0 0 0,0 0 0 0 0,0 0 0 0 0,0 0 0 0 0,0 1 0 0 0,0-1 0 0 0,0 0 0 0 0,0 0 0 0 0,0 0 0 0 0,0 0 0 0 0,0 0 0 0 0,0 0 0 0 0,0 1 0 0 0,0-1 0 0 0,0 0 0 0 0,0 0 0 0 0,0 0 0 0 0,0 10-6 0 0,0-8 5 0 0,0 3 0 0 0,0 14 4 0 0,0-1 0 0 0,1 1 0 0 0,6 29 0 0 0,9 25 1 0 0,-12-50 2 0 0,0 0 0 0 0,-2 0 0 0 0,-1 43 0 0 0,-1-48-28 0 0,0-15 15 0 0,0-1-1 0 0,-1 1 0 0 0,1 0 1 0 0,0-1-1 0 0,-1 1 0 0 0,0 0 1 0 0,0-1-1 0 0,0 1 0 0 0,0-1 1 0 0,0 0-1 0 0,0 1 0 0 0,0-1 1 0 0,-1 0-1 0 0,1 1 0 0 0,-4 2 1 0 0,3-2-546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3:28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1 13291 0 0,'0'0'12688'0'0,"-15"2"-12508"0"0,-45 7-31 0 0,57-9-125 0 0,0 1 0 0 0,0 0 0 0 0,0-1 0 0 0,0 1 0 0 0,-5 3 1 0 0,0 4 72 0 0,4-3-60 0 0,-4 4 19 0 0,0 0 0 0 0,-9 13 0 0 0,17-19-46 0 0,-1-1-1 0 0,1 0 1 0 0,-1 0-1 0 0,1 1 1 0 0,0-1 0 0 0,0 0-1 0 0,0 1 1 0 0,0-1 0 0 0,0 0-1 0 0,1 3 1 0 0,-1 4 40 0 0,0-8-35 0 0,0 0 1 0 0,0 1-1 0 0,0-1 0 0 0,0 0 0 0 0,0 0 0 0 0,1 0 1 0 0,-1 0-1 0 0,0 0 0 0 0,1 1 0 0 0,-1-1 1 0 0,1 0-1 0 0,0 2 0 0 0,0-2 4 0 0,1 0-1 0 0,-1 0 1 0 0,0 1-1 0 0,1-1 1 0 0,-1 0 0 0 0,1 0-1 0 0,0 0 1 0 0,1 1 0 0 0,9 3 38 0 0,-1 0 0 0 0,1-1 1 0 0,0 0-1 0 0,1 0 1 0 0,-1-2-1 0 0,22 3 1 0 0,79-1 46 0 0,-101-4-90 0 0,61 0-569 0 0,-77-2-3133 0 0,2 1 3247 0 0,1 1-1 0 0,0 0 1 0 0,0-1-1 0 0,0 1 1 0 0,-2 0-1 0 0,-2-1-929 0 0,-23-6-8609 0 0,15 3 426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3:29.2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342 74 10810 0 0,'0'0'13683'0'0,"-30"-11"-13364"0"0,-92-33-146 0 0,82 31-98 0 0,28 11-27 0 0,3 1-28 0 0,-5 0-93 0 0,0-1 0 0 0,0 2 0 0 0,-26 2 1 0 0,33-1-665 0 0,1 0 0 0 0,0 1 0 0 0,-8 3 0 0 0,10-4-445 0 0,-5 3-2316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3:29.4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246 42 13923 0 0,'0'0'10430'0'0,"-31"-7"-10605"0"0,-98-20-221 0 0,88 20-342 0 0,29 7-732 0 0,5 2 348 0 0,-10 3-4147 0 0,9-3 143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3:29.9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206 39 9306 0 0,'0'0'14071'0'0,"-30"-2"-14038"0"0,-91-7-15 0 0,93 9-13 0 0,20 4 3 0 0,8-4-8 0 0,-2 4 24 0 0,-1 0-1 0 0,1-1 1 0 0,0 1-1 0 0,0 0 1 0 0,1 1-1 0 0,-1-1 1 0 0,1 0-1 0 0,0 0 1 0 0,0 1-1 0 0,0-1 1 0 0,1 0-1 0 0,-1 1 1 0 0,1-1-1 0 0,0 1 1 0 0,1-1-1 0 0,-1 1 1 0 0,1-1-1 0 0,1 7 1 0 0,-1-9 4 0 0,0 0-1 0 0,0 0 1 0 0,0 0 0 0 0,0 0 0 0 0,1 0 0 0 0,-1 0 0 0 0,0-1 0 0 0,1 1-1 0 0,-1 0 1 0 0,1-1 0 0 0,0 1 0 0 0,2 0 0 0 0,24 15 165 0 0,-17-11-145 0 0,0-1 14 0 0,-1-1 1 0 0,1 1 0 0 0,1-2 0 0 0,-1 1 0 0 0,0-1-1 0 0,1-1 1 0 0,0 0 0 0 0,-1-1 0 0 0,1 0-1 0 0,0-1 1 0 0,12-1 0 0 0,-21 0-17 0 0,0 1 0 0 0,0 0 0 0 0,-1-1 0 0 0,1 1-1 0 0,0-1 1 0 0,-1 0 0 0 0,1 0 0 0 0,-1 0 0 0 0,1 0 0 0 0,-1-1 0 0 0,1 1 0 0 0,-1-1-1 0 0,0 1 1 0 0,0-1 0 0 0,0 0 0 0 0,0 0 0 0 0,0 0 0 0 0,2-2 0 0 0,-2 1 11 0 0,0 0 1 0 0,0-1 0 0 0,0 1 0 0 0,-1 0-1 0 0,1-1 1 0 0,-1 1 0 0 0,0-1-1 0 0,0 0 1 0 0,0 1 0 0 0,-1-1-1 0 0,1 0 1 0 0,-1-6 0 0 0,0 9-57 0 0,0-8-11 0 0,0 0 1 0 0,0 0-1 0 0,-4-16 0 0 0,3 22-57 0 0,0 0-1 0 0,0 0 0 0 0,0 1 0 0 0,0-1 0 0 0,0 0 0 0 0,-1 1 0 0 0,0-1 1 0 0,1 0-1 0 0,-1 1 0 0 0,0 0 0 0 0,0-1 0 0 0,0 1 0 0 0,0 0 1 0 0,-1 0-1 0 0,-3-3 0 0 0,1 2-541 0 0,-1 1-1 0 0,1-1 1 0 0,0 1 0 0 0,0 0-1 0 0,-11-2 1 0 0,-14-1-8146 0 0,17 5-2305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3:31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17 156 11755 0 0,'0'0'13356'0'0,"-3"9"-12959"0"0,2 4-438 0 0,1-9 39 0 0,-1 0 0 0 0,1 0 0 0 0,0 0 0 0 0,1 0 0 0 0,-1 0 0 0 0,1 0 0 0 0,0 0 0 0 0,-1 0 0 0 0,3 4 0 0 0,6 10 32 0 0,-4-7-35 0 0,1 1 1 0 0,13 19 0 0 0,-19-31 27 0 0,0 0-1 0 0,0 1 1 0 0,0-1-1 0 0,1 0 1 0 0,-1 1 0 0 0,0-1-1 0 0,0 0 1 0 0,0 1-1 0 0,1-1 1 0 0,-1 0 0 0 0,0 0-1 0 0,0 1 1 0 0,1-1-1 0 0,-1 0 1 0 0,0 0-1 0 0,1 1 1 0 0,-1-1 0 0 0,0 0-1 0 0,0 0 1 0 0,1 0-1 0 0,-1 0 1 0 0,0 1 0 0 0,1-1-1 0 0,-1 0 1 0 0,1 0-1 0 0,0-9 882 0 0,-2 0-989 0 0,1-1 151 0 0,0 0 0 0 0,-1-1 0 0 0,-1 1 0 0 0,0 0 0 0 0,0-1 0 0 0,-4-10 1 0 0,-27-59 426 0 0,19 39-130 0 0,11 33-391 0 0,8 12-511 0 0,7 12 135 0 0,-5-6 389 0 0,1 0 0 0 0,1 0 0 0 0,0-1 0 0 0,0-1-1 0 0,1 1 1 0 0,0-1 0 0 0,0-1 0 0 0,17 9 0 0 0,10 4-45 0 0,48 17 0 0 0,-75-33 85 0 0,1-1-1 0 0,0 0 1 0 0,-1 0 0 0 0,1-1 0 0 0,0-1 0 0 0,0 0 0 0 0,15 0-1 0 0,-25-1-1 0 0,0 0-1 0 0,0 0 0 0 0,0-1 0 0 0,0 1 0 0 0,0 0 0 0 0,0 0 0 0 0,0-1 0 0 0,0 1 0 0 0,0-1 0 0 0,0 1 0 0 0,0-1 0 0 0,-1 1 1 0 0,1-1-1 0 0,0 1 0 0 0,0-1 0 0 0,0 0 0 0 0,-1 1 0 0 0,1-1 0 0 0,0 0 0 0 0,-1 0 0 0 0,1 0 0 0 0,-1 1 0 0 0,1-1 0 0 0,-1 0 0 0 0,1 0 1 0 0,-1 0-1 0 0,0 0 0 0 0,0 0 0 0 0,1 0 0 0 0,-1-2 0 0 0,1-3 58 0 0,0-1 0 0 0,0 1 0 0 0,-1-12 1 0 0,0 13-82 0 0,-1-2-24 0 0,1-1 1 0 0,-1 1-1 0 0,-1 0 1 0 0,0 0-1 0 0,0 0 1 0 0,0 0-1 0 0,-1 0 0 0 0,1 0 1 0 0,-2 1-1 0 0,1-1 1 0 0,-1 1-1 0 0,0 0 1 0 0,0 0-1 0 0,-1 0 1 0 0,0 0-1 0 0,-7-6 1 0 0,4 5-284 0 0,0 0-1 0 0,-1 0 1 0 0,0 1 0 0 0,0 0 0 0 0,-1 0 0 0 0,1 1 0 0 0,-1 0 0 0 0,0 1 0 0 0,-1 0 0 0 0,-13-3 0 0 0,13 5-1197 0 0,0 0 0 0 0,-13 1 0 0 0,-6 0-7461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3:31.6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350 43 12931 0 0,'0'0'14760'0'0,"-23"-7"-14690"0"0,-74-20-36 0 0,65 19-20 0 0,23 8-13 0 0,1 1-1 0 0,-77 2-375 0 0,29 4-3871 0 0,42-5 1178 0 0,-12 3-7894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3:31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16428 0 0,'0'0'9744'0'0,"3"12"-9734"0"0,-3-10-10 0 0,6 26 1 0 0,16 42 0 0 0,-12-44-366 0 0,15 41-456 0 0,-21-56-1891 0 0,-2 0 1 0 0,2 12 0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3:34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41 101 3201 0 0,'0'0'19609'0'0,"-6"-10"-18634"0"0,-16-30-127 0 0,21 37-584 0 0,-1 0 0 0 0,1 0 0 0 0,-1 0 0 0 0,1 0 0 0 0,0 0-1 0 0,0 0 1 0 0,0-1 0 0 0,0-4 0 0 0,0 1 171 0 0,1-3 554 0 0,0 10-982 0 0,0 0 0 0 0,0 0 0 0 0,0 0 1 0 0,0 0-1 0 0,0 0 0 0 0,0 0 0 0 0,0 0 1 0 0,0 0-1 0 0,0 0 0 0 0,0 0 0 0 0,0 0 0 0 0,0-1 1 0 0,1 1-1 0 0,-1 0 0 0 0,0 0 0 0 0,0 0 0 0 0,0 0 1 0 0,0 0-1 0 0,0 0 0 0 0,0 0 0 0 0,0 1 0 0 0,0-1 1 0 0,0 0-1 0 0,0 0 0 0 0,0 0 0 0 0,0 0 0 0 0,1 0 1 0 0,-1 0-1 0 0,0 0 0 0 0,0 0 0 0 0,0 0 0 0 0,0 0 1 0 0,0 0-1 0 0,0 0 0 0 0,0 0 0 0 0,0 0 0 0 0,0 0 1 0 0,0 0-1 0 0,0 0 0 0 0,0 0 0 0 0,0 0 0 0 0,0 0 1 0 0,0 1-1 0 0,0-1 0 0 0,0 0 0 0 0,0 0 0 0 0,0 0 1 0 0,0 0-1 0 0,0 0 0 0 0,0 0 0 0 0,0 0 0 0 0,10 18-149 0 0,-5-10 121 0 0,39 66 3 0 0,-13-21 24 0 0,9 11 14 0 0,72 90 0 0 0,-47-84-9 0 0,-21-23-15 0 0,-14-17 44 0 0,48 38 1 0 0,-36-33-54 0 0,-33-28 18 0 0,0 0 1 0 0,11 6-1 0 0,-7-3 6 0 0,-13-10-17 0 0,-1-2-291 0 0,0 1 100 0 0,0-1-1 0 0,-1 0 1 0 0,1 0 0 0 0,-1 1-1 0 0,1-1 1 0 0,-1 0-1 0 0,-3-2 1 0 0,2 1-120 0 0,-39-36-2677 0 0,19 17-3088 0 0,-35-40 1 0 0,46 45 1641 0 0,3 4-2537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3:34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299 111 6313 0 0,'0'0'21348'0'0,"2"-14"-20838"0"0,10-44-62 0 0,-11 55-304 0 0,0-1 0 0 0,0 1-1 0 0,-1-1 1 0 0,1 1-1 0 0,-1-1 1 0 0,0-5 0 0 0,-1 1 355 0 0,1 7-257 0 0,-1 13-696 0 0,-6 18 359 0 0,4-17 87 0 0,0 1-1 0 0,-9 20 1 0 0,-67 167 30 0 0,71-179-21 0 0,-14 44-2 0 0,-29 95 15 0 0,21-73-40 0 0,5-14 41 0 0,19-57-26 0 0,-1 1 0 0 0,0-1 0 0 0,-1-1 0 0 0,-1 0 1 0 0,-19 26-1 0 0,28-42-97 0 0,0 1 1 0 0,0-1 0 0 0,0 1-1 0 0,-1-1 1 0 0,1 0 0 0 0,0 0-1 0 0,0 1 1 0 0,-1-1 0 0 0,1 0-1 0 0,0 1 1 0 0,0-1 0 0 0,-1 0-1 0 0,1 0 1 0 0,-1 0 0 0 0,1 1 0 0 0,0-1-1 0 0,-1 0 1 0 0,1 0 0 0 0,0 0-1 0 0,-1 0 1 0 0,0 0 20 0 0,1 0 0 0 0,0 0 0 0 0,0 0 0 0 0,0 0 0 0 0,-1-1 0 0 0,1 1 0 0 0,0 0 0 0 0,0 0 0 0 0,0 0 1 0 0,0-1-1 0 0,-1 1 0 0 0,1 0 0 0 0,0 0 0 0 0,0-1 0 0 0,0 1 0 0 0,0 0 0 0 0,0 0 0 0 0,0-1 0 0 0,0 1 0 0 0,0 0 0 0 0,0 0 0 0 0,0-1 0 0 0,0-23-8042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3:35.2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12419 0 0,'0'0'13912'0'0,"0"2"-13895"0"0,-3 5-5 0 0,3-6-8 0 0,-1 1 1 0 0,0-1-1 0 0,1 0 0 0 0,0 1 0 0 0,-1-1 0 0 0,1 1 0 0 0,0-1 0 0 0,-1 3 1 0 0,1 24 77 0 0,1 1 0 0 0,9 51 0 0 0,8-9 46 0 0,31 77 0 0 0,-45-136-126 0 0,-2-6-177 0 0,0 0 0 0 0,-1 0 1 0 0,0 1-1 0 0,0-1 0 0 0,-1 11 1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3:35.6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1 12691 0 0,'0'0'14251'0'0,"-3"0"-14143"0"0,2 0-101 0 0,-1 0 14 0 0,0 0 1 0 0,0 1 0 0 0,0-1 0 0 0,-1 1 0 0 0,1-1-1 0 0,0 1 1 0 0,0 0 0 0 0,0-1 0 0 0,0 1 0 0 0,0 0-1 0 0,0 0 1 0 0,0 1 0 0 0,-3 2 0 0 0,-6 5 118 0 0,-24 24 113 0 0,32-29-236 0 0,-1 0 0 0 0,1 0 0 0 0,0 0-1 0 0,1 0 1 0 0,-1 1 0 0 0,1-1 0 0 0,-3 8 0 0 0,3-9-3 0 0,1 1 1 0 0,0 0-1 0 0,0 0 0 0 0,1 0 1 0 0,-1-1-1 0 0,1 1 0 0 0,0 7 1 0 0,0-10 2 0 0,0 1 0 0 0,1-1 0 0 0,-1 1 0 0 0,0-1 0 0 0,1 0 0 0 0,-1 1 0 0 0,1-1 0 0 0,-1 0 0 0 0,1 0 0 0 0,0 1 0 0 0,0-1 0 0 0,0 0 0 0 0,-1 0 0 0 0,1 0 0 0 0,0 0 0 0 0,0 0 0 0 0,1 0 0 0 0,-1 0 0 0 0,0 0 0 0 0,0 0 0 0 0,0-1 0 0 0,0 1 0 0 0,3 1 0 0 0,7 2 89 0 0,-1 1-36 0 0,0-1 1 0 0,1 0-1 0 0,14 3 1 0 0,1-2-23 0 0,17 3-8 0 0,1-1 1 0 0,53 1-1 0 0,-52-5-1025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3:36.5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65 182 6673 0 0,'0'0'18324'0'0,"15"4"-16657"0"0,31-1-1487 0 0,15 0-104 0 0,-53-2-43 0 0,0 0-1 0 0,1-1 1 0 0,-1-1-1 0 0,13-1 1 0 0,-17 1-6 0 0,0 1-1 0 0,1-1 1 0 0,-1-1-1 0 0,0 1 1 0 0,0-1-1 0 0,-1 1 1 0 0,1-1-1 0 0,0 0 1 0 0,-1-1 0 0 0,6-3-1 0 0,-7 4 1 0 0,-1-1 0 0 0,1 0 0 0 0,-1 1 0 0 0,1-1 0 0 0,-1 0 0 0 0,0 0 0 0 0,0 0 1 0 0,0 0-1 0 0,-1 0 0 0 0,1 0 0 0 0,-1 0 0 0 0,0 0 0 0 0,1 0 0 0 0,-1 0 0 0 0,-1 0 0 0 0,1 0 0 0 0,-1-4 0 0 0,-1 3-6 0 0,-1-1 0 0 0,0 0 1 0 0,0 0-1 0 0,0 1 0 0 0,0-1 1 0 0,-1 1-1 0 0,1 0 0 0 0,-1 0 0 0 0,0 1 1 0 0,-8-6-1 0 0,-7-8 28 0 0,14 12-48 0 0,1 1 1 0 0,-1 0 0 0 0,0 0 0 0 0,0 0 0 0 0,-1 1-1 0 0,1 0 1 0 0,-1 0 0 0 0,0 0 0 0 0,0 1-1 0 0,0 0 1 0 0,0 0 0 0 0,0 0 0 0 0,0 1 0 0 0,0 0-1 0 0,0 0 1 0 0,-1 1 0 0 0,-11 0 0 0 0,15 0-2 0 0,0 0-1 0 0,0 1 1 0 0,1-1 0 0 0,-1 1 0 0 0,0 0 0 0 0,1 0 0 0 0,-1 0-1 0 0,0 0 1 0 0,1 1 0 0 0,-1-1 0 0 0,1 1 0 0 0,0-1 0 0 0,0 1-1 0 0,-1 0 1 0 0,1 0 0 0 0,0 0 0 0 0,1 0 0 0 0,-1 0 0 0 0,0 0 0 0 0,-2 5-1 0 0,-3 4 2 0 0,1 0-1 0 0,0 1 0 0 0,-4 12 0 0 0,10-23 0 0 0,-10 21 20 0 0,5-10-19 0 0,1-1 1 0 0,-5 14-1 0 0,3-7 9 0 0,5-14-7 0 0,-1-1 0 0 0,1 1 1 0 0,0-1-1 0 0,0 1 0 0 0,1-1 0 0 0,-1 1 0 0 0,1 4 0 0 0,0-3 20 0 0,-1-5-3 0 0,1 1 1 0 0,0 0-1 0 0,0-1 0 0 0,0 1 1 0 0,0 0-1 0 0,0 0 0 0 0,0-1 0 0 0,0 1 1 0 0,0 0-1 0 0,0-1 0 0 0,0 1 1 0 0,1 0-1 0 0,-1-1 0 0 0,0 1 1 0 0,0 0-1 0 0,1-1 0 0 0,-1 1 1 0 0,0 0-1 0 0,1-1 0 0 0,-1 1 0 0 0,1-1 1 0 0,-1 1-1 0 0,0 0 0 0 0,1-1 1 0 0,0 1-1 0 0,-1-1 0 0 0,1 0 1 0 0,-1 1-1 0 0,1-1 0 0 0,-1 1 1 0 0,1-1-1 0 0,1 1 0 0 0,30 16 284 0 0,45 14-144 0 0,-64-26-150 0 0,120 35 146 0 0,-108-34-149 0 0,-1-2-1 0 0,1 0 1 0 0,38 0-1 0 0,-45-3-93 0 0,-14-1-85 0 0,0 1 1 0 0,0-1-1 0 0,0 0 0 0 0,0 0 0 0 0,0 0 1 0 0,1-1-1 0 0,-1 1 0 0 0,0-1 0 0 0,0 0 0 0 0,0 0 1 0 0,4-2-1 0 0,-8 2-6 0 0,0 1 0 0 0,1 0 0 0 0,-1-1 0 0 0,1 1-1 0 0,-1 0 1 0 0,0-1 0 0 0,1 1 0 0 0,-1 0 0 0 0,0-1 0 0 0,1 1 0 0 0,-1-1 0 0 0,0 1 0 0 0,0-1 0 0 0,0 1 0 0 0,1-1-1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3:37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0 11290 0 0,'0'0'13703'0'0,"0"4"-13685"0"0,1 5-13 0 0,0 0 1 0 0,0 0-1 0 0,1 0 1 0 0,0 0-1 0 0,1-1 1 0 0,5 15 0 0 0,30 54 12 0 0,-21-43-6 0 0,-7-15-3 0 0,5 12-7 0 0,2 0 0 0 0,27 39 0 0 0,-39-64-3 0 0,-1-2-7 0 0,-1 1 0 0 0,1 0 0 0 0,-1 0 0 0 0,4 9-1 0 0,-7-14 4 0 0,0 0-1 0 0,0 0 0 0 0,1 1 1 0 0,-1-1-1 0 0,0 0 0 0 0,0 0 1 0 0,0 1-1 0 0,0-1 0 0 0,0 0 0 0 0,0 1 1 0 0,0-1-1 0 0,0 0 0 0 0,0 0 1 0 0,0 1-1 0 0,0-1 0 0 0,0 0 1 0 0,0 1-1 0 0,0-1 0 0 0,0 0 0 0 0,-1 0 1 0 0,1 1-1 0 0,0-1 0 0 0,0 0 1 0 0,0 0-1 0 0,0 1 0 0 0,0-1 1 0 0,-1 0-1 0 0,1 0 0 0 0,0 1 1 0 0,0-1-1 0 0,0 0 0 0 0,-1 0 0 0 0,0 1 6 0 0,1-1-1 0 0,-1 0 0 0 0,0 0 0 0 0,1 0 0 0 0,-1 1 0 0 0,0-1 0 0 0,0 0 0 0 0,1 0 0 0 0,-1 0 0 0 0,0 0 0 0 0,0 0 0 0 0,0-1 0 0 0,-2 1 16 0 0,0-1 0 0 0,0 0 0 0 0,1 1 1 0 0,-1-1-1 0 0,0 0 0 0 0,-3-2 0 0 0,-106-83 473 0 0,97 73-399 0 0,0-2 1 0 0,1 0 0 0 0,-13-17 0 0 0,22 25-46 0 0,3 5-9 0 0,0 0-1 0 0,0 0 1 0 0,1 0-1 0 0,-1 0 1 0 0,1 0-1 0 0,-1-1 1 0 0,1 1-1 0 0,0-1 1 0 0,0 1-1 0 0,0-1 0 0 0,0 1 1 0 0,1-1-1 0 0,-1 1 1 0 0,1-1-1 0 0,-1 0 1 0 0,1 0-1 0 0,0-3 1 0 0,0 5-36 0 0,1 0 0 0 0,-1 0 0 0 0,1 0 1 0 0,-1 0-1 0 0,1 0 0 0 0,-1 0 0 0 0,1 0 0 0 0,0 0 0 0 0,0 0 1 0 0,-1 1-1 0 0,1-1 0 0 0,0 0 0 0 0,0 0 0 0 0,0 1 0 0 0,0-1 0 0 0,0 0 1 0 0,0 1-1 0 0,0-1 0 0 0,0 1 0 0 0,0-1 0 0 0,0 1 0 0 0,2-1 1 0 0,25-5-303 0 0,-27 6 292 0 0,69-6-591 0 0,-10 3-2026 0 0,-40-2-1440 0 0,-9-1-2829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3:37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63 16660 0 0,'0'0'12552'0'0,"6"-10"-12698"0"0,20-32-69 0 0,-20 31-150 0 0,-6 14-471 0 0,-1 1 0 0 0,1-1 0 0 0,-1 0 0 0 0,0 0-1 0 0,0 0 1 0 0,0 0 0 0 0,0 0 0 0 0,-1 0 0 0 0,1 0 0 0 0,-4 4 0 0 0,0 2-4843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3:38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1 118 3769 0 0,'0'0'22150'0'0,"1"-12"-21627"0"0,8-37-74 0 0,-9 48-410 0 0,0-1-1 0 0,0 1 1 0 0,1-1 0 0 0,-1 1-1 0 0,1-1 1 0 0,-1 1 0 0 0,1-1-1 0 0,-1 1 1 0 0,1 0 0 0 0,0-1-1 0 0,0 1 1 0 0,0 0 0 0 0,0 0-1 0 0,0 0 1 0 0,0-1 0 0 0,0 1-1 0 0,0 0 1 0 0,0 0 0 0 0,0 1-1 0 0,1-1 1 0 0,-1 0 0 0 0,0 0-1 0 0,1 1 1 0 0,-1-1 0 0 0,3 0-1 0 0,2-2 85 0 0,0-1-102 0 0,0 1 0 0 0,0 0 0 0 0,0 1-1 0 0,0-1 1 0 0,1 1 0 0 0,-1 0 0 0 0,1 1-1 0 0,-1 0 1 0 0,1 0 0 0 0,0 0 0 0 0,-1 0 0 0 0,1 1-1 0 0,6 1 1 0 0,-11 0-44 0 0,0-1-1 0 0,0 1 1 0 0,0 0-1 0 0,0 0 1 0 0,0-1-1 0 0,-1 1 1 0 0,1 1-1 0 0,0-1 1 0 0,-1 0-1 0 0,1 0 1 0 0,-1 1-1 0 0,1-1 1 0 0,-1 1-1 0 0,0-1 1 0 0,1 1-1 0 0,-1-1 1 0 0,0 1-1 0 0,0 0 1 0 0,0 0-1 0 0,1 2 1 0 0,0 1-17 0 0,0 0 0 0 0,0 0 0 0 0,-1 1 0 0 0,1-1 0 0 0,-1 1 0 0 0,0 6 0 0 0,-2 42-138 0 0,0-49 170 0 0,1-1 0 0 0,-1 0 0 0 0,0 0 0 0 0,0 1 0 0 0,0-1 0 0 0,0 0-1 0 0,-1 0 1 0 0,0 0 0 0 0,-2 3 0 0 0,-5 14-38 0 0,6-15 40 0 0,0 0 0 0 0,-1-1-1 0 0,1 1 1 0 0,-1-1 0 0 0,0 0-1 0 0,-1 0 1 0 0,1 0 0 0 0,-6 3-1 0 0,-13 17-74 0 0,11-15 78 0 0,12-9 42 0 0,1-1 0 0 0,0 0 0 0 0,0 1 0 0 0,-1-1 0 0 0,1 0 0 0 0,0 0-1 0 0,0 1 1 0 0,-1-1 0 0 0,1 0 0 0 0,0 0 0 0 0,0 0 0 0 0,0 0 0 0 0,-1 0 0 0 0,1 0 0 0 0,0 0 0 0 0,0 0 0 0 0,0-1-1 0 0,3 1 49 0 0,17-1-28 0 0,23-4 0 0 0,-8 1-88 0 0,-26 3-145 0 0,0-1 0 0 0,1 0 0 0 0,-1-1 0 0 0,0 0 0 0 0,17-7-1 0 0,-22 8-1580 0 0,0-1 0 0 0,0 0 0 0 0,8-6 0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3:38.4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17172 0 0,'0'0'9779'0'0,"1"4"-9720"0"0,7 8-62 0 0,0 1 1 0 0,1-1-1 0 0,0 0 1 0 0,0-1 0 0 0,15 13-1 0 0,4 6-34 0 0,-7-9-159 0 0,10 13-1366 0 0,-29-31 555 0 0,1 0 0 0 0,-1 0 0 0 0,1-1 0 0 0,7 6 0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3:38.6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11803 0 0,'0'0'12474'0'0,"17"18"-12459"0"0,55 54-7 0 0,-63-63-17 0 0,0 0-1 0 0,14 20 1 0 0,-12-14-80 0 0,10 14-595 0 0,-8-9-2537 0 0,-7-13-121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3:38.8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441 2 8850 0 0,'0'0'17034'0'0,"-32"0"-16954"0"0,-99-1-20 0 0,120 1-49 0 0,0 0 0 0 0,0 0 0 0 0,-16 4-1 0 0,15-2-1 0 0,-100 9-155 0 0,64-7-3541 0 0,2 1-7068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3:39.3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16107 0 0,'0'0'10765'0'0,"7"16"-11043"0"0,2 6 275 0 0,34 70 7 0 0,23 36-34 0 0,-49-91-2 0 0,19 59-1 0 0,-20-56-150 0 0,-11-29-91 0 0,5 18 1 0 0,-1-9-2264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3:39.6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2 11811 0 0,'0'0'15151'0'0,"-10"0"-14974"0"0,-32-1-58 0 0,41 1-113 0 0,0 0 1 0 0,-1 0-1 0 0,1 0 0 0 0,0 0 1 0 0,0 0-1 0 0,0 0 0 0 0,0 0 1 0 0,0 0-1 0 0,0 1 1 0 0,-1-1-1 0 0,1 0 0 0 0,0 1 1 0 0,0-1-1 0 0,0 0 0 0 0,0 1 1 0 0,0 0-1 0 0,0-1 0 0 0,0 1 1 0 0,0 0-1 0 0,0-1 1 0 0,1 1-1 0 0,-1 0 0 0 0,0 0 1 0 0,0 0-1 0 0,0-1 0 0 0,1 1 1 0 0,-2 2-1 0 0,-1 2 9 0 0,2-4-10 0 0,1 1 0 0 0,-1-1 0 0 0,0 0-1 0 0,1 0 1 0 0,-1 0 0 0 0,1 1 0 0 0,0-1 0 0 0,0 0-1 0 0,-1 0 1 0 0,1 1 0 0 0,0-1 0 0 0,0 0 0 0 0,0 1-1 0 0,0-1 1 0 0,0 0 0 0 0,0 1 0 0 0,1-1 0 0 0,-1 0-1 0 0,0 0 1 0 0,1 1 0 0 0,-1-1 0 0 0,2 2 0 0 0,0 1 15 0 0,0 0 1 0 0,0-1-1 0 0,0 1 1 0 0,0-1 0 0 0,1 1-1 0 0,3 3 1 0 0,5 3 6 0 0,0 0 1 0 0,1-1-1 0 0,0 0 1 0 0,1-1-1 0 0,0-1 0 0 0,16 8 1 0 0,-2-4-59 0 0,1 0 0 0 0,32 6 0 0 0,-40-12-184 0 0,-1-2 1 0 0,33 3 0 0 0,-12-5-3786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3:40.1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 10050 0 0,'0'0'17783'0'0,"3"-3"-17713"0"0,6-6-34 0 0,-8 9-40 0 0,-1 0 0 0 0,0-1 0 0 0,1 1 0 0 0,-1 0 0 0 0,1 0 0 0 0,-1 0-1 0 0,0-1 1 0 0,1 1 0 0 0,-1 0 0 0 0,1 0 0 0 0,-1 0 0 0 0,0 0 0 0 0,1 0-1 0 0,-1 0 1 0 0,1 0 0 0 0,-1 0 0 0 0,1 0 0 0 0,-1 0 0 0 0,0 0 0 0 0,1 0 0 0 0,-1 1-1 0 0,1-1 1 0 0,-1 0 0 0 0,0 0 0 0 0,1 0 0 0 0,-1 1 0 0 0,1-1 0 0 0,-1 0 0 0 0,0 0-1 0 0,1 1 1 0 0,-1-1 0 0 0,0 0 0 0 0,1 0 0 0 0,-1 1 0 0 0,0-1 0 0 0,0 0-1 0 0,1 1 1 0 0,-1 0 0 0 0,1 0-8 0 0,31 32-285 0 0,2-1 0 0 0,72 51 0 0 0,-101-79 251 0 0,0-1 0 0 0,1 0 0 0 0,-1 0 0 0 0,1 0-1 0 0,0-1 1 0 0,0 0 0 0 0,0 0 0 0 0,0 0 0 0 0,0-1 0 0 0,0 0 0 0 0,11 1 0 0 0,-16-2 43 0 0,0-1 0 0 0,0 1 0 0 0,1 0 0 0 0,-1-1 0 0 0,0 0 0 0 0,0 1 0 0 0,0-1-1 0 0,0 0 1 0 0,0 1 0 0 0,0-1 0 0 0,0 0 0 0 0,-1 0 0 0 0,1 0 0 0 0,0 0 0 0 0,0 0 0 0 0,-1 0 0 0 0,1 0 0 0 0,0 0 0 0 0,0-2 0 0 0,1 0 0 0 0,0-1-1 0 0,-1 0 1 0 0,1 0-1 0 0,-1 0 1 0 0,1-4-1 0 0,5-24 80 0 0,-4 21-25 0 0,-1-1-1 0 0,0 1 0 0 0,0-17 1 0 0,-2 23-31 0 0,2-27 90 0 0,-2 30-96 0 0,0 1-1 0 0,0-1 0 0 0,1 1 1 0 0,-1 0-1 0 0,0-1 0 0 0,1 1 1 0 0,-1 0-1 0 0,1-1 0 0 0,0 1 1 0 0,-1 0-1 0 0,1 0 0 0 0,0-1 1 0 0,0 1-1 0 0,0 0 0 0 0,-1 0 1 0 0,1 0-1 0 0,0 0 0 0 0,3-2 1 0 0,-4 3-30 0 0,1 0 1 0 0,0 0 0 0 0,0-1 0 0 0,0 1-1 0 0,0 0 1 0 0,0 0 0 0 0,0 0-1 0 0,0 0 1 0 0,0 0 0 0 0,0 0-1 0 0,-1 0 1 0 0,1 0 0 0 0,0 0-1 0 0,0 0 1 0 0,0 1 0 0 0,0-1 0 0 0,0 0-1 0 0,0 0 1 0 0,0 1 0 0 0,-1-1-1 0 0,1 1 1 0 0,0-1 0 0 0,0 1-1 0 0,0 0 1 0 0,3 2-36 0 0,0 0 1 0 0,-1 1-1 0 0,5 5 0 0 0,-2-2 27 0 0,29 27-47 0 0,-7-8-196 0 0,39 50 0 0 0,-63-71-162 0 0,-1 0 0 0 0,0 0 0 0 0,-1 0 0 0 0,1 1 0 0 0,1 7 1 0 0,-2-8-421 0 0,-2-3-38 0 0,1 0 0 0 0,-1 1 0 0 0,1-1 0 0 0,-1 0 1 0 0,0 1-1 0 0,0 2 0 0 0,-1-1-2159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3:41.0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221 118 8074 0 0,'0'0'20065'0'0,"1"-19"-19729"0"0,0-5-233 0 0,2-50 433 0 0,-3 74-541 0 0,0 0 0 0 0,0 0-1 0 0,0 0 1 0 0,0 0 0 0 0,0 0-1 0 0,1 0 1 0 0,-1 0 0 0 0,0 0-1 0 0,0 0 1 0 0,0 0 0 0 0,0 0-1 0 0,0 0 1 0 0,0 0 0 0 0,0 0-1 0 0,0 0 1 0 0,1 0 0 0 0,-1 0-1 0 0,0 0 1 0 0,0 0 0 0 0,0 0-1 0 0,0 0 1 0 0,0 0 0 0 0,0 0-1 0 0,0 0 1 0 0,0 0 0 0 0,0 0-1 0 0,1 0 1 0 0,-1 0 0 0 0,0 0-1 0 0,0 0 1 0 0,0 0 0 0 0,0 0-1 0 0,0 0 1 0 0,0 0 0 0 0,0 1-1 0 0,0-1 1 0 0,0 0 0 0 0,0 0-1 0 0,0 0 1 0 0,0 0 0 0 0,0 0-1 0 0,0 0 1 0 0,0 0 0 0 0,0 0-1 0 0,0 0 1 0 0,0 1 0 0 0,0-1-1 0 0,0 0 1 0 0,0 0 0 0 0,0 0-1 0 0,0 0 1 0 0,0 0-1 0 0,0 7-22 0 0,-1-1-1 0 0,0 0 0 0 0,-1 1 0 0 0,1-1 1 0 0,-1 0-1 0 0,-1 0 0 0 0,-3 8 0 0 0,-3 8 13 0 0,-44 106 16 0 0,29-75 2 0 0,-22 72 1 0 0,38-98-15 0 0,2-8 23 0 0,1-1 0 0 0,-4 25 0 0 0,-4 92 16 0 0,10-90-27 0 0,-13 69 0 0 0,15-107-25 0 0,-1 3-151 0 0,0-1-1 0 0,-1 0 0 0 0,-5 12 0 0 0,5-17 360 0 0,1-2-257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3:41.6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58 196 13403 0 0,'0'0'14246'0'0,"-5"8"-14216"0"0,-1 11-14 0 0,4-16-7 0 0,1 1 1 0 0,0-1 0 0 0,0 1-1 0 0,0 0 1 0 0,0-1-1 0 0,0 8 1 0 0,-1 26 5 0 0,0-25 5 0 0,2 0-1 0 0,0 0 0 0 0,1 15 0 0 0,0-21-50 0 0,1 0 0 0 0,0 0 0 0 0,0 0 0 0 0,0 0 0 0 0,1 0 0 0 0,-1 0 0 0 0,2-1 0 0 0,6 11 0 0 0,-10-16 41 0 0,0 0 1 0 0,0 0-1 0 0,0 1 0 0 0,0-1 0 0 0,0 0 0 0 0,0 0 0 0 0,1 0 1 0 0,-1 1-1 0 0,0-1 0 0 0,0 0 0 0 0,0 0 0 0 0,1 0 0 0 0,-1 0 0 0 0,0 1 1 0 0,0-1-1 0 0,0 0 0 0 0,1 0 0 0 0,-1 0 0 0 0,0 0 0 0 0,0 0 1 0 0,1 0-1 0 0,-1 0 0 0 0,0 0 0 0 0,0 1 0 0 0,1-1 0 0 0,-1 0 1 0 0,0 0-1 0 0,0 0 0 0 0,1 0 0 0 0,2-7 186 0 0,-2-15-9 0 0,-1 20-164 0 0,0-9 41 0 0,0 3-37 0 0,0 1 1 0 0,0-1-1 0 0,-1 0 0 0 0,0 0 1 0 0,-4-14-1 0 0,-21-46 67 0 0,14 39 115 0 0,-12-42 0 0 0,22 65-122 0 0,1 0 0 0 0,0 0 0 0 0,0-9 0 0 0,1 14-45 0 0,1 1-120 0 0,-1 0 63 0 0,1 0-1 0 0,-1 0 1 0 0,0-1 0 0 0,1 1 0 0 0,-1 0 0 0 0,1 0 0 0 0,-1 0 0 0 0,0 0-1 0 0,1 0 1 0 0,-1 0 0 0 0,1 0 0 0 0,-1 1 0 0 0,0-1 0 0 0,1 0 0 0 0,-1 0-1 0 0,1 0 1 0 0,-1 0 0 0 0,0 0 0 0 0,1 1 0 0 0,-1-1 0 0 0,1 0 0 0 0,9 6-119 0 0,-10-5 110 0 0,58 45-340 0 0,-21-16 319 0 0,13 8-64 0 0,81 46 1 0 0,-103-70 100 0 0,0 0 0 0 0,48 15 0 0 0,-69-27 38 0 0,0 0 0 0 0,1-1 0 0 0,-1 0 0 0 0,0 0 0 0 0,0-1 0 0 0,1 0 0 0 0,10-1 0 0 0,-16 0-7 0 0,-1 1 0 0 0,0-1 0 0 0,0 1 0 0 0,0-1 0 0 0,0 0 1 0 0,0 1-1 0 0,0-1 0 0 0,0 0 0 0 0,0 0 0 0 0,0 0 0 0 0,0 0 0 0 0,0 0 0 0 0,0 0 1 0 0,-1 0-1 0 0,1 0 0 0 0,0 0 0 0 0,0-1 0 0 0,10-22 165 0 0,-10 20-164 0 0,1-1-7 0 0,-1 0 0 0 0,0 0 0 0 0,0 0 0 0 0,0-1 0 0 0,0 1 0 0 0,-1 0 0 0 0,0-7 0 0 0,0-8 6 0 0,2-66-23 0 0,-3 75-57 0 0,0 0-1 0 0,-1 0 0 0 0,0 1 1 0 0,-1-1-1 0 0,-7-18 0 0 0,7 19-475 0 0,-2 0-1 0 0,1 0 0 0 0,-2 1 1 0 0,1-1-1 0 0,-1 1 1 0 0,-1 0-1 0 0,1 1 0 0 0,-9-9 1 0 0,1 4-5527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3:52.5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82 116 976 0 0,'0'0'10852'0'0,"3"-13"-9320"0"0,1-8-895 0 0,8-39 3151 0 0,-12 39 1336 0 0,0 30-5767 0 0,-1 15 519 0 0,0-16 126 0 0,0 1-1 0 0,1 11 1 0 0,4 166-29 0 0,-5-114 42 0 0,-3 46 12 0 0,-1-26-14 0 0,-11 329 181 0 0,-2-290-130 0 0,9-76-38 0 0,-2 18-2 0 0,-25 229 132 0 0,34 90 442 0 0,26-194-311 0 0,-3-30-85 0 0,-9-44-53 0 0,8 95 16 0 0,-16-166-114 0 0,8 219 174 0 0,0 3 87 0 0,31 145 124 0 0,-10-72-248 0 0,-34-192-159 0 0,-6-59 1 0 0,1-26 8 0 0,2-11 72 0 0,-15 81-1 0 0,16-122-109 0 0,2-14-28 0 0,1-1-1 0 0,-1 1 1 0 0,0 0-1 0 0,0 0 1 0 0,-1 0-1 0 0,0-1 1 0 0,1 1 0 0 0,-5 5-1 0 0,3-3-1260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3:54.0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1 119 1920 0 0,'0'0'9800'0'0,"0"-2"-9035"0"0,0-7 4770 0 0,6 9-5152 0 0,40 0 567 0 0,323-7 900 0 0,752-31-826 0 0,-768 35-684 0 0,167-3 201 0 0,486 0-36 0 0,-658 7-366 0 0,87 2-103 0 0,632 25 152 0 0,-903-18-179 0 0,77 3 4 0 0,-93-7 11 0 0,379 13-82 0 0,317-10 190 0 0,-646-10-98 0 0,163-4 44 0 0,-23-13 65 0 0,169-29 50 0 0,56-10-140 0 0,-332 49-18 0 0,-181 7-39 0 0,362 1-19 0 0,-103 15-6 0 0,-173-7 33 0 0,258 21 36 0 0,-6-1-12 0 0,-297-22-30 0 0,267 8 29 0 0,-41-12-11 0 0,267-3 95 0 0,-341-13 8 0 0,-104 4-97 0 0,-124 9-23 0 0,737-30-352 0 0,-580 31-2396 0 0,-136 0-1514 0 0,0 0-3297 0 0,-25 0-2455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3:54.9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104 89 6793 0 0,'0'0'14263'0'0,"14"-14"-14172"0"0,3-5-75 0 0,36-37-6 0 0,-43 72-780 0 0,3 4 722 0 0,-2 1 0 0 0,0 1 0 0 0,14 38 0 0 0,-18-35 29 0 0,-1 0-1 0 0,0 1 1 0 0,-2 0-1 0 0,1 26 1 0 0,-2-19 8 0 0,0 101 4 0 0,-4-81 2 0 0,-6 112 14 0 0,2-60 30 0 0,-5 49 49 0 0,5-28 43 0 0,3-42-7 0 0,-5 58 45 0 0,-28 374 515 0 0,-26-110-437 0 0,41-265-171 0 0,1-4-36 0 0,-31 192 26 0 0,33-202-7 0 0,-11 84-15 0 0,13-81-16 0 0,8-64 10 0 0,4 112-1 0 0,4-107-16 0 0,3 23-3 0 0,18 100 0 0 0,1 8-2 0 0,-13-80-17 0 0,4 63 13 0 0,-13-110-17 0 0,3 67 21 0 0,-2 41 28 0 0,-3-98-31 0 0,9 78 11 0 0,-2-90-21 0 0,2 12-3 0 0,-2-15-10 0 0,-3-32 6 0 0,1 0-59 0 0,1 12-309 0 0,-2 73-1 0 0,-3-119-234 0 0,-1 0-1 0 0,0 1 0 0 0,0-1 1 0 0,0 0-1 0 0,-3 7 0 0 0,-7 7-7975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3:56.2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13262 315 4073 0 0,'0'0'6541'0'0,"-30"-13"-5949"0"0,-95-42-71 0 0,111 48-143 0 0,-30-10 0 0 0,34 15-198 0 0,-14-5 143 0 0,0 0 1 0 0,-1 2-1 0 0,0 1 1 0 0,-42-1-1 0 0,15 5-123 0 0,1-3 0 0 0,0-2 1 0 0,-73-16-1 0 0,-180-39 1851 0 0,284 57-1966 0 0,-320-41 620 0 0,-1 19-535 0 0,-123 19 32 0 0,294 7-107 0 0,-1180-1 1446 0 0,1000-7-1096 0 0,183 2-276 0 0,-880-9 338 0 0,1010 14-500 0 0,-757 14-16 0 0,546-6 39 0 0,-873 33 89 0 0,608-31-23 0 0,483-10-92 0 0,7 0 7 0 0,-481 13 143 0 0,-93 9-19 0 0,123-7 76 0 0,319-11-134 0 0,146-3-69 0 0,-482 10 593 0 0,-173-9-172 0 0,-25-20 14 0 0,371 9-129 0 0,98 8 78 0 0,117 1-301 0 0,-38 7-39 0 0,0 0 43 0 0,54-6-53 0 0,-169-5-46 0 0,129-3-117 0 0,-31-3-1535 0 0,55 2-5654 0 0,80 5 1750 0 0,7 1-4142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3:56.6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11002 0 0,'0'0'3222'0'0,"0"32"-2830"0"0,2 105-65 0 0,2-57 17 0 0,-3-68-293 0 0,28 144-1062 0 0,-22-125-2058 0 0,-4-14-1313 0 0,-2-5-2494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3:58.0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46 1552 0 0,'0'0'19044'0'0,"3"-8"-17526"0"0,7-22-242 0 0,-7 22 3765 0 0,-3 23-4629 0 0,0-11-409 0 0,1 0 0 0 0,0 1 0 0 0,0-1 0 0 0,0 0 0 0 0,1 0 0 0 0,2 6 0 0 0,2 7 14 0 0,2 8 23 0 0,13 25 1 0 0,-10-26-26 0 0,8 30 1 0 0,-13-37-13 0 0,-4-10 6 0 0,1 1-1 0 0,-1-1 1 0 0,-1 1-1 0 0,1 0 1 0 0,0 9 0 0 0,-2 25-200 0 0,-1-42 141 0 0,1 0 1 0 0,0 1-1 0 0,0-1 1 0 0,0 0-1 0 0,0 0 1 0 0,0 0 0 0 0,0 1-1 0 0,0-1 1 0 0,0 0-1 0 0,-1 0 1 0 0,1 0-1 0 0,0 1 1 0 0,0-1-1 0 0,0 0 1 0 0,-1 0-1 0 0,1 0 1 0 0,0 0-1 0 0,0 1 1 0 0,0-1-1 0 0,-1 0 1 0 0,1 0 0 0 0,0 0-1 0 0,0 0 1 0 0,0 0-1 0 0,-1 0 1 0 0,1 0-1 0 0,0 0 1 0 0,0 0-1 0 0,-1 0 1 0 0,1 0-1 0 0,0 0 1 0 0,-1 0-1 0 0,-9-1-2737 0 0,6-1 1017 0 0,0-1 0 0 0,0 1-1 0 0,1-1 1 0 0,-1 1 0 0 0,1-1 0 0 0,-5-5-1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3:58.4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65 11138 0 0,'0'0'15641'0'0,"16"-11"-15506"0"0,54-31-37 0 0,-66 40-92 0 0,0 1 0 0 0,0-1 0 0 0,0 0-1 0 0,1 1 1 0 0,-1 0 0 0 0,0 0-1 0 0,1 0 1 0 0,-1 1 0 0 0,1-1-1 0 0,-1 1 1 0 0,1 0 0 0 0,6 1 0 0 0,5 0 7 0 0,2 0-2 0 0,-1 0-1 0 0,0 1 0 0 0,1 1 1 0 0,18 6-1 0 0,65 26 12 0 0,-54-15-20 0 0,-2 1 1 0 0,66 43 0 0 0,-100-57-7 0 0,-1 0 0 0 0,1 1 0 0 0,-1 1 0 0 0,0 0 1 0 0,12 16-1 0 0,-18-20-2 0 0,0 0-1 0 0,0 1 1 0 0,-1 0 0 0 0,0-1 0 0 0,0 1 0 0 0,0 1 0 0 0,-1-1 0 0 0,0 0 0 0 0,0 1-1 0 0,-1-1 1 0 0,1 1 0 0 0,-1 10 0 0 0,0-10 7 0 0,-1 0 0 0 0,-1 0 0 0 0,1-1 0 0 0,-1 1 0 0 0,0 0 0 0 0,-1-1-1 0 0,1 1 1 0 0,-1-1 0 0 0,-1 0 0 0 0,1 0 0 0 0,-1 1 0 0 0,0-1 0 0 0,-1-1 0 0 0,1 1 0 0 0,-1-1 0 0 0,0 1 0 0 0,0-1 0 0 0,-9 8-1 0 0,1-2 59 0 0,0-1-1 0 0,-1 0 0 0 0,0-1 0 0 0,0 0 0 0 0,-1-1 0 0 0,0-1 0 0 0,-25 10 0 0 0,9-6 62 0 0,-1-2-1 0 0,-60 9 0 0 0,74-16-536 0 0,-1-1 0 0 0,-20-2 1 0 0,8 1-1104 0 0,21-1 108 0 0,-1 1-1 0 0,1-1 0 0 0,-13-3 1 0 0,-10-6-8037 0 0,20 7-601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3:58.8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14875 0 0,'0'0'12075'0'0,"5"11"-12103"0"0,30 71 41 0 0,32 64 3 0 0,-58-124-55 0 0,6 26-1 0 0,-10-39 183 0 0,-3-7-814 0 0,-3-5-2788 0 0,-4-6 182 0 0,0 0 0 0 0,-11-15 0 0 0,3 5-2639 0 0,6 8-1222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3:59.1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1 129 7482 0 0,'0'0'20204'0'0,"16"-10"-19852"0"0,53-33-60 0 0,-60 37-157 0 0,1 0 0 0 0,0 1 0 0 0,12-6 0 0 0,-11 7-85 0 0,6-3-20 0 0,-1 1 0 0 0,1 0 1 0 0,0 2-1 0 0,32-5 1 0 0,-45 8-52 0 0,0 1 1 0 0,0-1-1 0 0,-1 0 1 0 0,1 0-1 0 0,0 0 1 0 0,0 0-1 0 0,5-3 1 0 0,-6 3-1379 0 0,-11 2-4843 0 0,5 0 5294 0 0,0-1-1 0 0,0 1 1 0 0,0 0-1 0 0,1 1 1 0 0,-1-1 0 0 0,0 0-1 0 0,-4 4 1 0 0,-12 5-5808 0 0,8-6-168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3:59.4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64 1424 0 0,'0'0'25434'0'0,"7"-2"-24498"0"0,3-3-766 0 0,0 0 0 0 0,0 0-1 0 0,0 1 1 0 0,20-5 0 0 0,45-5-39 0 0,-74 14-132 0 0,8-1-58 0 0,1 0-1 0 0,0-1 1 0 0,-1-1-1 0 0,12-4 0 0 0,-15 2-546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3:59.8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37 10514 0 0,'0'0'17688'0'0,"5"-7"-17672"0"0,13-20-61 0 0,-18 27 43 0 0,1-1 0 0 0,-1 1 0 0 0,0 0 0 0 0,0 0 0 0 0,0 0-1 0 0,0 0 1 0 0,0 0 0 0 0,0 0 0 0 0,0 0 0 0 0,0-1 0 0 0,0 1 0 0 0,1 0 0 0 0,-1 0 0 0 0,0 0 0 0 0,0 0 0 0 0,0 0 0 0 0,0 0 0 0 0,0 0 0 0 0,1 0 0 0 0,-1 0 0 0 0,0 0 0 0 0,0 0 0 0 0,0 0 0 0 0,0 0 0 0 0,0 0 0 0 0,1 0 0 0 0,-1 0 0 0 0,0 0 0 0 0,0 0 0 0 0,0 0 0 0 0,0 0 0 0 0,0 0 0 0 0,1 0 0 0 0,-1 0 0 0 0,0 0-1 0 0,0 0 1 0 0,0 0 0 0 0,0 0 0 0 0,0 0 0 0 0,0 0 0 0 0,1 1 0 0 0,-1-1 0 0 0,0 0 0 0 0,0 0 0 0 0,0 0 0 0 0,0 0 0 0 0,0 0 0 0 0,0 0 0 0 0,0 0 0 0 0,0 1 0 0 0,0-1 0 0 0,0 0 0 0 0,1 0 0 0 0,-1 0 0 0 0,0 0 0 0 0,0 0 0 0 0,0 0 0 0 0,0 1 0 0 0,0-1 0 0 0,0 0 0 0 0,0 0 0 0 0,0 0 0 0 0,3 13-50 0 0,-3-11 41 0 0,22 67-9 0 0,-10-35 21 0 0,35 89-19 0 0,-32-86 29 0 0,-6-13-100 0 0,11 37 0 0 0,-10-33-850 0 0,-10-28 356 0 0,-9-15-14135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4:00.1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502 19 16339 0 0,'0'0'12062'0'0,"-16"-3"-12041"0"0,-50-11-6 0 0,64 14-15 0 0,0-1 0 0 0,-1 1 1 0 0,1 0-1 0 0,0-1 0 0 0,-1 1 1 0 0,1 0-1 0 0,0 0 0 0 0,-1 1 0 0 0,1-1 1 0 0,0 0-1 0 0,-1 1 0 0 0,1 0 1 0 0,0-1-1 0 0,0 1 0 0 0,-4 2 0 0 0,-3 1-3 0 0,-132 51-180 0 0,-24-8-4184 0 0,127-38-653 0 0,11 0-4350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6:07.2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16 5177 0 0,'0'0'17149'0'0,"-6"-2"-16465"0"0,-1-2-470 0 0,2 2 36 0 0,0 0-1 0 0,0 0 1 0 0,-9-2 0 0 0,16 12 3180 0 0,16 31-3372 0 0,18 41 132 0 0,9 22-18 0 0,-8-16-65 0 0,-14-29-40 0 0,-10-20 17 0 0,-9-24-504 0 0,-6-12-876 0 0,-3-6 149 0 0,-20-29-3369 0 0,-4-4-5327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6:07.8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 8850 0 0,'0'0'16646'0'0,"9"-6"-16602"0"0,-3 2-43 0 0,-1 0-3 0 0,0 1-1 0 0,0 0 1 0 0,0 0-1 0 0,1 0 1 0 0,-1 1-1 0 0,1-1 1 0 0,-1 1-1 0 0,1 1 1 0 0,0-1-1 0 0,9 0 0 0 0,252-3 18 0 0,-224 8-48 0 0,-1 2-1 0 0,48 13 1 0 0,-84-17-5 0 0,0 0 1 0 0,0 1-1 0 0,-1 0 1 0 0,1 1-1 0 0,-1-1 0 0 0,1 1 1 0 0,5 4-1 0 0,-10-7 12 0 0,0 1-1 0 0,0 0 0 0 0,0 0 1 0 0,0 0-1 0 0,0 0 0 0 0,0 0 1 0 0,0 0-1 0 0,0 0 1 0 0,0 0-1 0 0,0 1 0 0 0,-1-1 1 0 0,1 0-1 0 0,0 1 1 0 0,-1-1-1 0 0,1 0 0 0 0,-1 1 1 0 0,0-1-1 0 0,1 0 1 0 0,-1 1-1 0 0,0-1 0 0 0,0 1 1 0 0,0-1-1 0 0,0 0 0 0 0,0 1 1 0 0,0-1-1 0 0,0 1 1 0 0,0-1-1 0 0,-1 1 0 0 0,1-1 1 0 0,-1 0-1 0 0,1 1 1 0 0,-1-1-1 0 0,1 0 0 0 0,-1 0 1 0 0,-1 3-1 0 0,0-2 17 0 0,0 1-1 0 0,0 0 1 0 0,-1-1 0 0 0,1 1-1 0 0,-1-1 1 0 0,1 0 0 0 0,-1 0-1 0 0,-4 3 1 0 0,-27 13 91 0 0,23-12-53 0 0,-19 8 55 0 0,18-8-71 0 0,-1 0 0 0 0,-12 9 0 0 0,20-12-16 0 0,2-1 1 0 0,1-1 0 0 0,-1 1-1 0 0,1 0 1 0 0,-1 0 0 0 0,1 0-1 0 0,-3 4 1 0 0,4-5 9 0 0,0 1 0 0 0,1-1 0 0 0,-1 0 0 0 0,1 1-1 0 0,-1-1 1 0 0,1 1 0 0 0,-1-1 0 0 0,1 1 0 0 0,0-1 0 0 0,0 1 0 0 0,0 0 0 0 0,0-1 0 0 0,0 1 0 0 0,0-1-1 0 0,0 1 1 0 0,1 2 0 0 0,-1-3 7 0 0,1 1 0 0 0,-1-1 0 0 0,1 1 0 0 0,0-1-1 0 0,-1 1 1 0 0,1-1 0 0 0,0 1 0 0 0,0-1 0 0 0,0 1 0 0 0,0-1-1 0 0,0 0 1 0 0,1 0 0 0 0,-1 0 0 0 0,0 1 0 0 0,3 0 0 0 0,26 15 187 0 0,-23-13-148 0 0,138 57 188 0 0,-42-18-139 0 0,-99-42-103 0 0,3 2-49 0 0,1 1 1 0 0,-1 0-1 0 0,12 8 0 0 0,-17-11 39 0 0,0 0 1 0 0,-1 1-1 0 0,1-1 0 0 0,-1 1 1 0 0,0-1-1 0 0,1 1 1 0 0,-1-1-1 0 0,0 1 0 0 0,0 0 1 0 0,0 0-1 0 0,0 0 1 0 0,0 0-1 0 0,0 0 0 0 0,0 0 1 0 0,-1 0-1 0 0,1 0 0 0 0,-1 0 1 0 0,0 0-1 0 0,1 3 1 0 0,-1-3 0 0 0,0 0 1 0 0,0 0-1 0 0,0 0 1 0 0,0 0 0 0 0,-1 0-1 0 0,1 0 1 0 0,-1 0 0 0 0,1 0-1 0 0,-1 0 1 0 0,0 0-1 0 0,-1 2 1 0 0,0-1 20 0 0,0-1 1 0 0,0 0-1 0 0,0 0 1 0 0,0 0-1 0 0,-1 0 0 0 0,1 0 1 0 0,-3 1-1 0 0,-9 5 63 0 0,1-1 1 0 0,-1 0-1 0 0,0-1 0 0 0,0 0 0 0 0,-1-1 0 0 0,0-1 0 0 0,0 0 1 0 0,-21 1-1 0 0,-14 0 158 0 0,-60-2 1 0 0,91-3-181 0 0,6-1-205 0 0,-1 1 1 0 0,-23-6 0 0 0,31 5-442 0 0,0 0-1 0 0,0-1 1 0 0,0 0-1 0 0,1 0 1 0 0,-1-1-1 0 0,0 0 1 0 0,1 0-1 0 0,-7-5 1 0 0,11 7 210 0 0,-1 0 1 0 0,1 0-1 0 0,0 0 1 0 0,0 0-1 0 0,0 0 0 0 0,0 0 1 0 0,1 0-1 0 0,-1 0 1 0 0,0 0-1 0 0,0 0 0 0 0,1-1 1 0 0,-2-1-1 0 0,1-11-10628 0 0,1 9 6975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6:08.3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188 21 11162 0 0,'0'0'15033'0'0,"-28"-4"-14852"0"0,-83-11-75 0 0,84 13-67 0 0,21 4-6 0 0,4 0-22 0 0,1-1 1 0 0,0 1 0 0 0,-1-1-1 0 0,1 1 1 0 0,0 0 0 0 0,0 0-1 0 0,0 0 1 0 0,0 0-1 0 0,0-1 1 0 0,1 1 0 0 0,-1 0-1 0 0,0 0 1 0 0,1 1 0 0 0,-1-1-1 0 0,1 0 1 0 0,0 2 0 0 0,-1 7 100 0 0,2 20 1 0 0,-1-24-64 0 0,1 0-5 0 0,0-1 0 0 0,0 1 0 0 0,1-1 1 0 0,0 0-1 0 0,0 0 0 0 0,0 0 0 0 0,1 0 0 0 0,0 0 1 0 0,0 0-1 0 0,0-1 0 0 0,1 1 0 0 0,0-1 0 0 0,0 0 1 0 0,0 0-1 0 0,10 8 0 0 0,-3-4 28 0 0,-1-1 0 0 0,1 0-1 0 0,1-1 1 0 0,-1 0 0 0 0,1 0 0 0 0,21 7-1 0 0,-27-12-37 0 0,0 0 0 0 0,0 0-1 0 0,0-1 1 0 0,0 0 0 0 0,0 0-1 0 0,0-1 1 0 0,10 1 0 0 0,-14-1-30 0 0,0-1 0 0 0,0 1 1 0 0,0 0-1 0 0,0-1 0 0 0,0 1 1 0 0,0-1-1 0 0,0 1 1 0 0,0-1-1 0 0,0 0 0 0 0,0 0 1 0 0,-1 0-1 0 0,1 0 0 0 0,0 0 1 0 0,0 0-1 0 0,-1-1 0 0 0,1 1 1 0 0,-1-1-1 0 0,1 1 1 0 0,-1-1-1 0 0,0 1 0 0 0,0-1 1 0 0,1 0-1 0 0,-1 0 0 0 0,0 1 1 0 0,1-4-1 0 0,0-1-25 0 0,0 0-1 0 0,-1 0 0 0 0,0-1 1 0 0,0 1-1 0 0,0 0 1 0 0,-1-1-1 0 0,0 1 1 0 0,0-1-1 0 0,-2-10 1 0 0,1 7-10 0 0,-2-1 0 0 0,0 0 0 0 0,0 0 0 0 0,-8-16 1 0 0,9 24 32 0 0,1 0 0 0 0,0-1 1 0 0,0 1-1 0 0,0 0 0 0 0,0 0 1 0 0,1 0-1 0 0,-1-5 0 0 0,1 7-12 0 0,1 4-529 0 0,2 3 482 0 0,1-1 1 0 0,-1 0-1 0 0,1 0 0 0 0,0 0 1 0 0,1 0-1 0 0,-1-1 1 0 0,7 5-1 0 0,-3-1 58 0 0,4 3-127 0 0,1 0 1 0 0,0-1-1 0 0,16 10 1 0 0,-22-17-938 0 0,0 1 1 0 0,0-1-1 0 0,9 3 1 0 0,-10-4-1685 0 0,0 0 1 0 0,0-1 0 0 0,0 0-1 0 0,12 0 1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6:08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41 10530 0 0,'0'0'13875'0'0,"-30"-7"-13623"0"0,-88-22-105 0 0,93 24-100 0 0,25 5-46 0 0,0 0 0 0 0,-1 0 0 0 0,1 0 0 0 0,0 0 0 0 0,0 0 0 0 0,0 0 0 0 0,0 0 0 0 0,0 0 0 0 0,-1 0 0 0 0,1 0 0 0 0,0 0 0 0 0,0 0 0 0 0,0 0 0 0 0,0 0 0 0 0,0 0 0 0 0,-1 0 0 0 0,1 0 0 0 0,0 1 0 0 0,0-1 0 0 0,0 0 0 0 0,0 0 0 0 0,0 0 0 0 0,0 0 0 0 0,-1 0 0 0 0,1 0 0 0 0,0 0 0 0 0,0 0 0 0 0,0 0 0 0 0,0 0 0 0 0,0 1 0 0 0,0-1 0 0 0,0 0 0 0 0,0 0 0 0 0,0 0 0 0 0,0 0 0 0 0,-1 1 0 0 0,1-1 0 0 0,-1 4 42 0 0,0 1 0 0 0,1-1 0 0 0,-1 1 0 0 0,1 0 0 0 0,-1-1 0 0 0,1 1 0 0 0,1 0 0 0 0,-1-1 0 0 0,1 1 1 0 0,1 5-1 0 0,0-3 30 0 0,1 1 0 0 0,0-1 1 0 0,0 0-1 0 0,0 0 0 0 0,8 10 1 0 0,1-1 88 0 0,0-1 0 0 0,1 0 0 0 0,30 25 0 0 0,-22-22-54 0 0,2-2 0 0 0,36 21 0 0 0,-49-32-86 0 0,8 5-8 0 0,26 19 1 0 0,-44-28-25 0 0,0-1 0 0 0,0 0 0 0 0,1 0 1 0 0,-1 0-1 0 0,0 0 0 0 0,0 0 0 0 0,0 1 0 0 0,1-1 1 0 0,-1 0-1 0 0,0 0 0 0 0,0 0 0 0 0,0 1 0 0 0,0-1 1 0 0,1 0-1 0 0,-1 0 0 0 0,0 0 0 0 0,0 1 0 0 0,0-1 1 0 0,0 0-1 0 0,0 0 0 0 0,0 1 0 0 0,0-1 1 0 0,0 0-1 0 0,0 0 0 0 0,0 1 0 0 0,0-1 0 0 0,0 0 1 0 0,0 1-1 0 0,0-1 0 0 0,0 0 0 0 0,0 0 0 0 0,0 1 1 0 0,0-1-1 0 0,-8 5-72 0 0,-13 0 175 0 0,-2-2-20 0 0,-1-1-1 0 0,0-1 0 0 0,-30-4 1 0 0,13-4-1047 0 0,37 6 537 0 0,-1 0 1 0 0,1-1-1 0 0,0 1 0 0 0,0-1 0 0 0,0 0 1 0 0,0 0-1 0 0,-4-3 0 0 0,-10-14-4559 0 0,9 4-3207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6:08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5057 0 0,'0'0'20662'0'0,"15"15"-20413"0"0,45 44-63 0 0,-35-32 67 0 0,12 14 108 0 0,-34-38-634 0 0,0 0 0 0 0,1 0-1 0 0,-1-1 1 0 0,1 1 0 0 0,-1-1-1 0 0,1 0 1 0 0,4 2-1 0 0,5-1-4357 0 0,2-2-5346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6:09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13939 0 0,'0'0'8777'0'0,"1"6"-10190"0"0,5 62-460 0 0,-4-19-7739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6:09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216 0 12763 0 0,'0'0'9212'0'0,"-10"1"-9216"0"0,-30 2-6 0 0,40-3 10 0 0,-1 0 0 0 0,1 0 1 0 0,-1 0-1 0 0,1 0 1 0 0,-1 0-1 0 0,1 0 0 0 0,-1 1 1 0 0,0-1-1 0 0,1 0 1 0 0,-1 0-1 0 0,1 1 0 0 0,-1-1 1 0 0,1 0-1 0 0,0 0 1 0 0,-1 1-1 0 0,1-1 0 0 0,-1 1 1 0 0,1-1-1 0 0,-1 1 1 0 0,1 6 22 0 0,0-5-6 0 0,1 1 32 0 0,0 1 1 0 0,-1-1 0 0 0,1 0 0 0 0,0 0-1 0 0,0 1 1 0 0,1-1 0 0 0,-1 0-1 0 0,1 0 1 0 0,-1 0 0 0 0,1 0-1 0 0,0-1 1 0 0,0 1 0 0 0,4 4 0 0 0,2 1 114 0 0,0 0 1 0 0,16 12-1 0 0,26 12 95 0 0,-8-6-127 0 0,-30-19-104 0 0,5 4 25 0 0,-17-10-55 0 0,1 0 0 0 0,0 0 1 0 0,0-1-1 0 0,-1 1 0 0 0,1 0 1 0 0,-1 0-1 0 0,1 0 0 0 0,-1 0 1 0 0,1 0-1 0 0,-1 0 0 0 0,0 0 1 0 0,0 0-1 0 0,1 1 0 0 0,-1-1 0 0 0,0 0 1 0 0,0 2-1 0 0,0-2 10 0 0,-1 0-1 0 0,1 0 1 0 0,-1 0-1 0 0,1 0 1 0 0,-1 0 0 0 0,0 0-1 0 0,1 0 1 0 0,-1-1-1 0 0,0 1 1 0 0,1 0 0 0 0,-1 0-1 0 0,0-1 1 0 0,-1 2-1 0 0,-15 9 168 0 0,5-5-52 0 0,0-1-1 0 0,-1-1 1 0 0,1 0-1 0 0,-1-1 1 0 0,-21 3-1 0 0,-92 8-1445 0 0,84-11-2725 0 0,0-1-4594 0 0,29-1-1418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6:10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1 13451 0 0,'0'0'11074'0'0,"-28"-1"-11011"0"0,-84 2 36 0 0,110-1-95 0 0,0 0 0 0 0,0 1 0 0 0,0-1 1 0 0,0 0-1 0 0,0 1 0 0 0,0-1 0 0 0,1 1 1 0 0,-1 0-1 0 0,0 0 0 0 0,0 0 1 0 0,1 0-1 0 0,-3 1 0 0 0,4-2 0 0 0,-1 1 0 0 0,1 0-1 0 0,-1-1 1 0 0,1 1 0 0 0,-1 0 0 0 0,1 0 0 0 0,0-1-1 0 0,-1 1 1 0 0,1 0 0 0 0,0 0 0 0 0,0-1-1 0 0,0 1 1 0 0,-1 0 0 0 0,1 0 0 0 0,0 1 0 0 0,-3 34 205 0 0,3 44 1 0 0,1-60-132 0 0,1-1-1 0 0,1 1 1 0 0,10 35-1 0 0,45 98 259 0 0,-2-9-304 0 0,-19-39-1794 0 0,-36-102 1400 0 0,0 0-1 0 0,0-1 1 0 0,1 1-1 0 0,-1 0 1 0 0,0-1-1 0 0,1 1 1 0 0,0-1-1 0 0,-1 1 1 0 0,1-1-1 0 0,3 3 1 0 0,5 2-4272 0 0,3-4-3595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6:10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346 37 12787 0 0,'0'0'11243'0'0,"-30"-5"-10740"0"0,-94-15-57 0 0,108 17-195 0 0,-27 0 1 0 0,31 3-91 0 0,-39 0 635 0 0,9 1-1492 0 0,14-3-4683 0 0,42-3-6538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6:11.2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17 6577 0 0,'0'0'16659'0'0,"0"2"-16263"0"0,-1 0-299 0 0,0 1 0 0 0,0 0 0 0 0,1-1 0 0 0,0 1 0 0 0,-1 0 0 0 0,1-1 0 0 0,0 1 0 0 0,0-1 0 0 0,0 1 0 0 0,1 0 0 0 0,-1-1-1 0 0,1 1 1 0 0,-1 0 0 0 0,1-1 0 0 0,0 1 0 0 0,0-1 0 0 0,0 1 0 0 0,0-1 0 0 0,0 0 0 0 0,1 0 0 0 0,-1 1 0 0 0,1-1 0 0 0,0 0 0 0 0,2 2 0 0 0,5 4 16 0 0,1 0 1 0 0,0-1-1 0 0,1 0 0 0 0,0-1 0 0 0,0 0 0 0 0,0 0 1 0 0,24 7-1 0 0,-32-12-128 0 0,0-1-1 0 0,0 1 1 0 0,0 0 0 0 0,0-1 0 0 0,1 0-1 0 0,-1 1 1 0 0,0-1 0 0 0,0 0 0 0 0,1-1-1 0 0,-1 1 1 0 0,0-1 0 0 0,0 1 0 0 0,0-1 0 0 0,0 0-1 0 0,0 0 1 0 0,0 0 0 0 0,0-1 0 0 0,0 1-1 0 0,0-1 1 0 0,3-2 0 0 0,-3 1-14 0 0,0 1 0 0 0,-1-1 1 0 0,1 1-1 0 0,-1-1 0 0 0,0 0 0 0 0,0 0 1 0 0,0 0-1 0 0,0 0 0 0 0,0-1 0 0 0,-1 1 1 0 0,1 0-1 0 0,-1-1 0 0 0,0 1 0 0 0,0-1 1 0 0,0 1-1 0 0,0-1 0 0 0,-1-5 0 0 0,2-61 177 0 0,-2 70-110 0 0,7 7-470 0 0,7 9 461 0 0,0 0 1 0 0,1-1 0 0 0,1-1 0 0 0,0 0-1 0 0,25 15 1 0 0,-31-22-438 0 0,-6-4 151 0 0,1 0-1 0 0,0-1 1 0 0,9 5-1 0 0,-11-6-860 0 0,1-1 0 0 0,-1 1-1 0 0,0 0 1 0 0,0-1-1 0 0,5 0 1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6:11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 10378 0 0,'0'0'14139'0'0,"0"2"-14045"0"0,0 0-67 0 0,0 0 1 0 0,0 0 0 0 0,0 0 0 0 0,0 0 0 0 0,0 0 0 0 0,1 0 0 0 0,-1 0-1 0 0,1-1 1 0 0,-1 1 0 0 0,1 0 0 0 0,0 0 0 0 0,0 0 0 0 0,0 0 0 0 0,0-1-1 0 0,0 1 1 0 0,0 0 0 0 0,3 2 0 0 0,-2-1 18 0 0,0-1 0 0 0,1 1 0 0 0,0-1-1 0 0,-1 0 1 0 0,1 0 0 0 0,0 0 0 0 0,0 0 0 0 0,0 0-1 0 0,0 0 1 0 0,4 0 0 0 0,-3 0-63 0 0,0-1 0 0 0,0-1 0 0 0,0 1 1 0 0,1-1-1 0 0,4 1 0 0 0,-8-2 1 0 0,0 1 0 0 0,0 0 1 0 0,0 0-1 0 0,-1-1 0 0 0,1 1 0 0 0,0 0 1 0 0,0-1-1 0 0,0 1 0 0 0,0-1 1 0 0,-1 1-1 0 0,1-1 0 0 0,0 0 0 0 0,0 1 1 0 0,-1-1-1 0 0,1 0 0 0 0,-1 1 1 0 0,1-1-1 0 0,0 0 0 0 0,-1 0 0 0 0,1 1 1 0 0,-1-2-1 0 0,10-20-199 0 0,-10 21 204 0 0,5-24-172 0 0,-1 2 156 0 0,3 21 65 0 0,-7 2-156 0 0,0 0 107 0 0,0 0 0 0 0,0 0 0 0 0,1 0 0 0 0,-1-1-1 0 0,0 1 1 0 0,0 0 0 0 0,0 0 0 0 0,0 0 0 0 0,0 0 0 0 0,1 0 0 0 0,-1 0-1 0 0,0 0 1 0 0,0 0 0 0 0,0 0 0 0 0,0 0 0 0 0,0 0 0 0 0,1 0-1 0 0,-1 0 1 0 0,0 0 0 0 0,0 0 0 0 0,0 0 0 0 0,0 0 0 0 0,1 0 0 0 0,-1 0-1 0 0,0 0 1 0 0,0 0 0 0 0,0 1 0 0 0,0-1 0 0 0,0 0 0 0 0,0 0-1 0 0,1 0 1 0 0,-1 0 0 0 0,0 0 0 0 0,0 0 0 0 0,0 0 0 0 0,0 0-1 0 0,0 1 1 0 0,0-1 0 0 0,0 0 0 0 0,6 4-79 0 0,5 5 111 0 0,0 0 0 0 0,0 0 0 0 0,20 9 0 0 0,2 3-521 0 0,-28-17-219 0 0,1-1-1 0 0,0 0 1 0 0,0 0 0 0 0,0 0-1 0 0,9 2 1 0 0,16 2-10178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6:11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0 7290 0 0,'0'0'15724'0'0,"-16"13"-15513"0"0,-47 40-44 0 0,44-34-69 0 0,18-18-87 0 0,-2 2 43 0 0,1 1 0 0 0,0-1-1 0 0,0 1 1 0 0,0 0 0 0 0,1-1 0 0 0,-1 1-1 0 0,1 0 1 0 0,-1 0 0 0 0,1 0 0 0 0,1 0-1 0 0,-1 0 1 0 0,0 8 0 0 0,1-8-16 0 0,0-1-1 0 0,1 1 1 0 0,-1 0 0 0 0,1-1-1 0 0,0 1 1 0 0,0 0 0 0 0,0-1 0 0 0,1 1-1 0 0,-1-1 1 0 0,1 0 0 0 0,0 1-1 0 0,-1-1 1 0 0,2 0 0 0 0,-1 0 0 0 0,0 0-1 0 0,0-1 1 0 0,1 1 0 0 0,0 0 0 0 0,0-1-1 0 0,3 3 1 0 0,3 1-29 0 0,-1 0 0 0 0,1-1 0 0 0,0 0-1 0 0,0-1 1 0 0,0 0 0 0 0,0 0 0 0 0,1-1 0 0 0,0 0 0 0 0,0-1 0 0 0,0 0 0 0 0,0-1-1 0 0,0 0 1 0 0,0 0 0 0 0,0-1 0 0 0,0 0 0 0 0,10-2 0 0 0,-15 1-176 0 0,0 0 1 0 0,0-1 0 0 0,-1 1-1 0 0,1-1 1 0 0,-1 0-1 0 0,1 0 1 0 0,-1-1 0 0 0,0 1-1 0 0,0-1 1 0 0,0 0 0 0 0,0 0-1 0 0,0 0 1 0 0,-1-1 0 0 0,1 1-1 0 0,4-7 1 0 0,-7 8-284 0 0,0 0 0 0 0,-1-1 0 0 0,1 1 0 0 0,0 0 1 0 0,-1 0-1 0 0,1-1 0 0 0,-1 1 0 0 0,0 0 0 0 0,0-4 0 0 0,-2-11-7717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6:12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0 12875 0 0,'0'0'8660'0'0,"-1"23"-8534"0"0,-6 73-5 0 0,5-79-39 0 0,1 1 0 0 0,2-1-1 0 0,-1 1 1 0 0,6 29 0 0 0,-3-31-18 0 0,3 14-130 0 0,2 0 0 0 0,1 0 0 0 0,1 0 0 0 0,24 47 0 0 0,-28-69-344 0 0,-5-7 220 0 0,-1 0 0 0 0,1 0 0 0 0,0 0 0 0 0,-1 0 0 0 0,1 0 0 0 0,0 0 0 0 0,-1 0 0 0 0,1 0 0 0 0,-1 0 0 0 0,1 2 0 0 0,-7-3-2451 0 0,4 0 2659 0 0,0-1 0 0 0,0 1 0 0 0,0-1 0 0 0,0 0 0 0 0,0 1 1 0 0,0-1-1 0 0,0 0 0 0 0,0 0 0 0 0,0-1 0 0 0,1 1 0 0 0,-1 0 1 0 0,0-1-1 0 0,1 1 0 0 0,-1-1 0 0 0,1 1 0 0 0,-1-1 0 0 0,1 0 1 0 0,0 1-1 0 0,0-1 0 0 0,0 0 0 0 0,0 0 0 0 0,0 0 0 0 0,0 0 1 0 0,0 0-1 0 0,1 0 0 0 0,-1 0 0 0 0,1 0 0 0 0,-1-4 0 0 0,1 4 47 0 0,0 0 1 0 0,0 1-1 0 0,0-1 0 0 0,1 0 0 0 0,-1 1 0 0 0,1-1 0 0 0,-1 0 0 0 0,1 1 0 0 0,0-1 1 0 0,-1 1-1 0 0,1-1 0 0 0,0 1 0 0 0,0-1 0 0 0,0 1 0 0 0,0 0 0 0 0,0-1 0 0 0,2-1 0 0 0,0 1-12 0 0,0-1 0 0 0,1 1-1 0 0,-1 0 1 0 0,0 0 0 0 0,1 0-1 0 0,-1 1 1 0 0,7-3 0 0 0,1 1 31 0 0,1 0 1 0 0,0 1-1 0 0,1 0 1 0 0,12 0 0 0 0,-23 2-65 0 0,19-1 297 0 0,21 2 1 0 0,-34 0-229 0 0,0 0 0 0 0,-1 0 1 0 0,1 1-1 0 0,-1 0 0 0 0,1 0 1 0 0,9 6-1 0 0,-6-3 78 0 0,0 1 0 0 0,-1 0 0 0 0,1 1 0 0 0,-1 0 0 0 0,11 11 0 0 0,-15-12-42 0 0,0 0 0 0 0,-1 1 0 0 0,1-1 0 0 0,-2 1 0 0 0,1 0 0 0 0,-1 1 0 0 0,0-1 0 0 0,6 15 0 0 0,-7-13-43 0 0,-1-4-37 0 0,0 0 1 0 0,-1 0 0 0 0,1 0 0 0 0,0 8 0 0 0,1 30 803 0 0,-3-42-829 0 0,0-7-2537 0 0,0 4 1710 0 0,0-1 1 0 0,-1 1-1 0 0,1 0 1 0 0,-1 0-1 0 0,1-1 1 0 0,-1 1-1 0 0,0 0 1 0 0,0 0-1 0 0,0 0 1 0 0,0 0-1 0 0,-2-3 1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6:12.7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12483 0 0,'0'0'10653'0'0,"2"3"-11587"0"0,-1-2 927 0 0,0 1 0 0 0,0 0 0 0 0,0 0 0 0 0,0 0 0 0 0,0 0 0 0 0,0 0 0 0 0,0 0 0 0 0,-1 0 0 0 0,1 4 0 0 0,3 25-642 0 0,-2-5-1298 0 0,4 5-2635 0 0,-2-10-3004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6:13.1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0 4585 0 0,'0'0'16049'0'0,"18"23"-15717"0"0,54 68-33 0 0,-56-67-160 0 0,-13-17-6 0 0,-4 1 64 0 0,0 0 1 0 0,0 0 0 0 0,-1 0-1 0 0,-4 14 1 0 0,1-4-29 0 0,4-15-135 0 0,0 0 1 0 0,0 0-1 0 0,-1 0 0 0 0,1 0 0 0 0,-1 0 0 0 0,1 0 1 0 0,-1 0-1 0 0,0 0 0 0 0,0-1 0 0 0,0 1 0 0 0,0-1 1 0 0,-1 1-1 0 0,1-1 0 0 0,-5 3 0 0 0,3-3 28 0 0,0 1 0 0 0,1-2 0 0 0,-1 1-1 0 0,0 0 1 0 0,0-1 0 0 0,0 0 0 0 0,-1 0 0 0 0,1 0 0 0 0,0 0-1 0 0,-6 0 1 0 0,2-1 40 0 0,1 0-1 0 0,-1-1 1 0 0,1 0-1 0 0,-1 0 1 0 0,1-1-1 0 0,0 1 1 0 0,-1-2-1 0 0,1 1 1 0 0,0-1-1 0 0,0 0 1 0 0,1 0-1 0 0,-11-7 1 0 0,13 7-30 0 0,0 0 0 0 0,0 0 0 0 0,1-1 1 0 0,-1 1-1 0 0,1-1 0 0 0,-1 0 0 0 0,1 1 0 0 0,0-2 0 0 0,1 1 1 0 0,-1 0-1 0 0,1 0 0 0 0,0-1 0 0 0,0 1 0 0 0,0-1 1 0 0,1 0-1 0 0,-1 0 0 0 0,1 0 0 0 0,0 1 0 0 0,1-1 1 0 0,-1 0-1 0 0,1-8 0 0 0,0 10-79 0 0,0-1 0 0 0,0 1 0 0 0,1 0 0 0 0,0-1 0 0 0,-1 1-1 0 0,1-1 1 0 0,0 1 0 0 0,1 0 0 0 0,-1 0 0 0 0,0-1 0 0 0,1 1 0 0 0,0 0 0 0 0,0 0 0 0 0,0 1 0 0 0,0-1 0 0 0,0 0-1 0 0,0 1 1 0 0,1-1 0 0 0,0 1 0 0 0,-1 0 0 0 0,1-1 0 0 0,0 1 0 0 0,0 1 0 0 0,4-3 0 0 0,0-1-278 0 0,1 1 0 0 0,1 0 1 0 0,-1 1-1 0 0,0 0 0 0 0,1 0 1 0 0,16-3-1 0 0,-11 4-3392 0 0,27 0 1 0 0,-41 2 3099 0 0,1 0 1 0 0,0 0-1 0 0,0 0 0 0 0,0 1 1 0 0,0-1-1 0 0,0 0 1 0 0,-1 0-1 0 0,1 1 1 0 0,0-1-1 0 0,0 0 0 0 0,0 1 1 0 0,-1-1-1 0 0,1 0 1 0 0,0 1-1 0 0,-1-1 1 0 0,1 1-1 0 0,1 1 0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6:13.6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5489 0 0,'0'0'15030'0'0,"2"4"-14842"0"0,1 2-130 0 0,-1-1 53 0 0,0-1 1 0 0,0 0 0 0 0,0 1 0 0 0,1-1-1 0 0,4 5 1 0 0,-6-8-50 0 0,0 0 0 0 0,0 0 0 0 0,0 0 0 0 0,0 0 0 0 0,0 0 0 0 0,0 0 0 0 0,1-1 0 0 0,-1 1 0 0 0,0 0 0 0 0,1-1 0 0 0,-1 1 0 0 0,0-1 0 0 0,1 1 0 0 0,-1-1 0 0 0,1 0 0 0 0,-1 0 0 0 0,0 0 0 0 0,1 0 0 0 0,-1 0 0 0 0,1 0 0 0 0,-1 0 0 0 0,1 0 0 0 0,-1 0 0 0 0,0-1 0 0 0,1 1 0 0 0,-1 0 0 0 0,1-1 0 0 0,-1 1 0 0 0,0-1 0 0 0,0 0 0 0 0,1 1 0 0 0,-1-1 0 0 0,0 0 0 0 0,2-2 0 0 0,4-2-105 0 0,-1 0 0 0 0,0 0 0 0 0,-1-1 0 0 0,10-11 0 0 0,-13 15 22 0 0,-1 1-1 0 0,0 0 1 0 0,0 0 0 0 0,0 0-1 0 0,1 0 1 0 0,-1 0-1 0 0,0 0 1 0 0,1 0 0 0 0,-1 1-1 0 0,1-1 1 0 0,-1 0-1 0 0,1 1 1 0 0,-1-1-1 0 0,1 1 1 0 0,0 0 0 0 0,-1-1-1 0 0,1 1 1 0 0,0 0-1 0 0,-1 0 1 0 0,1 0 0 0 0,-1 0-1 0 0,1 0 1 0 0,0 0-1 0 0,-1 1 1 0 0,1-1-1 0 0,0 1 1 0 0,-1-1 0 0 0,1 1-1 0 0,-1-1 1 0 0,1 1-1 0 0,-1 0 1 0 0,1 0 0 0 0,0 1-1 0 0,13 10 6 0 0,-1 0-1 0 0,2 0 0 0 0,27 15 0 0 0,-13-9 72 0 0,-24-13-90 0 0,1-1-1 0 0,1 0 1 0 0,-1 0 0 0 0,1 0-1 0 0,12 3 1 0 0,-5-4-1010 0 0,0 0-1 0 0,-1-1 1 0 0,1-1-1 0 0,19-1 1 0 0,-28 0 176 0 0,-5 0 430 0 0,-1 0 0 0 0,1 0 0 0 0,-1 0 0 0 0,1 0 0 0 0,0 0 0 0 0,-1 0 0 0 0,1 0 0 0 0,-1 0 0 0 0,1 0 0 0 0,-1-1-1 0 0,1 1 1 0 0,0 0 0 0 0,-1 0 0 0 0,1 0 0 0 0,-1-1 0 0 0,1 1 0 0 0,1-2-1756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6: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84 6753 0 0,'0'0'16436'0'0,"-14"-14"-16387"0"0,-45-44-37 0 0,57 57-12 0 0,1-1 0 0 0,-1 1-1 0 0,1 0 1 0 0,-1-1 0 0 0,0 1 0 0 0,0 0-1 0 0,-3-1 1 0 0,5 1 0 0 0,0 1 0 0 0,0 0-1 0 0,0 0 1 0 0,0 0 0 0 0,0 0 0 0 0,-1 0-1 0 0,1 1 1 0 0,0-1 0 0 0,0 0 0 0 0,0 0 0 0 0,0 0-1 0 0,0 0 1 0 0,-1 0 0 0 0,1 0 0 0 0,0 0-1 0 0,0 0 1 0 0,0 0 0 0 0,0 0 0 0 0,0 0 0 0 0,0 0-1 0 0,-1 0 1 0 0,1 1 0 0 0,0-1 0 0 0,0 0-1 0 0,0 0 1 0 0,0 0 0 0 0,0 0 0 0 0,0 0 0 0 0,0 0-1 0 0,0 1 1 0 0,0-1 0 0 0,0 0 0 0 0,0 0 0 0 0,0 0-1 0 0,0 0 1 0 0,-1 0 0 0 0,1 1 0 0 0,0-1-1 0 0,-1 2-5 0 0,-1 1 5 0 0,1-1-1 0 0,-1 1 1 0 0,0-1-1 0 0,1 1 1 0 0,-1 0-1 0 0,1 0 1 0 0,0-1 0 0 0,0 1-1 0 0,0 0 1 0 0,0 0-1 0 0,1 0 1 0 0,-1 0-1 0 0,1 0 1 0 0,-1 6 0 0 0,1-4 29 0 0,0 2 15 0 0,0-1-1 0 0,0 0 1 0 0,0 1 0 0 0,1-1 0 0 0,0 0 0 0 0,0 0-1 0 0,1 1 1 0 0,-1-1 0 0 0,5 9 0 0 0,-1-6 33 0 0,1 0 0 0 0,0-1 0 0 0,0 0 0 0 0,1 0 0 0 0,10 10 0 0 0,42 31 328 0 0,-36-34-313 0 0,-17-12-99 0 0,1 1-1 0 0,-1 0 0 0 0,0 0 1 0 0,-1 1-1 0 0,9 7 0 0 0,-13-10-3 0 0,0-1 0 0 0,0 0-1 0 0,0 1 1 0 0,0-1 0 0 0,0 1-1 0 0,-1-1 1 0 0,1 1 0 0 0,0-1-1 0 0,-1 1 1 0 0,1-1 0 0 0,-1 1-1 0 0,0 0 1 0 0,0-1 0 0 0,1 1-1 0 0,-1 0 1 0 0,0-1 0 0 0,0 1-1 0 0,0 0 1 0 0,-1-1 0 0 0,1 1-1 0 0,0 0 1 0 0,-1-1 0 0 0,1 1-1 0 0,-1 0 1 0 0,1-1 0 0 0,-1 1-1 0 0,0-1 1 0 0,0 1 0 0 0,-1 1-1 0 0,0 1-10 0 0,-1-1 0 0 0,0 1 0 0 0,-1 0 0 0 0,1-1 0 0 0,0 0 0 0 0,-1 0 0 0 0,-6 5-1 0 0,-31 15-268 0 0,37-21 232 0 0,-12 5-1104 0 0,-1 0 1 0 0,-24 6 0 0 0,10-3-5087 0 0,18-6-4005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6:17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1 156 5809 0 0,'0'0'14897'0'0,"8"3"-14310"0"0,22 9-46 0 0,-28-11-421 0 0,0 0 0 0 0,0-1 0 0 0,1 1 0 0 0,-1-1 0 0 0,0 1 0 0 0,0-1 0 0 0,2 1 0 0 0,4 0 367 0 0,44 7 800 0 0,-37-5-1170 0 0,0-2 0 0 0,0 1 0 0 0,26-3 0 0 0,-14 0-16 0 0,7 2 10 0 0,-11 0 32 0 0,25-3 1 0 0,-45 2-111 0 0,-1-1 0 0 0,0 1 0 0 0,1-1 0 0 0,-1 1-1 0 0,0-1 1 0 0,0 0 0 0 0,1 0 0 0 0,-1 0 0 0 0,0 0 0 0 0,0 0 0 0 0,0 0 0 0 0,0-1 0 0 0,0 1 0 0 0,0-1 0 0 0,-1 1 0 0 0,1-1 0 0 0,0 0 0 0 0,-1 0 0 0 0,1 1 0 0 0,-1-1-1 0 0,0 0 1 0 0,2-4 0 0 0,-2 4-24 0 0,0 0 0 0 0,-1 0 0 0 0,1 0 0 0 0,-1 0-1 0 0,1-1 1 0 0,-1 1 0 0 0,0 0 0 0 0,0 0 0 0 0,0 0 0 0 0,0 0-1 0 0,-1-1 1 0 0,1 1 0 0 0,0 0 0 0 0,-1 0 0 0 0,0 0-1 0 0,1 0 1 0 0,-1 0 0 0 0,0 0 0 0 0,0 0 0 0 0,0 0 0 0 0,0 0-1 0 0,-1 0 1 0 0,1 1 0 0 0,0-1 0 0 0,-2-1 0 0 0,-10-10-7 0 0,1 0 0 0 0,-2 1 0 0 0,0 0 1 0 0,-15-9-1 0 0,22 16 25 0 0,-1 1 0 0 0,1 1 0 0 0,-1-1 0 0 0,0 1 0 0 0,1 0 0 0 0,-1 1 0 0 0,-1 0 0 0 0,1 0 0 0 0,0 1 0 0 0,-17-1 0 0 0,24 2-25 0 0,0 0 0 0 0,-1 0 0 0 0,1 1 1 0 0,0-1-1 0 0,0 1 0 0 0,-1-1 0 0 0,1 1 1 0 0,0-1-1 0 0,0 1 0 0 0,0-1 0 0 0,0 1 0 0 0,0 0 1 0 0,0 0-1 0 0,0 0 0 0 0,0 0 0 0 0,0 0 0 0 0,-1 1 1 0 0,-15 21 31 0 0,10-11-12 0 0,-14 24 27 0 0,1-8-5 0 0,-12 15-17 0 0,30-41 16 0 0,1 0 1 0 0,-1 0 0 0 0,1 0 0 0 0,0 0-1 0 0,-1 1 1 0 0,1-1 0 0 0,0 0-1 0 0,1 1 1 0 0,-2 3 0 0 0,2-4-5 0 0,-1-1 1 0 0,1 1-1 0 0,0-1 0 0 0,0 0 1 0 0,0 1-1 0 0,0-1 1 0 0,0 1-1 0 0,0-1 0 0 0,0 1 1 0 0,1-1-1 0 0,-1 0 1 0 0,0 1-1 0 0,1-1 0 0 0,-1 0 1 0 0,1 1-1 0 0,0-1 1 0 0,-1 0-1 0 0,2 2 0 0 0,6 5 85 0 0,1 0-1 0 0,-1 0 0 0 0,1-1 0 0 0,1 0 0 0 0,14 8 0 0 0,7 5 1 0 0,-22-15-78 0 0,1 1-1 0 0,-1-2 0 0 0,18 7 1 0 0,-9-4 2 0 0,6 2-45 0 0,1 0 1 0 0,0-2-1 0 0,0-1 1 0 0,1-1-1 0 0,-1-1 1 0 0,1-1-1 0 0,0-1 1 0 0,40-3 0 0 0,-64 1-122 0 0,1-1 1 0 0,0 1-1 0 0,-1-1 1 0 0,1 1-1 0 0,-1-1 0 0 0,1 0 1 0 0,-1 0-1 0 0,1 0 1 0 0,3-2-1 0 0,-5 2-204 0 0,0 0 0 0 0,0 1-1 0 0,0-1 1 0 0,0 0 0 0 0,0 0-1 0 0,0 0 1 0 0,0 0-1 0 0,-1 0 1 0 0,1 0 0 0 0,0 0-1 0 0,-1-1 1 0 0,1 1 0 0 0,-1 0-1 0 0,1 0 1 0 0,-1 0 0 0 0,1-1-1 0 0,-1 1 1 0 0,0 0 0 0 0,0 0-1 0 0,1-1 1 0 0,-1-1 0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6:18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1 7682 0 0,'0'0'13844'0'0,"-1"14"-13536"0"0,-1 4-188 0 0,-1 63 594 0 0,4-76-632 0 0,-1 0 1 0 0,1 0-1 0 0,-1-1 1 0 0,2 1 0 0 0,-1 0-1 0 0,0-1 1 0 0,3 7-1 0 0,18 29 311 0 0,-12-23-274 0 0,2 3 52 0 0,20 24 0 0 0,3 5-88 0 0,-35-49-90 0 0,1 1 0 0 0,-1 0-1 0 0,1 0 1 0 0,-1 0 0 0 0,1 0-1 0 0,-1 0 1 0 0,1-1 0 0 0,-1 1-1 0 0,0 0 1 0 0,0 0 0 0 0,1 0 0 0 0,-1 0-1 0 0,0 0 1 0 0,0 0 0 0 0,0 0-1 0 0,0 0 1 0 0,0 0 0 0 0,0 0 0 0 0,0 0-1 0 0,-1 0 1 0 0,1 0 0 0 0,0 0-1 0 0,-1 1 1 0 0,0-1 5 0 0,0 0 1 0 0,0 1-1 0 0,0-1 1 0 0,0 0-1 0 0,0 0 0 0 0,0-1 1 0 0,0 1-1 0 0,0 0 0 0 0,0 0 1 0 0,0 0-1 0 0,-1-1 0 0 0,1 1 1 0 0,0-1-1 0 0,-2 1 1 0 0,-5 1 66 0 0,1 0 0 0 0,0-1 0 0 0,-1 0 0 0 0,-14 0 0 0 0,10-1 69 0 0,1 0 0 0 0,-20-4 1 0 0,26 3-82 0 0,0 0 0 0 0,0-1-1 0 0,1 1 1 0 0,-1-1 0 0 0,0 0 0 0 0,1-1 0 0 0,-1 1 0 0 0,-6-6-1 0 0,-5-3 125 0 0,9 5-61 0 0,0 1 0 0 0,0-1 0 0 0,-10-10-1 0 0,15 14-74 0 0,0-1 0 0 0,0 1-1 0 0,1-1 1 0 0,-1 1 0 0 0,1-1-1 0 0,0 0 1 0 0,-1 0 0 0 0,1 0-1 0 0,0 1 1 0 0,1-1-1 0 0,-1 0 1 0 0,0 0 0 0 0,1 0-1 0 0,0-6 1 0 0,0 7-49 0 0,0-1 0 0 0,0 1 1 0 0,0-1-1 0 0,1 1 0 0 0,-1-1 0 0 0,1 1 0 0 0,0 0 0 0 0,0-1 1 0 0,0 1-1 0 0,0 0 0 0 0,0-1 0 0 0,0 1 0 0 0,1 0 1 0 0,-1 0-1 0 0,1 0 0 0 0,-1 0 0 0 0,1 0 0 0 0,0 1 0 0 0,0-1 1 0 0,0 0-1 0 0,2-1 0 0 0,5-3-444 0 0,0-1 1 0 0,1 2-1 0 0,0-1 1 0 0,0 1-1 0 0,20-7 1 0 0,-4 1-3130 0 0,0-1-3640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6:18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14627 0 0,'0'0'13259'0'0,"-2"7"-17996"0"0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6:19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60 11851 0 0,'0'0'15144'0'0,"11"-10"-14964"0"0,30-28-45 0 0,-32 29-85 0 0,-4 6 43 0 0,-3 3-97 0 0,-1 0-60 0 0,-1 0 41 0 0,1 0 0 0 0,0 0 1 0 0,-1 0-1 0 0,1 0 0 0 0,0 0 0 0 0,-1 1 1 0 0,1-1-1 0 0,0 0 0 0 0,-1 0 1 0 0,1 0-1 0 0,-1 1 0 0 0,1-1 1 0 0,1 1-1 0 0,4 9-24 0 0,-1 0 0 0 0,0 0 0 0 0,0 1 0 0 0,-1 0 0 0 0,-1-1 0 0 0,1 1 0 0 0,-2 1 0 0 0,0-1 0 0 0,0 0 0 0 0,0 22 0 0 0,-2-30 41 0 0,0 0 0 0 0,0 0 0 0 0,-1 0 1 0 0,1 0-1 0 0,-1-1 0 0 0,0 1 0 0 0,0 0 0 0 0,0-1 1 0 0,0 1-1 0 0,-3 4 0 0 0,-1 0-26 0 0,0 0 0 0 0,-7 7 0 0 0,6-7 16 0 0,1-1 0 0 0,-6 9 0 0 0,4-9 247 0 0,7-6-212 0 0,0 0 0 0 0,-1 1 0 0 0,1-1 0 0 0,0 0 0 0 0,-1 0 0 0 0,1 1 0 0 0,0-1-1 0 0,-1 0 1 0 0,1 0 0 0 0,0 1 0 0 0,0-1 0 0 0,-1 0 0 0 0,1 1 0 0 0,0-1 0 0 0,0 0 0 0 0,0 1 0 0 0,-1-1 0 0 0,1 0 0 0 0,0 1 0 0 0,0-1 0 0 0,0 1 0 0 0,0-1 0 0 0,0 0 0 0 0,0 1 0 0 0,0 0 0 0 0,2 0 67 0 0,0-1 0 0 0,0 1 1 0 0,1-1-1 0 0,-1 1 0 0 0,0-1 0 0 0,0 0 1 0 0,3 0-1 0 0,-2 0-43 0 0,232 11 67 0 0,-226-11-1336 0 0,-5 0 1333 0 0,0 0 1 0 0,-1 0-1 0 0,1 0 1 0 0,0 0 0 0 0,3-1-1 0 0,-6 0-452 0 0,-1 1 0 0 0,1 0 0 0 0,0 0 0 0 0,0-1 0 0 0,-1 1 0 0 0,1 0 0 0 0,0-1 0 0 0,-1 1 0 0 0,1-1 0 0 0,-1 1 0 0 0,2-2 0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6:19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14435 0 0,'0'0'12043'0'0,"1"2"-12490"0"0,14 28 465 0 0,-9-19 77 0 0,14 23 0 0 0,-7-16-984 0 0,1 0 1 0 0,20 17-1 0 0,-11-16-3720 0 0,-7-8-4086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6:19.5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12403 0 0,'0'0'11313'0'0,"2"13"-11081"0"0,7 40-3 0 0,-7-43-157 0 0,1 0 0 0 0,0-1 0 0 0,1 1 0 0 0,0 0 0 0 0,1-1 0 0 0,-1 0 0 0 0,2 0 0 0 0,-1-1 0 0 0,8 9 0 0 0,3 6-374 0 0,8 6-1746 0 0,-10-14-1687 0 0,-2 1-5468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6:19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379 68 15923 0 0,'0'0'9230'0'0,"-31"-10"-8855"0"0,-96-32-133 0 0,86 30-138 0 0,28 11-37 0 0,3 1-34 0 0,-7-1-86 0 0,-37 0 31 0 0,48 1-355 0 0,0 1-1 0 0,0 0 0 0 0,1 0 1 0 0,-1 0-1 0 0,0 1 0 0 0,-10 3 1 0 0,11-2-490 0 0,-14 6-3212 0 0,8-1-2717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6:20.1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32 15307 0 0,'0'0'13055'0'0,"-1"-7"-13222"0"0,-5-16 60 0 0,5 21 66 0 0,0 4 1 0 0,2 16-18 0 0,6 37 133 0 0,2-1 1 0 0,3 0 0 0 0,32 90-1 0 0,-35-121-1096 0 0,2 0 0 0 0,1-1 0 0 0,18 28-1 0 0,-16-29 433 0 0,-13-20 323 0 0,-1 0 0 0 0,1-1 0 0 0,-1 1 0 0 0,1-1 0 0 0,-1 1-1 0 0,1 0 1 0 0,-1-1 0 0 0,1 1 0 0 0,-1-1 0 0 0,1 0 0 0 0,0 1 0 0 0,0-1 0 0 0,-1 1 0 0 0,1-1 0 0 0,0 0-1 0 0,-1 0 1 0 0,2 1 0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6:20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1 10866 0 0,'0'0'15761'0'0,"-7"1"-15512"0"0,-25 2-5 0 0,29-2-203 0 0,0-1-1 0 0,0 1 1 0 0,0 0-1 0 0,0 0 0 0 0,0 1 1 0 0,0-1-1 0 0,1 1 0 0 0,-1-1 1 0 0,0 1-1 0 0,1 0 0 0 0,0 0 1 0 0,-1 0-1 0 0,1 0 0 0 0,0 0 1 0 0,-4 5-1 0 0,-3 3 63 0 0,8-8-92 0 0,-1 1 0 0 0,0-1 0 0 0,1 0 0 0 0,0 0 0 0 0,0 1 0 0 0,0-1 0 0 0,0 0 0 0 0,0 1 0 0 0,0-1 0 0 0,0 1 0 0 0,1-1 1 0 0,-1 1-1 0 0,1 0 0 0 0,0-1 0 0 0,0 1 0 0 0,0 0 0 0 0,0-1 0 0 0,0 1 0 0 0,1 2 0 0 0,-1-1-3 0 0,1-1 0 0 0,0 1 0 0 0,0-1-1 0 0,0 0 1 0 0,0 1 0 0 0,1-1 0 0 0,-1 0 0 0 0,1 0-1 0 0,0 0 1 0 0,0 0 0 0 0,0 0 0 0 0,0 0 0 0 0,4 4-1 0 0,4 0-6 0 0,1 0 0 0 0,-1 0 0 0 0,1-1 0 0 0,0 0 0 0 0,0-1 0 0 0,1 0 0 0 0,24 6 0 0 0,-10-5-501 0 0,0-1-1 0 0,47 2 1 0 0,-63-6 115 0 0,-4 0-342 0 0,0-1-1 0 0,0 0 1 0 0,0 0-1 0 0,0 0 1 0 0,6-2 0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6:21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21 10978 0 0,'0'0'16213'0'0,"-3"-4"-16190"0"0,-3-9-79 0 0,5 10 8 0 0,9 10 8 0 0,19 23-177 0 0,1 0 0 0 0,2-2 0 0 0,52 38 0 0 0,-79-64 117 0 0,0-1 1 0 0,0 1 0 0 0,0-1 0 0 0,0 1-1 0 0,0-1 1 0 0,0 0 0 0 0,0 0 0 0 0,1-1-1 0 0,-1 1 1 0 0,0-1 0 0 0,7 1 0 0 0,-10-1 98 0 0,1 0 1 0 0,-1-1-1 0 0,1 1 1 0 0,-1 0 0 0 0,1 0-1 0 0,-1-1 1 0 0,1 1-1 0 0,-1 0 1 0 0,0-1 0 0 0,1 1-1 0 0,-1 0 1 0 0,1-1-1 0 0,-1 1 1 0 0,0-1-1 0 0,1 1 1 0 0,-1 0 0 0 0,0-1-1 0 0,0 1 1 0 0,1-1-1 0 0,-1 1 1 0 0,0-1 0 0 0,0 1-1 0 0,0-1 1 0 0,1 0-1 0 0,3-16-73 0 0,-3 14 44 0 0,0-10 23 0 0,1 1 0 0 0,-1-1-1 0 0,-2-25 1 0 0,0 10 147 0 0,1 27-176 0 0,2 4-766 0 0,16 16 460 0 0,0-1-1 0 0,39 30 0 0 0,-7-5 63 0 0,-19-18-606 0 0,-3-1-1716 0 0,-10-6-1894 0 0,-10-10-474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6:22.4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1984 0 0,'0'0'18723'0'0,"0"16"-17841"0"0,1-12-851 0 0,1-1 0 0 0,-1 1 0 0 0,1-1 0 0 0,0 1 0 0 0,0-1 1 0 0,4 5-1 0 0,-3-4-10 0 0,0-1 1 0 0,-1 1 0 0 0,0 0 0 0 0,3 5-1 0 0,2 1 1 0 0,0-1-26 0 0,2 6 0 0 0,-7-13 5 0 0,-1 0-1 0 0,1 0 0 0 0,-1 0 0 0 0,0 1 0 0 0,0-1 0 0 0,0 0 0 0 0,0 1 0 0 0,1 2 0 0 0,7 13-5 0 0,-6-3 51 0 0,-1-6-44 0 0,-6-17 653 0 0,0 0 0 0 0,1 0 0 0 0,-4-12 0 0 0,4 10-590 0 0,1 0-1 0 0,0 0 0 0 0,1 0 0 0 0,-1-18 1 0 0,2 22-51 0 0,0 3-8 0 0,0-1 1 0 0,0 1-1 0 0,0-1 1 0 0,0 0-1 0 0,1 1 0 0 0,1-5 1 0 0,-2 7-27 0 0,1 0 0 0 0,-1 0 0 0 0,1 0 0 0 0,-1 0 1 0 0,1 0-1 0 0,-1 0 0 0 0,1 1 0 0 0,0-1 0 0 0,-1 0 0 0 0,1 1 0 0 0,0-1 0 0 0,0 0 0 0 0,0 1 1 0 0,-1-1-1 0 0,1 1 0 0 0,0-1 0 0 0,0 1 0 0 0,0-1 0 0 0,0 1 0 0 0,0 0 0 0 0,0-1 0 0 0,0 1 1 0 0,0 0-1 0 0,0 0 0 0 0,0 0 0 0 0,0 0 0 0 0,0 0 0 0 0,1 0 0 0 0,1 0-33 0 0,1-1-34 0 0,0 1-1 0 0,0 0 1 0 0,0 0-1 0 0,0 1 1 0 0,1-1-1 0 0,-1 1 1 0 0,0 0-1 0 0,0 0 0 0 0,0 1 1 0 0,0-1-1 0 0,-1 1 1 0 0,7 3-1 0 0,92 72-185 0 0,-74-54-65 0 0,-18-15 73 0 0,-1-2-974 0 0,-1 2-1 0 0,16 15 0 0 0,-17-15-679 0 0,-5-7 947 0 0,-1 0 1 0 0,0 0-1 0 0,0 1 0 0 0,1-1 1 0 0,-1 1-1 0 0,0-1 0 0 0,0 1 1 0 0,1 2-1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6:23.2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332 43 10610 0 0,'0'0'16238'0'0,"-2"-7"-16023"0"0,-8-28 20 0 0,-2 47-715 0 0,-2 8 481 0 0,1 1 0 0 0,1 0-1 0 0,0 1 1 0 0,2 0 0 0 0,-13 41 0 0 0,-33 88 126 0 0,-40 100-34 0 0,86-227-75 0 0,6-12-1 0 0,-13 22 0 0 0,2-4 25 0 0,12-23-121 0 0,0 0 0 0 0,-1 0-1 0 0,-5 8 1 0 0,8-14-40 0 0,0 0 0 0 0,1 0 0 0 0,-1 0 0 0 0,0 0 0 0 0,1 0 0 0 0,-1 0 0 0 0,1 0-1 0 0,0 0 1 0 0,-1 0 0 0 0,1 0 0 0 0,0 1 0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6:23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52 12451 0 0,'0'0'13629'0'0,"-3"3"-13521"0"0,-2 2-47 0 0,1 0 0 0 0,0 0 0 0 0,0 0 0 0 0,0 0-1 0 0,0 1 1 0 0,1 0 0 0 0,-3 7 0 0 0,2-3 44 0 0,1 0-1 0 0,0 1 1 0 0,0 0-1 0 0,-1 21 1 0 0,3-16-29 0 0,0 0 14 0 0,0 15 1 0 0,1-27-81 0 0,1-1 0 0 0,-1 1 0 0 0,0-1 0 0 0,1 1 0 0 0,0-1 0 0 0,0 0 0 0 0,0 0 0 0 0,0 1 0 0 0,1-1 0 0 0,2 4 0 0 0,2 3 9 0 0,-5-8-18 0 0,0 0 1 0 0,0 0 0 0 0,1 0-1 0 0,-1 0 1 0 0,0 0-1 0 0,1 0 1 0 0,-1 0-1 0 0,1-1 1 0 0,0 1-1 0 0,0-1 1 0 0,-1 1 0 0 0,1-1-1 0 0,0 0 1 0 0,0 1-1 0 0,0-1 1 0 0,0 0-1 0 0,1 0 1 0 0,-1-1-1 0 0,0 1 1 0 0,3 0 0 0 0,-4-1-2 0 0,1 1 33 0 0,1-1 1 0 0,-1 1-1 0 0,1-1 1 0 0,-1 0 0 0 0,1 0-1 0 0,0 0 1 0 0,3-1-1 0 0,-5 0-25 0 0,-1 1-1 0 0,1-1 0 0 0,0 1 1 0 0,0 0-1 0 0,-1-1 0 0 0,1 0 1 0 0,0 1-1 0 0,-1-1 1 0 0,1 1-1 0 0,0-1 0 0 0,-1 0 1 0 0,1 1-1 0 0,-1-1 1 0 0,1 0-1 0 0,-1 0 0 0 0,0 0 1 0 0,1 1-1 0 0,-1-1 1 0 0,0 0-1 0 0,1 0 0 0 0,-1 0 1 0 0,0 0-1 0 0,0 1 1 0 0,0-3-1 0 0,2-12 19 0 0,-1 0 1 0 0,0 0-1 0 0,-1 0 0 0 0,-5-30 0 0 0,-16-58 230 0 0,17 87-163 0 0,-1-37 774 0 0,15 56-1334 0 0,-5 0 363 0 0,-1 0 0 0 0,1 1 0 0 0,5 5 0 0 0,8 8-40 0 0,27 18 59 0 0,-11-7 78 0 0,1-2 0 0 0,45 25-1 0 0,-61-41-4 0 0,80 40-129 0 0,-85-44 173 0 0,1 0 0 0 0,1-1 0 0 0,-1-1 0 0 0,29 4 0 0 0,-41-7-4 0 0,0-1 0 0 0,0 0 0 0 0,0 0 0 0 0,0 0 0 0 0,1 0 0 0 0,-1 0 0 0 0,0-1 1 0 0,0 1-1 0 0,0-1 0 0 0,0 0 0 0 0,5-2 0 0 0,-7 2-19 0 0,1 0-1 0 0,-1 0 1 0 0,0 0 0 0 0,1 0 0 0 0,-1-1 0 0 0,0 1 0 0 0,0 0-1 0 0,0-1 1 0 0,0 1 0 0 0,0-1 0 0 0,0 1 0 0 0,0-1-1 0 0,0 1 1 0 0,0-1 0 0 0,-1 0 0 0 0,1 0 0 0 0,-1 1 0 0 0,1-1-1 0 0,-1 0 1 0 0,0 0 0 0 0,0-2 0 0 0,2-17-164 0 0,-2-40 0 0 0,-1 50-55 0 0,0 0 1 0 0,-1 1-1 0 0,-1-1 0 0 0,0 1 0 0 0,-6-17 0 0 0,1 9-752 0 0,-13-29-1992 0 0,5 17-5005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6:43.6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54 256 1760 0 0,'0'0'17564'0'0,"10"-2"-17181"0"0,34-7-88 0 0,-33 7-108 0 0,0-1 0 0 0,15-6 1 0 0,-8 2-21 0 0,-13 6-26 0 0,0-1-1 0 0,0 0 1 0 0,-1 0 0 0 0,1 0-1 0 0,-1 0 1 0 0,0-1-1 0 0,0 1 1 0 0,0-1 0 0 0,0 0-1 0 0,0-1 1 0 0,0 1 0 0 0,-1-1-1 0 0,0 1 1 0 0,1-1-1 0 0,-1 0 1 0 0,-1 0 0 0 0,4-5-1 0 0,-5 5-58 0 0,0 1 0 0 0,-1 0 1 0 0,1-1-1 0 0,-1 1 0 0 0,1 0 0 0 0,-1-1 0 0 0,0 1 0 0 0,0-1 0 0 0,-1-3 0 0 0,0-6 82 0 0,1 9-129 0 0,-1 1 1 0 0,1-1 0 0 0,-1 0 0 0 0,0 1 0 0 0,-1-1 0 0 0,1 1 0 0 0,0-1 0 0 0,-1 1-1 0 0,0 0 1 0 0,0 0 0 0 0,0 0 0 0 0,0 0 0 0 0,-4-5 0 0 0,-4-5 42 0 0,7 9-58 0 0,0 0 0 0 0,-1 1-1 0 0,1-1 1 0 0,-1 1 0 0 0,0 0 0 0 0,0 0 0 0 0,0 0 0 0 0,0 0 0 0 0,-1 1 0 0 0,-5-3 0 0 0,4 2-13 0 0,0 1-1 0 0,-1 0 1 0 0,1 0 0 0 0,-1 1 0 0 0,1 0 0 0 0,-1 0-1 0 0,-8 0 1 0 0,13 1-6 0 0,0 0-1 0 0,0 0 1 0 0,1 0 0 0 0,-1 0-1 0 0,0 0 1 0 0,0 1 0 0 0,0-1-1 0 0,0 1 1 0 0,1 0-1 0 0,-1-1 1 0 0,0 1 0 0 0,0 0-1 0 0,1 0 1 0 0,-1 0 0 0 0,1 0-1 0 0,-1 0 1 0 0,1 0 0 0 0,-1 1-1 0 0,1-1 1 0 0,0 0 0 0 0,0 1-1 0 0,-1-1 1 0 0,1 1-1 0 0,0-1 1 0 0,0 1 0 0 0,0 2-1 0 0,-34 41 152 0 0,29-38-135 0 0,4-4-1 0 0,0-1 0 0 0,0 1 0 0 0,0 0 0 0 0,0 1 0 0 0,0-1 0 0 0,0 0 0 0 0,1 0 0 0 0,-1 1 0 0 0,0 3-1 0 0,0 3 73 0 0,1-1-1 0 0,-1 1 0 0 0,2 0 0 0 0,-1 0 0 0 0,2 13 0 0 0,0-20-33 0 0,0 1-1 0 0,0-1 1 0 0,0 1 0 0 0,1-1-1 0 0,-1 0 1 0 0,1 0-1 0 0,-1 0 1 0 0,1 0-1 0 0,0 0 1 0 0,1 0 0 0 0,-1 0-1 0 0,0-1 1 0 0,1 1-1 0 0,-1-1 1 0 0,1 1-1 0 0,0-1 1 0 0,0 0 0 0 0,0 0-1 0 0,0 0 1 0 0,6 2-1 0 0,6 3 92 0 0,0-1 1 0 0,1-1-1 0 0,18 4 0 0 0,-26-8-142 0 0,17 5 120 0 0,1-1 0 0 0,33 0 0 0 0,52-2-996 0 0,-96-3 436 0 0,14-3-4387 0 0,-15 1-2585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6:49.1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97 3033 0 0,'0'0'10068'0'0,"-1"-1"-9206"0"0,-2-1-832 0 0,2 2 615 0 0,-1-1 0 0 0,1 1 0 0 0,0-1 0 0 0,0 0 0 0 0,0 0 0 0 0,0 0 0 0 0,0 1 0 0 0,0-1 1 0 0,-1-2-1 0 0,1 1-162 0 0,1 0 1 0 0,-1 1 0 0 0,1-1-1 0 0,-1 0 1 0 0,1 1-1 0 0,0-1 1 0 0,0 0 0 0 0,0 0-1 0 0,0-2 1 0 0,0 2-433 0 0,0 1 0 0 0,0-1-1 0 0,0 0 1 0 0,0 1 0 0 0,0-1 0 0 0,0 0-1 0 0,1 1 1 0 0,-1-1 0 0 0,0 1 0 0 0,1-1-1 0 0,0 0 1 0 0,-1 1 0 0 0,1-1 0 0 0,0 1-1 0 0,0-1 1 0 0,0 1 0 0 0,0 0 0 0 0,1-2-1 0 0,0 0-33 0 0,0 1 0 0 0,1-1 0 0 0,-1 1 0 0 0,0 0 0 0 0,1 0 0 0 0,0 0 0 0 0,-1 0 0 0 0,1 0 0 0 0,0 0 0 0 0,0 1 0 0 0,0-1 0 0 0,0 1 0 0 0,0 0 0 0 0,6-1 0 0 0,2 0-77 0 0,0 1 0 0 0,-1 0 0 0 0,15 1 0 0 0,-19 0 49 0 0,-3 0 2 0 0,0 0-1 0 0,0 1 1 0 0,0-1-1 0 0,0 1 0 0 0,0 0 1 0 0,0 0-1 0 0,0 0 1 0 0,-1 0-1 0 0,1 1 0 0 0,0-1 1 0 0,-1 1-1 0 0,1-1 1 0 0,-1 1-1 0 0,0 0 1 0 0,1 0-1 0 0,-1 0 0 0 0,0 0 1 0 0,0 0-1 0 0,0 1 1 0 0,-1-1-1 0 0,1 1 0 0 0,0-1 1 0 0,-1 1-1 0 0,0 0 1 0 0,0-1-1 0 0,2 5 1 0 0,-1 14-67 0 0,0 0 0 0 0,-3 23 1 0 0,1-17 68 0 0,0-23 6 0 0,0 0 0 0 0,0 0 0 0 0,-1 0 1 0 0,0 0-1 0 0,1 0 0 0 0,-2-1 0 0 0,1 1 0 0 0,0 0 0 0 0,-1-1 0 0 0,1 1 0 0 0,-1-1 0 0 0,0 1 0 0 0,0-1 0 0 0,0 0 0 0 0,-3 3 1 0 0,5-6 17 0 0,-1 0 1 0 0,1 0 0 0 0,0 0 0 0 0,0 1-1 0 0,0-1 1 0 0,0 0 0 0 0,-1 0 0 0 0,1 0-1 0 0,0 0 1 0 0,0 0 0 0 0,0 0 0 0 0,0 0-1 0 0,0 1 1 0 0,-1-1 0 0 0,1 0 0 0 0,0 0-1 0 0,0 0 1 0 0,0 0 0 0 0,0 1 0 0 0,0-1-1 0 0,0 0 1 0 0,0 0 0 0 0,0 0 0 0 0,0 0-1 0 0,0 1 1 0 0,0-1 0 0 0,0 0 0 0 0,0 0 0 0 0,0 0-1 0 0,0 1 1 0 0,0-1 0 0 0,0 0 0 0 0,0 0-1 0 0,0 0 1 0 0,0 0 0 0 0,0 1 0 0 0,0-1-1 0 0,0 0 1 0 0,0 0 0 0 0,0 0 0 0 0,0 1-1 0 0,0-1 1 0 0,0 0 0 0 0,0 0 0 0 0,1 0-1 0 0,-1 0 1 0 0,0 0 0 0 0,0 1 0 0 0,0-1-1 0 0,0 0 1 0 0,0 0 0 0 0,1 0 0 0 0,-1 0-1 0 0,0 0 1 0 0,0 0 0 0 0,0 0 0 0 0,0 0 0 0 0,1 0-1 0 0,-1 0 1 0 0,0 1 0 0 0,0-1 0 0 0,0 0-1 0 0,0 0 1 0 0,1 0 0 0 0,13 0 1066 0 0,-12 0-1355 0 0,118 5 453 0 0,-105-4-550 0 0,-9-1-166 0 0,-1 0-1 0 0,1 0 1 0 0,7-1-1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7:06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72 1344 0 0,'0'0'11516'0'0,"6"1"-10336"0"0,12 2 1224 0 0,28 0-1 0 0,2-3 3523 0 0,-50 7-5407 0 0,-1-4-491 0 0,-1-1 0 0 0,1 0 1 0 0,-1-1-1 0 0,0 1 0 0 0,-5 1 0 0 0,5-2 16 0 0,-9 4 91 0 0,-2-1 0 0 0,1-1 0 0 0,0 0 0 0 0,-19 0 0 0 0,-60-1 203 0 0,58-3-253 0 0,33 1-220 0 0,-1 0 0 0 0,0 0 0 0 0,1 0 0 0 0,-1-1 0 0 0,0 1 0 0 0,1-1 0 0 0,-1 0 0 0 0,1 0 0 0 0,-1 0 0 0 0,1 0 0 0 0,-1 0 0 0 0,1-1 0 0 0,0 1-1 0 0,0-1 1 0 0,0 1 0 0 0,0-1 0 0 0,0 0 0 0 0,0 0 0 0 0,0 0 0 0 0,0 0 0 0 0,0 0 0 0 0,-1-3 0 0 0,1 1-559 0 0,0 1 0 0 0,1 0 0 0 0,-1-1 0 0 0,1 1 0 0 0,0-1-1 0 0,-1-6 1 0 0,1 6-675 0 0,1 0 1 0 0,-1-1-1 0 0,1 1 0 0 0,0 0 0 0 0,2-8 0 0 0,-2 10 765 0 0,0 1 0 0 0,1-1 0 0 0,0 0 0 0 0,-1 1 0 0 0,1-1 0 0 0,0 1 0 0 0,0-1 0 0 0,0 1 0 0 0,1-2 0 0 0,3-4-3781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7:06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352 23 5713 0 0,'0'0'20447'0'0,"-17"-2"-20107"0"0,-57-8-93 0 0,36 5 58 0 0,-47-1 0 0 0,62 7-1900 0 0,1 1 0 0 0,-39 7 1 0 0,44-5-3881 0 0,3-2-5806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6:41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262 0 0 0 0,'0'0'15871'0'0,"10"3"-14398"0"0,40 10 279 0 0,-53-11-629 0 0,-9 2-415 0 0,0 0-1 0 0,-1 0 1 0 0,1-1-1 0 0,-1-1 1 0 0,-17 1-1 0 0,28-2-666 0 0,-132 2 1338 0 0,93-3-1360 0 0,39 0-418 0 0,-1-1 1 0 0,1 1-1 0 0,0-1 1 0 0,0 0-1 0 0,0 0 1 0 0,0 0-1 0 0,0 0 1 0 0,0 0-1 0 0,0 0 0 0 0,0 0 1 0 0,1-1-1 0 0,-1 1 1 0 0,0-1-1 0 0,1 1 1 0 0,-1-1-1 0 0,1 0 1 0 0,-1 1-1 0 0,0-4 1 0 0,-11-8-9224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6:42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343 48 11755 0 0,'0'0'14728'0'0,"-28"-8"-14551"0"0,-86-23-53 0 0,83 23-67 0 0,22 7-3 0 0,4 2-19 0 0,2-1-30 0 0,-9 0-32 0 0,1 0-1 0 0,-1 1 0 0 0,-18 3 0 0 0,14-1-1804 0 0,-1 0-1 0 0,-18 0 0 0 0,16-2-4695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6:30.8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0 149 0 0 0,'0'0'9095'0'0,"8"11"-8159"0"0,26 36 78 0 0,-33-45-811 0 0,0-1 0 0 0,1 1 0 0 0,-1 0 0 0 0,1-1 0 0 0,-1 1 0 0 0,1 0 0 0 0,-1-1 0 0 0,1 0 0 0 0,0 1 0 0 0,0-1 0 0 0,-1 0 0 0 0,1 0 0 0 0,0 0 0 0 0,0 0 0 0 0,0-1 0 0 0,0 1 0 0 0,0 0 0 0 0,1-1 0 0 0,-1 1 0 0 0,0-1 0 0 0,0 0 0 0 0,0 0 0 0 0,0 0 0 0 0,0 0 0 0 0,1 0 0 0 0,2-1 0 0 0,6 1 515 0 0,0-1-200 0 0,-1 1 1 0 0,0-2 0 0 0,0 1 0 0 0,1-1 0 0 0,15-6-1 0 0,-20 7-400 0 0,9-4 427 0 0,28-12-1 0 0,-36 14-403 0 0,0-1 0 0 0,-1 1 1 0 0,0-1-1 0 0,1 0 0 0 0,-1 0 0 0 0,-1-1 0 0 0,1 1 0 0 0,-1-1 0 0 0,5-6 0 0 0,-9 9-96 0 0,1 1 1 0 0,-1-1-1 0 0,0 0 0 0 0,-1 0 0 0 0,1 0 1 0 0,0 1-1 0 0,0-1 0 0 0,-1 0 0 0 0,1 0 1 0 0,-1 0-1 0 0,0 0 0 0 0,1 0 0 0 0,-1 0 0 0 0,0 0 1 0 0,0 0-1 0 0,0 0 0 0 0,-1 0 0 0 0,1 0 1 0 0,-1-4-1 0 0,0 3-45 0 0,-1 0 1 0 0,1 1 0 0 0,0-1-1 0 0,-1 0 1 0 0,0 1-1 0 0,1-1 1 0 0,-1 1 0 0 0,0-1-1 0 0,-1 1 1 0 0,1 0-1 0 0,0 0 1 0 0,-5-3-1 0 0,-11-7 151 0 0,0 0 0 0 0,-1 2 0 0 0,-1 0 0 0 0,-30-11 0 0 0,47 20-103 0 0,0 1 0 0 0,0-1 0 0 0,0 0 0 0 0,0 1 0 0 0,-6-1 0 0 0,8 1-53 0 0,0 0 0 0 0,0 0 0 0 0,-1 1 0 0 0,1-1 0 0 0,0 0 0 0 0,0 0 0 0 0,0 1 0 0 0,0-1 0 0 0,0 0 0 0 0,0 1 0 0 0,0 0 0 0 0,0-1 0 0 0,0 1 0 0 0,0-1 0 0 0,0 1 0 0 0,0 0 0 0 0,-1 1 0 0 0,-36 30-27 0 0,28-22 49 0 0,-4 4-1 0 0,-3 5 6 0 0,15-17 32 0 0,0-1 0 0 0,0 1 0 0 0,0 0 0 0 0,0 0 1 0 0,0 0-1 0 0,1 0 0 0 0,-1 0 0 0 0,1 0 0 0 0,-1 0 0 0 0,1 0 1 0 0,0 1-1 0 0,0-1 0 0 0,0 0 0 0 0,0 1 0 0 0,0-1 0 0 0,1 1 1 0 0,-1-1-1 0 0,0 5 0 0 0,1-2 50 0 0,0 1 0 0 0,1 0 0 0 0,-1-1 0 0 0,1 1 0 0 0,0-1 0 0 0,0 1 0 0 0,4 8 0 0 0,10 27 121 0 0,-1-7-150 0 0,-10-24-46 0 0,-1 0 0 0 0,7 11 0 0 0,0-1 23 0 0,-8-16 20 0 0,-1-1 0 0 0,1 1 0 0 0,0 0 0 0 0,0 0 0 0 0,1-1 0 0 0,4 6 0 0 0,-4-6 50 0 0,0-1 0 0 0,0 1 1 0 0,0-1-1 0 0,1 0 0 0 0,-1 0 0 0 0,1-1 1 0 0,-1 1-1 0 0,1-1 0 0 0,0 1 0 0 0,-1-1 0 0 0,9 1 1 0 0,3 0 66 0 0,27 0 0 0 0,-24-1-119 0 0,3-1-25 0 0,127 0-15 0 0,-142 0-285 0 0,0 0 1 0 0,-1-1 0 0 0,1 0 0 0 0,0 0-1 0 0,-1-1 1 0 0,1 0 0 0 0,-1 0-1 0 0,0 0 1 0 0,0 0 0 0 0,0-1 0 0 0,5-3-1 0 0,-9 5 38 0 0,-1 1 0 0 0,1-1-1 0 0,-1 1 1 0 0,1-1 0 0 0,-1 1-1 0 0,0-1 1 0 0,1 1 0 0 0,-1-1-1 0 0,0 0 1 0 0,1 1 0 0 0,-1-1-1 0 0,0 0 1 0 0,0 0 0 0 0,1-9-6804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6:31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1 10354 0 0,'0'0'13236'0'0,"0"11"-13026"0"0,-1 69 238 0 0,2-60-321 0 0,2 0 0 0 0,0 0-1 0 0,1-1 1 0 0,13 35 0 0 0,-9-26-18 0 0,-2-10-28 0 0,1 0 1 0 0,1 0-1 0 0,0-1 1 0 0,1 0-1 0 0,1-1 1 0 0,16 21-1 0 0,-23-34-54 0 0,-2-3-21 0 0,-1 0 0 0 0,1 1-1 0 0,-1-1 1 0 0,1 0 0 0 0,-1 1 0 0 0,0-1-1 0 0,1 1 1 0 0,-1-1 0 0 0,1 1-1 0 0,-1-1 1 0 0,0 1 0 0 0,1-1-1 0 0,-1 1 1 0 0,0-1 0 0 0,0 1-1 0 0,0-1 1 0 0,1 1 0 0 0,-1-1-1 0 0,0 1 1 0 0,0 0 0 0 0,0 0-1 0 0,-4-2-13 0 0,-27-14 133 0 0,1-2-1 0 0,-46-35 0 0 0,76 52-123 0 0,-3-3 22 0 0,0 1 1 0 0,0 0-1 0 0,0-1 1 0 0,1 1-1 0 0,-1-1 0 0 0,1 0 1 0 0,-4-5-1 0 0,6 8-29 0 0,-1-1-1 0 0,1 0 1 0 0,0 0 0 0 0,-1 0-1 0 0,1 0 1 0 0,0 0-1 0 0,-1 0 1 0 0,1 1 0 0 0,0-1-1 0 0,0 0 1 0 0,0 0-1 0 0,0 0 1 0 0,0 0 0 0 0,0 0-1 0 0,0 0 1 0 0,0 0-1 0 0,0 0 1 0 0,0 0 0 0 0,1 0-1 0 0,-1 0 1 0 0,0 0-1 0 0,1 0 1 0 0,-1 0 0 0 0,0 1-1 0 0,1-1 1 0 0,-1 0-1 0 0,1 0 1 0 0,0 0 0 0 0,-1 1-1 0 0,1-1 1 0 0,-1 0-1 0 0,2 0 1 0 0,20-18-1506 0 0,6-4-2600 0 0,-12 6-4100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6:31.6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42 17732 0 0,'0'0'8743'0'0,"-3"-7"-10086"0"0,-9-22 257 0 0,12 28 1019 0 0,0 1 0 0 0,0 0 0 0 0,0 0 0 0 0,0-1 0 0 0,0 1 0 0 0,0 0 0 0 0,-1 0 0 0 0,1-1 0 0 0,0 1 0 0 0,0 0 0 0 0,0 0 0 0 0,-1-1 0 0 0,1 1 0 0 0,0 0 0 0 0,0 0 0 0 0,-1 0 0 0 0,1 0 0 0 0,0-1 0 0 0,0 1 0 0 0,-1 0 0 0 0,1 0 0 0 0,0 0 0 0 0,0 0 0 0 0,-1 0 0 0 0,1 0 0 0 0,0 0 0 0 0,-1 0 0 0 0,1 0 0 0 0,0 0 0 0 0,-1 0 0 0 0,1 0 0 0 0,0 0 0 0 0,0 0 0 0 0,-1 0 0 0 0,1 0 0 0 0,0 0 0 0 0,-1 0 0 0 0,1 0 0 0 0,-9 8-4534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6:32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12515 0 0,'0'0'12136'0'0,"3"12"-11927"0"0,8 37-42 0 0,-9-39-70 0 0,1 0 0 0 0,0 0-1 0 0,1 0 1 0 0,0 0 0 0 0,0 0 0 0 0,12 16 0 0 0,-3-8-734 0 0,27 29 0 0 0,-30-37-148 0 0,-7-7 34 0 0,0 0-1 0 0,0 0 1 0 0,1 0-1 0 0,-1-1 1 0 0,5 3-1 0 0,11 2-10235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6:32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10330 0 0,'0'0'13727'0'0,"8"12"-13607"0"0,46 63 52 0 0,-10-22-66 0 0,-17-21-568 0 0,-5-9-637 0 0,-3-2-3017 0 0,-8-7-5105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6:32.8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353 17 11843 0 0,'0'0'13052'0'0,"-31"-3"-13039"0"0,-97-10-4 0 0,119 13-7 0 0,0-1-1 0 0,-17 3 1 0 0,24-2-3 0 0,1 1 0 0 0,-1-1 0 0 0,0 1 0 0 0,1-1 0 0 0,-1 1-1 0 0,0 0 1 0 0,1-1 0 0 0,-3 3 0 0 0,-5 2-20 0 0,-42 23-617 0 0,21-11-1604 0 0,0-2-5005 0 0,17-9-3700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6:35.3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42 4953 0 0,'0'0'17732'0'0,"-1"-6"-16885"0"0,-1-21-155 0 0,0 19 628 0 0,-1 9-904 0 0,-1 7-555 0 0,4-8 148 0 0,-14 55-119 0 0,-8 38 210 0 0,16-64-74 0 0,-2 15 70 0 0,-3 69 1 0 0,9-77 33 0 0,6 64 1 0 0,-2-85-80 0 0,0 0 0 0 0,1-1-1 0 0,1 1 1 0 0,0-1 0 0 0,1 0 0 0 0,1 0 0 0 0,8 14 0 0 0,-1-6 36 0 0,1 0-1 0 0,1-1 1 0 0,1-1 0 0 0,0 0-1 0 0,2-2 1 0 0,0 1 0 0 0,35 25 0 0 0,-35-30-93 0 0,-13-10-219 0 0,1 1 0 0 0,-1-1 0 0 0,1 0-1 0 0,0-1 1 0 0,0 1 0 0 0,0-1 0 0 0,1 0-1 0 0,7 2 1 0 0,-13-5-108 0 0,0 1 0 0 0,0-1 1 0 0,0 0-1 0 0,0 0 0 0 0,0 0 0 0 0,1 0 0 0 0,-1 0 1 0 0,0 0-1 0 0,2-1 0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6:35.7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0 11298 0 0,'0'0'13873'0'0,"-1"1"-14108"0"0,0-1 238 0 0,1 1 0 0 0,-1-1 0 0 0,0 1 0 0 0,1-1 0 0 0,-1 1 0 0 0,1-1 0 0 0,-1 1 0 0 0,1 0 0 0 0,-1-1 0 0 0,1 1 0 0 0,-1 0 0 0 0,1 0 0 0 0,0-1 0 0 0,0 1 0 0 0,-1 0 0 0 0,1 0 0 0 0,0-1 0 0 0,0 1 0 0 0,0 0 0 0 0,0 0 0 0 0,-1 0 0 0 0,1-1 0 0 0,1 1 0 0 0,-1 0 0 0 0,0 0 0 0 0,0 1 0 0 0,3 27 148 0 0,-3-28-142 0 0,11 54 307 0 0,30 87-1 0 0,-23-82-223 0 0,18 39 108 0 0,-32-86-174 0 0,8 37 32 0 0,-9-37 125 0 0,0-1-1542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6:36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0 9618 0 0,'0'0'14242'0'0,"-8"10"-13737"0"0,-54 58 679 0 0,57-62-1052 0 0,0 1 0 0 0,1-1 0 0 0,0 1 0 0 0,0 0-1 0 0,-5 12 1 0 0,8-17-104 0 0,0 1 0 0 0,0-1 0 0 0,0 1 0 0 0,1 0 0 0 0,-1-1 0 0 0,1 1 0 0 0,0 0 0 0 0,-1-1 0 0 0,1 1 0 0 0,1 0 0 0 0,-1 0 0 0 0,0-1 0 0 0,1 1 0 0 0,-1 0 0 0 0,1-1 0 0 0,0 1 0 0 0,0-1 0 0 0,0 1 0 0 0,0-1 0 0 0,2 4 0 0 0,2 0 1 0 0,0 0-1 0 0,0 1 1 0 0,1-2-1 0 0,0 1 0 0 0,1-1 1 0 0,-1 0-1 0 0,1 0 1 0 0,11 6-1 0 0,1-2-183 0 0,0 0-1 0 0,25 8 1 0 0,-28-12-453 0 0,0 0 0 0 0,0-1 0 0 0,0-1 0 0 0,1-1 0 0 0,-1 0 0 0 0,1-1 0 0 0,25-2 0 0 0,-41 1 451 0 0,0 0 1 0 0,1 0-1 0 0,-1 0 1 0 0,0 0-1 0 0,0-1 0 0 0,1 1 1 0 0,-1-1-1 0 0,0 1 1 0 0,0-1-1 0 0,0 1 0 0 0,0-1 1 0 0,0 1-1 0 0,0-1 1 0 0,0 0-1 0 0,0 0 0 0 0,2-1 1 0 0,-2 0-617 0 0,0 1 0 0 0,-1-1 0 0 0,1 1 1 0 0,-1 0-1 0 0,1-1 0 0 0,-1 1 0 0 0,1-1 1 0 0,-1 1-1 0 0,0-1 0 0 0,0 0 0 0 0,1 1 1 0 0,-2-3-1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6:36.5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12235 0 0,'0'0'15003'0'0,"0"-3"-14993"0"0,0 1 0 0 0,1-8-112 0 0,0 10-38 0 0,1 9-52 0 0,4 21 157 0 0,14 32 0 0 0,-9-26 69 0 0,16 32 49 0 0,-4-9-4 0 0,-14-38-128 0 0,-6-15-350 0 0,0 0 1 0 0,2 11-1 0 0,-4-16 129 0 0,-1 1-1 0 0,0-1 0 0 0,1 0 0 0 0,-1 0 0 0 0,1 0 0 0 0,-1 0 0 0 0,1 0 0 0 0,-1 0 0 0 0,1 0 0 0 0,0 0 1 0 0,-1 0-1 0 0,1 0 0 0 0,1 0 0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6:36.7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383 32 12387 0 0,'0'0'11755'0'0,"-29"-5"-11477"0"0,-93-16-122 0 0,79 15-72 0 0,29 6-27 0 0,3 1-30 0 0,2-1 7 0 0,0 1 0 0 0,1 0 0 0 0,-1 0 0 0 0,0 1 0 0 0,1 0 0 0 0,0 0 0 0 0,-14 7 0 0 0,-15 10-1911 0 0,1 3-5521 0 0,28-17 4744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6:37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104 215 13331 0 0,'0'0'10662'0'0,"-2"23"-10419"0"0,-6 72-50 0 0,6-52 52 0 0,2-34-164 0 0,1 0-6 0 0,0 0 1 0 0,0 0-1 0 0,1-1 1 0 0,1 1-1 0 0,-1-1 1 0 0,1 0 0 0 0,5 9-1 0 0,-1 0 55 0 0,-7-16-151 0 0,1 0-1 0 0,-1 0 0 0 0,1 0 0 0 0,-1 0 0 0 0,1 0 1 0 0,-1 0-1 0 0,1 0 0 0 0,0 0 0 0 0,0 0 0 0 0,-1 0 1 0 0,1 0-1 0 0,0-1 0 0 0,0 1 0 0 0,0 0 0 0 0,0 0 1 0 0,0-1-1 0 0,0 1 0 0 0,0-1 0 0 0,2 2 0 0 0,-2-3 16 0 0,-1 1-1 0 0,0 0 0 0 0,0 0 1 0 0,1 0-1 0 0,-1 0 0 0 0,0-1 1 0 0,1 1-1 0 0,-1 0 0 0 0,0 0 1 0 0,0-1-1 0 0,1 1 0 0 0,-1 0 0 0 0,0 0 1 0 0,0-1-1 0 0,0 1 0 0 0,1 0 1 0 0,-1-1-1 0 0,0 1 0 0 0,0 0 1 0 0,0-1-1 0 0,0 1 0 0 0,0 0 1 0 0,0-1-1 0 0,0 1 0 0 0,0-1 1 0 0,2-9-94 0 0,-2-5 29 0 0,0 0 0 0 0,-1 0 0 0 0,0 0 0 0 0,-1 0 0 0 0,-1 1 0 0 0,-9-29 0 0 0,-41-81 243 0 0,31 76-36 0 0,3 11 158 0 0,-4-11 683 0 0,20 42-719 0 0,2 5-209 0 0,1 1 0 0 0,-1-1 0 0 0,1 0 0 0 0,0 0 0 0 0,-1 1 0 0 0,1-1 0 0 0,0 0-1 0 0,-1 0 1 0 0,1 1 0 0 0,0-1 0 0 0,0-1 0 0 0,8 9-478 0 0,17 20 380 0 0,1-2 1 0 0,49 39-1 0 0,-36-36 125 0 0,1-1-1 0 0,70 35 1 0 0,-78-48-13 0 0,59 19-1 0 0,-71-28 22 0 0,1 0 0 0 0,-1-2 0 0 0,1 0 0 0 0,26 0 0 0 0,-45-3-65 0 0,0 0 0 0 0,0 0 0 0 0,-1-1 0 0 0,1 1 0 0 0,0 0 0 0 0,0 0 0 0 0,-1-1 0 0 0,1 1 0 0 0,0-1 0 0 0,-1 0 0 0 0,1 1 0 0 0,0-1 0 0 0,-1 0 0 0 0,1 0 0 0 0,-1 0 0 0 0,0 0 0 0 0,1 0 0 0 0,-1 0 0 0 0,0 0 0 0 0,1-1 0 0 0,-1 1 0 0 0,0 0 0 0 0,0-1 0 0 0,0 1 0 0 0,0-1 0 0 0,0 1 0 0 0,-1-1 0 0 0,1 0 0 0 0,0 1 0 0 0,0-3 0 0 0,1-4 18 0 0,-1 0 1 0 0,0 0-1 0 0,-1 0 0 0 0,1 0 0 0 0,-2-11 0 0 0,1 14-52 0 0,-1-7 17 0 0,-1 0-1 0 0,0 1 1 0 0,0-1 0 0 0,-5-13 0 0 0,-20-44 6 0 0,17 47-89 0 0,-2 0 1 0 0,-14-21 0 0 0,22 38-101 0 0,1 0 1 0 0,-2 1 0 0 0,1-1 0 0 0,0 1 0 0 0,-1 0 0 0 0,0 0 0 0 0,0 0 0 0 0,0 0 0 0 0,-7-3 0 0 0,-9-1-3232 0 0,-2 5-3721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6:37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8922 0 0,'0'0'12680'0'0,"20"5"-12905"0"0,65 19 213 0 0,-81-22 12 0 0,0-1 1 0 0,0 0 0 0 0,0 1-1 0 0,0 0 1 0 0,0 0 0 0 0,0 0-1 0 0,-1 0 1 0 0,1 1 0 0 0,-1-1-1 0 0,0 1 1 0 0,1 0 0 0 0,-1 0 0 0 0,0 0-1 0 0,2 4 1 0 0,4 4 9 0 0,37 41-5 0 0,40 60 1 0 0,-67-84-29 0 0,-1 1 1 0 0,-2 0-1 0 0,-1 2 1 0 0,14 39-1 0 0,-24-54 4 0 0,-1 1 1 0 0,0 0-1 0 0,-1 0 0 0 0,-1 0 0 0 0,0 0 0 0 0,-1 0 0 0 0,-1 0 1 0 0,-5 32-1 0 0,4-42-25 0 0,-1-1-1 0 0,0 1 1 0 0,-1-1 0 0 0,0 1 0 0 0,0-1 0 0 0,0 0-1 0 0,-1 0 1 0 0,1-1 0 0 0,-2 1 0 0 0,1-1-1 0 0,0 1 1 0 0,-7 4 0 0 0,4-3-101 0 0,-1 0 0 0 0,-1-1 0 0 0,1 0 1 0 0,-1 0-1 0 0,0-1 0 0 0,0 0 0 0 0,-14 5 0 0 0,-11-1-2725 0 0,11-5-3192 0 0,10-3-3554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6:38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359 48 3097 0 0,'0'0'23677'0'0,"3"-8"-23531"0"0,8-24-50 0 0,-8 24-66 0 0,-3 9-76 0 0,-1 0 22 0 0,1-1 1 0 0,-1 1 0 0 0,1-1-1 0 0,-1 1 1 0 0,1 0 0 0 0,-1-1-1 0 0,1 1 1 0 0,0 0-1 0 0,-1-1 1 0 0,1 1 0 0 0,0 0-1 0 0,-1 0 1 0 0,1 0 9 0 0,-3 5 4 0 0,0 0 0 0 0,-8 9 0 0 0,0 2 41 0 0,-114 242 222 0 0,109-224-237 0 0,11-23-2 0 0,-49 106-5 0 0,25-55 17 0 0,-12 22 52 0 0,36-78-57 0 0,0 0 0 0 0,0 0 0 0 0,0 0 0 0 0,-1-1 0 0 0,0 0 0 0 0,-10 7 0 0 0,-7 8-1620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6:39.5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51 186 6665 0 0,'0'0'17920'0'0,"-3"5"-17736"0"0,-4 9 58 0 0,0 0 0 0 0,1 1 0 0 0,-7 28 1 0 0,11-28-116 0 0,0 0 1 0 0,1 0-1 0 0,1 23 1 0 0,1-15 3 0 0,-1-11-70 0 0,1 0 1 0 0,1-1-1 0 0,0 1 0 0 0,0 0 1 0 0,1-1-1 0 0,9 21 0 0 0,-8-22-45 0 0,-4-8-16 0 0,1 0 0 0 0,-1 1 0 0 0,1-1 0 0 0,0 0 0 0 0,0 0 0 0 0,0 0 0 0 0,0-1 0 0 0,0 1 0 0 0,0 0 0 0 0,0 0 0 0 0,1 0 0 0 0,-1-1 0 0 0,4 3 0 0 0,-5-4 8 0 0,0 1-1 0 0,1-1 1 0 0,-1 0-1 0 0,0 0 1 0 0,1 0-1 0 0,-1 0 0 0 0,0-1 1 0 0,1 1-1 0 0,-1 0 1 0 0,1 0-1 0 0,-1 0 1 0 0,0 0-1 0 0,1 0 0 0 0,-1 0 1 0 0,0 0-1 0 0,0-1 1 0 0,1 1-1 0 0,-1 0 1 0 0,0 0-1 0 0,1 0 0 0 0,-1-1 1 0 0,0 1-1 0 0,0 0 1 0 0,1 0-1 0 0,-1-1 1 0 0,0 1-1 0 0,0 0 1 0 0,0-1-1 0 0,1 1 0 0 0,-1 0 1 0 0,0-1-1 0 0,0 1 1 0 0,0 0-1 0 0,0-1 1 0 0,0 1-1 0 0,0 0 0 0 0,0-1 1 0 0,0 1-1 0 0,0 0 1 0 0,0-1-1 0 0,3-17 28 0 0,-2-2-33 0 0,-1 1 0 0 0,-1-1 0 0 0,-1 0 0 0 0,-1 1-1 0 0,-8-31 1 0 0,-19-48 164 0 0,11 37 131 0 0,18 42-73 0 0,2 19-257 0 0,-1 0 1 0 0,1 0-1 0 0,-1 0 1 0 0,1 0-1 0 0,0 0 1 0 0,-1 0-1 0 0,1 0 1 0 0,-1 0-1 0 0,1 0 1 0 0,-1 1-1 0 0,1-1 1 0 0,-1 0-1 0 0,1 0 1 0 0,-1 1-1 0 0,1-1 1 0 0,-1 0-1 0 0,1 0 1 0 0,-1 1-1 0 0,1-1 1 0 0,0 1-1 0 0,60 57-495 0 0,29 24 540 0 0,-60-59 39 0 0,40 23 1 0 0,-57-39-10 0 0,0-1 0 0 0,1 0 0 0 0,-1 0-1 0 0,1-1 1 0 0,0-1 0 0 0,19 3 0 0 0,-29-6 5 0 0,0-1-1 0 0,0 0 0 0 0,-1 1 1 0 0,1-1-1 0 0,0-1 1 0 0,0 1-1 0 0,0-1 0 0 0,0 1 1 0 0,0-1-1 0 0,5-2 1 0 0,-7 2-19 0 0,0 0 0 0 0,0 0 0 0 0,-1 0 0 0 0,1 0 0 0 0,0-1 0 0 0,0 1 0 0 0,-1 0 0 0 0,1-1 0 0 0,-1 0 0 0 0,1 1 1 0 0,-1-1-1 0 0,0 0 0 0 0,0 1 0 0 0,1-1 0 0 0,-1 0 0 0 0,-1 0 0 0 0,1 0 0 0 0,0 0 0 0 0,0 0 0 0 0,0-3 0 0 0,2-11 24 0 0,-1 0 0 0 0,-1 0 0 0 0,0 0-1 0 0,-2-18 1 0 0,1 5-57 0 0,-2 9-387 0 0,0 0 0 0 0,-1 1-1 0 0,-1-1 1 0 0,0 1 0 0 0,-2-1 0 0 0,0 2 0 0 0,-1-1 0 0 0,-16-27 0 0 0,2 9-3308 0 0,18 33 1550 0 0,0 0-1 0 0,0 0 1 0 0,-5-5 0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7:33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3361 0 0,'1'-1'13468'0'0,"10"-5"-4173"0"0,-11 22-9243 0 0,2-7-12 0 0,0 0 1 0 0,5 13-1 0 0,3 14 67 0 0,4 22 47 0 0,-2-18-42 0 0,-12-38-100 0 0,1 0 0 0 0,-1 1 0 0 0,1-1 1 0 0,0 0-1 0 0,0 0 0 0 0,2 4 0 0 0,2 7 225 0 0,-6-20 291 0 0,1-1 0 0 0,0 1-1 0 0,0-10 1 0 0,1-5-501 0 0,-1-21 39 0 0,7-54-1 0 0,-7 95-61 0 0,1 0 0 0 0,-1 0 0 0 0,0 0 0 0 0,1 1 0 0 0,-1-1 1 0 0,1 0-1 0 0,0 0 0 0 0,0 1 0 0 0,-1-1 0 0 0,1 0 0 0 0,0 1 0 0 0,1-1 0 0 0,-1 1 1 0 0,0-1-1 0 0,0 1 0 0 0,0 0 0 0 0,1-1 0 0 0,-1 1 0 0 0,1 0 0 0 0,-1 0 0 0 0,1 0 0 0 0,0 0 1 0 0,-1 0-1 0 0,1 0 0 0 0,0 1 0 0 0,-1-1 0 0 0,1 0 0 0 0,0 1 0 0 0,0 0 0 0 0,0-1 0 0 0,0 1 1 0 0,-1 0-1 0 0,5 0 0 0 0,-1 0-8 0 0,0 0 1 0 0,0 1 0 0 0,0 0 0 0 0,0 0-1 0 0,0 0 1 0 0,0 1 0 0 0,-1 0-1 0 0,1 0 1 0 0,0 0 0 0 0,-1 0-1 0 0,8 5 1 0 0,143 124-10 0 0,-124-100 5 0 0,-25-25-478 0 0,2 5-356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6:51.5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3 6545 0 0,'0'0'15468'0'0,"-2"-3"-15148"0"0,2 13-300 0 0,1-1 1 0 0,0 0 0 0 0,1 0-1 0 0,0 0 1 0 0,0 0 0 0 0,6 14-1 0 0,28 49 180 0 0,-21-44-133 0 0,15 23 89 0 0,5 8-14 0 0,-23-35-113 0 0,11 25-30 0 0,-20-43-12 0 0,-1 0 1 0 0,-1 0 0 0 0,1 0-1 0 0,-1 0 1 0 0,0 0 0 0 0,0 9 0 0 0,-1-13 8 0 0,0-1 1 0 0,0 1-1 0 0,0 0 1 0 0,0-1-1 0 0,-1 1 1 0 0,1 0-1 0 0,-1-1 1 0 0,1 1-1 0 0,-1-1 1 0 0,0 1-1 0 0,1-1 1 0 0,-1 1-1 0 0,0-1 1 0 0,0 1-1 0 0,0-1 1 0 0,0 0-1 0 0,0 1 1 0 0,-2 0-1 0 0,1 0 23 0 0,-1 0 0 0 0,1-1 0 0 0,-1 1 0 0 0,0-1 0 0 0,1 1 0 0 0,-1-1 0 0 0,0 0 0 0 0,0 0 1 0 0,-4 1-1 0 0,-1-1 73 0 0,1 0 0 0 0,-1 0 1 0 0,1-1-1 0 0,-1 0 0 0 0,1 0 1 0 0,-1-1-1 0 0,-10-2 0 0 0,12 1 0 0 0,0 0-1 0 0,0 0 0 0 0,1 0 1 0 0,-1-1-1 0 0,1 0 0 0 0,-1 0 1 0 0,1-1-1 0 0,0 0 0 0 0,0 1 0 0 0,0-2 1 0 0,-4-4-1 0 0,7 7-55 0 0,0 0-1 0 0,1 0 1 0 0,-1-1-1 0 0,1 1 1 0 0,-1-1-1 0 0,1 1 1 0 0,0-1-1 0 0,-1 0 1 0 0,1 1-1 0 0,1-1 1 0 0,-2-4-1 0 0,2 5-76 0 0,0 0 0 0 0,0 0 0 0 0,0 0 0 0 0,0-1 0 0 0,0 1 0 0 0,1 0 0 0 0,-1 0 0 0 0,1 0 1 0 0,-1 0-1 0 0,1 0 0 0 0,0 0 0 0 0,0 0 0 0 0,0 0 0 0 0,0 0 0 0 0,0 0 0 0 0,3-3 0 0 0,8-9-1840 0 0,17-17 1 0 0,1 5-7579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6:51.7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4 17972 0 0,'0'0'6281'0'0,"-46"-4"-27597"0"0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6:52.4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1 102 7930 0 0,'0'0'17689'0'0,"12"-15"-17490"0"0,39-47-58 0 0,-33 45-70 0 0,-10 14-2 0 0,-3 2-32 0 0,0 0-33 0 0,0 0-1 0 0,0 0 1 0 0,0 1-1 0 0,0-1 1 0 0,0 1 0 0 0,0 1-1 0 0,0-1 1 0 0,5 1-1 0 0,-9 0-30 0 0,0 1 0 0 0,0-1 0 0 0,0 0 0 0 0,0 0-1 0 0,0 1 1 0 0,0-1 0 0 0,0 0 0 0 0,-1 1 0 0 0,1-1-1 0 0,-1 1 1 0 0,1-1 0 0 0,0 2 0 0 0,-1-2 18 0 0,2 9-68 0 0,0 1 0 0 0,0 0 0 0 0,-1 0 0 0 0,0 0 0 0 0,-2 14 0 0 0,1-12 44 0 0,0-12 32 0 0,1 5-7 0 0,-1 0-1 0 0,0 0 0 0 0,-1 0 1 0 0,0 0-1 0 0,1 0 1 0 0,-2 0-1 0 0,1 0 0 0 0,-1-1 1 0 0,-4 11-1 0 0,-10 19 54 0 0,16-34 4 0 0,-1-1-1 0 0,1 1 0 0 0,0 0 0 0 0,-1 0 0 0 0,1-1 0 0 0,0 1 1 0 0,0 0-1 0 0,-1 0 0 0 0,1 0 0 0 0,0 0 0 0 0,0 1 1 0 0,0-2-28 0 0,0 1 1 0 0,1-1 0 0 0,-1 0-1 0 0,0 1 1 0 0,0-1 0 0 0,0 0-1 0 0,0 0 1 0 0,1 0 0 0 0,-1 1-1 0 0,0-1 1 0 0,0 0 0 0 0,0 0 0 0 0,1 0-1 0 0,-1 1 1 0 0,0-1 0 0 0,0 0-1 0 0,1 0 1 0 0,-1 0 0 0 0,0 0-1 0 0,1 0 1 0 0,-1 1 0 0 0,0-1-1 0 0,0 0 1 0 0,1 0 0 0 0,-1 0-1 0 0,0 0 1 0 0,1 0 0 0 0,-1 0 0 0 0,0 0-1 0 0,1 0 1 0 0,-1 0 0 0 0,14-1 57 0 0,-1-1 1 0 0,0 0 0 0 0,0 0 0 0 0,20-7-1 0 0,-3 0-215 0 0,26-7-1153 0 0,-28 4-2532 0 0,-5-3-7357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6:52.6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14891 0 0,'0'0'9860'0'0,"0"6"-9860"0"0,0 0 19 0 0,0 1 1 0 0,0 0 0 0 0,1-1 0 0 0,0 1 0 0 0,0-1 0 0 0,1 1-1 0 0,3 9 1 0 0,3-1-451 0 0,1-1 0 0 0,0-1-1 0 0,1 0 1 0 0,11 12 0 0 0,-16-20-832 0 0,1 1 0 0 0,8 6 0 0 0,4 0-7221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6:52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7314 0 0,'0'0'12308'0'0,"8"17"-12611"0"0,23 52-367 0 0,-28-63-234 0 0,0 1 0 0 0,0-1-1 0 0,0 0 1 0 0,9 12-1 0 0,-4-8-3604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6:53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532 34 15259 0 0,'0'0'8918'0'0,"-30"-6"-8418"0"0,-94-16-149 0 0,114 20-285 0 0,-1 0 0 0 0,0 1 1 0 0,0 0-1 0 0,-12 1 0 0 0,10 1 3 0 0,-24 0 76 0 0,-67 11 0 0 0,14 6-3333 0 0,46-11-2861 0 0,32-6 1983 0 0,0 0-5516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6:53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11923 0 0,'0'0'10855'0'0,"3"19"-10757"0"0,11 63-9 0 0,-12-73-55 0 0,-1 0-1 0 0,2-1 1 0 0,-1 1 0 0 0,1-1 0 0 0,7 16-1 0 0,-1-5 44 0 0,-1 0 12 0 0,1-1 1 0 0,0 1 0 0 0,17 23-1 0 0,-13-23-172 0 0,-9-14-320 0 0,-1 1 1 0 0,1-1 0 0 0,0 0 0 0 0,7 7-1 0 0,-9-10-282 0 0,10 6-2666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6:53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0 14235 0 0,'0'0'11165'0'0,"-18"8"-10978"0"0,-54 23-62 0 0,50-20-58 0 0,16-6-1 0 0,2 0-23 0 0,1-3-27 0 0,1 0 0 0 0,0 0 0 0 0,0 0 0 0 0,0 0 0 0 0,0 1 0 0 0,1-1 0 0 0,-1 1 0 0 0,1-1 0 0 0,-1 1 0 0 0,1 0 0 0 0,-1 4 0 0 0,1-3 17 0 0,0 1 0 0 0,0 0 0 0 0,1 0 0 0 0,0-1 0 0 0,0 1 0 0 0,1 7 0 0 0,-1-10-23 0 0,1 0 0 0 0,0 1 1 0 0,-1-1-1 0 0,1 0 0 0 0,0 0 0 0 0,1 0 0 0 0,-1 0 1 0 0,0 0-1 0 0,1 0 0 0 0,-1 0 0 0 0,1 0 0 0 0,-1-1 1 0 0,1 1-1 0 0,0-1 0 0 0,2 3 0 0 0,2 0 24 0 0,0 1-1 0 0,1-1 0 0 0,8 4 0 0 0,1-1 0 0 0,1 0 0 0 0,-1-1-1 0 0,1 0 1 0 0,0-2 0 0 0,0 0 0 0 0,0-1-1 0 0,1 0 1 0 0,23-1 0 0 0,-20-2-253 0 0,44-1 269 0 0,-59 0-812 0 0,1 0 1 0 0,0-1-1 0 0,-1 1 1 0 0,1-1 0 0 0,-1 0-1 0 0,0-1 1 0 0,9-4-1 0 0,-11 4-1791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6:54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254 31 13099 0 0,'0'0'14900'0'0,"-5"-6"-14941"0"0,-12-18 10 0 0,16 24 31 0 0,1 0 0 0 0,0 0-1 0 0,0 0 1 0 0,0 0 0 0 0,0 0-1 0 0,0 0 1 0 0,0 0 0 0 0,-1 0-1 0 0,1 0 1 0 0,0 0 0 0 0,0 0-1 0 0,0 0 1 0 0,0 0 0 0 0,0 0-1 0 0,-1 0 1 0 0,1-1 0 0 0,0 1-1 0 0,0 0 1 0 0,0 0 0 0 0,0 1-1 0 0,0-1 1 0 0,-1 0 0 0 0,1 0-1 0 0,0 0 1 0 0,0 0 0 0 0,0 0-1 0 0,0 0 1 0 0,0 0 0 0 0,-1 0-1 0 0,1 0 1 0 0,0 0 0 0 0,0 0-1 0 0,0 0 1 0 0,0 0 0 0 0,0 0-1 0 0,0 1 1 0 0,0-1 0 0 0,-1 0 0 0 0,1 0-1 0 0,0 0 1 0 0,0 0 0 0 0,0 0-1 0 0,0 0 1 0 0,0 1 0 0 0,0-1-1 0 0,0 0 1 0 0,0 0 0 0 0,0 0-1 0 0,0 0 1 0 0,-4 12 5 0 0,2-5 4 0 0,-15 43 57 0 0,2 2 1 0 0,-9 55 0 0 0,3-11-13 0 0,15-73-41 0 0,-15 56 30 0 0,-6 8-55 0 0,24-79 9 0 0,-1 5 4 0 0,-1-1-1 0 0,0 1 1 0 0,0-1 0 0 0,-2 0-1 0 0,1-1 1 0 0,-10 12 0 0 0,-15 10-1146 0 0,25-30 907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6:54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142 140 13515 0 0,'0'0'11429'0'0,"-17"15"-11229"0"0,-54 50-39 0 0,51-43-64 0 0,15-14-8 0 0,3-1-31 0 0,-1-1-6 0 0,1 1 0 0 0,0-1 0 0 0,0 0 0 0 0,0 1 0 0 0,1-1 0 0 0,-1 9 0 0 0,0 42 308 0 0,2-50-319 0 0,0-4-41 0 0,1 0 0 0 0,-1 0 0 0 0,0 0 0 0 0,1 0 1 0 0,0 0-1 0 0,0-1 0 0 0,0 1 0 0 0,0 0 0 0 0,0 0 0 0 0,0-1 1 0 0,1 1-1 0 0,3 4 0 0 0,-4-6 0 0 0,0 1 0 0 0,0-1 0 0 0,0 0-1 0 0,1 1 1 0 0,-1-1 0 0 0,1 0 0 0 0,-1 0 0 0 0,1 0 0 0 0,-1 0-1 0 0,1 0 1 0 0,-1-1 0 0 0,1 1 0 0 0,0 0 0 0 0,0-1 0 0 0,-1 1 0 0 0,1-1-1 0 0,0 0 1 0 0,0 1 0 0 0,-1-1 0 0 0,1 0 0 0 0,0 0 0 0 0,0 0-1 0 0,2-1 1 0 0,-3 1 3 0 0,0-1-1 0 0,0 1 1 0 0,-1 0-1 0 0,1-1 0 0 0,0 1 1 0 0,0-1-1 0 0,-1 0 1 0 0,1 1-1 0 0,0-1 0 0 0,-1 1 1 0 0,1-1-1 0 0,0 0 1 0 0,-1 0-1 0 0,1 1 0 0 0,-1-1 1 0 0,1 0-1 0 0,-1 0 1 0 0,0 0-1 0 0,1 1 0 0 0,-1-1 1 0 0,0 0-1 0 0,1 0 1 0 0,-1 0-1 0 0,0 0 0 0 0,0 0 1 0 0,0-1-1 0 0,1-30-175 0 0,-1 25 125 0 0,0-7 38 0 0,-1-1-1 0 0,-1 1 0 0 0,-1 0 1 0 0,1 1-1 0 0,-2-1 0 0 0,-5-14 1 0 0,2 7 54 0 0,3 7 29 0 0,-12-25-1 0 0,14 34-47 0 0,-3-2 84 0 0,1-1 0 0 0,0 0 0 0 0,1 0 0 0 0,0 0 0 0 0,0 0 0 0 0,1-1 0 0 0,0 1 0 0 0,-2-17-1 0 0,16 27-585 0 0,-8 0 420 0 0,-1 1 0 0 0,1 0 0 0 0,0 0 0 0 0,-1 1 0 0 0,4 4 0 0 0,6 5-5 0 0,21 18-59 0 0,1-1 0 0 0,2-2 0 0 0,1-1 0 0 0,42 22 0 0 0,-69-44 136 0 0,0 1 0 0 0,0-2 1 0 0,1 1-1 0 0,0-2 1 0 0,0 1-1 0 0,0-2 1 0 0,0 1-1 0 0,0-2 1 0 0,17 1-1 0 0,-28-2 3 0 0,1 0 0 0 0,-1-1 0 0 0,1 1 0 0 0,-1 0 0 0 0,1-1 0 0 0,-1 1 0 0 0,1-1 0 0 0,-1 0 0 0 0,1 1 0 0 0,-1-1 0 0 0,0 0 0 0 0,1 0 0 0 0,-1 0 0 0 0,0 0 0 0 0,0 0 0 0 0,1 0 0 0 0,-1 0 0 0 0,0 0 0 0 0,0-1 0 0 0,0 1 0 0 0,-1 0 0 0 0,1-1 0 0 0,0 1 0 0 0,0-1 0 0 0,-1 1 0 0 0,1 0 0 0 0,-1-1 0 0 0,1-2 0 0 0,1-5 46 0 0,0 0 1 0 0,0 0 0 0 0,0-17-1 0 0,-2 9 19 0 0,0 0 0 0 0,-1 0-1 0 0,0 0 1 0 0,-1 0 0 0 0,-9-31 0 0 0,8 39-259 0 0,0 1 1 0 0,-1-1 0 0 0,0 1 0 0 0,0-1 0 0 0,-7-7 0 0 0,7 10-439 0 0,-1 0 1 0 0,1 1-1 0 0,-1 0 0 0 0,-1 0 1 0 0,1 0-1 0 0,-1 0 0 0 0,-8-4 1 0 0,0 1-4765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7:43.1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4153 0 0,'0'3'22332'0'0,"-1"8"-22586"0"0,2-6 217 0 0,0 0 0 0 0,0 0 0 0 0,4 8 0 0 0,1 1 49 0 0,11 34 12 0 0,-13-34-32 0 0,8 18 0 0 0,-7-20 19 0 0,7 25-1 0 0,-5-16-1 0 0,-6-18 3 0 0,0 0 0 0 0,0 0-1 0 0,0 0 1 0 0,0 0 0 0 0,0 0-1 0 0,-1 0 1 0 0,1 4 0 0 0,-1-7 44 0 0,0 0 0 0 0,0 0 0 0 0,1 0 0 0 0,-1 1 0 0 0,0-1 0 0 0,0 0 0 0 0,0 0 0 0 0,1 0 0 0 0,-1 0 0 0 0,0 0 0 0 0,0 0 1 0 0,0-1-1 0 0,0 1 0 0 0,1 0 0 0 0,-1 0 0 0 0,0 0 0 0 0,0 0 0 0 0,0 0 0 0 0,0 0 0 0 0,0 0 0 0 0,1 0 0 0 0,-1 0 0 0 0,0 0 0 0 0,0 0 0 0 0,0 0 0 0 0,0-1 0 0 0,0 1 0 0 0,0 0 0 0 0,1 0 0 0 0,-1 0 0 0 0,0 0 1 0 0,0 0-1 0 0,0-1 0 0 0,0 1 0 0 0,5-5 26 0 0,-2 0-45 0 0,0 0-1 0 0,0-1 0 0 0,-1 1 0 0 0,1-1 0 0 0,0-6 1 0 0,6-11-21 0 0,36-69 72 0 0,-44 90-82 0 0,0 1 0 0 0,0-1 1 0 0,0 1-1 0 0,0 0 0 0 0,0 0 1 0 0,0 0-1 0 0,1 0 0 0 0,-1 0 1 0 0,0 0-1 0 0,1 0 0 0 0,-1 0 1 0 0,1 0-1 0 0,-1 0 0 0 0,1 1 0 0 0,-1-1 1 0 0,3 0-1 0 0,-1 0 5 0 0,0 1-1 0 0,1-1 1 0 0,-1 1 0 0 0,0 0-1 0 0,0 0 1 0 0,1 0-1 0 0,-1 1 1 0 0,5 0-1 0 0,2 3-17 0 0,-1 0-1 0 0,0 0 0 0 0,0 0 0 0 0,0 1 0 0 0,15 12 0 0 0,-12-9 5 0 0,-10-7 3 0 0,51 37-38 0 0,-45-32 20 0 0,-1 0 0 0 0,0 1 0 0 0,0 1 0 0 0,9 11 0 0 0,-15-17-121 0 0,1 0 0 0 0,-1 0 0 0 0,0 1 1 0 0,0-1-1 0 0,0 1 0 0 0,0-1 0 0 0,0 4 0 0 0,1 10-4623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6:55.8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58 231 6649 0 0,'0'0'17227'0'0,"16"-15"-17085"0"0,52-43-22 0 0,-65 55-103 0 0,0 0-1 0 0,0 1 0 0 0,0 0 0 0 0,0-1 0 0 0,0 1 0 0 0,1 1 0 0 0,-1-1 0 0 0,5-1 1 0 0,1-1 51 0 0,51-27 575 0 0,-57 29-547 0 0,1 0 1 0 0,-1-1-1 0 0,0 1 1 0 0,0 0-1 0 0,0-1 1 0 0,3-3 0 0 0,-6 5-57 0 0,1 0-1 0 0,0 0 1 0 0,0 0 0 0 0,-1 0 0 0 0,1 0 0 0 0,0 0 0 0 0,-1 0 0 0 0,1 0 0 0 0,-1 0 0 0 0,0 0 0 0 0,1 0 0 0 0,-1 0 0 0 0,0 0 0 0 0,1 0 0 0 0,-1-1 0 0 0,0 1 0 0 0,0 0 0 0 0,0 0 0 0 0,0 0 0 0 0,0 0 0 0 0,0-1 0 0 0,-1 1 0 0 0,1-1 0 0 0,-2 0-30 0 0,0 0 1 0 0,0 0-1 0 0,0 0 0 0 0,0 0 1 0 0,-1 1-1 0 0,1-1 1 0 0,0 1-1 0 0,-1-1 0 0 0,-3 0 1 0 0,0-1-18 0 0,-6-3 23 0 0,-1 1 0 0 0,0 0 0 0 0,1 1 0 0 0,-2 0-1 0 0,1 1 1 0 0,0 0 0 0 0,-1 1 0 0 0,1 1 0 0 0,-21 0 0 0 0,30 2-10 0 0,0-1 0 0 0,0 0 0 0 0,0 1 0 0 0,0 0-1 0 0,0 0 1 0 0,1 0 0 0 0,-1 1 0 0 0,0-1 0 0 0,1 1 0 0 0,-1 0 0 0 0,1 0 0 0 0,0 0 0 0 0,-1 0 0 0 0,1 1 0 0 0,0-1 0 0 0,0 1 0 0 0,0 0 0 0 0,1 0 0 0 0,-1 0 0 0 0,1 0 0 0 0,-4 6-1 0 0,0 1 14 0 0,5-9-14 0 0,0 0 1 0 0,0 1-1 0 0,1-1 1 0 0,-1 0-1 0 0,0 1 1 0 0,1-1 0 0 0,-1 1-1 0 0,1-1 1 0 0,-1 1-1 0 0,1-1 1 0 0,-1 1-1 0 0,1-1 1 0 0,0 3-1 0 0,-1 17 113 0 0,1-14-59 0 0,-1-1 1 0 0,1 1 0 0 0,0 0-1 0 0,1 0 1 0 0,2 13-1 0 0,-1-17-16 0 0,0 1 0 0 0,0-1 0 0 0,0 0-1 0 0,0 1 1 0 0,1-1 0 0 0,-1 0 0 0 0,1-1 0 0 0,0 1 0 0 0,3 3-1 0 0,-2-4-12 0 0,9 8 80 0 0,1 0-1 0 0,0-1 0 0 0,1-1 0 0 0,0 0 1 0 0,25 9-1 0 0,-2-6-51 0 0,1-2-1 0 0,-1-2 1 0 0,2-1 0 0 0,-1-2 0 0 0,79-3 0 0 0,-113-1-204 0 0,0-1 1 0 0,1 0 0 0 0,-1 0-1 0 0,0 0 1 0 0,8-4 0 0 0,-9 3-1501 0 0,0 0 1 0 0,0 0-1 0 0,6-4 1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6:56.4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1 7850 0 0,'0'0'14139'0'0,"-1"11"-14683"0"0,0 2 577 0 0,-2 60 158 0 0,3-52-109 0 0,-1-3 1 0 0,2 0 0 0 0,0 0 0 0 0,4 20 0 0 0,0-13 62 0 0,14 37 0 0 0,-3-14-17 0 0,-8-23-46 0 0,23 46 1 0 0,-30-68-80 0 0,0-1 0 0 0,0 0 0 0 0,0 0 0 0 0,0 1 0 0 0,0-1 0 0 0,0 0 0 0 0,0 5 0 0 0,-1-7-33 0 0,-4 0-28 0 0,1 0 67 0 0,0-1 0 0 0,0 1 0 0 0,-1-1 0 0 0,1 0 0 0 0,0 0 0 0 0,0 0 0 0 0,0-1 0 0 0,-3-1 0 0 0,-28-19 163 0 0,20 12-119 0 0,-9-7 14 0 0,0-2 0 0 0,-28-29 0 0 0,13 10 10 0 0,35 36-31 0 0,1 0 1 0 0,0-1-1 0 0,-1 0 0 0 0,1 0 0 0 0,0 1 0 0 0,-2-5 0 0 0,4 6-35 0 0,0 1 0 0 0,-1-1 0 0 0,1 0 0 0 0,0 1 0 0 0,0-1-1 0 0,-1 1 1 0 0,1-1 0 0 0,0 0 0 0 0,0 1 0 0 0,0-1 0 0 0,0 0 0 0 0,0 1-1 0 0,0-1 1 0 0,0 0 0 0 0,0 1 0 0 0,0-1 0 0 0,0 0 0 0 0,0 1 0 0 0,0-1 0 0 0,0 0-1 0 0,1 1 1 0 0,-1-1 0 0 0,0 1 0 0 0,0-1 0 0 0,1 0 0 0 0,-1 1 0 0 0,0-1-1 0 0,1 1 1 0 0,-1-1 0 0 0,1 1 0 0 0,-1-1 0 0 0,1 1 0 0 0,-1-1 0 0 0,1 1-1 0 0,-1 0 1 0 0,1-1 0 0 0,-1 1 0 0 0,1 0 0 0 0,1-1 0 0 0,11-4-217 0 0,0 1 0 0 0,1 1 0 0 0,-1 1 1 0 0,1-1-1 0 0,0 2 0 0 0,21 0 0 0 0,-15 0-1965 0 0,40-6-1 0 0,-27-3-4870 0 0,-22 7-163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6:56.6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 14019 0 0,'0'0'12143'0'0,"2"-2"-13121"0"0,-1 1 959 0 0,0 0-35 0 0,-1 1-1 0 0,1-1 1 0 0,-1 0-1 0 0,1 1 1 0 0,-1-1-1 0 0,1 1 1 0 0,0-1-1 0 0,-1 1 1 0 0,1-1-1 0 0,0 1 1 0 0,0-1-1 0 0,-1 1 1 0 0,3-1-1 0 0,-1 5-1253 0 0,-1 8-1178 0 0,-1-1-2927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6:58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 7618 0 0,'0'0'13791'0'0,"2"-4"-13349"0"0,6-12-143 0 0,-7 15-284 0 0,-1 0-1 0 0,1 1 1 0 0,0-1-1 0 0,0 0 1 0 0,0 0-1 0 0,0 0 1 0 0,0 1-1 0 0,0-1 1 0 0,0 1 0 0 0,0-1-1 0 0,0 0 1 0 0,0 1-1 0 0,0 0 1 0 0,0-1-1 0 0,0 1 1 0 0,0 0-1 0 0,0-1 1 0 0,1 1 0 0 0,-1 0-1 0 0,0 0 1 0 0,0 0-1 0 0,0 0 1 0 0,0 0-1 0 0,1 0 1 0 0,0 1-1 0 0,6-1 39 0 0,18-1 35 0 0,1 1 0 0 0,31 4 1 0 0,-43-2-80 0 0,1 1 0 0 0,-1 0 0 0 0,1 2 0 0 0,27 11 1 0 0,-35-13-26 0 0,1 1 0 0 0,-1 1 0 0 0,0-1 0 0 0,7 7 0 0 0,-13-9 5 0 0,0-1 0 0 0,0 1 0 0 0,0 0 0 0 0,0 0 0 0 0,-1 0-1 0 0,1 0 1 0 0,-1 0 0 0 0,1 0 0 0 0,-1 0 0 0 0,0 1-1 0 0,0-1 1 0 0,0 1 0 0 0,0-1 0 0 0,0 0 0 0 0,0 1 0 0 0,-1-1-1 0 0,0 1 1 0 0,1 0 0 0 0,-1 2 0 0 0,0-2 27 0 0,0 0-1 0 0,-1 0 1 0 0,1 0 0 0 0,-1 0-1 0 0,0 0 1 0 0,1-1 0 0 0,-1 1-1 0 0,-1 0 1 0 0,1 0 0 0 0,0-1-1 0 0,-1 1 1 0 0,1 0 0 0 0,-1-1-1 0 0,-2 3 1 0 0,1-2 82 0 0,0 1 0 0 0,-1-1 0 0 0,1 0 1 0 0,-1 0-1 0 0,0 0 0 0 0,0-1 0 0 0,0 1 1 0 0,-6 2-1 0 0,-3 1 135 0 0,0 0 384 0 0,-25 8 1 0 0,32-12-63 0 0,9 1-142 0 0,13 1 77 0 0,-7-2-349 0 0,5 1-246 0 0,0-1 0 0 0,0 0 0 0 0,0-1 1 0 0,0 0-1 0 0,21-3 0 0 0,-1 1-1169 0 0,-24 1-137 0 0,1-1-1 0 0,19-4 1 0 0,3-4-7256 0 0,-20 7-1752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6:58.5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0 13451 0 0,'0'0'12349'0'0,"-2"3"-12407"0"0,1-2 52 0 0,0-1 0 0 0,1 1 0 0 0,-1 0 0 0 0,0 0 1 0 0,1 0-1 0 0,-1 0 0 0 0,1 0 0 0 0,-1 0 1 0 0,1 0-1 0 0,-1 0 0 0 0,1 0 0 0 0,0 0 1 0 0,0 0-1 0 0,-1 1 0 0 0,1-1 0 0 0,0 0 1 0 0,0 0-1 0 0,0 0 0 0 0,0 0 0 0 0,0 0 0 0 0,0 0 1 0 0,1 0-1 0 0,-1 1 0 0 0,0-1 0 0 0,0 0 1 0 0,1 0-1 0 0,0 2 0 0 0,3 4-568 0 0,1 0-1 0 0,0 0 0 0 0,0-1 1 0 0,7 8-1 0 0,-9-11-265 0 0,0-1 1 0 0,-1 0-1 0 0,1 0 0 0 0,0 0 1 0 0,4 2-1 0 0,-4-3-508 0 0,0 0-1 0 0,0 0 1 0 0,0 0 0 0 0,1 0 0 0 0,-1 0-1 0 0,4 0 1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6:58.6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9066 0 0,'0'0'11869'0'0,"14"26"-11721"0"0,44 78-72 0 0,-53-94-187 0 0,0 0 1 0 0,15 18-1 0 0,-14-20-214 0 0,9 14-1548 0 0,-6-6-1379 0 0,2-3-4007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6:58.8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425 73 13379 0 0,'0'0'9798'0'0,"-33"-11"-9207"0"0,-103-32-225 0 0,88 29-210 0 0,29 12-69 0 0,9 1-61 0 0,-7 0-116 0 0,1 1 0 0 0,-31 3 0 0 0,35-1-923 0 0,0 0 0 0 0,-15 6 0 0 0,-3 3-6549 0 0,26-10 5942 0 0,-10 4-8876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7:01.6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34 5257 0 0,'0'0'17160'0'0,"-19"34"-16419"0"0,11-20-577 0 0,1-1-1 0 0,0 1 0 0 0,-7 22 1 0 0,12-27-47 0 0,1 0 0 0 0,0-1 1 0 0,0 1-1 0 0,0 0 1 0 0,1-1-1 0 0,1 1 0 0 0,0 9 1 0 0,0-15-69 0 0,0 0 1 0 0,-1 0-1 0 0,1 0 1 0 0,0 0-1 0 0,0 0 1 0 0,1 0-1 0 0,1 4 1 0 0,3 5 114 0 0,-5-12-136 0 0,-1 1 0 0 0,0-1 1 0 0,0 1-1 0 0,0-1 0 0 0,0 0 0 0 0,1 1 1 0 0,-1-1-1 0 0,0 0 0 0 0,1 1 0 0 0,-1-1 1 0 0,0 0-1 0 0,1 1 0 0 0,-1-1 0 0 0,0 0 1 0 0,1 0-1 0 0,-1 1 0 0 0,0-1 0 0 0,1 0 1 0 0,-1 0-1 0 0,1 0 0 0 0,-1 1 0 0 0,0-1 1 0 0,1 0-1 0 0,0 0-10 0 0,-1 0 1 0 0,0 0-1 0 0,0 0 1 0 0,1 0-1 0 0,-1 0 1 0 0,0 0-1 0 0,0 0 1 0 0,0 0-1 0 0,1-1 1 0 0,-1 1-1 0 0,0 0 1 0 0,0 0-1 0 0,0 0 1 0 0,1 0-1 0 0,-1 0 1 0 0,0 0-1 0 0,0-1 1 0 0,0 1-1 0 0,1 0 1 0 0,-1 0-1 0 0,0 0 1 0 0,0 0-1 0 0,0-1 1 0 0,0 1-1 0 0,0 0 1 0 0,0 0-1 0 0,0 0 0 0 0,1-1 1 0 0,-1 1-1 0 0,0 0 1 0 0,0 0-1 0 0,0-1 1 0 0,0 1-1 0 0,0 0 1 0 0,0 0-1 0 0,0-1 1 0 0,0 1-1 0 0,0 0 1 0 0,0 0-1 0 0,0-9-8 0 0,0 3-41 0 0,0 1 0 0 0,0-1 1 0 0,0 1-1 0 0,-1-1 0 0 0,0 1 1 0 0,0-1-1 0 0,-2-4 0 0 0,-29-58 16 0 0,-3-8 186 0 0,35 76-169 0 0,-2-4 63 0 0,1 0 0 0 0,0 0 0 0 0,0 0 0 0 0,0 0-1 0 0,-1-5 74 0 0,6 11-299 0 0,55 56-150 0 0,2-3 1 0 0,109 77-1 0 0,-105-94 15 0 0,-57-34 290 0 0,0-1-1 0 0,0 1 0 0 0,1-1 1 0 0,-1-1-1 0 0,1 0 1 0 0,11 2-1 0 0,-19-4 25 0 0,0 0 0 0 0,0 1 0 0 0,0-1 1 0 0,0 0-1 0 0,0 0 0 0 0,0 0 0 0 0,0 0 0 0 0,0 0 0 0 0,0 0 0 0 0,0-1 0 0 0,0 1 0 0 0,0 0 0 0 0,0 0 0 0 0,0-1 0 0 0,0 1 0 0 0,0-1 0 0 0,-1 1 0 0 0,1 0 0 0 0,0-1 0 0 0,1-1 0 0 0,-1 1 5 0 0,-1 0 1 0 0,1-1 0 0 0,-1 1 0 0 0,1-1 0 0 0,-1 1-1 0 0,0 0 1 0 0,0-1 0 0 0,0 1 0 0 0,0-1 0 0 0,0 1-1 0 0,0-3 1 0 0,0-2-25 0 0,0-10 83 0 0,-1 1 0 0 0,0-1 0 0 0,-1 0 0 0 0,-1 1 0 0 0,-5-19 0 0 0,-5-6-44 0 0,-28-64 0 0 0,38 97-437 0 0,-1 0-1 0 0,0 0 0 0 0,-1 0 1 0 0,0 0-1 0 0,-6-7 1 0 0,10 14-23 0 0,0-1 1 0 0,0 0-1 0 0,0 1 1 0 0,0-1-1 0 0,0 1 1 0 0,0-1-1 0 0,0 1 1 0 0,0 0-1 0 0,0-1 1 0 0,-3 1 0 0 0,-4-1-5706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7:02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362 22 7650 0 0,'0'0'19903'0'0,"3"-4"-19699"0"0,6-10-63 0 0,-9 14-138 0 0,0 0-1 0 0,0 0 1 0 0,-1 0-1 0 0,1 0 1 0 0,0 0-1 0 0,0 1 1 0 0,0-1-1 0 0,0 0 1 0 0,0 0 0 0 0,0 0-1 0 0,0 0 1 0 0,0 0-1 0 0,0 0 1 0 0,-1 0-1 0 0,1 0 1 0 0,0 0-1 0 0,0 0 1 0 0,0 0 0 0 0,0-1-1 0 0,0 1 1 0 0,0 0-1 0 0,0 0 1 0 0,0 0-1 0 0,0 0 1 0 0,0 0-1 0 0,0 0 1 0 0,-1 0 0 0 0,1 0-1 0 0,0 0 1 0 0,0 0-1 0 0,0 0 1 0 0,0 0-1 0 0,0 0 1 0 0,0 0-1 0 0,0 0 1 0 0,0 0 0 0 0,0-1-1 0 0,0 1 1 0 0,0 0-1 0 0,0 0 1 0 0,0 0-1 0 0,0 0 1 0 0,0 0-1 0 0,0 0 1 0 0,0 0 0 0 0,0 0-1 0 0,0 0 1 0 0,0 0-1 0 0,0-1 1 0 0,0 1-1 0 0,0 0 1 0 0,0 0-1 0 0,0 0 1 0 0,0 0 0 0 0,0 0-1 0 0,0 0 1 0 0,0 0-1 0 0,0 0 1 0 0,0 0-1 0 0,0 0 1 0 0,0-1-1 0 0,0 1 1 0 0,0 0 0 0 0,0 0-1 0 0,0 0 1 0 0,0 0-1 0 0,0 0 1 0 0,0 0-1 0 0,1 0 1 0 0,-7 2 43 0 0,-6 8 22 0 0,-4 6-44 0 0,-29 35 17 0 0,25-28 6 0 0,-23 32 0 0 0,23-20-13 0 0,-23 50 0 0 0,-5 9-6 0 0,33-65-16 0 0,-15 39 0 0 0,18-37 4 0 0,-21 34 0 0 0,28-56-304 0 0,1 0-1 0 0,-7 15 1 0 0,11-23 71 0 0,-1 0 0 0 0,1 0 1 0 0,-1 0-1 0 0,1-1 1 0 0,-1 1-1 0 0,0 0 1 0 0,1 0-1 0 0,-1 0 1 0 0,0 0-1 0 0,0-1 0 0 0,-1 2 1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7:02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79 103 15163 0 0,'0'0'10704'0'0,"-6"6"-10477"0"0,-21 17-35 0 0,23-19-150 0 0,1 0 1 0 0,0 0 0 0 0,0 1-1 0 0,0-1 1 0 0,0 1 0 0 0,1-1-1 0 0,-1 1 1 0 0,1 0 0 0 0,0 0-1 0 0,1 0 1 0 0,-1 0 0 0 0,1 0-1 0 0,0 1 1 0 0,0 8 0 0 0,-4 48 258 0 0,4-60-296 0 0,1 0 0 0 0,0 0 0 0 0,0 0 0 0 0,1 0 0 0 0,-1 0 0 0 0,0 0 0 0 0,1 0 0 0 0,-1 0 0 0 0,1 0-1 0 0,-1 0 1 0 0,1 0 0 0 0,0 0 0 0 0,0-1 0 0 0,0 1 0 0 0,0 0 0 0 0,0-1 0 0 0,0 1 0 0 0,1-1 0 0 0,-1 1 0 0 0,0-1 0 0 0,1 1 0 0 0,-1-1 0 0 0,4 2 0 0 0,-2-1 5 0 0,0 0 1 0 0,0 0-1 0 0,1 0 1 0 0,-1-1-1 0 0,1 1 1 0 0,-1-1 0 0 0,1 0-1 0 0,-1 0 1 0 0,1 0-1 0 0,0-1 1 0 0,5 1 0 0 0,-8-1-5 0 0,0 0 0 0 0,0 0 1 0 0,0 0-1 0 0,0 0 0 0 0,0 0 1 0 0,0 0-1 0 0,0-1 0 0 0,0 1 1 0 0,0 0-1 0 0,0-1 0 0 0,0 1 1 0 0,0 0-1 0 0,0-1 0 0 0,0 1 0 0 0,-1-1 1 0 0,1 1-1 0 0,0-1 0 0 0,1 0 1 0 0,-1-1-7 0 0,0 1 1 0 0,0-1-1 0 0,-1 0 1 0 0,1 1-1 0 0,0-1 1 0 0,-1 0-1 0 0,1 1 1 0 0,-1-1-1 0 0,1-3 1 0 0,0-1-30 0 0,0-1-1 0 0,0 1 1 0 0,-1 0 0 0 0,0-1 0 0 0,0 1 0 0 0,-1-1-1 0 0,0 1 1 0 0,0-1 0 0 0,-1 1 0 0 0,-2-7 0 0 0,-3-8 9 0 0,-18-32 0 0 0,4 12 105 0 0,-14-27 302 0 0,34 66-342 0 0,0 0 0 0 0,0 1 0 0 0,1-1 0 0 0,-1 0 0 0 0,0 0 0 0 0,1 0 0 0 0,0 0 0 0 0,-1 0 0 0 0,1 0 0 0 0,0 0 0 0 0,0-2 0 0 0,0 4-9 0 0,2 0-90 0 0,-1 1 23 0 0,1 0 0 0 0,0 0 0 0 0,-1 0 0 0 0,1 0 0 0 0,-1 0 0 0 0,1 0 0 0 0,-1 0 0 0 0,1 0 0 0 0,-1 0 0 0 0,0 1 0 0 0,1-1 0 0 0,-1 1 0 0 0,1 2 0 0 0,4 2-29 0 0,26 28-18 0 0,3-1 1 0 0,0-2 0 0 0,2-1-1 0 0,53 31 1 0 0,-84-57 68 0 0,69 37-129 0 0,-67-37 159 0 0,0-1 0 0 0,0-1 1 0 0,0 1-1 0 0,1-1 1 0 0,0 0-1 0 0,-1-1 0 0 0,14 1 1 0 0,-21-2-9 0 0,1 0 0 0 0,-1 0 0 0 0,0-1 0 0 0,1 1 0 0 0,-1 0 0 0 0,0 0 0 0 0,1-1 0 0 0,-1 1 0 0 0,0-1 0 0 0,0 1 0 0 0,1-1 0 0 0,-1 0 0 0 0,0 1 0 0 0,0-1 0 0 0,0 0 0 0 0,0 0 0 0 0,0 0 0 0 0,0 0 0 0 0,0 0 0 0 0,0 0 0 0 0,0 0-1 0 0,0 0 1 0 0,-1 0 0 0 0,1 0 0 0 0,0 0 0 0 0,-1-1 0 0 0,1 1 0 0 0,-1 0 0 0 0,1 0 0 0 0,-1-1 0 0 0,1-2 0 0 0,0-4 6 0 0,0 0 0 0 0,0-1-1 0 0,-1 1 1 0 0,-1-11-1 0 0,0 2-15 0 0,2 4-36 0 0,-1 1 0 0 0,-1-1 0 0 0,0 1 0 0 0,-1 0 0 0 0,-5-20 0 0 0,1 15-88 0 0,4 9-164 0 0,-1 0 0 0 0,1 0 0 0 0,-2 1 0 0 0,1 0 0 0 0,-1 0 0 0 0,0 0 1 0 0,-5-7-1 0 0,-3-1-2127 0 0,3 4-2975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8:08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44 1976 0 0,'0'0'15049'0'0,"-1"-2"-13805"0"0,-1 0-916 0 0,2 2-210 0 0,-1-1 0 0 0,1 0 0 0 0,-1 1 0 0 0,1-1 0 0 0,-1 0 0 0 0,1 1 0 0 0,-3-8 5951 0 0,6 11-6174 0 0,0-1 18 0 0,-1 1 0 0 0,1-1 0 0 0,-1 1 1 0 0,4 5-1 0 0,-6-7 82 0 0,44 61-31 0 0,5 9 67 0 0,-32-48 183 0 0,-17-23-189 0 0,1 0 1 0 0,-1 0-1 0 0,0 1 0 0 0,0-1 0 0 0,0 0 0 0 0,0 0 0 0 0,0 0 0 0 0,0 0 0 0 0,0 0 0 0 0,0 0 0 0 0,0 0 0 0 0,0 0 0 0 0,0 0 0 0 0,0 0 0 0 0,1 0 0 0 0,-1 0 0 0 0,0 0 1 0 0,0 0-1 0 0,0 0 0 0 0,0 0 0 0 0,0 0 0 0 0,0 0 0 0 0,0 0 0 0 0,0 0 0 0 0,0 0 0 0 0,0 0 0 0 0,1 0 0 0 0,-1 0 0 0 0,0 0 0 0 0,0 0 0 0 0,0 0 0 0 0,0 0 0 0 0,0 0 1 0 0,0 0-1 0 0,0 0 0 0 0,0 0 0 0 0,0 0 0 0 0,0 0 0 0 0,0-1 0 0 0,0 1 0 0 0,1 0 0 0 0,-1 0 0 0 0,0 0 0 0 0,0 0 0 0 0,0 0 0 0 0,0 0 0 0 0,0 0 0 0 0,0 0 0 0 0,0 0 1 0 0,2-8 253 0 0,0-8-350 0 0,-2-135 12 0 0,0 148 76 0 0,0 0-1 0 0,1 0 0 0 0,-1 0 1 0 0,1 0-1 0 0,0 1 0 0 0,-1-1 0 0 0,1 0 1 0 0,2-2-1 0 0,-3 4-17 0 0,1 1 0 0 0,-1 0 1 0 0,1 0-1 0 0,-1 0 0 0 0,0-1 0 0 0,1 1 0 0 0,-1 0 1 0 0,1 0-1 0 0,-1 0 0 0 0,0 0 0 0 0,1 0 0 0 0,-1 0 0 0 0,1 0 1 0 0,-1 0-1 0 0,1 0 0 0 0,-1 0 0 0 0,1 0 0 0 0,-1 0 1 0 0,0 0-1 0 0,1 0 0 0 0,-1 0 0 0 0,1 1 0 0 0,11 3-113 0 0,0 4 87 0 0,1 0 1 0 0,-1 1 0 0 0,21 20 0 0 0,28 37 3 0 0,-47-50-21 0 0,-8-10-393 0 0,20 25-352 0 0,-15-14-2447 0 0,-5 0-4549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7:08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0 232 3025 0 0,'0'0'18464'0'0,"6"1"-18292"0"0,11 2-20 0 0,0-1-1 0 0,0-1 1 0 0,1 0 0 0 0,-1-1 0 0 0,0-1 0 0 0,0-1 0 0 0,0 0 0 0 0,0-1 0 0 0,0-1 0 0 0,21-8 0 0 0,-29 8 91 0 0,0 0 1 0 0,0 0 0 0 0,16-11 0 0 0,-22 13-152 0 0,-1-1 0 0 0,1 1-1 0 0,0 0 1 0 0,-1-1 0 0 0,1 0 0 0 0,-1 1 0 0 0,0-1-1 0 0,0 0 1 0 0,0 0 0 0 0,0 0 0 0 0,-1 0 0 0 0,1-1 0 0 0,-1 1-1 0 0,1-5 1 0 0,1-2 381 0 0,1-21 0 0 0,-3 27-405 0 0,-1 1 0 0 0,-1-1 1 0 0,1 1-1 0 0,0-1 1 0 0,-1 0-1 0 0,1 1 1 0 0,-1-1-1 0 0,0 1 0 0 0,-2-5 1 0 0,-1 1 46 0 0,0 0 0 0 0,-1-1-1 0 0,1 2 1 0 0,-10-11 0 0 0,11 13-86 0 0,2 3-33 0 0,0 0-1 0 0,0 0 1 0 0,1 0 0 0 0,-1 1 0 0 0,0-1 0 0 0,0 0 0 0 0,0 0 0 0 0,0 1-1 0 0,0-1 1 0 0,0 1 0 0 0,0-1 0 0 0,0 1 0 0 0,0-1 0 0 0,0 1 0 0 0,-1-1-1 0 0,1 1 1 0 0,0 0 0 0 0,0 0 0 0 0,0 0 0 0 0,0 0 0 0 0,-1 0 0 0 0,1 0-1 0 0,0 0 1 0 0,0 0 0 0 0,0 0 0 0 0,0 0 0 0 0,-1 1 0 0 0,1-1 0 0 0,0 0 0 0 0,0 1-1 0 0,0-1 1 0 0,0 1 0 0 0,0-1 0 0 0,-2 2 0 0 0,-3 2-26 0 0,1 1-1 0 0,-1-1 1 0 0,1 1 0 0 0,-9 10 0 0 0,0 0 51 0 0,3-4-13 0 0,-7 5-13 0 0,7-5 5 0 0,10-10 3 0 0,0 1 1 0 0,0-1-1 0 0,-1 0 0 0 0,1 0 0 0 0,0 0 0 0 0,0 0 0 0 0,-1 0 0 0 0,1 0 0 0 0,0 0 1 0 0,-1 0-1 0 0,1-1 0 0 0,-3 2 0 0 0,3-2-4 0 0,1 1 1 0 0,0-1-1 0 0,0 0 0 0 0,-1 0 1 0 0,1 0-1 0 0,0 1 1 0 0,0-1-1 0 0,-1 0 0 0 0,1 1 1 0 0,0-1-1 0 0,0 0 1 0 0,0 0-1 0 0,0 1 0 0 0,-1-1 1 0 0,1 0-1 0 0,0 1 0 0 0,0-1 1 0 0,0 0-1 0 0,0 1 1 0 0,0-1-1 0 0,0 0 0 0 0,0 1 1 0 0,0-1-1 0 0,0 1 1 0 0,0-1-1 0 0,0 2-2 0 0,-1-1 1 0 0,1 0-1 0 0,0 0 1 0 0,-1 1-1 0 0,1-1 0 0 0,-1 0 1 0 0,1 0-1 0 0,-1 0 1 0 0,-1 2-1 0 0,1-1 5 0 0,0-1 0 0 0,0 1-1 0 0,0-1 1 0 0,1 1 0 0 0,-1 0-1 0 0,0-1 1 0 0,0 3 0 0 0,-2 26 193 0 0,0 35-1 0 0,3-64-179 0 0,0 1 0 0 0,1-1 0 0 0,-1 0 0 0 0,0 0 0 0 0,1 0 0 0 0,-1 0-1 0 0,1 0 1 0 0,0 0 0 0 0,-1 0 0 0 0,1-1 0 0 0,0 1 0 0 0,-1 0 0 0 0,1 0 0 0 0,1 1 0 0 0,14 10 99 0 0,-15-11-100 0 0,14 13 82 0 0,-12-11-55 0 0,1 1 1 0 0,0-1-1 0 0,8 6 1 0 0,-1-4 50 0 0,0-1 0 0 0,0 1 1 0 0,0-2-1 0 0,1 1 0 0 0,-1-2 0 0 0,15 3 1 0 0,72 1 161 0 0,-76-6-242 0 0,14 2-330 0 0,0-3-1 0 0,56-7 1 0 0,-68 2-1080 0 0,-12 1-1505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7:08.5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0 12755 0 0,'0'0'11090'0'0,"-1"17"-11241"0"0,-2 55 187 0 0,2-52 10 0 0,1 1 0 0 0,1-1-1 0 0,6 31 1 0 0,20 42 131 0 0,-22-78-151 0 0,9 24 86 0 0,32 59-1 0 0,-14-34-55 0 0,-31-61-54 0 0,0 0 1 0 0,1-1 0 0 0,-1 1 0 0 0,-1 0 0 0 0,1 0 0 0 0,0 0-1 0 0,-1 4 1 0 0,-10-7 45 0 0,6-1-3 0 0,0 1 0 0 0,0-1-1 0 0,0 0 1 0 0,1 0 0 0 0,-1 0 0 0 0,0 0-1 0 0,0-1 1 0 0,-6-3 0 0 0,-27-19 86 0 0,33 22-126 0 0,-93-64 96 0 0,93 64-148 0 0,1 0 0 0 0,1 0-1 0 0,-1-1 1 0 0,0 1-1 0 0,-4-6 1 0 0,7 8 17 0 0,0 0 1 0 0,-1-1-1 0 0,1 1 1 0 0,0 0-1 0 0,-1-1 1 0 0,1 1-1 0 0,0-1 1 0 0,0 1-1 0 0,-1 0 1 0 0,1-1-1 0 0,0 1 1 0 0,0-1 0 0 0,0 1-1 0 0,0-1 1 0 0,0 1-1 0 0,0-1 1 0 0,-1 1-1 0 0,1 0 1 0 0,0-1-1 0 0,0 1 1 0 0,1-1-1 0 0,-1 1 1 0 0,0-1-1 0 0,0 1 1 0 0,0-1-1 0 0,0 1 1 0 0,0-1-1 0 0,0 1 1 0 0,1-1-1 0 0,-1 1 1 0 0,0 0-1 0 0,0-1 1 0 0,0 1-1 0 0,1-1 1 0 0,-1 1-1 0 0,0 0 1 0 0,1-1-1 0 0,-1 1 1 0 0,0 0-1 0 0,1-1 1 0 0,-1 1-1 0 0,1 0 1 0 0,-1 0-1 0 0,0-1 1 0 0,1 1-1 0 0,-1 0 1 0 0,1 0-1 0 0,-1 0 1 0 0,1-1-1 0 0,7-1-850 0 0,-1 0-1 0 0,1 0 0 0 0,0 1 1 0 0,-1 0-1 0 0,16 0 0 0 0,3 1-3789 0 0,-16 0 1694 0 0,0 0-5640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7:08.7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17388 0 0,'0'0'8770'0'0,"3"-16"-14484"0"0,1 27 921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7:09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90 4273 0 0,'0'0'18987'0'0,"11"-12"-18594"0"0,35-39-98 0 0,-44 48-252 0 0,1 0 1 0 0,0 0-1 0 0,0 1 0 0 0,0-1 1 0 0,0 1-1 0 0,0 0 0 0 0,7-3 1 0 0,-8 4-31 0 0,0 0 1 0 0,1 1-1 0 0,-1-1 0 0 0,0 1 1 0 0,0 0-1 0 0,1 0 1 0 0,3 0-1 0 0,1 0-7 0 0,1 0-7 0 0,-4 0-25 0 0,0-1 0 0 0,1 1 0 0 0,-1 0 0 0 0,0 1 0 0 0,1-1 0 0 0,-1 1 0 0 0,0 0 0 0 0,1 0 0 0 0,-1 0 1 0 0,0 1-1 0 0,0-1 0 0 0,0 1 0 0 0,5 3 0 0 0,-8-4-12 0 0,-1 0 1 0 0,1 0 0 0 0,0 0 0 0 0,0 0-1 0 0,-1 0 1 0 0,1 0 0 0 0,0 1-1 0 0,-1-1 1 0 0,1 0 0 0 0,-1 0-1 0 0,0 1 1 0 0,1-1 0 0 0,-1 0-1 0 0,0 0 1 0 0,0 1 0 0 0,0 1 0 0 0,-1 22-385 0 0,0-22 408 0 0,0 0 1 0 0,0 0 0 0 0,0 0-1 0 0,0 0 1 0 0,0 0 0 0 0,-1 0-1 0 0,0 0 1 0 0,1-1 0 0 0,-1 1-1 0 0,-4 4 1 0 0,-3 2 24 0 0,-14 11 1 0 0,10-9-2 0 0,-60 58 88 0 0,72-68-90 0 0,0 1 1 0 0,-1-1 0 0 0,1 0-1 0 0,0 1 1 0 0,0-1 0 0 0,0 1-1 0 0,0 0 1 0 0,1-1 0 0 0,-1 1-1 0 0,0 0 1 0 0,0 2 0 0 0,1-3 22 0 0,0 0 1 0 0,0-1 0 0 0,0 1-1 0 0,0 0 1 0 0,0 0-1 0 0,0-1 1 0 0,0 1 0 0 0,0 0-1 0 0,0 0 1 0 0,0-1-1 0 0,1 1 1 0 0,-1 0 0 0 0,0 0-1 0 0,1-1 1 0 0,-1 1-1 0 0,0 0 1 0 0,1-1 0 0 0,-1 1-1 0 0,1-1 1 0 0,-1 1-1 0 0,1 0 1 0 0,-1-1 0 0 0,1 1-1 0 0,0-1 1 0 0,-1 1-1 0 0,1-1 1 0 0,-1 0 0 0 0,1 1-1 0 0,1-1 1 0 0,9 6 155 0 0,0-1 0 0 0,0-1-1 0 0,1 0 1 0 0,0-1 0 0 0,0 0 0 0 0,15 2 0 0 0,5-2 28 0 0,38-1-1 0 0,-64-2-249 0 0,-1 0-1 0 0,1-1 1 0 0,0 0-1 0 0,-1 0 1 0 0,1 0-1 0 0,-1-1 1 0 0,1 1-1 0 0,7-5 1 0 0,-10 4-304 0 0,-1 1 1 0 0,0-1-1 0 0,1 1 1 0 0,-1-1-1 0 0,0 0 1 0 0,0 0-1 0 0,0 0 1 0 0,2-2-1 0 0,-3 2-384 0 0,0 0-1 0 0,0 1 1 0 0,0-1-1 0 0,0 0 1 0 0,0 1-1 0 0,0-1 1 0 0,-1 0-1 0 0,1 0 1 0 0,-1 0-1 0 0,0 0 1 0 0,1 0-1 0 0,-1-3 0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7:09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0 9682 0 0,'0'0'14571'0'0,"-1"5"-14680"0"0,0 0 129 0 0,0 0-1 0 0,0-1 1 0 0,1 1 0 0 0,-1-1 0 0 0,1 1 0 0 0,1 0 0 0 0,-1 0-1 0 0,0-1 1 0 0,1 1 0 0 0,0-1 0 0 0,0 1 0 0 0,1-1-1 0 0,2 7 1 0 0,4 6-126 0 0,2 0-1 0 0,0 0 1 0 0,2-1-1 0 0,-1-1 1 0 0,2 0-1 0 0,0 0 0 0 0,1-1 1 0 0,16 13-1 0 0,-27-25-297 0 0,-1 0 0 0 0,1 0 0 0 0,0-1 1 0 0,0 1-1 0 0,0-1 0 0 0,-1 1 0 0 0,2-1 0 0 0,3 1 0 0 0,15 1-9594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7:09.9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7442 0 0,'0'0'13941'0'0,"0"9"-13715"0"0,0-1-174 0 0,0 4 58 0 0,1 1-1 0 0,0-1 1 0 0,4 21-1 0 0,1-14-346 0 0,0 1-1 0 0,0-1 1 0 0,2-1-1 0 0,1 0 1 0 0,0 0-1 0 0,13 18 0 0 0,-9-16-2090 0 0,-2-3-1939 0 0,-3-6-2471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7:10.3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623 90 8562 0 0,'0'0'14379'0'0,"-33"-14"-13943"0"0,-102-41-76 0 0,87 37-136 0 0,46 18-196 0 0,-1-1-1 0 0,1 1 1 0 0,-1-1-1 0 0,1 1 1 0 0,-6 0-1 0 0,-3 0 29 0 0,-8 0-5 0 0,1 0 0 0 0,-1 2 0 0 0,0 0 0 0 0,0 0 0 0 0,-21 8 0 0 0,-92 34-903 0 0,85-27-2751 0 0,0-1-4529 0 0,32-11-2033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7:10.7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12307 0 0,'0'0'11847'0'0,"0"17"-12395"0"0,1 61 615 0 0,0-63-42 0 0,1 0 1 0 0,0 0-1 0 0,1 0 0 0 0,5 15 1 0 0,1 5 15 0 0,-8-31-39 0 0,4 21 9 0 0,1 0 0 0 0,13 31 0 0 0,5 3-354 0 0,25 56-4821 0 0,-45-105 3319 0 0,-3-8 783 0 0,-1 0 0 0 0,1 0 0 0 0,0 0 0 0 0,0 0 0 0 0,0-1 0 0 0,1 1 0 0 0,1 3 0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7:11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0 9490 0 0,'0'0'15022'0'0,"-15"4"-14745"0"0,-45 12-89 0 0,53-14-127 0 0,1-1-1 0 0,-13 7 0 0 0,18-7-46 0 0,-1 0-1 0 0,0 0 1 0 0,1 0-1 0 0,-1 0 1 0 0,1 1 0 0 0,-3 2-1 0 0,-2 2 1 0 0,5-5-3 0 0,1 0-1 0 0,-1 0 1 0 0,0 0 0 0 0,1 0 0 0 0,-1 0 0 0 0,1 0 0 0 0,-1 0 0 0 0,1 0 0 0 0,-1 0 0 0 0,1 0-1 0 0,0 1 1 0 0,0-1 0 0 0,-1 0 0 0 0,1 0 0 0 0,0 0 0 0 0,0 0 0 0 0,0 0 0 0 0,0 1 0 0 0,1-1-1 0 0,-1 0 1 0 0,0 2 0 0 0,1-1 28 0 0,0 0-1 0 0,-1 0 0 0 0,1 0 1 0 0,0 0-1 0 0,0 0 0 0 0,0 0 1 0 0,0 0-1 0 0,0 0 0 0 0,1-1 1 0 0,1 3-1 0 0,6 5 64 0 0,1-1 0 0 0,0 0-1 0 0,0-1 1 0 0,1 0 0 0 0,-1 0 0 0 0,2-1-1 0 0,-1-1 1 0 0,1 0 0 0 0,14 4-1 0 0,-6-3-78 0 0,0-2 0 0 0,1 0 0 0 0,-1-1-1 0 0,39-1 1 0 0,-55-2-299 0 0,2 1 285 0 0,0-1 0 0 0,0-1 0 0 0,0 1 0 0 0,10-3 0 0 0,-14 2-195 0 0,-1 1 1 0 0,0-1 0 0 0,1 1 0 0 0,-1-1 0 0 0,0 0-1 0 0,1 1 1 0 0,-1-1 0 0 0,0 0 0 0 0,0 0 0 0 0,2-2-1 0 0,-3 3-246 0 0,1-1 0 0 0,0 0 0 0 0,-1 0 0 0 0,1 0 0 0 0,-1 0-1 0 0,1 0 1 0 0,-1-1 0 0 0,1 1 0 0 0,-1 0 0 0 0,0 0 0 0 0,0 0-1 0 0,1 0 1 0 0,-1 0 0 0 0,0-3 0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7:11.6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437 19 11995 0 0,'0'0'14380'0'0,"-1"-3"-14077"0"0,-5-9-54 0 0,6 12-232 0 0,-1 0 0 0 0,0-1 0 0 0,1 1 0 0 0,-1-1 0 0 0,0 1 0 0 0,1 0 0 0 0,-1 0 0 0 0,0-1 0 0 0,0 1 0 0 0,1 0 0 0 0,-1 0 0 0 0,0 0 0 0 0,0 0-1 0 0,0 0 1 0 0,1 0 0 0 0,-1 0 0 0 0,0 0 0 0 0,0 0 0 0 0,1 0 0 0 0,-2 0 0 0 0,0 1-18 0 0,0-1 0 0 0,-1 1-1 0 0,1-1 1 0 0,0 1 0 0 0,0 0 0 0 0,0-1-1 0 0,0 1 1 0 0,0 0 0 0 0,0 1 0 0 0,0-1 0 0 0,0 0-1 0 0,1 0 1 0 0,-4 4 0 0 0,-21 22-16 0 0,23-22 19 0 0,-31 39 40 0 0,-40 69-1 0 0,-23 32 118 0 0,61-99-192 0 0,-21 26 48 0 0,16-27-2738 0 0,38-42 1519 0 0,-9 10-1868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7:12.2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157 105 14651 0 0,'0'0'11165'0'0,"-9"12"-11126"0"0,-26 41 8 0 0,32-49-39 0 0,1 0 0 0 0,0 0 0 0 0,0 0 1 0 0,0 1-1 0 0,1-1 0 0 0,0 0 1 0 0,-1 1-1 0 0,1 6 0 0 0,-1 0 12 0 0,-3 22 49 0 0,1 0 0 0 0,2 0 0 0 0,3 38 0 0 0,-1-25-53 0 0,2-32-104 0 0,-2-14 88 0 0,0 1 1 0 0,0-1-1 0 0,0 1 0 0 0,0-1 0 0 0,0 0 0 0 0,0 1 0 0 0,0-1 0 0 0,1 1 0 0 0,-1-1 0 0 0,0 0 0 0 0,0 1 1 0 0,0-1-1 0 0,1 1 0 0 0,-1-1 0 0 0,0 0 0 0 0,1 1 0 0 0,-1-1 0 0 0,0 0 0 0 0,0 0 0 0 0,1 1 0 0 0,-1-1 0 0 0,0 0 1 0 0,1 0-1 0 0,-1 1 0 0 0,1-1 0 0 0,0 0 0 0 0,-1 0 148 0 0,4-1 267 0 0,-3 0-392 0 0,0-1 0 0 0,0 1 0 0 0,0-1 0 0 0,0 1 0 0 0,0-1 0 0 0,0 0 0 0 0,-1 1 1 0 0,1-1-1 0 0,0 0 0 0 0,-1 1 0 0 0,1-1 0 0 0,-1 0 0 0 0,0-3 0 0 0,2-27-54 0 0,-2 31 32 0 0,0-4-8 0 0,0-5-2 0 0,0 0 0 0 0,-1-1 0 0 0,0 1 0 0 0,-3-14 0 0 0,-48-132 215 0 0,21 69 163 0 0,13 31-24 0 0,17 53-301 0 0,0-1-1 0 0,1 1 1 0 0,0 0-1 0 0,0-1 1 0 0,0-5-1 0 0,0 0 118 0 0,0 8-143 0 0,7 1-124 0 0,-5 1 86 0 0,-1-1 0 0 0,1 0 0 0 0,-1 1 0 0 0,1-1 0 0 0,-1 1 0 0 0,1-1-1 0 0,-1 1 1 0 0,0 0 0 0 0,1-1 0 0 0,-1 1 0 0 0,0 0 0 0 0,0 0 0 0 0,0 0 0 0 0,0 0 0 0 0,2 2 0 0 0,4 3-19 0 0,54 48-25 0 0,-23-19 2 0 0,66 46 0 0 0,-70-58 26 0 0,4 3 5 0 0,62 31 0 0 0,-37-31 21 0 0,-54-23 52 0 0,0-1-1 0 0,-1 0 1 0 0,2 0 0 0 0,-1-1 0 0 0,11 0-1 0 0,-19-1-30 0 0,0 0 0 0 0,0 0-1 0 0,1 0 1 0 0,-1 0 0 0 0,0 0 0 0 0,0 0-1 0 0,0-1 1 0 0,0 1 0 0 0,0-1-1 0 0,1 1 1 0 0,-1-1 0 0 0,0 1-1 0 0,0-1 1 0 0,0 1 0 0 0,0-1 0 0 0,0 0-1 0 0,-1 0 1 0 0,1 1 0 0 0,0-1-1 0 0,0 0 1 0 0,0 0 0 0 0,-1 0-1 0 0,1 0 1 0 0,0 0 0 0 0,-1 0 0 0 0,1 0-1 0 0,0-2 1 0 0,0-2 8 0 0,1 0 1 0 0,-1 0-1 0 0,0 0 1 0 0,0-10-1 0 0,1 4-21 0 0,0-15-307 0 0,0 0 0 0 0,-1-1 0 0 0,-2 1 0 0 0,-7-46-1 0 0,7 67-130 0 0,0-1 0 0 0,-1 1 0 0 0,0-1 0 0 0,0 1 0 0 0,-3-6 0 0 0,-10-12-7843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8:09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30 6937 0 0,'0'0'12555'0'0,"-5"4"-9789"0"0,5 2-2769 0 0,1 0 0 0 0,0 0 0 0 0,0 0 0 0 0,1 0-1 0 0,2 7 1 0 0,-2-6 21 0 0,1 1 0 0 0,0 10 0 0 0,12 45 104 0 0,-14-56-88 0 0,1-1-1 0 0,0 1 0 0 0,3 6 0 0 0,3 10 176 0 0,-2-15 297 0 0,-6-8-468 0 0,0 0-1 0 0,0 0 1 0 0,0 0-1 0 0,0 1 0 0 0,0-1 1 0 0,1 0-1 0 0,-1 0 1 0 0,0 0-1 0 0,0 0 1 0 0,0 0-1 0 0,0 0 0 0 0,0 0 1 0 0,1 0-1 0 0,-1 1 1 0 0,0-1-1 0 0,0 0 1 0 0,0 0-1 0 0,0 0 0 0 0,0 0 1 0 0,1 0-1 0 0,-1 0 1 0 0,0 0-1 0 0,0 0 1 0 0,0 0-1 0 0,1 0 0 0 0,-1 0 1 0 0,0 0-1 0 0,0 0 1 0 0,0 0-1 0 0,0 0 0 0 0,0 0 1 0 0,1 0-1 0 0,-1-1 1 0 0,0 1-1 0 0,0 0 1 0 0,0 0-1 0 0,0 0 0 0 0,1 0 1 0 0,-1 0-1 0 0,0 0 1 0 0,0 0-1 0 0,0 0 1 0 0,0-1-1 0 0,0 1 0 0 0,0 0 1 0 0,0 0-1 0 0,0 0 1 0 0,1 0-1 0 0,-1 0 1 0 0,0-1-1 0 0,0 1 0 0 0,3-7 65 0 0,-1 0 0 0 0,0 0-1 0 0,3-14 1 0 0,2-90 102 0 0,-6 101-82 0 0,0 0-1 0 0,1 0 0 0 0,0 0 1 0 0,0 0-1 0 0,7-16 0 0 0,-9 25-100 0 0,1 1-1 0 0,0-1 1 0 0,-1 1-1 0 0,1-1 1 0 0,-1 1-1 0 0,1-1 1 0 0,0 1-1 0 0,-1 0 1 0 0,1-1-1 0 0,0 1 0 0 0,-1 0 1 0 0,1 0-1 0 0,0-1 1 0 0,0 1-1 0 0,-1 0 1 0 0,1 0-1 0 0,0 0 1 0 0,0 0-1 0 0,-1 0 1 0 0,1 0-1 0 0,0 0 1 0 0,0 0-1 0 0,-1 0 1 0 0,1 0-1 0 0,0 0 0 0 0,1 1 1 0 0,0-1-24 0 0,1 1 1 0 0,0 0-1 0 0,0-1 1 0 0,0 1-1 0 0,-1 0 1 0 0,5 2-1 0 0,3 6-19 0 0,1 0-1 0 0,-1 0 1 0 0,-1 1-1 0 0,1 0 0 0 0,10 17 1 0 0,-5-9 26 0 0,-5-5-256 0 0,0 1-1 0 0,0 0 0 0 0,-2 0 1 0 0,0 1-1 0 0,9 21 0 0 0,-16-33-327 0 0,0 0 0 0 0,0 1-1 0 0,0-1 1 0 0,-1 1 0 0 0,1 3-1 0 0,-1 10-6660 0 0,0-16 6371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8:17.8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3610 14 1576 0 0,'0'0'15058'0'0,"14"-3"-14548"0"0,40-6-170 0 0,-34 8 1 0 0,-19 1-344 0 0,-1 0 0 0 0,0 0-1 0 0,0 0 1 0 0,0 0 0 0 0,0 0 0 0 0,0 0-1 0 0,0 0 1 0 0,1 0 0 0 0,-1 0-1 0 0,0 0 1 0 0,0 0 0 0 0,0 0 0 0 0,0 1-1 0 0,0-1 1 0 0,0 0 0 0 0,0 0-1 0 0,0 0 1 0 0,1 0 0 0 0,-1 0-1 0 0,0 0 1 0 0,0 1 0 0 0,0-1 0 0 0,0 0-1 0 0,0 0 1 0 0,0 0 0 0 0,0 0-1 0 0,0 0 1 0 0,0 1 0 0 0,0-1-1 0 0,0 0 1 0 0,0 0 0 0 0,0 0 0 0 0,0 0-1 0 0,0 0 1 0 0,0 1 0 0 0,0-1-1 0 0,0 0 1 0 0,0 0 0 0 0,0 0-1 0 0,0 7 48 0 0,32 45 764 0 0,-30-46-800 0 0,1 0-1 0 0,-1-1 1 0 0,0 1 0 0 0,0 0-1 0 0,-1 0 1 0 0,0 0-1 0 0,0 0 1 0 0,0 1 0 0 0,-1-1-1 0 0,0 0 1 0 0,0 0-1 0 0,-2 11 1 0 0,0-12-1 0 0,1 0 0 0 0,-2-1 0 0 0,1 1-1 0 0,0-1 1 0 0,-5 6 0 0 0,-1 3 11 0 0,5-8-7 0 0,1-1 11 0 0,1 0-1 0 0,-1-1 0 0 0,-1 0 1 0 0,1 1-1 0 0,0-1 1 0 0,-1 0-1 0 0,-4 4 0 0 0,-10 8 162 0 0,12-11-75 0 0,0 0 0 0 0,0 1-1 0 0,-9 4 1 0 0,0-2 38 0 0,-1 0 0 0 0,1-1 1 0 0,-2-1-1 0 0,1 0 0 0 0,0-1 0 0 0,-1-1 1 0 0,-16 1-1 0 0,-114 1 591 0 0,106-5-588 0 0,9-2 39 0 0,-43-7 0 0 0,8 1 58 0 0,21 2-125 0 0,-13-1 23 0 0,-221-24 538 0 0,232 25-584 0 0,-92-8 424 0 0,-155 6 1 0 0,273 8-507 0 0,0 1 0 0 0,-27 5 0 0 0,41-5-17 0 0,-1 1-1 0 0,0 0 1 0 0,1 1-1 0 0,0-1 1 0 0,-1 1-1 0 0,1 1 1 0 0,0-1-1 0 0,1 1 0 0 0,-10 7 1 0 0,6-3 12 0 0,6-5-14 0 0,0 0-1 0 0,0 0 1 0 0,1 0 0 0 0,0 1-1 0 0,-1-1 1 0 0,1 1-1 0 0,-4 7 1 0 0,4-7-8 0 0,2-2 26 0 0,-1 1-1 0 0,1 0 1 0 0,-1 0-1 0 0,1 0 0 0 0,0 0 1 0 0,0 0-1 0 0,0 0 1 0 0,0 0-1 0 0,0 0 1 0 0,1 0-1 0 0,-1 6 1 0 0,1-7 15 0 0,0 0 0 0 0,1-1 1 0 0,-1 1-1 0 0,0 0 0 0 0,1 0 1 0 0,-1-1-1 0 0,1 1 0 0 0,-1-1 1 0 0,1 1-1 0 0,0 0 0 0 0,-1-1 1 0 0,1 1-1 0 0,0-1 0 0 0,0 0 1 0 0,0 1-1 0 0,0-1 0 0 0,1 0 1 0 0,-1 1-1 0 0,0-1 0 0 0,0 0 1 0 0,1 0-1 0 0,-1 0 0 0 0,1 0 1 0 0,-1 0-1 0 0,1-1 0 0 0,-1 1 1 0 0,3 0-1 0 0,1 2 65 0 0,1 0-1 0 0,-1-1 1 0 0,1 0 0 0 0,-1-1 0 0 0,1 1-1 0 0,0-1 1 0 0,0 0 0 0 0,8 0-1 0 0,-13-1 12 0 0,-2-10 19 0 0,-1 6-169 0 0,0 0 0 0 0,-1 0 0 0 0,1 0 0 0 0,-1 0 0 0 0,0 1 0 0 0,0-1 0 0 0,0 1 0 0 0,-1 0 0 0 0,1 0 0 0 0,-6-4 0 0 0,-4-1-18 0 0,-25-14 0 0 0,23 15 46 0 0,0 1 0 0 0,0 1-1 0 0,0 1 1 0 0,-1 0 0 0 0,1 0 0 0 0,-26-1 0 0 0,-98 3-33 0 0,76 4 95 0 0,18-3-30 0 0,0 0 18 0 0,0 2 0 0 0,-86 13 1 0 0,52-2-8 0 0,48-9-5 0 0,-34 9 1 0 0,-14 4 113 0 0,-148 12 0 0 0,150-23 26 0 0,0-2 0 0 0,-90-10 0 0 0,67 1-74 0 0,62 4-73 0 0,-142 1 28 0 0,95 2-30 0 0,-118 0 302 0 0,201-1-278 0 0,0 0 0 0 0,0 0 1 0 0,0 0-1 0 0,1 0 0 0 0,-1-1 1 0 0,0 1-1 0 0,0-1 0 0 0,0 1 1 0 0,1-1-1 0 0,-1 0 0 0 0,0 0 1 0 0,1 0-1 0 0,-1 1 0 0 0,1-2 0 0 0,-1 1 1 0 0,1 0-1 0 0,-1 0 0 0 0,1 0 1 0 0,0-1-1 0 0,-1 1 0 0 0,1-1 1 0 0,0 1-1 0 0,0-1 0 0 0,0 1 1 0 0,0-1-1 0 0,0 0 0 0 0,0-2 1 0 0,-1-1-27 0 0,1 1 1 0 0,0-1 0 0 0,0 0 0 0 0,0 0 0 0 0,1 0 0 0 0,-1 0 0 0 0,1 0 0 0 0,1 0 0 0 0,0-6 0 0 0,1-1-652 0 0,-1 10 309 0 0,-1 1 0 0 0,1-1 1 0 0,-1 0-1 0 0,0 0 0 0 0,1 0 0 0 0,-1 0 1 0 0,0 1-1 0 0,0-1 0 0 0,0 0 1 0 0,0 0-1 0 0,0 0 0 0 0,-1 0 0 0 0,1 1 1 0 0,-1-1-1 0 0,1 0 0 0 0,-1 0 0 0 0,1 1 1 0 0,-1-1-1 0 0,-1-2 0 0 0,-6-3-5189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8:18.7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264 51 2665 0 0,'0'0'19601'0'0,"9"0"-19242"0"0,15 0-168 0 0,-6 0 2670 0 0,-33 6-2938 0 0,-16-1 135 0 0,1-2 0 0 0,-1 0 1 0 0,0-2-1 0 0,-51-5 0 0 0,73 3-118 0 0,0 1-173 0 0,1-1 0 0 0,-1 0 0 0 0,0 0 0 0 0,1-1 0 0 0,0 0 0 0 0,-16-7 0 0 0,23 9-47 0 0,1-1 1 0 0,-1 1 0 0 0,0-1-1 0 0,0 1 1 0 0,1-1-1 0 0,-1 0 1 0 0,1 1-1 0 0,-1-1 1 0 0,0 1 0 0 0,1-1-1 0 0,-1 0 1 0 0,1 0-1 0 0,0 1 1 0 0,-1-1 0 0 0,1 0-1 0 0,0 0 1 0 0,-1 0-1 0 0,1 0 1 0 0,0 1-1 0 0,0-1 1 0 0,0 0 0 0 0,-1 0-1 0 0,1 0 1 0 0,0 0-1 0 0,0 0 1 0 0,0 1-1 0 0,1-1 1 0 0,-1 0 0 0 0,0 0-1 0 0,0 0 1 0 0,1-1-1 0 0,-1 0-517 0 0,1 0 1 0 0,0 1-1 0 0,0-1 0 0 0,0 0 0 0 0,0 1 0 0 0,0-1 0 0 0,0 1 0 0 0,0-1 1 0 0,1 1-1 0 0,-1 0 0 0 0,0 0 0 0 0,1-1 0 0 0,1 0 0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8:18.9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392 61 9842 0 0,'0'0'15006'0'0,"-30"-10"-14661"0"0,-93-30-79 0 0,84 30-144 0 0,25 10-26 0 0,5 0-45 0 0,0 0-71 0 0,0 0 1 0 0,1 1-1 0 0,-1 0 0 0 0,0 0 1 0 0,1 1-1 0 0,0 0 0 0 0,-15 5 1 0 0,9-1-1771 0 0,-28 5 1 0 0,5-4-8898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8:19.4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23 7770 0 0,'0'0'17905'0'0,"-3"-4"-17776"0"0,-5-11-61 0 0,6 11-73 0 0,3 6-63 0 0,-1 0 1 0 0,0 0-1 0 0,0 0 0 0 0,0 0 1 0 0,0 0-1 0 0,0 0 0 0 0,-1 3 0 0 0,1-1 42 0 0,0 6 77 0 0,0 0 0 0 0,0 0 0 0 0,1 0 0 0 0,0 0 0 0 0,4 15 0 0 0,18 48 241 0 0,-19-62-258 0 0,18 60 231 0 0,3 11 235 0 0,-18-69-578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8:41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53 235 6201 0 0,'0'0'14615'0'0,"9"-9"-14384"0"0,27-24-69 0 0,-33 30-129 0 0,1 0 0 0 0,0 0 0 0 0,0 0 0 0 0,0 0 0 0 0,0 1 0 0 0,1 0 0 0 0,4-2 0 0 0,6-3 47 0 0,-6 3-7 0 0,18-6-1 0 0,-18 7 104 0 0,-1 0 0 0 0,-1 0-1 0 0,14-8 1 0 0,-19 10-69 0 0,0 0 1 0 0,0-1-1 0 0,-1 1 1 0 0,1 0 0 0 0,0-1-1 0 0,-1 0 1 0 0,0 1-1 0 0,1-1 1 0 0,-1 0-1 0 0,0 0 1 0 0,0 1 0 0 0,0-1-1 0 0,0 0 1 0 0,0 0-1 0 0,0 0 1 0 0,0-1-1 0 0,-1 1 1 0 0,1 0-1 0 0,-1 0 1 0 0,0 0 0 0 0,1 0-1 0 0,-1-1 1 0 0,0 1-1 0 0,0 0 1 0 0,0 0-1 0 0,-1 0 1 0 0,1 0 0 0 0,-1-3-1 0 0,-2 0-52 0 0,0 1-1 0 0,0 0 1 0 0,-1 0-1 0 0,1 0 1 0 0,-1 0-1 0 0,0 1 1 0 0,0 0 0 0 0,-6-5-1 0 0,4 3 17 0 0,2 2-2 0 0,1 0 0 0 0,-1 1 0 0 0,0-1 0 0 0,0 0 0 0 0,-1 1 0 0 0,1 0 0 0 0,0 0 0 0 0,-1 1 0 0 0,1-1 0 0 0,-1 1 0 0 0,0 0 0 0 0,1 0 0 0 0,-7-1 0 0 0,10 3-70 0 0,-1-1-1 0 0,0 1 1 0 0,1 0-1 0 0,-1 0 0 0 0,1-1 1 0 0,-1 1-1 0 0,1 0 1 0 0,0 0-1 0 0,-1 0 0 0 0,1 0 1 0 0,0 1-1 0 0,0-1 1 0 0,-1 0-1 0 0,1 0 1 0 0,-1 3-1 0 0,-10 8-3 0 0,-38 25 27 0 0,47-35 18 0 0,0 0 0 0 0,1 1-1 0 0,-1-1 1 0 0,0 0-1 0 0,-2 5 1 0 0,-2 2 468 0 0,6-8-485 0 0,0 0 0 0 0,0 0 0 0 0,1-1 0 0 0,-1 1 0 0 0,1 0 0 0 0,-1 0 0 0 0,0 0 0 0 0,1 0 1 0 0,-1 0-1 0 0,1 0 0 0 0,0 0 0 0 0,-1 1 0 0 0,-7 27 129 0 0,5-19-79 0 0,-3 18-1 0 0,2-2 114 0 0,2 1 0 0 0,0 0 1 0 0,3 30-1 0 0,0-53-142 0 0,-1 1 1 0 0,1-1 0 0 0,0 0 0 0 0,0 0 0 0 0,1 0 0 0 0,-1 0 0 0 0,1 0 0 0 0,0-1 0 0 0,0 1-1 0 0,0 0 1 0 0,0-1 0 0 0,4 5 0 0 0,-1-3 7 0 0,0 0-1 0 0,0-1 1 0 0,0 0 0 0 0,0 0-1 0 0,1 0 1 0 0,-1 0-1 0 0,8 2 1 0 0,6 3 55 0 0,2-2 1 0 0,-1 0-1 0 0,37 6 0 0 0,-26-8-40 0 0,0-2 0 0 0,56-1 0 0 0,-65-2-58 0 0,-15 0-49 0 0,0-1 1 0 0,-1 1-1 0 0,1-1 1 0 0,-1 0-1 0 0,1-1 0 0 0,-1 0 1 0 0,8-3-1 0 0,-12 5-86 0 0,1-1 0 0 0,-1 0-1 0 0,0 0 1 0 0,0-1-1 0 0,0 1 1 0 0,0 0-1 0 0,0-1 1 0 0,-1 1-1 0 0,1-1 1 0 0,0 0-1 0 0,-1 1 1 0 0,1-1-1 0 0,-1 0 1 0 0,1 0 0 0 0,-1 0-1 0 0,0 0 1 0 0,0 0-1 0 0,0-1 1 0 0,0 1-1 0 0,0 0 1 0 0,0 0-1 0 0,0-5 1 0 0,0-25-3886 0 0,-4 11-3887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8:42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13379 0 0,'0'0'11700'0'0,"2"19"-11526"0"0,10 61-6 0 0,-10-69-129 0 0,0-1-1 0 0,1 0 1 0 0,0 1-1 0 0,1-1 1 0 0,0 0-1 0 0,7 12 1 0 0,1 1 24 0 0,2 7 13 0 0,2-1 0 0 0,1 0 1 0 0,2-1-1 0 0,0 0 1 0 0,31 31-1 0 0,-4-3-11 0 0,-29-33-40 0 0,-17-22-29 0 0,1-1 1 0 0,0 1 0 0 0,-1 0-1 0 0,1 0 1 0 0,-1 0 0 0 0,1 0-1 0 0,-1 0 1 0 0,1 0 0 0 0,-1 0-1 0 0,0 0 1 0 0,0 0 0 0 0,1 0 0 0 0,-1 0-1 0 0,0 0 1 0 0,0 0 0 0 0,0 0-1 0 0,0 2 1 0 0,0-2 0 0 0,-1-1 0 0 0,1 1-1 0 0,0-1 1 0 0,0 1 0 0 0,-1-1 0 0 0,1 1 0 0 0,0-1-1 0 0,0 1 1 0 0,-1-1 0 0 0,1 0 0 0 0,-1 1 0 0 0,1-1-1 0 0,0 0 1 0 0,-1 1 0 0 0,1-1 0 0 0,-1 0 0 0 0,1 1-1 0 0,-1-1 1 0 0,1 0 0 0 0,-1 0 0 0 0,1 1 0 0 0,-1-1 0 0 0,1 0-1 0 0,-1 0 1 0 0,0 0 0 0 0,1 0 0 0 0,-1 0 0 0 0,1 0-1 0 0,-1 0 1 0 0,0 0 0 0 0,-7 0 30 0 0,-1-1 1 0 0,1 0-1 0 0,0-1 0 0 0,0 0 1 0 0,0 0-1 0 0,1 0 0 0 0,-1-1 1 0 0,-14-7-1 0 0,3-1 32 0 0,1-1 1 0 0,-20-16-1 0 0,28 20-17 0 0,0 0-1 0 0,1 0 1 0 0,0-1-1 0 0,0 0 1 0 0,1-1-1 0 0,-8-11 1 0 0,15 20-32 0 0,1-1 0 0 0,-1 0 1 0 0,0 1-1 0 0,0-1 0 0 0,1 0 1 0 0,-1 1-1 0 0,0-1 0 0 0,1 0 1 0 0,0 0-1 0 0,0 0 1 0 0,-1 0-1 0 0,1 1 0 0 0,0-1 1 0 0,0 0-1 0 0,1 0 0 0 0,-1 0 1 0 0,0 0-1 0 0,0 1 0 0 0,1-1 1 0 0,-1 0-1 0 0,1 0 0 0 0,1-1 1 0 0,-1 0-51 0 0,1 0 1 0 0,0 1 0 0 0,0-1 0 0 0,0 1-1 0 0,1-1 1 0 0,-1 1 0 0 0,1 0-1 0 0,-1 0 1 0 0,1 0 0 0 0,0 0 0 0 0,3-1-1 0 0,45-28-2372 0 0,-20 9-6725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8:42.6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55 16259 0 0,'0'0'10147'0'0,"12"-54"-18333"0"0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8:43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97 6481 0 0,'0'0'17776'0'0,"18"-10"-17400"0"0,55-31-56 0 0,-11 7 812 0 0,-48 27-766 0 0,-13 7-361 0 0,0-1 0 0 0,0 1 1 0 0,0-1-1 0 0,0 1 0 0 0,1-1 0 0 0,-1 1 0 0 0,0 0 0 0 0,0-1 1 0 0,0 1-1 0 0,0 0 0 0 0,1 0 0 0 0,-1 0 0 0 0,0 0 1 0 0,0 0-1 0 0,0 0 0 0 0,1 0 0 0 0,-1 0 0 0 0,1 1 0 0 0,-1 0-12 0 0,0-1-1 0 0,0 1 0 0 0,-1-1 0 0 0,1 1 0 0 0,0-1 0 0 0,0 1 0 0 0,-1 0 0 0 0,1-1 0 0 0,-1 1 0 0 0,1 0 0 0 0,0 0 1 0 0,-1 0-1 0 0,0-1 0 0 0,1 1 0 0 0,-1 0 0 0 0,1 0 0 0 0,-1 2 0 0 0,2 4-45 0 0,-1-1 0 0 0,0 1 0 0 0,-1 0 0 0 0,0 0-1 0 0,0 8 1 0 0,-1-4 101 0 0,1 1-50 0 0,0 1-1 0 0,-1-1 1 0 0,-1 0-1 0 0,0 0 1 0 0,-1 0-1 0 0,-4 12 1 0 0,-9 20 21 0 0,13-38-2 0 0,1 3 58 0 0,2-8-38 0 0,3-1 276 0 0,12 0 27 0 0,0-1-1 0 0,16-2 0 0 0,-27 2-360 0 0,50-10-64 0 0,-46 9-450 0 0,0-1 0 0 0,0 0-1 0 0,0 0 1 0 0,10-5 0 0 0,-4-4-3582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8:43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4505 0 0,'0'0'19341'0'0,"7"6"-19295"0"0,-1-2-27 0 0,-1 0-3 0 0,-1 0 0 0 0,1 0 0 0 0,-1 0-1 0 0,0 0 1 0 0,0 1 0 0 0,0-1 0 0 0,-1 1-1 0 0,5 6 1 0 0,0 7 54 0 0,25 41 107 0 0,-3-18-105 0 0,-9-14-77 0 0,-3-6-157 0 0,-14-17-434 0 0,0 0-1 0 0,-1 0 1 0 0,1 0 0 0 0,4 8-1 0 0,-8-12 436 0 0,0 1 0 0 0,0-1-1 0 0,0 0 1 0 0,0 1 0 0 0,1-1-1 0 0,-1 0 1 0 0,0 1 0 0 0,0-1 0 0 0,1 0-1 0 0,-1 1 1 0 0,0-1 0 0 0,0 0-1 0 0,1 0 1 0 0,-1 0 0 0 0,0 1 0 0 0,1-1-1 0 0,-1 0 1 0 0,0 0 0 0 0,1 0-1 0 0,-1 0 1 0 0,0 0 0 0 0,1 1 0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8:43.8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11699 0 0,'0'0'11534'0'0,"17"23"-11483"0"0,49 70-29 0 0,-44-65-83 0 0,-17-20-332 0 0,-5-7 366 0 0,10 12-2779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8:44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571 31 11835 0 0,'0'0'13976'0'0,"-30"-3"-13328"0"0,-95-12-200 0 0,49 6 6 0 0,35 6-349 0 0,-45 3 0 0 0,34 1-334 0 0,23-1-1098 0 0,-30 6 1 0 0,30-2-2262 0 0,1 1-3361 0 0,13-1-4346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8:48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63 1480 0 0,'0'0'13913'0'0,"1"-3"-12138"0"0,-1 0-1564 0 0,0-1 500 0 0,1 0 0 0 0,-1 1-1 0 0,0-1 1 0 0,-1 0 0 0 0,1 0-1 0 0,-2-7 1 0 0,-4-12 5426 0 0,7 31-6234 0 0,56 118-8 0 0,-13-33 139 0 0,-40-81-34 0 0,78 200 11 0 0,-34-63 5 0 0,-46-136 4 0 0,-1-4 231 0 0,0-18-554 0 0,-1-6-910 0 0,-1 0 0 0 0,0 0 0 0 0,-1 0-1 0 0,-1 0 1 0 0,-8-28 0 0 0,-3-6-4309 0 0,1 5-3231 0 0,9 30 1989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8:48.3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1 6289 0 0,'0'0'18594'0'0,"1"2"-18066"0"0,-1-2-501 0 0,0 1 0 0 0,0-1 0 0 0,1 1 0 0 0,-1-1 1 0 0,0 1-1 0 0,0-1 0 0 0,0 0 0 0 0,0 1 0 0 0,0-1 0 0 0,0 1 0 0 0,0-1 1 0 0,0 1-1 0 0,0-1 0 0 0,0 1 0 0 0,0-1 0 0 0,0 1 0 0 0,0-1 1 0 0,0 1-1 0 0,-1-1 0 0 0,1 0 0 0 0,0 1 0 0 0,0-1 0 0 0,0 1 0 0 0,-1-1 1 0 0,1 1-1 0 0,0-1 0 0 0,-1 1 0 0 0,-14 7 877 0 0,9-5-732 0 0,-6 2-20 0 0,1 1 0 0 0,0 1 0 0 0,0-1 0 0 0,1 2 0 0 0,0 0-1 0 0,0 0 1 0 0,1 0 0 0 0,-11 14 0 0 0,17-18-132 0 0,1 0 0 0 0,1 0 0 0 0,-1 0 0 0 0,1 1 0 0 0,-1-1-1 0 0,1 0 1 0 0,-1 6 0 0 0,1-3 18 0 0,1-5-19 0 0,-1 0 0 0 0,1 0 0 0 0,0 0 0 0 0,-1 0 0 0 0,1 0 0 0 0,0 0 0 0 0,1 0 0 0 0,-1 0 0 0 0,0 0 0 0 0,0 0 0 0 0,1 0 0 0 0,-1 0 0 0 0,1 0 0 0 0,0 0 0 0 0,0-1 0 0 0,-1 1 0 0 0,3 2 0 0 0,-1-1 12 0 0,0-1 0 0 0,0 0 0 0 0,0 0 0 0 0,0 0 0 0 0,0 0 0 0 0,0 0 0 0 0,1-1 0 0 0,-1 1 0 0 0,1-1 0 0 0,5 3 0 0 0,1-1 32 0 0,1 0 0 0 0,0 0 0 0 0,0-1 0 0 0,0 0 0 0 0,20 0 0 0 0,-28-2-57 0 0,46 2-61 0 0,-1-2-1 0 0,68-8 1 0 0,-111 8-262 0 0,0 0 0 0 0,-1-1 0 0 0,1 0 0 0 0,-1 0 0 0 0,1 0 0 0 0,-1-1 0 0 0,1 1 0 0 0,-1-1 0 0 0,4-2 0 0 0,-5-2-3246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8:49.2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1 5937 0 0,'-2'3'19696'0'0,"0"-1"-19660"0"0,0 0-1 0 0,1 0 0 0 0,-1 0 0 0 0,1 0 0 0 0,-1 0 0 0 0,1 0 0 0 0,0 1 0 0 0,-1 3 1 0 0,-23 35-28 0 0,17-28 7 0 0,2 0 1 0 0,0 1 0 0 0,0 0-1 0 0,-5 24 1 0 0,5-12 1 0 0,3-12 4 0 0,-3 25 1 0 0,3 231 385 0 0,8-229-332 0 0,1 0-1 0 0,19 67 1 0 0,-20-90-18 0 0,1 1 1 0 0,1-1-1 0 0,0 0 0 0 0,19 31 0 0 0,-18-37-11 0 0,0-1 0 0 0,1 1-1 0 0,0-1 1 0 0,1-1 0 0 0,0 0 0 0 0,0 0-1 0 0,17 11 1 0 0,-21-17-50 0 0,0-1-1 0 0,0 1 0 0 0,9 2 0 0 0,4 0-2693 0 0,-2-6-7264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8:50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10322 0 0,'0'0'11981'0'0,"1"10"-11733"0"0,2 33-33 0 0,-3-41-193 0 0,0 0 0 0 0,1 0-1 0 0,-1 0 1 0 0,1 0 0 0 0,-1 0-1 0 0,1 0 1 0 0,0 0 0 0 0,0 0-1 0 0,0-1 1 0 0,0 1 0 0 0,1 2-1 0 0,2 2 69 0 0,5 10 96 0 0,1-1 0 0 0,1 0 0 0 0,12 14 0 0 0,-19-24-146 0 0,25 26 171 0 0,-27-28-146 0 0,1-1 0 0 0,0 1 1 0 0,0-1-1 0 0,0 0 0 0 0,0 0 1 0 0,0 0-1 0 0,1-1 0 0 0,-1 1 1 0 0,5 1-1 0 0,-7-3-37 0 0,-1 0 1 0 0,1 0-1 0 0,-1 0 0 0 0,1 0 1 0 0,-1 0-1 0 0,1 0 1 0 0,0 0-1 0 0,-1 0 0 0 0,1 0 1 0 0,-1 0-1 0 0,1-1 1 0 0,-1 1-1 0 0,1 0 0 0 0,0 0 1 0 0,-1-1-1 0 0,1 1 0 0 0,-1 0 1 0 0,1 0-1 0 0,-1-1 1 0 0,0 1-1 0 0,1-1 0 0 0,-1 1 1 0 0,1 0-1 0 0,-1-1 1 0 0,0 1-1 0 0,1-1 0 0 0,-1 1 1 0 0,0-1-1 0 0,1 1 0 0 0,-1-1 1 0 0,0 1-1 0 0,0-1 1 0 0,1 1-1 0 0,-1-1 0 0 0,0 0 1 0 0,0 1-1 0 0,0-1 1 0 0,0 0-1 0 0,1-4-35 0 0,0-1-1 0 0,-1 1 1 0 0,1-8-1 0 0,-1 6 61 0 0,1-106 226 0 0,-2 61 712 0 0,1 51-975 0 0,0 1-1 0 0,1 0 0 0 0,-1-1 0 0 0,0 1 0 0 0,0-1 0 0 0,0 1 0 0 0,0 0 0 0 0,1-1 1 0 0,-1 1-1 0 0,0 0 0 0 0,0 0 0 0 0,1-1 0 0 0,-1 1 0 0 0,0 0 0 0 0,0-1 0 0 0,1 1 1 0 0,-1 0-1 0 0,0 0 0 0 0,1 0 0 0 0,-1-1 0 0 0,0 1 0 0 0,1 0 0 0 0,-1 0 0 0 0,0 0 1 0 0,1 0-1 0 0,-1 0 0 0 0,1 0 0 0 0,-1 0 0 0 0,0 0 0 0 0,1 0 0 0 0,-1 0 0 0 0,1 0 1 0 0,-1 0-1 0 0,0 0 0 0 0,1 0 0 0 0,-1 0 0 0 0,0 0 0 0 0,1 0 0 0 0,0 0 0 0 0,17 5-97 0 0,-3 5 16 0 0,1 0 0 0 0,26 22 0 0 0,-11-8 56 0 0,-13-10 2 0 0,30 29-1 0 0,19 19-291 0 0,-48-46-249 0 0,-7-7-913 0 0,-2 1-3485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8:50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13955 0 0,'0'0'11904'0'0,"0"4"-11785"0"0,0 4-20 0 0,0 1 0 0 0,1-1 0 0 0,0 1 0 0 0,0 0 0 0 0,4 11 0 0 0,2-2 13 0 0,1-1 0 0 0,0 0 0 0 0,1 0-1 0 0,14 20 1 0 0,38 43-2934 0 0,-61-79 2583 0 0,1-1 1 0 0,0 1-1 0 0,-1 0 0 0 0,1-1 0 0 0,0 1 1 0 0,-1-1-1 0 0,1 1 0 0 0,0-1 0 0 0,0 1 0 0 0,0-1 1 0 0,0 1-1 0 0,-1-1 0 0 0,1 0 0 0 0,2 1 1 0 0,12 0-8967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8:51.0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384 13 10162 0 0,'0'0'15109'0'0,"-31"-2"-14785"0"0,-95-6-111 0 0,104 7-165 0 0,15 0-13 0 0,0 1 0 0 0,0-1-1 0 0,-8 2 1 0 0,8 0-18 0 0,-13 2-125 0 0,0 1 0 0 0,-21 7 0 0 0,13-4-1296 0 0,-8 6-3484 0 0,19-7-1716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8:51.7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55 211 15755 0 0,'0'0'9494'0'0,"-8"12"-9342"0"0,-22 38-21 0 0,27-47-109 0 0,1 1 0 0 0,0 0 1 0 0,0 0-1 0 0,1 1 0 0 0,-1-1 0 0 0,1 0 0 0 0,0 0 0 0 0,0 1 0 0 0,0-1 1 0 0,1 0-1 0 0,0 1 0 0 0,0-1 0 0 0,0 5 0 0 0,0 8 46 0 0,0-10-51 0 0,-1 0 0 0 0,2-1 0 0 0,-1 1 0 0 0,1 0 0 0 0,0-1 0 0 0,2 9 0 0 0,-2-11-39 0 0,0-1-1 0 0,1 1 0 0 0,0-1 0 0 0,-1 1 0 0 0,1-1 0 0 0,1 0 0 0 0,-1 0 0 0 0,0 0 1 0 0,1 0-1 0 0,-1 0 0 0 0,6 5 0 0 0,-5-6 26 0 0,0 0 1 0 0,-1 0-1 0 0,1 0 0 0 0,0 0 1 0 0,0-1-1 0 0,0 1 1 0 0,0-1-1 0 0,0 0 0 0 0,0 0 1 0 0,0 0-1 0 0,1 0 1 0 0,-1 0-1 0 0,0-1 0 0 0,1 1 1 0 0,-1-1-1 0 0,0 0 1 0 0,1 0-1 0 0,-1 0 0 0 0,5-1 1 0 0,-7 1 9 0 0,0-1-1 0 0,-1 1 1 0 0,1 0 0 0 0,0-1 0 0 0,-1 1 0 0 0,1-1-1 0 0,-1 1 1 0 0,1 0 0 0 0,-1-1 0 0 0,1 1 0 0 0,-1-1-1 0 0,1 1 1 0 0,-1-1 0 0 0,1 0 0 0 0,-1 1 0 0 0,0-1-1 0 0,1 1 1 0 0,-1-1 0 0 0,0 0 0 0 0,0 1 0 0 0,1-1-1 0 0,-1 0 1 0 0,0 0 0 0 0,0 1 0 0 0,0-1 0 0 0,0 0-1 0 0,0 1 1 0 0,0-2 0 0 0,0-26 154 0 0,0 19-164 0 0,-1 2 6 0 0,1 1-1 0 0,-1-1 0 0 0,0 1 0 0 0,-1 0 0 0 0,1-1 1 0 0,-4-6-1 0 0,-18-37 130 0 0,4 7 12 0 0,3 8 44 0 0,12 27-66 0 0,0 0 0 0 0,1 0 0 0 0,0 0-1 0 0,0 0 1 0 0,0-1 0 0 0,1 1 0 0 0,1-1-1 0 0,-2-14 1 0 0,11 23-325 0 0,-1 3 113 0 0,-1-1 1 0 0,0 1-1 0 0,0 1 1 0 0,0-1-1 0 0,0 1 1 0 0,-1 0 0 0 0,6 5-1 0 0,1 0 14 0 0,9 7 21 0 0,116 82-513 0 0,-105-76 368 0 0,2-3 1 0 0,46 21-1 0 0,-68-35 222 0 0,0-1 0 0 0,0 0 0 0 0,1-1 0 0 0,-1 0 0 0 0,0-1 0 0 0,1 0 0 0 0,13-1 0 0 0,-25-1-10 0 0,0 0 1 0 0,0 0-1 0 0,1 0 1 0 0,-1 0-1 0 0,0 0 1 0 0,0-1-1 0 0,0 1 1 0 0,0 0-1 0 0,1-1 1 0 0,-1 1-1 0 0,0-1 1 0 0,0 0-1 0 0,0 1 1 0 0,0-1-1 0 0,0 0 1 0 0,0 1-1 0 0,0-1 1 0 0,0 0-1 0 0,0 0 1 0 0,-1 0-1 0 0,1 0 0 0 0,0 0 1 0 0,-1 0-1 0 0,1 0 1 0 0,0 0-1 0 0,-1 0 1 0 0,1 0-1 0 0,-1 0 1 0 0,1 0-1 0 0,-1 0 1 0 0,1-3-1 0 0,0-2 39 0 0,0-1-1 0 0,-1 0 1 0 0,0 0 0 0 0,0-11-1 0 0,-1 4-15 0 0,1-1-9 0 0,-1 0 0 0 0,-1 1 0 0 0,-1-1 0 0 0,-5-19-1 0 0,-23-56-122 0 0,9 30-312 0 0,2 9-2421 0 0,12 36-906 0 0,0 0-3428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8:52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5105 0 0,'0'0'14845'0'0,"32"12"-14429"0"0,102 44-96 0 0,-126-52-280 0 0,0 0-1 0 0,0 0 1 0 0,0 1 0 0 0,0 0 0 0 0,10 9 0 0 0,-18-14-37 0 0,17 15 77 0 0,0 1 1 0 0,-1 0-1 0 0,-1 1 0 0 0,-1 1 0 0 0,0 0 0 0 0,-1 1 0 0 0,-1 0 0 0 0,9 22 0 0 0,-9-15-59 0 0,-3 0 0 0 0,0 0 0 0 0,-1 1 0 0 0,-2 0 0 0 0,-1 0 0 0 0,0 0 0 0 0,-1 55 0 0 0,-3-60-27 0 0,-2 0 1 0 0,-1 0-1 0 0,-1 0 1 0 0,0 0-1 0 0,-2-1 1 0 0,0 1-1 0 0,-11 25 1 0 0,8-30 22 0 0,0 0 0 0 0,-1-1 0 0 0,-1 0 0 0 0,-19 24 0 0 0,26-37-114 0 0,0 1 0 0 0,0-1 0 0 0,-1 0 0 0 0,0 0-1 0 0,1 0 1 0 0,-1-1 0 0 0,0 1 0 0 0,-8 2 0 0 0,8-3-1562 0 0,-1 0-1 0 0,1-1 1 0 0,-1 0-1 0 0,-7 2 1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8:53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427 46 4897 0 0,'0'0'19938'0'0,"3"-7"-19493"0"0,9-24-84 0 0,-9 24-72 0 0,-4 7-257 0 0,0 0 1 0 0,1 0-1 0 0,-1 0 0 0 0,0 0 1 0 0,0 0-1 0 0,1 0 1 0 0,-1 0-1 0 0,0 0 1 0 0,1 1-1 0 0,-1-1 1 0 0,0 0-1 0 0,1 0 1 0 0,-2 1-1 0 0,-28 32 54 0 0,-8 16 93 0 0,-9 8 32 0 0,20-23-49 0 0,-41 63 0 0 0,47-65-91 0 0,-7 11 65 0 0,2 2 0 0 0,-27 64 0 0 0,14 11 99 0 0,20-56-150 0 0,-8 32 77 0 0,23-86-389 0 0,-1 7-311 0 0,4-4-5492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8:53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36 152 13275 0 0,'0'0'12128'0'0,"-5"10"-11982"0"0,-14 33 8 0 0,17-36-105 0 0,-1 0 1 0 0,1 0-1 0 0,1 0 1 0 0,-1 0-1 0 0,1 0 1 0 0,1 0-1 0 0,-1 1 1 0 0,2 12-1 0 0,-1-3 38 0 0,0 1-2 0 0,0 0 0 0 0,1-1 0 0 0,1 1 0 0 0,7 28 0 0 0,-3-22-13 0 0,-4-16-56 0 0,0 1 1 0 0,1-1-1 0 0,0 1 0 0 0,0-1 0 0 0,0 0 1 0 0,6 8-1 0 0,-8-13-11 0 0,1-1 0 0 0,0 0 1 0 0,-1 0-1 0 0,1 0 1 0 0,0 0-1 0 0,3 2 0 0 0,-4-3 18 0 0,1-1 0 0 0,-1 1 1 0 0,0 0-1 0 0,1-1 0 0 0,-1 1 0 0 0,0-1 0 0 0,1 0 0 0 0,-1 0 0 0 0,0 1 0 0 0,1-1 0 0 0,-1 0 0 0 0,2 0 0 0 0,-2-1-6 0 0,0 1 1 0 0,0-1-1 0 0,0 1 0 0 0,0-1 0 0 0,0 1 1 0 0,-1-1-1 0 0,1 0 0 0 0,0 1 0 0 0,0-1 1 0 0,-1 0-1 0 0,1 0 0 0 0,0 1 1 0 0,-1-1-1 0 0,1 0 0 0 0,-1 0 0 0 0,1-1 1 0 0,1-2-22 0 0,-1-1 0 0 0,0 1 0 0 0,0-1 0 0 0,-1 0 1 0 0,1 1-1 0 0,-1-1 0 0 0,0 1 0 0 0,-1-8 0 0 0,1-3-29 0 0,-1-4 16 0 0,-1 0 1 0 0,0 1 0 0 0,-8-30 0 0 0,-21-54 79 0 0,16 54 27 0 0,15 47-89 0 0,-4-9 82 0 0,1-1 0 0 0,0 1 1 0 0,1-1-1 0 0,0 0 1 0 0,0-20-1 0 0,2 31-71 0 0,-1-1 1 0 0,1 0 0 0 0,0 0-1 0 0,0 0 1 0 0,1 1-1 0 0,-1-1 1 0 0,0 0-1 0 0,0 0 1 0 0,0 1-1 0 0,0-1 1 0 0,1 0-1 0 0,-1 0 1 0 0,0 1-1 0 0,1-1 1 0 0,-1 0-1 0 0,1 0 1 0 0,0 1-24 0 0,-1-1 0 0 0,1 1 1 0 0,-1 0-1 0 0,1 0 0 0 0,-1 0 1 0 0,1 0-1 0 0,-1 0 1 0 0,1 0-1 0 0,-1 0 0 0 0,1 1 1 0 0,0-1-1 0 0,-1 0 0 0 0,1 0 1 0 0,-1 0-1 0 0,1 1 0 0 0,-1-1 1 0 0,1 0-1 0 0,-1 0 0 0 0,0 1 1 0 0,1-1-1 0 0,-1 0 0 0 0,1 1 1 0 0,-1-1-1 0 0,0 1 1 0 0,1-1-1 0 0,-1 0 0 0 0,1 1 1 0 0,11 12-167 0 0,13 15 0 0 0,7 8 117 0 0,101 91-43 0 0,-104-102 62 0 0,1-2 0 0 0,60 35 1 0 0,-84-54 63 0 0,1 0 1 0 0,0-1 0 0 0,0 0-1 0 0,0 0 1 0 0,0-1-1 0 0,1 1 1 0 0,-1-2 0 0 0,1 1-1 0 0,11 0 1 0 0,-18-2-9 0 0,0 0-1 0 0,0 0 1 0 0,-1 0 0 0 0,1 0 0 0 0,0-1 0 0 0,0 1-1 0 0,-1 0 1 0 0,1 0 0 0 0,0-1 0 0 0,0 1 0 0 0,-1 0-1 0 0,1-1 1 0 0,0 1 0 0 0,-1-1 0 0 0,1 1 0 0 0,0-1-1 0 0,-1 1 1 0 0,1-1 0 0 0,-1 0 0 0 0,1 0-1 0 0,0-1 4 0 0,1 0 0 0 0,-1 0 0 0 0,0 0 0 0 0,0 0 0 0 0,0 0-1 0 0,-1-1 1 0 0,1-1 0 0 0,1-5-7 0 0,-1 1 0 0 0,0-1 0 0 0,0-9 0 0 0,-1 1-10 0 0,0-23-28 0 0,-8-70-1 0 0,7 107-1 0 0,-15-85-355 0 0,11 69-1099 0 0,0 2 0 0 0,-14-34 1 0 0,10 36-2119 0 0,2 5-2384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8:54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276 0 10746 0 0,'0'0'11656'0'0,"-9"2"-11250"0"0,-71 14 778 0 0,-10 3-413 0 0,84-18-1243 0 0,0 0 1 0 0,0 0 0 0 0,0-1-1 0 0,0 0 1 0 0,0 0 0 0 0,-6-1-1 0 0,7 1-735 0 0,1-1-1 0 0,0 0 0 0 0,0 0 1 0 0,0 0-1 0 0,0-1 0 0 0,1 1 1 0 0,-1-1-1 0 0,-6-4 0 0 0,3 2-3834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8:54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296 14 8562 0 0,'0'0'14395'0'0,"-30"-2"-14275"0"0,-91-7-41 0 0,67 6-34 0 0,44 3-100 0 0,1 1-701 0 0,1-1 0 0 0,0 2 0 0 0,-15 3 1 0 0,3-1-5757 0 0,7-2-4210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8:55.6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1 195 2120 0 0,'0'0'18514'0'0,"7"0"-18380"0"0,9-1-86 0 0,97-12 887 0 0,-101 11-667 0 0,-1-1 0 0 0,0 0 0 0 0,20-9 0 0 0,-25 9-64 0 0,0 0 1 0 0,-1 0-1 0 0,1-1 0 0 0,-1 1 1 0 0,0-2-1 0 0,0 1 1 0 0,0 0-1 0 0,5-8 1 0 0,-8 9-95 0 0,0 0 0 0 0,0 0 0 0 0,0 0 0 0 0,-1 0 0 0 0,0 0 0 0 0,1 0 0 0 0,-1-1 1 0 0,0 1-1 0 0,0-6 0 0 0,0 8-69 0 0,-1-1 1 0 0,0 0-1 0 0,0 0 1 0 0,0 1-1 0 0,0-1 0 0 0,0 0 1 0 0,0 0-1 0 0,0 0 1 0 0,-1 1-1 0 0,1-1 0 0 0,0 0 1 0 0,-1 1-1 0 0,0-1 1 0 0,1 0-1 0 0,-1 1 1 0 0,0-1-1 0 0,0 1 0 0 0,0-1 1 0 0,0 1-1 0 0,-1-2 1 0 0,-6-4 80 0 0,5 3-76 0 0,-1 0 0 0 0,0 1 0 0 0,-1-1 0 0 0,1 1 0 0 0,0 0 0 0 0,-1 0 0 0 0,0 0 0 0 0,1 1 0 0 0,-11-4 0 0 0,10 5-33 0 0,-1 0 0 0 0,1 0 0 0 0,0 0-1 0 0,-1 1 1 0 0,1 0 0 0 0,-1 0-1 0 0,1 0 1 0 0,0 1 0 0 0,-1 0-1 0 0,1 0 1 0 0,0 0 0 0 0,-1 0 0 0 0,1 1-1 0 0,0 0 1 0 0,0 0 0 0 0,0 1-1 0 0,0-1 1 0 0,1 1 0 0 0,-1 0-1 0 0,1 0 1 0 0,0 0 0 0 0,-6 6 0 0 0,3-1 9 0 0,1-1-1 0 0,0 1 1 0 0,0 0 0 0 0,1 1 0 0 0,0-1 0 0 0,1 1 0 0 0,-1 0 0 0 0,2 0 0 0 0,-1 0 0 0 0,1 1 0 0 0,1 0 0 0 0,-2 9 0 0 0,0 14 79 0 0,1 0 0 0 0,1 40-1 0 0,2-64-78 0 0,0-7-6 0 0,1 0 1 0 0,-1 0-1 0 0,0 0 0 0 0,1 0 1 0 0,-1 0-1 0 0,1 0 0 0 0,-1 0 1 0 0,1-1-1 0 0,0 1 0 0 0,0 0 1 0 0,-1 0-1 0 0,2-1 0 0 0,-1 1 1 0 0,0 0-1 0 0,0-1 0 0 0,0 1 1 0 0,1-1-1 0 0,-1 0 0 0 0,1 1 1 0 0,-1-1-1 0 0,1 0 0 0 0,-1 0 1 0 0,1 0-1 0 0,0 0 0 0 0,0 0 1 0 0,-1 0-1 0 0,1 0 0 0 0,3 0 1 0 0,6 2 76 0 0,-1-1 1 0 0,1 0-1 0 0,0 0 1 0 0,12 0-1 0 0,-3-1-70 0 0,188 9-51 0 0,-99-8-2435 0 0,-102-2 1790 0 0,30 1-2473 0 0,-13-2-6537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8:56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0 10186 0 0,'0'0'12159'0'0,"-3"11"-11847"0"0,-7 34-16 0 0,8-37-144 0 0,1 1 0 0 0,0 0 0 0 0,1 0 0 0 0,1 14 0 0 0,-1-4 43 0 0,1-11-119 0 0,-1-1-1 0 0,1 0 1 0 0,1 0 0 0 0,-1 1 0 0 0,1-1 0 0 0,6 14 0 0 0,23 39 300 0 0,-12-24-226 0 0,-11-22-128 0 0,-6-10-21 0 0,0 0-1 0 0,0-1 1 0 0,0 1-1 0 0,0 0 1 0 0,-1 0-1 0 0,0 0 1 0 0,1 0 0 0 0,-1 0-1 0 0,-1 0 1 0 0,1 6-1 0 0,-1-10-2 0 0,0 1 0 0 0,-1-1 0 0 0,1 0 0 0 0,0 1 0 0 0,-1-1-1 0 0,1 1 1 0 0,-1-1 0 0 0,1 0 0 0 0,-1 1 0 0 0,1-1 0 0 0,-1 0 0 0 0,1 1-1 0 0,-1-1 1 0 0,1 0 0 0 0,-1 0 0 0 0,0 0 0 0 0,1 0 0 0 0,-1 1-1 0 0,1-1 1 0 0,-1 0 0 0 0,0 0 0 0 0,1 0 0 0 0,-1 0 0 0 0,-17 1 39 0 0,12-1-5 0 0,1-1 1 0 0,0 0-1 0 0,0 0 0 0 0,-1 0 1 0 0,1-1-1 0 0,0 1 1 0 0,0-1-1 0 0,1 0 1 0 0,-1-1-1 0 0,0 1 0 0 0,-4-4 1 0 0,0 0-10 0 0,1-1 0 0 0,0 1 0 0 0,1-1 0 0 0,-13-15 0 0 0,17 19-34 0 0,1 1 1 0 0,0-1 0 0 0,0-1-1 0 0,0 1 1 0 0,0 0-1 0 0,1 0 1 0 0,-1-1 0 0 0,1 1-1 0 0,0-1 1 0 0,0 1-1 0 0,0-1 1 0 0,1 1 0 0 0,-1-1-1 0 0,1 0 1 0 0,0 1-1 0 0,0-1 1 0 0,0 0 0 0 0,0 1-1 0 0,1-6 1 0 0,0 7-100 0 0,0 0 0 0 0,1 0 1 0 0,-1 0-1 0 0,0 0 0 0 0,0 0 1 0 0,1 0-1 0 0,-1 1 0 0 0,1-1 1 0 0,-1 1-1 0 0,1-1 0 0 0,0 1 0 0 0,2-2 1 0 0,25-15-3788 0 0,-24 15 2237 0 0,4-1-3639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8:56.4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18 16428 0 0,'0'0'11290'0'0,"-16"-17"-14483"0"0,2 22 921 0 0,7 0-2097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8:57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83 5177 0 0,'0'0'19164'0'0,"5"-10"-18842"0"0,19-29-76 0 0,-23 37-223 0 0,0 0-1 0 0,0 1 1 0 0,0-1-1 0 0,0 1 0 0 0,1-1 1 0 0,-1 1-1 0 0,0 0 1 0 0,1-1-1 0 0,-1 1 1 0 0,1 0-1 0 0,0 0 0 0 0,-1 0 1 0 0,1 0-1 0 0,0 1 1 0 0,0-1-1 0 0,0 0 1 0 0,-1 1-1 0 0,1-1 0 0 0,0 1 1 0 0,3-1-1 0 0,2 0 38 0 0,7-2-3 0 0,1 0 0 0 0,-1 1 0 0 0,1 1 0 0 0,-1 1 0 0 0,24 2 0 0 0,-37-2-64 0 0,1 0 1 0 0,-1 0 0 0 0,1 0 0 0 0,0 1 0 0 0,-1-1 0 0 0,1 0 0 0 0,-1 1 0 0 0,0 0 0 0 0,1-1 0 0 0,-1 1 0 0 0,1 0 0 0 0,-1-1 0 0 0,0 1 0 0 0,0 0 0 0 0,1 0 0 0 0,-1 0 0 0 0,0 0 0 0 0,0 1 0 0 0,0-1 0 0 0,0 0 0 0 0,0 0 0 0 0,0 1 0 0 0,0-1 0 0 0,-1 0 0 0 0,1 1 0 0 0,0-1 0 0 0,0 4 0 0 0,0 1-31 0 0,0 0 0 0 0,0 0 1 0 0,-1 1-1 0 0,0-1 1 0 0,-1 10-1 0 0,0 2 35 0 0,1-8 0 0 0,-1 0 0 0 0,-1 0 0 0 0,0 0 0 0 0,0-1 0 0 0,-1 1 0 0 0,0 0 0 0 0,-6 10 0 0 0,4-7 0 0 0,-12 22 6 0 0,7-17 11 0 0,7-13 27 0 0,2-2 10 0 0,0-1 1 0 0,-1 1 0 0 0,1-1 0 0 0,0 1 0 0 0,0 0 0 0 0,0-1-1 0 0,0 5 1 0 0,2-6 21 0 0,0-1-1 0 0,0 1 0 0 0,0-1 1 0 0,0 0-1 0 0,1 0 1 0 0,-1 0-1 0 0,0 0 0 0 0,0 0 1 0 0,0 0-1 0 0,2 0 1 0 0,1 0-4 0 0,12 1-49 0 0,1-1 0 0 0,0 0 1 0 0,-1-1-1 0 0,1-1 1 0 0,-1-1-1 0 0,17-4 0 0 0,-21 3-1886 0 0,17-7 0 0 0,-18 6-2682 0 0,17-11 0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8:57.6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13947 0 0,'0'0'11642'0'0,"0"3"-11718"0"0,0 12 38 0 0,0-14 37 0 0,1 0 0 0 0,-1-1 0 0 0,0 1 0 0 0,0 0 0 0 0,0 0 0 0 0,0-1 0 0 0,0 1 0 0 0,1 0 0 0 0,-1-1 0 0 0,0 1 0 0 0,1 0 0 0 0,-1-1 0 0 0,0 1 1 0 0,1 0-1 0 0,-1-1 0 0 0,1 1 0 0 0,-1-1 0 0 0,1 1 0 0 0,3 4-4 0 0,3 5-400 0 0,1 0 0 0 0,0 0 0 0 0,17 16 0 0 0,12 7-8009 0 0,-37-33 8239 0 0,7 5-5169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8:57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12515 0 0,'0'0'11793'0'0,"9"15"-11681"0"0,31 49-13 0 0,-27-44-279 0 0,21 24 0 0 0,-24-33-1108 0 0,12 20 0 0 0,-19-28 886 0 0,16 26-4966 0 0,-6-13-2559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8:58.1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323 48 11378 0 0,'0'0'11019'0'0,"-181"-47"-10939"0"0,158 47-56 0 0,5 1-24 0 0,-1 6-24 0 0,2 2-112 0 0,-2 0-376 0 0,1 1-561 0 0,2 1-1103 0 0,4-4-1809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8:58.5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10010 0 0,'0'0'15547'0'0,"9"19"-15783"0"0,27 61 290 0 0,1 19 59 0 0,-12-30-4 0 0,18 54 57 0 0,-13-34-972 0 0,-18-53-1818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8:58.7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0 12059 0 0,'0'0'13877'0'0,"-13"5"-13498"0"0,-63 19 118 0 0,71-23-423 0 0,-11 6 72 0 0,16-7-136 0 0,-1 1 0 0 0,0-1-1 0 0,1 0 1 0 0,-1 1 0 0 0,1-1 0 0 0,-1 1-1 0 0,1 0 1 0 0,0-1 0 0 0,-1 1 0 0 0,1-1 0 0 0,-1 1-1 0 0,1 0 1 0 0,0-1 0 0 0,0 1 0 0 0,-1 0-1 0 0,1-1 1 0 0,0 1 0 0 0,0 0 0 0 0,0-1 0 0 0,0 1-1 0 0,0 1 1 0 0,0 0 0 0 0,0-1-1 0 0,1 0 0 0 0,-1 1 1 0 0,1-1-1 0 0,0 0 0 0 0,-1 1 1 0 0,1-1-1 0 0,0 0 0 0 0,0 0 1 0 0,0 0-1 0 0,-1 0 0 0 0,1 1 1 0 0,0-1-1 0 0,1 0 0 0 0,-1-1 1 0 0,0 1-1 0 0,0 0 0 0 0,0 0 1 0 0,2 0-1 0 0,26 14 72 0 0,-4-4-444 0 0,0-1-1 0 0,0-1 1 0 0,49 10 0 0 0,-37-13-953 0 0,28 5-1889 0 0,-22-5-6337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9:00.2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43 8610 0 0,'0'0'12288'0'0,"-2"10"-11981"0"0,-6 30-45 0 0,7-36-186 0 0,1-1 0 0 0,-1 1-1 0 0,1-1 1 0 0,0 1-1 0 0,0 0 1 0 0,0-1 0 0 0,1 1-1 0 0,-1-1 1 0 0,1 1 0 0 0,0-1-1 0 0,0 1 1 0 0,0-1-1 0 0,0 0 1 0 0,1 1 0 0 0,-1-1-1 0 0,1 0 1 0 0,0 0 0 0 0,0 0-1 0 0,0 0 1 0 0,0 0-1 0 0,0-1 1 0 0,1 1 0 0 0,3 3-1 0 0,-4-4-24 0 0,0 0 0 0 0,0-1 0 0 0,0 1 0 0 0,0-1-1 0 0,1 1 1 0 0,-1-1 0 0 0,0 0 0 0 0,1 0 0 0 0,-1 0-1 0 0,1 0 1 0 0,-1 0 0 0 0,1 0 0 0 0,-1-1 0 0 0,1 1-1 0 0,-1-1 1 0 0,1 0 0 0 0,0 0 0 0 0,-1 0 0 0 0,4 0 0 0 0,-4 0-43 0 0,-1 0 0 0 0,0-1 0 0 0,1 1 0 0 0,-1-1 0 0 0,1 1 0 0 0,-1-1 0 0 0,0 1 0 0 0,1-1 0 0 0,-1 0 0 0 0,0 1 0 0 0,0-1 0 0 0,0 0 0 0 0,1 0 0 0 0,-1 0 0 0 0,1-2 0 0 0,0 1-9 0 0,0 0 0 0 0,0-1 1 0 0,0 1-1 0 0,0-1 0 0 0,-1 0 1 0 0,1 1-1 0 0,1-5 0 0 0,2-12 3 0 0,0 0-1 0 0,-2 0 1 0 0,0 0 0 0 0,0-25-1 0 0,-2 42 35 0 0,-1-1 47 0 0,0 1 1 0 0,0-1 0 0 0,0 1 0 0 0,0-1 0 0 0,1 1-1 0 0,0-1 1 0 0,-1 1 0 0 0,1 0 0 0 0,2-5 0 0 0,0 4 343 0 0,-3 3-406 0 0,0 0 1 0 0,0-1 0 0 0,0 1 0 0 0,1 0 0 0 0,-1 0 0 0 0,0 0 0 0 0,1-1 0 0 0,-1 1-1 0 0,0 0 1 0 0,0 0 0 0 0,1 0 0 0 0,-1 0 0 0 0,0 0 0 0 0,1 0 0 0 0,-1-1 0 0 0,0 1 0 0 0,1 0-1 0 0,-1 0 1 0 0,0 0 0 0 0,1 0 0 0 0,-1 0 0 0 0,0 0 0 0 0,1 0 0 0 0,-1 0 0 0 0,0 0-1 0 0,1 1 1 0 0,2-1-51 0 0,0 0 0 0 0,-1 1 0 0 0,1 0 0 0 0,0-1 0 0 0,-1 1 1 0 0,1 0-1 0 0,-1 0 0 0 0,1 0 0 0 0,-1 1 0 0 0,1-1 0 0 0,2 3 0 0 0,26 21-78 0 0,-21-16 84 0 0,7 5-495 0 0,66 60-1297 0 0,-56-48-2874 0 0,-2 1-4418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9:00.9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383 3 10378 0 0,'0'0'16037'0'0,"-1"-1"-16028"0"0,1 1 1 0 0,0 0-1 0 0,-1 0 1 0 0,1 0-1 0 0,-1-1 0 0 0,1 1 1 0 0,-1 0-1 0 0,1 0 1 0 0,-1 0-1 0 0,1 0 1 0 0,-1 0-1 0 0,1 0 0 0 0,-1 0 1 0 0,1 0-1 0 0,-2 0 1 0 0,1 8 24 0 0,-1 0 0 0 0,1 0 0 0 0,-2 0 0 0 0,1 0 0 0 0,-1-1 0 0 0,-5 9 0 0 0,5-7 12 0 0,-78 150 465 0 0,26-58-322 0 0,8-11-55 0 0,17-35 0 0 0,3 1 0 0 0,-25 71 0 0 0,46-108-82 0 0,-1-1-1 0 0,0 1 1 0 0,-11 16 0 0 0,14-27-46 0 0,4-6-32 0 0,-1-1-1 0 0,0 1 0 0 0,0 0 1 0 0,0-1-1 0 0,0 1 0 0 0,0-1 1 0 0,-2 3-1 0 0,0-2 1061 0 0,-1 2-4535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9:01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62 177 12571 0 0,'0'0'11346'0'0,"-6"12"-11181"0"0,-25 60 117 0 0,26-61-87 0 0,1 1-1 0 0,0 0 1 0 0,1-1 0 0 0,0 1-1 0 0,1 1 1 0 0,0-1 0 0 0,1 0 0 0 0,1 18-1 0 0,0 8 50 0 0,0-37-246 0 0,-1-1 0 0 0,1 0 0 0 0,0 1-1 0 0,0-1 1 0 0,0 1 0 0 0,0-1 0 0 0,1 0-1 0 0,-1 1 1 0 0,0-1 0 0 0,0 0 0 0 0,0 1-1 0 0,0-1 1 0 0,0 1 0 0 0,0-1 0 0 0,0 0-1 0 0,1 1 1 0 0,-1-1 0 0 0,0 0 0 0 0,0 1-1 0 0,0-1 1 0 0,1 0 0 0 0,-1 0 0 0 0,0 1-1 0 0,1-1 1 0 0,-1 0 0 0 0,0 0 0 0 0,1 1-1 0 0,-1-1 1 0 0,0 0 0 0 0,1 0 0 0 0,-1 0-1 0 0,0 0 1 0 0,1 1 0 0 0,-1-1 0 0 0,0 0 0 0 0,1 0-1 0 0,-1 0 1 0 0,0 0 0 0 0,1 0 0 0 0,-1 0-1 0 0,1 0 1 0 0,-1 0 0 0 0,0 0 0 0 0,1 0-1 0 0,-1 0 1 0 0,0 0 0 0 0,1-1 0 0 0,1 1-7 0 0,-1 0 1 0 0,0-1-1 0 0,0 1 1 0 0,0-1-1 0 0,0 1 1 0 0,1-1 0 0 0,-1 0-1 0 0,0 1 1 0 0,0-1-1 0 0,0 0 1 0 0,0 0-1 0 0,1-1 1 0 0,0-3-33 0 0,0 1 0 0 0,0-1 0 0 0,0 0-1 0 0,0 0 1 0 0,-1 0 0 0 0,0 0 0 0 0,0 0 0 0 0,0-8 0 0 0,0 7 18 0 0,1-20 45 0 0,-1-1 1 0 0,-1 1 0 0 0,-2-1 0 0 0,-1 1 0 0 0,-10-48 0 0 0,7 45 38 0 0,-15-78 946 0 0,21 83-424 0 0,0 23-366 0 0,1 1-242 0 0,0 1-1 0 0,1-1 0 0 0,-1 0 0 0 0,0 1 0 0 0,1-1 1 0 0,-1 1-1 0 0,0 0 0 0 0,1-1 0 0 0,-1 1 1 0 0,0 0-1 0 0,0 0 0 0 0,0-1 0 0 0,0 1 1 0 0,0 0-1 0 0,0 0 0 0 0,0 0 0 0 0,0 0 1 0 0,0 1-1 0 0,0-1 0 0 0,0 2 0 0 0,7 6-65 0 0,61 67-72 0 0,81 78 113 0 0,-125-132-30 0 0,39 25 1 0 0,-54-40 74 0 0,1 0 1 0 0,0-1 0 0 0,1-1-1 0 0,-1 0 1 0 0,1 0 0 0 0,22 4-1 0 0,-26-8 101 0 0,1 0-1 0 0,9-1 0 0 0,-18 0-88 0 0,1 0 0 0 0,-1 0 0 0 0,0 0 0 0 0,1 0 0 0 0,-1 0 1 0 0,1 0-1 0 0,-1-1 0 0 0,1 1 0 0 0,-1 0 0 0 0,0 0 0 0 0,1-1 0 0 0,-1 1 1 0 0,1 0-1 0 0,-1-1 0 0 0,0 1 0 0 0,1 0 0 0 0,-1-1 0 0 0,0 1 0 0 0,0 0 1 0 0,1-1-1 0 0,-1 1 0 0 0,0-1 0 0 0,0 1 0 0 0,1 0 0 0 0,-1-1 0 0 0,0 1 1 0 0,0-1-1 0 0,0 1 0 0 0,0-1 0 0 0,0 1 0 0 0,0-1 0 0 0,0 0 0 0 0,1-19 29 0 0,-2 14-23 0 0,2-15-44 0 0,-2 1 0 0 0,-1 0 1 0 0,0-1-1 0 0,-6-20 0 0 0,4 25-35 0 0,-1-1-1 0 0,-9-20 0 0 0,2 8-544 0 0,8 18-614 0 0,-10-19 1 0 0,12 27-266 0 0,0 0 0 0 0,0 1 0 0 0,0-1 0 0 0,0 0 0 0 0,-5-4 1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9:02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1 218 2641 0 0,'0'0'15798'0'0,"29"4"-15274"0"0,89 15-6 0 0,-108-17-327 0 0,-1-1-1 0 0,0 0 1 0 0,19 0-1 0 0,-17-2 50 0 0,-2 2 72 0 0,0-2 0 0 0,0 1 0 0 0,0-2 1 0 0,0 1-1 0 0,11-4 0 0 0,-16 4-152 0 0,0-1 1 0 0,0 0 0 0 0,0 1-1 0 0,0-2 1 0 0,0 1 0 0 0,0 0-1 0 0,-1-1 1 0 0,1 0-1 0 0,-1 0 1 0 0,0 0 0 0 0,0 0-1 0 0,5-6 1 0 0,-6 5-81 0 0,0 0 0 0 0,0 0 0 0 0,0-1 0 0 0,-1 1-1 0 0,1 0 1 0 0,-1-1 0 0 0,0 1 0 0 0,0-1 0 0 0,-1 1 0 0 0,1-1 0 0 0,-1 0 0 0 0,0 1 0 0 0,0-1 0 0 0,-1 1 0 0 0,0-1-1 0 0,1 1 1 0 0,-1-1 0 0 0,-1 1 0 0 0,1-1 0 0 0,-1 1 0 0 0,1 0 0 0 0,-1 0 0 0 0,0 0 0 0 0,-5-6 0 0 0,-1-1-33 0 0,0 1 0 0 0,-1 0 0 0 0,-1 1 1 0 0,-14-13-1 0 0,20 19-42 0 0,0 1 0 0 0,0-1 0 0 0,0 1 0 0 0,-1 0 0 0 0,1 0 0 0 0,0 0 0 0 0,-1 1-1 0 0,1-1 1 0 0,-1 1 0 0 0,1 0 0 0 0,-1 0 0 0 0,0 1 0 0 0,1-1 0 0 0,-1 1 0 0 0,0 0 0 0 0,-6 1 0 0 0,8 0-6 0 0,1 0 0 0 0,-1 0 0 0 0,1 0 0 0 0,-1 0 0 0 0,1 0 0 0 0,0 1 0 0 0,0-1 0 0 0,-1 1 0 0 0,1-1 0 0 0,0 1 0 0 0,0 0 0 0 0,0 0 0 0 0,1 0 0 0 0,-4 3 1 0 0,1 1 19 0 0,-1 1 1 0 0,1-1 0 0 0,-6 15 0 0 0,5-7 15 0 0,0 0 0 0 0,1 0 1 0 0,0 0-1 0 0,1 1 0 0 0,1-1 0 0 0,0 1 0 0 0,1 23 0 0 0,1-29-5 0 0,0 0 0 0 0,1 1 0 0 0,0-1 0 0 0,1 0 0 0 0,0 1 0 0 0,1-1 0 0 0,0 0-1 0 0,0-1 1 0 0,7 13 0 0 0,-8-19 10 0 0,0 1 0 0 0,0-1 0 0 0,0 0 0 0 0,1 0 0 0 0,-1 0 0 0 0,1 0 0 0 0,0 0 0 0 0,0 0 0 0 0,-1-1 0 0 0,1 0 0 0 0,0 1 0 0 0,0-1 0 0 0,5 1 0 0 0,31 9 249 0 0,49 7 0 0 0,41-1-488 0 0,-93-13-38 0 0,36 3-3909 0 0,-46-4-3886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9:03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1 8026 0 0,'0'0'12909'0'0,"-1"18"-12698"0"0,-6 58-15 0 0,5-58-98 0 0,1-1 0 0 0,1 1 1 0 0,1-1-1 0 0,0 1 0 0 0,1-1 1 0 0,1 0-1 0 0,1 0 0 0 0,1 0 0 0 0,9 24 1 0 0,-12-33-19 0 0,1 0 1 0 0,0 0-1 0 0,0 0 0 0 0,1 0 1 0 0,0-1-1 0 0,1 1 1 0 0,-1-1-1 0 0,1 0 1 0 0,7 6-1 0 0,-5-6 650 0 0,-11-12-98 0 0,-13-12-546 0 0,-32-28-160 0 0,23 22 114 0 0,-24-28 0 0 0,41 41-31 0 0,7 9 13 0 0,1 0 0 0 0,-1 0 0 0 0,1 0 0 0 0,-1-1-1 0 0,1 1 1 0 0,0-1 0 0 0,0 1 0 0 0,0-1 0 0 0,0 1 0 0 0,0-1-1 0 0,0 0 1 0 0,0 0 0 0 0,1 1 0 0 0,-1-1 0 0 0,0 0 0 0 0,1 0 0 0 0,-1-2-1 0 0,2 4-49 0 0,0-1-1 0 0,0 0 1 0 0,-1 1 0 0 0,1-1-1 0 0,0 1 1 0 0,0 0-1 0 0,0-1 1 0 0,0 1-1 0 0,0 0 1 0 0,0 0 0 0 0,0-1-1 0 0,0 1 1 0 0,0 0-1 0 0,0 0 1 0 0,0 0-1 0 0,1 0 1 0 0,1 0-110 0 0,73-3-6693 0 0,-53 1-1601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9:03.3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77 18092 0 0,'0'0'8826'0'0,"5"-76"-11555"0"0,-15 76-3008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9:04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 6977 0 0,'0'0'18111'0'0,"15"-7"-17912"0"0,45-21-75 0 0,-40 20-52 0 0,-14 8-41 0 0,-2 1-22 0 0,-1-1-2 0 0,1 0 0 0 0,-1 0-1 0 0,0 0 1 0 0,1 1 0 0 0,-1 0 0 0 0,0-1 0 0 0,1 1 0 0 0,-1 1 0 0 0,5 1 0 0 0,-7-2-27 0 0,1 0 0 0 0,-1 0 0 0 0,0-1 0 0 0,0 1 0 0 0,0 0 0 0 0,0 1 1 0 0,0-1-1 0 0,0 0 0 0 0,0 0 0 0 0,0 0 0 0 0,0 0 0 0 0,0 1 0 0 0,-1-1 0 0 0,1 0 1 0 0,0 1-1 0 0,-1-1 0 0 0,1 1 0 0 0,-1-1 0 0 0,0 1 0 0 0,0-1 0 0 0,1 1 0 0 0,-1-1 1 0 0,0 3-1 0 0,0 2-8 0 0,0 0 0 0 0,0 0 1 0 0,0 0-1 0 0,-1 0 0 0 0,0 0 0 0 0,0 0 1 0 0,-1 0-1 0 0,1 0 0 0 0,-1 0 1 0 0,-1-1-1 0 0,1 1 0 0 0,-1-1 0 0 0,-6 10 1 0 0,-22 35 9 0 0,26-42 24 0 0,0 1 0 0 0,1 0-1 0 0,-5 14 1 0 0,-5 8 6 0 0,13-27 56 0 0,0 0 1 0 0,-1 0-1 0 0,1 0 1 0 0,1 0-1 0 0,-1 0 1 0 0,1 0-1 0 0,-1 0 1 0 0,1 5-1 0 0,1-8 21 0 0,0-1 0 0 0,0 0 0 0 0,0 1 0 0 0,0-1 1 0 0,0 0-1 0 0,0 0 0 0 0,0 0 0 0 0,0 0 0 0 0,0 0 0 0 0,0 0 0 0 0,2 0 0 0 0,0 0-28 0 0,49 1 232 0 0,38-1 3 0 0,-77 0-985 0 0,1-2 0 0 0,-1 0 0 0 0,0 0 0 0 0,20-7 0 0 0,-16 0-3011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9:04.7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8402 0 0,'0'0'15403'0'0,"2"2"-15918"0"0,2 5 539 0 0,0-1-1 0 0,0 1 1 0 0,0 0-1 0 0,4 13 1 0 0,-4-10-119 0 0,0 1-1 0 0,9 12 1 0 0,28 35-3564 0 0,-13-22-7406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9:04.9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9858 0 0,'0'0'11136'0'0,"19"28"-11108"0"0,57 84-120 0 0,-43-60-673 0 0,-26-42 170 0 0,0 5-774 0 0,0-3-1603 0 0,-2-3-2174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9:05.0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333 1 14339 0 0,'0'0'8725'0'0,"-31"-1"-8707"0"0,-97 1-50 0 0,122 0 3 0 0,0 0-1 0 0,0 1 0 0 0,0-1 0 0 0,0 1 1 0 0,0 1-1 0 0,0-1 0 0 0,-6 3 1 0 0,11-4 16 0 0,-63 25-2773 0 0,23-11-5117 0 0,28-10-2520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9:06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0 4609 0 0,'0'0'17194'0'0,"-4"3"-17306"0"0,3-2 126 0 0,0 0-1 0 0,0 0 1 0 0,-1 1-1 0 0,1-1 1 0 0,0 0 0 0 0,0 0-1 0 0,0 1 1 0 0,0-1-1 0 0,0 0 1 0 0,0 1-1 0 0,1-1 1 0 0,-1 1-1 0 0,0-1 1 0 0,1 1-1 0 0,-1-1 1 0 0,1 1-1 0 0,0 0 1 0 0,-1-1-1 0 0,1 1 1 0 0,0 0-1 0 0,0-1 1 0 0,0 1 0 0 0,0 0-1 0 0,0-1 1 0 0,1 1-1 0 0,0 2 1 0 0,11 49 260 0 0,4 0 0 0 0,1-1 1 0 0,38 78-1 0 0,-1-29-251 0 0,-50-92-324 0 0,1-1 1 0 0,1 0-1 0 0,-1-1 0 0 0,10 10 1 0 0,-10-12-1337 0 0,0 0 0 0 0,1 0 0 0 0,6 4 0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9:06.3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184 0 9874 0 0,'0'0'15574'0'0,"-22"12"-15290"0"0,-66 37-61 0 0,83-47-186 0 0,0 1-1 0 0,0 0 1 0 0,0 0 0 0 0,1 0-1 0 0,-9 8 1 0 0,6-4 30 0 0,5-6-39 0 0,0 1 0 0 0,-1 0 0 0 0,1 0 0 0 0,0 1 0 0 0,0-1 1 0 0,0 0-1 0 0,0 1 0 0 0,1-1 0 0 0,-1 1 0 0 0,0 0 1 0 0,1-1-1 0 0,0 1 0 0 0,0 0 0 0 0,0 0 0 0 0,0 0 0 0 0,0 0 1 0 0,1 0-1 0 0,-1 0 0 0 0,1 0 0 0 0,0 0 0 0 0,-1 0 0 0 0,2 0 1 0 0,-1 3-1 0 0,1-4-17 0 0,-1-1 0 0 0,1 1-1 0 0,0-1 1 0 0,0 1 0 0 0,-1-1 0 0 0,1 1 0 0 0,0-1 0 0 0,0 0 0 0 0,1 0-1 0 0,-1 1 1 0 0,0-1 0 0 0,0 0 0 0 0,1 0 0 0 0,1 1 0 0 0,22 13 65 0 0,-22-14-70 0 0,13 7-112 0 0,1-1 0 0 0,0-1-1 0 0,0 0 1 0 0,0-2 0 0 0,0 0 0 0 0,26 3-1 0 0,33-2-2009 0 0,-1-5-4655 0 0,-52 0 3217 0 0,-13 0-4863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9:07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40 12371 0 0,'0'0'9371'0'0,"-13"16"-9044"0"0,-40 53-45 0 0,51-66-248 0 0,0 1 0 0 0,0 0 0 0 0,0-1 0 0 0,0 1 0 0 0,-2 7-1 0 0,4-9-7 0 0,-1 0-1 0 0,1 0 0 0 0,0 0 1 0 0,0 0-1 0 0,0 0 0 0 0,0 4 1 0 0,1 4 68 0 0,-1-1-16 0 0,0 1-1 0 0,0-1 1 0 0,2 1 0 0 0,-1-1-1 0 0,1 1 1 0 0,0-1 0 0 0,1 0-1 0 0,0 0 1 0 0,5 10-1 0 0,0 0 62 0 0,2-1-1 0 0,20 32 0 0 0,-25-44-88 0 0,1 3-28 0 0,0-1 1 0 0,0 0 0 0 0,11 9-1 0 0,-15-15 36 0 0,1 0-1 0 0,0 0 1 0 0,-1-1-1 0 0,1 1 1 0 0,0 0-1 0 0,0-1 1 0 0,0 0-1 0 0,0 0 1 0 0,0 0-1 0 0,0 0 1 0 0,0 0-1 0 0,0-1 1 0 0,0 1-1 0 0,6-1 1 0 0,-8 0-34 0 0,-1 0 1 0 0,0-1-1 0 0,1 1 1 0 0,-1-1-1 0 0,1 1 0 0 0,-1-1 1 0 0,0 1-1 0 0,1-1 1 0 0,-1 1-1 0 0,0-1 0 0 0,1 0 1 0 0,-1 1-1 0 0,0-1 1 0 0,0 1-1 0 0,0-1 0 0 0,0 0 1 0 0,1 1-1 0 0,-1-1 1 0 0,0 0-1 0 0,0 1 0 0 0,0-1 1 0 0,0 0-1 0 0,0 0-2 0 0,0-15 17 0 0,0 0 0 0 0,-1 0 1 0 0,0 0-1 0 0,-1 0 0 0 0,-1 0 0 0 0,-6-21 0 0 0,-38-89 320 0 0,39 108-268 0 0,-41-90 716 0 0,45 90-259 0 0,11 20-702 0 0,-7-2 137 0 0,1 1 0 0 0,0-1 0 0 0,0 0 0 0 0,0 1 0 0 0,0-1 0 0 0,-1 1 0 0 0,1-1 0 0 0,0 0 0 0 0,-1 1 0 0 0,1 0 0 0 0,0-1 0 0 0,-1 1 0 0 0,2 0 0 0 0,74 77-403 0 0,-43-46 241 0 0,0-1 0 0 0,2-1 0 0 0,1-2 0 0 0,1-2 0 0 0,66 36 0 0 0,-96-59 201 0 0,0 1 1 0 0,0-1-1 0 0,0-1 0 0 0,0 1 1 0 0,0-1-1 0 0,1-1 0 0 0,-1 1 1 0 0,1-1-1 0 0,-1-1 0 0 0,15 1 1 0 0,-22-2-19 0 0,1 1 1 0 0,0 0 0 0 0,-1 0 0 0 0,1-1 0 0 0,-1 1 0 0 0,1 0 0 0 0,-1 0 0 0 0,1-1 0 0 0,-1 1 0 0 0,1-1-1 0 0,-1 1 1 0 0,1-1 0 0 0,-1 1 0 0 0,1 0 0 0 0,-1-1 0 0 0,0 0 0 0 0,1 1 0 0 0,-1-1 0 0 0,0 1 0 0 0,1-1-1 0 0,-1 1 1 0 0,0-1 0 0 0,0 0 0 0 0,0 1 0 0 0,1-1 0 0 0,-1 1 0 0 0,0-1 0 0 0,0 0 0 0 0,1-22 110 0 0,-1 17-107 0 0,0-3-17 0 0,0 0 0 0 0,0-1-1 0 0,-1 1 1 0 0,0 0 0 0 0,0-1 0 0 0,-1 1 0 0 0,-1 0-1 0 0,-5-14 1 0 0,-2 3-154 0 0,0 0-1 0 0,-2 1 0 0 0,0 0 1 0 0,-1 1-1 0 0,-1 1 0 0 0,-18-18 1 0 0,4 9-3858 0 0,-3 1-3670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9:07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297 38 6009 0 0,'0'0'19220'0'0,"-6"-6"-18934"0"0,-18-19-105 0 0,24 25-177 0 0,0-1 0 0 0,-1 1 0 0 0,1-1 0 0 0,-1 1 0 0 0,1-1 0 0 0,-1 1 0 0 0,0-1 0 0 0,1 1 0 0 0,-1 0 0 0 0,1-1 0 0 0,-1 1 0 0 0,0 0 0 0 0,1-1 0 0 0,-1 1 0 0 0,0 0 0 0 0,1 0 0 0 0,-1 0 0 0 0,0 0 0 0 0,1 0 0 0 0,-1 0 0 0 0,0 0 0 0 0,1 0 0 0 0,-1 0 0 0 0,0 0-1 0 0,1 0 1 0 0,-1 0 0 0 0,0 0 0 0 0,1 0 0 0 0,-1 0 0 0 0,0 1 0 0 0,1-1 0 0 0,-1 0 0 0 0,0 1 0 0 0,1-1 0 0 0,-1 0 0 0 0,1 1 0 0 0,-1-1 0 0 0,1 1 0 0 0,-1-1 0 0 0,1 1 0 0 0,-1-1 0 0 0,1 1 0 0 0,-1-1 0 0 0,1 2 0 0 0,-2-1 16 0 0,-8 10 37 0 0,1 0 0 0 0,0 1 0 0 0,1-1 0 0 0,0 2 0 0 0,1-1 0 0 0,0 1 1 0 0,-5 16-1 0 0,0 3 88 0 0,-14 66 0 0 0,5 62 76 0 0,5-24-97 0 0,12-113-110 0 0,-2 0 0 0 0,0 0 0 0 0,-17 39 0 0 0,19-54-3 0 0,-1 1-1 0 0,-11 13 1 0 0,0 2-163 0 0,7-16-164 0 0,6-7-1428 0 0,2-12-7503 0 0,1 9 8439 0 0,0 0 0 0 0,1 0-1 0 0,-1 1 1 0 0,1-1 0 0 0,0 0 0 0 0,0 1-1 0 0,-1-1 1 0 0,1 1 0 0 0,1-3 0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9:08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147 202 12371 0 0,'0'0'12381'0'0,"-10"5"-12137"0"0,-31 15-63 0 0,39-19-161 0 0,0 1 0 0 0,-1-1-1 0 0,1 1 1 0 0,0-1 0 0 0,0 1-1 0 0,0 0 1 0 0,0 0 0 0 0,0 0-1 0 0,1 0 1 0 0,-1 0 0 0 0,1 0-1 0 0,-1 1 1 0 0,1-1 0 0 0,0 0-1 0 0,-1 1 1 0 0,1-1 0 0 0,1 1-1 0 0,-2 3 1 0 0,-1 2 50 0 0,1 0-20 0 0,0 0-1 0 0,0 0 0 0 0,1-1 0 0 0,0 1 0 0 0,0 0 1 0 0,1 16-1 0 0,0-11-17 0 0,0-12-28 0 0,0 1 0 0 0,1-1 1 0 0,-1 0-1 0 0,0 0 1 0 0,0 1-1 0 0,0-1 0 0 0,1 0 1 0 0,-1 0-1 0 0,1 0 1 0 0,-1 1-1 0 0,1-1 0 0 0,-1 0 1 0 0,1 0-1 0 0,0 0 1 0 0,-1 0-1 0 0,1 0 0 0 0,0 0 1 0 0,0 0-1 0 0,0 0 1 0 0,0-1-1 0 0,0 1 0 0 0,0 0 1 0 0,0 0-1 0 0,1 0 1 0 0,1 0 86 0 0,0 0 0 0 0,-1 0-1 0 0,1 0 1 0 0,0 0 0 0 0,0 0 0 0 0,0-1 0 0 0,0 0 0 0 0,5 1 0 0 0,-7-1-76 0 0,-1-1-1 0 0,0 1 1 0 0,1 0 0 0 0,-1 0 0 0 0,1-1 0 0 0,-1 1 0 0 0,0 0-1 0 0,1 0 1 0 0,-1-1 0 0 0,0 1 0 0 0,1-1 0 0 0,-1 1-1 0 0,0 0 1 0 0,1-1 0 0 0,-1 1 0 0 0,0-1 0 0 0,0 1 0 0 0,1 0-1 0 0,-1-1 1 0 0,0 1 0 0 0,0-1 0 0 0,0 1 0 0 0,0-1 0 0 0,0 0-1 0 0,2-12 10 0 0,-1-1-50 0 0,-2 1-1 0 0,1-1 0 0 0,-2 0 1 0 0,-5-22-1 0 0,-50-115 236 0 0,29 82-99 0 0,25 62-15 0 0,1 0 0 0 0,0 0 0 0 0,0 0 0 0 0,0-1 0 0 0,1 1 0 0 0,-1-11 0 0 0,18 18-213 0 0,-9 3 36 0 0,0-1 0 0 0,0 1 0 0 0,-1 1 0 0 0,1-1 0 0 0,-1 1 0 0 0,0 0 0 0 0,0 0 0 0 0,8 8 0 0 0,4 2-13 0 0,301 197-1117 0 0,-243-172 1077 0 0,-62-34 144 0 0,0 1 0 0 0,-1-2 0 0 0,27 5-1 0 0,-16-8 112 0 0,-14-1 55 0 0,-9 0-165 0 0,0 0 0 0 0,-1 0 0 0 0,1-1 0 0 0,0 1 0 0 0,-1 0 0 0 0,1 0 0 0 0,-1-1 0 0 0,1 1 0 0 0,-1-1 0 0 0,1 1 0 0 0,0-1 0 0 0,-1 1 0 0 0,0-1 1 0 0,1 1-1 0 0,-1-1 0 0 0,1 1 0 0 0,-1-1 0 0 0,0 1 0 0 0,1-1 0 0 0,-1 0 0 0 0,0 1 0 0 0,1-1 0 0 0,-1 0 0 0 0,0 1 0 0 0,0-1 0 0 0,0 0 0 0 0,0 1 0 0 0,0-1 0 0 0,1 0 0 0 0,-2 0 0 0 0,3-27-45 0 0,-2 24 6 0 0,0-3-156 0 0,-1 0 1 0 0,0-1-1 0 0,0 1 1 0 0,-1 0 0 0 0,0 0-1 0 0,0 0 1 0 0,0 1-1 0 0,-1-1 1 0 0,0 0 0 0 0,-1 1-1 0 0,1 0 1 0 0,-1 0 0 0 0,0 0-1 0 0,-10-10 1 0 0,-5-3-2460 0 0,6 8-2146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9:13.1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92 400 0 0,'0'0'14821'0'0,"-5"-7"-14113"0"0,-1-3-476 0 0,1 1 130 0 0,-1 1 1 0 0,-7-10 0 0 0,11 16-260 0 0,1 0 0 0 0,-1 1-1 0 0,0-1 1 0 0,0 1 0 0 0,0-1 0 0 0,-2 0 0 0 0,-7-6 56 0 0,-5-6 102 0 0,13 11-220 0 0,0 1 1132 0 0,2 11-756 0 0,1 2-309 0 0,1 0 0 0 0,1 1 0 0 0,0-1 0 0 0,5 16 0 0 0,19 46 347 0 0,-6-17-257 0 0,-11-30-449 0 0,9 32-2225 0 0,-9-20-5454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9:17.4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4237 109 0 0 0,'0'0'1363'0'0,"8"-10"-1084"0"0,23-28-41 0 0,-28 35-142 0 0,-1-1 0 0 0,1 1 0 0 0,0 0 0 0 0,0 0 0 0 0,0 0 0 0 0,1 0 0 0 0,-1 1 0 0 0,1 0 0 0 0,0-1 0 0 0,-1 1 0 0 0,5-1 0 0 0,3-2 317 0 0,-3 1 375 0 0,-6 4-441 0 0,0-1-1 0 0,0 0 0 0 0,-1 1 1 0 0,1-1-1 0 0,-1 0 0 0 0,1 0 0 0 0,-1 0 1 0 0,1 0-1 0 0,-1 0 0 0 0,0 0 1 0 0,1-1-1 0 0,0-1 0 0 0,11 0 10615 0 0,-12 6-10441 0 0,0 0-546 0 0,0 1-1 0 0,1-1 0 0 0,-1 0 1 0 0,1 0-1 0 0,-1 0 0 0 0,1 0 1 0 0,0 0-1 0 0,4 5 1 0 0,1 1 19 0 0,-5-5-36 0 0,1 0 0 0 0,-1 1 0 0 0,-1 0 0 0 0,1 0 0 0 0,0-1 0 0 0,-1 1 0 0 0,0 0 0 0 0,0 0 0 0 0,-1 0 0 0 0,1 0 0 0 0,-1 0 0 0 0,-1 6 0 0 0,1-9 29 0 0,0-1 0 0 0,0 1 0 0 0,0 0 0 0 0,-1-1 0 0 0,1 1 0 0 0,-1 0 0 0 0,1-1 0 0 0,-1 1 0 0 0,0 0 0 0 0,0-1 0 0 0,0 1 0 0 0,-1 2 0 0 0,-17 15-49 0 0,6-6 69 0 0,10-10 3 0 0,0 0 1 0 0,0-1-1 0 0,-1 1 0 0 0,1 0 0 0 0,-6 2 0 0 0,-9 7 57 0 0,14-10-35 0 0,1 1-1 0 0,-1-1 1 0 0,0 0-1 0 0,1 0 1 0 0,-1 0-1 0 0,0-1 1 0 0,0 1-1 0 0,-8 1 1 0 0,-1-1 124 0 0,-19 2 0 0 0,-139-4 657 0 0,1-13-12 0 0,113 8-597 0 0,-115-7 83 0 0,114 8-246 0 0,-173-13 163 0 0,-262-20 573 0 0,245 34-471 0 0,222 3-282 0 0,7 0 3 0 0,-1 2 0 0 0,1 0-1 0 0,-26 6 1 0 0,31-5-26 0 0,1 1 1 0 0,0 1-1 0 0,1 0 1 0 0,-1 0-1 0 0,-18 12 1 0 0,16-7-1 0 0,0 1 0 0 0,-22 22 0 0 0,17-14 134 0 0,19-19-96 0 0,1 0-1 0 0,0 0 0 0 0,0 0 0 0 0,0 0 0 0 0,0 1 0 0 0,0-1 1 0 0,0 0-1 0 0,0 0 0 0 0,0 0 0 0 0,-1 0 0 0 0,1 0 0 0 0,0 0 0 0 0,0 0 1 0 0,0 0-1 0 0,0 1 0 0 0,0-1 0 0 0,-1 0 0 0 0,1 0 0 0 0,0 0 1 0 0,0 0-1 0 0,0 0 0 0 0,0 0 0 0 0,0 0 0 0 0,-1 0 0 0 0,1 0 1 0 0,0 0-1 0 0,0 0 0 0 0,0 0 0 0 0,0 0 0 0 0,-1 0 0 0 0,1 0 1 0 0,0 0-1 0 0,0 0 0 0 0,0 0 0 0 0,0-1 0 0 0,0 1 0 0 0,-1 0 0 0 0,1 0 1 0 0,0 0-1 0 0,0 0 0 0 0,0 0 0 0 0,0 0 0 0 0,0 0 0 0 0,0 0 1 0 0,-1 0-1 0 0,1-1 0 0 0,0 1 0 0 0,0 0 0 0 0,0 0 0 0 0,0 0 1 0 0,0 0-1 0 0,0 0 0 0 0,0-1 0 0 0,0 1 0 0 0,0 0 0 0 0,0 0 1 0 0,0 0-1 0 0,0 0 0 0 0,0-1 0 0 0,0 1 0 0 0,0 0 0 0 0,0 0 1 0 0,0 0-1 0 0,0 0 0 0 0,0-1 0 0 0,-6-8-204 0 0,1 4 127 0 0,0 1 0 0 0,0 0 0 0 0,0 1 0 0 0,-1-1 0 0 0,1 1 0 0 0,-1 0 0 0 0,0 1 0 0 0,-9-4 0 0 0,-6 0-55 0 0,-25-4 0 0 0,24 5 57 0 0,7 3-22 0 0,0 1 0 0 0,0 0 0 0 0,-20 2 0 0 0,7-1 23 0 0,20 1 15 0 0,-1 0 0 0 0,0 0 0 0 0,0 1-1 0 0,-14 4 1 0 0,-9 2-22 0 0,-145 24-60 0 0,73-14 95 0 0,-33 11-22 0 0,100-20 30 0 0,-17 5-24 0 0,23-5 33 0 0,1-2-1 0 0,-39 4 1 0 0,48-10-15 0 0,4 1 36 0 0,0 0 0 0 0,0-2-1 0 0,-1 0 1 0 0,1-1 0 0 0,-26-4 0 0 0,-177-49 145 0 0,176 45-193 0 0,-1 1 0 0 0,1 3 0 0 0,-61 1 0 0 0,-245 4 43 0 0,324-2 11 0 0,-1-1 0 0 0,1 0-1 0 0,0-2 1 0 0,0-1 0 0 0,-45-17-1 0 0,51 14 44 0 0,-25-14 0 0 0,39 19-60 0 0,-6-4-28 0 0,0 0 0 0 0,1-1 0 0 0,-15-15 0 0 0,17 16-114 0 0,5 5-172 0 0,1-1 0 0 0,0 1 0 0 0,0-1-1 0 0,0 1 1 0 0,1-1 0 0 0,-1 0 0 0 0,-3-8 0 0 0,2-2-3710 0 0,3 0-3981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9:18.0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126 1 2056 0 0,'0'0'17664'0'0,"23"6"-17578"0"0,68 20 88 0 0,-90-25-155 0 0,1-1 0 0 0,0 1 0 0 0,-1-1-1 0 0,1 1 1 0 0,0 0 0 0 0,-1-1 0 0 0,1 1 0 0 0,-1 0-1 0 0,3 1 1 0 0,-4-1-7 0 0,-1-1 1 0 0,1 0-1 0 0,0 0 0 0 0,0 0 0 0 0,0 1 0 0 0,0-1 0 0 0,-1 0 1 0 0,1 0-1 0 0,0 0 0 0 0,0 0 0 0 0,0 0 0 0 0,0 0 1 0 0,-1 1-1 0 0,1-1 0 0 0,0 0 0 0 0,0 0 0 0 0,-1 0 1 0 0,1 0-1 0 0,0 0 0 0 0,0 0 0 0 0,0 0 0 0 0,-1 0 0 0 0,1 0 1 0 0,0 0-1 0 0,0 0 0 0 0,-1 0 0 0 0,-2 1 190 0 0,-18 3 359 0 0,1 0 0 0 0,-1-2 1 0 0,0 0-1 0 0,-35-2 0 0 0,31 0-846 0 0,20-1-264 0 0,1 1 1 0 0,0-1-1 0 0,-1 0 1 0 0,1 0 0 0 0,0 0-1 0 0,0 0 1 0 0,0-1 0 0 0,-8-3-1 0 0,4 0-2206 0 0,1 1-1 0 0,0-1 1 0 0,-10-9 0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9:18.2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351 20 8754 0 0,'0'0'11137'0'0,"-32"-3"-10864"0"0,-99-10-53 0 0,115 11-111 0 0,-26 1 0 0 0,31 1-53 0 0,-23 0 58 0 0,-18-1-1912 0 0,19 4-7545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9:18.6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14451 0 0,'0'0'7955'0'0,"4"32"-7732"0"0,14 101-40 0 0,-8-76-34 0 0,-8-52-111 0 0,0 0 0 0 0,0 1 0 0 0,4 6 1 0 0,-4-7-16 0 0,83 136-160 0 0,-77-125-1573 0 0,-7-5-6897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9:20.6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34 0 0 0,'0'0'10129'0'0,"30"0"-8102"0"0,89 1-121 0 0,-82-1 4971 0 0,-45 0-2678 0 0,6 0-4586 0 0,-85-7 1882 0 0,76 7-1454 0 0,-3 1-1233 0 0,-25-4 0 0 0,13-4-3467 0 0,23 6 3255 0 0,0-1-1 0 0,0 1 1 0 0,0-1-1 0 0,1 0 1 0 0,-6-3-1 0 0,2 0-2765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9:20.8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78 13499 0 0,'0'0'10042'0'0,"-166"-72"-10306"0"0,145 70-584 0 0,4 1-1129 0 0,1-1-2071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9:21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0 152 64 0 0,'0'0'10124'0'0,"26"5"-9275"0"0,79 16-83 0 0,-97-18-541 0 0,0-2 1 0 0,0 1-1 0 0,1-1 1 0 0,11 0-1 0 0,-10-2 90 0 0,23 2 1000 0 0,38-2 2634 0 0,-70 1-3798 0 0,1 0-1 0 0,0-1 0 0 0,0 1 1 0 0,0-1-1 0 0,0 1 0 0 0,0-1 1 0 0,-1 1-1 0 0,1-1 0 0 0,0 0 1 0 0,-1 0-1 0 0,1 0 0 0 0,0 0 1 0 0,-1 0-1 0 0,1 0 0 0 0,-1-1 0 0 0,1 1 1 0 0,-1 0-1 0 0,0-1 0 0 0,0 1 1 0 0,0-1-1 0 0,0 1 0 0 0,0-1 1 0 0,0 0-1 0 0,0 1 0 0 0,0-1 1 0 0,0 0-1 0 0,-1 0 0 0 0,1 0 1 0 0,-1 1-1 0 0,1-1 0 0 0,-1-2 1 0 0,0-3 85 0 0,1 3-131 0 0,-1-1 0 0 0,0 1 0 0 0,0-1 0 0 0,-1 1 0 0 0,1-1 0 0 0,-1 1 0 0 0,0-1 0 0 0,0 1 0 0 0,0 0 0 0 0,-1-1 1 0 0,1 1-1 0 0,-1 0 0 0 0,-4-7 0 0 0,1 5-48 0 0,0-1 0 0 0,0 1 0 0 0,-1 1 1 0 0,0-1-1 0 0,0 1 0 0 0,0 0 0 0 0,-1 0 1 0 0,1 1-1 0 0,-1-1 0 0 0,0 2 0 0 0,-13-6 0 0 0,18 8-60 0 0,0 0-1 0 0,0 1 1 0 0,0-1-1 0 0,0 1 0 0 0,0 0 1 0 0,0-1-1 0 0,0 1 0 0 0,0 0 1 0 0,0 0-1 0 0,0 0 1 0 0,0 1-1 0 0,0-1 0 0 0,1 0 1 0 0,-1 1-1 0 0,0-1 0 0 0,0 1 1 0 0,0 0-1 0 0,0 0 1 0 0,0-1-1 0 0,1 1 0 0 0,-1 0 1 0 0,0 1-1 0 0,1-1 0 0 0,-1 0 1 0 0,1 0-1 0 0,-1 1 1 0 0,-1 2-1 0 0,-3 3 7 0 0,1 0-1 0 0,0 1 1 0 0,0 0 0 0 0,-6 15-1 0 0,5-10 10 0 0,1-4 4 0 0,1 0-1 0 0,0 0 0 0 0,1 1 0 0 0,0-1 0 0 0,0 1 1 0 0,1 0-1 0 0,1-1 0 0 0,-1 1 0 0 0,1 15 1 0 0,1-20 3 0 0,0 1 1 0 0,0 0-1 0 0,1-1 1 0 0,1 9 0 0 0,-1-12-1 0 0,0 1 0 0 0,0-1 1 0 0,0 1-1 0 0,1-1 0 0 0,-1 1 1 0 0,1-1-1 0 0,0 0 0 0 0,-1 0 1 0 0,1 0-1 0 0,4 4 0 0 0,5 3 120 0 0,0-1-1 0 0,0 0 1 0 0,0-1 0 0 0,1 0-1 0 0,25 10 1 0 0,67 17 172 0 0,-76-27-574 0 0,0-2 1 0 0,1-1-1 0 0,-1-2 0 0 0,46 0 1 0 0,-72-2 85 0 0,-1 0 1 0 0,1 0 0 0 0,0 0 0 0 0,-1 0-1 0 0,1-1 1 0 0,0 1 0 0 0,0 0 0 0 0,-1-1-1 0 0,1 1 1 0 0,-1-1 0 0 0,3-1-1 0 0,7-9-8383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9:22.4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11570 0 0,'0'0'12548'0'0,"10"23"-12641"0"0,29 76 104 0 0,-28-72-11 0 0,78 171 106 0 0,-89-198-105 0 0,5 10 16 0 0,1 0 0 0 0,-1-1 1 0 0,1 1-1 0 0,12 13 0 0 0,-15-22 3 0 0,-2 0 363 0 0,-16-2-303 0 0,0-6 1 0 0,0 0 1 0 0,1-1-1 0 0,-21-16 0 0 0,-36-34 182 0 0,69 57-265 0 0,1-1 1 0 0,-1 1-1 0 0,1-1 0 0 0,-1 1 0 0 0,1-1 1 0 0,0 0-1 0 0,0 0 0 0 0,0 1 1 0 0,0-1-1 0 0,0 0 0 0 0,0 0 0 0 0,0 0 1 0 0,1 0-1 0 0,-1 0 0 0 0,1 0 1 0 0,-1 0-1 0 0,1 0 0 0 0,0 0 0 0 0,0 0 1 0 0,0 0-1 0 0,0-1 0 0 0,0 1 1 0 0,0 0-1 0 0,1 0 0 0 0,-1 0 0 0 0,1 0 1 0 0,0-2-1 0 0,1-1-497 0 0,0 0 1 0 0,0 1-1 0 0,6-9 0 0 0,10-13-5365 0 0,-5 8-2700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9:22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 17860 0 0,'0'0'9306'0'0,"5"-5"-10317"0"0,16-17 104 0 0,-19 19-1674 0 0,-6 3 984 0 0,-4 4-1357 0 0,-1 0-3075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9:23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89 3985 0 0,'0'0'21574'0'0,"8"-13"-21202"0"0,23-41-101 0 0,-21 37-73 0 0,-10 17-195 0 0,1 0-1 0 0,-1 0 1 0 0,0 0 0 0 0,0 0-1 0 0,0 0 1 0 0,0 0 0 0 0,0-1-1 0 0,0 1 1 0 0,0 0-1 0 0,0 0 1 0 0,0 0 0 0 0,1 0-1 0 0,-1 0 1 0 0,0 0 0 0 0,0 0-1 0 0,0 0 1 0 0,0 0-1 0 0,0 0 1 0 0,0 0 0 0 0,1 0-1 0 0,-1 0 1 0 0,0 0 0 0 0,0 0-1 0 0,0 0 1 0 0,0 0-1 0 0,0 0 1 0 0,0 0 0 0 0,1 0-1 0 0,-1 0 1 0 0,0 0 0 0 0,0 0-1 0 0,0 0 1 0 0,0 0-1 0 0,0 0 1 0 0,0 0 0 0 0,1 0-1 0 0,2 1 51 0 0,12-3 103 0 0,-8 1-163 0 0,-1 0 1 0 0,0 0-1 0 0,8 1 0 0 0,-12 0-7 0 0,0 1-1 0 0,0-1 1 0 0,1 1 0 0 0,-1-1 0 0 0,0 1 0 0 0,0 0 0 0 0,0 0 0 0 0,0-1 0 0 0,0 2-1 0 0,0-1 1 0 0,0 0 0 0 0,3 2 0 0 0,2 3-42 0 0,0 0 13 0 0,0-1 0 0 0,-1 1-1 0 0,0 0 1 0 0,0 0 0 0 0,0 0 0 0 0,8 14-1 0 0,-8-11-16 0 0,-4-6 27 0 0,-1 0 1 0 0,1-1 0 0 0,-1 1-1 0 0,1 0 1 0 0,-1 0 0 0 0,0 0-1 0 0,0 0 1 0 0,0 0 0 0 0,-1 0-1 0 0,1 5 1 0 0,0-2-41 0 0,-1 1 0 0 0,0-1 0 0 0,0 1 0 0 0,-1-1 0 0 0,-2 11 0 0 0,2-13 62 0 0,0 0 0 0 0,0 0 0 0 0,-1-1 0 0 0,0 1 0 0 0,0 0-1 0 0,0-1 1 0 0,0 1 0 0 0,-1-1 0 0 0,1 0 0 0 0,-5 4 0 0 0,-12 12-21 0 0,5-7 70 0 0,-13 18 0 0 0,20-24-42 0 0,6-6 18 0 0,1 0 0 0 0,0 0 0 0 0,-1 0 0 0 0,1 1 0 0 0,0-1 0 0 0,-1 0 0 0 0,1 0 0 0 0,0 1 0 0 0,-1-1 0 0 0,1 0 0 0 0,0 1 0 0 0,0-1 0 0 0,0 0 0 0 0,-1 0 0 0 0,1 1 0 0 0,0-1 0 0 0,0 1 0 0 0,0-1 0 0 0,0 0 0 0 0,-1 1 0 0 0,1-1 0 0 0,0 0 0 0 0,0 1 0 0 0,0-1 0 0 0,0 1 0 0 0,0-1 0 0 0,0 0 0 0 0,0 1 0 0 0,0 0 0 0 0,13 1 846 0 0,18-1-326 0 0,26-2-209 0 0,-50 1-380 0 0,0-1 0 0 0,1 0-1 0 0,-1-1 1 0 0,1 0-1 0 0,10-4 1 0 0,-14 4-460 0 0,4-2-22 0 0,0 1 0 0 0,9-7 0 0 0,-7 3-3337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9:23.7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10146 0 0,'0'0'14882'0'0,"2"6"-14967"0"0,12 29 100 0 0,19 33 0 0 0,-22-48-184 0 0,26 43 117 0 0,-31-53-1030 0 0,1-1 0 0 0,11 10 0 0 0,-12-15-524 0 0,10-2-10022 0 0,-15-2 11006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9:23.9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4625 0 0,'0'0'15506'0'0,"13"23"-15385"0"0,42 73-45 0 0,-27-50-102 0 0,-20-31-255 0 0,7 11-3737 0 0,-11-23 2546 0 0,-2 0-617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9:24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483 47 10834 0 0,'0'0'13633'0'0,"-32"-8"-13589"0"0,-97-23-27 0 0,120 29-12 0 0,0 0 1 0 0,0 0-1 0 0,-17 0 0 0 0,5 2-97 0 0,1 1-1 0 0,-31 7 1 0 0,-49 10-4502 0 0,65-12 351 0 0,12-3-1389 0 0,4 0-4171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9:24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81 3777 0 0,'0'0'20794'0'0,"-5"-14"-20572"0"0,-16-43-168 0 0,16 47-234 0 0,5 10 178 0 0,0 0 1 0 0,0 0-1 0 0,0 0 1 0 0,0 0-1 0 0,1 0 1 0 0,-1 0-1 0 0,0 0 1 0 0,0 0 0 0 0,0 0-1 0 0,0 1 1 0 0,0-1-1 0 0,0 0 1 0 0,0 0-1 0 0,0 0 1 0 0,0 0-1 0 0,0 0 1 0 0,0 0 0 0 0,0 0-1 0 0,0 0 1 0 0,0 0-1 0 0,0 0 1 0 0,0 0-1 0 0,0 0 1 0 0,0 0-1 0 0,0 0 1 0 0,0 0 0 0 0,0 0-1 0 0,0 0 1 0 0,0 0-1 0 0,-1 0 1 0 0,1 0-1 0 0,0 0 1 0 0,0 0-1 0 0,0 0 1 0 0,0 0 0 0 0,0 1-1 0 0,0-1 1 0 0,0 0-1 0 0,0 0 1 0 0,0 0-1 0 0,0 0 1 0 0,0 0-1 0 0,0 0 1 0 0,0 0 0 0 0,0 0-1 0 0,0 0 1 0 0,0 0-1 0 0,0 0 1 0 0,0 0-1 0 0,0 0 1 0 0,0 0-1 0 0,0 0 1 0 0,0 0 0 0 0,0 0-1 0 0,0 0 1 0 0,0 0-1 0 0,0 0 1 0 0,-1 0-1 0 0,1 0 1 0 0,0 0 0 0 0,0 0-1 0 0,0 0 1 0 0,0 0-1 0 0,0 0 1 0 0,0 0-1 0 0,0 0 1 0 0,0 0-1 0 0,1 8-123 0 0,0-1 77 0 0,0 0 0 0 0,0-1 0 0 0,4 9 0 0 0,2 12 56 0 0,29 110 22 0 0,-9-43-30 0 0,-17-59-35 0 0,0 0-1 0 0,23 49 1 0 0,-24-60-178 0 0,5 9-919 0 0,-12-30 187 0 0,0 0 0 0 0,0-1 0 0 0,0 1 0 0 0,4 4 0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9:25.2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1 11138 0 0,'0'0'13119'0'0,"-13"4"-12771"0"0,-6 2-232 0 0,-41 17 276 0 0,54-21-328 0 0,0 1-1 0 0,0-1 0 0 0,1 1 1 0 0,-1 0-1 0 0,1 1 0 0 0,0 0 1 0 0,-7 6-1 0 0,11-9-57 0 0,0 0-1 0 0,1-1 1 0 0,-1 1-1 0 0,1 0 0 0 0,-1 0 1 0 0,1 0-1 0 0,0 0 1 0 0,-1-1-1 0 0,1 1 1 0 0,0 0-1 0 0,0 0 1 0 0,-1 0-1 0 0,1 0 1 0 0,0 0-1 0 0,0 0 1 0 0,0 0-1 0 0,0 0 1 0 0,0 0-1 0 0,0 0 0 0 0,1 0 1 0 0,-1 0-1 0 0,0-1 1 0 0,1 3-1 0 0,0-1 7 0 0,-1 0 0 0 0,1 0 0 0 0,0 0 0 0 0,0-1 0 0 0,0 1 0 0 0,0 0 0 0 0,1 0 0 0 0,-1-1 0 0 0,2 3 0 0 0,6 3 12 0 0,0 0 1 0 0,1 0-1 0 0,0-1 1 0 0,0 0-1 0 0,1-1 1 0 0,-1 0-1 0 0,1-1 1 0 0,0 0 0 0 0,0 0-1 0 0,16 2 1 0 0,3-1-488 0 0,0-2 0 0 0,53 1 0 0 0,-81-4 367 0 0,1 0-1 0 0,-1-1 1 0 0,1 1 0 0 0,0 0 0 0 0,-1-1-1 0 0,0 0 1 0 0,1 1 0 0 0,-1-1-1 0 0,3-2 1 0 0,5-5-2904 0 0,-6-3-6159 0 0,-4 9 8395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9:25.7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7722 0 0,'0'0'17605'0'0,"1"1"-17419"0"0,4 3-126 0 0,-1 0 0 0 0,0 0 0 0 0,-1 1 0 0 0,7 8-1 0 0,-6-6-51 0 0,0-1 0 0 0,1-1 0 0 0,7 9 0 0 0,19 13 54 0 0,-20-15-52 0 0,0-2 0 0 0,1 1 0 0 0,1-2 1 0 0,0 0-1 0 0,23 12 0 0 0,-34-19-6 0 0,1-1 1 0 0,0 0-1 0 0,-1-1 1 0 0,1 1-1 0 0,0 0 1 0 0,0-1-1 0 0,0 0 1 0 0,0 0-1 0 0,-1 1 1 0 0,6-2-1 0 0,-7 1-4 0 0,1 0 0 0 0,-1-1 0 0 0,1 1 0 0 0,-1-1 0 0 0,1 1-1 0 0,-1-1 1 0 0,1 1 0 0 0,-1-1 0 0 0,0 0 0 0 0,1 0 0 0 0,-1 0 0 0 0,0 0 0 0 0,0 0 0 0 0,0 0-1 0 0,0 0 1 0 0,0 0 0 0 0,0 0 0 0 0,0 0 0 0 0,0 0 0 0 0,0-1 0 0 0,1-1 0 0 0,1-7-55 0 0,0 1 0 0 0,-1 0 0 0 0,1-1 0 0 0,-2 1 1 0 0,0-1-1 0 0,0 0 0 0 0,0-12 0 0 0,0-14-31 0 0,-1 35 90 0 0,1 0-1 0 0,-1 0 1 0 0,0 0-1 0 0,0 0 0 0 0,0 0 1 0 0,1 0-1 0 0,-1 1 1 0 0,0-1-1 0 0,1 0 1 0 0,-1 0-1 0 0,0 0 0 0 0,1 0 1 0 0,0 1-1 0 0,-1-1 1 0 0,1 0-1 0 0,-1 0 0 0 0,2 0 1 0 0,-1 0-13 0 0,-1 1 0 0 0,1 0 0 0 0,-1 0 0 0 0,1 0 0 0 0,-1-1 0 0 0,1 1 0 0 0,0 0 0 0 0,-1 0 0 0 0,1 0 0 0 0,-1 0 0 0 0,1 0 0 0 0,0 0 0 0 0,-1 0 0 0 0,1 0 0 0 0,0 0 0 0 0,-1 1 0 0 0,1-1 0 0 0,-1 0 0 0 0,1 0 0 0 0,-1 0 0 0 0,1 1 0 0 0,0-1 0 0 0,-1 0 0 0 0,1 1 0 0 0,-1-1 0 0 0,1 0 0 0 0,-1 1 0 0 0,1-1 0 0 0,-1 1 0 0 0,47 41-1129 0 0,49 57-1 0 0,-21-19-7761 0 0,-57-60 988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9:26.1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246 4 5681 0 0,'0'0'19944'0'0,"-2"-2"-19969"0"0,2 2 25 0 0,-1 0 0 0 0,1 0 1 0 0,0-1-1 0 0,-1 1 0 0 0,1 0 0 0 0,0 0 0 0 0,-1 0 0 0 0,1 0 1 0 0,0 0-1 0 0,-1 0 0 0 0,1 0 0 0 0,-1-1 0 0 0,1 1 0 0 0,0 0 0 0 0,-1 0 1 0 0,1 1-1 0 0,0-1 0 0 0,-1 0 0 0 0,1 0 0 0 0,0 0 0 0 0,-1 0 1 0 0,1 0-1 0 0,-1 0 0 0 0,1 0 0 0 0,0 0 0 0 0,-1 1 0 0 0,1-1 0 0 0,0 0 1 0 0,0 0-1 0 0,-1 1 0 0 0,0 0 2 0 0,0 0 0 0 0,0 0 0 0 0,0 0 0 0 0,0 1 1 0 0,0-1-1 0 0,1 0 0 0 0,-1 1 0 0 0,0 1 0 0 0,-3 8 25 0 0,-3 20-1 0 0,5-19-11 0 0,-54 219-6 0 0,17-74-23 0 0,6-53-50 0 0,22-70-20 0 0,5-19-73 0 0,-1 0 0 0 0,-8 14 0 0 0,-8 17-1261 0 0,15-31 0 0 0,6-11 641 0 0,-1-1-1 0 0,1 1 0 0 0,0 0 0 0 0,-1 6 0 0 0,2-8-184 0 0,1-1 1 0 0,0 0-1 0 0,0 0 0 0 0,-1 1 1 0 0,1-1-1 0 0,0 0 0 0 0,0 1 0 0 0,1-1 1 0 0,-1 0-1 0 0,0 1 0 0 0,1 1 1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49:26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93 227 9906 0 0,'0'0'13046'0'0,"-6"9"-12912"0"0,2-4-104 0 0,-2 4 29 0 0,0 0-1 0 0,0 0 0 0 0,1 1 1 0 0,0 0-1 0 0,-3 10 0 0 0,-10 59 247 0 0,9-34-219 0 0,7-32 4 0 0,0 1 0 0 0,0 27 885 0 0,3-56-69 0 0,1-28-841 0 0,-1 0 0 0 0,-2 0 1 0 0,-13-80-1 0 0,12 109 103 0 0,1 1 1 0 0,1-15-1 0 0,0 14 146 0 0,1 13-305 0 0,-1 1 0 0 0,0 0 0 0 0,0 0 1 0 0,1-1-1 0 0,-1 1 0 0 0,0 0 0 0 0,0 0 0 0 0,1-1 1 0 0,-1 1-1 0 0,0 0 0 0 0,0 0 0 0 0,1 0 0 0 0,-1 0 0 0 0,0 0 1 0 0,1-1-1 0 0,-1 1 0 0 0,0 0 0 0 0,1 0 0 0 0,-1 0 1 0 0,0 0-1 0 0,1 0 0 0 0,-1 0 0 0 0,0 0 0 0 0,1 0 1 0 0,-1 0-1 0 0,0 0 0 0 0,1 0 0 0 0,11 1-146 0 0,-8 0 96 0 0,-1 1 0 0 0,1-1 1 0 0,0 1-1 0 0,0 0 0 0 0,-1 0 0 0 0,1 0 1 0 0,-1 0-1 0 0,1 0 0 0 0,-1 1 0 0 0,5 5 1 0 0,7 4-39 0 0,39 31-39 0 0,21 15-31 0 0,-60-48 120 0 0,1 0 0 0 0,0-1 0 0 0,19 8 0 0 0,-34-17 29 0 0,12 5 11 0 0,17 5 0 0 0,-26-9 14 0 0,0 0 0 0 0,0 0 0 0 0,0-1 1 0 0,0 1-1 0 0,1-1 0 0 0,-1 0 0 0 0,0 0 0 0 0,7-2 0 0 0,-10 2-11 0 0,1-1 0 0 0,-1 1-1 0 0,0-1 1 0 0,1 0 0 0 0,-1 0-1 0 0,0 0 1 0 0,1 0 0 0 0,-1 0-1 0 0,0 0 1 0 0,0 0 0 0 0,0 0-1 0 0,0 0 1 0 0,0 0 0 0 0,0-1-1 0 0,0 1 1 0 0,0 0 0 0 0,0-1-1 0 0,1-2 1 0 0,0-3 7 0 0,1-1 1 0 0,2-10-1 0 0,-3 13-21 0 0,2-18-13 0 0,4-39 0 0 0,-7 49-1 0 0,3-109-583 0 0,-5 91-374 0 0,1 25 236 0 0,0-1 1 0 0,-1 1-1 0 0,-1-7 1 0 0,-4-7-5758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0:07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75 1536 0 0,'0'0'9032'0'0,"-1"-9"-7632"0"0,-1-3-841 0 0,-1-8-2 0 0,2-3 2629 0 0,1 22-3011 0 0,0 1-1 0 0,1-1 1 0 0,-1 0-1 0 0,0 1 0 0 0,0-1 1 0 0,1 1-1 0 0,-1-1 1 0 0,0 1-1 0 0,1-1 1 0 0,-1 1-1 0 0,0-1 1 0 0,1 1-1 0 0,-1 0 1 0 0,1-2-1 0 0,2 0 409 0 0,-6 7-3094 0 0,2-3 2498 0 0,0 0 1 0 0,0 0 0 0 0,1 0-1 0 0,-1 0 1 0 0,0 0-1 0 0,1 0 1 0 0,0 0 0 0 0,-1 0-1 0 0,1 3 1 0 0,-1 0 23 0 0,-3 30 264 0 0,1-1 0 0 0,2 44 0 0 0,1-62-236 0 0,0 2 32 0 0,5 22 0 0 0,0 6-39 0 0,-1 236 111 0 0,-4-191-87 0 0,4-14-32 0 0,0 0 6 0 0,-3-24-24 0 0,0-15-6 0 0,-5 54 0 0 0,0-57 0 0 0,-9 52 5 0 0,7-58 19 0 0,-3 14 57 0 0,7-34-54 0 0,0 0-1 0 0,0 0 1 0 0,1 12-1 0 0,-1-3 27 0 0,-10 216 540 0 0,9-160-514 0 0,2-51-20 0 0,-9 45-1 0 0,1-3-39 0 0,-1-8 110 0 0,-5 108-1 0 0,12 38 230 0 0,7-128-251 0 0,-2-51-75 0 0,7 59 32 0 0,-2-28 13 0 0,0-5 7 0 0,2 33-21 0 0,-3-13 11 0 0,0 17 85 0 0,-4-50-10 0 0,2 0-1 0 0,9 42 1 0 0,2 13 63 0 0,-8-33-112 0 0,8 112 193 0 0,-8-52-82 0 0,-3 187 146 0 0,-2-275-312 0 0,-1-20-29 0 0,-1 21 0 0 0,-4 78 89 0 0,2-28-31 0 0,1 42 78 0 0,1-66-14 0 0,2-20 49 0 0,2-1 0 0 0,1 1 0 0 0,12 39 0 0 0,-3-20 1 0 0,1-5-74 0 0,-14-48-239 0 0,0 0-1 0 0,0 1 1 0 0,0-1-1 0 0,-1 0 1 0 0,1 1-1 0 0,-1 6 1 0 0,0-5-638 0 0,-1-6 541 0 0,1 0 1 0 0,0 1-1 0 0,0-1 1 0 0,0 0-1 0 0,0 0 1 0 0,-9 3-7308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0:09.0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7567 153 0 0 0,'0'0'11612'0'0,"23"-4"-10375"0"0,71-14-151 0 0,-68 11 541 0 0,-41 5-2663 0 0,10 2 1040 0 0,-1 1 1 0 0,1 0 0 0 0,-1 0-1 0 0,-9 4 1 0 0,-8 1 69 0 0,-20 1 104 0 0,-54 1 0 0 0,-46-7 218 0 0,-50 4 123 0 0,-59 19-39 0 0,191-20 22 0 0,-77-5-1 0 0,77-4 5 0 0,0-3-1 0 0,-69-19 1 0 0,83 17-323 0 0,-9-2-12 0 0,0 3-1 0 0,-113-5 0 0 0,13 11-113 0 0,51-6 141 0 0,-91-29 522 0 0,-54-6-61 0 0,208 41-630 0 0,-50 2 1 0 0,30 2-46 0 0,-28 2 36 0 0,-150 5 18 0 0,11-1 76 0 0,-31 6-34 0 0,67-6 8 0 0,-6 2 88 0 0,51 4-96 0 0,-388 1 182 0 0,450-14-245 0 0,-188 4 57 0 0,-140-1 429 0 0,207-16-270 0 0,52 2-130 0 0,113 8-91 0 0,-14-1 1 0 0,-147 0 90 0 0,153 4-70 0 0,-95 3 1 0 0,70 1-6 0 0,-14-1 3 0 0,-9 1 10 0 0,-3 7-5 0 0,40-5 76 0 0,-100-2 1 0 0,125-4-33 0 0,-563-1 970 0 0,548 3-917 0 0,-68 12 0 0 0,69-6-810 0 0,-69 1 1 0 0,51-9-3202 0 0,24 0-3225 0 0,18 0-3856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0:16.7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76 211 8962 0 0,'0'0'16577'0'0,"0"-22"-16484"0"0,-1-67-86 0 0,0 67-86 0 0,1 27-272 0 0,0 5 221 0 0,0 17 74 0 0,1 0 0 0 0,1 0 0 0 0,5 29 0 0 0,28 81 62 0 0,-28-115 13 0 0,0 0-1 0 0,10 21 0 0 0,-16-42-18 0 0,0 0 717 0 0,-1-3-260 0 0,-2-12-93 0 0,-6-20-251 0 0,-53-147 355 0 0,14 50-185 0 0,37 103-205 0 0,-4-17 149 0 0,5 25 207 0 0,9 20-369 0 0,1 1-188 0 0,4 7 33 0 0,-1-1 0 0 0,0 1 0 0 0,0 0 0 0 0,-1 0 0 0 0,3 11 0 0 0,3 5 56 0 0,11 28-5 0 0,3 4-130 0 0,21 81 0 0 0,-32-93-415 0 0,6 24-1980 0 0,-14-50 1239 0 0,3 19-5973 0 0,-7-20-3530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0:20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99 1504 0 0,'0'0'9513'0'0,"1"-5"-8471"0"0,5-26 705 0 0,-5 25-148 0 0,-1 3-1138 0 0,1 1-1 0 0,0-1 0 0 0,-1 1 0 0 0,1-1 0 0 0,0 1 0 0 0,0-1 0 0 0,0 1 1 0 0,1-1-1 0 0,-1 1 0 0 0,2-3 0 0 0,15-13 1043 0 0,-13 13-991 0 0,1 1-1262 0 0,-6 5 718 0 0,0-1 0 0 0,0 0 0 0 0,0 0-1 0 0,1 0 1 0 0,-1 1 0 0 0,0-1-1 0 0,0 0 1 0 0,0 0 0 0 0,0 1-1 0 0,0-1 1 0 0,1 0 0 0 0,-1 1 0 0 0,0-1-1 0 0,0 0 1 0 0,0 0 0 0 0,0 1-1 0 0,0-1 1 0 0,0 0 0 0 0,0 1 0 0 0,0-1-1 0 0,0 0 1 0 0,0 0 0 0 0,0 1-1 0 0,0-1 1 0 0,0 0 0 0 0,0 1-1 0 0,-1 3-38 0 0,1-1 0 0 0,-1 1 0 0 0,0-1 0 0 0,1 1 0 0 0,-4 6 0 0 0,-2 9 41 0 0,0 16 64 0 0,1 0 0 0 0,1 68 0 0 0,3-73 7 0 0,1-4 2 0 0,0 0 1 0 0,2-1-1 0 0,4 27 0 0 0,14 55-5 0 0,-3-2-12 0 0,-7-39-14 0 0,-7-51-12 0 0,0 6-4 0 0,3 39 0 0 0,-1-7-12 0 0,-1-13 8 0 0,-1-3 56 0 0,1 11 58 0 0,-4-46-28 0 0,2 5 620 0 0,-2-7-523 0 0,-1-9-210 0 0,-34-146-6192 0 0,14 70-1462 0 0,14 55 4381 0 0,2 11-1302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0:21.1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69 232 0 0,'0'0'13587'0'0,"-2"-14"-13406"0"0,-7-41-250 0 0,9 56 47 0 0,0-1 0 0 0,0 0 0 0 0,0 0-1 0 0,0 0 1 0 0,0 0 0 0 0,0 0 0 0 0,0 0 0 0 0,0 0 0 0 0,0 0-1 0 0,0 0 1 0 0,0 0 0 0 0,0 0 0 0 0,0 0 0 0 0,0 0 0 0 0,0 0 0 0 0,0 0-1 0 0,0 0 1 0 0,0 0 0 0 0,0 0 0 0 0,0 0 0 0 0,-1 0 0 0 0,1 0-1 0 0,0 0 1 0 0,0 0 0 0 0,0 0 0 0 0,0 0 0 0 0,0 0 0 0 0,0 0 0 0 0,0 0-1 0 0,0 0 1 0 0,0 0 0 0 0,0 0 0 0 0,0-1 0 0 0,0 1 0 0 0,0 0-1 0 0,0 0 1 0 0,0 0 0 0 0,-3 11-233 0 0,0 16 246 0 0,0-2 42 0 0,-6 105 201 0 0,9-105-188 0 0,7 159 222 0 0,29 60-1833 0 0,-21-167-3876 0 0,-12-53-959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1:04.20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85 167 0 0 0,'0'0'2300'0'0,"-3"-3"-2198"0"0,-10-6-43 0 0,10 7-27 0 0,2 2-34 0 0,0 0 1 0 0,1 0 0 0 0,-1 0 0 0 0,0 0 0 0 0,1 0 0 0 0,-1 0 0 0 0,1 0 0 0 0,-1 0 0 0 0,0 1 0 0 0,1-1 0 0 0,-1 0 0 0 0,1 1 0 0 0,-1-1 0 0 0,0 0 0 0 0,1 1-1 0 0,-1-1 1 0 0,1 0 0 0 0,-1 1 0 0 0,1-1 0 0 0,-1 1 0 0 0,1 0 98 0 0,-1-1-1 0 0,1 1 0 0 0,0-1 1 0 0,-1 0-1 0 0,1 1 1 0 0,-1-1-1 0 0,1 0 1 0 0,0 1-1 0 0,-1-1 1 0 0,1 0-1 0 0,-1 0 1 0 0,1 0-1 0 0,-1 1 0 0 0,1-1 1 0 0,-1 0-1 0 0,-16 2 14476 0 0,12-6-12044 0 0,-14-18 1694 0 0,18 21-4071 0 0,0-1 0 0 0,1 1 0 0 0,-1-1 1 0 0,1 0-1 0 0,-1 1 0 0 0,1-1 0 0 0,0 1 1 0 0,0-1-1 0 0,0 0 0 0 0,0 1 0 0 0,0-1 0 0 0,0 0 1 0 0,0 1-1 0 0,1-1 0 0 0,-1 0 0 0 0,0 1 0 0 0,1-1 1 0 0,0 1-1 0 0,-1-1 0 0 0,1 1 0 0 0,1-3 1 0 0,2-3-130 0 0,1 1 1 0 0,0 0-1 0 0,8-8 1 0 0,-2 3 178 0 0,-6 5-194 0 0,1 1-1 0 0,0 0 1 0 0,0 1 0 0 0,0-1-1 0 0,1 1 1 0 0,0 1 0 0 0,-1-1 0 0 0,1 1-1 0 0,1 0 1 0 0,-1 1 0 0 0,0-1-1 0 0,1 1 1 0 0,11-1 0 0 0,10 0-48 0 0,0 0-1 0 0,36 3 1 0 0,-33 1 22 0 0,-24-1 7 0 0,0 1 1 0 0,0 0 0 0 0,0 0 0 0 0,0 1-1 0 0,-1 0 1 0 0,1 1 0 0 0,-1-1 0 0 0,14 8 0 0 0,3 4-8 0 0,26 19 1 0 0,-22-13 23 0 0,-13-10-19 0 0,-1 1-1 0 0,0 1 0 0 0,-1 0 0 0 0,-1 1 0 0 0,0 1 0 0 0,15 20 0 0 0,-25-30-10 0 0,-1-1 0 0 0,1 1-1 0 0,0 0 1 0 0,-1 0-1 0 0,0 0 1 0 0,0 0-1 0 0,0 0 1 0 0,-1 0 0 0 0,1 0-1 0 0,-1 0 1 0 0,0 0-1 0 0,0 0 1 0 0,0 0-1 0 0,-2 8 1 0 0,1-9 21 0 0,0-1 1 0 0,0 1-1 0 0,-1 0 0 0 0,1-1 0 0 0,-1 1 1 0 0,1-1-1 0 0,-1 0 0 0 0,0 0 1 0 0,0 1-1 0 0,0-1 0 0 0,0 0 0 0 0,0 0 1 0 0,-5 3-1 0 0,-3 1-6 0 0,-22 11-1 0 0,22-12-5 0 0,-4 2 102 0 0,0 0 0 0 0,-1-1 0 0 0,1 0 0 0 0,-1-2 0 0 0,-1 1 0 0 0,-27 3 0 0 0,18-6 44 0 0,-100 6 165 0 0,107-8-251 0 0,1 1-18 0 0,0-2 0 0 0,0 0 0 0 0,-17-3-1 0 0,29 3 19 0 0,1 0-1 0 0,-1-1 0 0 0,0 1 1 0 0,1-1-1 0 0,-1 0 0 0 0,1 0 1 0 0,-1 0-1 0 0,1-1 1 0 0,0 0-1 0 0,0 1 0 0 0,0-1 1 0 0,1-1-1 0 0,-1 1 0 0 0,1-1 1 0 0,-5-4-1 0 0,8 7-32 0 0,-5-6 58 0 0,0 0 1 0 0,0 0 0 0 0,1 0-1 0 0,-6-14 1 0 0,7 14-31 0 0,1-1 1 0 0,0 1-1 0 0,0-1 0 0 0,1 0 1 0 0,0 0-1 0 0,0 0 1 0 0,0 1-1 0 0,1-1 0 0 0,1 0 1 0 0,1-14-1 0 0,0 17-26 0 0,0-1 0 0 0,0 1 0 0 0,0 0 0 0 0,1 0-1 0 0,0 0 1 0 0,0 0 0 0 0,7-8 0 0 0,19-21 31 0 0,-28 32-39 0 0,0 0 1 0 0,0 0-1 0 0,0-1 1 0 0,0 1-1 0 0,-1 0 1 0 0,1-1-1 0 0,-1 1 1 0 0,1 0-1 0 0,-1-1 1 0 0,0 1-1 0 0,0-1 1 0 0,0-4-1 0 0,0 0-12 0 0,1 6 4 0 0,1 0 1 0 0,-1 0-1 0 0,1 0 1 0 0,0 0-1 0 0,0 0 1 0 0,-1 1-1 0 0,1-1 1 0 0,2 0-1 0 0,24 0-184 0 0,-15 0 141 0 0,0 1 0 0 0,0 1-1 0 0,0 0 1 0 0,0 0 0 0 0,13 4 0 0 0,63 25-33 0 0,-79-26 62 0 0,-1 1-1 0 0,1-1 1 0 0,-1 2-1 0 0,0 0 1 0 0,0 0-1 0 0,13 12 1 0 0,-20-15 6 0 0,0-1 0 0 0,0 1-1 0 0,0-1 1 0 0,0 1 0 0 0,-1 0 0 0 0,1 0 0 0 0,-1 0 0 0 0,1 0 0 0 0,-1 0 0 0 0,0 0 0 0 0,0 0-1 0 0,0 5 1 0 0,0 2-46 0 0,0 1 0 0 0,-1 15 1 0 0,0-10 63 0 0,0-11-14 0 0,-1 0 1 0 0,1 0 0 0 0,-1-1 0 0 0,0 1-1 0 0,0 0 1 0 0,0-1 0 0 0,-1 1-1 0 0,0-1 1 0 0,0 1 0 0 0,-2 4-1 0 0,-11 24-31 0 0,12-27 21 0 0,2-4 15 0 0,0 1 0 0 0,0-1 0 0 0,-1 1 0 0 0,1-1 0 0 0,-1 1 0 0 0,1-1 0 0 0,-1 0 0 0 0,0 0 0 0 0,0 0 1 0 0,0 0-1 0 0,0 0 0 0 0,-1 0 0 0 0,1-1 0 0 0,0 1 0 0 0,-1-1 0 0 0,1 1 0 0 0,-1-1 0 0 0,-2 1 0 0 0,-6 1 9 0 0,0 0 0 0 0,1-1-1 0 0,-1-1 1 0 0,0 0-1 0 0,0 0 1 0 0,-21-2 0 0 0,17 0 13 0 0,1-1 0 0 0,-1-1 0 0 0,0-1 0 0 0,-20-7 0 0 0,20 6 23 0 0,1-2 1 0 0,1 0-1 0 0,-1-1 0 0 0,1 0 1 0 0,0-1-1 0 0,1 0 0 0 0,-12-13 1 0 0,22 20-27 0 0,0 0 1 0 0,0 0-1 0 0,0-1 0 0 0,0 1 1 0 0,0-1-1 0 0,1 0 0 0 0,-1 1 1 0 0,1-1-1 0 0,0 0 0 0 0,0 0 1 0 0,-1-3-1 0 0,1-2 12 0 0,0 0-1 0 0,0 1 1 0 0,1-11 0 0 0,0 14-24 0 0,1 1 0 0 0,-1-1 0 0 0,1 0 0 0 0,0 0 0 0 0,0 1 0 0 0,0-1 0 0 0,0 0 0 0 0,1 1 0 0 0,-1-1 0 0 0,1 1 0 0 0,0 0 0 0 0,4-5 0 0 0,1-1-24 0 0,0 1 0 0 0,0 0 0 0 0,11-8 0 0 0,-12 12-44 0 0,0 0-1 0 0,0 0 1 0 0,0 1 0 0 0,1 0-1 0 0,-1 0 1 0 0,1 0 0 0 0,0 1 0 0 0,9-2-1 0 0,14 0-5956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1:05.42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152 32 0 0 0,'0'0'14823'0'0,"-6"-1"-13373"0"0,-24-4 7688 0 0,32 2-7909 0 0,3-2-1378 0 0,-1 3 169 0 0,0 0 0 0 0,0 1 1 0 0,0-1-1 0 0,0 1 0 0 0,0 0 0 0 0,0 0 0 0 0,7-1 0 0 0,74-3-50 0 0,-75 5 27 0 0,0 1 0 0 0,0 0 1 0 0,0 1-1 0 0,-1 0 0 0 0,1 1 1 0 0,-1 0-1 0 0,1 0 0 0 0,-1 1 1 0 0,0 0-1 0 0,0 1 0 0 0,-1 0 1 0 0,1 0-1 0 0,8 7 0 0 0,-13-7 2 0 0,1-1 1 0 0,-1 0-1 0 0,1 1 0 0 0,-1 0 0 0 0,-1 0 0 0 0,1 0 0 0 0,-1 0 0 0 0,0 1 1 0 0,0-1-1 0 0,0 1 0 0 0,-1 0 0 0 0,0 0 0 0 0,2 8 0 0 0,-1 6 0 0 0,-1 0 0 0 0,-1 0 0 0 0,-1 27 0 0 0,-1-15-31 0 0,1-29 35 0 0,0 0 0 0 0,0 0-1 0 0,0 0 1 0 0,-1 0 0 0 0,0 0-1 0 0,1 0 1 0 0,-1 0-1 0 0,0 0 1 0 0,0 0 0 0 0,-1 0-1 0 0,1-1 1 0 0,0 1 0 0 0,-1 0-1 0 0,0-1 1 0 0,0 1 0 0 0,1-1-1 0 0,-1 0 1 0 0,-1 0 0 0 0,1 0-1 0 0,0 0 1 0 0,-1 0 0 0 0,1 0-1 0 0,-5 2 1 0 0,1-1 34 0 0,0 0 1 0 0,0-1 0 0 0,-1 0-1 0 0,1 0 1 0 0,-1 0 0 0 0,1-1-1 0 0,-1 0 1 0 0,0 0 0 0 0,-10-1-1 0 0,12 0-1 0 0,-27 1 233 0 0,0-2-1 0 0,0-1 0 0 0,-57-12 0 0 0,-2-14 540 0 0,88 27-723 0 0,-1 0 0 0 0,1-1 1 0 0,0 1-1 0 0,0-1 0 0 0,-1 0 0 0 0,1 0 1 0 0,0 0-1 0 0,1-1 0 0 0,-1 1 0 0 0,0-1 1 0 0,1 1-1 0 0,-1-1 0 0 0,-3-6 0 0 0,6 7-42 0 0,-1 0-1 0 0,1 0 1 0 0,-1-1-1 0 0,1 1 1 0 0,0 0-1 0 0,0-1 1 0 0,0 1-1 0 0,1-4 1 0 0,0-3 13 0 0,-2 1-39 0 0,1 0-1 0 0,1 1 1 0 0,0-1-1 0 0,0 1 1 0 0,0-1 0 0 0,4-9-1 0 0,-2 7-6 0 0,3-18 0 0 0,-5 19-3 0 0,1 1-1 0 0,0 0 1 0 0,5-12 0 0 0,-6 16-10 0 0,1 1-1 0 0,0 0 1 0 0,-1-1-1 0 0,1 1 1 0 0,1 0 0 0 0,-1 0-1 0 0,0 0 1 0 0,1 1 0 0 0,0-1-1 0 0,-1 0 1 0 0,1 1 0 0 0,0 0-1 0 0,0 0 1 0 0,6-3 0 0 0,-3 2-26 0 0,-1 1 1 0 0,1 1 0 0 0,0-1 0 0 0,0 1 0 0 0,0 0-1 0 0,0 0 1 0 0,0 1 0 0 0,8 0 0 0 0,-3 0-11 0 0,1 1 0 0 0,-1 0 0 0 0,0 1 1 0 0,0 1-1 0 0,12 4 0 0 0,53 23-84 0 0,-19-1 67 0 0,-49-24 31 0 0,-1 0-1 0 0,0 1 1 0 0,1-1-1 0 0,11 14 1 0 0,-17-16-1 0 0,1 0 0 0 0,-1 0 0 0 0,0 0 0 0 0,0 1-1 0 0,0-1 1 0 0,0 1 0 0 0,-1-1 0 0 0,1 1 0 0 0,-1 0 0 0 0,1 5 0 0 0,-2-7 9 0 0,1 0 1 0 0,-1 0-1 0 0,0 0 1 0 0,0 0 0 0 0,0 0-1 0 0,0 0 1 0 0,-1 0-1 0 0,1 0 1 0 0,0 0 0 0 0,-1 0-1 0 0,0 0 1 0 0,1 0-1 0 0,-1 0 1 0 0,0 0 0 0 0,0 0-1 0 0,0-1 1 0 0,0 1-1 0 0,0 0 1 0 0,0-1 0 0 0,-1 1-1 0 0,-1 1 1 0 0,-3 2-25 0 0,0 0 0 0 0,-1-1 0 0 0,1 1 0 0 0,-1-1 0 0 0,0-1 0 0 0,-1 0-1 0 0,1 0 1 0 0,-11 3 0 0 0,-66 12-909 0 0,64-15 397 0 0,-35 4-3000 0 0,13-2-5612 0 0,24-1-2768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1:06.53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84 99 0 0 0,'0'0'7818'0'0,"2"-5"-5484"0"0,1-2-1488 0 0,6-17 2550 0 0,-8 18-1656 0 0,-1 1 1 0 0,1-1-1 0 0,-1 1 1 0 0,-1-11-1 0 0,0-1 1698 0 0,2 17-3419 0 0,-1-1 0 0 0,1 1-1 0 0,-1-1 1 0 0,1 1 0 0 0,0-1 0 0 0,-1 1 0 0 0,1 0 0 0 0,0-1 0 0 0,0 1 0 0 0,-1 0 0 0 0,1 0 0 0 0,0 0 0 0 0,0-1 0 0 0,-1 1 0 0 0,1 0 0 0 0,0 0-1 0 0,1 0 1 0 0,0 0 1 0 0,8-1-51 0 0,1 0 0 0 0,0 1 1 0 0,-1 0-1 0 0,1 1 0 0 0,-1 0 1 0 0,1 0-1 0 0,-1 1 0 0 0,12 4 0 0 0,12 5-23 0 0,32 16-1 0 0,-54-22 54 0 0,7 4-16 0 0,-1 0 0 0 0,0 1 0 0 0,26 20 0 0 0,-40-27 1 0 0,0 0 0 0 0,-1 1 0 0 0,0-1 0 0 0,0 1 0 0 0,0 0 0 0 0,0 0 0 0 0,0 0 0 0 0,-1 0 0 0 0,1 1 1 0 0,-1-1-1 0 0,0 1 0 0 0,-1-1 0 0 0,1 1 0 0 0,-1 0 0 0 0,0-1 0 0 0,0 1 0 0 0,-1 0 0 0 0,1 0 0 0 0,-1 0 0 0 0,0 0 0 0 0,0 0 0 0 0,-2 7 0 0 0,2-9 25 0 0,-1 0-1 0 0,-1 1 1 0 0,1-1-1 0 0,0 0 1 0 0,-1 0-1 0 0,0 1 1 0 0,0-1-1 0 0,0 0 1 0 0,0-1-1 0 0,0 1 1 0 0,0 0-1 0 0,-1-1 1 0 0,1 1-1 0 0,-1-1 1 0 0,0 0-1 0 0,0 0 1 0 0,-5 4-1 0 0,-3 0 156 0 0,0-1-1 0 0,0 0 1 0 0,-22 7-1 0 0,14-8 134 0 0,-1 0 1 0 0,1-2-1 0 0,-1 0 0 0 0,-37-2 1 0 0,34 0-159 0 0,8-1-56 0 0,-1-1 0 0 0,1 0 1 0 0,0-1-1 0 0,0 0 0 0 0,0-2 0 0 0,-15-5 1 0 0,25 7-56 0 0,0 1 1 0 0,1-1-1 0 0,-1 0 1 0 0,0 0-1 0 0,1 0 1 0 0,0-1 0 0 0,0 1-1 0 0,0-1 1 0 0,0 0-1 0 0,1 0 1 0 0,-1-1 0 0 0,1 1-1 0 0,0-1 1 0 0,0 1-1 0 0,1-1 1 0 0,-1 0 0 0 0,1 0-1 0 0,-1-6 1 0 0,-1-3 30 0 0,0 0 0 0 0,2 0 1 0 0,-1 0-1 0 0,2-1 0 0 0,0-21 0 0 0,1 33-48 0 0,1-1-1 0 0,-1 0 1 0 0,1 1-1 0 0,0-1 1 0 0,0 1-1 0 0,0 0 1 0 0,1-1-1 0 0,-1 1 1 0 0,1 0-1 0 0,-1 0 1 0 0,1 0-1 0 0,0 0 1 0 0,0 0-1 0 0,1 0 1 0 0,-1 0-1 0 0,1 1 1 0 0,-1-1-1 0 0,1 1 1 0 0,0 0-1 0 0,0 0 1 0 0,0 0-1 0 0,0 0 1 0 0,4-2-1 0 0,-1 1-146 0 0,0 1 1 0 0,-1-1-1 0 0,1 1 0 0 0,0 1 0 0 0,0-1 0 0 0,1 1 1 0 0,-1 0-1 0 0,0 0 0 0 0,0 0 0 0 0,1 1 0 0 0,-1 0 1 0 0,9 1-1 0 0,-13 0-109 0 0,0-1 0 0 0,0 1 0 0 0,0 0 0 0 0,0 0 0 0 0,-1 0 1 0 0,1 0-1 0 0,0 0 0 0 0,0 0 0 0 0,-1 0 0 0 0,1 0 0 0 0,0 1 0 0 0,1 2 1 0 0,7 8-3232 0 0,-2-1-3912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1:07.70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1 157 1800 0 0,'0'0'19798'0'0,"9"-12"-19050"0"0,28-36-54 0 0,-24 30 451 0 0,-10 17-487 0 0,-3 1-540 0 0,1 0 0 0 0,0 0 1 0 0,-1 0-1 0 0,1-1 0 0 0,-1 1 1 0 0,0 0-1 0 0,1 0 0 0 0,-1-1 1 0 0,1 1-1 0 0,-1 0 0 0 0,1-1 1 0 0,-1 1-1 0 0,0-1 0 0 0,1 1 1 0 0,-1-1-1 0 0,0 1 0 0 0,1 0 1 0 0,-1-2-1 0 0,1 2-81 0 0,-1-1-1 0 0,0 1 1 0 0,0 0-1 0 0,0-1 1 0 0,1 1 0 0 0,-1-1-1 0 0,0 1 1 0 0,1 0 0 0 0,-1 0-1 0 0,0-1 1 0 0,1 1-1 0 0,-1 0 1 0 0,0-1 0 0 0,1 1-1 0 0,-1 0 1 0 0,0 0-1 0 0,1 0 1 0 0,-1-1 0 0 0,1 1-1 0 0,7-1 3 0 0,0 0-1 0 0,0 0 0 0 0,0 1 0 0 0,0 0 1 0 0,0 1-1 0 0,0 0 0 0 0,0 0 1 0 0,10 3-1 0 0,7 4-85 0 0,28 11 0 0 0,-36-12 75 0 0,-2 0-47 0 0,0-1 1 0 0,0 2-1 0 0,18 12 1 0 0,-27-16 0 0 0,-1 0 0 0 0,0 0 0 0 0,1 1 0 0 0,-1 0 0 0 0,-1 0 1 0 0,1 0-1 0 0,-1 1 0 0 0,0-1 0 0 0,0 1 0 0 0,4 9 0 0 0,-6-11 4 0 0,-1 0 0 0 0,1 0 0 0 0,-1-1 0 0 0,0 1 0 0 0,-1 0 0 0 0,1 0 0 0 0,-1 1 0 0 0,0-1 0 0 0,0 0 0 0 0,0 0-1 0 0,0 0 1 0 0,-1 0 0 0 0,1 0 0 0 0,-1 0 0 0 0,0 0 0 0 0,0 0 0 0 0,-1 0 0 0 0,-1 3 0 0 0,0-1 18 0 0,0-1 0 0 0,0 0 0 0 0,-1 0 0 0 0,0 0 0 0 0,0 0 0 0 0,0-1 0 0 0,0 0 0 0 0,-1 0 0 0 0,1 0 0 0 0,-1 0 1 0 0,-8 4-1 0 0,4-3 70 0 0,-1 0 0 0 0,0 0 0 0 0,0-1 1 0 0,-1-1-1 0 0,1 0 0 0 0,-21 4 1 0 0,3-4 485 0 0,-41-1 0 0 0,64-3-491 0 0,-1 1 0 0 0,1-1 0 0 0,0 0-1 0 0,0 0 1 0 0,-1-1 0 0 0,1 1 0 0 0,0-1 0 0 0,1 0 0 0 0,-6-3 0 0 0,2 0 16 0 0,1 0 0 0 0,-1 0 0 0 0,1 0 1 0 0,-10-10-1 0 0,5-2 47 0 0,11 15-127 0 0,-1 0 0 0 0,1 0 1 0 0,0 0-1 0 0,0 0 0 0 0,0-1 0 0 0,0 1 1 0 0,0 0-1 0 0,0 0 0 0 0,0-4 1 0 0,-4-8 29 0 0,4 11-28 0 0,0-1 1 0 0,0 1-1 0 0,0-1 0 0 0,1 0 1 0 0,0 1-1 0 0,-1-1 1 0 0,1 0-1 0 0,1-5 1 0 0,-1-2 13 0 0,1-25-4 0 0,5-45-1 0 0,-4 63-17 0 0,-3 14 3 0 0,2-1 1 0 0,-1 1-1 0 0,0 0 1 0 0,1 0 0 0 0,0 0-1 0 0,0 0 1 0 0,0 0-1 0 0,1 0 1 0 0,-1 0 0 0 0,1 0-1 0 0,0 0 1 0 0,3-4-1 0 0,-3 5-14 0 0,0 0-1 0 0,1 0 1 0 0,-1 1-1 0 0,1-1 0 0 0,0 1 1 0 0,-1 0-1 0 0,1 0 1 0 0,0 0-1 0 0,0 0 0 0 0,1 0 1 0 0,-1 0-1 0 0,0 1 1 0 0,1 0-1 0 0,-1 0 1 0 0,1 0-1 0 0,-1 0 0 0 0,1 0 1 0 0,-1 1-1 0 0,1-1 1 0 0,3 1-1 0 0,5 0-25 0 0,0 1 0 0 0,0 0 0 0 0,-1 1 0 0 0,1 0-1 0 0,0 1 1 0 0,-1 0 0 0 0,0 0 0 0 0,0 2 0 0 0,18 8 0 0 0,-10-3 9 0 0,-1 1 0 0 0,1 0 0 0 0,31 27 0 0 0,-45-33 18 0 0,0 0 1 0 0,0 0-1 0 0,-1 0 0 0 0,1 0 1 0 0,-1 1-1 0 0,0 0 0 0 0,-1 0 1 0 0,1 0-1 0 0,-1 0 0 0 0,-1 0 0 0 0,1 1 1 0 0,-1-1-1 0 0,0 1 0 0 0,0 0 1 0 0,-1-1-1 0 0,1 11 0 0 0,-1-7-3 0 0,-1 0-1 0 0,-1 1 0 0 0,-2 16 1 0 0,2-23 11 0 0,0 0 1 0 0,0 0 0 0 0,-1 0-1 0 0,1 0 1 0 0,-1 0 0 0 0,0-1-1 0 0,0 1 1 0 0,0-1-1 0 0,0 1 1 0 0,-1-1 0 0 0,1 0-1 0 0,-5 4 1 0 0,3-3 3 0 0,-1 0-1 0 0,0-1 1 0 0,0 1-1 0 0,0-1 1 0 0,0 0-1 0 0,-1-1 1 0 0,1 1-1 0 0,-1-1 1 0 0,1 0-1 0 0,-1 0 1 0 0,-8 1-1 0 0,-3-1 23 0 0,-1 0 0 0 0,-26-2-1 0 0,25 0-19 0 0,5-1-209 0 0,0 0-1 0 0,-26-6 0 0 0,19 2-3481 0 0,0-1-5134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1:31.85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5625 0 0,'0'0'6698'0'0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17:42.3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 0 0 0,'13'-3'25904'0'0,"-11"3"-24912"0"0,1-1-3295 0 0,-3 1 2561 0 0,2 11-550 0 0,1 7 318 0 0,1 1 1 0 0,1-1 0 0 0,8 19-1 0 0,-1-2-16 0 0,2 9 15 0 0,-10-32-2 0 0,8 19 0 0 0,1 1-9 0 0,-13-36-653 0 0,-4-8-450 0 0,-29-36-8755 0 0,27 41 6475 0 0,0-4-6450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17:42.5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37 5081 0 0,'0'0'19283'0'0,"2"-7"-19370"0"0,8-17-144 0 0,-10 24 204 0 0,0-1-1 0 0,0 1 1 0 0,1 0-1 0 0,-1-1 1 0 0,0 1-1 0 0,0 0 0 0 0,0-1 1 0 0,1 1-1 0 0,-1 0 1 0 0,0 0-1 0 0,1-1 0 0 0,-1 1 1 0 0,0 0-1 0 0,1 0 1 0 0,-1 0-1 0 0,0 0 0 0 0,1-1 1 0 0,-1 1-1 0 0,0 0 1 0 0,1 0-1 0 0,-1 0 1 0 0,0 0-1 0 0,1 0 0 0 0,-1 0 1 0 0,0 0-1 0 0,1 0 1 0 0,-1 0-1 0 0,1 0 0 0 0,-1 0 1 0 0,0 0-1 0 0,1 0 1 0 0,-1 0-1 0 0,0 0 0 0 0,1 0 1 0 0,-1 1-1 0 0,0-1 1 0 0,1 0-1 0 0,-1 0 0 0 0,0 0 1 0 0,1 0-1 0 0,-1 1 1 0 0,0-1-1 0 0,1 0 1 0 0,-1 0-1 0 0,0 1 0 0 0,1 0 1 0 0,10 12-1534 0 0,-10-13 1526 0 0,17 29-4353 0 0,-7-8-4416 0 0,-7-12 842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17:43.4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6729 0 0,'0'0'15897'0'0,"0"1"-15869"0"0,0 0-1 0 0,0 0 1 0 0,0 0-1 0 0,0-1 0 0 0,0 1 1 0 0,0 0-1 0 0,0 0 1 0 0,1 0-1 0 0,-1 0 1 0 0,0-1-1 0 0,1 2 1 0 0,23 26 95 0 0,-12-14-87 0 0,22 29-1 0 0,-31-38-41 0 0,-1 0 0 0 0,1 0 0 0 0,-1 0 1 0 0,0 0-1 0 0,0 0 0 0 0,0 1 0 0 0,-1-1 0 0 0,1 1 0 0 0,-1-1 0 0 0,0 12 0 0 0,3 14-18 0 0,3-12-77 0 0,-7-19 61 0 0,3 10-497 0 0,-3-21 741 0 0,0-1-1 0 0,1 1 1 0 0,1 0-1 0 0,4-17 1 0 0,-1-1-222 0 0,-4 24 33 0 0,0-1 0 0 0,0 1 0 0 0,0 0 0 0 0,0 0 0 0 0,4-7 0 0 0,-2 7 9 0 0,-2 0 35 0 0,2 1 1 0 0,-1 0 0 0 0,5-7 0 0 0,-6 10-37 0 0,1 0 1 0 0,-1 0 0 0 0,0 0-1 0 0,0 0 1 0 0,1 0 0 0 0,-1 0-1 0 0,0 0 1 0 0,1 0 0 0 0,-1 1-1 0 0,1-1 1 0 0,-1 0 0 0 0,1 1-1 0 0,-1-1 1 0 0,4 1-1 0 0,-2-1-26 0 0,0 1 0 0 0,0 0 0 0 0,0 0 0 0 0,0 0 0 0 0,1 1 0 0 0,-1-1 0 0 0,0 1 0 0 0,0 0 0 0 0,0-1 0 0 0,0 2 0 0 0,0-1 0 0 0,4 2 0 0 0,-1 0-6 0 0,1 1 0 0 0,-1 0 0 0 0,0 1 0 0 0,8 7 0 0 0,-1 2 5 0 0,0 1-1 0 0,20 28 0 0 0,9 12 91 0 0,-29-41-52 0 0,26 24-1 0 0,-35-33-1975 0 0,-8-3-70 0 0,-12-2-3614 0 0,12 0 2619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17:44.0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26 648 0 0,'0'0'23924'0'0,"4"2"-23775"0"0,8 6-92 0 0,0 0 0 0 0,0 0 0 0 0,14 15-1 0 0,33 36 49 0 0,40 60-42 0 0,-87-97 472 0 0,-13-31 372 0 0,-1-4-835 0 0,2-1 0 0 0,1-22 1 0 0,-1 7-54 0 0,1 19 2 0 0,0 1 1 0 0,1-1-1 0 0,3-13 0 0 0,1-3 18 0 0,-5 20-22 0 0,1 0 0 0 0,0-1 0 0 0,0 1 0 0 0,1 0 1 0 0,-1 0-1 0 0,1 1 0 0 0,6-9 0 0 0,-1-1 30 0 0,-6 12-71 0 0,-1 0 0 0 0,1 1 0 0 0,-1-1 0 0 0,1 0 0 0 0,3-2 0 0 0,-5 5-107 0 0,0 0 0 0 0,1-2-1310 0 0,-1 2 1310 0 0,0 0 0 0 0,0 0 0 0 0,0 0 1 0 0,0 0-1 0 0,0 0 0 0 0,0 0 0 0 0,0-1 0 0 0,0 1 0 0 0,0 0 0 0 0,0 0 0 0 0,0 0 0 0 0,0 0 0 0 0,0 0 0 0 0,0-1 0 0 0,0 1 0 0 0,0 0 0 0 0,0 0 0 0 0,0 0 0 0 0,0 0 0 0 0,0 0 0 0 0,0 0 0 0 0,0 0 0 0 0,-1-1 0 0 0,1 1 0 0 0,-1-1-1309 0 0,1 1 1309 0 0,0 0 0 0 0,0 0 0 0 0,0 0 0 0 0,0 0 0 0 0,-1 0 0 0 0,1 0 0 0 0,0 0 0 0 0,0 0 0 0 0,0 0 0 0 0,0 0 0 0 0,0 0 1 0 0,-1 0-1 0 0,1 0 0 0 0,0 0 0 0 0,0 0 0 0 0,0 0 0 0 0,0 0 0 0 0,0 0 0 0 0,-12 0-4042 0 0,11 0 3116 0 0,-6 0-3483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17:45.1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78 208 0 0 0,'0'0'22015'0'0,"12"-9"-21102"0"0,34-28-124 0 0,-44 36-693 0 0,0-1-1 0 0,0 0 1 0 0,0 0 0 0 0,0 0-1 0 0,-1 0 1 0 0,1 0-1 0 0,1-2 1 0 0,-1-8 490 0 0,-1 5-337 0 0,4-14 508 0 0,-2 7-236 0 0,6-16-1 0 0,-7 23-405 0 0,-2 5-76 0 0,1 0-1 0 0,0 0 0 0 0,0 0 0 0 0,0-1 1 0 0,0 1-1 0 0,0 0 0 0 0,2-2 1 0 0,-6 3-270 0 0,0 1 0 0 0,0-1 0 0 0,0 1 0 0 0,-6 0 0 0 0,0 1 223 0 0,0 0 1 0 0,0 1-1 0 0,1 0 1 0 0,-1 1-1 0 0,0 0 1 0 0,1 0-1 0 0,-16 8 1 0 0,2 0-12 0 0,18-10 17 0 0,1 1 1 0 0,-1 0 0 0 0,1 0-1 0 0,0 1 1 0 0,-1-1-1 0 0,1 1 1 0 0,0-1-1 0 0,1 1 1 0 0,-1 0-1 0 0,0 0 1 0 0,1 0-1 0 0,0 0 1 0 0,0 1-1 0 0,0-1 1 0 0,0 1-1 0 0,0-1 1 0 0,-1 6-1 0 0,2-4 20 0 0,0 1 0 0 0,0-1 0 0 0,0 0 0 0 0,1 1-1 0 0,0-1 1 0 0,0 1 0 0 0,1 5 0 0 0,0 7 83 0 0,-1-16-85 0 0,1 0 0 0 0,0 0 0 0 0,-1 0-1 0 0,1 1 1 0 0,0-1 0 0 0,0 0 0 0 0,0 0-1 0 0,0 0 1 0 0,0 0 0 0 0,1 0 0 0 0,-1 0-1 0 0,0-1 1 0 0,3 3 0 0 0,6 10 93 0 0,-6-9-64 0 0,0 0 0 0 0,1 1 0 0 0,0-2 0 0 0,-1 1 0 0 0,1-1 0 0 0,1 1 0 0 0,-1-1 0 0 0,1-1 0 0 0,7 5 0 0 0,-6-4-9 0 0,-3-2-19 0 0,-1 0 0 0 0,1 0-1 0 0,0-1 1 0 0,0 1 0 0 0,0-1-1 0 0,-1 0 1 0 0,1 0 0 0 0,6 0-1 0 0,33-1 79 0 0,-25 0-79 0 0,-13 0-12 0 0,0-1 1 0 0,0 0 0 0 0,-1 1 0 0 0,1-2-1 0 0,0 1 1 0 0,-1 0 0 0 0,1-1 0 0 0,7-4 0 0 0,3-3-4 0 0,15-10 1 0 0,-26 16-3 0 0,39-32-66 0 0,-9 8 121 0 0,-28 21-60 0 0,-6 5 7 0 0,0 1 0 0 0,0 0 0 0 0,1-1 1 0 0,-1 1-1 0 0,0-1 0 0 0,1 1 0 0 0,-1 0 0 0 0,0-1 0 0 0,1 1 0 0 0,-1 0 0 0 0,0 0 0 0 0,1-1 0 0 0,-1 1 0 0 0,1 0 0 0 0,-1 0 1 0 0,1-1-1 0 0,-1 1 0 0 0,1 0 0 0 0,-1 0 0 0 0,1 0 0 0 0,2-1-9 0 0,-1 1 1 0 0,1-1-1 0 0,-1 1 0 0 0,1 0 1 0 0,0 0-1 0 0,-1 0 0 0 0,1 0 1 0 0,-1 1-1 0 0,1-1 1 0 0,0 1-1 0 0,-1-1 0 0 0,1 1 1 0 0,-1 0-1 0 0,1 0 0 0 0,-1 0 1 0 0,0 0-1 0 0,4 3 1 0 0,108 87-213 0 0,-91-69 15 0 0,-27-25 231 0 0,1 0-1 0 0,0 0 0 0 0,0 0 0 0 0,0 0 0 0 0,0 0 0 0 0,1-1 1 0 0,-3-3-1 0 0,-3-4-24 0 0,-8-10-8 0 0,-40-55 22 0 0,51 68 9 0 0,0-1 1 0 0,0-1 0 0 0,1 1 0 0 0,0 0-1 0 0,1-1 1 0 0,0 0 0 0 0,-2-11 0 0 0,4 17 6 0 0,1-1 0 0 0,-1 0 1 0 0,1 1-1 0 0,0-1 0 0 0,1-6 1 0 0,0 9-25 0 0,-1 1 0 0 0,0-1 1 0 0,1 1-1 0 0,-1-1 0 0 0,1 1 0 0 0,-1-1 1 0 0,1 1-1 0 0,0 0 0 0 0,0-1 1 0 0,0 1-1 0 0,-1 0 0 0 0,1 0 1 0 0,0 0-1 0 0,0 0 0 0 0,1-1 0 0 0,-1 1 1 0 0,0 1-1 0 0,3-3 0 0 0,3-1-76 0 0,1 1 0 0 0,-1 0 0 0 0,1 1 0 0 0,0-1-1 0 0,0 1 1 0 0,0 1 0 0 0,14-2 0 0 0,3 2-616 0 0,29 3 0 0 0,-45-2 36 0 0,1 2 0 0 0,-1-1-1 0 0,13 5 1 0 0,9 5-6293 0 0,-30-10 6215 0 0,0-1 0 0 0,0 1 0 0 0,0-1 1 0 0,-1 1-1 0 0,1 0 0 0 0,0-1 0 0 0,0 1 0 0 0,0 0 0 0 0,0 0 1 0 0,0 0-1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17:45.8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159 16 0 0 0,'0'0'21718'0'0,"-5"-3"-21517"0"0,-15-8 9 0 0,18 11-187 0 0,1-1 1 0 0,0 1-1 0 0,0 0 1 0 0,0 0-1 0 0,0 0 1 0 0,0 0-1 0 0,0 0 1 0 0,0 0-1 0 0,0 0 1 0 0,0 0-1 0 0,0 1 1 0 0,0-1-1 0 0,0 0 1 0 0,0 1-1 0 0,0-1 1 0 0,0 1-1 0 0,0-1 1 0 0,0 1-1 0 0,0-1 1 0 0,0 1-1 0 0,1-1 0 0 0,-1 1 1 0 0,0 0-1 0 0,0 0 1 0 0,0-1-1 0 0,1 1 1 0 0,-1 0-1 0 0,0 1 1 0 0,-6 5 135 0 0,1-2-100 0 0,0 1 0 0 0,0 0-1 0 0,1 1 1 0 0,0-1 0 0 0,-7 12 0 0 0,6-9-52 0 0,-1 1 0 0 0,-10 10 1 0 0,15-18-10 0 0,0 0 8 0 0,1 0 0 0 0,-1 0 1 0 0,0-1-1 0 0,0 1 0 0 0,0-1 1 0 0,0 1-1 0 0,-1-1 0 0 0,1 1 1 0 0,-4 1-1 0 0,4-2 1 0 0,1-1 331 0 0,3 1-195 0 0,-1 1-1 0 0,1-1 1 0 0,-1 0-1 0 0,1 0 0 0 0,-1 1 1 0 0,1-1-1 0 0,0 0 1 0 0,0-1-1 0 0,-1 1 0 0 0,1 0 1 0 0,3 0-1 0 0,-3 0-42 0 0,26 13-162 0 0,0 0 1 0 0,-1 2 0 0 0,0 1-1 0 0,45 39 1 0 0,-67-52 26 0 0,0 0-1 0 0,0 1 1 0 0,-1 0 0 0 0,7 9-1 0 0,-10-13 21 0 0,0 1-1 0 0,0-1 1 0 0,0 1-1 0 0,-1-1 1 0 0,1 1-1 0 0,0-1 1 0 0,-1 1-1 0 0,1 0 1 0 0,-1-1-1 0 0,1 1 1 0 0,-1 0-1 0 0,0-1 1 0 0,0 1-1 0 0,0 0 1 0 0,0 0-1 0 0,0-1 1 0 0,0 1-1 0 0,0 0 1 0 0,0 0-1 0 0,-1-1 1 0 0,1 1-1 0 0,-2 2 1 0 0,2-3 8 0 0,-1 0 0 0 0,0 0 0 0 0,0 0 0 0 0,0 0 0 0 0,0 0 0 0 0,0 0 0 0 0,0 0 0 0 0,0-1 0 0 0,0 1 0 0 0,-1 0 0 0 0,1 0 0 0 0,-2 0 0 0 0,-17 6 63 0 0,16-5-21 0 0,-5 0 55 0 0,-1 0 1 0 0,1-1 0 0 0,0 0 0 0 0,-1 0 0 0 0,0-1-1 0 0,-9-1 1 0 0,-7 0 134 0 0,20 0-187 0 0,1 1 1 0 0,-1-1-1 0 0,1 0 1 0 0,-1-1-1 0 0,-9-3 1 0 0,-8-3-27 0 0,21 8-89 0 0,-1-2 0 0 0,0 1 0 0 0,0 0 0 0 0,1 0 1 0 0,-1-1-1 0 0,-2-1 0 0 0,-6-4-1613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17:46.6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1 269 0 0 0,'0'0'21643'0'0,"16"-7"-20892"0"0,52-23-112 0 0,-41 16 83 0 0,-19 5-118 0 0,-1 1-247 0 0,13-18 608 0 0,-13 16-716 0 0,4-15 249 0 0,-9 20-413 0 0,0-1 0 0 0,0 1 0 0 0,-1-1 0 0 0,0 1 0 0 0,0-1 0 0 0,0 0-1 0 0,-1 0 1 0 0,0 1 0 0 0,0-1 0 0 0,-2-11 0 0 0,1 12-75 0 0,0 0 0 0 0,-1 1 0 0 0,0-1 0 0 0,1 0 0 0 0,-2 1 0 0 0,1 0 0 0 0,-4-6 0 0 0,0 1 35 0 0,4 5-31 0 0,2 4 3 0 0,-1-1 1 0 0,1 0 0 0 0,-1 0-1 0 0,1 0 1 0 0,-1 0 0 0 0,1 0-1 0 0,-1 0 1 0 0,1 0 0 0 0,0 0 0 0 0,-1-2-1 0 0,-11 12-383 0 0,2-2 357 0 0,0-1 0 0 0,-16 7 0 0 0,22-11 12 0 0,0 0 0 0 0,0 0 0 0 0,0 0 1 0 0,-4 3-1 0 0,6-3 2 0 0,1 0 18 0 0,1-1-11 0 0,-11 12-84 0 0,9-11 78 0 0,0-1 0 0 0,0 1 1 0 0,0 0-1 0 0,1 0 0 0 0,-1 0 0 0 0,1 0 1 0 0,-1 0-1 0 0,1 0 0 0 0,0 0 1 0 0,0 0-1 0 0,0 1 0 0 0,0-1 0 0 0,0 0 1 0 0,0 1-1 0 0,0 2 0 0 0,0 4 42 0 0,0 1 0 0 0,1 16 0 0 0,0-16-35 0 0,0-8 6 0 0,0 1-1 0 0,1-1 0 0 0,-1 0 1 0 0,1 1-1 0 0,0-1 1 0 0,-1 0-1 0 0,1 0 0 0 0,0 1 1 0 0,1-1-1 0 0,-1 0 0 0 0,2 2 1 0 0,17 20 226 0 0,-15-20-196 0 0,-1 0 1 0 0,1-1 0 0 0,0 0 0 0 0,0 0-1 0 0,0 0 1 0 0,1-1 0 0 0,-1 1 0 0 0,1-1 0 0 0,-1-1-1 0 0,8 3 1 0 0,11 0 56 0 0,27 3 1 0 0,-41-6-94 0 0,27 2-103 0 0,1-2 1 0 0,38-2-1 0 0,-48-4-1715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17:47.7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 17 1816 0 0,'0'0'22423'0'0,"-2"-3"-22118"0"0,-6-7-32 0 0,6 7 2281 0 0,2 22-2901 0 0,0-4 362 0 0,0-1 0 0 0,1 0 0 0 0,4 19 0 0 0,0 0 39 0 0,-5-23-33 0 0,2-1 1 0 0,2 12-1 0 0,58 169 231 0 0,-45-149-252 0 0,32 56 0 0 0,-45-85-41 0 0,-4-10-28 0 0,1 0 0 0 0,-1 0-1 0 0,1-1 1 0 0,0 1 0 0 0,-1-1 0 0 0,1 1 0 0 0,0 0 0 0 0,0-1 0 0 0,0 1 0 0 0,1 0-1 0 0,-1-1-248 0 0,-2-7-2851 0 0,-30-38-4989 0 0,10 16-781 0 0,11 15 2871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17:48.1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14 102 0 0 0,'0'0'21507'0'0,"-3"-14"-20959"0"0,-7-45-121 0 0,10 58-412 0 0,0 0-1 0 0,0 1 1 0 0,0-1 0 0 0,-1 0-1 0 0,1 0 1 0 0,0 0 0 0 0,1 0-1 0 0,-1 1 1 0 0,0-1 0 0 0,0 0-1 0 0,0 0 1 0 0,0 0 0 0 0,1 0-1 0 0,-1 1 1 0 0,0-1 0 0 0,1 0-1 0 0,-1 0 1 0 0,0 1 0 0 0,1-1-1 0 0,-1 0 1 0 0,1 1-1 0 0,-1-1 1 0 0,1 0 0 0 0,0 1-1 0 0,-1-1 1 0 0,1 1 0 0 0,0-1-1 0 0,-1 1 1 0 0,1-1 0 0 0,0 1-1 0 0,-1 0 1 0 0,1-1 0 0 0,0 1-1 0 0,0 0 1 0 0,0-1 0 0 0,-1 1-1 0 0,1 0 1 0 0,0 0 0 0 0,0 0-1 0 0,0 0 1 0 0,0 0 0 0 0,-1 0-1 0 0,1 0 1 0 0,1 0-1 0 0,1 0 7 0 0,12-2-2 0 0,-1 0 0 0 0,1 1 0 0 0,-1 1-1 0 0,0 0 1 0 0,1 1 0 0 0,-1 1 0 0 0,0 0 0 0 0,1 1-1 0 0,23 8 1 0 0,-8 1-21 0 0,0 1 0 0 0,-1 1-1 0 0,33 22 1 0 0,-34-18 24 0 0,-1 0-1 0 0,45 43 1 0 0,-56-45-12 0 0,-1 0 0 0 0,0 1-1 0 0,-1 0 1 0 0,-2 1 0 0 0,14 23 0 0 0,-19-28-14 0 0,-1 0 0 0 0,0 0 0 0 0,-1 1 0 0 0,0-1 0 0 0,-1 1 0 0 0,-1 0 0 0 0,0 0 0 0 0,2 28 0 0 0,-5-31 3 0 0,0 1-23 0 0,-2 18 0 0 0,2-26 20 0 0,-1 0 0 0 0,0 0 1 0 0,0 0-1 0 0,0 0 0 0 0,-1-1 0 0 0,1 1 0 0 0,-1 0 0 0 0,-3 4 0 0 0,1-2 4 0 0,0 0 0 0 0,0 0 0 0 0,0 0 0 0 0,-1-1 0 0 0,0 0 0 0 0,0 0 1 0 0,-1 0-1 0 0,1 0 0 0 0,-1-1 0 0 0,0 0 0 0 0,0 0 0 0 0,-1-1 0 0 0,1 1 0 0 0,-1-1 0 0 0,-12 3 0 0 0,2-2 36 0 0,-2-1 0 0 0,1-1 0 0 0,0 0 0 0 0,0-2 0 0 0,-1 0 0 0 0,-20-3 0 0 0,9-1 7 0 0,-38-11 0 0 0,17 3-2405 0 0,0 4-7632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17:48.7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25 2112 0 0,'0'0'22605'0'0,"-1"-5"-22533"0"0,0-1-68 0 0,0-8 74 0 0,4 16-33 0 0,5 10-18 0 0,4 7 3 0 0,18 34 1 0 0,-25-45-27 0 0,42 98 57 0 0,-31-61-51 0 0,-14-41-4 0 0,-1 1 0 0 0,1 0 0 0 0,0 10 0 0 0,-1-11-5 0 0,0 1 1 0 0,0-1-1 0 0,0 1 0 0 0,2 4 0 0 0,3 15 5 0 0,-6-23-22 0 0,-1-12-7950 0 0,1 10 7171 0 0,0 0-1 0 0,0-1 1 0 0,-1 1-1 0 0,1 0 1 0 0,0 0-1 0 0,-1 0 1 0 0,1 1-1 0 0,-1-1 1 0 0,0 0 0 0 0,0-1-1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17:49.6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0 149 0 0 0,'0'0'22872'0'0,"9"-13"-22478"0"0,27-38-68 0 0,-35 49-304 0 0,0 1 1 0 0,0-1 0 0 0,1 0 0 0 0,-1 1-1 0 0,1-1 1 0 0,-1 1 0 0 0,1 0-1 0 0,-1-1 1 0 0,1 1 0 0 0,0 0 0 0 0,-1 0-1 0 0,1 0 1 0 0,0 0 0 0 0,0 0 0 0 0,3 0-1 0 0,3-2 55 0 0,6-3-12 0 0,1 1 1 0 0,0 1-1 0 0,0 0 0 0 0,23-3 1 0 0,62-1-32 0 0,-21 4-3 0 0,-79 4-35 0 0,10-2 32 0 0,-10 1-62 0 0,0 1-1 0 0,0 0 1 0 0,0 0-1 0 0,1 0 1 0 0,-1 0 0 0 0,0 0-1 0 0,0 0 1 0 0,0 0-1 0 0,0-1 1 0 0,1 1 0 0 0,-1 0-1 0 0,0 0 1 0 0,0 0-1 0 0,0 0 1 0 0,0-1 0 0 0,0 1-1 0 0,0 0 1 0 0,0 0 0 0 0,1 0-1 0 0,-1-1 1 0 0,0 1-1 0 0,0 0 1 0 0,0 0 0 0 0,0 0-1 0 0,0-1 1 0 0,0 1-1 0 0,0 0 1 0 0,0 0 0 0 0,0 0-1 0 0,0-1 1 0 0,0 1-1 0 0,0 0 1 0 0,0 0 0 0 0,0-1-1 0 0,0 1 1 0 0,-1 0 0 0 0,1 0-1 0 0,0 0 1 0 0,0-1-1 0 0,0 1 1 0 0,0 0 0 0 0,-19-3-3016 0 0,-8-1 345 0 0,-1 1 1 0 0,1 0 0 0 0,-32 3-1 0 0,50 0 1539 0 0,6 0 1070 0 0,1 0 1 0 0,-1 0-1 0 0,1 1 1 0 0,-1-1 0 0 0,1 0-1 0 0,0 1 1 0 0,-1 0-1 0 0,1 0 1 0 0,-1-1-1 0 0,1 1 1 0 0,0 1-1 0 0,0-1 1 0 0,-1 0 0 0 0,1 0-1 0 0,0 1 1 0 0,0-1-1 0 0,-2 4 1 0 0,1-2-149 0 0,1 0-1 0 0,0 0 1 0 0,0 0 0 0 0,0 1-1 0 0,0-1 1 0 0,1 1 0 0 0,-1-1 0 0 0,1 1-1 0 0,0 0 1 0 0,-1 5 0 0 0,0 3-265 0 0,1 0-1 0 0,0 0 1 0 0,1 0 0 0 0,1 0 0 0 0,0 0-1 0 0,3 18 1 0 0,-2-16 509 0 0,0 0 0 0 0,-2 27 0 0 0,0-24 0 0 0,1-15 0 0 0,-13 10 13875 0 0,9-11-11771 0 0,-41 5 1217 0 0,44-6-3191 0 0,0 0 0 0 0,0 1 1 0 0,0-1-1 0 0,0 0 0 0 0,0 0 1 0 0,0 0-1 0 0,0 0 0 0 0,0 0 1 0 0,0 0-1 0 0,0 1 0 0 0,0-1 1 0 0,0 0-1 0 0,0 0 0 0 0,0 0 1 0 0,0 0-1 0 0,0 0 0 0 0,1 2 1826 0 0,-1-2-1826 0 0,0 0 0 0 0,1 0 1 0 0,-1 0-1 0 0,0 0 0 0 0,0 0 1 0 0,0 0-1 0 0,0 0 0 0 0,140-5 1929 0 0,-59 5-3114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17:50.3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 4 0 0 0,'0'0'23893'0'0,"-5"-4"-23632"0"0,5 12-321 0 0,1-1-1 0 0,0 1 0 0 0,0-1 0 0 0,1 0 1 0 0,3 9-1 0 0,15 36 383 0 0,-10-30-308 0 0,0 3 75 0 0,35 88 119 0 0,-40-100-200 0 0,-4-10-5 0 0,1 0-1 0 0,-1 1 1 0 0,0-1 0 0 0,0 0-1 0 0,0 1 1 0 0,-1-1-1 0 0,1 7 1 0 0,-1-10-19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17:50.7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404 6 0 0 0,'0'0'23445'0'0,"-2"3"-22496"0"0,-5 1-798 0 0,-24-4 71 0 0,-163-5 720 0 0,165 2-962 0 0,3 0-456 0 0,0 2-1 0 0,-38 1 1 0 0,63 1 164 0 0,-1-1 0 0 0,0 0 0 0 0,1 0 0 0 0,-1 1 0 0 0,0-1 0 0 0,1 1 0 0 0,-3 1 1 0 0,-6 5-6649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18:07.46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93 93 0 0 0,'0'5'26307'0'0,"0"-7"-26037"0"0,0 2-172 0 0,0-1 1 0 0,0 1 0 0 0,0-1-1 0 0,0 1 1 0 0,0-1-1 0 0,0 1 1 0 0,0-1 0 0 0,0 1-1 0 0,0-1 1 0 0,0 1-1 0 0,0-1 1 0 0,0 1-1 0 0,0-1 1 0 0,0 1 0 0 0,1-1-1 0 0,-1 1 1 0 0,0-1-1 0 0,0 1 1 0 0,1 0 0 0 0,-1-1-1 0 0,0 1 1 0 0,0-1-1 0 0,1 1 1 0 0,-1 0-1 0 0,0-1 1 0 0,1 1 0 0 0,-1 0-1 0 0,1-1 1 0 0,0 1-1 0 0,-1 8-103 0 0,1 16 42 0 0,1 1 0 0 0,11 43 0 0 0,-9-49-29 0 0,-1 1 0 0 0,-1-1 0 0 0,1 23 0 0 0,4 69 55 0 0,1 0 18 0 0,-7-76-102 0 0,0-14 36 0 0,-3 28 1 0 0,2-45-23 0 0,-5 19 42 0 0,4-21-61 0 0,-6-18 377 0 0,2 2-336 0 0,-18-38-66 0 0,-23-83 0 0 0,-1-60-92 0 0,44 169 151 0 0,0 0 1 0 0,2-1-1 0 0,1 1 0 0 0,3-29 0 0 0,-3 52-4 0 0,1 0 1 0 0,-1 0-1 0 0,1 0 0 0 0,0 1 0 0 0,0-1 0 0 0,0 0 0 0 0,3-4 0 0 0,3-8 83 0 0,-7 14-84 0 0,0 1 0 0 0,1 0-1 0 0,-1 0 1 0 0,0-1 0 0 0,1 1-1 0 0,-1 0 1 0 0,0 0 0 0 0,1 0-1 0 0,-1 0 1 0 0,0 0 0 0 0,1-1-1 0 0,-1 1 1 0 0,1 0 0 0 0,-1 0-1 0 0,0 0 1 0 0,1 0 0 0 0,-1 0-1 0 0,1 0 1 0 0,-1 0 0 0 0,1 1-1 0 0,0-1-56 0 0,1 1 18 0 0,0 0-1 0 0,0 0 1 0 0,0 1 0 0 0,-1-1 0 0 0,1 0-1 0 0,0 1 1 0 0,1 2 0 0 0,2 0-14 0 0,45 40 60 0 0,22 20 5 0 0,-64-55-13 0 0,91 83 1 0 0,42 40 12 0 0,-76-69-18 0 0,4 7 15 0 0,-66-68-16 0 0,0 1-1 0 0,0 0 0 0 0,0-1 0 0 0,4 3 0 0 0,-4-1-333 0 0,-3-3 340 0 0,0-1-1 0 0,0 0 1 0 0,1 0 0 0 0,-1 0-1 0 0,0 1 1 0 0,0-1-1 0 0,0 0 1 0 0,0 0-1 0 0,0 1 1 0 0,0-1-1 0 0,1 0 1 0 0,-1 0-1 0 0,0 0 1 0 0,0 1 0 0 0,0-1-1 0 0,0 0 1 0 0,1 0-1 0 0,-1 0 1 0 0,0 0-1 0 0,0 0 1 0 0,0 1-1 0 0,1-1 1 0 0,-1 0-1 0 0,0 0 1 0 0,0 0-1 0 0,1 0 1 0 0,-1 0 0 0 0,0 0-1 0 0,0 0 1 0 0,1 0-1 0 0,-1 0 1 0 0,0 0-1 0 0,0 0 1 0 0,1 0-1 0 0,-1-1 42 0 0,1 0 0 0 0,-1 0 0 0 0,0 0 0 0 0,1-1-1 0 0,-1 1 1 0 0,0 0 0 0 0,0 0 0 0 0,0 0 0 0 0,0-1 0 0 0,0-1 0 0 0,0 0 5 0 0,3-175-5 0 0,-13-32 17 0 0,7 169-21 0 0,-4-43 22 0 0,6 72-81 0 0,1 10 18 0 0,0 0 1 0 0,0 0 0 0 0,0 0 0 0 0,0 0-1 0 0,-1 1 1 0 0,1-1 0 0 0,0 0-1 0 0,-2-3 1 0 0,3 15-5079 0 0,-3 16 2166 0 0,1 1-5711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18:07.9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 1 4777 0 0,'0'0'19236'0'0,"-3"15"-18386"0"0,3-14-833 0 0,-1 3 46 0 0,1 0 1 0 0,0 0 0 0 0,0 0-1 0 0,1 0 1 0 0,-1-1 0 0 0,1 1-1 0 0,0 0 1 0 0,0 0 0 0 0,0-1-1 0 0,3 6 1 0 0,-1-3 13 0 0,-3-4-65 0 0,1 0 0 0 0,0 0 0 0 0,1 0 0 0 0,-1 0 0 0 0,0 0 0 0 0,2 2 0 0 0,-2-4-48 0 0,-3-1-1295 0 0,2 0 903 0 0,-1 0 0 0 0,0 0-1 0 0,0 1 1 0 0,0-1 0 0 0,1 0 0 0 0,-1 1-1 0 0,0-1 1 0 0,0 1 0 0 0,0-1 0 0 0,0 1-1 0 0,0-1 1 0 0,0 1 0 0 0,0 0 0 0 0,0-1-1 0 0,0 1 1 0 0,-2 0 0 0 0,-8-4-6569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18:08.40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 24 0 0 0,'0'0'23120'0'0,"-2"6"-22622"0"0,2 6-458 0 0,-1-9-11 0 0,1 1-1 0 0,0-1 1 0 0,0 0-1 0 0,0 0 1 0 0,0 0-1 0 0,1 1 1 0 0,-1-1 0 0 0,1 0-1 0 0,0 0 1 0 0,0 0-1 0 0,0 0 1 0 0,2 4-1 0 0,-2-15 2736 0 0,-1 0-2718 0 0,1 0 0 0 0,-1 0 0 0 0,0 0 1 0 0,0 1-1 0 0,-2-10 0 0 0,1 14-280 0 0,0 1-1 0 0,1-1 1 0 0,-1 0 0 0 0,1 0-1 0 0,0-5 1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18:09.8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 24 0 0 0,'0'0'21052'0'0,"0"-5"-20586"0"0,0-13 5551 0 0,0 27-6026 0 0,-6 54 97 0 0,7-26 20 0 0,1-1 1 0 0,14 71-1 0 0,3-5 24 0 0,-8-38-76 0 0,3 29 22 0 0,-10-51-26 0 0,-3-25-6 0 0,7 28 0 0 0,-5-16-69 0 0,0-11 109 0 0,-2-15 428 0 0,0-6 517 0 0,8-27-5400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18:10.72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177 69 0 0 0,'0'0'21535'0'0,"-1"-5"-20849"0"0,-1-5 432 0 0,1 0 0 0 0,-2-17 0 0 0,4 26-1092 0 0,-1 1 1 0 0,0-1-1 0 0,1 1 1 0 0,-1-1-1 0 0,0 0 1 0 0,1 1-1 0 0,-1-1 1 0 0,0 1 0 0 0,1-1-1 0 0,-1 1 1 0 0,1-1-1 0 0,-1 1 1 0 0,1-1-1 0 0,0 1 1 0 0,-1 0-1 0 0,1-1 1 0 0,-1 1-1 0 0,1 0 1 0 0,0 0-1 0 0,-1-1 1 0 0,1 1-1 0 0,-1 0 1 0 0,2 0-1 0 0,18-5 89 0 0,3 4-160 0 0,39 1 0 0 0,-52 1 31 0 0,0 0 0 0 0,0 1 1 0 0,0 0-1 0 0,0 1 0 0 0,0 0 0 0 0,11 5 0 0 0,-9-2 10 0 0,1 0-22 0 0,-1 0 0 0 0,14 9 0 0 0,-23-13 21 0 0,0 1-1 0 0,0-1 1 0 0,-1 0-1 0 0,1 1 0 0 0,-1-1 1 0 0,1 1-1 0 0,-1 0 1 0 0,0 0-1 0 0,0 0 0 0 0,0 0 1 0 0,0 0-1 0 0,-1 0 0 0 0,2 5 1 0 0,-2-5-3 0 0,0-1 1 0 0,0 1-1 0 0,0-1 1 0 0,-1 1-1 0 0,1 0 1 0 0,-1-1-1 0 0,0 1 1 0 0,0 0-1 0 0,0 0 1 0 0,0-1-1 0 0,0 1 1 0 0,-1 0-1 0 0,1-1 0 0 0,-1 1 1 0 0,0-1-1 0 0,0 1 1 0 0,0-1-1 0 0,0 1 1 0 0,0-1-1 0 0,0 1 1 0 0,-1-1-1 0 0,1 0 1 0 0,-1 0-1 0 0,1 1 1 0 0,-1-1-1 0 0,0-1 1 0 0,0 1-1 0 0,0 0 1 0 0,0 0-1 0 0,-4 1 1 0 0,0 2 34 0 0,0-1 0 0 0,-1-1 0 0 0,0 1 0 0 0,0-1 0 0 0,0 0 0 0 0,0-1 0 0 0,0 0 0 0 0,0 0 0 0 0,-1 0 0 0 0,-8 0 0 0 0,-11 0 133 0 0,-41-1 0 0 0,36-2-87 0 0,-13 1-637 0 0,-50-8 0 0 0,46 2-2091 0 0,17 4-5536 0 0,25 1 4674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18:11.27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 11 0 0 0,'0'0'24172'0'0,"0"-2"-23939"0"0,-1-1-203 0 0,1-2 118 0 0,-1 12-130 0 0,1 25-1 0 0,-1-10 80 0 0,1 0 0 0 0,2 0 0 0 0,3 23-1 0 0,40 160 339 0 0,-40-186-402 0 0,25 137 131 0 0,-27-127 142 0 0,-2-19-877 0 0,-8-26-6977 0 0,2 5 486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18:12.0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311 205 0 0 0,'0'0'22389'0'0,"-6"-11"-21825"0"0,-4-6-366 0 0,-16-30 1287 0 0,23 38-752 0 0,3 7-642 0 0,0 1 1 0 0,0 0-1 0 0,-1 0 0 0 0,1 0 0 0 0,0 0 1 0 0,-1-1-1 0 0,1 1 0 0 0,-1 0 1 0 0,1 0-1 0 0,-1 0 0 0 0,-1-2 0 0 0,0 2-91 0 0,-5-8-17 0 0,-1 0 1 0 0,0 0-1 0 0,-13-9 1 0 0,-27-16 143 0 0,23 19 54 0 0,21 13-165 0 0,0 0 0 0 0,0 1 0 0 0,-1 0 0 0 0,1 0 0 0 0,-1 0 0 0 0,1 0 0 0 0,-1 1 1 0 0,1 0-1 0 0,-1 0 0 0 0,1 0 0 0 0,-1 0 0 0 0,-5 2 0 0 0,7-1-19 0 0,0 0 0 0 0,0 0-1 0 0,1 0 1 0 0,-1 0 0 0 0,0 1 0 0 0,1-1 0 0 0,-1 1-1 0 0,0 0 1 0 0,-3 3 0 0 0,-19 18-10 0 0,16 1 35 0 0,7-19-7 0 0,0 0 0 0 0,1 0 0 0 0,-1 0 0 0 0,1 0 0 0 0,0 0 0 0 0,0 0 0 0 0,-1 8 0 0 0,2-2 63 0 0,0-9-65 0 0,-1 0-1 0 0,1 0 1 0 0,0 1 0 0 0,0-1-1 0 0,0 0 1 0 0,0 1 0 0 0,1-1-1 0 0,-1 0 1 0 0,1 0 0 0 0,-1 0-1 0 0,1 1 1 0 0,0-1 0 0 0,0 0-1 0 0,0 0 1 0 0,0 0 0 0 0,0 0-1 0 0,3 3 1 0 0,-1-1 25 0 0,1 0 1 0 0,0-1-1 0 0,0 1 1 0 0,0-1-1 0 0,0 0 0 0 0,1-1 1 0 0,-1 1-1 0 0,1-1 1 0 0,0 0-1 0 0,5 2 1 0 0,1 0 12 0 0,0-1 1 0 0,0 0 0 0 0,0-1 0 0 0,0 0 0 0 0,1-1 0 0 0,-1 0 0 0 0,1-1 0 0 0,12-1-1 0 0,-22 1-33 0 0,1-1 0 0 0,-1 0 0 0 0,0 0 0 0 0,0 0 0 0 0,0 0 0 0 0,1 0 0 0 0,-1 0 0 0 0,0 0 1 0 0,-1-1-1 0 0,1 1 0 0 0,0-1 0 0 0,0 0 0 0 0,0 1 0 0 0,-1-1 0 0 0,1 0 0 0 0,-1 0 0 0 0,0 0 0 0 0,3-4 0 0 0,-2 2-27 0 0,0 0 0 0 0,0 0 0 0 0,0 0 1 0 0,-1-1-1 0 0,1 1 0 0 0,-1 0 0 0 0,0-1 1 0 0,-1 1-1 0 0,1-6 0 0 0,0 7-100 0 0,-1-1-1 0 0,0 1 1 0 0,0-1 0 0 0,-1 1-1 0 0,1 0 1 0 0,-1-1 0 0 0,1 1-1 0 0,-1-1 1 0 0,0 1 0 0 0,0 0-1 0 0,-1 0 1 0 0,1 0-1 0 0,-1-1 1 0 0,0 1 0 0 0,1 1-1 0 0,-1-1 1 0 0,0 0 0 0 0,-1 0-1 0 0,1 1 1 0 0,0-1 0 0 0,-1 1-1 0 0,-3-3 1 0 0,1 2-424 0 0,-1-1 1 0 0,1 1-1 0 0,-1 0 1 0 0,0 1 0 0 0,0-1-1 0 0,-7-1 1 0 0,-21-5-6442 0 0,29 8 5460 0 0,-8-2-8889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18:12.78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265 47 2320 0 0,'0'0'20593'0'0,"-23"-7"-20140"0"0,-70-20-81 0 0,78 22-83 0 0,-20-2 0 0 0,10 7 232 0 0,7 0-393 0 0,16 1-109 0 0,-1 0-1 0 0,1 0 1 0 0,0 1-1 0 0,0-1 1 0 0,0 0-1 0 0,0 1 1 0 0,0 0-1 0 0,0-1 1 0 0,0 1-1 0 0,1 0 0 0 0,-1 0 1 0 0,-1 2-1 0 0,-1 1 3 0 0,1-1-1 0 0,0 1 0 0 0,0 0 0 0 0,1 0 1 0 0,0 0-1 0 0,-1 0 0 0 0,2 0 1 0 0,-1 1-1 0 0,1-1 0 0 0,-1 1 0 0 0,1-1 1 0 0,1 1-1 0 0,-1-1 0 0 0,1 10 0 0 0,0-12 41 0 0,0 1 0 0 0,0 0 0 0 0,0-1 0 0 0,0 1 0 0 0,0-1 0 0 0,1 1 0 0 0,0-1 0 0 0,0 0 0 0 0,0 1-1 0 0,0-1 1 0 0,0 0 0 0 0,1 1 0 0 0,-1-1 0 0 0,1 0 0 0 0,0 0 0 0 0,0 0 0 0 0,3 3 0 0 0,6 5-2 0 0,0 0 1 0 0,1-1 0 0 0,1 0 0 0 0,-1-1 0 0 0,2-1-1 0 0,-1 0 1 0 0,1-1 0 0 0,0 0 0 0 0,1-1 0 0 0,-1 0-1 0 0,25 5 1 0 0,-29-9-125 0 0,0 0 1 0 0,-1-1-1 0 0,1 0 0 0 0,0-1 1 0 0,18-1-1 0 0,-27 1-29 0 0,1 0-1 0 0,-1 0 1 0 0,1-1 0 0 0,-1 1-1 0 0,0-1 1 0 0,0 1 0 0 0,1-1-1 0 0,-1 0 1 0 0,0 1-1 0 0,0-1 1 0 0,0 0 0 0 0,1 0-1 0 0,-1 0 1 0 0,0 0 0 0 0,0 0-1 0 0,-1 0 1 0 0,1 0 0 0 0,0 0-1 0 0,0 0 1 0 0,0 0-1 0 0,-1-1 1 0 0,2-1 0 0 0,3-13-4208 0 0,-4 0-5849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18:13.3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 32 3777 0 0,'0'0'21180'0'0,"-3"-7"-21077"0"0,1 1-97 0 0,-4-9 38 0 0,5 11-89 0 0,3 5-95 0 0,1 6 120 0 0,0-1-1 0 0,0 1 0 0 0,3 8 0 0 0,-2-3 18 0 0,4 10-2 0 0,-1 1 1 0 0,-1 0 0 0 0,-2 1 0 0 0,3 29 0 0 0,-1 95 58 0 0,-5-121-34 0 0,6 31 0 0 0,0 11 24 0 0,-2-37-35 0 0,-3-25-6 0 0,0 1 0 0 0,0 13-1 0 0,-1-16 2 0 0,0-4-24 0 0,0-15-6303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18:13.79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171 4 9458 0 0,'0'0'14942'0'0,"-11"0"-14790"0"0,-84-3 191 0 0,61 3-311 0 0,32 1-35 0 0,1-1-1 0 0,-1 1 1 0 0,1 0 0 0 0,-1 0 0 0 0,1 0 0 0 0,-1 1 0 0 0,1-1 0 0 0,-2 2-1 0 0,-3 2-70 0 0,5-4 81 0 0,0-1 0 0 0,1 1 0 0 0,-1-1 0 0 0,0 1 0 0 0,1 0 0 0 0,-1-1 0 0 0,1 1 0 0 0,-1 0 0 0 0,1-1 0 0 0,-1 1 0 0 0,1 0 0 0 0,-1 0 0 0 0,1 0 0 0 0,0-1 0 0 0,-1 1 0 0 0,1 0 0 0 0,0 0 0 0 0,0 0 0 0 0,0 0 0 0 0,-1 0 0 0 0,1-1 0 0 0,0 1 0 0 0,0 0 0 0 0,0 0 0 0 0,1 0 0 0 0,-1 0 0 0 0,0 0 0 0 0,0 0 0 0 0,0-1 0 0 0,1 1 0 0 0,-1 0 0 0 0,0 0 0 0 0,1 0 0 0 0,-1 0 0 0 0,0-1 0 0 0,1 1 0 0 0,-1 0 0 0 0,1-1 0 0 0,0 1 0 0 0,-1 0 0 0 0,1-1 0 0 0,0 1 0 0 0,-1 0 0 0 0,2 0 0 0 0,-2-1-6 0 0,8 6 220 0 0,-1 1 0 0 0,1-2-1 0 0,17 10 1 0 0,8 0-47 0 0,38 11 0 0 0,-30-12-119 0 0,45 12-12 0 0,-32-11-96 0 0,-43-14-1340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18:15.20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81 553 0 0 0,'0'0'21775'0'0,"10"-2"-21089"0"0,28-7-91 0 0,-37 9-508 0 0,1 0 1 0 0,-1 0 0 0 0,1-1 0 0 0,-1 1 0 0 0,1-1 0 0 0,-1 0-1 0 0,0 1 1 0 0,1-1 0 0 0,1-1 0 0 0,-2 1-40 0 0,-1 1 1 0 0,0-1-1 0 0,1 1 0 0 0,-1 0 1 0 0,0-1-1 0 0,0 1 1 0 0,1-1-1 0 0,-1 1 0 0 0,0-1 1 0 0,0 1-1 0 0,0-1 0 0 0,0 1 1 0 0,0-1-1 0 0,1 0 1 0 0,1-7 415 0 0,0 5-376 0 0,-1 0 0 0 0,0 0-1 0 0,1 1 1 0 0,-1-1 0 0 0,-1 0 0 0 0,1 0-1 0 0,0 0 1 0 0,-1 0 0 0 0,1-5 0 0 0,-1-30 147 0 0,-1 19-106 0 0,0-3-3 0 0,-2-1 0 0 0,0 1 1 0 0,-8-29-1 0 0,-3-11 143 0 0,10 37-170 0 0,-9-63 169 0 0,0 0-177 0 0,13 85-91 0 0,0 1 0 0 0,-1-1 0 0 0,0 1 0 0 0,0 0 0 0 0,0 0 0 0 0,-1-3 0 0 0,-4-9 32 0 0,6 13-64 0 0,0 0-1 0 0,-1 0 1 0 0,1 1-1 0 0,-1-1 1 0 0,1 0 0 0 0,-1 1-1 0 0,1-1 1 0 0,-1 0 0 0 0,1 1-1 0 0,-1-1 1 0 0,1 1 0 0 0,-1-1-1 0 0,0 1 1 0 0,1-1-1 0 0,-1 1 1 0 0,0-1 0 0 0,0 1-1 0 0,1-1 1 0 0,-1 1 0 0 0,0 0-1 0 0,0 0 1 0 0,-1-1 0 0 0,0 1-21 0 0,1-1 0 0 0,-1 1 0 0 0,0 0 1 0 0,0 0-1 0 0,0 0 0 0 0,1 0 1 0 0,-1 0-1 0 0,0 0 0 0 0,0 1 0 0 0,-2 0 1 0 0,3-1 37 0 0,1 0 0 0 0,-1 1 0 0 0,1-1 1 0 0,-1 0-1 0 0,1 1 0 0 0,-1-1 0 0 0,1 1 1 0 0,-1-1-1 0 0,1 1 0 0 0,-1-1 0 0 0,1 1 0 0 0,-1-1 1 0 0,1 1-1 0 0,0-1 0 0 0,-1 2 0 0 0,-5 5-99 0 0,5-6 104 0 0,-1 1 0 0 0,0 0 0 0 0,1 0 0 0 0,-1 0-1 0 0,1 0 1 0 0,0 0 0 0 0,-1 0 0 0 0,1 0 0 0 0,0 0 0 0 0,-1 3 0 0 0,-9 25 5 0 0,8-20 5 0 0,1 0 0 0 0,1 0 0 0 0,0 0 0 0 0,0 1 1 0 0,2 13-1 0 0,-1-10 30 0 0,1 4 4 0 0,0-1 0 0 0,1 0 0 0 0,1-1 0 0 0,11 34 0 0 0,-9-33-8 0 0,0 0 0 0 0,2-1 0 0 0,9 17 0 0 0,1 1 26 0 0,-7-14-19 0 0,23 33 0 0 0,-29-47-32 0 0,35 43-20 0 0,-31-40 14 0 0,4 4-57 0 0,15 13 0 0 0,-23-22 62 0 0,1 0 0 0 0,1-1 0 0 0,-1 1 0 0 0,0-1 0 0 0,1 0 0 0 0,11 4 0 0 0,-8-5 2 0 0,1 0 0 0 0,0 0 1 0 0,0-1-1 0 0,0 0 0 0 0,19-2 0 0 0,-12 1-11 0 0,-11 0-5 0 0,0-1 1 0 0,0 0-1 0 0,0 0 1 0 0,0 0-1 0 0,0-1 1 0 0,-1 0 0 0 0,1 0-1 0 0,-1 0 1 0 0,9-6-1 0 0,-6 4-24 0 0,-1-1 0 0 0,0 0 0 0 0,0-1 0 0 0,0 0 0 0 0,10-11 0 0 0,-11 10 20 0 0,0-1-1 0 0,-1 0 1 0 0,0 0-1 0 0,0 0 1 0 0,-1-1-1 0 0,0 1 1 0 0,0-1-1 0 0,2-10 0 0 0,-5 13 1 0 0,0-1 0 0 0,-1 0-1 0 0,0 0 1 0 0,0 0-1 0 0,-1-8 1 0 0,0 13 15 0 0,0-1-1 0 0,1 1 1 0 0,-1-1 0 0 0,0 1 0 0 0,0 0 0 0 0,-1-1 0 0 0,1 1-1 0 0,0 0 1 0 0,-1 0 0 0 0,1 0 0 0 0,-1 0 0 0 0,-4-4 0 0 0,-2-2 121 0 0,-16-10 0 0 0,15 11 10 0 0,8 7-129 0 0,1-1 0 0 0,-1 1 0 0 0,1 0 0 0 0,-1-1 0 0 0,0 1 0 0 0,1 0 0 0 0,-1-1 0 0 0,1 1 0 0 0,-1 0 0 0 0,0 0 0 0 0,1 0 0 0 0,-1 0 1 0 0,0 0-1 0 0,1-1 0 0 0,-1 1 0 0 0,0 0 0 0 0,1 1 0 0 0,-1-1 0 0 0,0 0 0 0 0,1 0 0 0 0,-1 0 0 0 0,-1 0 0 0 0,1 1-1 0 0,0 0-1 0 0,0-1 0 0 0,0 1 0 0 0,-1 0 0 0 0,1 0 0 0 0,0 0 0 0 0,0 0 1 0 0,1 0-1 0 0,-1 0 0 0 0,0 0 0 0 0,-1 1 0 0 0,0 1-2 0 0,1 0-1 0 0,-1 0 1 0 0,0 1 0 0 0,1-1-1 0 0,0 0 1 0 0,0 1-1 0 0,-2 6 1 0 0,1 12-2 0 0,1-9 8 0 0,0 1 1 0 0,-5 14-1 0 0,5-22-3 0 0,0 0 0 0 0,1 0 0 0 0,0 0 0 0 0,0 0 0 0 0,1 8 0 0 0,-1 5 56 0 0,2-16-22 0 0,-1-1 0 0 0,1 1 1 0 0,0 0-1 0 0,0-1 0 0 0,0 0 1 0 0,0 1-1 0 0,0-1 0 0 0,3 3 1 0 0,-1-2 5 0 0,11 11 60 0 0,0-1 0 0 0,0-1 0 0 0,26 15 0 0 0,54 23-53 0 0,-85-45-145 0 0,0 0 0 0 0,1-1 0 0 0,-1 0 0 0 0,1-1 0 0 0,0 0 0 0 0,1-1 0 0 0,19 2 0 0 0,-30-4 24 0 0,-1 0-1 0 0,0 0 0 0 0,1 0 1 0 0,-1 0-1 0 0,1 0 1 0 0,-1 0-1 0 0,1-1 0 0 0,-1 1 1 0 0,0 0-1 0 0,1 0 1 0 0,-1 0-1 0 0,0-1 0 0 0,1 1 1 0 0,-1 0-1 0 0,0-1 1 0 0,1 1-1 0 0,-1 0 1 0 0,0-1-1 0 0,1 1 0 0 0,-1 0 1 0 0,0-1-1 0 0,0 1 1 0 0,0-1-1 0 0,1 1 0 0 0,-1 0 1 0 0,0-1-1 0 0,0 1 1 0 0,0-1-1 0 0,0 1 0 0 0,0-1 1 0 0,0 1-1 0 0,0-1 1 0 0,0-19-5964 0 0,0 14 1179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18:15.76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 1 8498 0 0,'0'0'17388'0'0,"-1"1"-17282"0"0,0 0-120 0 0,1 0 1 0 0,-1 0-1 0 0,1 0 0 0 0,-1 0 1 0 0,1 0-1 0 0,-1 1 0 0 0,1-1 0 0 0,0 0 1 0 0,-1 0-1 0 0,1 0 0 0 0,0 1 0 0 0,0-1 1 0 0,0 0-1 0 0,0 0 0 0 0,0 1 1 0 0,0-1-1 0 0,0 0 0 0 0,0 0 0 0 0,1 0 1 0 0,-1 1-1 0 0,0-1 0 0 0,2 2 0 0 0,1 5 29 0 0,0 0-1 0 0,5 9 0 0 0,-4-10 13 0 0,2 2-18 0 0,0 0 0 0 0,0 0 1 0 0,1 0-1 0 0,1-1 1 0 0,11 11-1 0 0,-9-9-13 0 0,1-1-19 0 0,0 0 0 0 0,0-1 1 0 0,2 0-1 0 0,15 8 1 0 0,-17-10 6 0 0,-10-6 31 0 0,0 1-1 0 0,-1-1 0 0 0,1 1 0 0 0,0-1 0 0 0,0 0 0 0 0,0 1 0 0 0,0-1 0 0 0,0 0 0 0 0,-1 1 0 0 0,1-1 0 0 0,0 0 0 0 0,0 0 0 0 0,0 0 1 0 0,0 0-1 0 0,0 0 0 0 0,0 0 0 0 0,0 0 0 0 0,0 0 0 0 0,0-1 0 0 0,0 1 0 0 0,0 0 0 0 0,-1 0 0 0 0,1-1 0 0 0,0 1 0 0 0,0-1 1 0 0,0 1-1 0 0,0-1 0 0 0,-1 1 0 0 0,1-1 0 0 0,0 1 0 0 0,0-1 0 0 0,-1 0 0 0 0,1 1 0 0 0,-1-1 0 0 0,1 0 0 0 0,0 1 0 0 0,-1-1 0 0 0,1 0 1 0 0,-1 0-1 0 0,0 0 0 0 0,1 0 0 0 0,-1 1 0 0 0,1-3 0 0 0,1-4-4 0 0,0-1 0 0 0,0 1 0 0 0,-1 0-1 0 0,1-11 1 0 0,-1 12-17 0 0,1-13-10 0 0,4-42 55 0 0,-3 43 108 0 0,-3 17-152 0 0,0 1 1 0 0,1 0-1 0 0,-1-1 0 0 0,0 1 0 0 0,0-1 0 0 0,0 1 0 0 0,0 0 0 0 0,1 0 1 0 0,-1-1-1 0 0,0 1 0 0 0,0 0 0 0 0,0-1 0 0 0,1 1 0 0 0,-1 0 1 0 0,0 0-1 0 0,0-1 0 0 0,1 1 0 0 0,-1 0 0 0 0,0 0 0 0 0,1 0 1 0 0,-1-1-1 0 0,0 1 0 0 0,1 0 0 0 0,-1 0 0 0 0,0 0 0 0 0,1 0 0 0 0,-1 0 1 0 0,0 0-1 0 0,1 0 0 0 0,-1 0 0 0 0,1 0 0 0 0,-1 0 0 0 0,0 0 1 0 0,1 0-1 0 0,-1 0 0 0 0,0 0 0 0 0,1 0 0 0 0,-1 0 0 0 0,0 0 0 0 0,1 0 1 0 0,-1 0-1 0 0,0 1 0 0 0,1-1 0 0 0,-1 0 0 0 0,0 0 0 0 0,1 0 1 0 0,-1 1-1 0 0,0-1 0 0 0,1 0 0 0 0,-1 0 0 0 0,0 1 0 0 0,0-1 1 0 0,0 0-1 0 0,1 0 0 0 0,-1 1 0 0 0,53 61-533 0 0,-6-16-197 0 0,-17-17-2119 0 0,-27-25 1579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18:16.54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108 44 5801 0 0,'0'0'18231'0'0,"-13"-9"-18201"0"0,-39-22 0 0 0,51 31-29 0 0,0-1 1 0 0,1 1 0 0 0,-1-1-1 0 0,0 1 1 0 0,1 0-1 0 0,-1-1 1 0 0,0 1 0 0 0,1 0-1 0 0,-1 0 1 0 0,0-1-1 0 0,0 1 1 0 0,1 0 0 0 0,-1 0-1 0 0,0 0 1 0 0,0 0-1 0 0,0 0 1 0 0,1 0 0 0 0,-1 0-1 0 0,0 0 1 0 0,0 1-1 0 0,1-1 1 0 0,-1 0 0 0 0,0 0-1 0 0,0 1 1 0 0,-1 0 0 0 0,2-1 2 0 0,-1 1 0 0 0,1 0 1 0 0,-1 0-1 0 0,1 0 1 0 0,-1-1-1 0 0,1 1 0 0 0,-1 0 1 0 0,1 0-1 0 0,0 0 1 0 0,-1 0-1 0 0,1 0 0 0 0,0 1 1 0 0,-1 1 8 0 0,-2 7 34 0 0,0 0-1 0 0,0 0 1 0 0,1 1 0 0 0,0-1-1 0 0,1 1 1 0 0,0 14 0 0 0,1-23-37 0 0,0 4 39 0 0,0 0 1 0 0,0 1 0 0 0,0-1-1 0 0,1 1 1 0 0,0-1-1 0 0,0 1 1 0 0,1-1 0 0 0,-1 0-1 0 0,1 0 1 0 0,5 9 0 0 0,-6-12-13 0 0,1 0 0 0 0,-1-1 1 0 0,1 1-1 0 0,0-1 0 0 0,0 1 1 0 0,4 3-1 0 0,-5-5 15 0 0,1 0 0 0 0,0 0 0 0 0,-1 0 0 0 0,1 0 1 0 0,-1-1-1 0 0,1 1 0 0 0,0 0 0 0 0,0-1 0 0 0,-1 0 0 0 0,1 1 0 0 0,0-1 0 0 0,0 0 0 0 0,-1 0 0 0 0,3 0 1 0 0,-1 0-33 0 0,-1-1 1 0 0,1 0 0 0 0,0 1 0 0 0,-1-1-1 0 0,1 0 1 0 0,-1 0 0 0 0,1 0 0 0 0,-1-1-1 0 0,1 1 1 0 0,-1 0 0 0 0,0-1 0 0 0,0 0-1 0 0,0 1 1 0 0,0-1 0 0 0,0 0 0 0 0,2-3-1 0 0,0 2-18 0 0,-1-1-1 0 0,0 0 1 0 0,0-1-1 0 0,-1 1 0 0 0,1 0 1 0 0,-1-1-1 0 0,4-8 1 0 0,-5 9-22 0 0,2-11-50 0 0,-3 14 42 0 0,5 19-1860 0 0,9 41 1670 0 0,37 95 0 0 0,64 124-497 0 0,-101-249 642 0 0,-9-21 51 0 0,-1-1-1 0 0,-1 1 1 0 0,1 0 0 0 0,-1 0-1 0 0,-1 0 1 0 0,3 12 0 0 0,-5-20-11 0 0,0 1 0 0 0,0-1 0 0 0,0 1 0 0 0,0-1 0 0 0,0 1 0 0 0,1-1 0 0 0,-1 1 0 0 0,0-1 0 0 0,-1 1 0 0 0,1-1 1 0 0,0 1-1 0 0,0 0 0 0 0,0-1 0 0 0,0 1 0 0 0,0-1 0 0 0,0 1 0 0 0,-1-1 0 0 0,1 1 0 0 0,0-1 0 0 0,-1 0 0 0 0,1 1 1 0 0,0-1-1 0 0,0 1 0 0 0,-1 0 0 0 0,0-1-44 0 0,0 0 1 0 0,-1 1-1 0 0,1-1 1 0 0,0 0-1 0 0,0 0 1 0 0,0 0-1 0 0,0 0 1 0 0,0 0-1 0 0,0 0 0 0 0,-1 0 1 0 0,-5 0 222 0 0,0-1-120 0 0,0 1 0 0 0,0-1 0 0 0,0-1 1 0 0,1 0-1 0 0,-1 0 0 0 0,0 0 0 0 0,-12-6 0 0 0,0-2 107 0 0,-21-15-1 0 0,25 16 14 0 0,1-1-1 0 0,1 0 0 0 0,0-1 1 0 0,0-1-1 0 0,1 0 1 0 0,1-1-1 0 0,0 0 0 0 0,-9-15 1 0 0,17 23-52 0 0,0-1 0 0 0,1 0 0 0 0,-1 1 0 0 0,1-1 0 0 0,1 0 0 0 0,-1 0 0 0 0,1 0 0 0 0,0 0 0 0 0,0 0 0 0 0,1 0 0 0 0,0-13 0 0 0,1 17-84 0 0,-1-1-1 0 0,1 1 1 0 0,0-1 0 0 0,0 1-1 0 0,-1-1 1 0 0,2 1 0 0 0,-1 0 0 0 0,0-1-1 0 0,0 1 1 0 0,1 0 0 0 0,-1 0 0 0 0,1 0-1 0 0,0 0 1 0 0,0 0 0 0 0,0 0-1 0 0,-1 1 1 0 0,2-1 0 0 0,-1 0 0 0 0,0 1-1 0 0,0 0 1 0 0,3-2 0 0 0,2-1-136 0 0,1 1 1 0 0,0 0-1 0 0,0 0 1 0 0,0 1 0 0 0,11-3-1 0 0,-1 2-572 0 0,1 1 0 0 0,-1 1-1 0 0,20 1 1 0 0,-6 2-2995 0 0,-2 4-3735 0 0,-18-3-2435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18:17.30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 4 0 0 0,'0'0'23780'0'0,"-2"-1"-23619"0"0,2 0-159 0 0,0 1 0 0 0,0 0 0 0 0,0 0 0 0 0,0 0 0 0 0,0 0 0 0 0,-1-1 0 0 0,1 1-1 0 0,0 0 1 0 0,0 0 0 0 0,0 0 0 0 0,0 0 0 0 0,-1 0 0 0 0,1 0 0 0 0,0-1 0 0 0,0 1 0 0 0,0 0 0 0 0,-1 0 0 0 0,1 0-1 0 0,0 0 1 0 0,0 0 0 0 0,0 0 0 0 0,-1 0 0 0 0,1 0 0 0 0,0 0 0 0 0,0 0 0 0 0,-1 0 0 0 0,1 0 0 0 0,0 0 0 0 0,0 0 0 0 0,0 0-1 0 0,-1 0 1 0 0,1 0 0 0 0,0 0 0 0 0,0 1 0 0 0,0-1 0 0 0,-1 0 0 0 0,1 0 0 0 0,0 0 0 0 0,0 0 0 0 0,0 0 0 0 0,0 0 0 0 0,-1 1-1 0 0,0 11-357 0 0,2-4 255 0 0,-1 6 129 0 0,6 27 1 0 0,0-5 54 0 0,27 149 264 0 0,-12-84-207 0 0,2-3 63 0 0,-7-34-44 0 0,0-8 6 0 0,-11-47-116 0 0,-4-8-55 0 0,0 0 0 0 0,-1-1-1 0 0,1 2 1 0 0,0-1-1 0 0,-1 0 1 0 0,1 0-1 0 0,-1 0 1 0 0,1 0 0 0 0,-1 2-1 0 0,0-3-1 0 0,0 0 0 0 0,0 0 0 0 0,0 0 0 0 0,0 0 0 0 0,0 0 0 0 0,0 0 0 0 0,0 0 0 0 0,0 0 0 0 0,0 0 0 0 0,0 0 0 0 0,0 0 0 0 0,0-1 0 0 0,0 1 0 0 0,0 0 0 0 0,0 0 0 0 0,0 0 0 0 0,0 0 0 0 0,0 0 0 0 0,0 0 0 0 0,0 0 0 0 0,0 0 0 0 0,0 0 0 0 0,0 0 0 0 0,0 0 0 0 0,0 0-1 0 0,0 0 1 0 0,1 0 0 0 0,-1 0 0 0 0,0 0 0 0 0,0 0 0 0 0,0 0 0 0 0,0-1 0 0 0,0 1 0 0 0,0 0 0 0 0,0 0 0 0 0,0 0 0 0 0,0 0 0 0 0,0 0 0 0 0,0 0 0 0 0,0 0 0 0 0,0 0 0 0 0,0 0 0 0 0,0 0 0 0 0,0 0 0 0 0,0 0 0 0 0,0 0 0 0 0,1 0 0 0 0,-1 0 0 0 0,0 0 0 0 0,0 0 0 0 0,0 0 0 0 0,0 0 0 0 0,0 0 0 0 0,0 0 0 0 0,0 0 0 0 0,0 0 0 0 0,0 0-1 0 0,0 0 1 0 0,0 0 0 0 0,0 0 0 0 0,0 0 0 0 0,0 0 0 0 0,0 1 0 0 0,0-1 0 0 0,2-6-1010 0 0,-2 1-377 0 0,1 1 0 0 0,-1 0 0 0 0,1 0 0 0 0,1-4 0 0 0,0-2-5118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18:17.54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522 82 4081 0 0,'0'0'18245'0'0,"-31"-6"-17495"0"0,-94-18-208 0 0,67 11-25 0 0,45 9-375 0 0,8 3-92 0 0,-152-31 291 0 0,130 30-1589 0 0,-39 2 0 0 0,46 1-3070 0 0,0-1-3403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18:18.1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 24 5137 0 0,'0'0'21618'0'0,"-1"-5"-21557"0"0,0-4-49 0 0,-1 0-96 0 0,6 21-112 0 0,13 54 156 0 0,17 59 138 0 0,-22-81-87 0 0,9 25 3 0 0,24 65 17 0 0,-36-108-21 0 0,-1 1 0 0 0,9 49 0 0 0,-16-67-2 0 0,2 7-47 0 0,-1 24 333 0 0,-2-47 570 0 0,0-31-352 0 0,-1 15-457 0 0,1-1 1 0 0,1 1-1 0 0,7-39 1 0 0,-8 61-48 0 0,0 0 0 0 0,0 0 0 0 0,1-1 0 0 0,-1 1 0 0 0,0 0 0 0 0,1 0 0 0 0,-1 0 0 0 0,1-1 0 0 0,0 1 0 0 0,-1 0 0 0 0,1 0 0 0 0,0 0 0 0 0,-1 0 0 0 0,1 0 0 0 0,0 0 0 0 0,0 0 0 0 0,0 1 0 0 0,0-1 0 0 0,0 0 0 0 0,0 0 0 0 0,0 1 0 0 0,0-1 0 0 0,0 0 0 0 0,1 1 0 0 0,-1-1 0 0 0,0 1 0 0 0,0 0 0 0 0,0-1 0 0 0,1 1 0 0 0,-1 0 0 0 0,0 0 0 0 0,0 0 0 0 0,1 0 0 0 0,1 0 0 0 0,3 0-32 0 0,0 1 0 0 0,0 0 0 0 0,0 0 0 0 0,0 0 0 0 0,0 1 1 0 0,0 0-1 0 0,-1 0 0 0 0,1 1 0 0 0,7 3 0 0 0,8 7-12 0 0,20 16-1 0 0,1 0-5 0 0,8 4-14 0 0,-22-14-361 0 0,44 22 1 0 0,-69-39 147 0 0,0-1 0 0 0,0 1 1 0 0,0 1-1 0 0,0-1 0 0 0,0 0 0 0 0,0 1 1 0 0,0 0-1 0 0,2 3 0 0 0,5 7-8777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19:39.4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1 0 0 0,'-2'8'24559'0'0,"2"-5"-24679"0"0,1 5 126 0 0,-1 0 0 0 0,2 0 0 0 0,-1 0 1 0 0,5 14-1 0 0,3 11 24 0 0,-6-17-3 0 0,10 66 231 0 0,-5-23 33 0 0,-6-41-73 0 0,7 34-1 0 0,1 5 163 0 0,-8-44-262 0 0,0 0 1 0 0,7 19-1 0 0,-5-18-12 0 0,4 22 1 0 0,-4-19-86 0 0,-3-16-9 0 0,-1 0 8 0 0,-2-10-1037 0 0,-24-40-6818 0 0,21 35 1611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19:39.9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80 0 0 0,'0'0'16976'0'0,"13"-12"-16626"0"0,40-38-100 0 0,-50 47-221 0 0,0 0 1 0 0,1 1-1 0 0,-1-1 1 0 0,6-2-1 0 0,-8 5-22 0 0,-1-1-1 0 0,1 1 0 0 0,0 0 0 0 0,0 0 1 0 0,-1 0-1 0 0,1-1 0 0 0,0 1 0 0 0,0 0 1 0 0,0 0-1 0 0,-1 0 0 0 0,1 0 0 0 0,1 1 1 0 0,5-1 16 0 0,20 0 28 0 0,0 1 0 0 0,48 8 1 0 0,-66-7-37 0 0,-1 0 0 0 0,0 0 0 0 0,0 1 0 0 0,0 0 1 0 0,0 0-1 0 0,-1 1 0 0 0,1 0 0 0 0,-1 0 1 0 0,0 1-1 0 0,0 0 0 0 0,0 0 0 0 0,-1 1 0 0 0,9 9 1 0 0,-12-12-1 0 0,0 1 0 0 0,-1 0 1 0 0,1 0-1 0 0,-1 1 0 0 0,0-1 1 0 0,0 0-1 0 0,0 1 1 0 0,-1-1-1 0 0,0 1 0 0 0,0 0 1 0 0,0-1-1 0 0,0 1 0 0 0,0 0 1 0 0,-1 0-1 0 0,0-1 1 0 0,-1 9-1 0 0,1-11 10 0 0,-1-1 0 0 0,1 1 0 0 0,-1 0 0 0 0,0-1 0 0 0,0 1 0 0 0,1 0 0 0 0,-1-1 0 0 0,0 1 0 0 0,0-1 0 0 0,0 1 0 0 0,-1-1 0 0 0,1 1 0 0 0,0-1 0 0 0,-3 2 0 0 0,-22 15 432 0 0,23-16-402 0 0,-7 4 109 0 0,0-1 1 0 0,-1 0 0 0 0,0-1-1 0 0,0 0 1 0 0,0 0 0 0 0,-17 2-1 0 0,5-2 38 0 0,0-2-1 0 0,-29 0 0 0 0,47-2-286 0 0,0-1 1 0 0,0 0-1 0 0,-1 0 0 0 0,1 0 0 0 0,0 0 1 0 0,0-1-1 0 0,0 0 0 0 0,0 0 0 0 0,-5-3 1 0 0,-12-8-3049 0 0,-1 0-6386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19:41.2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0 421 0 0 0,'0'0'17220'0'0,"18"-8"-16582"0"0,56-23 27 0 0,-44 16 306 0 0,-25 11-639 0 0,-1 2-139 0 0,-1-1 0 0 0,0 1 0 0 0,1-1 1 0 0,-1 0-1 0 0,0 0 0 0 0,0 0 1 0 0,-1-1-1 0 0,1 1 0 0 0,-1 0 0 0 0,0-1 1 0 0,1 0-1 0 0,-2 1 0 0 0,1-1 1 0 0,0 0-1 0 0,-1 0 0 0 0,0 0 1 0 0,2-7-1 0 0,-1 0-2 0 0,-1 0 1 0 0,0 0-1 0 0,-1 0 0 0 0,0-1 1 0 0,-3-16-1 0 0,2 20-89 0 0,-1 0 0 0 0,0 0 0 0 0,-1 0 0 0 0,0 0 0 0 0,0 0 0 0 0,-1 1 0 0 0,-7-13 0 0 0,-9-15 668 0 0,17 31-517 0 0,1-1-6 0 0,2 4-175 0 0,-11 4-897 0 0,-1 2 782 0 0,11-5 42 0 0,0 0-1 0 0,0 1 0 0 0,0-1 1 0 0,0 0-1 0 0,0 1 0 0 0,0-1 1 0 0,0 0-1 0 0,0 1 0 0 0,0-1 0 0 0,0 1 1 0 0,0-1-1 0 0,0 1 0 0 0,1 0 1 0 0,-1-1-1 0 0,-1 2 0 0 0,-16 10-75 0 0,16-10 71 0 0,0-1 0 0 0,0 1 0 0 0,0 0 0 0 0,0 0 0 0 0,1 0 0 0 0,-3 2 0 0 0,3-2 4 0 0,0 0-1 0 0,-1 0 1 0 0,0 0 0 0 0,1 0 0 0 0,-1-1 0 0 0,0 1 0 0 0,-3 1 0 0 0,4-2 0 0 0,0 0-1 0 0,0 0 1 0 0,0-1-1 0 0,0 1 1 0 0,0 0 0 0 0,0 0-1 0 0,0 0 1 0 0,1 0-1 0 0,-1 0 1 0 0,0 0 0 0 0,0 0-1 0 0,1 0 1 0 0,-1 0-1 0 0,1 0 1 0 0,-1 3-1 0 0,0-3 1 0 0,1 0 0 0 0,0 0 0 0 0,0 1-1 0 0,0-1 1 0 0,-1 0 0 0 0,1 0-1 0 0,-1 0 1 0 0,1 0 0 0 0,-1 0 0 0 0,-1 2-1 0 0,2-2 2 0 0,-1 0 0 0 0,0 1 0 0 0,1-1-1 0 0,-1 0 1 0 0,1 0 0 0 0,-1 0 0 0 0,1 1-1 0 0,0-1 1 0 0,0 0 0 0 0,-1 3 0 0 0,1-2 21 0 0,1 1 1 0 0,-1-1-1 0 0,1 1 1 0 0,0-1-1 0 0,0 1 0 0 0,0-1 1 0 0,0 0-1 0 0,0 1 1 0 0,0-1-1 0 0,1 0 1 0 0,-1 0-1 0 0,1 0 1 0 0,1 2-1 0 0,26 25 142 0 0,-28-27-165 0 0,28 22 33 0 0,-21-18-44 0 0,0-1 0 0 0,0 0 1 0 0,18 8-1 0 0,-14-7-7 0 0,0-1 29 0 0,0 0 0 0 0,0-1 0 0 0,1-1 0 0 0,-1 0 0 0 0,1-1 0 0 0,0 0 0 0 0,0-1 0 0 0,-1 0 0 0 0,1-1 0 0 0,19-2 0 0 0,-21 0-46 0 0,0 0 1 0 0,-1-1 0 0 0,1 0 0 0 0,-1 0-1 0 0,15-8 1 0 0,-10 4-139 0 0,21-6-1 0 0,-29 12 117 0 0,4-3-94 0 0,1 1-1 0 0,0 1 1 0 0,0 0 0 0 0,20-1-1 0 0,-29 2-300 0 0,-8-6 247 0 0,-29-34 136 0 0,21 23 187 0 0,12 16-96 0 0,0 1 1 0 0,0-1-1 0 0,0 0 0 0 0,0 0 1 0 0,0 0-1 0 0,0 0 0 0 0,0-3 1 0 0,-3-6 92 0 0,1 5-23 0 0,1 1 0 0 0,0-1 0 0 0,0 0 1 0 0,1 0-1 0 0,0 0 0 0 0,-1-9 0 0 0,1 1 113 0 0,3-25 0 0 0,-2 35-202 0 0,1 0-1 0 0,0 1 1 0 0,0-1-1 0 0,0 0 1 0 0,0 1-1 0 0,1-1 1 0 0,-1 0-1 0 0,1 1 1 0 0,0 0 0 0 0,0-1-1 0 0,1 1 1 0 0,-1 0-1 0 0,0 0 1 0 0,1 0-1 0 0,0 1 1 0 0,0-1-1 0 0,6-4 1 0 0,-4 4-118 0 0,-1 0 1 0 0,1 0-1 0 0,0 1 0 0 0,0-1 0 0 0,1 1 1 0 0,-1 0-1 0 0,0 1 0 0 0,1 0 1 0 0,-1-1-1 0 0,1 2 0 0 0,9-2 1 0 0,-6 2-180 0 0,-4 0 54 0 0,-1 0 1 0 0,0 0-1 0 0,0 0 1 0 0,1 0-1 0 0,-1 1 1 0 0,0-1-1 0 0,0 1 0 0 0,0 0 1 0 0,0 1-1 0 0,0-1 1 0 0,8 4-1 0 0,-9-2-144 0 0,31 19-3957 0 0,-14-4-3433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19:41.7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0 0 0 0,'0'0'18491'0'0,"-2"4"-18382"0"0,-6 10 11 0 0,7-12-29 0 0,0-1 0 0 0,1 1-1 0 0,-1 0 1 0 0,1-1 0 0 0,0 1 0 0 0,-1 0 0 0 0,1-1 0 0 0,0 1-1 0 0,0 0 1 0 0,0 0 0 0 0,0-1 0 0 0,1 3 0 0 0,-1 3 420 0 0,1-4-402 0 0,-1 0-1 0 0,0 0 0 0 0,1 0 1 0 0,-1-1-1 0 0,1 1 1 0 0,0 0-1 0 0,0-1 0 0 0,0 1 1 0 0,0-1-1 0 0,1 1 0 0 0,1 3 1 0 0,3 2 204 0 0,14 15 0 0 0,-13-16-263 0 0,-1 0 1 0 0,7 10-1 0 0,-5-9-145 0 0,-7-7 5 0 0,0-1 0 0 0,-1 1 1 0 0,1-1-1 0 0,0 1 1 0 0,-1-1-1 0 0,1 1 0 0 0,0 0 1 0 0,-1-1-1 0 0,1 1 0 0 0,-1 0 1 0 0,1-1-1 0 0,-1 1 0 0 0,1 0 1 0 0,-1 0-1 0 0,0 0 1 0 0,1 0-1 0 0,-1-1 0 0 0,0 1 1 0 0,0 0-1 0 0,1 1 0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19:41.9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0 5265 0 0,'0'0'17021'0'0,"1"7"-21326"0"0,0-3 3799 0 0,0 0 0 0 0,-1-1 0 0 0,0 1 0 0 0,0 0 1 0 0,-1 7-1 0 0,-5 14-8704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19:42.5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 1 1936 0 0,'0'0'17169'0'0,"15"0"-17115"0"0,45 0-28 0 0,-57 0-24 0 0,0 0-1 0 0,0 1 0 0 0,0-1 0 0 0,0 1 1 0 0,3 0-1 0 0,4 6-3 0 0,-5-3-2 0 0,8 5-25 0 0,-1 1-1 0 0,1 0 1 0 0,-2 0 0 0 0,1 1 0 0 0,-2 1 0 0 0,1 0 0 0 0,8 14-1 0 0,-17-22-2 0 0,0 0-1 0 0,0 0 1 0 0,0 0-1 0 0,-1 0 0 0 0,0 0 1 0 0,0 1-1 0 0,0-1 1 0 0,0 0-1 0 0,0 1 1 0 0,-1-1-1 0 0,0 0 0 0 0,0 1 1 0 0,-1 4-1 0 0,0-5 40 0 0,0-1 0 0 0,0 0 0 0 0,-1 0 0 0 0,1 0 0 0 0,-1 0 0 0 0,1 0 0 0 0,-1-1 0 0 0,0 1 0 0 0,0 0 0 0 0,-1-1 0 0 0,-3 4 0 0 0,2-3 96 0 0,0 0 0 0 0,0 0 0 0 0,0 0 0 0 0,0-1 0 0 0,-1 0-1 0 0,1 0 1 0 0,-1 0 0 0 0,0 0 0 0 0,1-1 0 0 0,-10 2 0 0 0,5-2 221 0 0,-1 0 0 0 0,1 0 0 0 0,0-1 0 0 0,-17-3 0 0 0,20 3-206 0 0,1-2 0 0 0,-1 1 0 0 0,1-1 0 0 0,-1 0 0 0 0,1 0 0 0 0,0 0 0 0 0,0-1 0 0 0,-6-4 0 0 0,-1-1 80 0 0,1 0 0 0 0,-11-12 0 0 0,18 16-118 0 0,0 0 1 0 0,0-1-1 0 0,0 0 1 0 0,1 0 0 0 0,0 0-1 0 0,0 0 1 0 0,1 0-1 0 0,-1 0 1 0 0,1-1-1 0 0,0 1 1 0 0,1-1-1 0 0,-1 0 1 0 0,1 0-1 0 0,-1-10 1 0 0,2 13-166 0 0,-1 0-1 0 0,1-1 1 0 0,0 1 0 0 0,1 0 0 0 0,-1-1 0 0 0,1 1 0 0 0,-1 0 0 0 0,1-1 0 0 0,0 1-1 0 0,0 0 1 0 0,0 0 0 0 0,0 0 0 0 0,1 0 0 0 0,0 0 0 0 0,-1 0 0 0 0,1 0-1 0 0,0 0 1 0 0,0 1 0 0 0,0-1 0 0 0,1 1 0 0 0,-1 0 0 0 0,1-1 0 0 0,-1 1-1 0 0,1 0 1 0 0,0 0 0 0 0,5-2 0 0 0,-6 3-490 0 0,1 0 0 0 0,0 0 0 0 0,0 1 0 0 0,0-1 1 0 0,0 1-1 0 0,-1 0 0 0 0,1-1 0 0 0,0 1 0 0 0,0 1 0 0 0,6 0 0 0 0,14 5-8148 0 0,-14-2 1872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19:43.3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224 517 0 0 0,'0'0'19772'0'0,"-29"-19"-19605"0"0,-88-54-68 0 0,87 55-61 0 0,24 17 5 0 0,3 1-8 0 0,2 0-29 0 0,0 1 0 0 0,0-1 0 0 0,0 0 1 0 0,0 0-1 0 0,-1 0 0 0 0,1 1 0 0 0,0-1 1 0 0,0 0-1 0 0,0 1 0 0 0,0-1 0 0 0,0 1 1 0 0,1-1-1 0 0,-1 1 0 0 0,0 0 0 0 0,0-1 1 0 0,0 1-1 0 0,-1 2 0 0 0,0-1 2 0 0,1 0 0 0 0,-1 0 0 0 0,1 0 0 0 0,-1 1 0 0 0,1-1 0 0 0,0 1 0 0 0,-1 2-1 0 0,0 2 83 0 0,1 1 0 0 0,-1-1-1 0 0,1 0 1 0 0,0 14 0 0 0,1-17-21 0 0,0 0 1 0 0,1 0-1 0 0,0 0 1 0 0,0 0-1 0 0,0-1 1 0 0,0 1-1 0 0,1 0 1 0 0,-1 0 0 0 0,1-1-1 0 0,4 7 1 0 0,1 0 87 0 0,0 0 0 0 0,12 11 0 0 0,-7-8-117 0 0,0-1 0 0 0,1 0-1 0 0,1-1 1 0 0,-1 0 0 0 0,19 10 0 0 0,-30-20 8 0 0,0 0 0 0 0,0 0 0 0 0,-1-1 0 0 0,1 1 0 0 0,0-1 0 0 0,0 1 1 0 0,0-1-1 0 0,0 0 0 0 0,-1 0 0 0 0,1 1 0 0 0,0-1 0 0 0,0 0 0 0 0,3-1 0 0 0,-4 1-9 0 0,0-1-1 0 0,1 1 0 0 0,-1-1 0 0 0,0 1 1 0 0,0-1-1 0 0,1 0 0 0 0,-1 1 1 0 0,0-1-1 0 0,0 0 0 0 0,0 0 0 0 0,0 0 1 0 0,0 0-1 0 0,0 0 0 0 0,0 0 0 0 0,0 0 1 0 0,-1 0-1 0 0,1 0 0 0 0,0 0 0 0 0,0-2 1 0 0,2-3 18 0 0,1-2-48 0 0,0 0-1 0 0,0-1 0 0 0,-1 1 0 0 0,0-1 0 0 0,3-12 0 0 0,-2-20-199 0 0,-2 1-1 0 0,-4-68 1 0 0,-1 76 82 0 0,-11-51 1 0 0,0 6 13 0 0,0 8 91 0 0,12 54 9 0 0,-6-17 1 0 0,5 22 64 0 0,0 0 1 0 0,1 0-1 0 0,0 0 1 0 0,0-14 0 0 0,1 12-276 0 0,0 22-2190 0 0,5 141 2506 0 0,-1-109 100 0 0,14 66 0 0 0,-4-46-99 0 0,21 78 57 0 0,-28-124-192 0 0,1 1 0 0 0,1-1 0 0 0,0-1 0 0 0,1 1 0 0 0,1-2 0 0 0,20 25 0 0 0,-28-36-139 0 0,1-1 0 0 0,-1 1 0 0 0,1-1 1 0 0,-1 1-1 0 0,1-1 0 0 0,0 0 1 0 0,0 0-1 0 0,5 3 0 0 0,8-2-8846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19:43.7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1 8178 0 0,'0'0'15694'0'0,"-1"2"-15742"0"0,1-1 22 0 0,-1 0-1 0 0,1 0 1 0 0,-1 0 0 0 0,1 0 0 0 0,0 0-1 0 0,-1 0 1 0 0,1 0 0 0 0,0 0 0 0 0,0 0-1 0 0,0 1 1 0 0,0-1 0 0 0,0 0 0 0 0,0 0-1 0 0,0 0 1 0 0,0 0 0 0 0,1 0 0 0 0,-1 1 0 0 0,0-1-1 0 0,1 0 1 0 0,-1 0 0 0 0,1 1 0 0 0,2 6 57 0 0,3 10-373 0 0,1 0-1 0 0,0-1 0 0 0,20 32 0 0 0,-13-34-2268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19:43.9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11883 0 0,'0'0'12041'0'0,"4"3"-14879"0"0,-2-2 2614 0 0,-1 0 1 0 0,1 1-1 0 0,-1-1 0 0 0,1 1 1 0 0,-1 0-1 0 0,0-1 0 0 0,1 1 1 0 0,-1 0-1 0 0,0 0 1 0 0,0 0-1 0 0,0 0 0 0 0,-1 0 1 0 0,1 0-1 0 0,0 0 0 0 0,-1 0 1 0 0,1 0-1 0 0,-1 0 1 0 0,0 0-1 0 0,0 0 0 0 0,0 0 1 0 0,0 4-1 0 0,-3 19-8552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19:44.6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178 70 5729 0 0,'0'0'19128'0'0,"-6"-13"-18981"0"0,-18-38-59 0 0,20 46-182 0 0,2 7-171 0 0,1 10-421 0 0,0-3 380 0 0,-1-6 303 0 0,-1 0 0 0 0,1 0 0 0 0,0 0 0 0 0,-4 4-1 0 0,5-6 3 0 0,0 0 0 0 0,0-1 0 0 0,0 1 0 0 0,0 0 0 0 0,-1 0-1 0 0,1-1 1 0 0,0 1 0 0 0,0 0 0 0 0,0-1 0 0 0,-1 1-1 0 0,1-1 1 0 0,0 0 0 0 0,-1 1 0 0 0,-1-1 0 0 0,-1 1 7 0 0,0 1 0 0 0,0-1 0 0 0,0 1 0 0 0,-5 2 0 0 0,-4 2-2 0 0,9-5 1 0 0,1 1-1 0 0,-1-1 0 0 0,1 1 0 0 0,-1 0 0 0 0,1 0 0 0 0,0 1 1 0 0,0-1-1 0 0,-1 0 0 0 0,2 1 0 0 0,-1 0 0 0 0,0 0 0 0 0,1 0 0 0 0,-1 0 1 0 0,1 0-1 0 0,0 0 0 0 0,-3 6 0 0 0,-1 4 50 0 0,5-12-36 0 0,1 1 0 0 0,-1 0-1 0 0,0 0 1 0 0,0 0 0 0 0,1 0-1 0 0,-1-1 1 0 0,1 1-1 0 0,-1 0 1 0 0,1 0 0 0 0,0 3-1 0 0,-1 1 106 0 0,1-5-79 0 0,0 0 0 0 0,0 0 1 0 0,0 0-1 0 0,0 0 0 0 0,0 1 0 0 0,0-1 0 0 0,0 0 1 0 0,0 0-1 0 0,0 0 0 0 0,0 0 0 0 0,1 0 0 0 0,-1 0 1 0 0,0 0-1 0 0,1 1 0 0 0,-1-1 0 0 0,1 0 0 0 0,-1 0 1 0 0,1 0-1 0 0,1 1 0 0 0,22 21 557 0 0,-2-11-454 0 0,1-1 0 0 0,-1-1 0 0 0,2-1 0 0 0,31 9 0 0 0,-6-7-109 0 0,57 7 0 0 0,-85-15-786 0 0,0-1-1 0 0,0-1 1 0 0,24-2-1 0 0,-28-4-5928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19:45.4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1 1928 0 0,'0'0'22524'0'0,"-3"0"-22417"0"0,3 0-106 0 0,-1 0 1 0 0,1 0-1 0 0,0 0 1 0 0,-1 1-1 0 0,1-1 1 0 0,-1 0-1 0 0,1 0 1 0 0,-1 0-1 0 0,1 0 1 0 0,-1 1-1 0 0,1-1 1 0 0,-1 0-1 0 0,1 0 0 0 0,0 1 1 0 0,-1-1-1 0 0,1 0 1 0 0,0 1-1 0 0,-1-1 1 0 0,0 1-1 0 0,1 0-9 0 0,0 0 0 0 0,-1 0 0 0 0,1 0 0 0 0,0 0 0 0 0,0 0 0 0 0,0 0 0 0 0,0 0-1 0 0,0 0 1 0 0,0 0 0 0 0,0 0 0 0 0,0 0 0 0 0,0-1 0 0 0,1 3 0 0 0,1 5 77 0 0,0 0 1 0 0,1 0 0 0 0,0 0 0 0 0,7 12 0 0 0,20 30 75 0 0,-29-49-145 0 0,11 15-442 0 0,1 0 1 0 0,19 19-1 0 0,-29-33 1 0 0,1 0 1403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19:45.6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1 13931 0 0,'0'0'12287'0'0,"2"9"-17575"0"0,-4 4 1272 0 0,-2-1-3384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19:46.2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19 5249 0 0,'0'0'19874'0'0,"1"-2"-19784"0"0,-1 2-91 0 0,0 0-1 0 0,0-1 0 0 0,0 1 0 0 0,0 0 0 0 0,0 0 0 0 0,0-1 1 0 0,0 1-1 0 0,0 0 0 0 0,0 0 0 0 0,0-1 0 0 0,1 1 0 0 0,-1 0 1 0 0,0 0-1 0 0,0-1 0 0 0,0 1 0 0 0,0 0 0 0 0,0 0 0 0 0,1 0 1 0 0,-1-1-1 0 0,0 1 0 0 0,0 0 0 0 0,0 0 0 0 0,1 0 0 0 0,-1 0 1 0 0,0-1-1 0 0,0 1 0 0 0,1 0 0 0 0,-1 0 0 0 0,0 0 0 0 0,0 0 1 0 0,1 0-1 0 0,-1 0 0 0 0,0 0 0 0 0,1 0 0 0 0,8 6-249 0 0,-2-2 173 0 0,9 9-36 0 0,-1 1 0 0 0,0 0-1 0 0,-1 0 1 0 0,17 24 0 0 0,0 0 64 0 0,-19-25 35 0 0,-2-1-15 0 0,0 0-1 0 0,16 12 1 0 0,-26-24 71 0 0,0 0 0 0 0,0 0-1 0 0,1 0 1 0 0,-1 0 0 0 0,0 0 0 0 0,0 0-1 0 0,0 0 1 0 0,1 0 0 0 0,-1 0 0 0 0,0 0-1 0 0,0 0 1 0 0,0-1 0 0 0,1 1 0 0 0,-1 0-1 0 0,0 0 1 0 0,0 0 0 0 0,0 0 0 0 0,1 0-1 0 0,-1 0 1 0 0,0 0 0 0 0,0 0 0 0 0,0-1-1 0 0,0 1 1 0 0,0 0 0 0 0,1 0 0 0 0,-1 0-1 0 0,0 0 1 0 0,0-1 0 0 0,0 1-1 0 0,0 0 1 0 0,0 0 0 0 0,0 0 0 0 0,0-1-1 0 0,0 1 1 0 0,1 0 0 0 0,5-15 212 0 0,5-19-407 0 0,17-89-16 0 0,-27 120 174 0 0,0 0-1 0 0,0-1 0 0 0,0 1 0 0 0,1 0 0 0 0,-1 0 0 0 0,1 0 0 0 0,0 0 0 0 0,0 1 0 0 0,2-4 0 0 0,-2 5-42 0 0,-1 1-1 0 0,1-1 1 0 0,-1 1-1 0 0,1 0 1 0 0,0-1-1 0 0,-1 1 0 0 0,1 0 1 0 0,0 0-1 0 0,-1 0 1 0 0,1 0-1 0 0,0 0 1 0 0,-1 0-1 0 0,1 1 1 0 0,0-1-1 0 0,-1 0 1 0 0,1 1-1 0 0,-1 0 1 0 0,2 0-1 0 0,9 6-194 0 0,-1 1 0 0 0,-1 1-1 0 0,1 0 1 0 0,16 18 0 0 0,-2-1-82 0 0,-9-11 49 0 0,51 51-2989 0 0,-58-51-605 0 0,-5-5-4445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19:46.7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 0 0 0,'0'0'23590'0'0,"2"-2"-23608"0"0,3-3-52 0 0,-3 6-109 0 0,1 14-137 0 0,-2-9 313 0 0,23 124 77 0 0,-23-123-75 0 0,86 305 154 0 0,-55-235-139 0 0,-6-17-70 0 0,-23-52 37 0 0,0 0-30 0 0,0 0 0 0 0,0 0 0 0 0,2 12 0 0 0,0 6-204 0 0,-4-21-3102 0 0,0-26-9847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19:47.2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 1 10098 0 0,'0'0'15509'0'0,"-2"0"-15499"0"0,2 0-20 0 0,0 0 0 0 0,-1 0 0 0 0,1 0 0 0 0,-1 0 0 0 0,1 0 0 0 0,-1 0 0 0 0,1 0 0 0 0,0 1 0 0 0,-1-1 0 0 0,1 0 0 0 0,-1 0 0 0 0,1 0 0 0 0,0 1 0 0 0,-1-1-1 0 0,1 0 1 0 0,-1 0 0 0 0,1 1 0 0 0,0-1 0 0 0,-1 0 0 0 0,1 1 0 0 0,0-1 0 0 0,-1 1 0 0 0,-4 12-328 0 0,3-10 358 0 0,-3 8-61 0 0,4-9 27 0 0,0 0 1 0 0,0 0 0 0 0,0 0-1 0 0,0 1 1 0 0,1-1 0 0 0,-1 0-1 0 0,0 4 1 0 0,-2 12-83 0 0,0 12-92 0 0,3-26 156 0 0,-1-1-8 0 0,1 0 1 0 0,0 0-1 0 0,1-1 0 0 0,-1 1 1 0 0,2 5-1 0 0,-2-7 53 0 0,1 1 0 0 0,-1-1 0 0 0,1 0 0 0 0,0 0 0 0 0,0 0 0 0 0,-1 0 0 0 0,1 0 0 0 0,0 0 0 0 0,0 0 0 0 0,0 0 0 0 0,0 0 1 0 0,0 0-1 0 0,0-1 0 0 0,1 1 0 0 0,0 0 0 0 0,15 7 78 0 0,-1-2 0 0 0,1 0 0 0 0,0-1 0 0 0,0 0 0 0 0,19 2 0 0 0,21 5-24 0 0,-9 0-88 0 0,105 33-407 0 0,-144-42-817 0 0,11 5 2333 0 0,-12-2-5662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19:49.0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 98 2441 0 0,'0'0'11807'0'0,"2"1"-11847"0"0,0 1 45 0 0,-1 0 0 0 0,1 0-1 0 0,-1 0 1 0 0,1 0-1 0 0,-1 0 1 0 0,0 1 0 0 0,0-1-1 0 0,0 0 1 0 0,0 1 0 0 0,0-1-1 0 0,0 1 1 0 0,-1-1-1 0 0,1 1 1 0 0,-1 3 0 0 0,7 18 363 0 0,-3-12 150 0 0,5 20 0 0 0,-3-8 103 0 0,19 63 1456 0 0,-6-12-1018 0 0,-6-21-548 0 0,0 18 2 0 0,-6-30-350 0 0,-6-32-130 0 0,0 0 0 0 0,0 16 624 0 0,-7-36 894 0 0,-63-175-1970 0 0,50 131 68 0 0,-17-67-229 0 0,36 119 571 0 0,-6-22-121 0 0,2 1 0 0 0,1-1 1 0 0,1 0-1 0 0,1-26 0 0 0,1 46 89 0 0,0 0 0 0 0,1 0 0 0 0,-1 0-1 0 0,1 1 1 0 0,0-1 0 0 0,0 0-1 0 0,1 0 1 0 0,-1 1 0 0 0,1-1-1 0 0,0 1 1 0 0,0-1 0 0 0,0 1 0 0 0,0 0-1 0 0,0 0 1 0 0,1 0 0 0 0,-1 0-1 0 0,1 0 1 0 0,0 1 0 0 0,0-1-1 0 0,0 1 1 0 0,0-1 0 0 0,1 1 0 0 0,-1 0-1 0 0,0 1 1 0 0,1-1 0 0 0,0 0-1 0 0,-1 1 1 0 0,1 0 0 0 0,0 0-1 0 0,0 0 1 0 0,-1 0 0 0 0,8 0 0 0 0,-4 1-91 0 0,1 0 1 0 0,0 1 0 0 0,0-1 0 0 0,0 1-1 0 0,0 1 1 0 0,-1 0 0 0 0,1 0 0 0 0,11 5 0 0 0,-9-2 60 0 0,1 0 1 0 0,-1 1-1 0 0,-1 0 0 0 0,1 1 1 0 0,10 9-1 0 0,-15-13 31 0 0,-1 1-1 0 0,0 1 1 0 0,0-1-1 0 0,0 0 1 0 0,0 1-1 0 0,-1 0 1 0 0,0 0 0 0 0,0 0-1 0 0,0 0 1 0 0,0 1-1 0 0,-1-1 1 0 0,0 1-1 0 0,0-1 1 0 0,0 1-1 0 0,-1 0 1 0 0,0 0-1 0 0,0 0 1 0 0,-1-1 0 0 0,1 1-1 0 0,-1 0 1 0 0,0 0-1 0 0,-1 0 1 0 0,-1 7-1 0 0,2-12 0 0 0,-1 1 1 0 0,1 0-1 0 0,-1-1 0 0 0,0 1 0 0 0,0-1 0 0 0,1 1 0 0 0,-1-1 0 0 0,0 1 0 0 0,0-1 0 0 0,-1 0 1 0 0,1 1-1 0 0,0-1 0 0 0,-3 2 0 0 0,1-1-56 0 0,0 1 1 0 0,-1-1-1 0 0,1 0 0 0 0,-1-1 0 0 0,-6 3 1 0 0,0-1-254 0 0,0 0 0 0 0,-1-1 0 0 0,-18 2 0 0 0,-15-1-2575 0 0,15-1-3300 0 0,25-1 4842 0 0,-7 0-2486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19:51.5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16 172 0 0 0,'0'0'5633'0'0,"20"-5"-4354"0"0,59-16-55 0 0,-75 20-1078 0 0,-1 0-1 0 0,0 0 1 0 0,0 0-1 0 0,0-1 1 0 0,3-2-1 0 0,-5 4-102 0 0,-1 0-1 0 0,0 0 1 0 0,0 0-1 0 0,1-1 1 0 0,-1 1-1 0 0,0 0 1 0 0,0-1-1 0 0,0 1 1 0 0,1 0-1 0 0,-1 0 1 0 0,0-1-1 0 0,0 1 1 0 0,0 0-1 0 0,0-1 1 0 0,1 1-1 0 0,-1 0 1 0 0,0-1 0 0 0,0 1-1 0 0,0 0 1 0 0,0-1-1 0 0,0 1 1 0 0,0-4 425 0 0,3-5 523 0 0,-1 0 0 0 0,-1 0 0 0 0,0 0 0 0 0,0 0-1 0 0,-1-15 1 0 0,0 14-341 0 0,-1 7-541 0 0,1 1 0 0 0,-1-1 0 0 0,0 1 0 0 0,0 0 0 0 0,0-1 1 0 0,0 1-1 0 0,0 0 0 0 0,0 0 0 0 0,0 0 0 0 0,-1-1 0 0 0,1 1 0 0 0,-1 1 1 0 0,0-1-1 0 0,0 0 0 0 0,1 0 0 0 0,-1 1 0 0 0,0-1 0 0 0,-3-1 0 0 0,4 2-61 0 0,0 1-1 0 0,-1-1 1 0 0,1 0-1 0 0,-1 1 0 0 0,1-1 1 0 0,-1 1-1 0 0,1 0 0 0 0,-1-1 1 0 0,1 1-1 0 0,-1 0 1 0 0,1 0-1 0 0,-1 0 0 0 0,0 0 1 0 0,1 0-1 0 0,-1 0 0 0 0,-2 1 1 0 0,1 0-69 0 0,-1 0 0 0 0,1 0 1 0 0,0 0-1 0 0,0 0 0 0 0,0 1 0 0 0,-5 2 1 0 0,-13 15-27 0 0,19-17 57 0 0,1-1 1 0 0,-1 1-1 0 0,0-1 0 0 0,1 1 1 0 0,-1 0-1 0 0,1-1 1 0 0,-2 4-1 0 0,-6 7 40 0 0,8-11-31 0 0,-1 0-1 0 0,1 1 1 0 0,1-1-1 0 0,-1 1 1 0 0,0-1 0 0 0,0 1-1 0 0,-1 3 1 0 0,-4 8 115 0 0,5-10-78 0 0,0 0 0 0 0,0 0 0 0 0,0 1 0 0 0,0-1 0 0 0,1 0 1 0 0,-1 0-1 0 0,1 0 0 0 0,0 1 0 0 0,0-1 0 0 0,0 0 0 0 0,1 5 0 0 0,-1 2 170 0 0,0-7-167 0 0,0 0 0 0 0,0 1 1 0 0,0-1-1 0 0,0 0 0 0 0,1 1 0 0 0,0-1 1 0 0,-1 0-1 0 0,1 0 0 0 0,0 0 0 0 0,1 1 1 0 0,-1-1-1 0 0,1 0 0 0 0,-1 0 1 0 0,1-1-1 0 0,4 6 0 0 0,3 3 32 0 0,0-1 0 0 0,1-1 0 0 0,0 0 0 0 0,0 0-1 0 0,1-1 1 0 0,23 13 0 0 0,-13-10-104 0 0,0-1-1 0 0,1 0 1 0 0,34 9-1 0 0,-39-15-779 0 0,0 0 0 0 0,-1-1 0 0 0,2-1-1 0 0,-1-1 1 0 0,26 0 0 0 0,-40-2-142 0 0,-1 1-1 0 0,1 0 1 0 0,-1-1 0 0 0,1 0-1 0 0,-1 1 1 0 0,0-1 0 0 0,3-1-1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19:52.0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47 229 0 0 0,'0'0'17856'0'0,"0"2"-17811"0"0,0 0 1 0 0,0-1-1 0 0,0 1 1 0 0,0 0-1 0 0,0-1 1 0 0,1 1-1 0 0,0 2 1 0 0,11 5 4395 0 0,-15-13-4277 0 0,0-1 0 0 0,0 1 0 0 0,0 0 0 0 0,1-1 0 0 0,-1 1 0 0 0,1-1 0 0 0,-2-8 0 0 0,-1 0-72 0 0,-23-63 530 0 0,27 68-487 0 0,-1 1 1 0 0,1-1-1 0 0,1 0 0 0 0,-1 1 1 0 0,2-1-1 0 0,0-12 1 0 0,0 18-131 0 0,-1 0 0 0 0,1 0 0 0 0,0 0 0 0 0,-1 1-1 0 0,1-1 1 0 0,0 0 0 0 0,0 1 0 0 0,0-1 0 0 0,0 1 0 0 0,0-1 0 0 0,1 1 0 0 0,-1-1 0 0 0,0 1 0 0 0,1 0 0 0 0,-1 0 0 0 0,1-1 0 0 0,-1 1 0 0 0,3-1 0 0 0,2-1-140 0 0,0 0 0 0 0,0 0 0 0 0,12-4 0 0 0,-5 4-587 0 0,0 1 0 0 0,0 0 0 0 0,0 1 0 0 0,0 0 0 0 0,0 1 0 0 0,20 2 0 0 0,-32-1 473 0 0,0-1 0 0 0,-1 0-1 0 0,1 0 1 0 0,0 0 0 0 0,0 0 0 0 0,-1 0 0 0 0,1 1-1 0 0,0-1 1 0 0,-1 0 0 0 0,1 0 0 0 0,0 1 0 0 0,0-1-1 0 0,0 1 1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19:52.6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0 4137 0 0,'0'0'19596'0'0,"-1"0"-19704"0"0,1 0 91 0 0,-1 0 0 0 0,1 0 1 0 0,0 0-1 0 0,0 0 0 0 0,-1 1 0 0 0,1-1 1 0 0,0 0-1 0 0,-1 0 0 0 0,1 0 0 0 0,0 0 1 0 0,0 0-1 0 0,-1 0 0 0 0,1 1 0 0 0,0-1 0 0 0,0 0 1 0 0,0 0-1 0 0,-1 0 0 0 0,1 0 0 0 0,0 1 1 0 0,0-1-1 0 0,0 0 0 0 0,-1 0 0 0 0,1 1 0 0 0,0-1 1 0 0,0 0-1 0 0,0 0 0 0 0,0 1 0 0 0,0-1 1 0 0,0 0-1 0 0,0 0 0 0 0,0 1 0 0 0,-1-1 0 0 0,1 0 1 0 0,0 1-1 0 0,0-1 0 0 0,3 17-152 0 0,9 16 323 0 0,-7-23-122 0 0,4 8 89 0 0,1 0 0 0 0,22 31 0 0 0,-11-24-421 0 0,-19-22 30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19:52.8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8786 0 0,'0'0'11898'0'0,"7"18"-19011"0"0,-7-10 4048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19:53.4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156 1 0 0 0,'0'0'19368'0'0,"2"1"-19764"0"0,0 0 388 0 0,0 1 0 0 0,-1-1-1 0 0,1 1 1 0 0,-1-1 0 0 0,1 1 0 0 0,-1-1-1 0 0,0 1 1 0 0,0 0 0 0 0,0 0 0 0 0,1 1-1 0 0,10 25-44 0 0,-4-7 40 0 0,11 29-39 0 0,-7-16 16 0 0,-11-32 18 0 0,0 0 1 0 0,-1 0-1 0 0,1 0 1 0 0,-1 0-1 0 0,0 0 1 0 0,1 0-1 0 0,-1 0 1 0 0,0 0-1 0 0,0 0 1 0 0,-1 4-1 0 0,1-5 13 0 0,0 0 0 0 0,-1 0 0 0 0,1 0 0 0 0,0 0 0 0 0,-1 0 0 0 0,1 0 0 0 0,-1 0 0 0 0,1-1 0 0 0,-1 1 0 0 0,1 0 0 0 0,-1 0 0 0 0,1 0 0 0 0,-1 0 0 0 0,0-1 0 0 0,0 1 0 0 0,1 0 0 0 0,-1-1 0 0 0,0 1 0 0 0,0 0 0 0 0,0-1 0 0 0,0 1 0 0 0,-1-1 0 0 0,-3 2 129 0 0,-1 0 1 0 0,1-1 0 0 0,0 0 0 0 0,-1 0 0 0 0,1-1-1 0 0,-1 0 1 0 0,1 0 0 0 0,-1 0 0 0 0,-9-1 0 0 0,6-1 125 0 0,-1-1 1 0 0,1 1 0 0 0,-1-1 0 0 0,-13-7-1 0 0,17 7-113 0 0,0 0 0 0 0,-1 0 0 0 0,2-1 0 0 0,-1 1 0 0 0,0-2 0 0 0,1 1 0 0 0,0 0-1 0 0,0-1 1 0 0,0 0 0 0 0,0 0 0 0 0,1-1 0 0 0,0 1 0 0 0,0-1 0 0 0,0 0-1 0 0,-2-7 1 0 0,4 9-49 0 0,2 0-1 0 0,-1-1 1 0 0,0 1-1 0 0,1 0 1 0 0,0 0-1 0 0,0-1 1 0 0,1-4-1 0 0,-1-4 28 0 0,0 12-124 0 0,0 0-1 0 0,0-1 1 0 0,0 1-1 0 0,1 0 1 0 0,-1 0-1 0 0,0 0 1 0 0,0 0-1 0 0,1 0 1 0 0,-1 0-1 0 0,1 0 1 0 0,-1 1-1 0 0,1-1 1 0 0,-1 0-1 0 0,1 0 1 0 0,-1 0-1 0 0,1 0 1 0 0,0 0 0 0 0,1 0-1 0 0,-1-1-94 0 0,1 1 0 0 0,0 0 0 0 0,0 0 0 0 0,-1 0 0 0 0,1 0 0 0 0,0 0-1 0 0,0 1 1 0 0,4-2 0 0 0,3 1-664 0 0,-1 0-1 0 0,1 0 0 0 0,13 1 0 0 0,-16 0 151 0 0,20 2-2965 0 0,-10 3-2998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19:54.1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138 522 1672 0 0,'0'0'17761'0'0,"-14"-6"-17534"0"0,-44-16-53 0 0,37 15-40 0 0,15 8-74 0 0,1 0-22 0 0,3-1-32 0 0,1 0 0 0 0,0 0 0 0 0,-1 0 0 0 0,1 0 0 0 0,0 1 0 0 0,-1-1 0 0 0,1 1 0 0 0,0-1 1 0 0,0 1-1 0 0,-1-1 0 0 0,1 1 0 0 0,0 0 0 0 0,0 0 0 0 0,0-1 0 0 0,0 1 0 0 0,0 0 0 0 0,0 0 0 0 0,0 0 1 0 0,0 0-1 0 0,0 0 0 0 0,0 0 0 0 0,1 0 0 0 0,-1 1 0 0 0,0-1 0 0 0,1 0 0 0 0,-1 0 0 0 0,1 1 1 0 0,-1-1-1 0 0,1 0 0 0 0,0 0 0 0 0,-1 3 0 0 0,0 3 109 0 0,0 0 1 0 0,1 0-1 0 0,0 0 0 0 0,1 12 1 0 0,-1-16-70 0 0,1 0 0 0 0,0 0 0 0 0,0 0 0 0 0,0 1 0 0 0,0-1 0 0 0,1 0-1 0 0,-1 0 1 0 0,1-1 0 0 0,0 1 0 0 0,2 3 0 0 0,24 26 47 0 0,-22-25-122 0 0,0-1 10 0 0,1-1-1 0 0,-1 1 0 0 0,1-1 1 0 0,-1 0-1 0 0,1-1 1 0 0,1 0-1 0 0,-1 0 0 0 0,1 0 1 0 0,10 3-1 0 0,-17-7 35 0 0,0 0 0 0 0,-1 1 1 0 0,1-1-1 0 0,0 0 0 0 0,0 0 0 0 0,0 0 0 0 0,-1 0 0 0 0,1 0 0 0 0,0 0 1 0 0,0 0-1 0 0,0 0 0 0 0,-1 0 0 0 0,1-1 0 0 0,0 1 0 0 0,0 0 0 0 0,0 0 1 0 0,-1-1-1 0 0,1 1 0 0 0,0 0 0 0 0,-1-1 0 0 0,1 1 0 0 0,0-1 0 0 0,-1 1 1 0 0,1-1-1 0 0,0 1 0 0 0,0-2 0 0 0,1 0 11 0 0,-1-1-1 0 0,0 1 1 0 0,0-1-1 0 0,1 1 1 0 0,-2-1 0 0 0,2-3-1 0 0,-1 3-57 0 0,1-6 7 0 0,0 0-1 0 0,-1 0 1 0 0,-1-1-1 0 0,0-17 1 0 0,0 9 12 0 0,-1-7-48 0 0,0 0 0 0 0,-5-26 1 0 0,-5-16-59 0 0,-12-70-145 0 0,12 87 421 0 0,3-1 1 0 0,2 0-1 0 0,1-55 0 0 0,5 106-126 0 0,0-1 0 0 0,0 0-1 0 0,0 1 1 0 0,0-1-1 0 0,0 1 1 0 0,0-1 0 0 0,0 1-1 0 0,0-1 1 0 0,0 1 0 0 0,0-1-1 0 0,0 1 1 0 0,0-1-1 0 0,0 1 1 0 0,1-1 0 0 0,-1 1-1 0 0,0-1 1 0 0,0 1-1 0 0,1-1 1 0 0,-1 1 0 0 0,0 0-1 0 0,0-1 1 0 0,1 1 0 0 0,-1-1-1 0 0,1 1 1 0 0,0-1-1 0 0,-1 1 149 0 0,2 4-1716 0 0,-2 7 1247 0 0,-1 29 185 0 0,2 0-1 0 0,13 77 1 0 0,-7-81 170 0 0,-3-16-37 0 0,0 0 0 0 0,2 0-1 0 0,9 23 1 0 0,-5-21-329 0 0,0 0-1 0 0,26 38 1 0 0,-18-31-1871 0 0,0 2-7304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19:55.1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6161 0 0,'0'0'17203'0'0,"0"8"-17110"0"0,3 29 24 0 0,-3-34-98 0 0,0 0 0 0 0,1 0-1 0 0,-1 0 1 0 0,1 0 0 0 0,0 0-1 0 0,0 0 1 0 0,0 0 0 0 0,2 3-1 0 0,1 6 46 0 0,-2-8-45 0 0,0 1 0 0 0,0-1 0 0 0,6 8 0 0 0,0 3-91 0 0,4 6-345 0 0,-4-12-1764 0 0,1-6-4728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19:55.2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6209 0 0,'0'0'17124'0'0,"0"11"-22084"0"0,0 1 2912 0 0,1 3-1035 0 0,-2-5-2025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19:56.1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153 1 0 0 0,'0'0'14039'0'0,"0"0"-13897"0"0,0 0 0 0 0,0 1 1 0 0,-1-1-1 0 0,1 0 0 0 0,0 1 0 0 0,0-1 0 0 0,0 0 0 0 0,0 0 1 0 0,-1 1-1 0 0,1-1 0 0 0,0 0 0 0 0,0 0 0 0 0,-1 1 0 0 0,1-1 1 0 0,0 0-1 0 0,-1 0 0 0 0,1 1 0 0 0,-104 2 2607 0 0,102-3-2737 0 0,1 0 0 0 0,-1 1 0 0 0,1-1 0 0 0,-1 0 0 0 0,1 0 0 0 0,0 1 0 0 0,-1-1 0 0 0,1 1 0 0 0,-1-1 0 0 0,1 1 0 0 0,0 0 0 0 0,0 0 0 0 0,-1-1 1 0 0,1 1-1 0 0,0 0 0 0 0,0 0 0 0 0,0 0 0 0 0,0 0 0 0 0,0 0 0 0 0,0 0 0 0 0,0 1 0 0 0,0-1 0 0 0,1 0 0 0 0,-1 0 0 0 0,0 1 0 0 0,0 1 0 0 0,1-2-2 0 0,-2 2 43 0 0,0 0 0 0 0,1 0 0 0 0,-1 0 0 0 0,1 1 0 0 0,0-1 0 0 0,0 0 0 0 0,0 1 0 0 0,1-1-1 0 0,-1 1 1 0 0,1 5 0 0 0,0 47 964 0 0,0-54-954 0 0,0 0 1 0 0,1-1 0 0 0,-1 1-1 0 0,1-1 1 0 0,-1 1 0 0 0,1-1 0 0 0,-1 1-1 0 0,1-1 1 0 0,0 1 0 0 0,0-1-1 0 0,0 1 1 0 0,0-1 0 0 0,0 0 0 0 0,0 0-1 0 0,0 1 1 0 0,0-1 0 0 0,1 0-1 0 0,-1 0 1 0 0,0 0 0 0 0,1 0 0 0 0,-1-1-1 0 0,2 2 1 0 0,5 2 263 0 0,0 0-1 0 0,15 4 1 0 0,-20-7-329 0 0,151 38 340 0 0,2-14-1055 0 0,-121-23 365 0 0,-20-2-3022 0 0,-5 0-3270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19:57.4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11 4433 0 0,'0'0'19860'0'0,"0"-3"-19816"0"0,-1-5-213 0 0,4 13-489 0 0,4 9 370 0 0,24 50 194 0 0,-21-43 57 0 0,-1-1 0 0 0,21 29 0 0 0,-18-24-126 0 0,-12-24 45 0 0,1 0 0 0 0,-1-1 0 0 0,1 1 0 0 0,-1 0 0 0 0,1 0 0 0 0,-1 0 0 0 0,0 0 0 0 0,1 0 0 0 0,-1 1 0 0 0,0-1 0 0 0,0 0 0 0 0,0 0 0 0 0,0 2 0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19:57.6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10 9562 0 0,'0'0'13987'0'0,"0"-10"-19660"0"0,-2 14 3999 0 0,-2 14-2681 0 0,1-10-246 0 0,3 0-2645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19:58.2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25 7418 0 0,'0'0'18584'0'0,"0"1"-18604"0"0,0-1 1 0 0,0 1 0 0 0,0 0 0 0 0,-1 0 0 0 0,1 0 0 0 0,0 0 0 0 0,1-1 0 0 0,-1 1 0 0 0,0 0-1 0 0,0 0 1 0 0,1 1 0 0 0,76 81-370 0 0,-59-65 317 0 0,47 41-544 0 0,-65-59 626 0 0,0 0-1 0 0,0 0 1 0 0,0 0 0 0 0,0 0 0 0 0,0 0 0 0 0,0 0 0 0 0,0 0 0 0 0,0 0 0 0 0,0 0 0 0 0,0 0-1 0 0,1 0 1 0 0,-1 0 0 0 0,0 0 0 0 0,0 0 0 0 0,0 0 0 0 0,0 0 0 0 0,0 0 0 0 0,0 0 0 0 0,0 0-1 0 0,0-1 1 0 0,0 1 0 0 0,0 0 0 0 0,0 0 0 0 0,0 0 0 0 0,1 0 0 0 0,-1 0 0 0 0,0 0 0 0 0,0 0-1 0 0,0 0 1 0 0,0 0 0 0 0,0 0 0 0 0,0 0 0 0 0,0 0 0 0 0,0 0 0 0 0,0 0 0 0 0,0-1 0 0 0,0 1-1 0 0,0 0 1 0 0,0 0 0 0 0,0 0 0 0 0,0 0 0 0 0,0 0 0 0 0,0 0 0 0 0,0 0 0 0 0,0 0 0 0 0,0 0-1 0 0,0 0 1 0 0,0-1 0 0 0,0 1 0 0 0,2-9 101 0 0,-1-11-192 0 0,6-41-219 0 0,-7-42 604 0 0,1 103-324 0 0,-1 0 0 0 0,1 0 0 0 0,0 0 0 0 0,0 0 1 0 0,-1 0-1 0 0,1 0 0 0 0,0 1 0 0 0,-1-1 0 0 0,1 0 0 0 0,0 0 1 0 0,-1 0-1 0 0,1 1 0 0 0,0-1 0 0 0,0 1 0 0 0,11 10-335 0 0,9 11 12 0 0,-9-9 194 0 0,24 21 1 0 0,-7-7 14 0 0,71 71-977 0 0,-96-93 565 0 0,12 10-177 0 0,-15-15 192 0 0,-1 1 0 0 0,1 0 0 0 0,0-1 0 0 0,0 0 0 0 0,-1 1 0 0 0,1-1 0 0 0,0 0-1 0 0,0 1 1 0 0,0-1 0 0 0,0 0 0 0 0,1 1 0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0:00.1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58 0 0 0,'0'0'17594'0'0,"-2"-4"-17023"0"0,-5-13 4537 0 0,7 17-5068 0 0,2 3 119 0 0,-2-3-154 0 0,10 19-976 0 0,5 10 1041 0 0,-11-23-63 0 0,0 1 1 0 0,0 0-1 0 0,2 7 0 0 0,13 30 60 0 0,-14-29-53 0 0,-3-8-37 0 0,1 0 1 0 0,-1 0-1 0 0,7 11 0 0 0,-6-14 21 0 0,-1 0-1 0 0,0 0 0 0 0,0 0 1 0 0,2 6-1 0 0,2 6-37 0 0,-8-35 2856 0 0,2-30-2760 0 0,1 21 102 0 0,0 16-178 0 0,0-1-1 0 0,2 1 1 0 0,-1-1 0 0 0,1 1-1 0 0,1 0 1 0 0,0 0 0 0 0,12-23-1 0 0,-14 32-20 0 0,0 0-1 0 0,0 0 0 0 0,0 0 1 0 0,0 0-1 0 0,1 0 0 0 0,0 1 1 0 0,-1-1-1 0 0,1 1 0 0 0,0-1 1 0 0,0 1-1 0 0,0 0 0 0 0,0 0 1 0 0,1 0-1 0 0,-1 1 0 0 0,1-1 1 0 0,-1 1-1 0 0,1 0 0 0 0,-1 0 1 0 0,1 0-1 0 0,0 0 0 0 0,-1 1 1 0 0,1 0-1 0 0,0-1 0 0 0,-1 1 1 0 0,1 1-1 0 0,0-1 0 0 0,0 0 1 0 0,3 2-1 0 0,-1 0 15 0 0,-1 0 0 0 0,0 1 0 0 0,0 0-1 0 0,0 0 1 0 0,0 0 0 0 0,6 5 0 0 0,-7-5 21 0 0,4 5-16 0 0,0-1 1 0 0,12 15-1 0 0,5 4-5 0 0,-15-15 25 0 0,-1 0-1 0 0,0 1 1 0 0,-1-1-1 0 0,11 24 1 0 0,-4-11-23 0 0,-5-6 23 0 0,-1 0 1 0 0,14 37 0 0 0,-17-41 0 0 0,-5-12-1 0 0,0-1 1 0 0,0 1-1 0 0,0 0 0 0 0,0-1 1 0 0,-1 1-1 0 0,1 0 0 0 0,0 0 1 0 0,-1 0-1 0 0,1 3 0 0 0,0 2-369 0 0,1-4-2428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0:05.27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 60 0 0 0,'0'-20'1737'0'0,"-1"16"-1084"0"0,1 1 0 0 0,0 0-1 0 0,0 0 1 0 0,0 0 0 0 0,0 0-1 0 0,0 0 1 0 0,8-15 14024 0 0,-11 19-14097 0 0,3-1-516 0 0,0 13 223 0 0,0 1-1 0 0,1-1 1 0 0,0 1-1 0 0,1-1 1 0 0,7 22-1 0 0,26 64 33 0 0,-28-81-215 0 0,26 76 175 0 0,-8-20-110 0 0,-9-19-23 0 0,-15-48-137 0 0,-1-7-7 0 0,0 1 1 0 0,0-1-1 0 0,0 1 0 0 0,0-1 1 0 0,0 1-1 0 0,0-1 0 0 0,0 1 1 0 0,0-1-1 0 0,0 1 0 0 0,0-1 0 0 0,0 0 1 0 0,0 1-1 0 0,1-1 0 0 0,-1 1 1 0 0,0-1-1 0 0,0 1 0 0 0,1-1 1 0 0,-1 1-1 0 0,0-1 0 0 0,1 0 1 0 0,-1 1-1 0 0,1-1 818 0 0,-1-4-1841 0 0,0-13-4368 0 0,-4 1-4115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0:05.70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93 0 0 0,'0'0'17769'0'0,"16"-14"-17387"0"0,48-45-88 0 0,-60 56-258 0 0,-1 0 0 0 0,1 0 0 0 0,0 1 0 0 0,7-5 0 0 0,-10 7-25 0 0,0 0 0 0 0,0-1-1 0 0,0 1 1 0 0,0 0 0 0 0,0 0 0 0 0,0 0-1 0 0,0-1 1 0 0,0 1 0 0 0,1 0 0 0 0,0 1 0 0 0,5-1 29 0 0,12-1 2 0 0,-1 2-1 0 0,1-1 1 0 0,19 5-1 0 0,-28-3-3 0 0,0 0-1 0 0,-1 1 1 0 0,1 0 0 0 0,-1 0-1 0 0,1 1 1 0 0,-1 0-1 0 0,12 8 1 0 0,-20-11-46 0 0,0 0 0 0 0,1 0 1 0 0,-1 0-1 0 0,0 0 0 0 0,0 0 0 0 0,0 1 1 0 0,0-1-1 0 0,0 0 0 0 0,0 0 0 0 0,0 1 1 0 0,0-1-1 0 0,0 1 0 0 0,0-1 1 0 0,-1 1-1 0 0,1-1 0 0 0,-1 1 0 0 0,1-1 1 0 0,-1 1-1 0 0,0 0 0 0 0,1-1 0 0 0,-1 1 1 0 0,0 2-1 0 0,-1-2 5 0 0,1 1 1 0 0,0-1-1 0 0,-1 0 0 0 0,1 0 1 0 0,-1 0-1 0 0,0 0 0 0 0,0 0 1 0 0,0 0-1 0 0,0 0 1 0 0,0 0-1 0 0,0 0 0 0 0,0 0 1 0 0,-1-1-1 0 0,1 1 0 0 0,-1 0 1 0 0,-1 1-1 0 0,-1 0 43 0 0,0 0 0 0 0,1 0 1 0 0,-1-1-1 0 0,-1 1 0 0 0,1-1 0 0 0,0 0 0 0 0,-1 0 1 0 0,1 0-1 0 0,-1 0 0 0 0,1-1 0 0 0,-1 0 0 0 0,0 0 1 0 0,-6 0-1 0 0,-7 1-411 0 0,1-1 1 0 0,0-1 0 0 0,0-1-1 0 0,-1-1 1 0 0,1 0 0 0 0,-17-5-1 0 0,20 4-3402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0:06.67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1 306 0 0 0,'0'0'20172'0'0,"19"-16"-19614"0"0,60-50-62 0 0,-56 45-166 0 0,-23 21-315 0 0,0 0 0 0 0,0 0-1 0 0,1-1 1 0 0,-1 1 0 0 0,0 0-1 0 0,0-1 1 0 0,0 1 0 0 0,1 0-1 0 0,-1-1 1 0 0,0 1 0 0 0,0 0-1 0 0,0-1 1 0 0,0 1 0 0 0,0 0 0 0 0,0-1-1 0 0,0 1 1 0 0,1 0 0 0 0,-1-1-1 0 0,0 0 1 0 0,1-5 180 0 0,8-17 458 0 0,-5 14-397 0 0,0 0 0 0 0,-1 0 0 0 0,0 0 0 0 0,2-12 0 0 0,-2 7-31 0 0,-1 4-12 0 0,-1 1 0 0 0,0-12-1 0 0,-1 19-219 0 0,0 0-1 0 0,-1 1 0 0 0,1-1 1 0 0,-1 0-1 0 0,1 1 0 0 0,-1-1 0 0 0,0 1 1 0 0,1-1-1 0 0,-1 1 0 0 0,0-1 1 0 0,0 1-1 0 0,0 0 0 0 0,0-1 1 0 0,0 1-1 0 0,-1 0 0 0 0,1 0 1 0 0,0 0-1 0 0,-3-2 0 0 0,-4-3-49 0 0,0 1-1 0 0,-11-4 0 0 0,16 7 45 0 0,2 2-7 0 0,-1-1 0 0 0,0 0 0 0 0,0 1 0 0 0,0-1 0 0 0,0 1 0 0 0,0-1 0 0 0,0 1 0 0 0,0 0 0 0 0,0 0 0 0 0,0 0 0 0 0,-2 0 0 0 0,3 0 6 0 0,0 0 0 0 0,0 1 0 0 0,-1-1 1 0 0,1 0-1 0 0,0 0 0 0 0,0 1 0 0 0,0-1 1 0 0,0 1-1 0 0,0-1 0 0 0,0 1 0 0 0,0-1 1 0 0,1 1-1 0 0,-1 0 0 0 0,0-1 0 0 0,0 1 1 0 0,0 0-1 0 0,0 0 0 0 0,1-1 0 0 0,-1 1 1 0 0,-1 2-1 0 0,-5 9-51 0 0,5-9 65 0 0,0-1-1 0 0,1 0 1 0 0,0 0-1 0 0,-1 1 1 0 0,1-1-1 0 0,0 1 1 0 0,0-1-1 0 0,0 4 0 0 0,-9 28-63 0 0,8-24 88 0 0,1-3-37 0 0,0-1 1 0 0,0 0 0 0 0,0 1 0 0 0,1 0-1 0 0,0-1 1 0 0,0 1 0 0 0,1 7 0 0 0,1-10 36 0 0,0-1 1 0 0,0 0 0 0 0,0-1-1 0 0,0 1 1 0 0,0 0-1 0 0,0 0 1 0 0,1-1 0 0 0,-1 0-1 0 0,1 1 1 0 0,0-1 0 0 0,3 2-1 0 0,0 1 9 0 0,7 4-12 0 0,-1-1-1 0 0,1 0 1 0 0,19 8 0 0 0,44 16-176 0 0,-54-24 105 0 0,0-1 0 0 0,1-1 0 0 0,0-1 0 0 0,0-1 0 0 0,25 1 0 0 0,45-1 275 0 0,-90-4-156 0 0,0-1 0 0 0,0 1 1 0 0,0 0-1 0 0,0-1 0 0 0,0 0 0 0 0,5-1 0 0 0,-8 1-21 0 0,0 1 0 0 0,0-1 0 0 0,0 1 0 0 0,0-1 1 0 0,0 1-1 0 0,1-1 0 0 0,-1 0 0 0 0,0 1 0 0 0,0-1 0 0 0,0 1 0 0 0,-1-1 0 0 0,1 1 0 0 0,0-1 0 0 0,0 1 0 0 0,0-1 0 0 0,0 1 0 0 0,0-1 0 0 0,-1 1 1 0 0,1-1-1 0 0,0 1 0 0 0,0-1 0 0 0,-1 0 0 0 0,-7-4-157 0 0,0-1 1 0 0,-8-8 0 0 0,10 8 95 0 0,-1 1 0 0 0,0 0 0 0 0,-10-7 1 0 0,4 4 18 0 0,1 0 0 0 0,0-1 0 0 0,-16-16 0 0 0,25 23 11 0 0,1-1 0 0 0,0 1 0 0 0,0-1 1 0 0,0 0-1 0 0,0 0 0 0 0,1 0 0 0 0,-1 0 1 0 0,1 0-1 0 0,0 0 0 0 0,-1 0 0 0 0,1 0 1 0 0,0-4-1 0 0,-1-3 78 0 0,1 1 1 0 0,0-20-1 0 0,1 26-89 0 0,0 0-1 0 0,1 0 1 0 0,0 0-1 0 0,0 0 1 0 0,0 1-1 0 0,0-1 1 0 0,0 0-1 0 0,0 1 0 0 0,1-1 1 0 0,-1 0-1 0 0,1 1 1 0 0,0 0-1 0 0,-1-1 1 0 0,1 1-1 0 0,0 0 1 0 0,4-3-1 0 0,-2 1-73 0 0,1 1 0 0 0,-1-1 0 0 0,1 1 0 0 0,-1 0 0 0 0,1 1 0 0 0,0-1 1 0 0,0 1-1 0 0,6-2 0 0 0,0 2-207 0 0,-1 0 0 0 0,1 0 0 0 0,0 1 0 0 0,-1 1 0 0 0,19 1 0 0 0,50 9-1872 0 0,-50-2-7 0 0,-16-1-1949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0:07.16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 21 2801 0 0,'0'0'19365'0'0,"-3"-4"-19258"0"0,-13-12-82 0 0,30 62-364 0 0,-12-44 379 0 0,1 6 65 0 0,1 0 0 0 0,0 0-1 0 0,0 0 1 0 0,0-1 0 0 0,12 13 0 0 0,3 4-291 0 0,-19-24 43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0:07.39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 1 8730 0 0,'0'0'13887'0'0,"-13"18"-26785"0"0,11-11 9375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0:07.9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189 44 320 0 0,'0'0'21709'0'0,"-3"6"-21508"0"0,3-4-211 0 0,0 0 0 0 0,-1-1 0 0 0,1 1 1 0 0,0 0-1 0 0,0 0 0 0 0,0 0 0 0 0,0-1 0 0 0,0 1 0 0 0,0 0 0 0 0,0 0 0 0 0,1-1 0 0 0,-1 1 1 0 0,0 0-1 0 0,1 0 0 0 0,0-1 0 0 0,1 4 0 0 0,4 5 68 0 0,-3-4-14 0 0,1-1 0 0 0,-1 1 0 0 0,1-1 0 0 0,5 5-1 0 0,-5-5-29 0 0,0-1-1 0 0,0 2 0 0 0,-1-1 1 0 0,1 0-1 0 0,-1 1 0 0 0,2 7 1 0 0,-4-13-19 0 0,-1 1 0 0 0,1 0 0 0 0,-1 0 1 0 0,0-1-1 0 0,0 1 0 0 0,1 0 0 0 0,-1 0 0 0 0,0 0 1 0 0,0-1-1 0 0,0 1 0 0 0,0 0 0 0 0,0 0 0 0 0,0 0 1 0 0,0 0-1 0 0,0-1 0 0 0,0 1 0 0 0,0 0 0 0 0,-1 0 1 0 0,1 0-1 0 0,0 0 0 0 0,0-1 0 0 0,-1 1 0 0 0,1 0 0 0 0,-1 0 1 0 0,1-1-1 0 0,-1 1 0 0 0,1 0 0 0 0,-1-1 0 0 0,1 1 1 0 0,-1-1-1 0 0,1 1 0 0 0,-1 0 0 0 0,0-1 0 0 0,1 1 1 0 0,-1-1-1 0 0,0 0 0 0 0,0 1 0 0 0,-1 0 0 0 0,-3 0 60 0 0,0 1 1 0 0,0-1-1 0 0,0 0 0 0 0,-1 0 0 0 0,-5 0 0 0 0,-2 1 175 0 0,6-1-81 0 0,0-1 0 0 0,1 1 0 0 0,-1-1 0 0 0,0 0-1 0 0,0-1 1 0 0,1 1 0 0 0,-1-1 0 0 0,-12-4 0 0 0,10 2 21 0 0,1 0 1 0 0,0-1-1 0 0,1 0 0 0 0,-1 0 1 0 0,1-1-1 0 0,-12-8 1 0 0,9 5-60 0 0,8 7-77 0 0,-1-1 1 0 0,1 0-1 0 0,-1 0 0 0 0,1 0 1 0 0,0 0-1 0 0,0 0 0 0 0,0 0 1 0 0,0-1-1 0 0,-2-3 1 0 0,2 2 29 0 0,0 0 1 0 0,0 0 0 0 0,1 0 0 0 0,0-1 0 0 0,-1 1 0 0 0,1 0 0 0 0,1-1 0 0 0,-1 1 0 0 0,1-1 0 0 0,-1 1-1 0 0,2-7 1 0 0,-1 8-76 0 0,0 1-1 0 0,0-1 1 0 0,0 0-1 0 0,1 0 1 0 0,-1 1-1 0 0,1-1 1 0 0,0 0 0 0 0,0 0-1 0 0,0 1 1 0 0,0-1-1 0 0,0 1 1 0 0,1-1-1 0 0,-1 1 1 0 0,1 0-1 0 0,0-1 1 0 0,-1 1-1 0 0,1 0 1 0 0,0 0-1 0 0,0 0 1 0 0,1 0-1 0 0,-1 1 1 0 0,5-4-1 0 0,-2 2-282 0 0,0 1 0 0 0,1 0 0 0 0,-1 0 0 0 0,1 0 0 0 0,-1 0 0 0 0,1 1 0 0 0,0 0 0 0 0,0 0 0 0 0,0 1 0 0 0,6-1 0 0 0,-8 1-207 0 0,0 0-1 0 0,0 0 1 0 0,-1 0 0 0 0,1 1-1 0 0,0-1 1 0 0,-1 1-1 0 0,1 0 1 0 0,0 0-1 0 0,-1 0 1 0 0,6 3-1 0 0,19 8-8497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0:08.95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188 454 3521 0 0,'0'0'19240'0'0,"-17"-19"-18928"0"0,-50-57-75 0 0,49 56-141 0 0,11 17 0 0 0,3 2-33 0 0,2 0-67 0 0,0 1-1 0 0,0-1 1 0 0,0 1-1 0 0,0-1 1 0 0,0 1 0 0 0,0 0-1 0 0,0 0 1 0 0,0 0-1 0 0,0 0 1 0 0,0 0 0 0 0,0 1-1 0 0,0-1 1 0 0,0 0-1 0 0,0 1 1 0 0,0 0 0 0 0,0-1-1 0 0,0 1 1 0 0,0 0-1 0 0,0 0 1 0 0,1 0-1 0 0,-1 0 1 0 0,0 0 0 0 0,1 1-1 0 0,-1-1 1 0 0,1 0-1 0 0,-1 1 1 0 0,1-1 0 0 0,0 1-1 0 0,-1 0 1 0 0,1-1-1 0 0,0 1 1 0 0,0 0 0 0 0,0 0-1 0 0,0-1 1 0 0,0 3-1 0 0,-2 5-3 0 0,0-1 0 0 0,1 0 0 0 0,0 1 0 0 0,1 0-1 0 0,0-1 1 0 0,0 18 0 0 0,0-23 20 0 0,1 0 0 0 0,0 0 0 0 0,0 0 1 0 0,0-1-1 0 0,1 1 0 0 0,-1 0 0 0 0,1 0 0 0 0,-1 0 1 0 0,1-1-1 0 0,0 1 0 0 0,0 0 0 0 0,0-1 0 0 0,1 1 0 0 0,-1-1 1 0 0,2 3-1 0 0,5 8 107 0 0,-8-11-107 0 0,1-1-1 0 0,0 1 0 0 0,0 0 0 0 0,0-1 0 0 0,0 1 0 0 0,0-1 0 0 0,0 0 0 0 0,0 1 0 0 0,0-1 0 0 0,3 2 0 0 0,-3-2-5 0 0,8 6 72 0 0,1 0 0 0 0,17 9 1 0 0,-23-14-45 0 0,0-1 1 0 0,0 1 0 0 0,0-1 0 0 0,0 0 0 0 0,0 0 0 0 0,0 0 0 0 0,0-1-1 0 0,0 1 1 0 0,0-1 0 0 0,1 0 0 0 0,5-1 0 0 0,-8 1-19 0 0,-1-1 0 0 0,1 1 0 0 0,0-1-1 0 0,0 0 1 0 0,-1 1 0 0 0,1-1 0 0 0,0 0 0 0 0,-1 0 0 0 0,1 0 0 0 0,-1-1 0 0 0,1 1 0 0 0,-1 0-1 0 0,1-1 1 0 0,-1 1 0 0 0,0 0 0 0 0,0-1 0 0 0,0 1 0 0 0,0-1 0 0 0,0 0 0 0 0,0 1 0 0 0,1-5-1 0 0,1 0-84 0 0,-1-1-1 0 0,0 0 0 0 0,0 1 0 0 0,0-13 0 0 0,-1-41-364 0 0,-1 50 380 0 0,0 0-1 0 0,-1 0 0 0 0,-4-15 0 0 0,0-1-20 0 0,-9-42-4 0 0,-1-1 122 0 0,11 45-12 0 0,1 3 54 0 0,-2-39 1 0 0,5 1 619 0 0,0 50-765 0 0,0 7-89 0 0,0 0 1 0 0,0 0-1 0 0,0 0 0 0 0,0 0 0 0 0,0 0 1 0 0,-1 0-1 0 0,0-3 0 0 0,0 2 603 0 0,-3-7-2303 0 0,2 17-740 0 0,1 7 2730 0 0,2-1 0 0 0,-1 1 0 0 0,2 0 0 0 0,-1-1 0 0 0,2 0 0 0 0,0 1 0 0 0,9 22-1 0 0,28 62 591 0 0,-34-85-669 0 0,14 30 178 0 0,3-1 0 0 0,27 41 0 0 0,-41-70-191 0 0,10 19 0 0 0,-8-12-87 0 0,-11-19-33 0 0,1 1 1 0 0,-1-1-1 0 0,0 0 1 0 0,1 0-1 0 0,-1 1 1 0 0,0-1-1 0 0,0 0 0 0 0,0 1 1 0 0,0-1-1 0 0,0 0 1 0 0,0 2-1 0 0,0 1-1012 0 0,0-3 943 0 0,0-1 1 0 0,-1 0-1 0 0,1 0 1 0 0,0 0-1 0 0,0 1 1 0 0,0-1 0 0 0,-1 0-1 0 0,1 0 1 0 0,0 0-1 0 0,0 0 1 0 0,-1 0-1 0 0,1 0 1 0 0,0 0-1 0 0,0 1 1 0 0,-1-1-1 0 0,1 0 1 0 0,0 0-1 0 0,0 0 1 0 0,-1 0-1 0 0,1 0 1 0 0,0 0-1 0 0,0 0 1 0 0,-1 0-1 0 0,1 0 1 0 0,0 0-1 0 0,0 0 1 0 0,-1-1-1 0 0,1 1 1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0:10.0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46 93 608 0 0,'0'0'24559'0'0,"-2"-2"-24251"0"0,-3-7-100 0 0,3 6 67 0 0,2 19-525 0 0,0 0 293 0 0,0 0-1 0 0,1-1 1 0 0,1 1-1 0 0,0-1 0 0 0,5 19 1 0 0,41 131 125 0 0,-46-156-192 0 0,0 0-1 0 0,-1 1 1 0 0,0-1 0 0 0,0 16 430 0 0,-10-41 145 0 0,-1-1-497 0 0,1-1 1 0 0,-11-32-1 0 0,-7-41-84 0 0,17 54 33 0 0,4 12 15 0 0,1-1 0 0 0,2 0 1 0 0,0 0-1 0 0,1-36 0 0 0,2 61-18 0 0,0 1 0 0 0,0-1 0 0 0,0 1 0 0 0,0-1 0 0 0,0 1 0 0 0,0-1 0 0 0,0 1 0 0 0,1-1 0 0 0,-1 1 0 0 0,0-1-1 0 0,0 1 1 0 0,0-1 0 0 0,0 1 0 0 0,1-1 0 0 0,-1 1 0 0 0,0-1 0 0 0,0 1 0 0 0,1 0 0 0 0,-1-1 0 0 0,0 1 0 0 0,1 0 0 0 0,-1-1 0 0 0,0 1 0 0 0,1 0 0 0 0,-1-1 0 0 0,1 1 0 0 0,-1 0 0 0 0,1-1 0 0 0,-1 1 0 0 0,0 0 0 0 0,1 0 0 0 0,-1 0 0 0 0,1 0 0 0 0,-1-1 0 0 0,1 1 0 0 0,-1 0 0 0 0,1 0 0 0 0,-1 0 0 0 0,1 0 0 0 0,-1 0 0 0 0,1 0 0 0 0,-1 0-1 0 0,1 0 1 0 0,-1 0 0 0 0,1 1 0 0 0,-1-1 0 0 0,1 0 0 0 0,-1 0 0 0 0,1 0 0 0 0,3 2-79 0 0,0-1 0 0 0,-1 1 0 0 0,1-1 0 0 0,4 4-1 0 0,15 11-97 0 0,-2 0 0 0 0,36 35-1 0 0,-31-26 136 0 0,49 43-368 0 0,87 61 1 0 0,-139-114 296 0 0,0-1 1 0 0,35 15-1 0 0,-55-27 127 0 0,5 2 40 0 0,0-1-1 0 0,1 1 0 0 0,-1-1 1 0 0,1 0-1 0 0,-1-1 1 0 0,1 0-1 0 0,14 1 1 0 0,-22-4-9 0 0,-1-1 1 0 0,0 0 0 0 0,1 0 0 0 0,-1 1-1 0 0,0-1 1 0 0,0 0 0 0 0,0 1-1 0 0,0-4 1 0 0,0 2-13 0 0,0-2-42 0 0,0 0 1 0 0,0 0-1 0 0,-1 0 0 0 0,1 0 1 0 0,-1 0-1 0 0,0 0 1 0 0,-1 0-1 0 0,-2-8 1 0 0,-10-19-48 0 0,-36-83 36 0 0,46 108 22 0 0,-12-25-1 0 0,2-1 0 0 0,-15-46 0 0 0,28 73 93 0 0,0-1 0 0 0,0 1 0 0 0,0-11 0 0 0,1 2-6257 0 0,0 12 3613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0:11.36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0 0 0,'0'0'13403'0'0,"0"2"-13148"0"0,1 18 49 0 0,6 33 1 0 0,-3-22-8 0 0,10 57 728 0 0,7 33 689 0 0,-21-118-1675 0 0,14 59 658 0 0,-4-17-229 0 0,6 61 0 0 0,-15-94-541 0 0,0-2 618 0 0,-1-20-117 0 0,0 1-1754 0 0,0-1 0 0 0,-1 1 0 0 0,0 0 1 0 0,0 0-1 0 0,-3-10 0 0 0,-1 5-3308 0 0,3 1-2652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0:11.74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18 0 0 0,'0'0'14826'0'0,"25"-3"-14773"0"0,78-10-11 0 0,-96 12-37 0 0,-1 1 1 0 0,1 0 0 0 0,10 1 0 0 0,-16-1-4 0 0,1 1 0 0 0,-1-1 1 0 0,0 0-1 0 0,0 1 0 0 0,1-1 1 0 0,-1 1-1 0 0,0 0 0 0 0,0-1 1 0 0,2 2-1 0 0,3 2 10 0 0,2 0 6 0 0,1 1 11 0 0,0 1 1 0 0,0-1 0 0 0,8 8-1 0 0,-15-11-61 0 0,0 0 0 0 0,-1 0 0 0 0,1 0 0 0 0,-1 0 0 0 0,0 0-1 0 0,0 0 1 0 0,1 0 0 0 0,-1 0 0 0 0,-1 1 0 0 0,1-1 0 0 0,0 0 0 0 0,0 1 0 0 0,-1-1-1 0 0,0 1 1 0 0,1-1 0 0 0,-1 1 0 0 0,0-1 0 0 0,0 1 0 0 0,0-1 0 0 0,-1 0 0 0 0,1 1-1 0 0,0-1 1 0 0,-1 1 0 0 0,0-1 0 0 0,0 0 0 0 0,1 1 0 0 0,-1-1 0 0 0,-1 0 0 0 0,1 0-1 0 0,0 0 1 0 0,0 1 0 0 0,-1-1 0 0 0,-2 3 0 0 0,-4 1 264 0 0,0-1 0 0 0,-1 0 1 0 0,1 0-1 0 0,-1 0 0 0 0,0-1 0 0 0,-16 5 1 0 0,7-5 36 0 0,1 0 0 0 0,-32 4 0 0 0,12-6-2130 0 0,21-1-8152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0:12.8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57 332 2769 0 0,'0'0'20384'0'0,"6"-7"-20192"0"0,33-43 213 0 0,-22 33-195 0 0,3-4-118 0 0,-19 20-84 0 0,0-1-1 0 0,0 0 0 0 0,0 1 0 0 0,0-1 1 0 0,-1 0-1 0 0,1 0 0 0 0,0 0 0 0 0,-1 0 1 0 0,1 0-1 0 0,-1 0 0 0 0,0 0 0 0 0,1-3 0 0 0,0-15-29 0 0,0 17 10 0 0,-1-1 0 0 0,0 1-1 0 0,1-1 1 0 0,-1 1-1 0 0,0-1 1 0 0,-1 1-1 0 0,1-1 1 0 0,-1 1 0 0 0,1-1-1 0 0,-1 1 1 0 0,0 0-1 0 0,0-1 1 0 0,-3-4-1 0 0,-2-2-4 0 0,-1 1-1 0 0,0 1 1 0 0,-1-1-1 0 0,0 1 1 0 0,-11-9-1 0 0,18 16 11 0 0,0 1 1 0 0,0-1-1 0 0,0 0 0 0 0,0 1 1 0 0,0 0-1 0 0,0-1 0 0 0,0 1 1 0 0,-1 0-1 0 0,1-1 0 0 0,0 1 1 0 0,0 0-1 0 0,0 0 0 0 0,0 0 1 0 0,0 0-1 0 0,-1 0 0 0 0,1 0 1 0 0,0 0-1 0 0,0 1 0 0 0,0-1 1 0 0,0 0-1 0 0,0 0 0 0 0,-1 1 1 0 0,1-1-1 0 0,0 1 0 0 0,0-1 1 0 0,0 1-1 0 0,0 0 0 0 0,0-1 1 0 0,0 2-1 0 0,-4 2-44 0 0,0 0 1 0 0,1 0-1 0 0,-1 1 0 0 0,-3 5 1 0 0,5-7 39 0 0,1 1 25 0 0,-1-1-1 0 0,0 1 1 0 0,1 0 0 0 0,0 0-1 0 0,0 0 1 0 0,0 0 0 0 0,1 0 0 0 0,-1 0-1 0 0,1 1 1 0 0,0-1 0 0 0,0 0-1 0 0,1 1 1 0 0,-1-1 0 0 0,1 1-1 0 0,0-1 1 0 0,0 1 0 0 0,0-1-1 0 0,2 7 1 0 0,-1-8 15 0 0,-1 0 0 0 0,1 0 0 0 0,0 0 0 0 0,1-1 0 0 0,-1 1 0 0 0,0 0 0 0 0,1-1 0 0 0,-1 1 0 0 0,5 3 0 0 0,21 21 205 0 0,-10-10-119 0 0,-10-10-114 0 0,0 0 0 0 0,1 0 0 0 0,0-1 0 0 0,0-1 1 0 0,0 1-1 0 0,10 4 0 0 0,-1-2-27 0 0,0-1 0 0 0,24 7 1 0 0,-31-12 0 0 0,1 0 0 0 0,-1 0 0 0 0,1-1 1 0 0,0-1-1 0 0,-1 0 0 0 0,1 0 1 0 0,14-3-1 0 0,-20 1-35 0 0,0 1-1 0 0,0 0 1 0 0,0-1-1 0 0,0 0 0 0 0,0 0 1 0 0,0-1-1 0 0,-1 1 1 0 0,1-1-1 0 0,-1 0 1 0 0,5-5-1 0 0,4-4-891 0 0,19-23 0 0 0,-3 2-247 0 0,-23 27 979 0 0,-6 5 184 0 0,1 0 0 0 0,0 0 0 0 0,0 0 0 0 0,0 0 0 0 0,0 0 0 0 0,0 1 0 0 0,0-1 0 0 0,2-1 0 0 0,-1 1 20 0 0,0 0 0 0 0,0 0 0 0 0,0 0 0 0 0,1 0 0 0 0,-1 1 0 0 0,0-1 0 0 0,0 1 0 0 0,1-1 0 0 0,-1 1 0 0 0,1 0 0 0 0,-1 0 0 0 0,0 0-1 0 0,1 0 1 0 0,-1 0 0 0 0,3 1 0 0 0,-2 0 29 0 0,0 1 0 0 0,-1-1 0 0 0,1 0 0 0 0,0 0 0 0 0,-1 1-1 0 0,1 0 1 0 0,-1-1 0 0 0,1 1 0 0 0,-1 0 0 0 0,0 0 0 0 0,3 5 0 0 0,0-3 37 0 0,-3-2-16 0 0,0 0 0 0 0,0 0 1 0 0,-1 0-1 0 0,1 0 1 0 0,0 1-1 0 0,-1-1 0 0 0,1 1 1 0 0,-1-1-1 0 0,0 0 1 0 0,0 1-1 0 0,1 4 2482 0 0,-12-22-1048 0 0,-1-4-1319 0 0,5 9-106 0 0,0 0 0 0 0,1 0 1 0 0,0-1-1 0 0,0 0 0 0 0,1 0 0 0 0,-3-16 0 0 0,6 26-39 0 0,-1-14 130 0 0,0 0 0 0 0,0-18-1 0 0,3 29-111 0 0,-1-1 0 0 0,0 1-1 0 0,1-1 1 0 0,0 1-1 0 0,0-1 1 0 0,0 1-1 0 0,1 0 1 0 0,0-1 0 0 0,-1 1-1 0 0,1 0 1 0 0,4-6-1 0 0,-3 6-10 0 0,1-1 0 0 0,-1 1 0 0 0,7-7 0 0 0,-9 10-48 0 0,0 0 1 0 0,1 0-1 0 0,-1 0 1 0 0,1 0 0 0 0,-1 1-1 0 0,1-1 1 0 0,-1 0-1 0 0,1 1 1 0 0,0-1-1 0 0,-1 1 1 0 0,1-1-1 0 0,0 1 1 0 0,-1 0-1 0 0,1-1 1 0 0,2 1-1 0 0,2 0-530 0 0,1 0 1 0 0,-1 1-1 0 0,13 2 0 0 0,-15-2 159 0 0,-1 0 0 0 0,0 0-1 0 0,0 0 1 0 0,0 1 0 0 0,0 0 0 0 0,0-1 0 0 0,-1 1-1 0 0,1 0 1 0 0,4 4 0 0 0,14 13-8438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0:13.57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2625 0 0,'0'0'12109'0'0,"0"10"-12000"0"0,1 3-71 0 0,5 34 95 0 0,0-26 30 0 0,-4-17-126 0 0,-1 0 0 0 0,0 0 1 0 0,0 1-1 0 0,1 4 0 0 0,-1-3 87 0 0,0-1-1 0 0,1 0 0 0 0,1 7 0 0 0,1 2 563 0 0,-4-14-701 0 0,1 0 1 0 0,-1 0-1 0 0,0 1 0 0 0,0-1 0 0 0,0 0 0 0 0,0 0 1 0 0,0 0-1 0 0,1 1 0 0 0,-1-1 0 0 0,0 0 0 0 0,0 0 1 0 0,0 0-1 0 0,1 1 0 0 0,-1-1 0 0 0,0 0 0 0 0,0 0 1 0 0,1 0-1 0 0,-1 0 0 0 0,0 0 0 0 0,0 0 0 0 0,1 0 1 0 0,-1 0-1 0 0,0 1 0 0 0,1-1 0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0:13.76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12011 0 0,'0'0'10262'0'0,"6"12"-16490"0"0,-1-3 4845 0 0,2 11 0 0 0,3 8-7987 0 0,-8-20 5461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0:14.24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149 6 4225 0 0,'0'0'20450'0'0,"1"16"-21560"0"0,12 13 661 0 0,-4-10 450 0 0,8 25 0 0 0,-11-28-39 0 0,-4-13-6 0 0,-1 0 0 0 0,0 0 1 0 0,0 0-1 0 0,0 0 1 0 0,-1 0-1 0 0,1 0 1 0 0,-1 1-1 0 0,1 2 1 0 0,-1-5 31 0 0,-1 0 0 0 0,1-1 0 0 0,0 1 0 0 0,-1-1 0 0 0,1 1 0 0 0,-1-1 0 0 0,1 1 0 0 0,0-1 0 0 0,-1 0 0 0 0,1 1 0 0 0,-1-1 0 0 0,0 1 0 0 0,1-1 0 0 0,-1 0 0 0 0,1 1 1 0 0,-1-1-1 0 0,1 0 0 0 0,-1 0 0 0 0,0 0 0 0 0,1 1 0 0 0,-1-1 0 0 0,0 0 0 0 0,-17 3 68 0 0,12-2 22 0 0,0-1 0 0 0,-1 1 0 0 0,1-2 0 0 0,0 1 0 0 0,0-1 1 0 0,0 0-1 0 0,0 0 0 0 0,0 0 0 0 0,0-1 0 0 0,1 0 0 0 0,-11-5 0 0 0,3 0 263 0 0,-21-15 0 0 0,29 18-256 0 0,1 0 0 0 0,-1 0 0 0 0,1 0 0 0 0,0 0 0 0 0,0-1 0 0 0,0 1 0 0 0,-3-7 0 0 0,5 7 24 0 0,1-1 1 0 0,0 1-1 0 0,0 0 0 0 0,0-1 1 0 0,1 1-1 0 0,-1-1 0 0 0,1-8 1 0 0,0 11-118 0 0,0 1 0 0 0,0 0 0 0 0,0-1 0 0 0,1 1 0 0 0,-1 0 1 0 0,0-1-1 0 0,1 1 0 0 0,-1 0 0 0 0,0-1 0 0 0,1 1 0 0 0,0 0 0 0 0,-1-1 0 0 0,1 1 1 0 0,0 0-1 0 0,0 0 0 0 0,-1 0 0 0 0,2-1 0 0 0,0 0-117 0 0,0 1 0 0 0,1-1 0 0 0,-1 1 1 0 0,0-1-1 0 0,0 1 0 0 0,0 0 0 0 0,1 0 0 0 0,3-1 0 0 0,3 0-862 0 0,0 0 0 0 0,0 0 0 0 0,1 1 0 0 0,16 0 0 0 0,14 4-8860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0:14.9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212 461 456 0 0,'0'0'18131'0'0,"-19"-16"-17693"0"0,-56-48-38 0 0,51 45-121 0 0,17 17-89 0 0,2 1-105 0 0,2 1-80 0 0,1-1 0 0 0,-1 1-1 0 0,0-1 1 0 0,0 1 0 0 0,1 0 0 0 0,-1 0 0 0 0,0 0-1 0 0,0 0 1 0 0,1 1 0 0 0,-1-1 0 0 0,0 1 0 0 0,1 0-1 0 0,-1 0 1 0 0,0 0 0 0 0,1 0 0 0 0,-1 0 0 0 0,1 0-1 0 0,0 0 1 0 0,-1 1 0 0 0,1 0 0 0 0,0-1 0 0 0,0 1 0 0 0,0 0-1 0 0,0 0 1 0 0,0 0 0 0 0,0 0 0 0 0,0 0 0 0 0,1 1-1 0 0,-1-1 1 0 0,1 0 0 0 0,0 1 0 0 0,0-1 0 0 0,0 1-1 0 0,0-1 1 0 0,0 1 0 0 0,0 0 0 0 0,0 4 0 0 0,0-1 66 0 0,1 1 1 0 0,0-1 0 0 0,0 0 0 0 0,1 0 0 0 0,-1 0 0 0 0,1 0-1 0 0,0 0 1 0 0,1 0 0 0 0,0 0 0 0 0,0 0 0 0 0,0 0-1 0 0,1-1 1 0 0,-1 1 0 0 0,7 7 0 0 0,-3-3 19 0 0,2-1 1 0 0,-1 0-1 0 0,1 0 0 0 0,0-1 0 0 0,1 0 1 0 0,16 12-1 0 0,-22-19-48 0 0,0 1 0 0 0,0 0 0 0 0,0-1 0 0 0,0 1 0 0 0,0-1 0 0 0,0 0 0 0 0,4 1 0 0 0,-5-2 8 0 0,-1 0-1 0 0,1 1 1 0 0,-1-1-1 0 0,1 0 1 0 0,-1 0 0 0 0,1 0-1 0 0,0 0 1 0 0,-1 0-1 0 0,1-1 1 0 0,-1 1-1 0 0,1 0 1 0 0,-1-1-1 0 0,1 1 1 0 0,-1-1-1 0 0,0 1 1 0 0,1-1-1 0 0,1-1 1 0 0,1-2-26 0 0,1 1 1 0 0,-1-1-1 0 0,0 0 1 0 0,-1-1-1 0 0,1 1 1 0 0,-1-1 0 0 0,0 1-1 0 0,0-1 1 0 0,0 0-1 0 0,-1 0 1 0 0,3-6-1 0 0,0-6-153 0 0,0 0-1 0 0,3-22 0 0 0,-6 29 85 0 0,1-15-122 0 0,-1-1 1 0 0,-1 1-1 0 0,-1 0 0 0 0,-1-1 1 0 0,-1 1-1 0 0,-2 0 1 0 0,-10-39-1 0 0,-36-88 210 0 0,48 145-28 0 0,-18-40 574 0 0,19 47-446 0 0,1 16-2294 0 0,0-3 1997 0 0,0-1 209 0 0,0 1 0 0 0,1-1 1 0 0,4 23-1 0 0,5 0 88 0 0,1-1-1 0 0,24 52 1 0 0,45 58-123 0 0,-44-85-1065 0 0,-34-55 691 0 0,0 0 0 0 0,0 1 0 0 0,0-1 0 0 0,1 5 0 0 0,3 9-2875 0 0,-3-10-1888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0:16.0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58 147 4945 0 0,'0'0'17856'0'0,"-1"2"-17895"0"0,-1 0-24 0 0,1 1 0 0 0,-1 0 1 0 0,1 0-1 0 0,0 0 0 0 0,0 1 0 0 0,0-1 0 0 0,0 0 0 0 0,0 0 0 0 0,1 0 0 0 0,-1 5 0 0 0,1 38 264 0 0,1-25-179 0 0,-1-11 21 0 0,1 0 0 0 0,0 1-1 0 0,1-1 1 0 0,1 0 0 0 0,3 11 0 0 0,2-5-4 0 0,-6-14-40 0 0,-1 1 0 0 0,1 0 0 0 0,-1 0 0 0 0,0-1 0 0 0,0 1 0 0 0,0 0 0 0 0,0 0 0 0 0,1 6-1 0 0,-2-9 17 0 0,0 0 0 0 0,0 0 0 0 0,0 0 0 0 0,0 0 0 0 0,0 1 0 0 0,0-1 0 0 0,0 0 0 0 0,0 0 0 0 0,0 0 0 0 0,0 0 0 0 0,0 1-1 0 0,0-1 1 0 0,0 0 0 0 0,0 0 0 0 0,0 0 0 0 0,1 0 0 0 0,-1 0 0 0 0,0 1 0 0 0,0-1 0 0 0,0 0 0 0 0,0 0 0 0 0,0 0-1 0 0,0 0 1 0 0,1 0 0 0 0,-1 0 0 0 0,0 0 0 0 0,0 0 0 0 0,0 0 0 0 0,0 1 0 0 0,0-1 0 0 0,1 0 0 0 0,-1 0 0 0 0,0 0-1 0 0,0 0 1 0 0,1 0 44 0 0,-1-1 0 0 0,0 1 0 0 0,0 0 0 0 0,0 0 0 0 0,0 0 0 0 0,1 0 0 0 0,-1-1 0 0 0,0 1 0 0 0,0 0 0 0 0,0 0 0 0 0,0-1 0 0 0,0 1 0 0 0,0 0 0 0 0,0 0 0 0 0,1-1 0 0 0,-1 1 0 0 0,0 0 0 0 0,0 0 0 0 0,0-1 0 0 0,0 1 0 0 0,0 0 0 0 0,0 0 0 0 0,0 0-1 0 0,0-1 1 0 0,-1 1 0 0 0,1 0 0 0 0,0 0 0 0 0,0-1 0 0 0,0 1 0 0 0,0 0 0 0 0,0 0 0 0 0,0-1 0 0 0,0 1 0 0 0,0 0 0 0 0,-1-1 0 0 0,-20-73 280 0 0,-26-85-253 0 0,43 146 24 0 0,1 0 0 0 0,0-1-1 0 0,1 0 1 0 0,-1-24 0 0 0,3 38 38 0 0,11 2-890 0 0,1 8 220 0 0,21 22 0 0 0,-12-10 427 0 0,102 91-320 0 0,7-12-93 0 0,-99-80 340 0 0,73 45-221 0 0,-96-61 425 0 0,0-2 1 0 0,0 1 0 0 0,0-1-1 0 0,10 2 1 0 0,-18-5-15 0 0,0 0 0 0 0,1 0 0 0 0,-1 0 0 0 0,0 0 0 0 0,0 0 0 0 0,1 0 0 0 0,-1 0 1 0 0,0 0-1 0 0,0 0 0 0 0,1 0 0 0 0,-1 0 0 0 0,0 0 0 0 0,0 0 0 0 0,0 0 0 0 0,1-1 0 0 0,-1 1 0 0 0,0 0 1 0 0,0 0-1 0 0,0 0 0 0 0,1 0 0 0 0,-1 0 0 0 0,0-1 0 0 0,0 1 0 0 0,0 0 0 0 0,0 0 0 0 0,1 0 1 0 0,-1-1-1 0 0,0 1 0 0 0,0 0 0 0 0,0 0 0 0 0,0-1 0 0 0,0 1 0 0 0,0 0 0 0 0,0 0 0 0 0,0 0 1 0 0,0-1-1 0 0,0 1 0 0 0,0 0 0 0 0,0 0 0 0 0,0-1 0 0 0,0-14-19 0 0,0 9 61 0 0,0-5-100 0 0,-1-1 1 0 0,0 0-1 0 0,-1 1 0 0 0,0-1 1 0 0,0 1-1 0 0,-1 0 0 0 0,-1 0 0 0 0,-6-14 1 0 0,-82-165-192 0 0,61 125-1508 0 0,30 62 1089 0 0,0-1 0 0 0,0 0 1 0 0,0 1-1 0 0,-1-6 0 0 0,1 0-6499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1:24.92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 32 0 0 0,'0'0'9455'0'0,"-1"-5"-7580"0"0,0-1-1276 0 0,-1-15 14363 0 0,2 23-14862 0 0,1 0-1 0 0,-1-1 1 0 0,0 1-1 0 0,0-1 1 0 0,1 1-1 0 0,-1-1 1 0 0,1 1-1 0 0,0-1 1 0 0,-1 1-1 0 0,2 2 1 0 0,5 5-46 0 0,0 0 0 0 0,7 16 0 0 0,-14-24-55 0 0,24 51-28 0 0,-9-10 69 0 0,-9-27-24 0 0,-1 1 1 0 0,0-1-1 0 0,2 17 0 0 0,-6-27-12 0 0,10 39 47 0 0,-7-26-15 0 0,0 0 1 0 0,4 34-1 0 0,1 8 72 0 0,-9-42-46 0 0,0-18-57 0 0,2-16-4168 0 0,-3 13 3183 0 0,1 0 0 0 0,-1 1 1 0 0,0-1-1 0 0,0 0 0 0 0,-2-4 0 0 0,-4-6-6620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1:25.68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1 133 0 0 0,'0'0'19543'0'0,"0"-6"-18995"0"0,0-44 2755 0 0,4 46-2806 0 0,-4 4-468 0 0,1 0 0 0 0,-1 0 0 0 0,0 0 0 0 0,1-1 0 0 0,-1 1 0 0 0,1 0 0 0 0,-1-1 0 0 0,0 1 0 0 0,1 0 0 0 0,-1-1 1 0 0,0 1-1 0 0,1 0 0 0 0,-1-1 0 0 0,0 1 0 0 0,0-1 0 0 0,0 1 0 0 0,1-1 0 0 0,-1 1 0 0 0,0 0 0 0 0,0-1 0 0 0,0 0 1 0 0,1 0 28 0 0,-1-1 0 0 0,0 1 0 0 0,1 0 0 0 0,-1 0 0 0 0,1 0 0 0 0,-1 0 1 0 0,1 0-1 0 0,-1 0 0 0 0,1 0 0 0 0,0 0 0 0 0,0 0 0 0 0,-1 0 0 0 0,3-1 1 0 0,-2 1 6 0 0,0-1 0 0 0,0 1 0 0 0,0 0 0 0 0,0-1 0 0 0,0 1 0 0 0,0-1 1 0 0,0 1-1 0 0,0-3 0 0 0,0 2-33 0 0,0 1 1 0 0,0 0 0 0 0,0 0-1 0 0,0 0 1 0 0,0 0-1 0 0,0 0 1 0 0,0 0-1 0 0,0 0 1 0 0,0 0-1 0 0,1 0 1 0 0,-1 0-1 0 0,0 1 1 0 0,1-1-1 0 0,-1 0 1 0 0,0 1 0 0 0,3-1-1 0 0,7-5 163 0 0,-7 4-186 0 0,0 1-1 0 0,0-1 1 0 0,0 1 0 0 0,1-1-1 0 0,-1 1 1 0 0,0 0-1 0 0,9 0 1 0 0,-4 0 3 0 0,-1 1 0 0 0,1 1-1 0 0,12 1 1 0 0,-12 0-18 0 0,-1 0 0 0 0,0 1 0 0 0,0 1 0 0 0,13 6 0 0 0,-13-6 4 0 0,1 1-6 0 0,-1 1-1 0 0,0-1 1 0 0,0 2 0 0 0,10 8-1 0 0,8 8 6 0 0,-19-16 11 0 0,1 0 1 0 0,-1 0 0 0 0,12 16 0 0 0,0 2-19 0 0,-10-14 13 0 0,12 18-1 0 0,-14-18-6 0 0,13 15 0 0 0,-5 2-5 0 0,-4-6-22 0 0,-6-9 13 0 0,-3-7 3 0 0,0 0 0 0 0,0 0 0 0 0,-1 1 1 0 0,0-1-1 0 0,0 1 0 0 0,0-1 0 0 0,-1 1 0 0 0,0-1 1 0 0,-1 1-1 0 0,-1 8 0 0 0,2-13 11 0 0,-1 0 1 0 0,0 0-1 0 0,0 0 1 0 0,0 0-1 0 0,0 0 1 0 0,0 0-1 0 0,-1 0 1 0 0,1 0-1 0 0,0-1 1 0 0,-1 1-1 0 0,1 0 1 0 0,-1-1-1 0 0,-2 2 1 0 0,-26 18 20 0 0,23-17 7 0 0,-1 0 1 0 0,0-1-1 0 0,0 0 0 0 0,0 0 1 0 0,-12 1-1 0 0,9-1 20 0 0,1 0 0 0 0,-13 5-1 0 0,19-7-40 0 0,0 0 0 0 0,0 0 0 0 0,0 0 0 0 0,0 0 0 0 0,-8-1 0 0 0,-2 2-158 0 0,-21 0-2025 0 0,21-2-1836 0 0,0 0-4826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1:26.29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4609 0 0,'0'0'17888'0'0,"0"4"-17788"0"0,0 2 9 0 0,0 0 0 0 0,1 0-1 0 0,-1 0 1 0 0,1 0 0 0 0,1 0 0 0 0,-1 0 0 0 0,4 8 0 0 0,22 37 566 0 0,12 24-126 0 0,-24-32-356 0 0,-14-40-169 0 0,0 1-1 0 0,0-1 1 0 0,0 1-1 0 0,0 5 0 0 0,-1-7-6 0 0,0 0 0 0 0,0 0 0 0 0,1-1-1 0 0,-1 1 1 0 0,0 0 0 0 0,1 0 0 0 0,0 0-1 0 0,-1 0 1 0 0,1 0 0 0 0,0-1 0 0 0,0 1-1 0 0,1 2 1 0 0,-2-4-21 0 0,0 0-1 0 0,0 0 1 0 0,1 0 0 0 0,-1 0-1 0 0,0 0 1 0 0,0 0 0 0 0,0 0 0 0 0,0 0-1 0 0,0 1 1 0 0,0-1 0 0 0,0 0-1 0 0,0 0 1 0 0,0 0 0 0 0,0 0-1 0 0,0 0 1 0 0,0 0 0 0 0,0 0-1 0 0,1 0 1 0 0,-1 0 0 0 0,0 0-1 0 0,0 0 1 0 0,0 0 0 0 0,0 0 0 0 0,0 0-1 0 0,0 0 1 0 0,0 0 0 0 0,0 0-1 0 0,0 0 1 0 0,1 0 0 0 0,-1 0-1 0 0,0 0 1 0 0,0 0 0 0 0,0 0-1 0 0,0 0 1 0 0,0 0 0 0 0,0 0-1 0 0,0 0 1 0 0,0 0 0 0 0,1 0-1 0 0,-1 0 1 0 0,0 0 0 0 0,0 0 0 0 0,0 0-1 0 0,0 0 1 0 0,0 0 0 0 0,0 0-1 0 0,0 0 1 0 0,0 0 0 0 0,0 0-1 0 0,0 0 1 0 0,0-1 0 0 0,1 1-1 0 0,-1 0 1 0 0,0 0 0 0 0,0 0-1 0 0,0 0 1 0 0,0 0 0 0 0,0 0 0 0 0,0 0-1 0 0,0 0 1 0 0,0 0 0 0 0,0-1-1 0 0,0 1 1 0 0,0 0 0 0 0,0 0-1 0 0,0 0 1 0 0,0 0 0 0 0,0 0-1 0 0,0 0 1 0 0,0-11-3870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1:26.64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68 0 0 0,'0'0'19271'0'0,"25"-4"-18880"0"0,79-11-43 0 0,-94 13-231 0 0,0 1 1 0 0,1 0 0 0 0,12 1 0 0 0,-11 0 15 0 0,26 1 410 0 0,-19 0 113 0 0,0-1 0 0 0,29-3 0 0 0,-48 3-634 0 0,1 0 0 0 0,-1 0 0 0 0,0 0 0 0 0,0 0 0 0 0,1 0 1 0 0,-1 0-1 0 0,0 0 0 0 0,0 0 0 0 0,1 0 0 0 0,-1 0 0 0 0,0 0 0 0 0,0-1 0 0 0,0 1 0 0 0,1 0 0 0 0,-1 0 1 0 0,0 0-1 0 0,0 0 0 0 0,0 0 0 0 0,1-1 0 0 0,-1 1 0 0 0,0 0 0 0 0,0 0 0 0 0,0 0 0 0 0,0-1 0 0 0,1 1 1 0 0,-1 0-1 0 0,0 0 0 0 0,0 0 0 0 0,0-1 0 0 0,0 1 0 0 0,0 0 0 0 0,0 0 0 0 0,0-1 0 0 0,0 1 0 0 0,0 0 1 0 0,-5-10-1201 0 0,-12-5-1775 0 0,13 13 2305 0 0,-1 0 0 0 0,1 0 0 0 0,0 1 1 0 0,-1-1-1 0 0,1 1 0 0 0,-1 0 1 0 0,-6 0-1 0 0,-20-1-8281 0 0,23 2 3250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1:27.00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12 0 0 0,'0'0'18307'0'0,"7"-1"-17589"0"0,12-1 804 0 0,29-2 0 0 0,-43 4-1315 0 0,-3 0-30 0 0,0 0-1 0 0,1 0 1 0 0,-1 0-1 0 0,0 0 1 0 0,0 0-1 0 0,1 1 1 0 0,-1-1-1 0 0,0 1 1 0 0,3 0-1 0 0,-3 0-69 0 0,0-1 0 0 0,0 1 0 0 0,0-1 0 0 0,0 0 0 0 0,1 0 0 0 0,-1 0 0 0 0,0 0 0 0 0,0 0 0 0 0,3-1 0 0 0,1 1 23 0 0,70-4-343 0 0,-75 4 53 0 0,-1 0 0 0 0,1 0 1 0 0,-1 0-1 0 0,1 0 0 0 0,-1 0 0 0 0,0 0 1 0 0,1 0-1 0 0,-1 0 0 0 0,1-1 0 0 0,-1 1 0 0 0,0 0 1 0 0,1 0-1 0 0,-1-1 0 0 0,1 1 0 0 0,-1 0 1 0 0,0 0-1 0 0,1-1 0 0 0,-1 1 0 0 0,0 0 0 0 0,1-1 1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1:27.64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 1 840 0 0,'0'0'22285'0'0,"-7"0"-21167"0"0,8 7-1100 0 0,-1 0 0 0 0,0 0 0 0 0,1 0 0 0 0,1 0 0 0 0,-1 0 0 0 0,1 0 0 0 0,0-1 0 0 0,6 14 0 0 0,-1-5 60 0 0,5 18 0 0 0,-2-6 20 0 0,-7-19-77 0 0,34 101 156 0 0,-36-102-175 0 0,-1-6-2 0 0,0 0 0 0 0,0-1-1 0 0,0 1 1 0 0,0 0 0 0 0,1-1 0 0 0,-1 1-1 0 0,0-1 1 0 0,0 1 0 0 0,0 0 0 0 0,1-1 0 0 0,-1 1-1 0 0,0-1 1 0 0,1 1 0 0 0,-1 0 0 0 0,0-1-1 0 0,1 1 1 0 0,-1-1 0 0 0,1 1 0 0 0,0-14-9376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1:28.21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370 9 3321 0 0,'0'0'22083'0'0,"3"7"-20705"0"0,-2-7-1371 0 0,12-1-104 0 0,-12 1 98 0 0,-1 0 0 0 0,1 0 0 0 0,-1-1 0 0 0,1 1-1 0 0,-1 0 1 0 0,0 0 0 0 0,1 0 0 0 0,-1 0 0 0 0,0-1 0 0 0,1 1 0 0 0,-1 0 0 0 0,1 0-1 0 0,-1-1 1 0 0,0 1 0 0 0,1 0 0 0 0,-1 0 0 0 0,0-1 0 0 0,0 1 0 0 0,1 0 0 0 0,-1-1-1 0 0,0 1 1 0 0,0 0 0 0 0,0-1 0 0 0,1 1 0 0 0,-1-1 0 0 0,0 1 0 0 0,0 0-1 0 0,0-1 1 0 0,0 1 0 0 0,0-1 0 0 0,0 0 15 0 0,-4-2-375 0 0,-209 1-97 0 0,161 7 478 0 0,14-1-92 0 0,1 0-309 0 0,6 0-3821 0 0,10-4-6311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1:29.10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36 76 0 0 0,'0'0'24009'0'0,"-3"-4"-23701"0"0,-7-10-46 0 0,7 9 115 0 0,4 4-326 0 0,3 3-254 0 0,15 8-413 0 0,-19-10 654 0 0,0 0 0 0 0,0 0 0 0 0,0 0 0 0 0,1 0 1 0 0,-1 0-1 0 0,0 0 0 0 0,0 0 0 0 0,0 0 0 0 0,0 0 0 0 0,0 0 0 0 0,0 0 1 0 0,0 0-1 0 0,0 1 0 0 0,0-1 0 0 0,0 0 0 0 0,0 0 0 0 0,0 0 0 0 0,1 0 0 0 0,-1 0 1 0 0,0 0-1 0 0,0 0 0 0 0,0 0 0 0 0,0 0 0 0 0,0 0 0 0 0,0 0 0 0 0,0 0 1 0 0,0 0-1 0 0,0 0 0 0 0,1 0 0 0 0,-1 0 0 0 0,0 0 0 0 0,0 0 0 0 0,0 0 1 0 0,0 0-1 0 0,0 0 0 0 0,0 0 0 0 0,0-1 0 0 0,0 1 0 0 0,0 0 0 0 0,0 0 1 0 0,0 0-1 0 0,1 0 0 0 0,-1 0 0 0 0,0 0 0 0 0,0 0 0 0 0,0 0 0 0 0,0 0 1 0 0,0 0-1 0 0,0 0 0 0 0,0 0 0 0 0,0-1 0 0 0,2-6 599 0 0,-2-13-807 0 0,0 16 347 0 0,0-27-124 0 0,0 30-66 0 0,-7 2-4111 0 0,3 0 3258 0 0,1 0 0 0 0,-1-1 0 0 0,1 2-1 0 0,0-1 1 0 0,-1 0 0 0 0,-5 4 0 0 0,-4 2-6049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1:29.56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 46 2385 0 0,'0'0'20419'0'0,"-7"-2"-20039"0"0,14 28-760 0 0,-7-26 448 0 0,0 0 0 0 0,0 0 0 0 0,0 0 0 0 0,1 0 0 0 0,-1 0 0 0 0,0 0 1 0 0,0 0-1 0 0,0 0 0 0 0,0 0 0 0 0,0 0 0 0 0,1 0 0 0 0,-1 0 1 0 0,0 0-1 0 0,0 0 0 0 0,0 0 0 0 0,0 0 0 0 0,1 0 0 0 0,-1 0 1 0 0,0 0-1 0 0,0 0 0 0 0,0 0 0 0 0,0 0 0 0 0,1 0 0 0 0,-1 0 0 0 0,0 0 1 0 0,0 0-1 0 0,0 0 0 0 0,0-1 0 0 0,0 1 0 0 0,0 0 0 0 0,1 0 1 0 0,-1 0-1 0 0,0 0 0 0 0,0 0 0 0 0,0 0 0 0 0,0-1 0 0 0,-5-51 629 0 0,5 49-95 0 0,0-9-2598 0 0,-6 20-4205 0 0,5-6 5024 0 0,0 1-1 0 0,0-1 0 0 0,-4 4 0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1:31.28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4 0 0 0,'0'-4'24188'0'0,"0"4"-23964"0"0,0 11 779 0 0,0-3-953 0 0,1 1-1 0 0,1-1 1 0 0,-1 0 0 0 0,2 0 0 0 0,-1 0 0 0 0,6 12-1 0 0,0-1 92 0 0,6 22 83 0 0,46 135 312 0 0,-58-167-526 0 0,3 6 7 0 0,-2-6 302 0 0,-2-5-662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1:31.75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73 2865 0 0,'0'0'18316'0'0,"8"-10"-17904"0"0,26-31-108 0 0,-33 40-288 0 0,0 0 0 0 0,0 0 0 0 0,0-1 0 0 0,0 1 0 0 0,0 1 0 0 0,0-1 1 0 0,0 0-1 0 0,0 0 0 0 0,0 0 0 0 0,0 0 0 0 0,1 1 0 0 0,-1-1 0 0 0,0 1 0 0 0,0-1 1 0 0,1 1-1 0 0,-1-1 0 0 0,0 1 0 0 0,1 0 0 0 0,2-1 0 0 0,1 1 39 0 0,4-2-38 0 0,0 0 0 0 0,0 1 0 0 0,0 0 0 0 0,1 1 0 0 0,-1 0 0 0 0,0 0 0 0 0,0 1 0 0 0,0 0 0 0 0,17 5 1 0 0,-10-1-33 0 0,1 1 1 0 0,-1 1-1 0 0,-1 0 1 0 0,20 13 0 0 0,-24-14 0 0 0,0 1-1 0 0,-1 1 1 0 0,0-1 0 0 0,0 2-1 0 0,-1-1 1 0 0,0 1 0 0 0,0 1 0 0 0,-1 0-1 0 0,0 0 1 0 0,-1 0 0 0 0,0 1 0 0 0,8 18-1 0 0,-9-14-17 0 0,0-1-1 0 0,-1 1 0 0 0,-1-1 0 0 0,0 1 1 0 0,-1 0-1 0 0,-1 1 0 0 0,0-1 0 0 0,-1 16 1 0 0,-1-25 10 0 0,0-1 1 0 0,-1 0-1 0 0,1 1 0 0 0,-1-1 1 0 0,0 0-1 0 0,-3 8 1 0 0,3-10 35 0 0,-1 0 1 0 0,1 0-1 0 0,-1 0 1 0 0,0 0-1 0 0,0 0 0 0 0,0-1 1 0 0,0 1-1 0 0,0 0 1 0 0,-1-1-1 0 0,-3 4 1 0 0,3-4 32 0 0,-1 0 0 0 0,1 0 0 0 0,0-1 0 0 0,0 1 1 0 0,-1-1-1 0 0,1 1 0 0 0,-1-1 0 0 0,1 0 0 0 0,-1-1 0 0 0,-4 2 1 0 0,-5-1 72 0 0,-19 0-1 0 0,31-1-113 0 0,-19 0-161 0 0,-48-1-367 0 0,23-3-3944 0 0,33 4-252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1:32.69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 1 56 0 0,'0'0'23313'0'0,"-4"1"-22508"0"0,5 1-825 0 0,0 1-1 0 0,0-1 0 0 0,0 0 0 0 0,0 0 0 0 0,0 0 0 0 0,2 3 0 0 0,1 3 2 0 0,7 12 39 0 0,-1 0-1 0 0,14 44 1 0 0,-6-8 45 0 0,-13-44-48 0 0,-4-8-15 0 0,1-1-1 0 0,-1 1 1 0 0,0 0-1 0 0,0 0 1 0 0,0 0 0 0 0,0 6-1 0 0,-1-10-20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1:33.25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426 7 128 0 0,'0'0'22266'0'0,"-7"7"-20507"0"0,7-7-1539 0 0,-2 0-227 0 0,1 0 1 0 0,-1 0-1 0 0,0-1 0 0 0,1 1 0 0 0,-1 0 0 0 0,0 0 0 0 0,-2 1 1 0 0,-2-1 30 0 0,-15-1 156 0 0,-24-4 1 0 0,24 2-20 0 0,-25 0 1 0 0,18 3-5 0 0,16-1-103 0 0,-1 1 1 0 0,1 0-1 0 0,-1 1 1 0 0,1 0-1 0 0,0 1 1 0 0,-16 4-1 0 0,3 2-63 0 0,-27 12-914 0 0,18-7-2123 0 0,11-7-5109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1:34.91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 7 0 0 0,'0'0'19830'0'0,"-1"-1"-19492"0"0,1-1-355 0 0,-2-2 585 0 0,1 7 235 0 0,1-2-728 0 0,3 10-38 0 0,3 4-40 0 0,12 31 114 0 0,5 12-9 0 0,3 9-21 0 0,2 17 13 0 0,-23-71-55 0 0,10 17 62 0 0,-8-18-91 0 0,-6-11-12 0 0,-1-1 0 0 0,1 1 0 0 0,-1 0 0 0 0,1 0 0 0 0,-1 0 0 0 0,1-1 0 0 0,-1 1 0 0 0,0 0 0 0 0,1 0 0 0 0,-1 0 0 0 0,0 0 0 0 0,1 0 0 0 0,-1 1 0 0 0,0-2 36 0 0,0-2-382 0 0,0 1 13 0 0,0-1 0 0 0,0 0 1 0 0,-1 1-1 0 0,1-1 0 0 0,0 0 0 0 0,-1 1 0 0 0,0-4 0 0 0,-16-23-11094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1:35.26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1 112 0 0 0,'0'0'23137'0'0,"6"-7"-22882"0"0,18-20-81 0 0,-21 25-161 0 0,-1 0-1 0 0,1 0 0 0 0,-1 0 1 0 0,1 0-1 0 0,0 1 0 0 0,0-1 1 0 0,0 1-1 0 0,0-1 0 0 0,0 1 1 0 0,0 0-1 0 0,0 0 0 0 0,0 1 1 0 0,0-1-1 0 0,1 0 0 0 0,5 1 1 0 0,2-2-12 0 0,103-22 47 0 0,-113 24-37 0 0,-1 0-1 0 0,1 0 1 0 0,0 0-1 0 0,-1-1 1 0 0,1 1-1 0 0,0 0 1 0 0,-1-1-1 0 0,1 1 1 0 0,0 0-1 0 0,-1-1 1 0 0,1 1-1 0 0,-1-1 1 0 0,1 1-1 0 0,-1-1 1 0 0,1 1-1 0 0,-1-1 1 0 0,1 1-1 0 0,-1-1 1 0 0,1-1-1 0 0,1-13-2827 0 0,-2 11 800 0 0,-1 4 1184 0 0,0-1-1 0 0,0 1 0 0 0,-1 0 0 0 0,1-1 0 0 0,0 1 0 0 0,0 0 0 0 0,0 0 0 0 0,0 0 0 0 0,0 0 1 0 0,0 0-1 0 0,-1 0 0 0 0,0 0 0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1:35.59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22 0 0 0,'0'0'21109'0'0,"7"0"-20821"0"0,-5 0-288 0 0,128-5 1879 0 0,-109 2-1560 0 0,21-3-102 0 0,-42 6-339 0 0,1-1 0 0 0,-1 1 0 0 0,1 0 1 0 0,-1 0-1 0 0,1 0 0 0 0,-1 0 0 0 0,0-1 1 0 0,1 1-1 0 0,-1 0 0 0 0,1 0 0 0 0,-1-1 0 0 0,0 1 1 0 0,1 0-1 0 0,-1-1 0 0 0,0 1 0 0 0,1 0 1 0 0,-1-1-1 0 0,0 1 0 0 0,1-1 0 0 0,-1 1 1 0 0,0-1-1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1:36.21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 1 0 0 0,'0'0'22794'0'0,"-2"1"-22514"0"0,2 0-235 0 0,-1 0-52 0 0,1-1 1 0 0,-1 1-1 0 0,1-1 0 0 0,-1 1 1 0 0,1-1-1 0 0,-1 1 0 0 0,1-1 1 0 0,0 1-1 0 0,-1 0 0 0 0,1-1 1 0 0,0 1-1 0 0,-1 0 0 0 0,1-1 0 0 0,0 1 1 0 0,0 0-1 0 0,0-1 0 0 0,0 1 1 0 0,0 0-1 0 0,0 0 0 0 0,0-1 1 0 0,0 1-1 0 0,0 0 0 0 0,0-1 0 0 0,0 1 1 0 0,0 0-1 0 0,0-1 0 0 0,0 1 1 0 0,1 0-1 0 0,-1-1 0 0 0,0 1 1 0 0,1 0-1 0 0,-1-1 0 0 0,1 2 1 0 0,24 52 198 0 0,45 78 293 0 0,-64-121-465 0 0,-1 0 1 0 0,0 1-1 0 0,6 20 0 0 0,-11-30-272 0 0,1 0-1 0 0,-1-1 0 0 0,1 1 0 0 0,0-1 0 0 0,0 1 1 0 0,0-1-1 0 0,1 3 0 0 0,1-3-1521 0 0,-3-10 161 0 0,0 8 1029 0 0,-1 0-1 0 0,1 0 1 0 0,0 0 0 0 0,-1 0-1 0 0,1 1 1 0 0,-1-1-1 0 0,1 0 1 0 0,-1 0-1 0 0,1 0 1 0 0,-2-1 0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1:36.72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334 26 3129 0 0,'0'0'19418'0'0,"0"-4"-18989"0"0,0-10-41 0 0,0 14-382 0 0,0 0 0 0 0,0-1 0 0 0,0 1 0 0 0,-1 0 0 0 0,1-1 0 0 0,0 1 0 0 0,0 0 0 0 0,0-1 1 0 0,0 1-1 0 0,0 0 0 0 0,-1-1 0 0 0,1 1 0 0 0,0 0 0 0 0,0-1 0 0 0,0 1 0 0 0,-1 0 0 0 0,1 0 0 0 0,0-1 0 0 0,-1 1 1 0 0,1 0-1 0 0,0 0 0 0 0,0 0 0 0 0,-1-1 0 0 0,1 1 0 0 0,0 0 0 0 0,-1 0 0 0 0,1 0 0 0 0,0 0 0 0 0,-1 0 0 0 0,1 0 1 0 0,-1-1-1 0 0,1 1 0 0 0,0 0 0 0 0,-1 0 0 0 0,1 0 0 0 0,0 0 0 0 0,-1 0 0 0 0,1 1 0 0 0,0-1 0 0 0,-1 0 0 0 0,-18 4-810 0 0,15-3 1041 0 0,-37 5 58 0 0,1-3 0 0 0,-79-2 0 0 0,55-2-265 0 0,41 5-859 0 0,11 0-2596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1:38.82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278 28 1312 0 0,'0'0'16429'0'0,"-7"-4"-16249"0"0,-35-18 75 0 0,39 21-218 0 0,0 1 0 0 0,0-1 0 0 0,0 1 0 0 0,-1 0 1 0 0,1 0-1 0 0,0 0 0 0 0,-4 1 0 0 0,-4 0 137 0 0,6-1-82 0 0,0 0-1 0 0,0 1 1 0 0,0-1 0 0 0,0 1 0 0 0,0 1 0 0 0,0-1 0 0 0,-4 2-1 0 0,-26 15 388 0 0,26-10-379 0 0,6-6-74 0 0,-3 4 11 0 0,4-4-11 0 0,0 0 0 0 0,0 0 0 0 0,-1 1 0 0 0,1-1 0 0 0,1 1-1 0 0,-4 4 1 0 0,5-7-12 0 0,0 0 0 0 0,0 1 0 0 0,0-1 0 0 0,0 1-1 0 0,0-1 1 0 0,0 1 0 0 0,0-1 0 0 0,0 0 0 0 0,0 1-1 0 0,0-1 1 0 0,0 1 0 0 0,0-1 0 0 0,0 0 0 0 0,0 1 0 0 0,0-1-1 0 0,0 1 1 0 0,1-1 0 0 0,-1 0 0 0 0,0 1 0 0 0,0-1-1 0 0,0 0 1 0 0,1 1 0 0 0,-1-1 0 0 0,1 1 0 0 0,8 7 560 0 0,-7-6-445 0 0,15 12 198 0 0,-1 0 0 0 0,35 20 0 0 0,9 1-375 0 0,-52-31 27 0 0,-1 0-7 0 0,1 0 0 0 0,-1 1 0 0 0,0 0 0 0 0,0 0 0 0 0,0 0 0 0 0,8 9 0 0 0,-9-7-14 0 0,-5-6 14 0 0,0 0 0 0 0,-1 0 0 0 0,1 1 0 0 0,0-1 1 0 0,0 0-1 0 0,0 0 0 0 0,-1 1 0 0 0,1-1 0 0 0,-1 1 0 0 0,1 1 1 0 0,0-2-1 0 0,-1 0 0 0 0,0 0 0 0 0,0-1 0 0 0,0 1 0 0 0,0 0 0 0 0,0 0 0 0 0,0 0 0 0 0,0 0 0 0 0,0 0 0 0 0,0-1 0 0 0,0 1 0 0 0,-1 0 1 0 0,1 0-1 0 0,0 0 0 0 0,0 0 0 0 0,-1-1 0 0 0,1 1 0 0 0,-1 0 0 0 0,1 0 0 0 0,-1 0 0 0 0,0 1 37 0 0,-1-1 0 0 0,1 0 0 0 0,-1 0 0 0 0,1 0 0 0 0,-1 0 0 0 0,1 0 0 0 0,-1 0 0 0 0,0 0 0 0 0,-1 1-1 0 0,-5 1 200 0 0,-1-1-1 0 0,1 0 0 0 0,-12 2 0 0 0,15-4-133 0 0,-3 2 37 0 0,-8 0 253 0 0,-29 3 1 0 0,6-3-79 0 0,27-1-290 0 0,0 0 0 0 0,0-1 0 0 0,0-1 1 0 0,-18-2-1 0 0,20 1-523 0 0,5 1 155 0 0,0 0 1 0 0,0 0-1 0 0,-8-4 1 0 0,2-2-4248 0 0,3-6-5495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1:39.71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233 93 0 0 0,'0'0'20508'0'0,"-8"-11"-20024"0"0,-38-47 283 0 0,45 57-693 0 0,1 1 0 0 0,0 0 0 0 0,-1-1 0 0 0,1 1 0 0 0,-1 0 0 0 0,0-1 0 0 0,1 1 0 0 0,-1 0 0 0 0,1 0 0 0 0,-1 0-1 0 0,1-1 1 0 0,-1 1 0 0 0,0 0 0 0 0,1 0 0 0 0,-1 0 0 0 0,1 0 0 0 0,-1 0 0 0 0,0 0 0 0 0,0 0-72 0 0,0 0 0 0 0,0 1 0 0 0,1-2 1 0 0,-1 1-1 0 0,0 0 0 0 0,1 0 0 0 0,-1 0 0 0 0,0 0 0 0 0,1 0 0 0 0,-1 0 1 0 0,0-1-1 0 0,1 1 0 0 0,-1 0 0 0 0,0-1 0 0 0,0 1 0 0 0,-2-2 42 0 0,0 0-1 0 0,0 1 0 0 0,-1 0 1 0 0,1 0-1 0 0,0 0 0 0 0,-1 0 1 0 0,1 1-1 0 0,-4-1 0 0 0,-3-1 51 0 0,-2 0 68 0 0,-1 0 0 0 0,1 1 0 0 0,-18 0 1 0 0,29 2-167 0 0,0-1 1 0 0,0 0-1 0 0,0 1 1 0 0,0-1 0 0 0,0 0-1 0 0,0 1 1 0 0,0-1 0 0 0,0 1-1 0 0,0 0 1 0 0,0-1-1 0 0,0 1 1 0 0,0 0 0 0 0,0 0-1 0 0,1-1 1 0 0,-1 1 0 0 0,0 0-1 0 0,-1 1 1 0 0,-7 7-6 0 0,8-8 8 0 0,1-1-1 0 0,-1 1 1 0 0,0 0-1 0 0,0 0 1 0 0,1-1 0 0 0,-1 1-1 0 0,1 0 1 0 0,-1 0-1 0 0,0 0 1 0 0,0 2-1 0 0,-4 4-8 0 0,5-6 9 0 0,-1 0 0 0 0,0 0 0 0 0,1 0 0 0 0,-1 1 1 0 0,1-1-1 0 0,-1 0 0 0 0,1 0 0 0 0,-1 0 1 0 0,1 1-1 0 0,0-1 0 0 0,-1 0 0 0 0,1 1 1 0 0,0 1-1 0 0,0 21 121 0 0,1-12 27 0 0,-1-10-124 0 0,1 0 1 0 0,-1 1-1 0 0,1-1 0 0 0,0 0 1 0 0,0 0-1 0 0,0 1 1 0 0,0-1-1 0 0,0 0 1 0 0,0 0-1 0 0,0 0 1 0 0,1 0-1 0 0,-1 0 1 0 0,1-1-1 0 0,-1 1 1 0 0,4 2-1 0 0,4 4-13 0 0,16 11 1 0 0,-14-11-136 0 0,1-1 1 0 0,0 0-1 0 0,1-1 1 0 0,-1 0-1 0 0,1 0 0 0 0,1-2 1 0 0,18 6-1 0 0,-30-10 111 0 0,0 1 0 0 0,0-1 0 0 0,-1 0 0 0 0,1 1 0 0 0,0-1 0 0 0,0 0 0 0 0,0 0 0 0 0,-1 0 0 0 0,1 0 0 0 0,0-1 0 0 0,0 1 0 0 0,0 0 0 0 0,-1-1 0 0 0,1 1 0 0 0,0-1 0 0 0,-1 0 0 0 0,1 1 0 0 0,0-1 0 0 0,-1 0 0 0 0,1 0 0 0 0,-1 0 0 0 0,1 0 0 0 0,-1 0 0 0 0,0-1 0 0 0,1 1 0 0 0,-1 0 0 0 0,0-1 0 0 0,0 1 0 0 0,0-1 0 0 0,0 1 0 0 0,0-1 0 0 0,1-1 0 0 0,0-2-69 0 0,0-1 0 0 0,0 0 0 0 0,0 1 0 0 0,-1-1 0 0 0,2-11 0 0 0,0-3-70 0 0,-2 14 159 0 0,0-1 0 0 0,-1 1 1 0 0,0-12-1 0 0,-1 3 1077 0 0,6 28-2858 0 0,2-1 1522 0 0,0 1-1 0 0,1-2 1 0 0,0 1-1 0 0,0-1 1 0 0,16 15 0 0 0,-9-9-1902 0 0,-10-11 22 0 0,3 2-2791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1:40.52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 10 3577 0 0,'0'0'20199'0'0,"-1"1"-20219"0"0,1 0-20 0 0,-1 0 1 0 0,1 0-1 0 0,0 0 1 0 0,0 0-1 0 0,0 0 1 0 0,0 0-1 0 0,0 0 1 0 0,0 0 0 0 0,0 0-1 0 0,0 0 1 0 0,0 0-1 0 0,0 0 1 0 0,1 0-1 0 0,-1 0 1 0 0,0 0-1 0 0,1 0 1 0 0,-1 0-1 0 0,1 1 1 0 0,14 18 68 0 0,-3-5 6 0 0,-1-2-106 0 0,-1 0 0 0 0,2-1 0 0 0,0 0 0 0 0,15 11 0 0 0,-9-8-262 0 0,-16-13 291 0 0,-1-1-1 0 0,1 1 1 0 0,0-1-1 0 0,-1 0 1 0 0,1 0-1 0 0,0 0 1 0 0,0 0 0 0 0,0 0-1 0 0,0 0 1 0 0,0-1-1 0 0,0 1 1 0 0,0 0-1 0 0,1-1 1 0 0,-1 0 0 0 0,0 0-1 0 0,4 1 1 0 0,-6-1 48 0 0,1-1 0 0 0,-1 1 0 0 0,1 0 0 0 0,-1 0 0 0 0,1 0 0 0 0,-1 0 0 0 0,1 0 0 0 0,-1-1 0 0 0,1 1 0 0 0,-1 0 0 0 0,0 0 0 0 0,1-1 0 0 0,-1 1 0 0 0,1 0 0 0 0,-1-1 0 0 0,0 1 0 0 0,1 0 0 0 0,-1-1 0 0 0,0 1 0 0 0,1 0 0 0 0,-1-1 0 0 0,0 1 0 0 0,1-1 0 0 0,4-13 49 0 0,-3 6-12 0 0,0 5-38 0 0,0-1-1 0 0,-1 0 0 0 0,1 0 1 0 0,-1-1-1 0 0,0 1 0 0 0,0 0 0 0 0,-1 0 1 0 0,1-7-1 0 0,-1-3 70 0 0,-1 10 28 0 0,1-1 0 0 0,0 1 0 0 0,0 0 0 0 0,0 0 0 0 0,1-1 0 0 0,-1 1 0 0 0,1 0 0 0 0,1-5 0 0 0,-1 8 88 0 0,11 2-256 0 0,23 38-559 0 0,-29-32 611 0 0,1-1 1 0 0,0 1 0 0 0,14 9 0 0 0,4 4-97 0 0,2 2-256 0 0,-25-21 349 0 0,0 1 0 0 0,0-1 0 0 0,0 0 0 0 0,1 0 0 0 0,-1 1 0 0 0,0-2 0 0 0,1 1 1 0 0,-1 0-1 0 0,1 0 0 0 0,4 0 0 0 0,-7-2 28 0 0,1 1-1 0 0,0 0 1 0 0,-1-1 0 0 0,1 1-1 0 0,-1-1 1 0 0,1 1-1 0 0,-1 0 1 0 0,1-1 0 0 0,-1 1-1 0 0,1-1 1 0 0,-1 1 0 0 0,0-1-1 0 0,1 0 1 0 0,-1 1 0 0 0,0-1-1 0 0,1 1 1 0 0,-1-1 0 0 0,0 0-1 0 0,0 1 1 0 0,0-1-1 0 0,1 0 1 0 0,3-18-65 0 0,-2 4-141 0 0,1-11-245 0 0,-3-59 13 0 0,0 85 422 0 0,0-1 0 0 0,0 1 0 0 0,0-1 0 0 0,0 1 0 0 0,0 0 0 0 0,0-1 0 0 0,0 1 0 0 0,0 0 0 0 0,0-1 0 0 0,0 1 0 0 0,0-1 0 0 0,0 1 0 0 0,0 0-1 0 0,0-1 1 0 0,0 1 0 0 0,1 0 0 0 0,-1-1 0 0 0,0 1 0 0 0,0-1 0 0 0,0 1 0 0 0,0 0 0 0 0,1 0 0 0 0,-1-1 0 0 0,0 1 0 0 0,0 0 0 0 0,1-1 0 0 0,-1 1-1 0 0,0 0 1 0 0,1 0 0 0 0,-1-1 0 0 0,0 1 0 0 0,1 0 0 0 0,-1 0 0 0 0,0 0 0 0 0,1 0 0 0 0,-1-1 0 0 0,0 1 0 0 0,1 0 0 0 0,-1 0 0 0 0,0 0-1 0 0,1 0 1 0 0,-1 0 0 0 0,1 0 0 0 0,-1 0 0 0 0,0 0 0 0 0,1 0 0 0 0,-1 0 0 0 0,0 0 0 0 0,1 0 0 0 0,-1 0 0 0 0,1 1 0 0 0,-1-1 0 0 0,0 0 0 0 0,1 0-1 0 0,-1 0 1 0 0,0 0 0 0 0,1 1 0 0 0,-1-1 0 0 0,4 2-497 0 0,0 1-1 0 0,0 0 1 0 0,6 5 0 0 0,-6-5 393 0 0,90 83-3184 0 0,-57-46-2310 0 0,-30-30 1688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1:41.24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81 76 5441 0 0,'0'0'14291'0'0,"-1"6"-14695"0"0,1-5 401 0 0,-1 3 7 0 0,0 0 0 0 0,1 0 0 0 0,-1 0 1 0 0,1 0-1 0 0,0 0 0 0 0,0 0 0 0 0,0 0 1 0 0,2 6-1 0 0,5 21 157 0 0,1-1 0 0 0,2-1 0 0 0,1 1 0 0 0,18 33 0 0 0,-18-42-171 0 0,34 71-205 0 0,-45-91 161 0 0,0 0 1 0 0,1 0 0 0 0,-1 0-1 0 0,0 0 1 0 0,0-1-1 0 0,1 1 1 0 0,-1 0-1 0 0,0 0 1 0 0,0 0 0 0 0,0 0-1 0 0,0 0 1 0 0,0 1-1 0 0,0-2 29 0 0,0 0 0 0 0,-1 0 0 0 0,1 1-1 0 0,0-1 1 0 0,0 0 0 0 0,0 0 0 0 0,0 0 0 0 0,0 0-1 0 0,0 1 1 0 0,0-1 0 0 0,-1 0 0 0 0,1 0 0 0 0,0 0-1 0 0,0 0 1 0 0,0 0 0 0 0,0 0 0 0 0,-1 1-1 0 0,1-1 1 0 0,0 0 0 0 0,0 0 0 0 0,0 0 0 0 0,-1 0-1 0 0,1 0 1 0 0,0 0 0 0 0,0 0 0 0 0,0 0 0 0 0,-1 0-1 0 0,1 0 1 0 0,0 0 0 0 0,0 0 0 0 0,-1 0-1 0 0,-1-1 88 0 0,0 1-1 0 0,0-1 0 0 0,1 0 0 0 0,-1 1 0 0 0,0-1 1 0 0,0 0-1 0 0,0 0 0 0 0,1 0 0 0 0,-2-2 0 0 0,-8-7 304 0 0,1 0-1 0 0,1 0 1 0 0,-16-23-1 0 0,15 21-248 0 0,-7-12-4 0 0,1 0-1 0 0,-20-42 0 0 0,28 49-131 0 0,1-1 1 0 0,0 0-1 0 0,2 0 0 0 0,0 0 0 0 0,-3-20 0 0 0,7 29-42 0 0,0 0 0 0 0,1 0 0 0 0,0 0 0 0 0,0 0 0 0 0,2-12 0 0 0,-1 18-29 0 0,0 1-1 0 0,0-1 1 0 0,0 1 0 0 0,0 0 0 0 0,1-1 0 0 0,-1 1-1 0 0,0 0 1 0 0,1 0 0 0 0,0 0 0 0 0,-1 0 0 0 0,1 0 0 0 0,0 0-1 0 0,0 1 1 0 0,0-1 0 0 0,0 0 0 0 0,0 1 0 0 0,1 0 0 0 0,-1-1-1 0 0,0 1 1 0 0,1 0 0 0 0,-1 0 0 0 0,1 0 0 0 0,-1 1 0 0 0,1-1-1 0 0,-1 1 1 0 0,1-1 0 0 0,-1 1 0 0 0,1 0 0 0 0,4 0-1 0 0,-1 0-104 0 0,0 0-1 0 0,0 1 1 0 0,0 0-1 0 0,0 0 1 0 0,0 1-1 0 0,0 0 0 0 0,0 0 1 0 0,0 0-1 0 0,8 5 1 0 0,-2-1 155 0 0,-1 0 0 0 0,0 1 0 0 0,0 0 1 0 0,0 1-1 0 0,-1 0 0 0 0,15 15 0 0 0,-24-22 12 0 0,-1 0 1 0 0,1 0-1 0 0,0 1 0 0 0,0-1 0 0 0,0 0 0 0 0,-1 0 0 0 0,1 0 1 0 0,-1 0-1 0 0,1 1 0 0 0,-1-1 0 0 0,1 0 0 0 0,-1 1 0 0 0,0-1 0 0 0,0 0 1 0 0,1 1-1 0 0,-1-1 0 0 0,0 0 0 0 0,0 1 0 0 0,0-1 0 0 0,0 0 0 0 0,-1 1 1 0 0,1-1-1 0 0,-1 2 0 0 0,1-2-9 0 0,-1 1 0 0 0,0 0 0 0 0,0-1 0 0 0,0 1 0 0 0,0-1 0 0 0,0 1 0 0 0,0-1 1 0 0,0 0-1 0 0,-1 1 0 0 0,1-1 0 0 0,0 0 0 0 0,-1 0 0 0 0,1 0 0 0 0,-1 0 0 0 0,1 0 0 0 0,-1 0 0 0 0,-2 0 0 0 0,-3 2-46 0 0,0-1 0 0 0,0 0-1 0 0,-1 0 1 0 0,1-1 0 0 0,-10 1 0 0 0,-38-2-3446 0 0,33 0-808 0 0,11 0-1397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1:42.40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94 568 0 0 0,'0'0'8727'0'0,"5"-13"-7847"0"0,1 0-617 0 0,17-50 1039 0 0,-20 51-661 0 0,-1-1-1 0 0,0 0 1 0 0,0 0 0 0 0,-1 0 0 0 0,-1 0 0 0 0,0 1-1 0 0,-3-16 1 0 0,1 15-212 0 0,-1-1-1 0 0,-1 1 1 0 0,0 0-1 0 0,-8-17 1 0 0,2 6 146 0 0,-2-6 153 0 0,1 2 331 0 0,-9-33 0 0 0,15 43-662 0 0,3 13-261 0 0,1 0 1 0 0,0 0-1 0 0,0-1 0 0 0,0 1 1 0 0,0-7-1 0 0,-1-36 707 0 0,2 48-843 0 0,0-1 0 0 0,0 1 0 0 0,0-1 0 0 0,0 1 0 0 0,0-1 0 0 0,0 1 0 0 0,0-1 0 0 0,0 1 0 0 0,0-1 0 0 0,0 1 0 0 0,-1-1 0 0 0,1 1 0 0 0,0-1 0 0 0,0 1 0 0 0,-1-1 0 0 0,1 1 0 0 0,0 0-1 0 0,0-1 1 0 0,-1 1 0 0 0,1-1 0 0 0,-1 1 0 0 0,1 0 0 0 0,0-1 0 0 0,-1 1 0 0 0,-3-5-58 0 0,4 4 40 0 0,0-1 1 0 0,-1 1-1 0 0,1 0 1 0 0,-1 0-1 0 0,1 0 0 0 0,-1 0 1 0 0,1 0-1 0 0,-1-1 0 0 0,0 1 1 0 0,1 0-1 0 0,-1 0 0 0 0,-1-1 1 0 0,2 2 17 0 0,-9 19-3146 0 0,-4 46 3307 0 0,11-54-111 0 0,1 0 0 0 0,1-1 0 0 0,1 19 0 0 0,0-3 22 0 0,-2 11 13 0 0,0-22-40 0 0,1 1 0 0 0,0-1 0 0 0,1 1 0 0 0,5 23 0 0 0,1-10 17 0 0,-5-18-24 0 0,0-1 1 0 0,0-1-1 0 0,2 1 1 0 0,-1 0 0 0 0,1-1-1 0 0,5 10 1 0 0,-8-19-39 0 0,7 14 32 0 0,1-1 0 0 0,18 22 0 0 0,-5-11-92 0 0,-11-11-90 0 0,23 21 0 0 0,-19-22-89 0 0,0-1 0 0 0,25 15 0 0 0,-32-22 140 0 0,0 0 0 0 0,0-1 0 0 0,1 0 0 0 0,-1 0 0 0 0,1-1 0 0 0,-1 0 0 0 0,14 2 0 0 0,-12-4-6 0 0,37 3-308 0 0,-41-3 345 0 0,-1 0-1 0 0,0-1 1 0 0,0 1-1 0 0,0-1 1 0 0,0 0-1 0 0,9-3 1 0 0,-10 2 13 0 0,0-1-1 0 0,0 1 1 0 0,0 0 0 0 0,0-1 0 0 0,0 0 0 0 0,-1 0-1 0 0,0 0 1 0 0,1 0 0 0 0,-1-1 0 0 0,0 1 0 0 0,0-1 0 0 0,-1 0-1 0 0,1 0 1 0 0,-1 0 0 0 0,0 0 0 0 0,0 0 0 0 0,0 0 0 0 0,-1 0-1 0 0,3-8 1 0 0,-1-4-78 0 0,0-1 0 0 0,-1 1 0 0 0,-1-1 0 0 0,-1-17 0 0 0,-1 30 188 0 0,1-1-1 0 0,-1 1 1 0 0,0 0-1 0 0,0 0 1 0 0,0 0-1 0 0,0 0 1 0 0,-1 0-1 0 0,0 0 1 0 0,0 1-1 0 0,0-1 1 0 0,0 1-1 0 0,-1-1 1 0 0,1 1-1 0 0,-1-1 0 0 0,0 1 1 0 0,0 0-1 0 0,0 1 1 0 0,0-1-1 0 0,-5-3 1 0 0,6 5-50 0 0,-1 1 1 0 0,1-1-1 0 0,-1 1 0 0 0,0 0 1 0 0,1-1-1 0 0,-1 1 0 0 0,1 0 1 0 0,-1 1-1 0 0,-4 0 0 0 0,6-1-5 0 0,-1 1-1 0 0,1 0 1 0 0,0 0 0 0 0,0-1-1 0 0,-1 1 1 0 0,1 0-1 0 0,0 0 1 0 0,0 0-1 0 0,0 1 1 0 0,0-1 0 0 0,-1 2-1 0 0,-10 15 120 0 0,5-7 7 0 0,4-7-63 0 0,0 0 1 0 0,1 1-1 0 0,0-1 0 0 0,-3 6 0 0 0,-1 5 94 0 0,5-12-122 0 0,0-1 0 0 0,0 1 0 0 0,0-1 0 0 0,0 1 0 0 0,0 0 0 0 0,1 0 0 0 0,-1-1 0 0 0,1 6 0 0 0,-1 4 120 0 0,1-10-98 0 0,-1-1-1 0 0,1 1 1 0 0,0-1-1 0 0,0 1 0 0 0,0-1 1 0 0,0 1-1 0 0,0-1 0 0 0,0 1 1 0 0,0-1-1 0 0,1 1 1 0 0,-1-1-1 0 0,1 1 0 0 0,-1-1 1 0 0,1 1-1 0 0,-1-1 1 0 0,1 0-1 0 0,0 1 0 0 0,-1-1 1 0 0,1 0-1 0 0,0 0 1 0 0,0 1-1 0 0,0-1 0 0 0,2 1 1 0 0,5 5 115 0 0,0-1 0 0 0,0-1 0 0 0,1 0 0 0 0,0 0 0 0 0,0 0 0 0 0,0-1 0 0 0,1 0 0 0 0,15 3 0 0 0,-10-4-1448 0 0,22 3 1 0 0,16-3-9876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1:43.03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96 439 1280 0 0,'0'0'18674'0'0,"-12"-9"-18658"0"0,-37-24-28 0 0,36 24-31 0 0,12 10 32 0 0,0-1 0 0 0,0 1 0 0 0,0-1 0 0 0,1 1 0 0 0,-1 0-1 0 0,0-1 1 0 0,0 1 0 0 0,1 0 0 0 0,-1 0 0 0 0,1 0 0 0 0,-1 0 0 0 0,1-1 0 0 0,-1 1 0 0 0,0 1 0 0 0,-7 16 40 0 0,7-13 4 0 0,1 0 1 0 0,-1 1 0 0 0,1-1 0 0 0,0 0 0 0 0,0 0 0 0 0,0 1-1 0 0,1-1 1 0 0,0 0 0 0 0,0 0 0 0 0,0 0 0 0 0,0 0 0 0 0,1 0 0 0 0,0 0-1 0 0,0 0 1 0 0,0 0 0 0 0,1-1 0 0 0,0 1 0 0 0,0-1 0 0 0,0 0 0 0 0,5 6-1 0 0,7 8-89 0 0,-9-10-37 0 0,0-1-1 0 0,11 10 0 0 0,-14-14 52 0 0,3 2-98 0 0,-1-1 1 0 0,11 7-1 0 0,-15-10 141 0 0,0-1 0 0 0,0 1 0 0 0,1 0 0 0 0,-1-1 0 0 0,1 1 0 0 0,-1-1 0 0 0,0 1 0 0 0,1-1-1 0 0,-1 0 1 0 0,1 0 0 0 0,-1 1 0 0 0,1-1 0 0 0,-1 0 0 0 0,1 0 0 0 0,-1 0 0 0 0,0-1 0 0 0,1 1-1 0 0,-1 0 1 0 0,2-1 0 0 0,-1-1 3 0 0,-1 1 0 0 0,1-1 1 0 0,-1 0-1 0 0,0 0 0 0 0,0 0 0 0 0,1 0 0 0 0,-2 0 0 0 0,1 0 0 0 0,0 0 0 0 0,0 0 1 0 0,-1 0-1 0 0,2-4 0 0 0,0-1-64 0 0,1-5-99 0 0,0-1 1 0 0,0 1 0 0 0,-2-1 0 0 0,1-17 0 0 0,-3-52-333 0 0,-27-152-239 0 0,22 189 1704 0 0,-1-81 0 0 0,7 125-369 0 0,-2 10-3626 0 0,-1 4 3031 0 0,1 1-1 0 0,1-1 0 0 0,0 19 1 0 0,1-19 173 0 0,1-1 0 0 0,1 1 0 0 0,5 22 1 0 0,15 36 135 0 0,-18-60-284 0 0,2 3-30 0 0,0-1 0 0 0,0 0 1 0 0,1 0-1 0 0,10 13 1 0 0,38 45-1335 0 0,-30-40-733 0 0,-21-25 1057 0 0,7 7-2324 0 0,-5-3-1781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2:37.20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21 144 0 0 0,'0'0'14472'0'0,"5"0"-10404"0"0,7 0-3392 0 0,-9 0-622 0 0,0-1 0 0 0,-1 1 0 0 0,1-1 0 0 0,0 1 0 0 0,3-2 0 0 0,-3 1-67 0 0,0 0 0 0 0,-1 0 1 0 0,1 0-1 0 0,0 1 0 0 0,4-1 0 0 0,34-2-118 0 0,29-1-44 0 0,-48 3 165 0 0,-13 0 31 0 0,-1 1 52 0 0,0-1 1 0 0,1 1 0 0 0,-1-1 0 0 0,0-1-1 0 0,-1 0 1 0 0,1 0 0 0 0,8-4 0 0 0,-15 6 9 0 0,-1-1 1 0 0,0 0-1 0 0,1 1 1 0 0,-1-1-1 0 0,0 0 1 0 0,0 1-1 0 0,0-1 1 0 0,1 0-1 0 0,-1 1 1 0 0,0-1-1 0 0,0 0 1 0 0,0 1-1 0 0,0-1 1 0 0,0 0-1 0 0,0 1 1 0 0,-1-2-1 0 0,1-1 27 0 0,0 3-134 0 0,-10-11-384 0 0,-26-15 117 0 0,-11 0 487 0 0,43 20-23 0 0,4 6-165 0 0,0-1 0 0 0,0 1 0 0 0,0 0 0 0 0,-1-1 0 0 0,1 1 1 0 0,0 0-1 0 0,0-1 0 0 0,0 1 0 0 0,-1 0 0 0 0,1-1 0 0 0,0 1 0 0 0,0 0 0 0 0,-1 0 0 0 0,1-1 0 0 0,0 1 1 0 0,-1 0-1 0 0,1 0 0 0 0,0-1 0 0 0,-1 1 0 0 0,1 0 0 0 0,0 0 0 0 0,-1 0 0 0 0,-12-7 237 0 0,9 6-246 0 0,1-1 0 0 0,0 1 1 0 0,0-1-1 0 0,-1 1 0 0 0,1 0 1 0 0,-1 0-1 0 0,1 0 1 0 0,-7 0-1 0 0,-30-2 165 0 0,39 3-145 0 0,-12 1-2 0 0,6 4 6 0 0,-1 0 19 0 0,0 0 1 0 0,1 1-1 0 0,-8 7 0 0 0,9-9 7 0 0,5-4-46 0 0,1 0-1 0 0,-1 0 1 0 0,1 0-1 0 0,0 0 1 0 0,-1 0-1 0 0,1 1 1 0 0,-1-1 0 0 0,1 0-1 0 0,0 0 1 0 0,-1 1-1 0 0,1-1 1 0 0,0 0-1 0 0,-1 1 1 0 0,1-1-1 0 0,0 0 1 0 0,0 1 0 0 0,-1-1-1 0 0,1 0 1 0 0,0 1-1 0 0,0-1 1 0 0,-1 1-1 0 0,-5 8 42 0 0,5-8-39 0 0,0-1 0 0 0,1 1 0 0 0,-1 0 0 0 0,0 0 0 0 0,1-1 1 0 0,-1 1-1 0 0,0 0 0 0 0,1 0 0 0 0,-1 0 0 0 0,1 1 0 0 0,-11 29 311 0 0,10-26-188 0 0,0 1-1 0 0,0-1 0 0 0,0 1 1 0 0,1 0-1 0 0,0-1 0 0 0,0 7 0 0 0,1 2 43 0 0,2-5-69 0 0,1 2 11 0 0,-4-9-78 0 0,0 0 1 0 0,1-1-1 0 0,-1 1 1 0 0,1 0-1 0 0,-1-1 0 0 0,1 1 1 0 0,0-1-1 0 0,0 1 0 0 0,0-1 1 0 0,-1 1-1 0 0,2-1 0 0 0,-1 1 1 0 0,0-1-1 0 0,0 0 1 0 0,3 3-1 0 0,22 15 551 0 0,-24-18-550 0 0,20 13 41 0 0,1-2 0 0 0,0-1 0 0 0,1-1 0 0 0,0 0 1 0 0,0-2-1 0 0,1-1 0 0 0,27 4 0 0 0,-49-11-91 0 0,18 5-280 0 0,0-2 0 0 0,30 1 0 0 0,-48-4-170 0 0,0 0 0 0 0,0 0 0 0 0,0 0 0 0 0,1-1-1 0 0,-1 1 1 0 0,4-2 0 0 0,8-7-9231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2:37.62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5761 0 0,'0'0'15644'0'0,"10"9"-15622"0"0,71 56 10 0 0,-42-35-56 0 0,79 45-1 0 0,-114-72-206 0 0,1-1-1 0 0,-1 0 1 0 0,1 1 0 0 0,0-1 0 0 0,0-1 0 0 0,0 1-1 0 0,6 0 1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2:37.97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169 1 6585 0 0,'0'0'16508'0'0,"-5"1"-16475"0"0,3-1-30 0 0,0 0 14 0 0,0 0 0 0 0,-1 0-1 0 0,1 1 1 0 0,-1-1 0 0 0,1 1 0 0 0,-1 0 0 0 0,1 0 0 0 0,0 0 0 0 0,-1 0 0 0 0,1 0 0 0 0,0 0 0 0 0,0 1 0 0 0,0-1 0 0 0,0 0 0 0 0,-3 4 0 0 0,-1 2 70 0 0,0 0 0 0 0,1 1 0 0 0,0 0-1 0 0,-7 14 1 0 0,-16 28 36 0 0,26-47-159 0 0,-1 0 0 0 0,1 0 0 0 0,0 0 0 0 0,-1 0 0 0 0,0 0 0 0 0,1 0 0 0 0,-6 2 0 0 0,5-2-35 0 0,0 0-1 0 0,-1 0 1 0 0,1 0 0 0 0,0 0-1 0 0,-3 6 1 0 0,-8 4-3706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2:38.54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123 7 6593 0 0,'0'0'14956'0'0,"-16"-2"-14706"0"0,-47-3-76 0 0,44 6-63 0 0,14 3-30 0 0,4-2-43 0 0,-1-1 2 0 0,1 0-1 0 0,-1 1 0 0 0,1-1 1 0 0,0 1-1 0 0,-1-1 0 0 0,1 1 1 0 0,0 0-1 0 0,0-1 0 0 0,0 1 1 0 0,0 0-1 0 0,0 0 0 0 0,1 0 1 0 0,-1 0-1 0 0,0 2 0 0 0,0 2 83 0 0,1-1-1 0 0,-1 1 0 0 0,1 9 0 0 0,1-5-29 0 0,-1-7-58 0 0,1 0 0 0 0,0 0 0 0 0,0 0 0 0 0,0 0 0 0 0,0 0 0 0 0,1 0 0 0 0,-1 0 0 0 0,1-1 0 0 0,-1 1 0 0 0,4 3 0 0 0,2 3 44 0 0,-2-1-48 0 0,0-1-1 0 0,1 0 1 0 0,0 0-1 0 0,0 0 1 0 0,0-1-1 0 0,1 0 1 0 0,9 6-1 0 0,-11-8 9 0 0,0-1-1 0 0,1 0 1 0 0,-1 0 0 0 0,1-1-1 0 0,0 0 1 0 0,-1 0-1 0 0,1 0 1 0 0,0-1-1 0 0,0 1 1 0 0,0-1 0 0 0,11 0-1 0 0,-14-1 0 0 0,-1 0 0 0 0,0 0 0 0 0,1-1 0 0 0,-1 1 0 0 0,0 0 0 0 0,1-1 0 0 0,-1 0 0 0 0,0 1 0 0 0,1-1 0 0 0,-1 0 0 0 0,0 0 0 0 0,0 0 0 0 0,3-3 0 0 0,-2 1-9 0 0,0 1-1 0 0,0-1 1 0 0,-1 0-1 0 0,1 0 1 0 0,-1 0-1 0 0,0 0 1 0 0,0-1-1 0 0,2-4 1 0 0,-2 4-25 0 0,-1 0 1 0 0,0 0 0 0 0,1-1-1 0 0,-2 1 1 0 0,1 0 0 0 0,0-1-1 0 0,-1-4 1 0 0,4-18 7 0 0,-4 10 48 0 0,0 11-37 0 0,0 5-1 0 0,10 11-1348 0 0,6 13 983 0 0,3 5 227 0 0,1-6-143 0 0,34 37-3369 0 0,-39-45 87 0 0,-5-4-4192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2:39.24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 27 6249 0 0,'0'0'19050'0'0,"-2"1"-18921"0"0,1 1-98 0 0,0-2-25 0 0,1 0 0 0 0,-1 1 0 0 0,1-1-1 0 0,0 1 1 0 0,-1-1 0 0 0,1 0 0 0 0,-1 1 0 0 0,1-1 0 0 0,0 1 0 0 0,0-1-1 0 0,-1 1 1 0 0,1-1 0 0 0,0 1 0 0 0,0 0 0 0 0,-1-1 0 0 0,1 1 0 0 0,0-1-1 0 0,0 1 1 0 0,0 0 0 0 0,0 0-38 0 0,5 8-143 0 0,44 45 158 0 0,2-8-216 0 0,-44-40 177 0 0,-4-3-1 0 0,1 0-1 0 0,-1-1 1 0 0,1 1 0 0 0,0-1 0 0 0,0 0 0 0 0,0 0 0 0 0,0 0 0 0 0,1 0-1 0 0,-1-1 1 0 0,0 0 0 0 0,1 1 0 0 0,4-1 0 0 0,-8-2 50 0 0,0 0-1 0 0,0 0 1 0 0,1 0 0 0 0,-1 0-1 0 0,0 0 1 0 0,-1 0 0 0 0,1 0-1 0 0,0-1 1 0 0,0 1 0 0 0,0 0-1 0 0,0-3 1 0 0,2-5-82 0 0,-2-1 1 0 0,1 1-1 0 0,-1-1 1 0 0,-1 1-1 0 0,0-12 1 0 0,0-12 112 0 0,1-9 800 0 0,0 42-864 0 0,1 1-1 0 0,0-1 1 0 0,0 1-1 0 0,-1-1 1 0 0,1 1-1 0 0,-1 0 1 0 0,1-1 0 0 0,0 1-1 0 0,-1 0 1 0 0,0 0-1 0 0,1 0 1 0 0,-1 0-1 0 0,2 2 1 0 0,19 19-111 0 0,-17-16 131 0 0,15 14-134 0 0,1-1 1 0 0,25 16 0 0 0,-25-18-154 0 0,-18-15 217 0 0,1 0 0 0 0,-1 1 1 0 0,0-1-1 0 0,0 0 0 0 0,1-1 0 0 0,-1 1 1 0 0,1-1-1 0 0,0 1 0 0 0,-1-1 0 0 0,1 0 1 0 0,0 0-1 0 0,7 0 0 0 0,-7-11-161 0 0,-1-1-32 0 0,-1 1-1 0 0,-1 0 1 0 0,0-1-1 0 0,0 1 0 0 0,0 0 1 0 0,-2-1-1 0 0,0-10 1 0 0,0 17 255 0 0,-4-27-126 0 0,4 25 539 0 0,-1-1 1 0 0,1 0-1 0 0,0-9 0 0 0,10 18-727 0 0,-4 1 24 0 0,0 0-1 0 0,-1 0 1 0 0,1 1-1 0 0,-1-1 1 0 0,0 1-1 0 0,0 0 1 0 0,-1 0-1 0 0,5 5 1 0 0,2 3-750 0 0,10 14-2542 0 0,-9-7-2990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2:39.86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1 100 7498 0 0,'0'0'12730'0'0,"5"18"-12630"0"0,20 59-17 0 0,-15-49-34 0 0,1-1 0 0 0,21 38 0 0 0,-17-37-36 0 0,41 66-24 0 0,-23-42-442 0 0,-65-111 408 0 0,-19-38 99 0 0,29 54-27 0 0,13 23-45 0 0,0-1 0 0 0,1-1 1 0 0,2 1-1 0 0,0-1 0 0 0,-4-32 0 0 0,9 38-102 0 0,0 1 0 0 0,1-1 0 0 0,2-19 0 0 0,-2 33 80 0 0,0 0 0 0 0,0 0-1 0 0,1 0 1 0 0,-1 0 0 0 0,1-1 0 0 0,0 1-1 0 0,0 0 1 0 0,-1 0 0 0 0,1 1 0 0 0,0-1-1 0 0,1 0 1 0 0,-1 0 0 0 0,0 0-1 0 0,0 1 1 0 0,1-1 0 0 0,-1 1 0 0 0,1-1-1 0 0,0 1 1 0 0,-1-1 0 0 0,1 1 0 0 0,0 0-1 0 0,0 0 1 0 0,0 0 0 0 0,-1 0 0 0 0,1 0-1 0 0,0 0 1 0 0,0 1 0 0 0,1-1-1 0 0,-1 1 1 0 0,0-1 0 0 0,3 1 0 0 0,1-1-67 0 0,0 1 1 0 0,0 0 0 0 0,0 0 0 0 0,0 1 0 0 0,0 0 0 0 0,0 0-1 0 0,-1 0 1 0 0,1 1 0 0 0,0 0 0 0 0,5 2 0 0 0,3 2 116 0 0,24 16 1 0 0,-32-18-7 0 0,-1 0 0 0 0,0 0 1 0 0,0 1-1 0 0,0 0 1 0 0,0 0-1 0 0,6 8 1 0 0,-10-11-41 0 0,1 0 1 0 0,-1 0-1 0 0,0 0 1 0 0,0 0 0 0 0,0 0-1 0 0,0 0 1 0 0,0 0-1 0 0,0 1 1 0 0,0-1-1 0 0,-1 0 1 0 0,1 1 0 0 0,-1-1-1 0 0,0 0 1 0 0,0 1-1 0 0,0-1 1 0 0,0 1 0 0 0,0-1-1 0 0,0 0 1 0 0,-1 1-1 0 0,1-1 1 0 0,-1 0-1 0 0,1 1 1 0 0,-1-1 0 0 0,0 0-1 0 0,0 0 1 0 0,0 1-1 0 0,0-1 1 0 0,0 0 0 0 0,-1 0-1 0 0,-2 3 1 0 0,0-1-65 0 0,0 0 1 0 0,0 0-1 0 0,-1-1 0 0 0,1 0 1 0 0,-1 0-1 0 0,0 0 1 0 0,0 0-1 0 0,0-1 0 0 0,0 0 1 0 0,0 0-1 0 0,0 0 1 0 0,-9 1-1 0 0,-5 0-1031 0 0,-21 2 0 0 0,1-4-5858 0 0,26-1 1481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2:40.95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17 594 0 0 0,'0'0'18697'0'0,"9"1"-18299"0"0,28 0 9 0 0,-37-1-378 0 0,1 1 1 0 0,0-1 0 0 0,0 0 0 0 0,0 0 0 0 0,0 0 0 0 0,0-1-1 0 0,-1 1 1 0 0,1 0 0 0 0,0 0 0 0 0,0 0 0 0 0,0-1 0 0 0,-1 1-1 0 0,1 0 1 0 0,0-1 0 0 0,0 1 0 0 0,-1-1 0 0 0,1 1 0 0 0,0-1-1 0 0,-1 1 1 0 0,1-1 0 0 0,0 0 0 0 0,2-2 130 0 0,0 1-37 0 0,-1 0 0 0 0,1 0 0 0 0,-1 0 0 0 0,0-1 0 0 0,0 1 0 0 0,0-1 0 0 0,0 1 0 0 0,0-1 0 0 0,0 0 0 0 0,-1 0 0 0 0,1 0 0 0 0,-1 0 1 0 0,0 0-1 0 0,1-4 0 0 0,1-4 133 0 0,-1-1 0 0 0,2-18 1 0 0,-4 24-212 0 0,2-24 28 0 0,-2 0 0 0 0,-1 0 0 0 0,-1 0-1 0 0,-7-32 1 0 0,-33-117 125 0 0,32 143-66 0 0,5 12-5 0 0,-2-8 182 0 0,5 28-301 0 0,1 1-1 0 0,0-1 1 0 0,0 0 0 0 0,0 0 0 0 0,0-7 0 0 0,-15 11-723 0 0,-7-2 1255 0 0,23 18-1326 0 0,0 22 765 0 0,-1 1 191 0 0,7 62 0 0 0,-2-74-94 0 0,1 8-13 0 0,1-1 0 0 0,1 0 1 0 0,13 35-1 0 0,-11-42-13 0 0,-8-20-19 0 0,2 0 0 0 0,-1 0 0 0 0,1-1 0 0 0,0 1 0 0 0,0 0 0 0 0,1-1 0 0 0,5 7 0 0 0,-3-5-1 0 0,0-1 0 0 0,0 1 0 0 0,1-2 0 0 0,0 1 0 0 0,1-1 0 0 0,-1 0 0 0 0,1 0 0 0 0,0-1 0 0 0,1 0 0 0 0,-1-1 0 0 0,10 4 0 0 0,6 1-31 0 0,-13-4-2 0 0,0-1 0 0 0,1 0 1 0 0,0-1-1 0 0,-1 0 0 0 0,21 2 1 0 0,-21-5-4 0 0,0 1 0 0 0,0-2 1 0 0,16-2-1 0 0,-21 2 2 0 0,-1-1-1 0 0,1 1 1 0 0,0-1 0 0 0,-1-1-1 0 0,1 1 1 0 0,-1-1 0 0 0,0 0 0 0 0,5-4-1 0 0,-5 4-23 0 0,-1 0 1 0 0,0-1-1 0 0,0 0 0 0 0,0 1 1 0 0,-1-1-1 0 0,1-1 0 0 0,-1 1 0 0 0,0 0 1 0 0,0-1-1 0 0,-1 0 0 0 0,1 0 0 0 0,2-9 1 0 0,-2 5-30 0 0,-1-1 1 0 0,0 1 0 0 0,-1 0-1 0 0,0-1 1 0 0,-1 1 0 0 0,0-16-1 0 0,-1 21 48 0 0,1 0 1 0 0,-1 0-1 0 0,0 0 0 0 0,-1 0 0 0 0,1 0 0 0 0,-1 0 0 0 0,1 0 0 0 0,-1 1 0 0 0,0-1 0 0 0,0 1 0 0 0,-1-1 0 0 0,1 1 1 0 0,-1 0-1 0 0,0 0 0 0 0,0 0 0 0 0,0 0 0 0 0,0 0 0 0 0,0 1 0 0 0,0-1 0 0 0,-1 1 0 0 0,-7-4 0 0 0,10 6-2 0 0,1 0 0 0 0,-1-1 0 0 0,0 1-1 0 0,0 0 1 0 0,0 0 0 0 0,0 0 0 0 0,0 0 0 0 0,0 0-1 0 0,0 0 1 0 0,0 0 0 0 0,0 0 0 0 0,0 0-1 0 0,0 0 1 0 0,0 1 0 0 0,0-1 0 0 0,0 0-1 0 0,0 1 1 0 0,0-1 0 0 0,0 0 0 0 0,-1 2 0 0 0,1-1 0 0 0,-1 1 1 0 0,1-1 0 0 0,-1 0 0 0 0,1 1 0 0 0,0-1 0 0 0,0 1 0 0 0,0 0 0 0 0,0-1 0 0 0,-2 5 0 0 0,1 1 14 0 0,-1 0 0 0 0,1 0 0 0 0,1 0 0 0 0,-2 11 0 0 0,1-2 79 0 0,1 0 0 0 0,0 0 0 0 0,1 0 0 0 0,3 19 0 0 0,-3-32-54 0 0,1-1 0 0 0,0 0-1 0 0,0 1 1 0 0,0-1 0 0 0,0 0 0 0 0,0 1-1 0 0,0-1 1 0 0,0 0 0 0 0,1 0-1 0 0,-1 0 1 0 0,1 0 0 0 0,0 0 0 0 0,3 3-1 0 0,0-1 58 0 0,0 0-1 0 0,0-1 1 0 0,1 1-1 0 0,7 2 1 0 0,0 1-13 0 0,1-2 0 0 0,-1 0 0 0 0,1-1 0 0 0,0 0 0 0 0,20 3 0 0 0,21-2-487 0 0,67-2 1 0 0,-116-3 267 0 0,-5 0-788 0 0,11 0 1949 0 0,-8-2-4035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2:42.27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48 107 3905 0 0,'0'0'21715'0'0,"-2"0"-21475"0"0,-7 1-100 0 0,6 0-73 0 0,4 11-41 0 0,0 0 0 0 0,1 1 0 0 0,1-1 0 0 0,7 23 0 0 0,3 17 49 0 0,-8-26-52 0 0,4 29-30 0 0,-4 77 1110 0 0,-2-136-496 0 0,-2 1-572 0 0,1 0 0 0 0,-1 0 0 0 0,1 0 0 0 0,-1-1 0 0 0,0 1 0 0 0,0 0 0 0 0,-1-1 0 0 0,1-5 0 0 0,0-32-116 0 0,-1 28 75 0 0,1-1-18 0 0,-1 0 0 0 0,-1 0 1 0 0,-1 1-1 0 0,1-1 0 0 0,-7-22 0 0 0,-25-58-122 0 0,25 73 149 0 0,-2 1 0 0 0,-16-27 0 0 0,19 28 46 0 0,6 13-105 0 0,3 11-320 0 0,0 0 335 0 0,1-1 0 0 0,-1 1-1 0 0,1-1 1 0 0,1 0-1 0 0,-1 0 1 0 0,7 6 0 0 0,2 3-3 0 0,-6-6 44 0 0,15 18 0 0 0,37 33 0 0 0,-15-21-45 0 0,49 31 0 0 0,-65-50 1 0 0,-1 0 9 0 0,0-1 0 0 0,1-2 0 0 0,42 18 0 0 0,-69-32 50 0 0,1-1-1 0 0,0 0 0 0 0,-1 1 0 0 0,1-1 0 0 0,0 0 0 0 0,0 1 1 0 0,-1-1-1 0 0,1 0 0 0 0,0 0 0 0 0,0 0 0 0 0,-1 0 0 0 0,1 0 1 0 0,0 0-1 0 0,0 0 0 0 0,0 0 0 0 0,-1 0 0 0 0,1 0 0 0 0,0 0 1 0 0,0 0-1 0 0,0-1 0 0 0,-1 1 0 0 0,1 0 0 0 0,0-1 0 0 0,-1 1 1 0 0,1 0-1 0 0,0-1 0 0 0,-1 1 0 0 0,1-1 0 0 0,0 0 0 0 0,0-1 14 0 0,0 0 0 0 0,0 0 0 0 0,-1 1-1 0 0,1-1 1 0 0,-1 0 0 0 0,1 0-1 0 0,-1 0 1 0 0,0 0 0 0 0,0 0-1 0 0,0 0 1 0 0,0-3 0 0 0,1-20-1 0 0,0 16-37 0 0,-1 0 0 0 0,0 0 1 0 0,0 0-1 0 0,-3-14 1 0 0,-7-11-149 0 0,-27-62 0 0 0,21 58-80 0 0,-20-39-1119 0 0,26 58 288 0 0,8 15 511 0 0,-7-13-2928 0 0,2 12-2152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2:42.69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281 14 5577 0 0,'0'0'19862'0'0,"-14"-2"-19626"0"0,-68-8 79 0 0,-24 9-141 0 0,55 2-1841 0 0,32 1-628 0 0,10 0-1518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2:43.03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262 7 8714 0 0,'0'0'15702'0'0,"-9"-1"-15486"0"0,-65-5 104 0 0,64 7-352 0 0,0 0-1 0 0,0 1 1 0 0,-18 4-1 0 0,18-2-406 0 0,-2-2-1 0 0,-20 3 1 0 0,7-3-1427 0 0,4-1-1693 0 0,0 0-4853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2:43.71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 1 10250 0 0,'0'0'16148'0'0,"-5"-1"-15896"0"0,5 14-342 0 0,1-1 0 0 0,0 0 1 0 0,0 1-1 0 0,6 20 1 0 0,-5-22 66 0 0,0-1 0 0 0,-1 1 0 0 0,0 0 0 0 0,-1 0 1 0 0,-1 12-1 0 0,0 3 6 0 0,-2-2 13 0 0,3-24 20 0 0,0 1 7 0 0,0-1 0 0 0,0 0 0 0 0,0 0 0 0 0,0 0 0 0 0,0 0 0 0 0,0 1 0 0 0,0-1 0 0 0,0 0 0 0 0,0 0 0 0 0,0 0 0 0 0,0 0 0 0 0,0 0 0 0 0,0 1 0 0 0,1-1 0 0 0,-1 0 0 0 0,0 0 0 0 0,0 0 0 0 0,0 0 0 0 0,0 0 0 0 0,0 0 0 0 0,1 0 0 0 0,-1 1 0 0 0,0-1 0 0 0,0 0 0 0 0,0 0 0 0 0,0 0 0 0 0,0 0 0 0 0,1 0 0 0 0,-1 0 0 0 0,0 0 0 0 0,0 0 0 0 0,122 5 507 0 0,82-3-610 0 0,-203-2 36 0 0,0 0 1 0 0,-1 0-1 0 0,1 0 1 0 0,0 0-1 0 0,0 0 1 0 0,-1 0-1 0 0,1 0 1 0 0,0 0-1 0 0,0 0 1 0 0,-1-1-1 0 0,1 1 1 0 0,0 0-1 0 0,0 0 1 0 0,-1-1-1 0 0,1 1 1 0 0,0 0-1 0 0,-1-1 1 0 0,1 1-1 0 0,-1-1 1 0 0,1 1-1 0 0,0-1 1 0 0,-1 1-1 0 0,1-1 1 0 0,-1 0-1 0 0,1 1 1 0 0,-1-1-1 0 0,0 1 1 0 0,1-1-1 0 0,-1 0 1 0 0,0 1-1 0 0,1-1 1 0 0,-1 0-1 0 0,0-1 1 0 0,0 1-271 0 0,0 0 1 0 0,0 0-1 0 0,0 0 0 0 0,0-1 1 0 0,0 1-1 0 0,0 0 0 0 0,-1 0 1 0 0,1 0-1 0 0,-1 0 0 0 0,1-1 1 0 0,-1 1-1 0 0,1 0 0 0 0,-1 0 1 0 0,1 0-1 0 0,-1 0 0 0 0,0 0 1 0 0,0 0-1 0 0,0 1 0 0 0,1-1 1 0 0,-3-1-1 0 0,-1-1-1044 0 0,0 0 0 0 0,0 0 0 0 0,0 1 0 0 0,-9-4-1 0 0,-1-1-4458 0 0,3 3-755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2:44.03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 1 4273 0 0,'0'0'20832'0'0,"-2"11"-20902"0"0,1 21 185 0 0,0-19-11 0 0,1-1 0 0 0,0 1 0 0 0,1-1 1 0 0,3 17-1 0 0,4 1 23 0 0,2-1 0 0 0,27 56 0 0 0,-34-79-127 0 0,-1 0-285 0 0,1 0-1 0 0,-1 0 1 0 0,0 1 0 0 0,0-1-1 0 0,-1 0 1 0 0,0 1-1 0 0,0-1 1 0 0,-1 1 0 0 0,0 6-1 0 0,0-12 88 0 0,0-1 0 0 0,0 1-1 0 0,0-1 1 0 0,-1 1 0 0 0,1 0-1 0 0,0-1 1 0 0,-1 1 0 0 0,1-1-1 0 0,0 1 1 0 0,-1-1 0 0 0,1 1-1 0 0,-1-1 1 0 0,1 0 0 0 0,-1 1-1 0 0,1-1 1 0 0,-1 1 0 0 0,1-1-1 0 0,-1 0 1 0 0,1 0 0 0 0,-1 1-1 0 0,0-1 1 0 0,1 0 0 0 0,-2 0-1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3:30.00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26 39 0 0 0,'0'0'5727'0'0,"2"0"-5323"0"0,12 0 888 0 0,-3 0 5624 0 0,-23 0-6309 0 0,9 0-442 0 0,0 0 0 0 0,1-1 0 0 0,-1 1 1 0 0,0-1-1 0 0,0 1 0 0 0,1-1 0 0 0,-4-1 0 0 0,6 1-90 0 0,-1 1 0 0 0,0 0 0 0 0,0-1-1 0 0,0 1 1 0 0,1-1 0 0 0,-1 1 0 0 0,0-1-1 0 0,0 1 1 0 0,1-1 0 0 0,-1 1 0 0 0,0-1-1 0 0,1 0 1 0 0,-1 1 0 0 0,1-1-1 0 0,-1 0 1 0 0,1 1 0 0 0,-1-1 0 0 0,1 0-1 0 0,-1 0 1 0 0,1 0 0 0 0,0 0 0 0 0,0 1-1 0 0,-1-1 1 0 0,1-2 899 0 0,0 3-890 0 0,0 0 0 0 0,0 0 0 0 0,-1 0 0 0 0,1-1 0 0 0,0 1 0 0 0,0 0 0 0 0,0 0 0 0 0,0-1 0 0 0,0 1 0 0 0,0 0 0 0 0,0 0 0 0 0,0-1 0 0 0,0 1 0 0 0,0 0 0 0 0,0 0 0 0 0,0 0 0 0 0,0-1 0 0 0,0 1 0 0 0,0 0 0 0 0,0 0 0 0 0,0-1 0 0 0,0 1 0 0 0,0 0 0 0 0,0 0 0 0 0,0-1 0 0 0,0 1 0 0 0,0 0 0 0 0,1 0 0 0 0,-1 0 0 0 0,0-1 0 0 0,0 1 0 0 0,0 0 0 0 0,0 0 0 0 0,1 0 0 0 0,-1-1 0 0 0,0 1 0 0 0,0 0 0 0 0,0 0 0 0 0,1 0 0 0 0,-1 0 0 0 0,0 0 0 0 0,0 0 0 0 0,0-1 0 0 0,1 1 0 0 0,-1 0 0 0 0,1 0 0 0 0,10-4 797 0 0,-3 3-760 0 0,0 0 0 0 0,-1 0 1 0 0,1 1-1 0 0,0 0 0 0 0,0 1 0 0 0,-1 0 1 0 0,1 0-1 0 0,-1 0 0 0 0,1 1 0 0 0,-1 0 1 0 0,14 6-1 0 0,-6-2 4 0 0,0-1 0 0 0,0-1 0 0 0,19 3 0 0 0,78 12 767 0 0,-77-13-675 0 0,-13-2-26 0 0,-1-1 1 0 0,27 1-1 0 0,-23-2-93 0 0,1 0 0 0 0,40 11-1 0 0,-62-12-97 0 0,64 17 171 0 0,82 33-1 0 0,-134-45-172 0 0,17 6 36 0 0,85 33 47 0 0,-99-35-25 0 0,0 0 1 0 0,28 21-1 0 0,-21-15-19 0 0,-20-14-15 0 0,0 1 0 0 0,-1 1 1 0 0,0-1-1 0 0,1 1 1 0 0,-1 0-1 0 0,7 7 0 0 0,-7-6-18 0 0,1 0-1 0 0,0 0 1 0 0,0 0-1 0 0,0-1 1 0 0,8 4-1 0 0,-5-2 39 0 0,130 82 169 0 0,-54-32-166 0 0,-81-53-50 0 0,0 1 0 0 0,-1-1 0 0 0,6 7 0 0 0,6 7-16 0 0,51 37 72 0 0,-23-21-20 0 0,20 16 43 0 0,12 11 1 0 0,-54-42-63 0 0,-1-1-7 0 0,-1 0-1 0 0,18 22 1 0 0,9 12-10 0 0,-1 3 9 0 0,6 6-7 0 0,-51-60 3 0 0,9 13-1 0 0,1 0 0 0 0,18 17 1 0 0,-3-11-22 0 0,-2 9 28 0 0,-22-26-8 0 0,0-1 1 0 0,1 1 0 0 0,-1-1-1 0 0,0 1 1 0 0,0 0-1 0 0,2 3 1 0 0,4 7-8 0 0,2 3 21 0 0,-7-11-6 0 0,0-1 1 0 0,1 1 0 0 0,-1-1 0 0 0,4 4-1 0 0,1 1-3 0 0,-1 0-1 0 0,7 11 0 0 0,-7-11-2 0 0,0 1 0 0 0,10 9 0 0 0,5 12 17 0 0,-18-26-12 0 0,0 0 1 0 0,0 0-1 0 0,4 8 0 0 0,-5-8-4 0 0,0 1 0 0 0,1-1-1 0 0,5 6 1 0 0,-1 0-1 0 0,0 0 0 0 0,-1 0-1 0 0,7 13 1 0 0,6 10 24 0 0,-7-9-25 0 0,-8-17-21 0 0,-1 0 0 0 0,7 9 0 0 0,-7-12 26 0 0,-1 0-1 0 0,0 0 1 0 0,0 1-1 0 0,2 5 1 0 0,3 7-26 0 0,6 13 20 0 0,-11-26 2 0 0,0 0 0 0 0,-1 0 0 0 0,1 0 0 0 0,0 7 0 0 0,3 10-56 0 0,-3-14 65 0 0,0-1 1 0 0,-1 1-1 0 0,1 13 1 0 0,-1-7-20 0 0,0-4 21 0 0,1 1 0 0 0,0-1 0 0 0,5 13 1 0 0,-6-19-12 0 0,5 14 14 0 0,-2 0-1 0 0,4 31 1 0 0,-7-44-16 0 0,0 1-1 0 0,1 0 1 0 0,2 8-1 0 0,-2-8 2 0 0,0-1 0 0 0,-1 1 0 0 0,0-1-1 0 0,1 6 1 0 0,-1-5-9 0 0,0 0 0 0 0,0-1 0 0 0,4 9 0 0 0,2 12-70 0 0,-6-18-373 0 0,2 10-1324 0 0,-3-6-5123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3:39.35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1923 23 0 0 0,'8'-4'404'0'0,"-4"2"-2"0"0,-1 1 1 0 0,1-1-1 0 0,-1 1 0 0 0,6-1 0 0 0,-2-1 4292 0 0,6 1 4299 0 0,-12 2-8892 0 0,0 0 0 0 0,0 0 0 0 0,0 0 0 0 0,0 0 0 0 0,0 1 0 0 0,0-1 0 0 0,0 0 0 0 0,0 1 0 0 0,0-1 0 0 0,0 1 0 0 0,0-1 0 0 0,0 1 1 0 0,0 0-1 0 0,0-1 0 0 0,-1 1 0 0 0,1 0 0 0 0,0-1 0 0 0,1 3 0 0 0,5 2 394 0 0,-2-3 1663 0 0,-8-2 341 0 0,-8-2-1865 0 0,-48-3 1062 0 0,47 5-1294 0 0,-18-4 0 0 0,10 1-295 0 0,-3 0 72 0 0,-50-3 201 0 0,31 7-218 0 0,-54 7 1 0 0,91-7-158 0 0,0 0 0 0 0,-1 0 1 0 0,1 1-1 0 0,0 0 0 0 0,0 0 0 0 0,-9 5 0 0 0,-35 14 30 0 0,23-10-20 0 0,10-4-37 0 0,11-4 27 0 0,0-1-1 0 0,-1 0 1 0 0,1 0 0 0 0,-1 0-1 0 0,-6 1 1 0 0,9-3-4 0 0,0 1 0 0 0,-1 0 0 0 0,1 1 0 0 0,0-1 1 0 0,0 0-1 0 0,0 1 0 0 0,0 0 0 0 0,-5 3 0 0 0,-2 2-16 0 0,0-2 26 0 0,0-1-1 0 0,0 0 1 0 0,-1 0 0 0 0,0-1 0 0 0,-12 2 0 0 0,1 0 16 0 0,10-2-20 0 0,-1 1 0 0 0,0 0 0 0 0,1 1 1 0 0,-22 12-1 0 0,16-9-18 0 0,12-4 14 0 0,0-1-1 0 0,0 0 1 0 0,0 0-1 0 0,0-1 1 0 0,0 1 0 0 0,-9 1-1 0 0,8-2 2 0 0,-28 9 17 0 0,25-8-26 0 0,-18 4 0 0 0,-2 1 35 0 0,14-3-15 0 0,3-1-17 0 0,1 0 0 0 0,0 1 0 0 0,-13 7 0 0 0,-7 1 5 0 0,8-3 20 0 0,7-3 8 0 0,-1-1 0 0 0,-26 6 1 0 0,29-5-39 0 0,1 1 16 0 0,10-6-7 0 0,1 0 0 0 0,-1-1-1 0 0,0 2 1 0 0,1-1 0 0 0,-1 0 0 0 0,-3 5-1 0 0,-7 1-10 0 0,7-2 24 0 0,-4 6-14 0 0,9-9-1 0 0,-1 0 1 0 0,0 0-1 0 0,1-1 0 0 0,-1 1 1 0 0,0-1-1 0 0,-5 3 1 0 0,-7 6 3 0 0,13-10-7 0 0,-10 10 20 0 0,-21 13-1 0 0,20-15-23 0 0,-20 18 0 0 0,-9 16 15 0 0,-4 2 5 0 0,13-11 34 0 0,28-29-40 0 0,-1 1 1 0 0,-9 11 0 0 0,-4 6-33 0 0,13-16 34 0 0,1 0-1 0 0,-1 0 1 0 0,-7 15 0 0 0,0 1-41 0 0,4-8 38 0 0,-4 5 12 0 0,12-18-23 0 0,0 0-1 0 0,0 0 1 0 0,0 0 0 0 0,0 0-1 0 0,0 0 1 0 0,1 0 0 0 0,-1 4-1 0 0,-4 9 54 0 0,-20 30-90 0 0,18-35 29 0 0,-2 3 32 0 0,6-7-19 0 0,0 0 0 0 0,-1-1 0 0 0,1 1 0 0 0,-1-1 0 0 0,-1 0 0 0 0,-4 5 0 0 0,1-1 8 0 0,1 0 3 0 0,1 0-1 0 0,0 1 0 0 0,-7 15 0 0 0,11-21-7 0 0,-3 8 6 0 0,-3 3-8 0 0,7-12 1 0 0,-1 0-1 0 0,1-1 1 0 0,0 1 0 0 0,0 0 0 0 0,-2 5 0 0 0,3-5 0 0 0,-1 0 0 0 0,0-1 0 0 0,0 1 0 0 0,0 0 0 0 0,0-1 0 0 0,-3 4 0 0 0,3-4-2 0 0,-1 1 0 0 0,1 0 0 0 0,0-1 0 0 0,0 1-1 0 0,-1 3 1 0 0,-4 8 4 0 0,-40 77-7 0 0,31-43 42 0 0,14-45-41 0 0,0 0 1 0 0,0 1-1 0 0,0-1 1 0 0,0 1-1 0 0,0 5 1 0 0,1-5 0 0 0,-1 0 0 0 0,0 0-1 0 0,1-1 1 0 0,-1 1 0 0 0,-3 6 0 0 0,-12 31 8 0 0,7-15-12 0 0,7-19 19 0 0,-3 5-25 0 0,3-10 14 0 0,1 1 1 0 0,0-1-1 0 0,0 1 1 0 0,0 0-1 0 0,0 0 1 0 0,1-1-1 0 0,-1 4 0 0 0,-2 8-30 0 0,-33 84 40 0 0,31-84 6 0 0,0 0 0 0 0,-2 15 0 0 0,-1 1 4 0 0,0 3-11 0 0,6-21-19 0 0,-1 0 0 0 0,-8 18 0 0 0,7-12 15 0 0,4-17-11 0 0,0 0 1 0 0,0 1-1 0 0,0-1 1 0 0,-1 1-1 0 0,1-1 1 0 0,-1 1-1 0 0,1-1 0 0 0,-1 0 1 0 0,1 1-1 0 0,-1-1 1 0 0,0 0-1 0 0,0 0 1 0 0,-1 3-1 0 0,1-3-20 0 0,1 1 1 0 0,0-1-1 0 0,-1 1 0 0 0,1 0 1 0 0,0-1-1 0 0,0 1 1 0 0,0-1-1 0 0,0 1 0 0 0,0-1 1 0 0,1 4-1 0 0,-1 0-267 0 0,-1 15-2173 0 0,-4-7-6635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3:41.64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 8 0 0 0,'1'-7'25217'0'0,"-2"9"-25171"0"0,1 0-1 0 0,-1 0 0 0 0,1 1 1 0 0,-1-1-1 0 0,1 0 1 0 0,0 0-1 0 0,0 1 0 0 0,0-1 1 0 0,0 0-1 0 0,1 3 0 0 0,0 2 115 0 0,-1 13 182 0 0,0-1 0 0 0,2 0-1 0 0,7 34 1 0 0,-6-40-259 0 0,-1 0 0 0 0,0 24 0 0 0,0 1 67 0 0,-1-23-96 0 0,-1-11-29 0 0,0 0-1 0 0,1-1 1 0 0,-1 1 0 0 0,1 0-1 0 0,0 0 1 0 0,2 5 0 0 0,-1-2 49 0 0,0-1 1 0 0,3 12 0 0 0,2 9 45 0 0,-5-21-67 0 0,0 1 0 0 0,0 0 0 0 0,-1-1 0 0 0,1 15 0 0 0,-2-18-39 0 0,1 1 0 0 0,-1 0 0 0 0,1-1 1 0 0,0 1-1 0 0,0-1 0 0 0,0 1 0 0 0,3 4 0 0 0,4 15 76 0 0,-2-8-90 0 0,-5-12-4 0 0,0 0 0 0 0,0 1-1 0 0,0-1 1 0 0,1 6-1 0 0,-1-4 22 0 0,0-1-1 0 0,1 1 1 0 0,-1 0-1 0 0,4 7 1 0 0,4 14 46 0 0,-3-12-76 0 0,-5-12 16 0 0,0-1-1 0 0,-1 1 0 0 0,1 0 1 0 0,0 0-1 0 0,-1-1 0 0 0,2 5 1 0 0,-2-2 7 0 0,1 0 0 0 0,1 0 0 0 0,2 8 0 0 0,3 9-20 0 0,2 5 30 0 0,-7-21-18 0 0,0 0 0 0 0,-1 0 0 0 0,1 1 0 0 0,0 5 0 0 0,-1-7 0 0 0,0-1 0 0 0,0 0 0 0 0,0 0 0 0 0,0 0 0 0 0,3 5 0 0 0,3 7 19 0 0,24 51 33 0 0,-28-60-54 0 0,36 73 41 0 0,-36-72-34 0 0,1 0 1 0 0,-1 1-1 0 0,3 11 1 0 0,-4-10-1 0 0,1 0 0 0 0,5 8 1 0 0,-3-6 2 0 0,5 9 19 0 0,20 27 3 0 0,-26-41-20 0 0,3 4 12 0 0,0 0 0 0 0,9 8 0 0 0,-10-10-49 0 0,1 0 34 0 0,1 3 24 0 0,-2-3-10 0 0,4 2-19 0 0,3 2 6 0 0,15 20 0 0 0,-20-22 1 0 0,18 16 0 0 0,3 3 11 0 0,-15-12 1 0 0,-4-4-23 0 0,22 20-1 0 0,-14-12 12 0 0,28 21 14 0 0,-18-14 33 0 0,-15-17-74 0 0,-8-6 18 0 0,0 0 0 0 0,1 0 1 0 0,8 4-1 0 0,12 10 40 0 0,-20-14-45 0 0,1 0 1 0 0,0 0-1 0 0,12 6 1 0 0,-14-9 8 0 0,1 1 1 0 0,-1 0-1 0 0,0 0 0 0 0,0 0 0 0 0,-1 1 1 0 0,9 8-1 0 0,-7-8-9 0 0,0 1 1 0 0,0-1 0 0 0,0 0-1 0 0,12 5 1 0 0,-2 0 2 0 0,10 6-2 0 0,23 13-75 0 0,-37-21 93 0 0,19 13 1 0 0,6 3-23 0 0,-19-13-9 0 0,30 25 0 0 0,-33-23 30 0 0,1-1 0 0 0,23 13 1 0 0,-26-19-13 0 0,-9-3-1 0 0,-1-1 0 0 0,0 1 0 0 0,1-1 0 0 0,-1 1 0 0 0,3 3 0 0 0,-3-4 0 0 0,0 1 0 0 0,0-1 1 0 0,0 1-1 0 0,0-1 0 0 0,4 1 1 0 0,9 4 8 0 0,47 20-17 0 0,-3-2 17 0 0,-49-19-7 0 0,0-1 1 0 0,19 4-1 0 0,-1 0-22 0 0,-16-4 26 0 0,26 5 0 0 0,28 3-1 0 0,92 31 1 0 0,-62-15 6 0 0,90 21 9 0 0,-14-4-63 0 0,-158-40-228 0 0,-1-1 0 0 0,1-1 1 0 0,0 0-1 0 0,25 0 0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3:44.03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2407 0 0 0 0,'0'0'12423'0'0,"2"1"-10968"0"0,10 0 2472 0 0,-12 28 2461 0 0,1-20-6100 0 0,0 0 0 0 0,0 1 0 0 0,0-1 0 0 0,6 16 0 0 0,-4-14-61 0 0,3 20 0 0 0,-1-4-62 0 0,-3-18-117 0 0,-1 0-1 0 0,0 0 0 0 0,-1 0 0 0 0,-1 10 1 0 0,1-2-7 0 0,0 18 31 0 0,0 39 130 0 0,-7-44-140 0 0,3-14-50 0 0,2-8 2 0 0,0 1 0 0 0,-1 0 0 0 0,0-1 0 0 0,-1 0 0 0 0,-6 12 0 0 0,-4 8-5 0 0,7-17 7 0 0,1 1-1 0 0,-7 16 1 0 0,1-4-3 0 0,0 11 28 0 0,-5 2 1 0 0,7-12-38 0 0,2-14 18 0 0,1 1 1 0 0,-7 17 0 0 0,8-19-19 0 0,-10 17-1 0 0,-5 6 12 0 0,-14 27 0 0 0,14-26-6 0 0,11-9 33 0 0,2-4-14 0 0,-2 0-29 0 0,6-12 7 0 0,0 0-1 0 0,-10 14 1 0 0,11-17-1 0 0,0 0 1 0 0,0-1-1 0 0,0 1 1 0 0,-4 12-1 0 0,-5 12 0 0 0,-5 5 23 0 0,13-25-20 0 0,0 0 0 0 0,-1-1-1 0 0,0 0 1 0 0,-13 17 0 0 0,15-21-4 0 0,0 0 0 0 0,0-1 0 0 0,-4 10 0 0 0,-1 0-22 0 0,-4 6 40 0 0,-8 15 62 0 0,15-26-78 0 0,0-1 1 0 0,-1 1 0 0 0,-9 10-1 0 0,1 0 29 0 0,3-6-3 0 0,0-1 0 0 0,-24 21 0 0 0,6-6 41 0 0,-37 29 105 0 0,50-42-157 0 0,-1-1 1 0 0,-35 22-1 0 0,45-30-23 0 0,-61 42 56 0 0,63-43-45 0 0,-39 32 10 0 0,15-13-8 0 0,11-8 13 0 0,-35 21-1 0 0,-54 27 63 0 0,91-55-79 0 0,10-5 1 0 0,0 0 1 0 0,0 1-1 0 0,-9 7 0 0 0,8-6 8 0 0,0-1 1 0 0,0 0 0 0 0,0 0-1 0 0,0-1 1 0 0,0 1-1 0 0,-1-2 1 0 0,0 1-1 0 0,-11 2 1 0 0,-73 16-5 0 0,-33 9 71 0 0,77-22-111 0 0,3-2 66 0 0,-56 1 1 0 0,49-5-20 0 0,-110 11 17 0 0,137-11-34 0 0,-29 6 1 0 0,-3 3-6 0 0,30-6-19 0 0,17-3 12 0 0,0-1 1 0 0,1 0 0 0 0,-1 0-1 0 0,0-1 1 0 0,-11-1 0 0 0,-3 1-17 0 0,-47-2-902 0 0,-73-12 0 0 0,73 3-2939 0 0,1 0-4406 0 0,42 7-3065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3:53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 0 0 0,'2'-6'15691'0'0,"-1"5"-15376"0"0,1 0 335 0 0,0 1-217 0 0,0-1 0 0 0,0 0-1 0 0,0 1 1 0 0,0-1-1 0 0,0 0 1 0 0,0 0 0 0 0,0 0-1 0 0,2-3 1 0 0,-2 3-358 0 0,0 0 1 0 0,1 0-1 0 0,-1 0 1 0 0,0 0-1 0 0,0 0 0 0 0,1 1 1 0 0,-1-1-1 0 0,0 1 1 0 0,1-1-1 0 0,2 1 1 0 0,9-2 125 0 0,-4 1-177 0 0,0-1 0 0 0,1 2 0 0 0,-1 0 0 0 0,1 0 0 0 0,-1 1 0 0 0,17 3 0 0 0,1 3-59 0 0,51 19 0 0 0,-14-3 15 0 0,-56-20 24 0 0,0 0 0 0 0,0 0-1 0 0,14 8 1 0 0,-20-9-6 0 0,-1 0-1 0 0,1 0 1 0 0,0 0 0 0 0,-1 0 0 0 0,1 0-1 0 0,-1 1 1 0 0,0-1 0 0 0,1 1-1 0 0,-1-1 1 0 0,-1 1 0 0 0,1 0 0 0 0,0 0-1 0 0,1 3 1 0 0,-2-3 2 0 0,-1-1 0 0 0,1 0 0 0 0,0 1 0 0 0,-1-1-1 0 0,0 1 1 0 0,1-1 0 0 0,-1 0 0 0 0,0 1 0 0 0,-1-1 0 0 0,1 1 0 0 0,0-1 0 0 0,-1 1 0 0 0,1-1 0 0 0,-1 0-1 0 0,1 1 1 0 0,-1-1 0 0 0,0 0 0 0 0,0 0 0 0 0,0 0 0 0 0,-1 1 0 0 0,1-1 0 0 0,0 0 0 0 0,-1 0 0 0 0,0-1-1 0 0,-2 4 1 0 0,1-2 7 0 0,-1 1 1 0 0,0 0-1 0 0,1 0 0 0 0,0 0 0 0 0,-5 9 1 0 0,1-1 15 0 0,-5 13 6 0 0,-4 13 50 0 0,13-31-67 0 0,0 0 1 0 0,-6 10-1 0 0,0-3-2 0 0,3-5 13 0 0,-11 15 0 0 0,-7 5 11 0 0,1 5 88 0 0,22-33-111 0 0,0 0-1 0 0,1-1 0 0 0,-1 1 0 0 0,0 0 0 0 0,1 0 0 0 0,-1 0 0 0 0,1 0 1 0 0,-1 0-1 0 0,1 0 0 0 0,-1 0 0 0 0,1 0 0 0 0,-1 2 2560 0 0,14-12-2352 0 0,-5 5-229 0 0,1 1 0 0 0,-1 0 0 0 0,1 0 0 0 0,0 1 0 0 0,0 0 0 0 0,16 0 0 0 0,58 1-57 0 0,-42 2 20 0 0,91 4-1723 0 0,-132-12-2567 0 0,-1 5 3636 0 0,1 1 1 0 0,-1-1-1 0 0,0 1 1 0 0,0-1-1 0 0,0 1 1 0 0,0-1-1 0 0,0 1 1 0 0,0 0-1 0 0,-1 0 1 0 0,1 0-1 0 0,0 0 1 0 0,-2-2-1 0 0,0 1-1898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3:53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 0 0 0,'0'0'19883'0'0,"12"-6"-19454"0"0,39-16-74 0 0,-48 21-313 0 0,-1 0-1 0 0,1 0 1 0 0,-1 0-1 0 0,1 0 1 0 0,0 1 0 0 0,-1-1-1 0 0,1 1 1 0 0,0-1-1 0 0,0 1 1 0 0,-1 0 0 0 0,1 0-1 0 0,0 0 1 0 0,0 1-1 0 0,2 0 1 0 0,4 0 61 0 0,0 1-107 0 0,1 0 0 0 0,-1 0 0 0 0,0 1 0 0 0,0 0 0 0 0,10 5 0 0 0,-37-5-8349 0 0,11-3 3668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3:54.0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44 0 0 0,'0'0'23764'0'0,"-5"-7"-23491"0"0,-13-22-91 0 0,13 22-70 0 0,5 28 25 0 0,1 1 1 0 0,1 0 0 0 0,6 26-1 0 0,7 17 18 0 0,8 36-42 0 0,-19-77-116 0 0,-1 1 0 0 0,1 29 0 0 0,-4-16-582 0 0,-1-37 522 0 0,1-1 0 0 0,0 0 0 0 0,0 0 0 0 0,0 1 0 0 0,0-1 0 0 0,0 0 0 0 0,0 0 0 0 0,0 0 0 0 0,0 1 0 0 0,0-1 0 0 0,-1 0 0 0 0,1 0 0 0 0,0 0 0 0 0,0 1 0 0 0,0-1 0 0 0,0 0 0 0 0,-1 0 0 0 0,1 0 0 0 0,0 0 0 0 0,0 0 0 0 0,0 0 1 0 0,-1 1-1 0 0,1-1 0 0 0,0 0 0 0 0,0 0 0 0 0,-1 0 0 0 0,1 0 0 0 0,0 0 0 0 0,0 0 0 0 0,-1 0 0 0 0,1 0 0 0 0,0 0 0 0 0,0 0 0 0 0,0 0 0 0 0,-1 0 0 0 0,1 0 0 0 0,0 0 0 0 0,0 0 0 0 0,-1 0 0 0 0,1 0 0 0 0,-1-1-279 0 0,0 1 0 0 0,0 0 0 0 0,1 0 0 0 0,-1 0-1 0 0,0-1 1 0 0,0 1 0 0 0,1 0 0 0 0,-1-1 0 0 0,0 1 0 0 0,1-1-1 0 0,-1 1 1 0 0,-1-1 0 0 0,-10-14-9177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3:54.5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1010 43 776 0 0,'0'0'20365'0'0,"-5"-5"-19995"0"0,-12-16-36 0 0,16 20-299 0 0,1 1 1 0 0,-1-1 0 0 0,1 0 0 0 0,-1 1-1 0 0,1-1 1 0 0,-1 0 0 0 0,0 1 0 0 0,1-1-1 0 0,-1 1 1 0 0,0-1 0 0 0,1 1 0 0 0,-1 0-1 0 0,0-1 1 0 0,0 1 0 0 0,1 0 0 0 0,-1-1-1 0 0,0 1 1 0 0,-1 0 0 0 0,2 0-29 0 0,0 0 1 0 0,-1 0-1 0 0,1 0 0 0 0,0-1 1 0 0,0 1-1 0 0,-1 0 0 0 0,1 0 1 0 0,0 0-1 0 0,0 0 1 0 0,0 0-1 0 0,-1 0 0 0 0,1 0 1 0 0,0 0-1 0 0,0-1 0 0 0,-1 1 1 0 0,1 0-1 0 0,0 0 1 0 0,0 0-1 0 0,0-1 0 0 0,0 1 1 0 0,0 0-1 0 0,-1 0 0 0 0,1 0 1 0 0,0-1-1 0 0,0 1 1 0 0,-2-1 17 0 0,0 1 0 0 0,1-1 0 0 0,-1 1 0 0 0,0-1 0 0 0,0 1 0 0 0,0 0 0 0 0,1-1 0 0 0,-1 1 0 0 0,0 0 0 0 0,0 0 0 0 0,0 0 0 0 0,-2 1 0 0 0,-1-1 19 0 0,-454 2 599 0 0,292 11-485 0 0,33 0-50 0 0,-3-7-304 0 0,132-6-296 0 0,0 0 0 0 0,0 1 0 0 0,1 0 0 0 0,-1 0 0 0 0,0 0 0 0 0,-7 4 0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3:54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 0 0 0,'0'0'15337'0'0,"-3"1"-14803"0"0,-13 7 68 0 0,16-7-564 0 0,0-1 0 0 0,-1 0 0 0 0,1 1 0 0 0,0-1 0 0 0,-1 1 1 0 0,1-1-1 0 0,0 0 0 0 0,-1 1 0 0 0,1-1 0 0 0,0 1 0 0 0,0-1 0 0 0,-1 1 0 0 0,1-1 0 0 0,0 1 1 0 0,0-1-1 0 0,0 1 0 0 0,0-1 0 0 0,0 1 0 0 0,0-1 0 0 0,0 1 0 0 0,0-1 0 0 0,0 1 0 0 0,0-1 1 0 0,0 1-1 0 0,0-1 0 0 0,0 1 0 0 0,0-1 0 0 0,0 1 0 0 0,1-1 0 0 0,-1 1 0 0 0,0-1 0 0 0,0 1 0 0 0,1 0 1 0 0,1 4 329 0 0,5 28 642 0 0,-2-18-592 0 0,-2 0 1 0 0,3 27-1 0 0,-2 18 267 0 0,1 29 73 0 0,2 72 117 0 0,5-47-683 0 0,-9-87-207 0 0,13 49 0 0 0,-16-75-39 0 0,1 0 0 0 0,-1-1 0 0 0,0 1 1 0 0,0 0-1 0 0,0-1 0 0 0,1 1 0 0 0,-1-1 0 0 0,0 1 0 0 0,1 0 0 0 0,-1-1 0 0 0,0 1 0 0 0,1-1 0 0 0,0 2 0 0 0,-1-2-87 0 0,0 0 0 0 0,1 0 0 0 0,-1 0 0 0 0,0 0 0 0 0,0 0 0 0 0,0 0 0 0 0,1 0 0 0 0,-1 0 0 0 0,0 0 0 0 0,0 0-1 0 0,1 0 1 0 0,-1 0 0 0 0,0 0 0 0 0,0 0 0 0 0,0 0 0 0 0,1 0 0 0 0,-1 0 0 0 0,0 0 0 0 0,0 0 0 0 0,0 0 0 0 0,1 0 0 0 0,-1 0 0 0 0,0 0-1 0 0,0 0 1 0 0,0 0 0 0 0,1-1 0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3:55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918 82 2048 0 0,'0'0'18320'0'0,"10"-6"-18061"0"0,35-20-48 0 0,-28 19-17 0 0,-10 7-79 0 0,-4 1-52 0 0,9-1 117 0 0,-5 0-72 0 0,0 0-1 0 0,-1 0 1 0 0,1 0-1 0 0,0 1 1 0 0,11 3-1 0 0,-19-3-76 0 0,-1 0-1 0 0,0 0 0 0 0,1-1 1 0 0,-1 1-1 0 0,0 0 0 0 0,1-1 1 0 0,-1 1-1 0 0,0-1 0 0 0,0 1 0 0 0,-1-1 1 0 0,-51 1 822 0 0,-103-12 0 0 0,100 5-596 0 0,-78-7 280 0 0,-97-8-17 0 0,0 16-422 0 0,214 6 59 0 0,1 0 1 0 0,0 2-1 0 0,-24 6 1 0 0,29-5-1367 0 0,-20 8 1 0 0,23-8-2558 0 0,1 1 0 0 0,-15 9 1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3:56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324 38 0 0 0,'0'0'14134'0'0,"-4"-1"-13884"0"0,-1-1-152 0 0,2 1-23 0 0,1 1 0 0 0,-1-1 0 0 0,1 1 1 0 0,0 0-1 0 0,-1-1 0 0 0,-3 1 1 0 0,-7 9 534 0 0,0-7-80 0 0,0 0 0 0 0,-1-1 0 0 0,1-1 0 0 0,-24-2 0 0 0,-52-13 1485 0 0,24-4-1151 0 0,57 16-827 0 0,0 1-23 0 0,-2-2-218 0 0,0 3-1611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3:57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225 125 0 0 0,'0'0'11012'0'0,"-3"-9"-9537"0"0,-10-27-120 0 0,13 34-898 0 0,-1-1 0 0 0,0 1-1 0 0,0 0 1 0 0,-1-1 0 0 0,1 1 0 0 0,0 0 0 0 0,-1 0 0 0 0,1 0 0 0 0,-1 0 0 0 0,-2-2 0 0 0,4 4-405 0 0,0 0 0 0 0,0 0 0 0 0,0 0-1 0 0,0 0 1 0 0,0-1 0 0 0,0 1 0 0 0,0 0 0 0 0,-1 0 0 0 0,1 0-1 0 0,0 0 1 0 0,0 0 0 0 0,0 0 0 0 0,0 0 0 0 0,0 0 0 0 0,0 0 0 0 0,0 0-1 0 0,-1 0 1 0 0,1 0 0 0 0,0 0 0 0 0,0 0 0 0 0,0 0 0 0 0,0 0-1 0 0,0 0 1 0 0,0 0 0 0 0,0 0 0 0 0,0 0 0 0 0,-1 1 0 0 0,1-1-1 0 0,0 0 1 0 0,0 0 0 0 0,0 0 0 0 0,0 0 0 0 0,0 0 0 0 0,0 0 0 0 0,0 0-1 0 0,0 0 1 0 0,0 0 0 0 0,0 0 0 0 0,0 0 0 0 0,-1 1 0 0 0,1-1-1 0 0,0 0 1 0 0,0 0 0 0 0,0 0 0 0 0,0 0 0 0 0,0 0 0 0 0,0 0-1 0 0,0 0 1 0 0,0 0 0 0 0,0 1 0 0 0,0-1 0 0 0,0 0 0 0 0,0 0 0 0 0,0 0-1 0 0,0 0 1 0 0,0 0 0 0 0,0 0 0 0 0,0 0 0 0 0,0 1 0 0 0,0-1-1 0 0,0 0 1 0 0,0 0 0 0 0,0 0 0 0 0,1 0 0 0 0,0 8-236 0 0,1 0 262 0 0,1-1 1 0 0,1-1-1 0 0,-1 1 0 0 0,1 0 1 0 0,1-1-1 0 0,-1 0 0 0 0,11 11 1 0 0,0 1 22 0 0,95 115 57 0 0,-98-119-165 0 0,10 13-40 0 0,-21-24 28 0 0,0-1 1 0 0,1 0 0 0 0,-1 1 0 0 0,0-1-1 0 0,0 1 1 0 0,-1-1 0 0 0,1 1 0 0 0,-1-1-1 0 0,1 1 1 0 0,0 4 0 0 0,-1-6 9 0 0,-2-2 38 0 0,0 1 1 0 0,1 0-1 0 0,-1-1 1 0 0,0 1-1 0 0,1 0 1 0 0,-1-1 0 0 0,1 0-1 0 0,-1 1 1 0 0,1-1-1 0 0,-1 0 1 0 0,-2-2 0 0 0,-15-13 155 0 0,12 9-108 0 0,-25-22 263 0 0,2-1 0 0 0,-53-67 0 0 0,69 78-222 0 0,-7-9 219 0 0,-30-55 0 0 0,45 73-250 0 0,5 8-55 0 0,0 0 0 0 0,0 0 0 0 0,0 1 0 0 0,0-1 1 0 0,0 0-1 0 0,0 0 0 0 0,1 0 0 0 0,-1 0 0 0 0,1 0 0 0 0,-1-4 0 0 0,1 6-16 0 0,-7 9-169 0 0,-6 14 176 0 0,-17 43-1 0 0,28-60-14 0 0,-8 20 22 0 0,-7 38 0 0 0,14-52-28 0 0,1-7-265 0 0,-1 1 1 0 0,1 0-1 0 0,-5 6 0 0 0,6-10-76 0 0,-5 6-1769 0 0,4-4-214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3:59.1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434 232 0 0 0,'0'0'19591'0'0,"-11"-9"-17713"0"0,3 3-1799 0 0,0 0 1 0 0,-1 0-1 0 0,1 0 1 0 0,-1 1-1 0 0,-1 1 1 0 0,-9-5-1 0 0,-9-3-30 0 0,-53-31 44 0 0,-31-15 215 0 0,87 47-204 0 0,-65-34 627 0 0,81 38-638 0 0,2 3 602 0 0,10 12-432 0 0,1-1-262 0 0,1 0 0 0 0,-1 0 0 0 0,1 0 0 0 0,1-1 1 0 0,-1 1-1 0 0,1-1 0 0 0,0-1 0 0 0,0 1 0 0 0,8 4 0 0 0,32 22-210 0 0,66 35 0 0 0,-36-31-108 0 0,29 15 49 0 0,-103-50 264 0 0,0 1-1 0 0,0-1 1 0 0,0 0 0 0 0,0 1 0 0 0,-1-1-1 0 0,1 1 1 0 0,-1-1 0 0 0,1 1-1 0 0,-1 0 1 0 0,3 4 0 0 0,-4-6 3 0 0,1 1 0 0 0,-1-1-1 0 0,0 1 1 0 0,1 0 0 0 0,-1 0 0 0 0,0-1 0 0 0,0 1-1 0 0,0 0 1 0 0,1-1 0 0 0,-1 1 0 0 0,0 0 0 0 0,0 0 0 0 0,0-1-1 0 0,0 1 1 0 0,-1 0 0 0 0,1 0 0 0 0,0-1 0 0 0,0 1 0 0 0,0 0-1 0 0,0-1 1 0 0,-1 1 0 0 0,1 0 0 0 0,0-1 0 0 0,-1 1 0 0 0,1 0-1 0 0,-1-1 1 0 0,1 1 0 0 0,0-1 0 0 0,-1 1 0 0 0,1 0-1 0 0,-1-1 1 0 0,0 1 0 0 0,1-1 0 0 0,-1 0 0 0 0,0 1 0 0 0,-11 7 44 0 0,0-1 1 0 0,0 0 0 0 0,-18 6-1 0 0,-101 30-359 0 0,87-33-1883 0 0,15-7-6473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4:10.0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18 0 0 0,'14'-7'21222'0'0,"-10"2"-19526"0"0,-3 5-1635 0 0,-1 0-1 0 0,0 0 1 0 0,1 0-1 0 0,-1 0 1 0 0,0 0-1 0 0,1 0 1 0 0,-1 0 0 0 0,0 1-1 0 0,0-1 1 0 0,1 0-1 0 0,-1 0 1 0 0,0 0-1 0 0,0 0 1 0 0,1 1-1 0 0,-1-1 1 0 0,0 0-1 0 0,0 0 1 0 0,0 1-1 0 0,1-1 1 0 0,-1 0 0 0 0,0 0-1 0 0,0 1 1 0 0,0-1-1 0 0,0 0 1 0 0,1 0-1 0 0,-1 1 1 0 0,0-1-1 0 0,0 0 1 0 0,0 1-1 0 0,0-1 1 0 0,0 0-1 0 0,0 0 1 0 0,0 1 0 0 0,0-1-1 0 0,0 0 1 0 0,0 1-1 0 0,1 18-255 0 0,0-6 276 0 0,17 81 1 0 0,-15-76-59 0 0,3 27-11 0 0,-2 80-1 0 0,-4-115-15 0 0,-7 17-1 0 0,6-24 1044 0 0,1-6-708 0 0,1-9-249 0 0,5 4-92 0 0,-1-1 0 0 0,0 0 0 0 0,-1 0 0 0 0,0 0 0 0 0,0-1 0 0 0,-1 1 0 0 0,0-1 0 0 0,-1 0 0 0 0,2-12 0 0 0,2-49-58 0 0,-5 60 58 0 0,0 0 0 0 0,-1-1 1 0 0,0 1-1 0 0,-1 0 0 0 0,0 0 0 0 0,0 0 0 0 0,-1 0 0 0 0,-1 0 1 0 0,0 0-1 0 0,-8-18 0 0 0,7 18-10 0 0,4 9 23 0 0,0 1-1 0 0,0-1 1 0 0,-1 1-1 0 0,1 0 1 0 0,-1-1-1 0 0,1 1 1 0 0,-1 0-1 0 0,1-1 1 0 0,-1 1-1 0 0,0 0 1 0 0,0-1-1 0 0,0 1 1 0 0,1 0-1 0 0,-1 0 1 0 0,0 0-1 0 0,-1 0 1 0 0,1 0-1 0 0,-2-1 1 0 0,3 1 90 0 0,0 13-275 0 0,-1 19 190 0 0,0-16 5 0 0,1 1 1 0 0,0 0 0 0 0,5 25-1 0 0,-1-16 4 0 0,2 33 0 0 0,3 19-24 0 0,-7-49 3 0 0,-2-23 3 0 0,0 0 0 0 0,0 0-1 0 0,1 1 1 0 0,1 5-1 0 0,-2 0-26 0 0,0-11 78 0 0,0-16-3090 0 0,-1 15 2394 0 0,1-1-1 0 0,-1 1 1 0 0,0-1-1 0 0,0 1 0 0 0,1-1 1 0 0,-1 1-1 0 0,-2-2 0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4:21.26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32 140 0 0 0,'0'0'8771'0'0,"10"5"-6853"0"0,13-4 492 0 0,-17 0-2254 0 0,-1-1 1 0 0,1 0 0 0 0,0 0-1 0 0,0 0 1 0 0,0-1 0 0 0,0 0-1 0 0,0 0 1 0 0,9-3-1 0 0,-6 0-47 0 0,-3 2 65 0 0,0 0 1 0 0,0 0-1 0 0,-1-1 0 0 0,1 0 1 0 0,7-6-1 0 0,-11 7-45 0 0,-1 0-1 0 0,1-1 1 0 0,-1 1-1 0 0,1-1 0 0 0,-1 1 1 0 0,0-1-1 0 0,0 0 1 0 0,1-2-1 0 0,1-4 291 0 0,-2 5-197 0 0,0 1-1 0 0,-1-1 1 0 0,1 0-1 0 0,-1 1 1 0 0,0-1-1 0 0,0 1 0 0 0,-1-8 1 0 0,1 0 243 0 0,-2 9-347 0 0,1 0 1 0 0,-1 0-1 0 0,0 0 1 0 0,1 1-1 0 0,-1-1 1 0 0,0 0 0 0 0,-4-2-1 0 0,2 3-56 0 0,-1-1 0 0 0,1 1 0 0 0,0 0 0 0 0,-1 0 0 0 0,-6 0 0 0 0,-16-4 105 0 0,20 4-38 0 0,0-1-1 0 0,-1 1 1 0 0,1 1 0 0 0,0-1 0 0 0,-13 2 0 0 0,0 0 103 0 0,16 0-207 0 0,1-1 0 0 0,0 1-1 0 0,-1 0 1 0 0,1 1 0 0 0,-5 2-1 0 0,-3 14 426 0 0,10-17-433 0 0,1 0-1 0 0,-1 0 1 0 0,1 0 0 0 0,-1 0 0 0 0,1 1-1 0 0,-1-1 1 0 0,1 0 0 0 0,-1 0 0 0 0,1 0-1 0 0,0 0 1 0 0,0 1 0 0 0,0-1 0 0 0,0 2 0 0 0,0 20 151 0 0,1-12-120 0 0,-1 36 178 0 0,0-45-219 0 0,1 0 0 0 0,-1-1 0 0 0,1 1 0 0 0,0 0 0 0 0,-1 0 0 0 0,1-1 0 0 0,0 1 1 0 0,0 0-1 0 0,1 1 0 0 0,5 8 66 0 0,-6-9-54 0 0,0-1 1 0 0,0 1-1 0 0,1 0 0 0 0,-1-1 0 0 0,1 1 0 0 0,-1-1 0 0 0,1 0 0 0 0,0 1 1 0 0,2 0-1 0 0,11 11 125 0 0,-13-10-120 0 0,1-1 0 0 0,0 1 0 0 0,0-1-1 0 0,0 0 1 0 0,4 3 0 0 0,5 3 9 0 0,10 6-8 0 0,0-1-1 0 0,1-1 1 0 0,39 15-1 0 0,-32-15-18 0 0,-17-7-1 0 0,1-1 0 0 0,-1-1 0 0 0,17 2-1 0 0,-2 1-9 0 0,-24-5 41 0 0,1-1 0 0 0,0 1 0 0 0,0-1-1 0 0,0 0 1 0 0,0 0 0 0 0,9-1 0 0 0,-13 0-295 0 0,1 1 0 0 0,-1 0 0 0 0,1-1 0 0 0,0 1 0 0 0,-1-1-1 0 0,1 0 1 0 0,-1 0 0 0 0,1 0 0 0 0,-1 1 0 0 0,2-3 0 0 0,-2 3-352 0 0,-1-1-1 0 0,1 0 1 0 0,0 0 0 0 0,-1 0 0 0 0,1 1 0 0 0,-1-1-1 0 0,1 0 1 0 0,-1 0 0 0 0,1 0 0 0 0,-1 0 0 0 0,0 0 0 0 0,1 0-1 0 0,-1 0 1 0 0,0 0 0 0 0,0 0 0 0 0,0 0 0 0 0,0-2 0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4:21.96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 43 0 0 0,'0'0'21061'0'0,"-3"-7"-20459"0"0,-11-18-130 0 0,10 18 459 0 0,5 9-923 0 0,-1-1 0 0 0,0 0-1 0 0,0 1 1 0 0,1-1 0 0 0,-1 0-1 0 0,1 1 1 0 0,-1-1-1 0 0,1 0 1 0 0,-1 0 0 0 0,1 1-1 0 0,1 0 1 0 0,-1 0 4 0 0,24 36 69 0 0,-16-26-49 0 0,8 16-1 0 0,21 37-79 0 0,-33-57 44 0 0,-3-4 5 0 0,0-1 1 0 0,0 1 0 0 0,-1 0 0 0 0,3 5-1 0 0,10 23-10 0 0,-13-29 12 0 0,-1-1 0 0 0,2 1 0 0 0,-1 0 0 0 0,0 0 1 0 0,0 0-1 0 0,1-1 0 0 0,-1 1 0 0 0,5 4 0 0 0,-6-6-10 0 0,0 0 745 0 0,10-1-285 0 0,-8-2-443 0 0,0 1-1 0 0,0-1 1 0 0,0 1 0 0 0,0-1-1 0 0,0 0 1 0 0,-1 0-1 0 0,1 0 1 0 0,-1 0-1 0 0,1 0 1 0 0,1-3 0 0 0,5-11 6 0 0,-1-1 0 0 0,-1 1 1 0 0,-1-1-1 0 0,6-26 0 0 0,-6 19-9 0 0,13-51 41 0 0,-16 72-58 0 0,0-1 0 0 0,-1 1 0 0 0,1-1 0 0 0,0 1 0 0 0,1 0 0 0 0,4-6 0 0 0,-7 9-130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4:22.69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134 79 0 0 0,'0'0'20282'0'0,"-8"-13"-19885"0"0,-22-39-100 0 0,22 39-102 0 0,3 16 89 0 0,-8 15-76 0 0,10-13-146 0 0,0 0 1 0 0,0 0-1 0 0,-4 7 0 0 0,3-8-3 0 0,1 1 0 0 0,0 0 0 0 0,-3 8-1 0 0,-14 23 114 0 0,12-22-137 0 0,5-1 6 0 0,3-12-38 0 0,0 0-1 0 0,0-1 0 0 0,0 1 1 0 0,0 0-1 0 0,0 0 0 0 0,-1-1 0 0 0,1 1 1 0 0,0 0-1 0 0,0 0 0 0 0,-1-1 1 0 0,1 1-1 0 0,-1 0 0 0 0,0 0 0 0 0,1 0 24 0 0,0-1 0 0 0,-1 0 0 0 0,1 1 0 0 0,0-1 0 0 0,0 0 0 0 0,0 1 0 0 0,0-1 0 0 0,-1 0 0 0 0,1 1 0 0 0,0-1 0 0 0,0 0 0 0 0,0 1-1 0 0,0-1 1 0 0,0 1 0 0 0,0-1 0 0 0,0 0 0 0 0,0 1 0 0 0,0-1 0 0 0,0 0 0 0 0,0 1 0 0 0,0-1 0 0 0,0 1 0 0 0,0-1 0 0 0,0 0 0 0 0,1 1-1 0 0,-1-1 1 0 0,0 0 0 0 0,0 1 0 0 0,0-1 0 0 0,0 0 0 0 0,1 1 0 0 0,-1-1 0 0 0,0 0 0 0 0,0 0 0 0 0,1 1 0 0 0,-1-1 0 0 0,0 0 0 0 0,1 1-1 0 0,12 8 352 0 0,-11-8-371 0 0,39 23 95 0 0,46 20 1 0 0,-77-40-120 0 0,18 8-67 0 0,-26-11 91 0 0,0 0 0 0 0,0-1-1 0 0,0 1 1 0 0,0-1 0 0 0,1 0-1 0 0,-1 0 1 0 0,0 1 0 0 0,0-1-1 0 0,0-1 1 0 0,4 1 0 0 0,-5-1-4 0 0,-1 1 0 0 0,1 0 0 0 0,0-1 1 0 0,-1 1-1 0 0,1-1 0 0 0,0 1 0 0 0,-1-1 0 0 0,1 1 1 0 0,-1-1-1 0 0,1 1 0 0 0,-1-1 0 0 0,1 0 0 0 0,-1 1 1 0 0,1-1-1 0 0,-1 0 0 0 0,0 0 0 0 0,1 1 0 0 0,-1-1 1 0 0,0 0-1 0 0,1 0 0 0 0,-1 1 0 0 0,0-1 0 0 0,0 0 1 0 0,0-1-1 0 0,1-24 10 0 0,-1 18-15 0 0,0-2-11 0 0,-1-1 1 0 0,0 0 0 0 0,0 1-1 0 0,-1-1 1 0 0,-5-17 0 0 0,3 11 27 0 0,4 14-10 0 0,-1 0-1 0 0,0 0 1 0 0,1 0-1 0 0,-1 0 1 0 0,0 0-1 0 0,0 1 1 0 0,-3-5-1 0 0,1-5-133 0 0,3 10-222 0 0,0 8 152 0 0,0-1 206 0 0,1-1 0 0 0,-1 1 0 0 0,1-1 0 0 0,1 1 1 0 0,-1-1-1 0 0,1 1 0 0 0,-1-1 0 0 0,1 0 0 0 0,0 0 1 0 0,5 7-1 0 0,4 4 30 0 0,16 19 1 0 0,-21-27-82 0 0,37 38 37 0 0,-37-39-357 0 0,1 0-1 0 0,0 0 1 0 0,1-1-1 0 0,13 8 1 0 0,-16-10-237 0 0,1 1-935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4:26.44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92 588 0 0 0,'0'0'2678'0'0,"3"-7"-2045"0"0,4-3-407 0 0,9-18 975 0 0,-11 19-374 0 0,-3 5-597 0 0,1-1 0 0 0,-1 0 0 0 0,0 0 0 0 0,0 0 0 0 0,1-9 0 0 0,1-24 102 0 0,-6-21 197 0 0,-5 20-195 0 0,0-2 92 0 0,-1-15 173 0 0,0 1-107 0 0,8 49-421 0 0,-1 0 1 0 0,0 0 0 0 0,0 0-1 0 0,-1 0 1 0 0,1 0 0 0 0,-4-8-1 0 0,-1-2 129 0 0,6 14-143 0 0,0 0-1 0 0,-1 1 0 0 0,1-1 0 0 0,-1 0 1 0 0,0 0-1 0 0,0 1 0 0 0,1-1 0 0 0,-1 0 0 0 0,0 1 1 0 0,0-1-1 0 0,-2-1 0 0 0,2 2-3 0 0,0-1 0 0 0,0 1 1 0 0,0-1-1 0 0,0 1 0 0 0,0-1 0 0 0,0 0 1 0 0,1 1-1 0 0,-2-4 0 0 0,-3-8 399 0 0,4 12-375 0 0,0-1-1 0 0,0 1 1 0 0,0-1 0 0 0,1 0 0 0 0,-1 1 0 0 0,1-1-1 0 0,-1 1 1 0 0,1-3 0 0 0,0 2-18 0 0,-1 0-1 0 0,1 1 1 0 0,-1-1 0 0 0,1 0 0 0 0,-1 0 0 0 0,0 1-1 0 0,1-1 1 0 0,-1 0 0 0 0,-2-1 0 0 0,2 1-14 0 0,1 0 0 0 0,-1 1 0 0 0,0-1 0 0 0,1 0 1 0 0,-1 0-1 0 0,1 0 0 0 0,-1 1 0 0 0,1-1 0 0 0,0-4 0 0 0,0 5-6 0 0,-1-1-1 0 0,1 0 1 0 0,0 0-1 0 0,0 1 0 0 0,-1-1 1 0 0,1 0-1 0 0,-1 1 1 0 0,1-1-1 0 0,-1 0 0 0 0,0 1 1 0 0,0-1-1 0 0,-1-1 1 0 0,0 2 71 0 0,2 1-116 0 0,0 0 1 0 0,-1 0 0 0 0,1 0 0 0 0,0 0 0 0 0,0-1 0 0 0,0 1-1 0 0,0 0 1 0 0,0 0 0 0 0,-1 0 0 0 0,1 0 0 0 0,0 0 0 0 0,0 0-1 0 0,0 0 1 0 0,0 0 0 0 0,0-1 0 0 0,0 1 0 0 0,-1 0 0 0 0,1 0 0 0 0,0 0-1 0 0,0 0 1 0 0,0 0 0 0 0,0 0 0 0 0,0-1 0 0 0,0 1 0 0 0,0 0-1 0 0,0 0 1 0 0,0 0 0 0 0,0 0 0 0 0,0-1 0 0 0,0 1 0 0 0,0 0-1 0 0,0 0 1 0 0,0 0 0 0 0,0-1 0 0 0,0 1-14 0 0,0 0 0 0 0,0 0 0 0 0,0 0 0 0 0,0 0 0 0 0,0 0 0 0 0,0 0 0 0 0,0 0 0 0 0,0-1 0 0 0,0 1 0 0 0,0 0 0 0 0,0 0 0 0 0,0 0 0 0 0,0 0 0 0 0,0 0 0 0 0,0 0 0 0 0,0 0 0 0 0,0-1 0 0 0,0 1 0 0 0,0 0 0 0 0,0 0 0 0 0,0 0 0 0 0,0 0 0 0 0,0 0 0 0 0,0 0 0 0 0,-1 0 0 0 0,1 0 0 0 0,0 0 0 0 0,0-1 0 0 0,0 1 0 0 0,0 0 0 0 0,0 0 0 0 0,0 0 0 0 0,0 0 0 0 0,0 0 0 0 0,0 0 0 0 0,-1 0 0 0 0,1 0 0 0 0,0 0 0 0 0,0 0 0 0 0,0 0 0 0 0,0 0 0 0 0,0 0 0 0 0,0 0 0 0 0,0 0 0 0 0,-1 0 0 0 0,-4 4-234 0 0,-4 8 394 0 0,7-9-92 0 0,0 1 8 0 0,0 0-1 0 0,0 0 1 0 0,0 0-1 0 0,-1 8 0 0 0,-1 23 315 0 0,2 0-1 0 0,2 0 0 0 0,4 38 1 0 0,2-35-269 0 0,0 10 41 0 0,-4-29-70 0 0,1-1 0 0 0,0 1 0 0 0,8 21 0 0 0,-8-33 23 0 0,0 1 0 0 0,0-1 0 0 0,1 0 0 0 0,0 0 0 0 0,0 0 0 0 0,1 0 0 0 0,0-1 0 0 0,8 10 0 0 0,4 0 227 0 0,30 24 0 0 0,-25-25-789 0 0,24 13 0 0 0,-28-21-833 0 0,-4-3-6504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4:27.60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 10 0 0 0,'0'0'15861'0'0,"-1"-2"-15724"0"0,-1 0-108 0 0,-2-4-43 0 0,2 18 19 0 0,3-5 91 0 0,0 0 0 0 0,0 0 0 0 0,0 0 0 0 0,1 0 0 0 0,5 12 0 0 0,3 14 360 0 0,-9-29-394 0 0,0 0 0 0 0,1 0 0 0 0,-1 0 0 0 0,4 4 0 0 0,3 10 243 0 0,-7-15-208 0 0,0 0 1 0 0,1 0-1 0 0,0-1 0 0 0,-1 1 0 0 0,1 0 0 0 0,0-1 1 0 0,1 1-1 0 0,-1-1 0 0 0,5 4 0 0 0,-1-2 48 0 0,0 1 0 0 0,0-1 0 0 0,8 4 0 0 0,-9-5-131 0 0,0-1-1 0 0,0 0 0 0 0,1 0 0 0 0,-1 0 1 0 0,1-1-1 0 0,-1 1 0 0 0,1-1 0 0 0,0-1 0 0 0,-1 1 1 0 0,1-1-1 0 0,11-1 0 0 0,-15 1-32 0 0,-1-1 0 0 0,1 1 0 0 0,0-1-1 0 0,-1 0 1 0 0,1 1 0 0 0,-1-1 0 0 0,1 0-1 0 0,-1 0 1 0 0,1 0 0 0 0,-1 0 0 0 0,1-1 0 0 0,-1 1-1 0 0,0 0 1 0 0,0-1 0 0 0,0 1 0 0 0,0 0 0 0 0,0-1-1 0 0,0 0 1 0 0,0 1 0 0 0,1-3 0 0 0,2-5-168 0 0,-1 1 0 0 0,4-16-1 0 0,-6 19 113 0 0,1-3 31 0 0,0-1 0 0 0,-1 0 1 0 0,-1 0-1 0 0,0-10 0 0 0,0 19 142 0 0,3 6-729 0 0,1 5 678 0 0,0 0 1 0 0,11 17-1 0 0,-10-18-16 0 0,5 5-128 0 0,0 0 0 0 0,1-1 1 0 0,1 0-1 0 0,16 15 0 0 0,-27-28-4 0 0,18 17-1023 0 0,-7-7-4410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4:28.7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216 147 0 0 0,'0'0'17836'0'0,"-13"-23"-17348"0"0,-38-68-51 0 0,39 66-139 0 0,12 22-13 0 0,0 3-16 0 0,-1-1-82 0 0,0 0-175 0 0,0 1-1 0 0,0-1 1 0 0,0 1-1 0 0,0 0 1 0 0,0 0-1 0 0,0-1 1 0 0,1 1-1 0 0,-1 0 1 0 0,0 0-1 0 0,0 0 1 0 0,0 0-1 0 0,0 0 1 0 0,0 0-1 0 0,0 0 1 0 0,0 0-1 0 0,0 1 1 0 0,0-1-1 0 0,0 0 0 0 0,-1 1 1 0 0,-17 7 88 0 0,16-7-89 0 0,-1 1 1 0 0,1-1-1 0 0,-1 0 1 0 0,1 0-1 0 0,-8 1 1 0 0,7-1-1 0 0,0 0 1 0 0,0 0-1 0 0,0 0 1 0 0,-4 2-1 0 0,5-1-7 0 0,0-1-1 0 0,1 1 1 0 0,-1-1-1 0 0,0 1 0 0 0,1 0 1 0 0,-1 0-1 0 0,1 0 1 0 0,0 0-1 0 0,0 1 1 0 0,-1-1-1 0 0,2 1 0 0 0,-1-1 1 0 0,-2 4-1 0 0,2-2 43 0 0,0 0 0 0 0,1 0-1 0 0,-1 0 1 0 0,1 0-1 0 0,0 0 1 0 0,0 0-1 0 0,0 1 1 0 0,0-1 0 0 0,1 0-1 0 0,0 8 1 0 0,0-9-10 0 0,1 1 1 0 0,-1-1-1 0 0,1 0 1 0 0,0 0-1 0 0,0-1 0 0 0,0 1 1 0 0,0 0-1 0 0,1 0 1 0 0,-1 0-1 0 0,1-1 1 0 0,0 1-1 0 0,0-1 1 0 0,2 4-1 0 0,7 5 36 0 0,15 15 1 0 0,-18-19-61 0 0,2 2-71 0 0,1 0 1 0 0,0 0 0 0 0,1-1 0 0 0,0-1-1 0 0,16 8 1 0 0,-26-14 57 0 0,0 0-1 0 0,0-1 0 0 0,1 1 0 0 0,-1-1 1 0 0,0 1-1 0 0,0-1 0 0 0,1 0 1 0 0,-1 0-1 0 0,0 0 0 0 0,0 0 1 0 0,1 0-1 0 0,-1-1 0 0 0,0 1 1 0 0,1 0-1 0 0,-1-1 0 0 0,0 0 1 0 0,0 0-1 0 0,0 1 0 0 0,0-1 1 0 0,0-1-1 0 0,0 1 0 0 0,0 0 1 0 0,2-2-1 0 0,-1 1-7 0 0,0-1 0 0 0,-1 0 0 0 0,1 1 0 0 0,-1-1 0 0 0,0 0 0 0 0,0 0 0 0 0,0-1 0 0 0,0 1 1 0 0,0 0-1 0 0,-1-1 0 0 0,1 1 0 0 0,-1-1 0 0 0,1-3 0 0 0,1-6 31 0 0,-1-1 0 0 0,0 1 0 0 0,-1-22 0 0 0,-1 34-13 0 0,1 3-354 0 0,0-1 302 0 0,-1 0-1 0 0,1 1 1 0 0,-1-1-1 0 0,1 1 1 0 0,-1-1-1 0 0,0 0 1 0 0,0 1-1 0 0,1 2 1 0 0,0 4 27 0 0,2 1-13 0 0,0-1 0 0 0,1 0 0 0 0,6 11 0 0 0,3 7-319 0 0,3-1-196 0 0,-9-14-2756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4:29.56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33 0 0 0,'0'0'9875'0'0,"6"-6"-9386"0"0,14-17-33 0 0,-15 19 1239 0 0,-2 6-1220 0 0,-3 5-774 0 0,0-5 497 0 0,11 42 628 0 0,-4-11-235 0 0,-4-20-267 0 0,-1 0-1 0 0,1 18 1 0 0,-2-16 117 0 0,5 25 0 0 0,-2-20-162 0 0,-1 1 0 0 0,0 23 0 0 0,-2-20-31 0 0,5 25 0 0 0,0-9 41 0 0,-4-22-148 0 0,5 20 0 0 0,-3-19-19 0 0,-3-15-78 0 0,-1 0 0 0 0,1 0 0 0 0,0 0-1 0 0,0-1 1 0 0,0 1 0 0 0,1 0-1 0 0,-1-1 1 0 0,5 8 0 0 0,-3-8 9 0 0,-1 1 0 0 0,1 0 1 0 0,0-1-1 0 0,1 0 0 0 0,-1 0 1 0 0,1 0-1 0 0,-1 0 0 0 0,1 0 1 0 0,0-1-1 0 0,0 1 0 0 0,0-1 1 0 0,0 0-1 0 0,0-1 0 0 0,0 1 1 0 0,6 1-1 0 0,-4-2-62 0 0,-1 1-1 0 0,1-1 1 0 0,0-1 0 0 0,0 1-1 0 0,0-1 1 0 0,-1 0 0 0 0,8-1-1 0 0,-10 1-244 0 0,-1-1-1 0 0,0 0 0 0 0,0 1 0 0 0,0-1 1 0 0,0 0-1 0 0,0 0 0 0 0,0 0 0 0 0,-1 0 1 0 0,3-2-1 0 0,-2 2-641 0 0,0-1 1 0 0,0 0-1 0 0,-1 0 0 0 0,1 0 1 0 0,-1 0-1 0 0,1 0 1 0 0,-1 0-1 0 0,0 0 0 0 0,1-3 1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4:29.82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226 42 3737 0 0,'0'0'15224'0'0,"-20"-7"-15534"0"0,-62-20-90 0 0,76 25 250 0 0,0 0 1 0 0,-1 1-1 0 0,-8-1 1 0 0,-1 4-628 0 0,5 0 106 0 0,-35 4-7147 0 0,30-5-569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5:14.14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50 139 0 0 0,'6'0'1322'0'0,"-5"0"-1175"0"0,5 0 400 0 0,0 0 0 0 0,0 0 1 0 0,0 1-1 0 0,-1 0 0 0 0,1 0 1 0 0,7 3-1 0 0,1 1 924 0 0,-6-1-925 0 0,0-1 1 0 0,0-1-1 0 0,0 1 0 0 0,0-1 1 0 0,0-1-1 0 0,9 1 1 0 0,6 0 2951 0 0,-21-23-84 0 0,0-34 42 0 0,-2 53-3349 0 0,1 0-1 0 0,-1 0 0 0 0,1 1 0 0 0,0-1 0 0 0,0 0 0 0 0,0 1 0 0 0,2-4 0 0 0,1-1 178 0 0,-3 5-279 0 0,-1 0 0 0 0,0 1 0 0 0,0-1 0 0 0,1 0 0 0 0,-1 1-1 0 0,0-1 1 0 0,0 0 0 0 0,0 1 0 0 0,0-1 0 0 0,0 0 0 0 0,0 1 0 0 0,0-1 0 0 0,0 0 0 0 0,0 1 0 0 0,0-1 0 0 0,0 0 0 0 0,0 1 0 0 0,-1-1 0 0 0,1 0 0 0 0,0 1 0 0 0,0-1 0 0 0,-1 1 0 0 0,1-1 0 0 0,0 0 0 0 0,-1 1 0 0 0,1-1 0 0 0,-1 1 0 0 0,1-1 0 0 0,-1 1-1 0 0,1-1 1 0 0,-1 1 0 0 0,0-1 0 0 0,-1-1-9 0 0,-1 0 0 0 0,0 1 0 0 0,0-1 1 0 0,-6-2-1 0 0,4 2 41 0 0,-5-2 11 0 0,7 3-26 0 0,1 0 1 0 0,-1 0-1 0 0,0 0 1 0 0,1 0-1 0 0,-5-4 1 0 0,-5 0 101 0 0,2 1 7 0 0,5 2-31 0 0,-1 1 1 0 0,1 0 0 0 0,-1-1-1 0 0,1 1 1 0 0,-1 1 0 0 0,-6-1-1 0 0,-6-1-56 0 0,3 1 130 0 0,-17-1 1 0 0,32 2-144 0 0,-1 0-11 0 0,0 1 0 0 0,1-1 0 0 0,-1 1 0 0 0,0 0 0 0 0,1-1 0 0 0,-1 1 0 0 0,1 0 0 0 0,-1-1 0 0 0,1 1 0 0 0,-1 0 0 0 0,0 1 0 0 0,-6 15 149 0 0,6-13-155 0 0,-1-1 0 0 0,1 0 0 0 0,0 0 0 0 0,-1 1 0 0 0,1-1 0 0 0,1 0 0 0 0,-2 8 0 0 0,-3 23 86 0 0,5 53 315 0 0,11-69-76 0 0,-4-10-290 0 0,0 0 0 0 0,1-1 0 0 0,0 0 1 0 0,1 0-1 0 0,-1-1 0 0 0,1 0 0 0 0,0-1 0 0 0,12 6 0 0 0,-4-2-41 0 0,1-1-1 0 0,0-1 1 0 0,0 0-1 0 0,30 6 1 0 0,-23-9-116 0 0,0-2 1 0 0,31 0-1 0 0,-55-2 31 0 0,-1 0 0 0 0,1 0-1 0 0,0 0 1 0 0,-1-1 0 0 0,1 1 0 0 0,-1 0-1 0 0,1 0 1 0 0,-1 0 0 0 0,1-1 0 0 0,-1 1-1 0 0,1 0 1 0 0,-1 0 0 0 0,0-1 0 0 0,1 1-1 0 0,-1-1 1 0 0,1 1 0 0 0,-1 0 0 0 0,0-1-1 0 0,1 1 1 0 0,-1-1 0 0 0,0 1 0 0 0,0-1-1 0 0,1 1 1 0 0,-1-1 0 0 0,0 1 0 0 0,0-1 0 0 0,1 1-1 0 0,-1-1 1 0 0,0 1 0 0 0,0-2 0 0 0,1-7-3338 0 0,-1 0-3650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5:15.25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132 437 0 0 0,'0'0'19920'0'0,"-16"-17"-19385"0"0,-49-53-79 0 0,48 51-200 0 0,14 16 6 0 0,-1 2-120 0 0,3 0-115 0 0,1 1 1 0 0,-1-1-1 0 0,0 1 0 0 0,1 0 0 0 0,-1-1 0 0 0,0 1 1 0 0,1 0-1 0 0,-1 0 0 0 0,0 0 0 0 0,1 0 0 0 0,-1-1 0 0 0,0 1 1 0 0,0 0-1 0 0,1 0 0 0 0,-1 0 0 0 0,0 0 0 0 0,0 1 0 0 0,1-1 1 0 0,-1 0-1 0 0,0 0 0 0 0,1 0 0 0 0,-1 1 0 0 0,0-1 1 0 0,1 0-1 0 0,-1 0 0 0 0,0 1 0 0 0,1-1 0 0 0,-2 1 0 0 0,1 1 18 0 0,1-1 0 0 0,-1 0 0 0 0,0 1 0 0 0,1-1 0 0 0,-1 1 0 0 0,1-1 0 0 0,0 1 0 0 0,-1-1 0 0 0,1 1 0 0 0,0-1 0 0 0,0 1 0 0 0,0-1 0 0 0,0 2 0 0 0,0 90 591 0 0,4-63-672 0 0,-4-25 53 0 0,1 1-1 0 0,0-1 1 0 0,0 1 0 0 0,1-1-1 0 0,-1 0 1 0 0,1 0 0 0 0,0 0-1 0 0,1 0 1 0 0,-1 0 0 0 0,1 0-1 0 0,7 8 1 0 0,-9-11-3 0 0,1-1 1 0 0,-1 1-1 0 0,1-1 1 0 0,0 1-1 0 0,0-1 1 0 0,0 0-1 0 0,-1 0 0 0 0,1 0 1 0 0,3 2-1 0 0,23 7 16 0 0,-21-7-40 0 0,3 0-56 0 0,-1-1 0 0 0,1 0 0 0 0,0 0 0 0 0,0-1-1 0 0,0-1 1 0 0,15 0 0 0 0,-24 0 62 0 0,0 0-25 0 0,1 0 0 0 0,-1-1-1 0 0,1 1 1 0 0,0-1 0 0 0,-1 1-1 0 0,1-1 1 0 0,-1 0 0 0 0,0 0-1 0 0,1 0 1 0 0,-1 0-1 0 0,1 0 1 0 0,-1 0 0 0 0,0 0-1 0 0,0 0 1 0 0,0 0 0 0 0,0 0-1 0 0,0-1 1 0 0,0 1 0 0 0,0 0-1 0 0,0-1 1 0 0,0 1 0 0 0,-1-1-1 0 0,2-2 1 0 0,0-1-120 0 0,0-1 1 0 0,0 1-1 0 0,-1 0 1 0 0,1-1-1 0 0,-1 1 1 0 0,0-7-1 0 0,0-21-310 0 0,-2 1 0 0 0,0-1 1 0 0,-13-59-1 0 0,-8 3 326 0 0,-6-34 462 0 0,26 110-190 0 0,2 0 0 0 0,0-19 0 0 0,1 6 1106 0 0,-2 24-1294 0 0,0 0 0 0 0,0 0 1 0 0,0 0-1 0 0,0-1 1 0 0,0 1-1 0 0,-2-2 1 0 0,-2-2-26 0 0,5 5 46 0 0,0 2-764 0 0,1 21 883 0 0,2-1-1 0 0,0 1 1 0 0,1-1 0 0 0,8 25-1 0 0,1-8-10 0 0,-7-22-47 0 0,4 19 0 0 0,-5-17-38 0 0,0-1 1 0 0,1 0 0 0 0,1 0-1 0 0,0 0 1 0 0,11 16-1 0 0,11 12-2758 0 0,-28-41-320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5:16.2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0 0 0,'0'0'12969'0'0,"11"18"-12749"0"0,35 54-34 0 0,-40-63-82 0 0,0 1 1 0 0,7 17-1 0 0,-6-12-66 0 0,-6-12-193 0 0,1 1 1 0 0,-1-1 0 0 0,0 1 0 0 0,0-1 0 0 0,1 8 0 0 0,-1 2-7655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5:18.39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 28 0 0 0,'0'0'5409'0'0,"-3"0"-4107"0"0,0-2-556 0 0,-10-1 8230 0 0,20 2-3497 0 0,6-6-3628 0 0,-11 5-1909 0 0,1 0-1 0 0,0 1 1 0 0,-1-1 0 0 0,1 1-1 0 0,6-2 1 0 0,3 1 43 0 0,0 1 1 0 0,0 1-1 0 0,0 0 0 0 0,22 2 1 0 0,-24 1 0 0 0,0 0-1 0 0,0 0 1 0 0,0 1 0 0 0,-1 0 0 0 0,1 1 0 0 0,8 6 0 0 0,-6-5 6 0 0,-7-3-8 0 0,0 1 1 0 0,1-1-1 0 0,-1 1 1 0 0,0 0-1 0 0,-1 0 1 0 0,1 0-1 0 0,-1 0 1 0 0,7 10-1 0 0,-8-10-1 0 0,-1 0 1 0 0,0 0-1 0 0,0 1 0 0 0,0-1 1 0 0,0 1-1 0 0,-1-1 0 0 0,0 1 1 0 0,0 0-1 0 0,0-1 0 0 0,0 1 1 0 0,-1 9-1 0 0,0-10 10 0 0,1 4-5 0 0,-1-1 0 0 0,0 1 0 0 0,-1-1 1 0 0,0 1-1 0 0,0-1 0 0 0,-1 0 0 0 0,1 1 0 0 0,-6 10 1 0 0,2-4-14 0 0,4-10 24 0 0,-1 0-1 0 0,0 0 0 0 0,-4 7 1 0 0,0 0-20 0 0,6-9 19 0 0,-1-1-1 0 0,0 1 1 0 0,1-1 0 0 0,-1 0 0 0 0,0 1-1 0 0,0-1 1 0 0,0 0 0 0 0,0 0 0 0 0,0 0-1 0 0,0 0 1 0 0,0 0 0 0 0,0 0-1 0 0,-1 0 1 0 0,1 0 0 0 0,0 0 0 0 0,-1 0-1 0 0,1 0 1 0 0,-3 0 0 0 0,-3 1 39 0 0,0 0 1 0 0,0-1-1 0 0,-1 0 1 0 0,1 0-1 0 0,-1-1 1 0 0,1 0-1 0 0,-1 0 1 0 0,1-1 0 0 0,-1 0-1 0 0,1 0 1 0 0,0-1-1 0 0,0 0 1 0 0,-1 0-1 0 0,-11-6 1 0 0,8 3 77 0 0,1-1 0 0 0,0 0 1 0 0,-10-8-1 0 0,17 11-59 0 0,-1 0-1 0 0,1 0 0 0 0,0 0 1 0 0,0 0-1 0 0,1 0 0 0 0,-1-1 1 0 0,1 1-1 0 0,-1-1 0 0 0,1 0 1 0 0,0 0-1 0 0,-2-7 0 0 0,1 3 59 0 0,1 0-1 0 0,1 0 1 0 0,-1 0 0 0 0,1-1-1 0 0,1-9 1 0 0,0 15-111 0 0,0 0 0 0 0,0 0 0 0 0,1 1 0 0 0,-1-1 0 0 0,1 0 0 0 0,0 0 1 0 0,0 1-1 0 0,0-1 0 0 0,0 0 0 0 0,0 1 0 0 0,0-1 0 0 0,1 1 0 0 0,-1-1 0 0 0,1 1 1 0 0,0 0-1 0 0,0 0 0 0 0,0 0 0 0 0,0 0 0 0 0,0 0 0 0 0,0 0 0 0 0,0 0 1 0 0,1 1-1 0 0,-1-1 0 0 0,1 1 0 0 0,4-2 0 0 0,-3 1-69 0 0,1-1-198 0 0,1 1 0 0 0,-1 0 0 0 0,8-2 0 0 0,1-1-1388 0 0,-9 2-1450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5:19.13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 31 3441 0 0,'0'0'17874'0'0,"-2"-1"-17739"0"0,-6-1-24 0 0,8 2-110 0 0,0 0 1 0 0,0 0-1 0 0,0 0 1 0 0,-1 0-1 0 0,1 0 1 0 0,0 0-1 0 0,0 0 1 0 0,0 0 0 0 0,0 0-1 0 0,0 0 1 0 0,0 0-1 0 0,0 0 1 0 0,0 0-1 0 0,-1 1 1 0 0,1-1-1 0 0,0 0 1 0 0,0 0 0 0 0,0 0-1 0 0,0 0 1 0 0,0 0-1 0 0,0 0 1 0 0,0 0-1 0 0,0 0 1 0 0,0 1-1 0 0,0-1 1 0 0,0 0 0 0 0,0 0-1 0 0,0 0 1 0 0,0 0-1 0 0,0 0 1 0 0,0 0-1 0 0,0 0 1 0 0,0 1-1 0 0,0-1 1 0 0,0 0 0 0 0,0 0-1 0 0,0 0 1 0 0,0 0-1 0 0,0 0 1 0 0,0 0-1 0 0,0 0 1 0 0,0 1-1 0 0,0-1 1 0 0,0 0 0 0 0,0 0-1 0 0,0 0 1 0 0,0 0-1 0 0,0 0 1 0 0,0 0-1 0 0,0 0 1 0 0,0 0-1 0 0,0 1 1 0 0,1-1 0 0 0,-1 0-1 0 0,0 0 1 0 0,3 7 35 0 0,74 77-36 0 0,-58-58 150 0 0,-25-125 285 0 0,6 97-440 0 0,0 0 0 0 0,1 0 1 0 0,-1 0-1 0 0,0 0 0 0 0,0 0 1 0 0,1 0-1 0 0,-1 0 1 0 0,1 0-1 0 0,0 0 0 0 0,0 1 1 0 0,-1-1-1 0 0,1 0 0 0 0,0 1 1 0 0,1-1-1 0 0,-1 0 0 0 0,0 1 1 0 0,0-1-1 0 0,1 1 0 0 0,-1 0 1 0 0,0-1-1 0 0,1 1 0 0 0,0 0 1 0 0,-1 0-1 0 0,1 0 0 0 0,0 0 1 0 0,-1 0-1 0 0,1 0 0 0 0,0 1 1 0 0,0-1-1 0 0,2 0 0 0 0,2 0-21 0 0,0 0 0 0 0,0 0 0 0 0,0 0 0 0 0,0 1 0 0 0,0 0 0 0 0,0 0 0 0 0,0 1 0 0 0,0-1 0 0 0,-1 2 0 0 0,1-1 0 0 0,0 0 0 0 0,0 1 0 0 0,-1 0 0 0 0,9 4 0 0 0,4 4-2 0 0,1 0-1 0 0,29 23 1 0 0,-33-22-4 0 0,0 1-1 0 0,-1 1 1 0 0,13 14 0 0 0,-26-26-16 0 0,0 0 1 0 0,0 0 0 0 0,-1 0 0 0 0,1 0 0 0 0,-1 0 0 0 0,1 0-1 0 0,-1 1 1 0 0,1-1 0 0 0,0 2 0 0 0,0 7-3435 0 0,-10-8-3732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5:21.58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 4 0 0 0,'0'0'17983'0'0,"-9"-3"-15428"0"0,10 8-2496 0 0,-1 0 1 0 0,1 0-1 0 0,0 0 0 0 0,0 0 1 0 0,0 0-1 0 0,1 0 1 0 0,4 9-1 0 0,20 32 224 0 0,-4-9-181 0 0,-20-33-81 0 0,0 0 0 0 0,1-1 1 0 0,-1 1-1 0 0,1-1 0 0 0,0 0 1 0 0,6 6-1 0 0,-1-2 83 0 0,-6-5-40 0 0,0-1-1 0 0,0 0 1 0 0,0 1-1 0 0,0-1 1 0 0,0 0-1 0 0,0 0 1 0 0,0-1-1 0 0,0 1 1 0 0,0 0-1 0 0,1-1 1 0 0,-1 1-1 0 0,0-1 1 0 0,1 0-1 0 0,2 0 1 0 0,-2 0-28 0 0,0 0 1 0 0,0 0 0 0 0,-1 0 0 0 0,1 0 0 0 0,0-1-1 0 0,0 0 1 0 0,-1 1 0 0 0,1-1 0 0 0,0 0-1 0 0,-1 0 1 0 0,4-2 0 0 0,-2 0-52 0 0,-1 1 0 0 0,0-1 1 0 0,0 1-1 0 0,0-1 0 0 0,-1 0 0 0 0,1 0 1 0 0,0 0-1 0 0,-1 0 0 0 0,0-1 0 0 0,0 1 0 0 0,0 0 1 0 0,2-6-1 0 0,6-7-121 0 0,-1 3 14 0 0,-7 9 97 0 0,0 1-2 0 0,0-1-1 0 0,0 0 1 0 0,-1 0 0 0 0,0 0-1 0 0,1 0 1 0 0,-1-4-1 0 0,7-6 7 0 0,-8 14 90 0 0,7 15-1100 0 0,-3-6 1083 0 0,1-1-1 0 0,1 0 1 0 0,0 0 0 0 0,0 0-1 0 0,0-1 1 0 0,1 0-1 0 0,8 6 1 0 0,-3 0-47 0 0,27 23-659 0 0,-35-32-338 0 0,0 0 477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5:22.19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2473 0 0,'0'0'16800'0'0,"7"11"-16701"0"0,5 7-57 0 0,26 46 140 0 0,-32-54-131 0 0,1 0 0 0 0,9 11 0 0 0,7 10-2 0 0,7 8-55 0 0,-28-44 649 0 0,-3-11-519 0 0,0-18-111 0 0,-1 22 93 0 0,2 0 0 0 0,0-1 0 0 0,0 1 0 0 0,1-1-1 0 0,3-14 1 0 0,-4 26-82 0 0,1 0 0 0 0,-1 0-1 0 0,1 0 1 0 0,0 0 0 0 0,-1 0 0 0 0,1 0-1 0 0,0 0 1 0 0,0 0 0 0 0,0 0 0 0 0,0 1-1 0 0,-1-1 1 0 0,1 0 0 0 0,0 0 0 0 0,0 1-1 0 0,1-1 1 0 0,-1 1 0 0 0,0-1 0 0 0,0 1-1 0 0,0-1 1 0 0,0 1 0 0 0,0 0-1 0 0,1-1 1 0 0,1 1 0 0 0,0-1-22 0 0,1 1 0 0 0,-1 0 1 0 0,1-1-1 0 0,0 1 0 0 0,-1 1 0 0 0,7 0 1 0 0,-7 0-9 0 0,0 0 0 0 0,0 0 0 0 0,-1 1 0 0 0,1-1 0 0 0,-1 1 0 0 0,1-1 0 0 0,3 4 0 0 0,7 5-10 0 0,26 15-32 0 0,41 37 1 0 0,-56-43-45 0 0,-22-17 15 0 0,0-1 0 0 0,0 1-1 0 0,0 0 1 0 0,0 0 0 0 0,0 0 0 0 0,-1 0 0 0 0,1 0 0 0 0,1 3-1 0 0,0 6-3821 0 0,-16-10-1633 0 0,8-1 1376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5:22.60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0 0 0,'0'0'13655'0'0,"8"9"-13499"0"0,29 30-11 0 0,-29-31-26 0 0,-1 0 0 0 0,0 1 0 0 0,0 0 0 0 0,-1 0 0 0 0,8 15 0 0 0,-7-12-22 0 0,8 22 275 0 0,-14-31-310 0 0,0-1 0 0 0,0 1-1 0 0,0 0 1 0 0,0-1 0 0 0,-1 1 0 0 0,1 5-1 0 0,-1-8-219 0 0,-11 1-3522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5:22.85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58 11 4657 0 0,'0'0'9674'0'0,"-53"-10"-14123"0"0,48 11 1665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5:23.54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0 0 0,'0'0'12996'0'0,"3"16"-12333"0"0,14 53-47 0 0,-7-29 69 0 0,-1-5-196 0 0,1 0-1 0 0,18 41 1 0 0,56 146-122 0 0,-81-214-409 0 0,0 1-1 0 0,-1 0 1 0 0,1 11 0 0 0,-2 0-2404 0 0,-7-39-9516 0 0,5 14 9746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5:23.74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401 23 0 0 0,'0'0'17890'0'0,"-30"-2"-17237"0"0,-91-5-181 0 0,55 2 28 0 0,-36-3-569 0 0,67 8-2548 0 0,1-1-3823 0 0,21 1-3261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5:24.22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51 74 1376 0 0,'0'0'15713'0'0,"-6"-4"-15610"0"0,-15-11 21 0 0,21 15-110 0 0,0 0 0 0 0,0 0 0 0 0,0 0 0 0 0,0 0 0 0 0,-1 0 0 0 0,1-1 0 0 0,0 1 0 0 0,0 0 0 0 0,0 0 0 0 0,0 0 0 0 0,0 0 0 0 0,-1 0 0 0 0,1 0 0 0 0,0 0 0 0 0,0 0 0 0 0,0 0 1 0 0,0 0-1 0 0,-1 0 0 0 0,1 0 0 0 0,0 1 0 0 0,0-1 0 0 0,0 0 0 0 0,0 0 0 0 0,0 0 0 0 0,-1 0 0 0 0,1 0 0 0 0,0 0 0 0 0,0 0 0 0 0,0 0 0 0 0,0 0 0 0 0,0 0 0 0 0,0 1 0 0 0,-1-1 0 0 0,1 0 0 0 0,0 0 0 0 0,0 0 0 0 0,0 0 1 0 0,0 0-1 0 0,0 1 0 0 0,0-1 0 0 0,0 0 0 0 0,0 0 0 0 0,0 0 0 0 0,0 0 0 0 0,0 0 0 0 0,0 1 0 0 0,0-1 0 0 0,0 0 0 0 0,0 0 0 0 0,0 0 0 0 0,0 0 0 0 0,0 1 0 0 0,0-1 0 0 0,0 0 0 0 0,0 0 0 0 0,0 0 0 0 0,0 12 872 0 0,0-11-792 0 0,0 0-26 0 0,1 1 0 0 0,-1-1 0 0 0,0 1 0 0 0,1-1 0 0 0,-1 0 1 0 0,1 1-1 0 0,-1-1 0 0 0,1 1 0 0 0,0-1 0 0 0,0 0 0 0 0,0 0 0 0 0,-1 1 0 0 0,1-1 0 0 0,0 0 0 0 0,1 0 0 0 0,0 1 0 0 0,6 8 118 0 0,-8-10-181 0 0,0 0 0 0 0,1 0 0 0 0,-1 1 0 0 0,0-1 0 0 0,0 0 0 0 0,1 0 0 0 0,-1 0 0 0 0,0 1 0 0 0,0-1 0 0 0,1 0 0 0 0,-1 0 0 0 0,0 0 1 0 0,1 0-1 0 0,-1 0 0 0 0,0 0 0 0 0,0 0 0 0 0,1 0 0 0 0,-1 0 0 0 0,0 0 0 0 0,1 0 0 0 0,-1 0 0 0 0,0 0 0 0 0,1 0 0 0 0,-1 0 0 0 0,1 0 0 0 0,2 0 584 0 0,-3-6-539 0 0,0-1-57 0 0,0 0-1 0 0,0 1 1 0 0,-1-1-1 0 0,0 0 0 0 0,0 0 1 0 0,0 1-1 0 0,-3-9 1 0 0,-7-21 49 0 0,10 36-111 0 0,1-1 0 0 0,0 1 1 0 0,0 0-1 0 0,0 0 0 0 0,-1 0 0 0 0,1 0 0 0 0,0 0 0 0 0,0-1 0 0 0,-1 1 0 0 0,1 0 1 0 0,0 0-1 0 0,0 0 0 0 0,-1 0 0 0 0,1 0 0 0 0,0 0 0 0 0,0 0 0 0 0,-1 0 0 0 0,1 0 1 0 0,0 0-1 0 0,0 0 0 0 0,-1 0 0 0 0,1 0 0 0 0,0 0 0 0 0,-1 0 0 0 0,1 0 0 0 0,0 0 1 0 0,0 0-1 0 0,-1 1 0 0 0,1-1 0 0 0,0 0 0 0 0,-1 0 0 0 0,-6 4-1284 0 0,2 0 272 0 0,-5 3-2568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5:25.78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249 32 184 0 0,'0'0'17537'0'0,"-6"-2"-17299"0"0,-3-2-155 0 0,-19-5 276 0 0,7 4 629 0 0,-1 0-1 0 0,1 2 1 0 0,-38 0-1 0 0,57 3-978 0 0,-1 1 0 0 0,1 1 0 0 0,0-1 0 0 0,-1 0-1 0 0,1 0 1 0 0,0 1 0 0 0,0-1 0 0 0,0 1-1 0 0,0 0 1 0 0,0 0 0 0 0,-2 2 0 0 0,-2 3 28 0 0,-14 13 0 0 0,19-19-29 0 0,0 0-1 0 0,0 0 0 0 0,0 0 0 0 0,0 0 0 0 0,1 0 0 0 0,-1 1 0 0 0,0-1 1 0 0,0 2-1 0 0,0-2-3 0 0,1 0 1 0 0,0 0 0 0 0,-1-1 0 0 0,1 1-1 0 0,-1 0 1 0 0,1 0 0 0 0,-1 0-1 0 0,0-1 1 0 0,1 1 0 0 0,-1 0-1 0 0,0-1 1 0 0,-1 2 0 0 0,1-1 16 0 0,0 0 0 0 0,0 0 0 0 0,0 0 1 0 0,0 0-1 0 0,1 0 0 0 0,-1 1 0 0 0,0-1 0 0 0,0 0 1 0 0,1 0-1 0 0,-1 0 0 0 0,1 1 0 0 0,0-1 0 0 0,-1 0 1 0 0,1 1-1 0 0,0-1 0 0 0,-1 3 0 0 0,1 0 201 0 0,0-1-1 0 0,-1 1 1 0 0,1 0 0 0 0,1 7-1 0 0,1-5-126 0 0,0-1-1 0 0,0 1 0 0 0,0-1 1 0 0,0 0-1 0 0,4 7 1 0 0,1 0-31 0 0,-5-7-14 0 0,1-1 0 0 0,0 0-1 0 0,1 0 1 0 0,-1 0 0 0 0,1 0 0 0 0,7 6-1 0 0,27 18 202 0 0,-13-17-146 0 0,-3-1-41 0 0,-4-2-111 0 0,0 0 1 0 0,0-1-1 0 0,1-1 0 0 0,0 0 1 0 0,36 4-1 0 0,-45-8-347 0 0,0-2 0 0 0,0 1 0 0 0,0-1 0 0 0,11-1 0 0 0,-20 1 255 0 0,0 0-1 0 0,-1-1 0 0 0,1 1 0 0 0,0 0 1 0 0,-1 0-1 0 0,1 0 0 0 0,0-1 0 0 0,-1 1 1 0 0,1 0-1 0 0,0-1 0 0 0,-1 1 0 0 0,1-1 0 0 0,-1 1 1 0 0,1-1-1 0 0,-1 1 0 0 0,1-1 0 0 0,-1 1 1 0 0,1-1-1 0 0,-1 1 0 0 0,1-1 0 0 0,-1-1 1 0 0,3-9-7089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5:26.16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7 544 0 0,'0'0'20839'0'0,"0"-7"-20787"0"0,0 13 24 0 0,0 0 0 0 0,1-1-1 0 0,0 1 1 0 0,0-1 0 0 0,0 1-1 0 0,0-1 1 0 0,1 1-1 0 0,0-1 1 0 0,0 0 0 0 0,5 7-1 0 0,-7-11-67 0 0,6 10 113 0 0,0 0-1 0 0,11 13 1 0 0,-5-11-72 0 0,-12-13-89 0 0,0 1 1 0 0,0-1-1 0 0,0 0 0 0 0,0 0 0 0 0,0 0 1 0 0,0 0-1 0 0,0 0 0 0 0,0 0 0 0 0,0 0 0 0 0,0 0 1 0 0,0 0-1 0 0,1 0 0 0 0,-1 0 0 0 0,0 0 1 0 0,0 0-1 0 0,0 0 0 0 0,0 0 0 0 0,0 0 0 0 0,0 0 1 0 0,0 0-1 0 0,0 0 0 0 0,0 0 0 0 0,0 0 1 0 0,0 0-1 0 0,1 0 0 0 0,-1 0 0 0 0,0 0 0 0 0,0 0 1 0 0,0 0-1 0 0,0 0 0 0 0,0 0 0 0 0,0 0 1 0 0,0 0-1 0 0,0 0 0 0 0,0 0 0 0 0,0 0 0 0 0,0 0 1 0 0,0 0-1 0 0,1 0 0 0 0,-1 0 0 0 0,0 0 1 0 0,0 0-1 0 0,0 0 0 0 0,0 0 0 0 0,0 0 0 0 0,0 0 1 0 0,0-1-1 0 0,0 1 0 0 0,0 0 0 0 0,0 0 0 0 0,0 0 1 0 0,2-7-1867 0 0,-2-10-7534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5:26.38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3025 0 0,'0'0'17250'0'0,"2"24"-30103"0"0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5:26.77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60 179 0 0 0,'0'0'17502'0'0,"5"12"-16931"0"0,15 37-105 0 0,-19-46-360 0 0,1 0 1 0 0,-1 0 0 0 0,0 1 0 0 0,-1-1-1 0 0,1 0 1 0 0,-1 1 0 0 0,1-1-1 0 0,-1 5 1 0 0,0-7-76 0 0,0-1 0 0 0,0 1 0 0 0,0 0 0 0 0,0 0 0 0 0,0 0 0 0 0,0 0 0 0 0,0-1 0 0 0,0 1 1 0 0,0 0-1 0 0,1 0 0 0 0,-1 0 0 0 0,0-1 0 0 0,1 1 0 0 0,-1 0 0 0 0,0 0 0 0 0,1-1 0 0 0,-1 1 0 0 0,1 0 0 0 0,0-1 0 0 0,0 2 0 0 0,2 0 1403 0 0,-5-6-879 0 0,-8-12-723 0 0,4 7 226 0 0,1 1-71 0 0,-37-66 131 0 0,36 60 0 0 0,0 0 1 0 0,0-1-1 0 0,-5-21 1 0 0,9 27 17 0 0,1 0 0 0 0,-1 0 0 0 0,1 0 0 0 0,1 0 0 0 0,0-11 0 0 0,0 18-115 0 0,1 1-1 0 0,-1-1 1 0 0,1 1-1 0 0,0-1 1 0 0,-1 0-1 0 0,1 1 1 0 0,0-1 0 0 0,0 1-1 0 0,0 0 1 0 0,0-1-1 0 0,0 1 1 0 0,0 0-1 0 0,0 0 1 0 0,1-1 0 0 0,-1 1-1 0 0,0 0 1 0 0,1 0-1 0 0,1-1 1 0 0,-1 1-46 0 0,1-1 0 0 0,-1 1 0 0 0,1 0 0 0 0,0 0-1 0 0,-1 0 1 0 0,1 0 0 0 0,0 0 0 0 0,0 1 0 0 0,5-1 0 0 0,-2 0-206 0 0,0 1 0 0 0,0 1 1 0 0,-1-1-1 0 0,1 1 0 0 0,0 0 0 0 0,0 0 0 0 0,-1 0 0 0 0,1 1 1 0 0,-1 0-1 0 0,8 3 0 0 0,-3 1-1908 0 0,18 13-1 0 0,-6 0-7157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5:27.78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150 62 0 0 0,'0'0'19599'0'0,"-10"-9"-19255"0"0,-31-29-69 0 0,25 25 21 0 0,10 12-127 0 0,0 1-42 0 0,-17 0 104 0 0,22 0-226 0 0,0 0 1 0 0,0 0-1 0 0,0 0 1 0 0,0 0-1 0 0,0 0 1 0 0,0 1-1 0 0,0-1 1 0 0,0 0 0 0 0,0 1-1 0 0,0-1 1 0 0,0 1-1 0 0,0-1 1 0 0,0 1-1 0 0,0-1 1 0 0,0 1-1 0 0,1-1 1 0 0,-1 1-1 0 0,0 0 1 0 0,-1 1-1 0 0,-17 30 333 0 0,17-26-181 0 0,0-1 0 0 0,1 1 0 0 0,0-1 0 0 0,0 1 1 0 0,0 0-1 0 0,1-1 0 0 0,-1 1 0 0 0,2 11 1 0 0,0-2 216 0 0,-1-12-334 0 0,1 0 1 0 0,0-1-1 0 0,0 1 0 0 0,0 0 0 0 0,0-1 0 0 0,0 1 0 0 0,1-1 0 0 0,-1 1 1 0 0,1-1-1 0 0,2 3 0 0 0,0 1 4 0 0,2 5-1 0 0,1 2 39 0 0,0-7 40 0 0,0 0 0 0 0,0-1 0 0 0,1 0 0 0 0,-1 0 0 0 0,1-1 0 0 0,9 4 0 0 0,7 2-60 0 0,24 6 0 0 0,-28-10-635 0 0,36 6 0 0 0,-39-11-4811 0 0,1 0-5105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5:28.91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99 517 0 0 0,'0'0'13767'0'0,"12"-1"-12752"0"0,39-5-148 0 0,-50 6-817 0 0,0 0 1 0 0,0 0 0 0 0,-1 0 0 0 0,1 0-1 0 0,0-1 1 0 0,0 1 0 0 0,0 0 0 0 0,0-1-1 0 0,0 1 1 0 0,-1-1 0 0 0,1 1-1 0 0,0-1 1 0 0,0 1 0 0 0,-1-1 0 0 0,1 1-1 0 0,0-1 1 0 0,-1 0 0 0 0,2 0 0 0 0,-2 0 2 0 0,1 0 1 0 0,-1 0 0 0 0,0 1-1 0 0,0-1 1 0 0,0 0 0 0 0,0 0-1 0 0,1 0 1 0 0,-1 0 0 0 0,0 1 0 0 0,0-1-1 0 0,-1 0 1 0 0,1-1 0 0 0,0-3 156 0 0,2-8 81 0 0,-1-1-1 0 0,-1 1 1 0 0,0-1 0 0 0,-1 1-1 0 0,-4-20 1 0 0,-19-63 699 0 0,6 24-363 0 0,10 42-234 0 0,-7-44-1 0 0,11 57-243 0 0,3 11-24 0 0,-1 0 0 0 0,1-1 0 0 0,0-7-1 0 0,1 13-128 0 0,0 0-1 0 0,0 0 1 0 0,0 0-1 0 0,0 1 0 0 0,0-1 1 0 0,0 0-1 0 0,0 0 0 0 0,-1 0 1 0 0,1 1-1 0 0,0-1 0 0 0,-1 0 1 0 0,1 0-1 0 0,0 1 1 0 0,-1-1-1 0 0,1 0 0 0 0,-1 1 1 0 0,1-1-1 0 0,-1 0 0 0 0,0 0 1 0 0,-1 0-23 0 0,1 0 0 0 0,-1 0-1 0 0,1 1 1 0 0,-1-1 0 0 0,1 0 0 0 0,-1 1 0 0 0,1-1 0 0 0,-1 1 0 0 0,-2-1-1 0 0,2 1 41 0 0,0 0 0 0 0,1 0 0 0 0,-1-1 0 0 0,1 1 0 0 0,-1-1 0 0 0,1 1 0 0 0,-1-1-1 0 0,1 0 1 0 0,-1 1 0 0 0,1-1 0 0 0,-2-1 0 0 0,-4-5 38 0 0,5 6-40 0 0,0 0 1 0 0,1 0-1 0 0,0 0 0 0 0,-1-1 0 0 0,1 1 0 0 0,0 0 1 0 0,-1-1-1 0 0,0-1 0 0 0,1 2-17 0 0,1 0 1 0 0,-1 1-1 0 0,0-1 0 0 0,0 1 0 0 0,0-1 1 0 0,0 1-1 0 0,0-1 0 0 0,1 1 0 0 0,-1 0 1 0 0,0 0-1 0 0,0-1 0 0 0,-2 1 0 0 0,2 0-4 0 0,1-1-35 0 0,0 1 0 0 0,-1-1 0 0 0,1 1 0 0 0,-1 0 0 0 0,1-1 0 0 0,-1 1 0 0 0,1-1 0 0 0,-1 1 0 0 0,1 0 0 0 0,-1 0 0 0 0,0-1 0 0 0,1 1 0 0 0,-1 0 0 0 0,0 0 0 0 0,1 0 0 0 0,-1 0 0 0 0,1-1 1 0 0,-2 1-1 0 0,2 0 23 0 0,-1 0 1 0 0,1 0 0 0 0,0 0 0 0 0,-1 0-1 0 0,1 0 1 0 0,0 0 0 0 0,-1 0 0 0 0,1 0-1 0 0,0 0 1 0 0,-1 0 0 0 0,1 0-1 0 0,0 0 1 0 0,-1 0 0 0 0,1 0 0 0 0,0 0-1 0 0,-1 0 1 0 0,1 0 0 0 0,0 0 0 0 0,-1 0-1 0 0,1 0 1 0 0,0 1 0 0 0,-1-1 0 0 0,1 0-1 0 0,0 0 1 0 0,0 0 0 0 0,-1 1 0 0 0,1-1-1 0 0,0 0 1 0 0,0 0 0 0 0,-1 1 0 0 0,1-1-1 0 0,0 0 1 0 0,0 0 0 0 0,0 1 0 0 0,-1-1-1 0 0,1 0 1 0 0,0 1 0 0 0,0-1 0 0 0,0 1-1 0 0,0 17 84 0 0,-1-2 106 0 0,1-1 1 0 0,1 1-1 0 0,4 17 0 0 0,10 44-13 0 0,-11-55-116 0 0,-3-15-28 0 0,0-1 0 0 0,4 13 0 0 0,3 2 40 0 0,-5-9-6 0 0,1-2 1 0 0,1 1-1 0 0,0 0 0 0 0,7 10 0 0 0,9 11 5 0 0,1-1 0 0 0,2-1-1 0 0,43 42 1 0 0,49 29-1753 0 0,-106-95 104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5:29.70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81 371 0 0 0,'0'0'19375'0'0,"11"-18"-19110"0"0,34-55-27 0 0,-38 63-82 0 0,-1-1 0 0 0,5-13 1 0 0,-9 20-53 0 0,-1-1 1 0 0,0 0 0 0 0,2-7-1 0 0,0-8 75 0 0,-1 12-77 0 0,-2 0-1 0 0,1 0 1 0 0,-1 0-1 0 0,0 0 1 0 0,0-1-1 0 0,-1 1 1 0 0,-1 0-1 0 0,1 0 1 0 0,-1 0-1 0 0,-3-8 1 0 0,1 7 123 0 0,0 0 0 0 0,0 1 0 0 0,-1 0 0 0 0,0 0-1 0 0,-11-13 1 0 0,9 12 107 0 0,-11-11 1442 0 0,18 20-1774 0 0,-1 0-1 0 0,1 0 1 0 0,-1 0-1 0 0,1 1 0 0 0,-1-1 1 0 0,1 0-1 0 0,-1 0 1 0 0,1 0-1 0 0,-1 0 1 0 0,1 0-1 0 0,-1 1 1 0 0,1-1-1 0 0,-1 0 1 0 0,1 1-1 0 0,0-1 1 0 0,-1 0-1 0 0,1 0 1 0 0,0 1-1 0 0,-1-1 0 0 0,1 1 1 0 0,0-1-1 0 0,-1 0 1 0 0,1 1-1 0 0,0-1 1 0 0,0 1-1 0 0,-1-1 1 0 0,1 1-1 0 0,-6 6-39 0 0,4-5 40 0 0,1-2 0 0 0,0 1 0 0 0,0-1-1 0 0,1 1 1 0 0,-1-1 0 0 0,0 1-1 0 0,0-1 1 0 0,1 1 0 0 0,-1-1-1 0 0,1 1 1 0 0,-1 0 0 0 0,1-1 0 0 0,-1 1-1 0 0,1 0 1 0 0,-1-1 0 0 0,1 1-1 0 0,-1 1 1 0 0,-12 14-32 0 0,4-4 19 0 0,4-9 19 0 0,5-3-7 0 0,0 0 1 0 0,0 0-1 0 0,-1 0 1 0 0,1 0 0 0 0,0 0-1 0 0,0 0 1 0 0,0 0-1 0 0,0 0 1 0 0,-1 0 0 0 0,1 0-1 0 0,0 0 1 0 0,0 1-1 0 0,0-1 1 0 0,0 0 0 0 0,-1 0-1 0 0,1 0 1 0 0,0 0 0 0 0,0 0-1 0 0,0 0 1 0 0,0 1-1 0 0,0-1 1 0 0,0 0 0 0 0,-1 0-1 0 0,1 0 1 0 0,0 0-1 0 0,0 1 1 0 0,0-1 0 0 0,0 0-1 0 0,0 0 1 0 0,0 0-1 0 0,0 1 1 0 0,0-1 13 0 0,-1 0-12 0 0,1 0-1 0 0,-1 1 0 0 0,0-1 0 0 0,1 0 0 0 0,-1 0 1 0 0,0 0-1 0 0,1 1 0 0 0,-1-1 0 0 0,0 0 0 0 0,1 1 0 0 0,-1-1 1 0 0,1 0-1 0 0,-1 1 0 0 0,0-1 0 0 0,1 1 0 0 0,-1-1 0 0 0,1 1 1 0 0,0-1-1 0 0,-1 1 0 0 0,1 0 0 0 0,-1 0 0 0 0,-7 16 16 0 0,6-12 6 0 0,-3 2-23 0 0,5-7 1 0 0,0 0 0 0 0,-1 1-1 0 0,1-1 1 0 0,0 0 0 0 0,0 0 0 0 0,-1 1 0 0 0,1-1-1 0 0,0 0 1 0 0,0 1 0 0 0,0-1 0 0 0,-1 0 0 0 0,1 0-1 0 0,0 1 1 0 0,0-1 0 0 0,0 1 0 0 0,0-1 0 0 0,0 0-1 0 0,0 1 1 0 0,0-1 0 0 0,0 0 0 0 0,0 1 0 0 0,0 0-1 0 0,-7 52 47 0 0,7-50-22 0 0,0 1 0 0 0,0 0 0 0 0,1 0 0 0 0,0-1 0 0 0,0 1 0 0 0,0 0 0 0 0,0-1 0 0 0,0 1 0 0 0,1-1 0 0 0,0 1 0 0 0,-1-1 0 0 0,1 0 0 0 0,1 0 0 0 0,-1 0 0 0 0,4 4 0 0 0,3 2 46 0 0,0 0 0 0 0,1-1 0 0 0,13 8 0 0 0,-2-1-71 0 0,-13-10 25 0 0,1 1 1 0 0,0-1 0 0 0,14 5 0 0 0,-2-1 5 0 0,11 4-142 0 0,0-1-1 0 0,0-2 1 0 0,66 12 0 0 0,-83-19-731 0 0,23 0 1 0 0,-26-3-4522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4:14.64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19 0 0 0,'0'0'15167'0'0,"0"-2"-13764"0"0,0-15 5307 0 0,6 21-5930 0 0,-3 7-728 0 0,-1 0 0 0 0,2 14 0 0 0,2 10 19 0 0,12 63 215 0 0,-7-40-111 0 0,-7-36-108 0 0,1 27 1 0 0,-4-28 6 0 0,6 24 0 0 0,-6-30-7 0 0,-1-13-55 0 0,0 0 0 0 0,0 0 0 0 0,0 0 0 0 0,1 1 0 0 0,-1-1 0 0 0,1 0-1 0 0,1 3 1 0 0,1 4-5 0 0,-2-21-9807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4:15.20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96 0 0 0,'0'0'15283'0'0,"6"-12"-14611"0"0,22-38-59 0 0,-17 34-132 0 0,-4 13-160 0 0,-3 2-170 0 0,8-2 58 0 0,1-1 1 0 0,0 2-1 0 0,1 0 0 0 0,-1 1 0 0 0,0 0 0 0 0,0 0 1 0 0,23 4-1 0 0,-28-2-187 0 0,0 1 0 0 0,0 0 0 0 0,0 0 0 0 0,-1 1 0 0 0,1 0 0 0 0,8 5 0 0 0,1 1-7 0 0,22 17 1 0 0,-27-16-16 0 0,-1 0 0 0 0,0 1 1 0 0,0 0-1 0 0,-1 1 0 0 0,0 0 0 0 0,-1 0 0 0 0,-1 1 0 0 0,9 16 0 0 0,6 17-21 0 0,-22-42 21 0 0,1 0 0 0 0,0-1 0 0 0,-1 1 0 0 0,2 5 0 0 0,2 8 1 0 0,-2-10 2 0 0,-1 0-1 0 0,0 1 1 0 0,-1-1-1 0 0,0 1 1 0 0,1 14-1 0 0,-2-12 1 0 0,1 0 0 0 0,2 12 0 0 0,-2-20 6 0 0,0 0 0 0 0,-1 0 0 0 0,0 0-1 0 0,1 0 1 0 0,-1 0 0 0 0,0 1-1 0 0,0-1 1 0 0,0 0 0 0 0,0 0 0 0 0,0 0-1 0 0,-1 0 1 0 0,1 1 0 0 0,-1-1-1 0 0,1 0 1 0 0,-1 0 0 0 0,0 0-1 0 0,0 0 1 0 0,0 0 0 0 0,0 0 0 0 0,0 0-1 0 0,0-1 1 0 0,0 1 0 0 0,-1 0-1 0 0,1-1 1 0 0,-1 1 0 0 0,-1 1 0 0 0,-1 0 18 0 0,0-1 0 0 0,0 0 1 0 0,0 0-1 0 0,0 0 1 0 0,-1 0-1 0 0,1-1 0 0 0,0 0 1 0 0,-1 0-1 0 0,1 0 1 0 0,-1 0-1 0 0,-7-1 1 0 0,-121-1 696 0 0,48-1-871 0 0,84 2 108 0 0,0 0 0 0 0,0 0 1 0 0,-1 0-1 0 0,1 0 0 0 0,0 0 0 0 0,0 0 0 0 0,0 0 1 0 0,0 1-1 0 0,0-1 0 0 0,0 0 0 0 0,0 1 0 0 0,0-1 1 0 0,0 0-1 0 0,0 1 0 0 0,0-1 0 0 0,0 1 0 0 0,0 0 0 0 0,0-1 1 0 0,0 1-1 0 0,0 0 0 0 0,0 0 0 0 0,1-1 0 0 0,-1 1 1 0 0,-1 2-1 0 0,1 0-303 0 0,0 0 1 0 0,0 0-1 0 0,1 0 1 0 0,-1 0-1 0 0,1 0 1 0 0,0 0-1 0 0,0 0 1 0 0,0 3 0 0 0,3 16-6918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4:15.8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 26 0 0 0,'0'0'21939'0'0,"-2"-4"-21543"0"0,-5-13-87 0 0,6 12 16 0 0,1 15-257 0 0,1 0 1 0 0,0 1-1 0 0,1-1 0 0 0,0-1 1 0 0,6 17-1 0 0,22 46 174 0 0,-12-33-154 0 0,-5-10-69 0 0,-6-16-15 0 0,-1 0 0 0 0,-1 0 1 0 0,0 0-1 0 0,3 16 0 0 0,-4 7-200 0 0,-4-35 129 0 0,-11-14-4235 0 0,-2-9-1608 0 0,7 10-1269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4:16.33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519 27 0 0 0,'0'0'19371'0'0,"0"-5"-19091"0"0,0-12-73 0 0,0 12-75 0 0,-8 6-423 0 0,-6 3 459 0 0,1 0-1 0 0,-1 0 1 0 0,0-2 0 0 0,-18 2 0 0 0,-13-1 366 0 0,-37 2 395 0 0,-157-5-2536 0 0,231 0 327 0 0,0 1 0 0 0,-12 2 0 0 0,-2 1-7320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4:16.86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 3 0 0 0,'0'0'20903'0'0,"-2"-1"-20727"0"0,-6-1-97 0 0,6 6 11 0 0,9 12 53 0 0,-4-11-125 0 0,42 75 336 0 0,-14-26-257 0 0,-23-41-116 0 0,0 0 0 0 0,0 1 1 0 0,-1 0-1 0 0,6 18 0 0 0,-13-14-625 0 0,0-18 432 0 0,0 1 16 0 0,-1-1 1 0 0,0 0-1 0 0,0 0 1 0 0,0 0 0 0 0,0 0-1 0 0,1 0 1 0 0,-1 1-1 0 0,0-1 1 0 0,0-1-1 0 0,-1 1 1 0 0,-3-3-640 0 0,1 0 0 0 0,1-1 0 0 0,-1 0 0 0 0,0 0 0 0 0,-3-4 0 0 0,-1-3-2458 0 0,0 4-743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4:17.19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0 115 0 0 0,'0'0'20724'0'0,"5"-16"-20361"0"0,15-51-85 0 0,-19 64-253 0 0,-1 0 0 0 0,1 1 0 0 0,0-1 0 0 0,1 1 0 0 0,-1 0 0 0 0,3-4 0 0 0,-4 5-20 0 0,0 1 1 0 0,0 0-1 0 0,1 0 0 0 0,-1-1 0 0 0,0 1 1 0 0,0 0-1 0 0,1 0 0 0 0,-1 0 1 0 0,0-1-1 0 0,1 1 0 0 0,-1 0 1 0 0,0 0-1 0 0,1 0 0 0 0,-1 0 1 0 0,0 0-1 0 0,1 0 0 0 0,-1 0 1 0 0,1 0-1 0 0,-1 0 0 0 0,1 0 1 0 0,2-1 36 0 0,9-1-34 0 0,1 0 1 0 0,-1 0-1 0 0,1 1 1 0 0,-1 1-1 0 0,1 0 0 0 0,14 2 1 0 0,-9 0-234 0 0,0 1 0 0 0,0 0 1 0 0,0 2-1 0 0,26 9 1 0 0,-41-12-1315 0 0,-9-2-1656 0 0,-4-1 2636 0 0,-52-3-4803 0 0,1 1-4200 0 0,55 3 9149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4:17.57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16 0 0 0,'0'0'15235'0'0,"6"-1"-14497"0"0,47-6 2348 0 0,113 1-752 0 0,-145 6-2693 0 0,-15-1 309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4:18.13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28 0 0 0,'0'0'20726'0'0,"0"-4"-20473"0"0,4-15-106 0 0,-3 14-59 0 0,-1 20-80 0 0,12 57 242 0 0,-3-21-125 0 0,-6-38-102 0 0,0-1 1 0 0,0 1 0 0 0,6 11 0 0 0,1 2-7 0 0,-2-6 18 0 0,2 4-16 0 0,-9-22-19 0 0,-1 0-1 0 0,1 0 1 0 0,0 0-1 0 0,0 0 1 0 0,-1 0-1 0 0,1 0 1 0 0,0 0-1 0 0,1 0 1 0 0,1 2-1 0 0,4 10-11 0 0,-6-13-16 0 0,-1 1 1 0 0,1-1-1 0 0,-1 0 0 0 0,1 1 1 0 0,0-1-1 0 0,-1 0 0 0 0,1 0 0 0 0,1 2 1 0 0,-1-11-3443 0 0,-4-6 1048 0 0,-18-18-7314 0 0,16 24 3867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4:18.55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444 40 0 0 0,'0'0'20519'0'0,"-1"-3"-20384"0"0,-1-7-39 0 0,1 7-47 0 0,-32 12 3 0 0,10-9 99 0 0,0 0 0 0 0,1-1 1 0 0,-1-2-1 0 0,-22-5 0 0 0,-18-1 240 0 0,27 4-151 0 0,17 2-174 0 0,1 1 0 0 0,-1 0 0 0 0,-29 2 0 0 0,45 1-158 0 0,-1-1 0 0 0,1 1-1 0 0,-1 0 1 0 0,1 0 0 0 0,0 1 0 0 0,-1-1-1 0 0,1 1 1 0 0,0-1 0 0 0,-5 5 0 0 0,-8 7-2747 0 0,3 1-5124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5:31.45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614 0 0 0 0,'0'0'17602'0'0,"3"6"-15996"0"0,-24-3-1078 0 0,9-3-37 0 0,1-1-1 0 0,-22-3 0 0 0,20 2-448 0 0,0 1 0 0 0,0 1-1 0 0,-1 0 1 0 0,1 1 0 0 0,0 0-1 0 0,0 1 1 0 0,-26 7 0 0 0,-89 19 454 0 0,95-22 47 0 0,-65 1 1 0 0,-8-4-260 0 0,75-1-2238 0 0,18 1-6951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5:40.92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990 8 0 0 0,'1'0'17064'0'0,"7"0"-15684"0"0,-5-1-855 0 0,0-1 0 0 0,0 1 0 0 0,1 0 0 0 0,-1 0 0 0 0,5 0 0 0 0,-8 1-357 0 0,-13 0-27 0 0,-20 11-5 0 0,25-8-120 0 0,0 0 0 0 0,-10 3 0 0 0,-21 5 58 0 0,37-10-71 0 0,-18 3 18 0 0,0 1 0 0 0,0 2 0 0 0,0 0 1 0 0,-29 15-1 0 0,40-17-16 0 0,0-1 1 0 0,0-1-1 0 0,0 0 0 0 0,-13 3 1 0 0,-11 4 38 0 0,18-6-12 0 0,1 0 0 0 0,-20 1 0 0 0,-4 2 9 0 0,-16 3 110 0 0,-91 7 0 0 0,105-13-77 0 0,-12 0 25 0 0,-28 1 140 0 0,-116-5 409 0 0,183 2 62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5:42.28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214 50 0 0 0,'0'0'9853'0'0,"-18"-3"-9125"0"0,-53-9-32 0 0,63 10-329 0 0,1 1-1 0 0,0-1 1 0 0,-14-5 0 0 0,3 2 820 0 0,10 2-385 0 0,8 2-687 0 0,-1 1 0 0 0,1-1-1 0 0,-1 1 1 0 0,0 0 0 0 0,1 0-1 0 0,-1-1 1 0 0,0 1-1 0 0,1 0 1 0 0,-1 0 0 0 0,0-1-1 0 0,1 1 1 0 0,-1 0 0 0 0,0 0-1 0 0,-1 0 1 0 0,-2 0-114 0 0,-1-1-1 0 0,1 1 1 0 0,0-1 0 0 0,-1 0 0 0 0,1 0-1 0 0,-6-3 1 0 0,2 1 4824 0 0,18 4-4262 0 0,3 0-871 0 0,0 0-1 0 0,-1 1 1 0 0,1 1 0 0 0,17 5 0 0 0,-12-3 128 0 0,19 3 1 0 0,-27-7 125 0 0,18 3 245 0 0,40 1 0 0 0,-67-5-200 0 0,-1 0 1 0 0,0 0 0 0 0,0 0-1 0 0,0 0 1 0 0,0 0-1 0 0,1 0 1 0 0,-1 0 0 0 0,0 0-1 0 0,0 0 1 0 0,0 0-1 0 0,0 0 1 0 0,0 1 0 0 0,1-1-1 0 0,-1 0 1 0 0,0 0-1 0 0,0 0 1 0 0,0 0 0 0 0,0 0-1 0 0,0 0 1 0 0,0 0 0 0 0,0 0-1 0 0,1 0 1 0 0,-1 1-1 0 0,0-1 1 0 0,0 0 0 0 0,0 0-1 0 0,0 0 1 0 0,0 0-1 0 0,0 0 1 0 0,0 1 0 0 0,0-1-1 0 0,0 0 1 0 0,0 0 0 0 0,0 0-1 0 0,0 0 1 0 0,0 0-1 0 0,0 1 1 0 0,0-1 0 0 0,0 0-1 0 0,0 0 1 0 0,0 0-1 0 0,0 0 1 0 0,0 1 0 0 0,0-1-1 0 0,0 0 1 0 0,0 0-1 0 0,0 0 1 0 0,0 0 0 0 0,0 0-1 0 0,0 1 1 0 0,0-1 0 0 0,0 0-1 0 0,0 0 1 0 0,0 0-1 0 0,-1 0 1 0 0,1 0 0 0 0,0 0-1 0 0,0 0 1 0 0,0 1-1 0 0,0-1 1 0 0,-9 10 34 0 0,7-7-64 0 0,-12 15 64 0 0,12-15-13 0 0,-1 0-1 0 0,0 1 1 0 0,1-1-1 0 0,-1 1 0 0 0,-1 4 1 0 0,1-3-5 0 0,1-1 0 0 0,-1 1 0 0 0,0-1 1 0 0,-5 6-1 0 0,-8 13 16 0 0,15-21-306 0 0,-1 1 0 0 0,0-1 0 0 0,0 1 0 0 0,1-1 0 0 0,-1 0 0 0 0,-1 1 0 0 0,-2 1 0 0 0,1-1-753 0 0,0 0 0 0 0,1-1 0 0 0,-1 1 0 0 0,-1-1 0 0 0,1 0 0 0 0,0 0 1 0 0,-8 2-1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5:44.19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888 13 0 0 0,'0'0'9519'0'0,"5"-2"-7946"0"0,12-7 9024 0 0,-28 8-9148 0 0,-11 1-2248 0 0,5 3 856 0 0,-26 7-1 0 0,25-6-34 0 0,11-2-14 0 0,0 1-1 0 0,0 0 1 0 0,0 0 0 0 0,-11 7-1 0 0,-4 2 0 0 0,16-9 4 0 0,1 1 0 0 0,0 0 0 0 0,0 0 0 0 0,-7 7-1 0 0,6-6 8 0 0,0 1 0 0 0,-8 5-1 0 0,-61 45 84 0 0,27-19-70 0 0,-16 8 5 0 0,-15 10 2 0 0,-33 35-104 0 0,110-89 67 0 0,-1 1 0 0 0,0 0 0 0 0,0 1 0 0 0,0-1 1 0 0,1 1-1 0 0,-1 0 0 0 0,-3 5 1 0 0,4-6-1 0 0,0 1 1 0 0,1-1-1 0 0,-1 0 1 0 0,0 1-1 0 0,-3 1 1 0 0,-4 4 2 0 0,-8 11-3 0 0,9-12 3 0 0,1 1 0 0 0,1 0 0 0 0,-9 13 0 0 0,11-16-3 0 0,0 0 1 0 0,0 0-1 0 0,-5 6 0 0 0,-8 8-6 0 0,4-3-5 0 0,7-10 16 0 0,1 0 0 0 0,1 0 1 0 0,-1 1-1 0 0,-5 11 1 0 0,-2 1-21 0 0,8-12 13 0 0,1 0 0 0 0,-7 9 0 0 0,-5 11-6 0 0,8-11 16 0 0,-14 20 0 0 0,14-25-7 0 0,6-9 0 0 0,0-1 0 0 0,0 0 0 0 0,0 1 0 0 0,0-1 0 0 0,0 1 0 0 0,-1-1 0 0 0,1 0 0 0 0,-1 0 0 0 0,1 0 0 0 0,-1 0 1 0 0,1 0-1 0 0,-1 0 0 0 0,-3 1 0 0 0,4-1-1 0 0,1-1 1 0 0,-1 1-1 0 0,0 0 1 0 0,0 0-1 0 0,0-1 1 0 0,1 1-1 0 0,-1 0 1 0 0,0 0-1 0 0,1 0 1 0 0,-1 0-1 0 0,1-1 1 0 0,-1 1-1 0 0,1 0 1 0 0,-1 0-1 0 0,0 2 1 0 0,1-3-10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5:45.39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314 28 0 0 0,'0'0'13615'0'0,"-11"-3"-13075"0"0,-33-10-51 0 0,40 12-312 0 0,0 0-1 0 0,0 0 1 0 0,0 0-1 0 0,0 1 1 0 0,0-1-1 0 0,0 1 0 0 0,0 0 1 0 0,-6 1-1 0 0,-4 0-123 0 0,-179 1 1227 0 0,192-2-1153 0 0,1 0 0 0 0,-1-1 0 0 0,1 1 0 0 0,-1 0 0 0 0,1 0 0 0 0,-1 0 0 0 0,1-1 0 0 0,-1 1 0 0 0,1 0 0 0 0,-1-1 0 0 0,1 1 0 0 0,-1 0 0 0 0,1-1 0 0 0,-1 1 0 0 0,1 0 0 0 0,-1-1 0 0 0,1-3 1882 0 0,5 2-848 0 0,15 4-1255 0 0,-1 0-1 0 0,0 1 1 0 0,28 8 0 0 0,19 3-333 0 0,-5-9 8 0 0,-62-5 392 0 0,1 1 0 0 0,-1-1 0 0 0,0 0 0 0 0,0 1 0 0 0,0-1 0 0 0,1 1 0 0 0,-1-1 0 0 0,0 1 0 0 0,1-1 0 0 0,-1 1 0 0 0,0-1 0 0 0,1 1 0 0 0,-1 0 0 0 0,1-1 0 0 0,-2 2 0 0 0,1-1 28 0 0,0 0 0 0 0,0 1 1 0 0,0-1-1 0 0,0 0 0 0 0,0 0 0 0 0,-1 0 0 0 0,-1 1 1 0 0,1-1 0 0 0,1 0 0 0 0,-1 0 0 0 0,1 1 0 0 0,-1-1 0 0 0,1 1 0 0 0,-1-1 0 0 0,1 1 0 0 0,0-1 0 0 0,0 1 0 0 0,0 0 0 0 0,0 0 0 0 0,-2 2 0 0 0,2-1 4 0 0,0 1-1 0 0,-1-1 0 0 0,1 0 1 0 0,0 0-1 0 0,1 1 0 0 0,-1-1 1 0 0,0 6-1 0 0,0-2-4 0 0,1-1 0 0 0,-1 1 0 0 0,-1 0 1 0 0,1-1-1 0 0,-6 13 0 0 0,3-8-24 0 0,-9 9-1425 0 0,3-11-1807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1:45.08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21 34 0 0 0,'0'0'22462'0'0,"-3"-6"-21611"0"0,-11-16-167 0 0,10 16 996 0 0,5 16-1785 0 0,8 16 201 0 0,16 33 0 0 0,-14-33-88 0 0,-4-8-9 0 0,1 4-16 0 0,-5-12-5 0 0,-3-9 8 0 0,0 0 0 0 0,0-1-1 0 0,1 1 1 0 0,-1 0 0 0 0,0 0 0 0 0,0-1-1 0 0,0 1 1 0 0,0-1 0 0 0,1 1-1 0 0,-1 0 1 0 0,0-1 0 0 0,1 1 0 0 0,-1 0-1 0 0,0-1 1 0 0,1 1 0 0 0,-1-1-1 0 0,1 1 1 0 0,-1-1 0 0 0,1 1 0 0 0,-1-1-1 0 0,1 0 1 0 0,-1 1 0 0 0,2 0-1 0 0,-1-1-79 0 0,-1-17-7164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1:45.30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 3 9610 0 0,'0'0'16818'0'0,"-6"-3"-17081"0"0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1:45.91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 0 8938 0 0,'0'0'14298'0'0,"-1"2"-14254"0"0,1 0-45 0 0,-1-1 0 0 0,1 1 1 0 0,0-1-1 0 0,-1 1 0 0 0,1 0 1 0 0,0-1-1 0 0,0 1 0 0 0,0-1 1 0 0,0 1-1 0 0,1 0 0 0 0,-1-1 1 0 0,0 1-1 0 0,1-1 0 0 0,-1 1 1 0 0,1-1-1 0 0,-1 1 0 0 0,1-1 1 0 0,0 1-1 0 0,1 2 0 0 0,22 29 245 0 0,30 34 0 0 0,-37-49-249 0 0,-13-13-13 0 0,-4-5 22 0 0,0 1 0 0 0,0-1 1 0 0,1 0-1 0 0,-1 0 0 0 0,0 1 0 0 0,0-1 1 0 0,0 0-1 0 0,1 0 0 0 0,-1 0 0 0 0,0 1 1 0 0,0-1-1 0 0,1 0 0 0 0,-1 0 0 0 0,0 0 1 0 0,1 0-1 0 0,-1 0 0 0 0,0 1 1 0 0,1-1-1 0 0,-1 0 0 0 0,0 0 0 0 0,0 0 1 0 0,1 0-1 0 0,-1 0 0 0 0,0 0 0 0 0,1 0 1 0 0,-1 0-1 0 0,1 0 1170 0 0,-1-9-455 0 0,7-68-914 0 0,-7 76 205 0 0,0 0 0 0 0,0 0-1 0 0,0 0 1 0 0,0-1 0 0 0,0 1-1 0 0,0 0 1 0 0,1 0 0 0 0,-1 0 0 0 0,0 0-1 0 0,0 0 1 0 0,1 0 0 0 0,-1 0 0 0 0,1 0-1 0 0,-1 0 1 0 0,1 0 0 0 0,-1 0-1 0 0,1 0 1 0 0,0 0 0 0 0,-1 1 0 0 0,1-1-1 0 0,1-1 1 0 0,0 1-10 0 0,0 0 0 0 0,1 0 0 0 0,-1 1 0 0 0,0-1 0 0 0,0 1 0 0 0,0-1 0 0 0,0 1 0 0 0,1 0 0 0 0,-1 0 0 0 0,3 0 0 0 0,0 0-53 0 0,0 1 0 0 0,0-1 1 0 0,0 1-1 0 0,0 1 0 0 0,0-1 1 0 0,-1 1-1 0 0,9 3 1 0 0,32 20-46 0 0,-37-20 90 0 0,148 85-52 0 0,-126-72-330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1:46.89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215 119 3441 0 0,'0'0'19045'0'0,"-13"-15"-18674"0"0,-43-43-28 0 0,54 56-299 0 0,0-1 0 0 0,0 1 0 0 0,-1 0 0 0 0,1 0 0 0 0,0 0 0 0 0,-1 0 0 0 0,0 0 0 0 0,1 0 0 0 0,-5-1 0 0 0,0 0 112 0 0,2 0-10 0 0,0 0-66 0 0,0 0-1 0 0,1 0 1 0 0,-1 1 0 0 0,-8-3-1 0 0,11 5-87 0 0,1 0 0 0 0,0-1-1 0 0,0 1 1 0 0,0 0 0 0 0,0 0-1 0 0,0 0 1 0 0,-1 0 0 0 0,1 0-1 0 0,0 0 1 0 0,0 0 0 0 0,0 1 0 0 0,0-1-1 0 0,0 0 1 0 0,-1 0 0 0 0,1 1-1 0 0,0-1 1 0 0,0 1 0 0 0,0-1-1 0 0,0 1 1 0 0,0 0 0 0 0,0-1 0 0 0,0 1-1 0 0,0 0 1 0 0,1 0 0 0 0,-1-1-1 0 0,0 1 1 0 0,0 1 0 0 0,-2 2-20 0 0,0-1 1 0 0,0 1-1 0 0,-1-1 1 0 0,1 0-1 0 0,-7 5 0 0 0,9-7 18 0 0,0 0-1 0 0,0 0 0 0 0,0 0 0 0 0,1 0 0 0 0,-1 0 0 0 0,0 0 1 0 0,1 0-1 0 0,-1 0 0 0 0,1 1 0 0 0,-1-1 0 0 0,1 0 0 0 0,0 0 0 0 0,-1 1 1 0 0,1 1-1 0 0,0-3-24 0 0,-2 9-105 0 0,-1 9 174 0 0,2-15-17 0 0,0 0 0 0 0,0 0 0 0 0,1 0 1 0 0,0 0-1 0 0,-1 3 0 0 0,1 9 105 0 0,1 0 0 0 0,0 0 0 0 0,6 23 1 0 0,9 23 289 0 0,38 96 1 0 0,25 52-68 0 0,-59-159-319 0 0,-14-35-18 0 0,11 31 0 0 0,-12-32-21 0 0,-4-13 9 0 0,0 1-1 0 0,-1-1 1 0 0,1 1-1 0 0,0 0 1 0 0,-1 0 0 0 0,1-1-1 0 0,-1 1 1 0 0,1 2 0 0 0,-1 1-134 0 0,1-7-1087 0 0,-4-11-1440 0 0,-13-15-3365 0 0,9 16 1069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1:47.11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280 48 4801 0 0,'0'0'18908'0'0,"-31"-6"-18813"0"0,-98-22-57 0 0,126 27-38 0 0,-39-8 8 0 0,32 8-57 0 0,-4 1-111 0 0,8-1-166 0 0,-24 0-1390 0 0,15 2-2252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1:47.56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72 181 5609 0 0,'0'0'12736'0'0,"0"3"-12741"0"0,0 0-2 0 0,0-1 20 0 0,0 0 1 0 0,0 1 0 0 0,0-1 0 0 0,0 0-1 0 0,0 0 1 0 0,1 1 0 0 0,-1-1-1 0 0,1 0 1 0 0,-1 0 0 0 0,1 0 0 0 0,2 5-1 0 0,-2-5 28 0 0,-1-1-38 0 0,0-1-1 0 0,0 0 0 0 0,0 1 1 0 0,0-1-1 0 0,1 0 0 0 0,-1 1 0 0 0,0-1 1 0 0,0 1-1 0 0,0-1 0 0 0,0 0 0 0 0,1 0 1 0 0,-1 1-1 0 0,0-1 0 0 0,0 0 0 0 0,1 1 1 0 0,-1-1-1 0 0,0 0 0 0 0,1 0 0 0 0,-1 1 1 0 0,0-1-1 0 0,1 0 0 0 0,-1 0 1 0 0,0 0-1 0 0,1 0 0 0 0,-1 1 0 0 0,0-1 1 0 0,1 0-1 0 0,-1 0 0 0 0,0 0 0 0 0,1 0 1 0 0,-1 0-1 0 0,1 0 0 0 0,-1 0 0 0 0,0 0 1 0 0,1 0 654 0 0,-8-21 854 0 0,-46-92-1826 0 0,47 101 473 0 0,3 7 103 0 0,0 0 1 0 0,0-1-1 0 0,0 1 0 0 0,1-1 0 0 0,0 1 0 0 0,0-1 1 0 0,1 0-1 0 0,0 1 0 0 0,0-1 0 0 0,-1-6 0 0 0,3 11-209 0 0,-1 1 0 0 0,0-1-1 0 0,1 1 1 0 0,-1 0-1 0 0,1-1 1 0 0,-1 1 0 0 0,0-1-1 0 0,1 1 1 0 0,-1 0-1 0 0,1 0 1 0 0,-1-1 0 0 0,1 1-1 0 0,-1 0 1 0 0,1 0 0 0 0,0-1-1 0 0,-1 1 1 0 0,2 0-1 0 0,12-4-159 0 0,-12 4 101 0 0,8-2-317 0 0,-1 1 0 0 0,0 0 1 0 0,0 1-1 0 0,1 0 0 0 0,-1 0 1 0 0,18 4-1 0 0,-7 0-1688 0 0,31 12 0 0 0,-6 2-7595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1:48.36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1 157 4449 0 0,'0'0'17648'0'0,"11"-6"-17443"0"0,5-2-143 0 0,-2 1 50 0 0,25-9-1 0 0,-27 12 10 0 0,-2 1 60 0 0,0-1 1 0 0,0 0 0 0 0,14-9-1 0 0,-24 13-136 0 0,1-1-1 0 0,0 1 1 0 0,-1 0-1 0 0,1-1 1 0 0,-1 1-1 0 0,1-1 1 0 0,-1 1-1 0 0,1-1 1 0 0,-1 1-1 0 0,1-1 1 0 0,-1 0-1 0 0,1 1 1 0 0,-1-1-1 0 0,0 0 0 0 0,0 1 1 0 0,1-1-1 0 0,-1 0 1 0 0,0 1-1 0 0,0-1 1 0 0,1 0-1 0 0,-1 1 1 0 0,0-1-1 0 0,0 0 1 0 0,0 0-1 0 0,0 1 1 0 0,0-1-1 0 0,0 0 1 0 0,0 0-1 0 0,-1-1 1 0 0,0 0 47 0 0,0-1 1 0 0,-1 0-1 0 0,1 1 1 0 0,0-1-1 0 0,-5-4 1 0 0,1 0-296 0 0,3 4 196 0 0,0 0 1 0 0,-1 0-1 0 0,1 1 0 0 0,-1-1 0 0 0,0 1 0 0 0,0 0 0 0 0,-5-4 0 0 0,-23-11 35 0 0,30 16-26 0 0,0 1-3 0 0,0-1 1 0 0,0 1-1 0 0,0 0 0 0 0,0 0 0 0 0,0-1 1 0 0,0 1-1 0 0,0 0 0 0 0,0 0 0 0 0,-1 0 1 0 0,1 0-1 0 0,-1 0 0 0 0,-2 0-50 0 0,4 0 12 0 0,-12 11-234 0 0,1 15 92 0 0,8-22 165 0 0,1-1 0 0 0,0 1 0 0 0,0-1 0 0 0,1 1 0 0 0,-1 0 0 0 0,1 0 0 0 0,0 0 0 0 0,0 0 0 0 0,0 0 0 0 0,0 0 0 0 0,1 0 0 0 0,-1 6 0 0 0,1-10 48 0 0,5 7 202 0 0,1-1-183 0 0,0 0 1 0 0,0-1-1 0 0,1 0 0 0 0,-1 0 0 0 0,1 0 0 0 0,0-1 1 0 0,0 0-1 0 0,11 4 0 0 0,11 7-12 0 0,22 12 40 0 0,-44-23-85 0 0,-1-1 0 0 0,1 0 0 0 0,0 0 0 0 0,0-1 0 0 0,0 0 0 0 0,0 0 0 0 0,1 0 0 0 0,-1-1 0 0 0,0 0 1 0 0,1 0-1 0 0,-1-1 0 0 0,11-1 0 0 0,-15 0-240 0 0,0 0 1 0 0,0 0-1 0 0,-1 0 1 0 0,1-1-1 0 0,0 1 1 0 0,-1-1-1 0 0,1 0 1 0 0,-1 0-1 0 0,0 1 1 0 0,1-2-1 0 0,-1 1 1 0 0,0 0-1 0 0,0 0 1 0 0,2-4-1 0 0,10-9-7523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1:48.94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168 58 2417 0 0,'0'0'20086'0'0,"-21"-10"-20004"0"0,-66-29-15 0 0,63 31-2 0 0,24 8-64 0 0,0 0 0 0 0,0 0 0 0 0,0 0 1 0 0,0 0-1 0 0,0 0 0 0 0,-1 0 0 0 0,1 0 0 0 0,0 0 0 0 0,0 0 1 0 0,0 0-1 0 0,0 0 0 0 0,0 0 0 0 0,0 0 0 0 0,-1 0 1 0 0,1 0-1 0 0,0 0 0 0 0,0 0 0 0 0,0 0 0 0 0,0 0 1 0 0,0 0-1 0 0,0 0 0 0 0,0 0 0 0 0,0 0 0 0 0,-1 0 0 0 0,1 0 1 0 0,0 0-1 0 0,0 1 0 0 0,0-1 0 0 0,0 0 0 0 0,0 0 1 0 0,0 0-1 0 0,0 0 0 0 0,0 0 0 0 0,0 0 0 0 0,0 0 1 0 0,0 0-1 0 0,0 1 0 0 0,-1-1 0 0 0,1 0 0 0 0,0 0 1 0 0,0 0-1 0 0,0 0 0 0 0,0 0 0 0 0,0 0 0 0 0,0 0 0 0 0,0 1 1 0 0,-1 1 19 0 0,-1 0 16 0 0,0 0-1 0 0,-1 1 1 0 0,1-1-1 0 0,0 1 1 0 0,0-1-1 0 0,0 1 1 0 0,0 0-1 0 0,1 0 1 0 0,-1-1-1 0 0,1 1 1 0 0,0 0 0 0 0,-1 0-1 0 0,1 1 1 0 0,1-1-1 0 0,-1 0 1 0 0,0 0-1 0 0,1 6 1 0 0,-3 62 652 0 0,3-69-673 0 0,-1 0 0 0 0,2-1 1 0 0,-1 1-1 0 0,0 0 0 0 0,0 0 0 0 0,1-1 0 0 0,-1 1 0 0 0,1 0 1 0 0,-1-1-1 0 0,1 1 0 0 0,0 0 0 0 0,-1-1 0 0 0,1 1 0 0 0,2 2 0 0 0,17 18 279 0 0,-14-16-174 0 0,-5-6-77 0 0,0 1 0 0 0,0 0 0 0 0,0-1 0 0 0,0 1 0 0 0,0-1 0 0 0,0 0 0 0 0,0 1 1 0 0,0-1-1 0 0,0 0 0 0 0,0 1 0 0 0,0-1 0 0 0,0 0 0 0 0,2 0 0 0 0,17-1 402 0 0,-11 1-273 0 0,-6 0-135 0 0,0-1 0 0 0,0 1 1 0 0,0-1-1 0 0,0 0 0 0 0,-1 0 0 0 0,1 0 1 0 0,0 0-1 0 0,-1 0 0 0 0,1 0 0 0 0,-1-1 1 0 0,1 1-1 0 0,-1-1 0 0 0,5-3 0 0 0,0-3 54 0 0,1 1-1 0 0,9-13 0 0 0,-15 17-53 0 0,1 0-1 0 0,-1 0 1 0 0,0-1-1 0 0,0 1 1 0 0,0-1-1 0 0,0 0 1 0 0,0 1-1 0 0,0-5 1 0 0,-1 5-67 0 0,0 4-490 0 0,1 5-128 0 0,2 16 485 0 0,0-1 0 0 0,1 0 1 0 0,15 37-1 0 0,33 56 320 0 0,-35-77-243 0 0,33 59-1476 0 0,-45-89 534 0 0,-1-1-1854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1:49.69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5745 0 0,'0'0'14959'0'0,"0"3"-14831"0"0,-1-1-81 0 0,1 0 0 0 0,0 0 0 0 0,0 0-1 0 0,0 0 1 0 0,1-1 0 0 0,-1 1 0 0 0,0 0-1 0 0,1 0 1 0 0,-1 0 0 0 0,1 0 0 0 0,0 0-1 0 0,-1-1 1 0 0,1 1 0 0 0,0 0 0 0 0,0 0-1 0 0,0-1 1 0 0,1 1 0 0 0,-1-1 0 0 0,0 1-1 0 0,3 1 1 0 0,10 10 190 0 0,20 14 1 0 0,7 6-281 0 0,-34-28 17 0 0,0 0-1 0 0,0 0 0 0 0,0-1 1 0 0,0 0-1 0 0,16 6 1 0 0,1 1-19 0 0,-24-11 108 0 0,1 0 0 0 0,-1 0 0 0 0,0 0-1 0 0,0 0 1 0 0,0 0 0 0 0,1 0 0 0 0,-1 0 0 0 0,0 0-1 0 0,0 0 1 0 0,0 0 0 0 0,1 0 0 0 0,-1 0 0 0 0,0 0 0 0 0,0 0-1 0 0,0 0 1 0 0,1 0 0 0 0,-1 0 0 0 0,0 0 0 0 0,0 0-1 0 0,0 0 1 0 0,1 0 0 0 0,-1 0 0 0 0,0 0 0 0 0,0 0 0 0 0,0 0-1 0 0,0 0 1 0 0,1 0 0 0 0,-1-1 0 0 0,0 1 0 0 0,0 0-1 0 0,0 0 1 0 0,0 0 0 0 0,0 0 0 0 0,1 0 0 0 0,-1-1 0 0 0,0 1-1 0 0,0 0 1 0 0,3-11 629 0 0,-3-20-1185 0 0,0 23 726 0 0,0 8-257 0 0,0-1 0 0 0,0 1 0 0 0,1 0-1 0 0,-1 0 1 0 0,0 0 0 0 0,1-1 0 0 0,-1 1 0 0 0,0 0-1 0 0,1 0 1 0 0,-1 0 0 0 0,0 0 0 0 0,1 0-1 0 0,-1 0 1 0 0,0 0 0 0 0,1 0 0 0 0,-1 0 0 0 0,0 0-1 0 0,1 0 1 0 0,-1 0 0 0 0,1 0 0 0 0,-1 0 0 0 0,0 0-1 0 0,1 0 1 0 0,-1 0 0 0 0,1 0 0 0 0,11 4-226 0 0,0 4 235 0 0,1-1-1 0 0,0 0 1 0 0,0-1-1 0 0,0 0 0 0 0,1-1 1 0 0,0 0-1 0 0,28 4 1 0 0,-17-5 66 0 0,1-1 1 0 0,0-2 0 0 0,43-2 0 0 0,-66 1-26 0 0,0 0-1 0 0,0-1 0 0 0,-1 0 1 0 0,1 1-1 0 0,0-1 1 0 0,-1 0-1 0 0,1 0 0 0 0,0-1 1 0 0,2 0-1 0 0,-4 1-4 0 0,0 0-1 0 0,0 1 1 0 0,0-1-1 0 0,0 0 1 0 0,0 0-1 0 0,0 0 1 0 0,0 0-1 0 0,-1 0 1 0 0,1 0-1 0 0,0 0 1 0 0,-1 0-1 0 0,1 0 1 0 0,0 0 0 0 0,-1 0-1 0 0,1 0 1 0 0,-1 0-1 0 0,1-1 1 0 0,-1 1-1 0 0,0 0 1 0 0,0 0-1 0 0,1-2 1 0 0,0-9 134 0 0,0 11-260 0 0,-1-1 0 0 0,1 1-1 0 0,-1-1 1 0 0,0 1 0 0 0,0-1 0 0 0,0 1 0 0 0,0-1 0 0 0,0 1 0 0 0,0-1-1 0 0,0 1 1 0 0,0-1 0 0 0,0 1 0 0 0,-1-1 0 0 0,1 1 0 0 0,0 0 0 0 0,-1-1 0 0 0,0 1-1 0 0,1-1 1 0 0,-1 1 0 0 0,0 0 0 0 0,-1-2 0 0 0,-1 0-514 0 0,0 1 1 0 0,0-1-1 0 0,-1 1 0 0 0,0-1 1 0 0,1 1-1 0 0,-1 0 1 0 0,-5-1-1 0 0,-17-5-7402 0 0,15 6-1622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1:50.65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25 18 0 0 0,'0'0'19671'0'0,"-4"-3"-19198"0"0,-14-10-111 0 0,15 11 189 0 0,4 3-289 0 0,4 4-61 0 0,-5-5-136 0 0,4 5-124 0 0,0 1 0 0 0,0-1 0 0 0,0 1 0 0 0,-1-1 1 0 0,0 1-1 0 0,0 0 0 0 0,0 1 0 0 0,-1-1 0 0 0,0 0 1 0 0,2 13-1 0 0,-1-8-665 0 0,2 13-1938 0 0,-2-7-6762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1:51.55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102 192 0 0 0,'0'0'20634'0'0,"4"-14"-20083"0"0,13-43-78 0 0,-15 38-159 0 0,-5 11-50 0 0,1 3-89 0 0,0 1-7 0 0,0-1-1 0 0,0 1 0 0 0,0-1 0 0 0,0 1 0 0 0,-5-7 0 0 0,-6-13 453 0 0,5 12-288 0 0,7 10-264 0 0,0 1-1 0 0,0 0 0 0 0,0 0 1 0 0,0-1-1 0 0,0 1 1 0 0,0-1-1 0 0,1 1 0 0 0,-1-1 1 0 0,1 1-1 0 0,-1-1 0 0 0,0-2 1 0 0,-15 6-995 0 0,14-1 915 0 0,0 0 0 0 0,0 0 1 0 0,1 0-1 0 0,-1-1 0 0 0,0 1 1 0 0,0 0-1 0 0,-3 0 0 0 0,-4 1-9 0 0,8-1 1 0 0,0 0 0 0 0,1-1 1 0 0,-1 1-1 0 0,1 0 0 0 0,0 0 0 0 0,-1 0 0 0 0,1 0 0 0 0,-1 0 0 0 0,1 0 1 0 0,0 0-1 0 0,0 0 0 0 0,0 0 0 0 0,-1 1 0 0 0,-2 8-142 0 0,1-6 161 0 0,1-3 1 0 0,1 0 1 0 0,-1 1-1 0 0,0-1 0 0 0,1 0 0 0 0,-1 0 0 0 0,1 0 0 0 0,-1 1 0 0 0,1-1 0 0 0,-1 2 0 0 0,-5 18 32 0 0,5-17-11 0 0,0-1 0 0 0,0 0 1 0 0,0 1-1 0 0,1-1 0 0 0,-1 0 0 0 0,0 7 0 0 0,2-8 21 0 0,-1 1-1 0 0,1 0 0 0 0,0 0 1 0 0,-1-1-1 0 0,1 1 1 0 0,0 0-1 0 0,1-1 1 0 0,-1 1-1 0 0,0-1 1 0 0,1 1-1 0 0,-1-1 1 0 0,3 3-1 0 0,4 4 143 0 0,14 14 0 0 0,-12-16-143 0 0,-1 0 0 0 0,18 10 0 0 0,1 0-37 0 0,-13-7-146 0 0,1 0 0 0 0,1-2 0 0 0,-1 0 0 0 0,2 0 0 0 0,-1-2 0 0 0,26 6 0 0 0,-20-10-541 0 0,-22-2 518 0 0,0 0 0 0 0,0 0 1 0 0,0 0-1 0 0,0 0 0 0 0,0 0 0 0 0,0 0 0 0 0,0 0 0 0 0,0-1 1 0 0,0 1-1 0 0,0 0 0 0 0,0-1 0 0 0,0 1 0 0 0,0-1 1 0 0,0 1-1 0 0,0-1 0 0 0,0 0 0 0 0,-1 1 0 0 0,1-1 0 0 0,1-1 1 0 0,7-16-5609 0 0,-5 5-1939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1:51.97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2 0 0 0,'0'0'20318'0'0,"9"5"-19772"0"0,29 17-109 0 0,-33-19-291 0 0,0 0 1 0 0,0 1 0 0 0,-1-1 0 0 0,4 5 0 0 0,5 3 121 0 0,11 6-28 0 0,-12-9-203 0 0,0 0 0 0 0,1 0 0 0 0,19 9 1 0 0,-30-17-25 0 0,0 1 0 0 0,-1-1 0 0 0,1 1 0 0 0,0-1 0 0 0,-1 0 0 0 0,1 0 0 0 0,0 0 0 0 0,2 0 1 0 0,-3 0-9 0 0,0 0 1 0 0,-1 0-1 0 0,1 0 1 0 0,-1 0 0 0 0,1 0-1 0 0,0 0 1 0 0,-1-1-1 0 0,1 1 1 0 0,-1 0 0 0 0,1 0-1 0 0,-1-1 1 0 0,1 1-1 0 0,-1 0 1 0 0,1-1-1 0 0,-1 1 1 0 0,1 0 0 0 0,-1-1-1 0 0,1 1 1 0 0,-1-1-1 0 0,0 1 1 0 0,1-1 0 0 0,-1 1-1 0 0,0-1 1 0 0,1 1-1 0 0,-1-1 1 0 0,0 1 0 0 0,0-1-1 0 0,13-25-214 0 0,-7 7-54 0 0,-2 8 158 0 0,0 0-1 0 0,2-20 0 0 0,-5 31 117 0 0,-1-1 1 0 0,0 0 0 0 0,1 0 0 0 0,-1 1-1 0 0,1-1 1 0 0,-1 0 0 0 0,1 0-1 0 0,-1 1 1 0 0,1-1 0 0 0,0 0 0 0 0,-1 1-1 0 0,1-1 1 0 0,0 1 0 0 0,-1-1-1 0 0,1 1 1 0 0,0-1 0 0 0,0 1-1 0 0,-1 0 1 0 0,1-1 0 0 0,0 1 0 0 0,0 0-1 0 0,0-1 1 0 0,-1 1 0 0 0,1 0-1 0 0,0 0 1 0 0,0 0 0 0 0,0 0 0 0 0,1 0-1 0 0,1 0-55 0 0,1 0 0 0 0,-1-1 0 0 0,1 2 1 0 0,0-1-1 0 0,-1 0 0 0 0,5 2 0 0 0,1 1-25 0 0,-1 1 0 0 0,-1 0 1 0 0,1 1-1 0 0,-1-1 1 0 0,14 12-1 0 0,-1-1 3 0 0,85 63-1571 0 0,-103-76 1200 0 0,11 11-1873 0 0,-9-1-6699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1:52.94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139 43 2272 0 0,'0'0'20686'0'0,"-9"-7"-20651"0"0,-29-21-26 0 0,24 20-14 0 0,9 8-52 0 0,1 1-5 0 0,0 1 13 0 0,0-1-1 0 0,0 1 0 0 0,1 0 0 0 0,-1 0 1 0 0,1 0-1 0 0,-6 5 0 0 0,3-3 51 0 0,-9 12-85 0 0,14-14 85 0 0,0 0 0 0 0,-1 0-1 0 0,1 0 1 0 0,0 0 0 0 0,0 0-1 0 0,0 0 1 0 0,0 3 0 0 0,-5 8 85 0 0,5-9-1 0 0,1-1-1 0 0,-1 0 0 0 0,1 0 0 0 0,0 0 0 0 0,0 0 0 0 0,0 1 1 0 0,1-1-1 0 0,0 4 0 0 0,3 0 42 0 0,0 0-1 0 0,1-1 1 0 0,0 0-1 0 0,0 0 1 0 0,0 0-1 0 0,0 0 1 0 0,1-1-1 0 0,0 0 1 0 0,7 5-1 0 0,12 10-24 0 0,-21-16-132 0 0,-1-1 0 0 0,1 1 0 0 0,1-1 0 0 0,-1 0 0 0 0,0 0 0 0 0,1-1 0 0 0,-1 1 0 0 0,1-1 0 0 0,0 0 0 0 0,0 0 0 0 0,0-1 0 0 0,0 1 0 0 0,0-1 0 0 0,0 0 0 0 0,0-1 0 0 0,7 1 0 0 0,-5-1-502 0 0,-1 0-1 0 0,1-1 0 0 0,0 1 0 0 0,6-3 1 0 0,-10 2-171 0 0,0 0 0 0 0,0 0 0 0 0,0 0 1 0 0,0-1-1 0 0,0 1 0 0 0,4-4 1 0 0,8-5-8869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1:53.67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 45 4113 0 0,'0'0'20636'0'0,"-2"-1"-20665"0"0,2 1 24 0 0,0 0 1 0 0,0 0-1 0 0,0 0 1 0 0,0 0-1 0 0,0 0 0 0 0,0 0 1 0 0,0 0-1 0 0,0 0 1 0 0,0 0-1 0 0,-1 0 1 0 0,1 0-1 0 0,0 0 0 0 0,0 0 1 0 0,0-1-1 0 0,0 1 1 0 0,0 0-1 0 0,0 0 1 0 0,0 0-1 0 0,-1 0 0 0 0,1 0 1 0 0,0 0-1 0 0,0 0 1 0 0,0 0-1 0 0,0 0 1 0 0,0 0-1 0 0,0 0 0 0 0,0 0 1 0 0,-1 1-1 0 0,1-1 1 0 0,0 0-1 0 0,0 0 1 0 0,0 0-1 0 0,0 0 0 0 0,0 0 1 0 0,0 0-1 0 0,0 0 1 0 0,0 0-1 0 0,0 0 0 0 0,-1 0 1 0 0,1 0-1 0 0,0 0 1 0 0,0 0-1 0 0,0 1 1 0 0,0-1-1 0 0,0 0 0 0 0,0 0 1 0 0,0 0-1 0 0,0 0 1 0 0,0 0-1 0 0,0 0 1 0 0,0 0-1 0 0,0 0 0 0 0,0 1 1 0 0,0-1-1 0 0,0 0 1 0 0,0 0-1 0 0,0 0 1 0 0,0 0-1 0 0,0 0 0 0 0,0 0 1 0 0,0 0-1 0 0,0 0 1 0 0,0 1-1 0 0,0-1 1 0 0,0 0-1 0 0,0 0 0 0 0,0 0 1 0 0,0 0-1 0 0,0 0 1 0 0,10 10-161 0 0,18 11 129 0 0,-27-20 38 0 0,7 5-37 0 0,0-1 1 0 0,14 6 0 0 0,-20-10 41 0 0,1 0 1 0 0,-1 0-1 0 0,1 0 1 0 0,0 0-1 0 0,0-1 1 0 0,-1 1-1 0 0,1-1 1 0 0,0 0-1 0 0,0 0 1 0 0,0 0-1 0 0,-1 0 1 0 0,1 0-1 0 0,4-2 1 0 0,-4 0 6 0 0,-1 0 1 0 0,0 0 0 0 0,0 0-1 0 0,0-1 1 0 0,0 1 0 0 0,0-1-1 0 0,0 1 1 0 0,-1-1 0 0 0,2-3-1 0 0,1-2 31 0 0,-1-1 1 0 0,0 1-1 0 0,-1-1 0 0 0,3-13 0 0 0,-4 17 1 0 0,4-10-78 0 0,-2 13-787 0 0,-2 11-529 0 0,-1 20 1298 0 0,2-1 0 0 0,1 0 0 0 0,1 0 0 0 0,1 0 0 0 0,12 35 0 0 0,-8-34 38 0 0,10 31-313 0 0,35 77 1 0 0,-48-127 3 0 0,-1 1 1 0 0,0 0 0 0 0,-1 1 0 0 0,0-1 0 0 0,-1 1-1 0 0,0-1 1 0 0,-1 1 0 0 0,1 23 0 0 0,-3-34 222 0 0,0 0 0 0 0,0-1 0 0 0,0 1 0 0 0,0 0 0 0 0,0 0 0 0 0,-1 0 0 0 0,1-1 0 0 0,0 1 0 0 0,-1 0 0 0 0,1 0 0 0 0,0-1 1 0 0,-1 1-1 0 0,1 0 0 0 0,-1-1 0 0 0,1 1 0 0 0,-1-1 0 0 0,1 1 0 0 0,-1 0 0 0 0,0-1 0 0 0,1 1 0 0 0,-1-1 0 0 0,0 0 0 0 0,1 1 0 0 0,-1-1 0 0 0,0 1 1 0 0,1-1-1 0 0,-1 0 0 0 0,0 0 0 0 0,0 1 0 0 0,0-1 0 0 0,1 0 0 0 0,-2 0 0 0 0,-4 1-254 0 0,1-1-1 0 0,-1 1 1 0 0,-10-2 0 0 0,7 1 256 0 0,0 0 20 0 0,0-1 1 0 0,0-1 0 0 0,0 1-1 0 0,0-1 1 0 0,1-1 0 0 0,-1 0 0 0 0,-16-7-1 0 0,12 3 67 0 0,0 0-1 0 0,0-1 1 0 0,-24-20-1 0 0,35 26 148 0 0,-1 0 0 0 0,1 0 0 0 0,-1 0 0 0 0,1 0 0 0 0,0-1 0 0 0,0 1 0 0 0,0-1 0 0 0,0 0 0 0 0,0 0-1 0 0,0 0 1 0 0,1 1 0 0 0,-1-2 0 0 0,1 1 0 0 0,0 0 0 0 0,0 0 0 0 0,0 0 0 0 0,1 0 0 0 0,-1-1 0 0 0,0-3-1 0 0,1 5-46 0 0,0 0 0 0 0,0 0-1 0 0,1 0 1 0 0,-1 0-1 0 0,0 0 1 0 0,1 1 0 0 0,-1-1-1 0 0,1 0 1 0 0,-1 0 0 0 0,1 1-1 0 0,0-1 1 0 0,2-3-1 0 0,-1 3-95 0 0,0-1 0 0 0,1 1 0 0 0,-1 0 0 0 0,1 0 0 0 0,-1 0 0 0 0,6-4 0 0 0,3 1-205 0 0,-1-1-1 0 0,1 1 1 0 0,1 1 0 0 0,18-6-1 0 0,51-6-1296 0 0,-39 8-2187 0 0,-34 7-68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2:00.73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179 373 3073 0 0,'0'0'13881'0'0,"-2"-2"-13409"0"0,-1-1-337 0 0,2 2-62 0 0,0 0 0 0 0,0 0-1 0 0,0-1 1 0 0,0 1 0 0 0,0 0-1 0 0,0 0 1 0 0,-1-3 0 0 0,1 3 80 0 0,0 0 0 0 0,-1 0 0 0 0,1 0 1 0 0,0 1-1 0 0,-1-1 0 0 0,1 0 0 0 0,0 1 1 0 0,-1-1-1 0 0,1 1 0 0 0,-1 0 0 0 0,-1-1 1 0 0,-2 0-114 0 0,-8-3 94 0 0,4 1-56 0 0,0 0 1 0 0,-14-1-1 0 0,8 1 27 0 0,11 2-91 0 0,1 0 0 0 0,-1 1-1 0 0,1-1 1 0 0,-1 1 0 0 0,0 0 0 0 0,0 0 0 0 0,1 0 0 0 0,-5 1-1 0 0,7 0-28 0 0,0-1-1 0 0,-1 1 0 0 0,1-1 0 0 0,0 1 1 0 0,0 0-1 0 0,0-1 0 0 0,0 1 0 0 0,0 0 1 0 0,0 0-1 0 0,0 0 0 0 0,0 0 0 0 0,1 0 1 0 0,-1 0-1 0 0,0 0 0 0 0,0 0 0 0 0,0 2 1 0 0,-1 1-31 0 0,0 1-1 0 0,0-1 1 0 0,-1 9 0 0 0,-1 0 35 0 0,3-9 26 0 0,0 0 0 0 0,0 0 0 0 0,0 0-1 0 0,0 9 1 0 0,1-8 3 0 0,0-2 35 0 0,0 1 1 0 0,0-1-1 0 0,0 0 0 0 0,0 1 0 0 0,0-1 0 0 0,1 1 0 0 0,0-1 1 0 0,0 0-1 0 0,0 0 0 0 0,0 1 0 0 0,0-1 0 0 0,4 6 0 0 0,-3-6 16 0 0,1 0 0 0 0,-1 0 0 0 0,1 0 0 0 0,-1-1 0 0 0,1 1 0 0 0,0-1 0 0 0,0 1 0 0 0,1-1-1 0 0,-1 0 1 0 0,0 0 0 0 0,1-1 0 0 0,-1 1 0 0 0,1-1 0 0 0,-1 1 0 0 0,7 0 0 0 0,-2 0 14 0 0,0-1 0 0 0,0 0 0 0 0,0 0 0 0 0,0-1 0 0 0,0 0 0 0 0,12-2 0 0 0,-17 2-60 0 0,0-1 1 0 0,0 0 0 0 0,0 0-1 0 0,0 0 1 0 0,0 0 0 0 0,0 0-1 0 0,-1-1 1 0 0,1 1 0 0 0,0-1-1 0 0,-1 0 1 0 0,0 0 0 0 0,1 0-1 0 0,-1 0 1 0 0,0 0 0 0 0,0 0-1 0 0,0-1 1 0 0,0 1 0 0 0,2-5-1 0 0,-1 2-36 0 0,0 0 0 0 0,-1 0 0 0 0,0 0 0 0 0,0-1 1 0 0,0 1-1 0 0,-1-1 0 0 0,0 1 0 0 0,0-1 0 0 0,1-7 0 0 0,-1-7-184 0 0,-1 0 1 0 0,0-1 0 0 0,-1 1 0 0 0,-1 0-1 0 0,-10-39 1 0 0,-5 13 5 0 0,-30-59 1 0 0,19 47 340 0 0,8 19 653 0 0,23 49-1446 0 0,0 0 0 0 0,2 13-1 0 0,-3-13 694 0 0,5 17 65 0 0,11 28 0 0 0,-13-42-93 0 0,50 131 395 0 0,-50-134-314 0 0,10 16-1 0 0,0-1 32 0 0,-3-4-65 0 0,2 0 1 0 0,19 24-1 0 0,-28-40-70 0 0,5 11-221 0 0,-9-14-10 0 0,0 0-76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2:01.35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202 79 1776 0 0,'0'0'19789'0'0,"-5"-6"-19244"0"0,-15-19-89 0 0,15 19 484 0 0,8 7-941 0 0,-1-1 0 0 0,0 1 0 0 0,0 0 0 0 0,0 0 1 0 0,0 0-1 0 0,0 0 0 0 0,0 0 0 0 0,0 0 0 0 0,0 0 0 0 0,0 1 0 0 0,0-1 0 0 0,-1 1 0 0 0,4 2 0 0 0,9 8-84 0 0,-8-7 54 0 0,0 0-1 0 0,0 0 1 0 0,-1 0 0 0 0,1 1 0 0 0,-1 0 0 0 0,0 0 0 0 0,0 0 0 0 0,4 10 0 0 0,-4-8-36 0 0,-4-8 43 0 0,0 1 1 0 0,-1 0 0 0 0,1 0-1 0 0,-1 0 1 0 0,0 0-1 0 0,1-1 1 0 0,-1 1-1 0 0,1 0 1 0 0,-1 0-1 0 0,0 0 1 0 0,0 0-1 0 0,0 0 1 0 0,0 0 0 0 0,0 0-1 0 0,0 0 1 0 0,0 0-1 0 0,0 0 1 0 0,0 0-1 0 0,0 0 1 0 0,0 0-1 0 0,0 0 1 0 0,-1 0 0 0 0,1 0-1 0 0,0 0 1 0 0,-1-1-1 0 0,1 1 1 0 0,-1 0-1 0 0,1 0 1 0 0,-1 0-1 0 0,1 0 1 0 0,-1-1-1 0 0,0 1 1 0 0,1 0 0 0 0,-1-1-1 0 0,0 1 1 0 0,0 0-1 0 0,1-1 1 0 0,-1 1-1 0 0,0-1 1 0 0,-1 1-1 0 0,-1 1 53 0 0,0 0-1 0 0,-1-1 0 0 0,1 0 0 0 0,-1 1 0 0 0,1-1 0 0 0,-1 0 0 0 0,0-1 0 0 0,1 1 1 0 0,-7 0-1 0 0,-1-1 148 0 0,0 0 1 0 0,0 0 0 0 0,0-1 0 0 0,1 0-1 0 0,-1-1 1 0 0,0-1 0 0 0,-19-6-1 0 0,-38-26 213 0 0,45 23-303 0 0,-4-5 166 0 0,27 15-138 0 0,-1 0-1 0 0,1 0 1 0 0,0-1-1 0 0,-1 1 1 0 0,1 0-1 0 0,0 0 1 0 0,0 0-1 0 0,1 0 1 0 0,-1 0-1 0 0,1-2 1 0 0,0 2-140 0 0,1-1 1 0 0,-1 1 0 0 0,1 0-1 0 0,0 0 1 0 0,0 0 0 0 0,0 0-1 0 0,0 0 1 0 0,4-3 0 0 0,-1 1-108 0 0,1-1-152 0 0,1 0 0 0 0,0 1 0 0 0,1 0 0 0 0,-1 0 0 0 0,1 1 0 0 0,-1 0-1 0 0,10-3 1 0 0,8-3-1033 0 0,-18 6 243 0 0,-1 1 0 0 0,12-3 1 0 0,-5 3-7643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2:02.22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23 8250 0 0,'0'0'16459'0'0,"3"8"-16720"0"0,-1-7 259 0 0,20 22-46 0 0,2-1-1 0 0,35 26 1 0 0,-48-40 47 0 0,-7-5-3 0 0,0 0 0 0 0,1 0 0 0 0,5 2 0 0 0,-4-2 78 0 0,1 0 1 0 0,-1 0-1 0 0,1-1 1 0 0,-1 0 0 0 0,1-1-1 0 0,0 1 1 0 0,0-1-1 0 0,10 0 1 0 0,-17-1-52 0 0,1-1 1 0 0,0 1 0 0 0,0 0 0 0 0,0-1-1 0 0,-1 1 1 0 0,1-1 0 0 0,0 1 0 0 0,0-1-1 0 0,-1 0 1 0 0,1 1 0 0 0,-1-1 0 0 0,1 1-1 0 0,0-1 1 0 0,-1 0 0 0 0,1 0 0 0 0,-1 1-1 0 0,1-1 1 0 0,-1 0 0 0 0,0 0 0 0 0,1 0-1 0 0,-1 1 1 0 0,0-2 0 0 0,7-22 226 0 0,-2-16 27 0 0,0-42-1 0 0,-5 82-270 0 0,0 0 0 0 0,0 0 0 0 0,0 0 0 0 0,0-1 0 0 0,0 1 0 0 0,0 0 0 0 0,0 0 0 0 0,0 0 0 0 0,0 0 0 0 0,0 0 0 0 0,0-1 0 0 0,1 1 0 0 0,-1 0 0 0 0,0 0 0 0 0,0 0 0 0 0,0 0 0 0 0,0 0-1 0 0,0 0 1 0 0,0-1 0 0 0,0 1 0 0 0,0 0 0 0 0,0 0 0 0 0,0 0 0 0 0,0 0 0 0 0,1 0 0 0 0,-1 0 0 0 0,0 0 0 0 0,0 0 0 0 0,0 0 0 0 0,0-1 0 0 0,0 1 0 0 0,0 0 0 0 0,1 0 0 0 0,-1 0 0 0 0,0 0 0 0 0,0 0 0 0 0,0 0 0 0 0,7 2-499 0 0,4 7-229 0 0,0 3 582 0 0,20 16-1 0 0,-8-8 89 0 0,-15-13 15 0 0,0 0 1 0 0,0-1 0 0 0,1 0-1 0 0,0 0 1 0 0,0-1 0 0 0,0 0-1 0 0,20 6 1 0 0,-29-10 45 0 0,1-1 1 0 0,-1 0-1 0 0,1 0 0 0 0,-1 0 1 0 0,1 1-1 0 0,-1-1 1 0 0,1 0-1 0 0,-1 0 0 0 0,1 0 1 0 0,-1 0-1 0 0,1 0 0 0 0,-1 0 1 0 0,1 0-1 0 0,-1 0 0 0 0,1 0 1 0 0,-1 0-1 0 0,1 0 1 0 0,-1 0-1 0 0,1-1 0 0 0,-1 1 1 0 0,1 0-1 0 0,-1 0 0 0 0,1 0 1 0 0,-1-1-1 0 0,0 1 0 0 0,1 0 1 0 0,-1-1-1 0 0,1 1 1 0 0,-1 0-1 0 0,0-1 0 0 0,1 0 1 0 0,0 0-6 0 0,0-1 1 0 0,-1 0 0 0 0,1 0-1 0 0,-1 1 1 0 0,1-1 0 0 0,-1 0-1 0 0,0-2 1 0 0,2-8-117 0 0,2-9-170 0 0,-4 18 227 0 0,0 0 0 0 0,1-1 0 0 0,-1 1 0 0 0,1 0 0 0 0,2-6 0 0 0,-3 9 22 0 0,1-1 1 0 0,-1 1-1 0 0,1 0 0 0 0,-1-1 0 0 0,1 1 0 0 0,-1 0 0 0 0,1-1 1 0 0,-1 1-1 0 0,1 0 0 0 0,-1 0 0 0 0,1 0 0 0 0,-1-1 0 0 0,1 1 0 0 0,0 0 1 0 0,-1 0-1 0 0,1 0 0 0 0,-1 0 0 0 0,1 0 0 0 0,-1 0 0 0 0,1 0 1 0 0,0 0-1 0 0,-1 0 0 0 0,1 0 0 0 0,-1 0 0 0 0,1 1 0 0 0,-1-1 1 0 0,1 0-1 0 0,0 0 0 0 0,0 1 0 0 0,17 7-1045 0 0,12 11-594 0 0,-1 2 0 0 0,42 36 0 0 0,-64-47-4280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2:03.01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184 72 2593 0 0,'0'0'18918'0'0,"-20"-12"-18836"0"0,-64-36-36 0 0,65 38-34 0 0,14 9-8 0 0,3 1-1 0 0,0 1 0 0 0,0 0 0 0 0,0 0 0 0 0,0 0 0 0 0,1 0 0 0 0,-1 0 0 0 0,0 0 0 0 0,0 0 0 0 0,1 0 0 0 0,-1 1 0 0 0,0-1 0 0 0,-2 4 0 0 0,1-1 6 0 0,0 0 1 0 0,0 0-1 0 0,1 0 0 0 0,-4 8 1 0 0,3-6 67 0 0,1 1 0 0 0,0 0 1 0 0,0 0-1 0 0,1 1 0 0 0,0-1 1 0 0,0 0-1 0 0,1 13 0 0 0,0-19-56 0 0,0 0-1 0 0,0 0 0 0 0,1 0 1 0 0,-1-1-1 0 0,0 1 0 0 0,0 0 0 0 0,1 0 1 0 0,-1-1-1 0 0,0 1 0 0 0,1 0 1 0 0,-1-1-1 0 0,1 1 0 0 0,-1 0 0 0 0,1-1 1 0 0,-1 1-1 0 0,1-1 0 0 0,0 1 0 0 0,0 0 1 0 0,15 9 359 0 0,-8-5-161 0 0,-1-1-162 0 0,0 0 1 0 0,0-1-1 0 0,0 0 1 0 0,0 0 0 0 0,0-1-1 0 0,1 0 1 0 0,-1 0-1 0 0,12 1 1 0 0,8-1 2 0 0,28-1-1 0 0,-47-1-40 0 0,-7 0-3 0 0,0 0 1 0 0,0 0-1 0 0,0 0 1 0 0,0-1-1 0 0,1 1 1 0 0,-1 0-1 0 0,0-1 1 0 0,0 1 0 0 0,0-1-1 0 0,0 1 1 0 0,-1-1-1 0 0,1 1 1 0 0,0-1-1 0 0,0 0 1 0 0,0 0-1 0 0,0 1 1 0 0,-1-1-1 0 0,1 0 1 0 0,0 0-1 0 0,-1 0 1 0 0,1 0-1 0 0,0 0 1 0 0,-1 0-1 0 0,1 0 1 0 0,-1 0-1 0 0,0 0 1 0 0,1 0 0 0 0,-1 0-1 0 0,0 0 1 0 0,0 0-1 0 0,1-2 1 0 0,0-5 16 0 0,0 0 1 0 0,-1 0-1 0 0,0-11 1 0 0,0 9-58 0 0,0 9 26 0 0,0 1 1 0 0,0-1 0 0 0,0 0-1 0 0,-1 1 1 0 0,1-1 0 0 0,0 0-1 0 0,0 1 1 0 0,0-1 0 0 0,-1 0-1 0 0,1 1 1 0 0,0-1 0 0 0,-1 0-1 0 0,1 1 1 0 0,0-1 0 0 0,-1 1-1 0 0,1-1 1 0 0,-1 0 0 0 0,1 1-1 0 0,-1-1 1 0 0,39 49-2401 0 0,-19-30 18 0 0,-6-8-4035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2:03.27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5249 0 0,'0'0'15706'0'0,"6"9"-15730"0"0,-2-3-21 0 0,6 12-360 0 0,23 28-1 0 0,-15-23-1940 0 0,-11-15-900 0 0,-1 1-3485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2:03.46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8802 0 0,'0'0'13359'0'0,"8"6"-16289"0"0,29 20 1811 0 0,-36-25 917 0 0,0 1-1 0 0,1-1 1 0 0,-1 0 0 0 0,0 0-1 0 0,1 1 1 0 0,-1-1 0 0 0,0 0-1 0 0,0 1 1 0 0,0-1 0 0 0,0 1 0 0 0,-1 0-1 0 0,1-1 1 0 0,0 1 0 0 0,-1 0-1 0 0,1-1 1 0 0,-1 1 0 0 0,1 0-1 0 0,-1 0 1 0 0,0 0 0 0 0,0-1 0 0 0,0 1-1 0 0,0 2 1 0 0,1 6-1865 0 0,0 1-2486 0 0,-1-3-2286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2:04.03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 80 9202 0 0,'0'0'17157'0'0,"-2"-3"-17114"0"0,2 2-27 0 0,-7-11-209 0 0,10 13-254 0 0,7 8-48 0 0,14 18 405 0 0,-16-18 72 0 0,0 0 0 0 0,14 13 0 0 0,0-2-7 0 0,-16-15 11 0 0,-1 1-1 0 0,2-1 0 0 0,-1 0 1 0 0,1-1-1 0 0,10 7 1 0 0,-10-7 5 0 0,-6-4 38 0 0,0 1 1 0 0,1 0-1 0 0,-1-1 0 0 0,0 1 1 0 0,0-1-1 0 0,0 0 1 0 0,0 1-1 0 0,0-1 1 0 0,1 0-1 0 0,1 1 0 0 0,5-14 319 0 0,-2 0-316 0 0,-3 6-60 0 0,0-1 1 0 0,0 0-1 0 0,4-13 1 0 0,9-47-72 0 0,0 13 243 0 0,-16 54-138 0 0,1 1 0 0 0,-1-1 0 0 0,0 0 0 0 0,0 1 0 0 0,1-1 0 0 0,-1 1 0 0 0,0-1 0 0 0,1 0 0 0 0,-1 1 0 0 0,0-1 0 0 0,1 1 0 0 0,-1-1 0 0 0,1 1 0 0 0,-1-1 0 0 0,1 1 0 0 0,-1-1 0 0 0,1 1 0 0 0,0 0 0 0 0,-1-1 0 0 0,1 1 0 0 0,-1 0 0 0 0,1-1 0 0 0,0 1 0 0 0,1 0-19 0 0,-1 0 0 0 0,0 0-1 0 0,0 0 1 0 0,1 0 0 0 0,-1 0 0 0 0,0 0-1 0 0,0 0 1 0 0,1 0 0 0 0,-1 1 0 0 0,0-1-1 0 0,2 1 1 0 0,3 2-73 0 0,-1 0 0 0 0,1 0-1 0 0,8 7 1 0 0,-13-9 93 0 0,183 145-742 0 0,-172-136 414 0 0,26 23-541 0 0,-16-10-3051 0 0,-20-19 1524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7:04.17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258 42 0 0 0,'-1'-2'6348'0'0,"-12"-14"-397"0"0,8 14-1985 0 0,-10 2-3710 0 0,6 0 23 0 0,0-2 164 0 0,1 0 1 0 0,0-1 0 0 0,1 0 0 0 0,-12-6 0 0 0,17 8-295 0 0,-1 1 0 0 0,1-1 0 0 0,0 1 0 0 0,0 0 0 0 0,-1 0 0 0 0,1 0 0 0 0,0 0-1 0 0,0 0 1 0 0,-1 0 0 0 0,1 1 0 0 0,0-1 0 0 0,0 1 0 0 0,-4 1 0 0 0,-15 1 302 0 0,-6-3 259 0 0,26 0-652 0 0,1 1-35 0 0,-1 1-1 0 0,1-1 0 0 0,0 0 1 0 0,-1 0-1 0 0,1 0 0 0 0,-1 0 1 0 0,0 0-1 0 0,1 0 0 0 0,-1 0 0 0 0,0 0 1 0 0,1 0-1 0 0,-1 0 0 0 0,0 0 1 0 0,0-1-1 0 0,-1 2 0 0 0,-8 10 74 0 0,-4 4 70 0 0,11-14-127 0 0,1 0 0 0 0,0 0-1 0 0,0 0 1 0 0,0 1 0 0 0,-3 4-1 0 0,-4 4 105 0 0,7-10-124 0 0,1 0 1 0 0,0 0-1 0 0,0 0 0 0 0,0 0 1 0 0,0 1-1 0 0,0-1 1 0 0,0 0-1 0 0,1 0 1 0 0,-1 0-1 0 0,0 1 1 0 0,0 1-1 0 0,-2 1 58 0 0,2-4-61 0 0,1 0 0 0 0,0 0 0 0 0,0 0-1 0 0,-1 1 1 0 0,1-1 0 0 0,0 0 0 0 0,0 0 0 0 0,-1 1-1 0 0,1-1 1 0 0,0 0 0 0 0,0 0 0 0 0,0 1 0 0 0,0-1-1 0 0,0 0 1 0 0,-1 0 0 0 0,1 1 0 0 0,0-1 0 0 0,0 0-1 0 0,0 1 1 0 0,0-1 0 0 0,0 0 0 0 0,0 1 0 0 0,0-1-1 0 0,0 0 1 0 0,0 1 0 0 0,0-1 0 0 0,0 0 0 0 0,0 1-1 0 0,0-1 1 0 0,1 4 53 0 0,-1-1-1 0 0,1 1 1 0 0,0-1-1 0 0,0 1 0 0 0,0-1 1 0 0,0 1-1 0 0,0-1 1 0 0,1 0-1 0 0,0 0 1 0 0,-1 0-1 0 0,1 0 1 0 0,0 0-1 0 0,1 0 1 0 0,-1 0-1 0 0,5 3 1 0 0,5 5-14 0 0,0 0 1 0 0,16 9-1 0 0,-20-14-53 0 0,37 23-81 0 0,-40-26 67 0 0,1 0-1 0 0,0 0 1 0 0,0-1-1 0 0,0 0 1 0 0,0 0-1 0 0,8 1 1 0 0,-6-2 10 0 0,-7 0 3 0 0,0-1 0 0 0,0 1 0 0 0,-1-1 0 0 0,1 0 1 0 0,0 0-1 0 0,0 0 0 0 0,-1 1 0 0 0,1-1 0 0 0,0 0 0 0 0,0 0 0 0 0,-1 0 0 0 0,1 0 0 0 0,0 0 0 0 0,0 0 0 0 0,0-1 0 0 0,-1 1 0 0 0,1 0 0 0 0,0 0 1 0 0,0 0-1 0 0,-1-1 0 0 0,1 1 0 0 0,0-1 0 0 0,0 1 0 0 0,-1 0 0 0 0,1-1 0 0 0,-1 1 0 0 0,1-1 0 0 0,0 1 0 0 0,-1-1 0 0 0,1 1 0 0 0,-1-1 1 0 0,1 0-1 0 0,-1 1 0 0 0,1-2 0 0 0,7-13-92 0 0,-1-1 0 0 0,5-17 1 0 0,-6 16 94 0 0,13-28 0 0 0,-14 38 8 0 0,-4 6-10 0 0,-1 0 0 0 0,1 0 0 0 0,0 0 0 0 0,-1 0 0 0 0,1 0 0 0 0,-1 0 0 0 0,1 0 0 0 0,-1 0 0 0 0,0 0 0 0 0,1-2 0 0 0,-1 2 21 0 0,1-1 0 0 0,-1 1-1 0 0,1 0 1 0 0,0 0-1 0 0,-1 0 1 0 0,1 0-1 0 0,0 0 1 0 0,0 0 0 0 0,0 0-1 0 0,0 0 1 0 0,0 0-1 0 0,0 0 1 0 0,0 0 0 0 0,0 0-1 0 0,0 1 1 0 0,2-2-1 0 0,-3 2-10 0 0,9 6-118 0 0,84 95 60 0 0,-44-58-1206 0 0,-45-36-369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7:05.01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24 0 0 0,'0'0'21491'0'0,"4"-4"-21143"0"0,11-11-84 0 0,-11 11 311 0 0,-4 16-576 0 0,1-9 17 0 0,2 6 101 0 0,0 1 1 0 0,2 12-1 0 0,2-2 31 0 0,-6-18-122 0 0,0 1 0 0 0,0 1 1 0 0,0-1-1 0 0,0 0 0 0 0,1 4 0 0 0,14 65 334 0 0,-13-57-243 0 0,6 16-1 0 0,-4-11-25 0 0,39 114 319 0 0,-38-119-293 0 0,15 29 0 0 0,-13-27-10 0 0,-5-11-16 0 0,0 0-1 0 0,1-1 1 0 0,0 1-1 0 0,0-1 1 0 0,10 10-1 0 0,-9-11-27 0 0,1 0-1 0 0,0 0 1 0 0,-1-1-1 0 0,1 0 1 0 0,1 0-1 0 0,-1 0 1 0 0,0-1-1 0 0,1 0 1 0 0,-1 0-1 0 0,10 1 1 0 0,7-1-452 0 0,40 0-1 0 0,-53-2 64 0 0,-10 0 280 0 0,0 0 1 0 0,0 0 0 0 0,0 0-1 0 0,1 0 1 0 0,-1 0 0 0 0,0 0-1 0 0,0 0 1 0 0,0 0 0 0 0,0 0-1 0 0,0 0 1 0 0,1 0 0 0 0,-1 0-1 0 0,0 0 1 0 0,0 0 0 0 0,0 0-1 0 0,0 0 1 0 0,0 0 0 0 0,0 0-1 0 0,1 0 1 0 0,-1 0 0 0 0,0 0-1 0 0,0 0 1 0 0,0 0 0 0 0,0 0-1 0 0,0 0 1 0 0,0 0 0 0 0,1 0 0 0 0,-1-1-1 0 0,0 1 1 0 0,0 0 0 0 0,0 0-1 0 0,0 0 1 0 0,0 0 0 0 0,0 0-1 0 0,0 0 1 0 0,0 0 0 0 0,0-1-1 0 0,0 1 1 0 0,0 0 0 0 0,0 0-1 0 0,0 0 1 0 0,1 0 0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7:05.25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301 38 2385 0 0,'0'0'20637'0'0,"-29"-6"-20609"0"0,-86-21-22 0 0,110 26-12 0 0,0 0 1 0 0,1 0-1 0 0,-1 0 0 0 0,0 0 1 0 0,0 1-1 0 0,-8 0 1 0 0,-10 5-955 0 0,-30 10-1 0 0,15-4-7343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7:06.52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11 164 1744 0 0,'0'0'20621'0'0,"-2"3"-20495"0"0,1-2-113 0 0,1 0 0 0 0,-1 0 0 0 0,1 1 0 0 0,-1-1 1 0 0,1 0-1 0 0,0 0 0 0 0,0 0 0 0 0,-1 1 0 0 0,1-1 0 0 0,0 0 0 0 0,0 1 0 0 0,0-1 0 0 0,0 0 0 0 0,0 0 0 0 0,1 2 0 0 0,6 23 278 0 0,-7-25-285 0 0,10 24 198 0 0,20 38 1 0 0,6 13 318 0 0,-32-67-485 0 0,-1 1-1 0 0,-1 0 1 0 0,1 0-1 0 0,-2-1 1 0 0,1 1-1 0 0,-1 14 1 0 0,0-12-48 0 0,-1-9 5 0 0,0 1 1 0 0,1-1-1 0 0,-1 0 1 0 0,-1 1-1 0 0,1-1 1 0 0,-1 4-1 0 0,1-7 30 0 0,0 0 0 0 0,0 0 0 0 0,0 0-1 0 0,-1 0 1 0 0,1 0 0 0 0,0 0 0 0 0,0 1-1 0 0,0-1 1 0 0,0 0 0 0 0,0 0-1 0 0,0 0 1 0 0,0 0 0 0 0,-1 0 0 0 0,1 0-1 0 0,0 0 1 0 0,0 0 0 0 0,0 0 0 0 0,0 0-1 0 0,0 0 1 0 0,0 0 0 0 0,-1 0-1 0 0,1 0 1 0 0,0 0 0 0 0,0 0 0 0 0,0 0-1 0 0,0 0 1 0 0,0 0 0 0 0,-1 0 0 0 0,1 0-1 0 0,0 0 1 0 0,0 0 0 0 0,0 0-1 0 0,0 0 1 0 0,0 0 0 0 0,-1 0 0 0 0,1 0-1 0 0,0 0 1 0 0,0 0 0 0 0,0-1 0 0 0,0 1-1 0 0,0 0 1 0 0,0 0 0 0 0,0 0-1 0 0,0 0 1 0 0,-1 0 0 0 0,1 0 0 0 0,0 0-1 0 0,0-1 1 0 0,0 1 0 0 0,0 0 0 0 0,0 0-1 0 0,0 0 1 0 0,0 0 0 0 0,0-1-1 0 0,-6-7 445 0 0,-21-48 3 0 0,-3-28-377 0 0,14 36-66 0 0,12 35-13 0 0,0-1 0 0 0,1 0 0 0 0,-3-27 0 0 0,3-45 139 0 0,3 78-133 0 0,6-7 70 0 0,-6 15-110 0 0,0 0 0 0 0,0 0-1 0 0,0 0 1 0 0,0 0-1 0 0,1-1 1 0 0,-1 1-1 0 0,0 0 1 0 0,0 0 0 0 0,0 0-1 0 0,1 0 1 0 0,-1 0-1 0 0,0 0 1 0 0,0 0-1 0 0,0 0 1 0 0,1 0 0 0 0,-1 0-1 0 0,0 0 1 0 0,0 0-1 0 0,0 0 1 0 0,1 0-1 0 0,-1 0 1 0 0,0 0 0 0 0,0 0-1 0 0,0 0 1 0 0,1 0-1 0 0,-1 0 1 0 0,0 1-1 0 0,0-1 1 0 0,0 0-1 0 0,0 0 1 0 0,1 0 0 0 0,-1 0-1 0 0,0 0 1 0 0,0 0-1 0 0,0 1 1 0 0,0-1-1 0 0,0 0 1 0 0,1 0 0 0 0,-1 2-5 0 0,1-1 1 0 0,0 0 0 0 0,-1 1 0 0 0,1-1-1 0 0,0 0 1 0 0,0 1 0 0 0,0-1 0 0 0,3 2-1 0 0,2 4-27 0 0,11 15 49 0 0,0-2 1 0 0,2 0 0 0 0,22 18-1 0 0,66 48-26 0 0,-101-82 24 0 0,126 86-504 0 0,-92-65 356 0 0,-8-7 45 0 0,-29-15 95 0 0,-1-1 423 0 0,-1-6-58 0 0,-1-2-335 0 0,-1 0 1 0 0,0-1 0 0 0,0 1 0 0 0,0 0 0 0 0,-1 0 0 0 0,-3-9 0 0 0,-19-35-131 0 0,12 26 132 0 0,-9-15-30 0 0,-7-16 9 0 0,21 40 5 0 0,-1-3 16 0 0,-11-37 1 0 0,14 34-17 0 0,1 0 0 0 0,1-1 0 0 0,0-40 0 0 0,3 60-94 0 0,0 1 1 0 0,0-1-1 0 0,0 0 1 0 0,1 1-1 0 0,-1-1 1 0 0,0 1 0 0 0,1-1-1 0 0,-1 1 1 0 0,1-1-1 0 0,0 1 1 0 0,-1-1-1 0 0,3-2 1 0 0,2 27-18671 0 0,-5-14 12662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7:07.48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60 40 0 0,'0'0'16992'0'0,"1"7"-16966"0"0,-1-3-11 0 0,2 3 26 0 0,-1 0-1 0 0,1 0 0 0 0,0 0 0 0 0,5 12 0 0 0,55 119 426 0 0,-40-84-386 0 0,27 92 0 0 0,-47-127-180 0 0,-2-17 621 0 0,-5-9 1045 0 0,-5-10-864 0 0,-9-18 0 0 0,1-1-499 0 0,5 13-114 0 0,1-1 1 0 0,1 0-1 0 0,1-1 1 0 0,1 0-1 0 0,2-1 1 0 0,0 0-1 0 0,2 0 1 0 0,0 0-1 0 0,0-47 1 0 0,5 70-99 0 0,0-1 0 0 0,0 1 0 0 0,1 0-1 0 0,-1-1 1 0 0,1 1 0 0 0,0-1 0 0 0,0 1 0 0 0,0 0 0 0 0,0-1 0 0 0,1 1 0 0 0,-1 0 0 0 0,1 0 0 0 0,0 0 0 0 0,0 0-1 0 0,0 1 1 0 0,0-1 0 0 0,4-2 0 0 0,-3 2-70 0 0,0 0 0 0 0,0 1-1 0 0,1 0 1 0 0,-1 0 0 0 0,1 0 0 0 0,0 0-1 0 0,-1 0 1 0 0,1 1 0 0 0,0 0 0 0 0,0-1-1 0 0,0 2 1 0 0,0-1 0 0 0,0 0 0 0 0,6 1-1 0 0,-2-1-27 0 0,0 1 0 0 0,0 0-1 0 0,0 1 1 0 0,0 0 0 0 0,0 0-1 0 0,0 1 1 0 0,0 0 0 0 0,0 1-1 0 0,12 5 1 0 0,-6-2-5 0 0,-1 1 0 0 0,18 12 0 0 0,-26-15 29 0 0,0 0 0 0 0,0 0 0 0 0,0 1 0 0 0,-1-1 0 0 0,0 1 0 0 0,1 0 0 0 0,5 12 0 0 0,-9-15-10 0 0,0 0 1 0 0,0 1-1 0 0,0-1 1 0 0,0 1 0 0 0,-1-1-1 0 0,1 1 1 0 0,-1 4-1 0 0,1-6 46 0 0,-1 1 0 0 0,0-1 1 0 0,0 1-1 0 0,0-1 0 0 0,-1 0 0 0 0,1 1 0 0 0,0-1 0 0 0,0 0 0 0 0,-1 1 0 0 0,1-1 1 0 0,-1 0-1 0 0,1 1 0 0 0,-1-1 0 0 0,0 0 0 0 0,0 2 0 0 0,-4 1-11 0 0,0 0 0 0 0,0-1 0 0 0,0 1 0 0 0,0-1 0 0 0,0 0 0 0 0,-1 0 0 0 0,0-1 0 0 0,1 0 0 0 0,-1 0 0 0 0,-10 2 0 0 0,-7 0-28 0 0,-34 3 0 0 0,32-5-197 0 0,-17 0-1088 0 0,13-2-3863 0 0,23 0 2935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7:08.19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105 55 1360 0 0,'0'0'21425'0'0,"-6"-9"-21184"0"0,-15-27-73 0 0,16 27 35 0 0,3 16-906 0 0,-5 0 661 0 0,3-2 47 0 0,-1 0 1 0 0,1-1-1 0 0,-1 0 1 0 0,0 0-1 0 0,0 0 1 0 0,-1 0-1 0 0,1-1 0 0 0,-12 6 1 0 0,16-9-1 0 0,-3 0-9 0 0,3 8 52 0 0,1-8-24 0 0,-1 0-20 0 0,1 0-1 0 0,0 1 0 0 0,0-1 0 0 0,0 0 1 0 0,0 0-1 0 0,0 0 0 0 0,0 0 1 0 0,0 0-1 0 0,0 0 0 0 0,0 0 1 0 0,0 0-1 0 0,0 0 0 0 0,0 1 0 0 0,0-1 1 0 0,0 0-1 0 0,0 0 0 0 0,0 0 1 0 0,0 0-1 0 0,0 0 0 0 0,0 0 1 0 0,0 0-1 0 0,0 0 0 0 0,0 1 1 0 0,0-1-1 0 0,0 0 0 0 0,0 0 0 0 0,0 0 1 0 0,0 0-1 0 0,0 0 0 0 0,0 0 1 0 0,0 0-1 0 0,0 0 0 0 0,0 0 1 0 0,0 1-1 0 0,0-1 0 0 0,0 0 0 0 0,0 0 1 0 0,1 0-1 0 0,-1 0 0 0 0,0 0 1 0 0,0 0-1 0 0,0 0 0 0 0,0 0 1 0 0,0 0-1 0 0,0 0 0 0 0,0 0 1 0 0,0 0-1 0 0,5 6 103 0 0,-4-5-81 0 0,20 23 536 0 0,5 0-352 0 0,-18-15-143 0 0,1 0-1 0 0,1-1 0 0 0,-1 0 1 0 0,1-1-1 0 0,0 0 0 0 0,23 10 1 0 0,-29-15 15 0 0,0-1 0 0 0,0 0 0 0 0,0 0 1 0 0,0 0-1 0 0,0-1 0 0 0,0 1 0 0 0,0-1 0 0 0,1 0 0 0 0,7-1 1 0 0,-10 1-32 0 0,1-1 1 0 0,-1 1-1 0 0,1-1 1 0 0,-1 0-1 0 0,0 0 1 0 0,1 0-1 0 0,-1 0 1 0 0,0 0 0 0 0,0 0-1 0 0,0 0 1 0 0,0-1-1 0 0,0 1 1 0 0,0-1-1 0 0,0 0 1 0 0,0 1-1 0 0,-1-1 1 0 0,4-4 0 0 0,-3 1-80 0 0,0 1 1 0 0,0-1-1 0 0,0 0 1 0 0,-1 0-1 0 0,1 0 1 0 0,-1-1 0 0 0,-1 1-1 0 0,1 0 1 0 0,-1 0-1 0 0,0-1 1 0 0,0 1 0 0 0,-1-9-1 0 0,0 11-31 0 0,1 0 0 0 0,-1 0 1 0 0,0 0-1 0 0,0 0 0 0 0,0 0 0 0 0,0 1 0 0 0,-1-1 1 0 0,1 0-1 0 0,-1 1 0 0 0,1-1 0 0 0,-1 1 0 0 0,0-1 0 0 0,0 1 1 0 0,0 0-1 0 0,0 0 0 0 0,-4-3 0 0 0,2 2-147 0 0,0 0 0 0 0,-1 0 0 0 0,1 0 1 0 0,0 1-1 0 0,-1 0 0 0 0,0 0 0 0 0,0 0 0 0 0,1 0 0 0 0,-6 0 0 0 0,2 0-778 0 0,1 2 0 0 0,-1-1-1 0 0,1 1 1 0 0,0 0 0 0 0,-14 1-1 0 0,16 0-702 0 0,0 0-1 0 0,0 1 1 0 0,0-1-1 0 0,0 1 0 0 0,-4 2 1 0 0,-1 0-4827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7:08.62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6753 0 0,'0'0'15712'0'0,"0"2"-15894"0"0,-1 0 153 0 0,1 0 0 0 0,0 0 0 0 0,0 0 0 0 0,0 0-1 0 0,1-1 1 0 0,-1 1 0 0 0,0 0 0 0 0,1 0-1 0 0,-1 0 1 0 0,1-1 0 0 0,0 3 0 0 0,13 19-67 0 0,-11-19 102 0 0,5 8-106 0 0,2 5-617 0 0,1-1 0 0 0,1-1 1 0 0,23 24-1 0 0,-28-31-328 0 0,1-1-1737 0 0,1-1-3931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7:08.81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16 6457 0 0,'0'0'16737'0'0,"5"-3"-19177"0"0,12-8 1373 0 0,-17 11 1046 0 0,0 0 1 0 0,0 0-1 0 0,0 0 0 0 0,0-1 1 0 0,0 1-1 0 0,1 0 1 0 0,-1 0-1 0 0,0 0 0 0 0,0 0 1 0 0,0 0-1 0 0,0 0 1 0 0,0 0-1 0 0,0 0 0 0 0,0 0 1 0 0,1 0-1 0 0,-1 0 0 0 0,0 0 1 0 0,0 0-1 0 0,0 0 1 0 0,0 0-1 0 0,0 0 0 0 0,0 0 1 0 0,0 0-1 0 0,1 0 1 0 0,-1 0-1 0 0,0 0 0 0 0,0 0 1 0 0,0 0-1 0 0,0 0 0 0 0,0 0 1 0 0,0 0-1 0 0,0 0 1 0 0,0 1-1 0 0,1-1 0 0 0,-1 0 1 0 0,0 0-1 0 0,0 0 1 0 0,0 0-1 0 0,0 0 0 0 0,0 0 1 0 0,0 0-1 0 0,0 0 1 0 0,0 0-1 0 0,0 0 0 0 0,0 1 1 0 0,0-1-1 0 0,0 0 0 0 0,0 0 1 0 0,0 0-1 0 0,0 0 1 0 0,0 0-1 0 0,0 0 0 0 0,0 0 1 0 0,0 1-1 0 0,0-1 1 0 0,0 0-1 0 0,0 0 0 0 0,0 0 1 0 0,0 0-1 0 0,0 0 1 0 0,0 0-1 0 0,0 0 0 0 0,0 1 1 0 0,0-1-1 0 0,0 0 0 0 0,-2 7-1056 0 0,-8 12-2716 0 0,3-7-1759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7:09.35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 30 7746 0 0,'0'0'15826'0'0,"-1"0"-15861"0"0,1 1 1 0 0,0 0 0 0 0,0-1 0 0 0,0 1-1 0 0,0 0 1 0 0,0-1 0 0 0,0 1-1 0 0,0 0 1 0 0,0-1 0 0 0,0 1 0 0 0,0 0-1 0 0,0 0 1 0 0,1-1 0 0 0,-1 1-1 0 0,0-1 1 0 0,1 2 0 0 0,44 45-261 0 0,-14-17 41 0 0,-25-23 128 0 0,1 0-1 0 0,-1-1 0 0 0,2 1 1 0 0,-1-1-1 0 0,1-1 1 0 0,8 5-1 0 0,-11-7 41 0 0,-3-2 83 0 0,-1 0-1 0 0,0 0 1 0 0,1-1 0 0 0,-1 1 0 0 0,1 0-1 0 0,-1-1 1 0 0,1 1 0 0 0,-1-1 0 0 0,1 1 0 0 0,0-1-1 0 0,-1 0 1 0 0,1 0 0 0 0,-1 0 0 0 0,1 0 0 0 0,0 0-1 0 0,-1 0 1 0 0,4-1 0 0 0,-4 1 9 0 0,0-1-1 0 0,0 1 1 0 0,-1-1-1 0 0,1 0 1 0 0,0 1 0 0 0,0-1-1 0 0,-1 0 1 0 0,1 1-1 0 0,0-1 1 0 0,-1 0 0 0 0,1 0-1 0 0,-1 0 1 0 0,1 1 0 0 0,-1-1-1 0 0,1 0 1 0 0,-1 0-1 0 0,0 0 1 0 0,1 0 0 0 0,-1 0-1 0 0,0-1 1 0 0,3-25 109 0 0,-2 19-76 0 0,8-55 261 0 0,-9 59-245 0 0,3-26 380 0 0,-3 29-357 0 0,0-1 0 0 0,0 0 1 0 0,1 1-1 0 0,-1-1 0 0 0,1 0 0 0 0,-1 1 1 0 0,1-1-1 0 0,-1 1 0 0 0,1-1 1 0 0,0 1-1 0 0,0-1 0 0 0,0 1 0 0 0,2-2 1 0 0,-2 2-50 0 0,-1 1 0 0 0,1-1 0 0 0,0 1 0 0 0,0 0 0 0 0,0-1 1 0 0,0 1-1 0 0,0 0 0 0 0,0 0 0 0 0,0 0 0 0 0,0 0 0 0 0,-1 0 1 0 0,1 0-1 0 0,0 0 0 0 0,0 0 0 0 0,0 0 0 0 0,0 0 0 0 0,0 0 1 0 0,0 0-1 0 0,0 1 0 0 0,0-1 0 0 0,0 0 0 0 0,0 1 0 0 0,-1-1 1 0 0,1 1-1 0 0,0-1 0 0 0,1 2 0 0 0,3 1-175 0 0,-1 0 0 0 0,0 1 0 0 0,5 5 0 0 0,-7-7 180 0 0,25 26-787 0 0,-1 2 1 0 0,21 32-1 0 0,-11-7-8657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7:09.85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3153 0 0,'0'0'19317'0'0,"2"4"-19524"0"0,93 299 505 0 0,-45-166-381 0 0,-36-99 71 0 0,8 32-324 0 0,-20-51-239 0 0,-3-12-2457 0 0,1-7 2908 0 0,-1 0 0 0 0,1 0 0 0 0,0 1 0 0 0,0-1 0 0 0,0 0 0 0 0,-1 0 0 0 0,1 0 0 0 0,0 0 0 0 0,0 0 1 0 0,-1 0-1 0 0,1 0 0 0 0,0 0 0 0 0,0 0 0 0 0,-1 0 0 0 0,1 0 0 0 0,0 0 0 0 0,0 0 0 0 0,-1 0 0 0 0,1 0 1 0 0,0 0-1 0 0,0 0 0 0 0,-1 0 0 0 0,1 0 0 0 0,0 0 0 0 0,0 0 0 0 0,-1 0 0 0 0,1-1 0 0 0,0 1 0 0 0,0 0 1 0 0,0 0-1 0 0,-1 0 0 0 0,1 0 0 0 0,0 0 0 0 0,0-1 0 0 0,0 1 0 0 0,-8-6-4108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7:10.07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358 34 3441 0 0,'0'0'17338'0'0,"-27"-3"-17138"0"0,-82-9-93 0 0,59 4-42 0 0,37 6-55 0 0,-109-6-2340 0 0,119 8 1841 0 0,0 0-1 0 0,1 0 1 0 0,-1 1 0 0 0,0-1 0 0 0,1 1 0 0 0,-5 1 0 0 0,-6 4-5896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7:10.66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170 14 3649 0 0,'0'0'17042'0'0,"-3"-2"-16997"0"0,-10-10-34 0 0,13 13-7 0 0,-1-1-1 0 0,1 0 1 0 0,-1 0 0 0 0,0 0 0 0 0,1 0-1 0 0,-1 1 1 0 0,1-1 0 0 0,-1 0-1 0 0,1 0 1 0 0,-1 1 0 0 0,1-1-1 0 0,-1 1 1 0 0,1-1 0 0 0,-1 0-1 0 0,1 1 1 0 0,-1 0 0 0 0,-8 8 86 0 0,5-4-48 0 0,1 0-1 0 0,-1 0 0 0 0,1 0 0 0 0,0 0 0 0 0,1 1 0 0 0,-1-1 0 0 0,1 1 0 0 0,0 0 0 0 0,0 0 0 0 0,1 0 0 0 0,-1 6 0 0 0,-1 9-26 0 0,2 39 0 0 0,1-51-80 0 0,0-8 82 0 0,0 0-1 0 0,0 0 1 0 0,1 0 0 0 0,-1 0-1 0 0,0 0 1 0 0,1 0 0 0 0,-1 0 0 0 0,1 0-1 0 0,-1 0 1 0 0,1 0 0 0 0,0 0-1 0 0,-1 0 1 0 0,1-1 0 0 0,0 1-1 0 0,-1 0 1 0 0,1 0 0 0 0,2 0 0 0 0,17 13 178 0 0,-12-10-152 0 0,8 6 3 0 0,-1-1-1 0 0,16 14 1 0 0,-17-14-41 0 0,-12-9-8 0 0,0 1 1 0 0,0 1-1 0 0,0-1 0 0 0,0 0 1 0 0,0 0-1 0 0,0 1 0 0 0,0-1 1 0 0,-1 1-1 0 0,1 0 1 0 0,-1 0-1 0 0,1-1 0 0 0,-1 1 1 0 0,1 0-1 0 0,1 3 0 0 0,-3-4-9 0 0,0 0-1 0 0,0 0 0 0 0,1 0 0 0 0,-1 0 0 0 0,0 0 0 0 0,0 0 1 0 0,0-1-1 0 0,0 1 0 0 0,0 0 0 0 0,0 0 0 0 0,0 0 1 0 0,-1 0-1 0 0,1 0 0 0 0,0 0 0 0 0,0 0 0 0 0,-1 0 0 0 0,1-1 1 0 0,-1 1-1 0 0,1 0 0 0 0,0 0 0 0 0,-1 0 0 0 0,0-1 1 0 0,1 1-1 0 0,-1 0 0 0 0,1-1 0 0 0,-1 1 0 0 0,0 0 0 0 0,0 0 1 0 0,-3 1-29 0 0,1 0 0 0 0,-1-1 0 0 0,1 1 1 0 0,-1-1-1 0 0,-6 2 0 0 0,8-3 25 0 0,-7 2-67 0 0,0-1-1 0 0,0 1 0 0 0,-1-2 1 0 0,-17 0-1 0 0,-36-7-1485 0 0,22 1-2108 0 0,16 3-3109 0 0,13 2-2131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2:30.39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 37 0 0 0,'0'0'1500'0'0,"-1"-3"62"0"0,-1-4 2211 0 0,-4-16 13031 0 0,6 20-14533 0 0,1 20-2157 0 0,1 0 1 0 0,1 0 0 0 0,0 0 0 0 0,8 21-1 0 0,-1-1 23 0 0,15 46 138 0 0,-7-25-175 0 0,-8-21-20 0 0,13 45 72 0 0,-22-77-141 0 0,0 1-1 0 0,-1-1 1 0 0,1 0-1 0 0,-2 8 1 0 0,1 1-21 0 0,0-13-1 0 0,0-10-2847 0 0,0 3 1041 0 0,0-4-2195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2:30.84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36 432 0 0,'0'0'19330'0'0,"23"-6"-19144"0"0,75-18-14 0 0,-90 22-128 0 0,0 1-1 0 0,17-1 1 0 0,-22 2-19 0 0,0 0-1 0 0,0 1 1 0 0,0-1-1 0 0,6 3 1 0 0,-1-1 23 0 0,7 2 51 0 0,-1 1 1 0 0,0 1 0 0 0,0 0 0 0 0,-1 1 0 0 0,19 11-1 0 0,-8-1 100 0 0,39 35 0 0 0,-49-38-165 0 0,0-1 1 0 0,-1 2-1 0 0,0 0 1 0 0,18 30-1 0 0,-26-36-27 0 0,0 0 0 0 0,0 1 0 0 0,-1 0-1 0 0,0 0 1 0 0,-1 0 0 0 0,0 0 0 0 0,-1 1-1 0 0,0-1 1 0 0,0 1 0 0 0,-1 13 0 0 0,-1-19 1 0 0,1 1 15 0 0,-1 0 0 0 0,0 0-1 0 0,-1-1 1 0 0,0 1-1 0 0,1 0 1 0 0,-2-1 0 0 0,1 1-1 0 0,-3 6 1 0 0,1-6 31 0 0,0 0 0 0 0,0 0 0 0 0,0 0-1 0 0,-1-1 1 0 0,-6 8 0 0 0,7-10-25 0 0,0 0 0 0 0,-1-1 0 0 0,1 1 0 0 0,0-1 0 0 0,-1 0 0 0 0,0 0 0 0 0,1 0 0 0 0,-1 0 0 0 0,-8 2 0 0 0,-4-1-88 0 0,-1 0 0 0 0,1 0-1 0 0,-1-2 1 0 0,0 0 0 0 0,-25-2-1 0 0,5 0-685 0 0,22 1 71 0 0,-15 0-1939 0 0,12-2-2688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2:31.38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7778 0 0,'0'0'16182'0'0,"0"3"-16064"0"0,0 0-102 0 0,0-1 8 0 0,0 1 0 0 0,0-1 0 0 0,0 0 0 0 0,0 1 0 0 0,0-1 0 0 0,1 0-1 0 0,-1 0 1 0 0,1 1 0 0 0,0-1 0 0 0,1 4 0 0 0,7 11 163 0 0,2 3-15 0 0,6 2-3 0 0,1 3 55 0 0,29 29 0 0 0,-8-9-125 0 0,-21-24-104 0 0,-18-20-6 0 0,1 0 0 0 0,-1 0 0 0 0,1 0 0 0 0,-1 0 0 0 0,1-1 0 0 0,-1 1 0 0 0,0 0 0 0 0,1 0 0 0 0,-1 0 0 0 0,0 0 1 0 0,0 0-1 0 0,0 0 0 0 0,0 0 0 0 0,0 0 0 0 0,0 0 0 0 0,0 2 0 0 0,0 0-153 0 0,0-3 20 0 0,-3 0-1854 0 0,0-1 1310 0 0,1 0 0 0 0,-1 1 0 0 0,0-1 1 0 0,1-1-1 0 0,-1 1 0 0 0,0 0 1 0 0,1-1-1 0 0,0 1 0 0 0,-1-1 0 0 0,1 0 1 0 0,0 1-1 0 0,-3-4 0 0 0,-3-2-4275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2:31.73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82 2657 0 0,'0'0'18932'0'0,"25"-7"-18802"0"0,77-25-32 0 0,-63 22-36 0 0,-23 10-23 0 0,-4 0-16 0 0,22-1 41 0 0,69-4 280 0 0,-102 5-360 0 0,0 0 0 0 0,-1-1 0 0 0,1 1 0 0 0,0 0 0 0 0,0 0 0 0 0,0 0 0 0 0,0-1 0 0 0,0 1 0 0 0,-1-1 0 0 0,1 1 0 0 0,0-1 0 0 0,0 1 0 0 0,0-1 0 0 0,0-3-865 0 0,-7 2-480 0 0,-7-3-1793 0 0,10 4 2793 0 0,1 0 0 0 0,0 0 0 0 0,-1 0 0 0 0,1 1 0 0 0,-4-2 0 0 0,-41-2-7967 0 0,39 3 2093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2:32.09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 19 0 0 0,'0'0'20142'0'0,"0"2"-19652"0"0,-1 8 1009 0 0,20-10 822 0 0,-14 0-2157 0 0,0-1 0 0 0,0 0 1 0 0,0 0-1 0 0,0 0 0 0 0,10-4 1 0 0,-9 3-104 0 0,0 0 0 0 0,12-3 0 0 0,2 3-54 0 0,5-2-533 0 0,33 0 0 0 0,-51 1-261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2:32.78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 5 0 0 0,'0'0'22063'0'0,"-1"-1"-21454"0"0,-4-2-125 0 0,4 4 243 0 0,6 9 490 0 0,-1-1-1530 0 0,28 61 339 0 0,11 27 22 0 0,-36-79-46 0 0,-4-11-3 0 0,0 0-1 0 0,2 12 1 0 0,-3-13-1080 0 0,-7-23-6223 0 0,-9-3-499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2:33.26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613 59 2208 0 0,'0'0'22316'0'0,"-2"-1"-22013"0"0,-8-1-187 0 0,1 1 0 0 0,-1-1 0 0 0,0 2 0 0 0,-1 0 1 0 0,-13 1-1 0 0,-3 0-33 0 0,-48-5 255 0 0,-134-24 0 0 0,180 23-282 0 0,18 3-38 0 0,-25-4-15 0 0,-68-3 0 0 0,98 9 2 0 0,3 0-232 0 0,0 0 0 0 0,1 0 0 0 0,-1 0 0 0 0,0 0 0 0 0,-4 2 0 0 0,6-2-3 0 0,0 1 1 0 0,0-1 0 0 0,0 1-1 0 0,0-1 1 0 0,0 1 0 0 0,0 0-1 0 0,0-1 1 0 0,1 1 0 0 0,-1 0-1 0 0,0 0 1 0 0,0 0 0 0 0,1-1 0 0 0,-1 1-1 0 0,0 0 1 0 0,0 2 0 0 0,-4 7-3427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7:18.33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1821 13 0 0 0,'2'-1'20572'0'0,"-365"-1"-18188"0"0,287-2-1976 0 0,-187 3 190 0 0,214-1-420 0 0,31 0-162 0 0,-1 2 1 0 0,1 0-1 0 0,-24 4 0 0 0,9 2 1 0 0,15-2 3 0 0,-26 3 1 0 0,-2-4 41 0 0,-46 3 49 0 0,24 1-39 0 0,44-6-4 0 0,-34 6 0 0 0,33-3-23 0 0,-39 1-1 0 0,-114-3 499 0 0,127 3-430 0 0,-136-3 342 0 0,135 0 280 0 0,46 1-651 0 0,-2-3-435 0 0,6 0 72 0 0,0 0-1 0 0,-1 0 0 0 0,1 0 0 0 0,0 0 1 0 0,-1 1-1 0 0,-3 0 0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3:30.5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0 8498 0 0,'0'0'15735'0'0,"-2"7"-15645"0"0,-2 12 110 0 0,1 0 1 0 0,1 0 0 0 0,1 20-1 0 0,1-36-176 0 0,-1 3 23 0 0,1 0 0 0 0,0 0 0 0 0,1 0 0 0 0,-1-1 0 0 0,1 1 0 0 0,0 0 0 0 0,1 0 0 0 0,4 10 0 0 0,0 0 64 0 0,1 2-19 0 0,-2-9-181 0 0,-3-5 1854 0 0,-1-12-722 0 0,3-158-481 0 0,-4 165-553 0 0,0 0 1 0 0,0 0 0 0 0,0-1-1 0 0,0 1 1 0 0,0 0 0 0 0,1 0 0 0 0,-1 0-1 0 0,1 0 1 0 0,-1 0 0 0 0,0 0-1 0 0,1 0 1 0 0,0 0 0 0 0,-1 0-1 0 0,1 0 1 0 0,0 0 0 0 0,-1 0 0 0 0,1 0-1 0 0,0 0 1 0 0,0 0 0 0 0,0 1-1 0 0,0-1 1 0 0,0 0 0 0 0,0 1 0 0 0,0-1-1 0 0,0 1 1 0 0,0-1 0 0 0,0 1-1 0 0,0-1 1 0 0,2 1 0 0 0,-1-1-15 0 0,1 0 0 0 0,-1 1 0 0 0,1 0 0 0 0,-1 0-1 0 0,1-1 1 0 0,0 1 0 0 0,-1 1 0 0 0,1-1 0 0 0,-1 0 0 0 0,1 1 0 0 0,-1-1 0 0 0,5 2 0 0 0,4 3-20 0 0,-1 0 0 0 0,1 1 1 0 0,-1 0-1 0 0,0 0 0 0 0,-1 1 0 0 0,0 0 1 0 0,0 1-1 0 0,9 9 0 0 0,24 25 10 0 0,-15-18-16 0 0,-9-3-444 0 0,-37-17-11841 0 0,11-4 6016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3:30.7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194 17 8042 0 0,'0'0'18844'0'0,"-9"0"-18494"0"0,1 1-276 0 0,-13 0 309 0 0,-27 0-1 0 0,45-1-407 0 0,-88-11-1255 0 0,90 11 983 0 0,0 0 1 0 0,0 0-1 0 0,1 0 1 0 0,-1-1 0 0 0,0 1-1 0 0,1 0 1 0 0,-1 0-1 0 0,0-1 1 0 0,1 1 0 0 0,-1-1-1 0 0,0 1 1 0 0,1 0-1 0 0,-1-1 1 0 0,1 1 0 0 0,-1-1-1 0 0,1 0 1 0 0,-1 1-1 0 0,1-1 1 0 0,-1 1-1 0 0,0-2 1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3:30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73 9234 0 0,'0'0'15565'0'0,"-28"-12"-15641"0"0,-84-36-138 0 0,77 36-147 0 0,35 12 338 0 0,0 0-1 0 0,0 0 1 0 0,-1 0 0 0 0,1 0-1 0 0,0 0 1 0 0,0 0 0 0 0,-1 0-1 0 0,1 0 1 0 0,0 0-1 0 0,-1 0 1 0 0,1 0 0 0 0,0 0-1 0 0,0 0 1 0 0,-1 0-1 0 0,1 0 1 0 0,0 0 0 0 0,0 0-1 0 0,-1 0 1 0 0,1 0 0 0 0,0 0-1 0 0,-1 1 1 0 0,1-1-1 0 0,0 0 1 0 0,0 0 0 0 0,0 0-1 0 0,-1 0 1 0 0,1 1-1 0 0,0-1 1 0 0,0 0 0 0 0,0 0-1 0 0,-1 1 1 0 0,-2 2-540 0 0,0-1-451 0 0,1 1-1 0 0,-1-1 1 0 0,1 1 0 0 0,-4 5 0 0 0,-3 4-6023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3:31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111 48 7266 0 0,'0'0'16270'0'0,"-11"-3"-16181"0"0,-35-7-57 0 0,33 8-28 0 0,13 2-4 0 0,0 0 0 0 0,0 0 0 0 0,0 0 0 0 0,0 0 0 0 0,0 0 0 0 0,0 0 0 0 0,0 0 0 0 0,0 0 0 0 0,0 0 0 0 0,0 0 0 0 0,0 0 0 0 0,-1 0 0 0 0,1 0 0 0 0,0 0 0 0 0,0 0 0 0 0,0 0 0 0 0,0 0 0 0 0,0 0 0 0 0,0 0-1 0 0,0 0 1 0 0,0 0 0 0 0,0 0 0 0 0,0 0 0 0 0,0 0 0 0 0,0 0 0 0 0,0 0 0 0 0,0 0 0 0 0,0 0 0 0 0,0 0 0 0 0,0 0 0 0 0,0 0 0 0 0,0 1 0 0 0,0-1 0 0 0,0 0 0 0 0,0 0 0 0 0,0 0 0 0 0,0 0 0 0 0,0 0 0 0 0,0 0 0 0 0,0 0 0 0 0,0 0 0 0 0,0 0 0 0 0,0 0-1 0 0,0 0 1 0 0,0 0 0 0 0,0 0 0 0 0,0 0 0 0 0,0 0 0 0 0,0 0 0 0 0,0 0 0 0 0,0 1 0 0 0,0-1 0 0 0,0 0 0 0 0,0 0 0 0 0,0 0 0 0 0,0 0 0 0 0,0 0 0 0 0,1 3-11 0 0,-8 13-9 0 0,-9 30 0 0 0,4-11 70 0 0,11-28-17 0 0,-1-1-1 0 0,1 1 0 0 0,0 0 0 0 0,1 0 0 0 0,0 0 1 0 0,0 7-1 0 0,0-2 244 0 0,0-12-219 0 0,1 1 0 0 0,-1 0-1 0 0,0 0 1 0 0,1 0 0 0 0,-1 0 0 0 0,0-1 0 0 0,1 1 0 0 0,-1 0-1 0 0,1-1 1 0 0,0 1 0 0 0,-1 0 0 0 0,1-1 0 0 0,-1 1 0 0 0,1 0-1 0 0,0-1 1 0 0,0 1 0 0 0,-1-1 0 0 0,1 1 0 0 0,0-1 0 0 0,1 1 0 0 0,19 7 623 0 0,3-4-402 0 0,0-1 0 0 0,0-1 0 0 0,46-2 0 0 0,-33 0-51 0 0,-34 0-188 0 0,0 0 0 0 0,0-1 1 0 0,1 1-1 0 0,-1-1 1 0 0,0 0-1 0 0,0 0 1 0 0,0 0-1 0 0,0 0 1 0 0,0 0-1 0 0,5-4 1 0 0,-6 4-16 0 0,0 0-1 0 0,-1 0 1 0 0,1 0 0 0 0,-1-1 0 0 0,1 1 0 0 0,-1-1-1 0 0,1 1 1 0 0,-1-1 0 0 0,0 0 0 0 0,0 1 0 0 0,0-1 0 0 0,0 0-1 0 0,0 0 1 0 0,0 0 0 0 0,0 0 0 0 0,-1 0 0 0 0,1-3-1 0 0,0 1-34 0 0,0-1 0 0 0,0 1 0 0 0,-1 0 0 0 0,0-1 0 0 0,0 1 0 0 0,0 0 0 0 0,-1 0 0 0 0,1-1 0 0 0,-1 1 0 0 0,0 0 0 0 0,0 0 0 0 0,-1 0 0 0 0,1 0 0 0 0,-1 0 0 0 0,-2-5 0 0 0,-5-4-225 0 0,-1 1 1 0 0,-12-15-1 0 0,16 22 31 0 0,0-1-1 0 0,-1 1 1 0 0,1 0 0 0 0,-1 1-1 0 0,0 0 1 0 0,-10-5 0 0 0,-24-6-2857 0 0,14 7-3247 0 0,10 5-4762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3:28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1203 82 0 0 0,'0'0'7999'0'0,"15"-6"-6636"0"0,45-18 1 0 0,-43 15-372 0 0,-14 6-142 0 0,0-1-167 0 0,19-12 3644 0 0,-17 14-3952 0 0,0-1 0 0 0,0 1 0 0 0,0 0 0 0 0,0 0 0 0 0,0 1 0 0 0,1-1 0 0 0,-1 1 0 0 0,9-1 0 0 0,49 0 52 0 0,-54 2 1689 0 0,-12 0-2178 0 0,1 0 0 0 0,-1 0 0 0 0,0 0 0 0 0,1 0 0 0 0,-1 0 0 0 0,1 1 1 0 0,-1-1-1 0 0,1 1 0 0 0,0 0 0 0 0,-1 0 0 0 0,1-1 0 0 0,-4 4 0 0 0,-11 2 221 0 0,-1-2 72 0 0,-1-1 0 0 0,-24 1-1 0 0,-1 1 94 0 0,7-2-58 0 0,-56-2 0 0 0,50-2-145 0 0,-135 3 236 0 0,-53 5 290 0 0,162-7-318 0 0,-241 5 659 0 0,206 0-478 0 0,-39-1-206 0 0,141-4-303 0 0,-27 1 231 0 0,22 0 159 0 0,19-1-227 0 0,-9 0-171 0 0,0 0 0 0 0,0 1 0 0 0,0 0-1 0 0,0-1 1 0 0,0 1 0 0 0,0 0 0 0 0,3 2 0 0 0,7 2-3 0 0,281 99-66 0 0,-251-86 36 0 0,-2 2-1 0 0,0 1 1 0 0,-1 3-1 0 0,67 52 1 0 0,-102-72 29 0 0,0 0 0 0 0,-1 0 0 0 0,1 1 0 0 0,-1 0 0 0 0,0 0 0 0 0,0 0 0 0 0,0 0 0 0 0,0 0 0 0 0,-1 1 0 0 0,0 0 0 0 0,0 0 0 0 0,-1 0 0 0 0,0 0 0 0 0,0 0 0 0 0,0 0 0 0 0,-1 0 0 0 0,0 1 0 0 0,0-1 0 0 0,0 1 0 0 0,-1-1 0 0 0,0 8 0 0 0,-1-10 10 0 0,0 1-1 0 0,0-1 0 0 0,0 0 0 0 0,0 0 1 0 0,-1 0-1 0 0,0 0 0 0 0,0 0 0 0 0,0 0 1 0 0,0 0-1 0 0,-1 0 0 0 0,1-1 0 0 0,-1 1 1 0 0,0-1-1 0 0,-4 4 0 0 0,-4 4 18 0 0,-1-1 1 0 0,-22 14-1 0 0,-22 9 29 0 0,-75 34 1 0 0,23-13-17 0 0,57-25-31 0 0,2 3 0 0 0,-69 57-1 0 0,94-72 14 0 0,17-12-12 0 0,-1 0 0 0 0,-9 10 0 0 0,9-7 4 0 0,-19 17 6 0 0,25-24-11 0 0,1-1 2 0 0,1 0 0 0 0,-1 0 0 0 0,1 0 0 0 0,0 1 0 0 0,-1-1 0 0 0,1 0-1 0 0,0 0 1 0 0,-1 0 0 0 0,1 1 0 0 0,-1-1 0 0 0,1 0 0 0 0,0 0 0 0 0,0 1-1 0 0,-1-1 1 0 0,1 0 0 0 0,0 1 0 0 0,-1-1 0 0 0,1 0 0 0 0,0 1 0 0 0,0-1-1 0 0,0 0 1 0 0,-1 1 0 0 0,1-1 0 0 0,0 1 0 0 0,0-1 0 0 0,0 0 0 0 0,0 1 0 0 0,0-1-1 0 0,0 1 1 0 0,0-1 0 0 0,0 1 0 0 0,0-1 0 0 0,0 1 0 0 0,0-1 148 0 0,214 6 707 0 0,172-15-674 0 0,-32-18-130 0 0,-320 25-299 0 0,53-9 1 0 0,-81 8-948 0 0,-9 0-1000 0 0,-8 0-56 0 0,-24-3-6098 0 0,-37 0 1 0 0,57 6 1941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3:29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 1656 0 0,'0'0'24560'0'0,"20"-5"-24185"0"0,62-14-134 0 0,-62 15 15 0 0,-16 16-408 0 0,7 14 330 0 0,-1-1-1632 0 0,-7-8-7593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3:29.5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 12147 0 0,'0'0'14645'0'0,"0"-2"-14802"0"0,0-4 94 0 0,1 6-7 0 0,2 13-73 0 0,0 2 27 0 0,-1 1-627 0 0,3 22 0 0 0,-4-15-2436 0 0,0-7-1595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3:32.7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104 219 11947 0 0,'0'0'13690'0'0,"-3"0"-13477"0"0,-12 0 7 0 0,13 16-114 0 0,0-2-60 0 0,0 0 1 0 0,1 1-1 0 0,1-1 0 0 0,2 23 0 0 0,-1-34-34 0 0,-1-1 1 0 0,1 1-1 0 0,0-1 1 0 0,-1 0 0 0 0,1 1-1 0 0,0-1 1 0 0,2 3-1 0 0,3 8 65 0 0,-21-45 1732 0 0,-17-44-1438 0 0,4 13-70 0 0,24 53-228 0 0,1 4 35 0 0,0-1 0 0 0,1 0 0 0 0,0 1 0 0 0,0-1 0 0 0,1 0 0 0 0,0 0 0 0 0,0-7 0 0 0,1 14-37 0 0,1 0-123 0 0,-1 0 27 0 0,1 0-1 0 0,0 0 1 0 0,0 1 0 0 0,0-1-1 0 0,0 0 1 0 0,0 1 0 0 0,0-1-1 0 0,0 1 1 0 0,0-1 0 0 0,-1 1-1 0 0,1-1 1 0 0,0 1 0 0 0,0-1-1 0 0,-1 1 1 0 0,1 0-1 0 0,0 0 1 0 0,-1-1 0 0 0,2 3-1 0 0,2 2-45 0 0,16 11-17 0 0,96 78 12 0 0,-94-78 66 0 0,0-2 0 0 0,0-1 1 0 0,29 13-1 0 0,-44-23 13 0 0,1 1 11 0 0,0-1 1 0 0,0 0 0 0 0,1 0-1 0 0,-1 0 1 0 0,1-1 0 0 0,-1-1-1 0 0,15 2 1 0 0,-22-3 0 0 0,0 0-1 0 0,0 0 1 0 0,-1 0 0 0 0,1-1 0 0 0,0 1-1 0 0,0 0 1 0 0,0 0 0 0 0,0 0 0 0 0,0-1-1 0 0,0 1 1 0 0,0-1 0 0 0,0 1 0 0 0,0-1-1 0 0,-1 1 1 0 0,1-1 0 0 0,0 1 0 0 0,0-1-1 0 0,-1 1 1 0 0,1-1 0 0 0,0 0 0 0 0,-1 0-1 0 0,1 1 1 0 0,0-1 0 0 0,-1 0 0 0 0,1 0-1 0 0,-1 0 1 0 0,0 0 0 0 0,1 1 0 0 0,-1-1-1 0 0,0 0 1 0 0,1 0 0 0 0,-1 0-1 0 0,0 0 1 0 0,0 0 0 0 0,0-1 0 0 0,2-11 5 0 0,-1 1-1 0 0,-1-1 1 0 0,0 0 0 0 0,-1 0 0 0 0,0 1 0 0 0,-5-18-1 0 0,0 9-200 0 0,-2 0-1 0 0,0 1 0 0 0,-2 0 0 0 0,0 0 0 0 0,-1 1 0 0 0,-1 0 0 0 0,-18-22 0 0 0,27 38-125 0 0,0 0-1 0 0,0-1 0 0 0,0 1 0 0 0,0 0 0 0 0,0 1 0 0 0,-1-1 0 0 0,-3-2 0 0 0,4 4-433 0 0,1 0 0 0 0,-1 0 0 0 0,1 0 0 0 0,-1 1 0 0 0,1-1 0 0 0,-1 0 0 0 0,1 1 0 0 0,-1 0 0 0 0,1 0-1 0 0,-1 0 1 0 0,1 0 0 0 0,-5 0 0 0 0,7 0 438 0 0,-1 0 1 0 0,1 0-1 0 0,0 1 0 0 0,-1-1 0 0 0,1 0 1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3:33.0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259 21 9762 0 0,'0'0'15857'0'0,"-22"-4"-15751"0"0,-70-8-47 0 0,83 10-48 0 0,1 1-1 0 0,-1 0 1 0 0,-14 1 0 0 0,9 0-18 0 0,-1 1-587 0 0,-19 1 1 0 0,18 1-2890 0 0,-1 2-4101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3:33.3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14067 0 0,'0'0'13404'0'0,"0"2"-13386"0"0,0-1-23 0 0,0 1 0 0 0,0-1 0 0 0,0 0 0 0 0,0 1 0 0 0,1-1 0 0 0,-1 1 0 0 0,0-1 0 0 0,1 1 1 0 0,-1-1-1 0 0,1 0 0 0 0,0 1 0 0 0,-1-1 0 0 0,2 2 0 0 0,13 18-108 0 0,-7-9 81 0 0,9 13-14 0 0,-2 0 1 0 0,21 48-1 0 0,-25-46-411 0 0,4 11-1332 0 0,-9-10-7538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3:37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13 7714 0 0,'0'0'12809'0'0,"-2"-2"-12448"0"0,-3-6-55 0 0,3 5 730 0 0,3 4-1036 0 0,0 1 1 0 0,0-1-1 0 0,-1 0 0 0 0,1 0 0 0 0,0 0 1 0 0,-1 0-1 0 0,1 0 0 0 0,-1 1 0 0 0,1 0 1 0 0,0 2 28 0 0,0-1 1 0 0,1 0-1 0 0,-1 0 1 0 0,1 0-1 0 0,0 0 1 0 0,-1 0-1 0 0,1 0 1 0 0,3 2 0 0 0,21 23 239 0 0,-4-6-71 0 0,4 7-11 0 0,2-1 0 0 0,1-1 0 0 0,1-2 0 0 0,65 43 0 0 0,-32-32-48 0 0,-62-36-198 0 0,-1 0 0 0 0,0 0 0 0 0,0 0 0 0 0,0 0 0 0 0,0 1 0 0 0,0-1 0 0 0,0 0 0 0 0,0 0 0 0 0,1 0-825 0 0,-1 0 825 0 0,0 0 0 0 0,0 0 0 0 0,0 1 0 0 0,0-1 0 0 0,0 0 0 0 0,0 0 0 0 0,0 0 0 0 0,1 0 0 0 0,-1 0 0 0 0,0-1 0 0 0,0 1 0 0 0,0 0 0 0 0,0 0 0 0 0,0 0 0 0 0,0 0 0 0 0,0 0 0 0 0,0 0 0 0 0,0 0 0 0 0,0 0 0 0 0,1 0 0 0 0,-1 0-412 0 0,-3-6-2801 0 0,-12-13-3880 0 0,9 10 2322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3:37.7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323 24 6113 0 0,'0'0'20531'0'0,"-12"-3"-20184"0"0,-37-13-47 0 0,47 16-259 0 0,0-1 0 0 0,0 0 1 0 0,0 0-1 0 0,0 1 0 0 0,0-1 0 0 0,0 1 0 0 0,0 0 0 0 0,-1 0 0 0 0,1 0 0 0 0,-3 0 1 0 0,-2 1 100 0 0,5-1-126 0 0,-1 0 0 0 0,1 1 0 0 0,0-1 0 0 0,0 1 0 0 0,0-1-1 0 0,0 1 1 0 0,0 0 0 0 0,0 0 0 0 0,0 0 0 0 0,0 0 0 0 0,0 0 0 0 0,0 1 0 0 0,1-1 0 0 0,-1 0 0 0 0,0 1 0 0 0,1 0-1 0 0,-2 1 1 0 0,-3 5 2 0 0,-1 0-1 0 0,-5 12 0 0 0,9-16-8 0 0,-14 28 51 0 0,-1 1-10 0 0,14-26-41 0 0,1 1 1 0 0,-1-1-1 0 0,0 0 1 0 0,-1-1-1 0 0,0 1 1 0 0,0-1 0 0 0,0 1-1 0 0,-10 8 1 0 0,2-6-836 0 0,4-2 533 0 0,0 0 0 0 0,-11 5 0 0 0,6-6-5239 0 0,-1-2-5416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3:38.7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70 10058 0 0,'0'0'15614'0'0,"-25"-11"-15455"0"0,-75-35-39 0 0,96 44-108 0 0,1 1 0 0 0,-1-1 0 0 0,1 0 1 0 0,-1 1-1 0 0,0 0 0 0 0,-5-1 0 0 0,3 2 47 0 0,4-1-56 0 0,1 1 0 0 0,0 0 1 0 0,0 0-1 0 0,0 0 0 0 0,-1 0 0 0 0,1 0 0 0 0,0 0 0 0 0,0 0 0 0 0,0 0 0 0 0,-1 1 0 0 0,1-1 1 0 0,0 0-1 0 0,0 1 0 0 0,0-1 0 0 0,0 1 0 0 0,-1-1 0 0 0,1 1 0 0 0,0 0 0 0 0,-1 0 1 0 0,1 0-4 0 0,0 1 0 0 0,0-1 0 0 0,1 1 0 0 0,-1-1 0 0 0,0 0 0 0 0,1 1 0 0 0,-1-1 0 0 0,1 1 1 0 0,-1 0-1 0 0,1-1 0 0 0,0 1 0 0 0,0-1 0 0 0,0 1 0 0 0,0-1 0 0 0,0 1 0 0 0,0 0 0 0 0,0-1 0 0 0,0 1 1 0 0,0-1-1 0 0,1 1 0 0 0,-1-1 0 0 0,1 1 0 0 0,-1 0 0 0 0,1-1 0 0 0,1 3 0 0 0,14 19 25 0 0,-1 1 0 0 0,0 0-1 0 0,17 45 1 0 0,-27-56-34 0 0,-1 0-1 0 0,0 1 1 0 0,-1-1 0 0 0,2 23 0 0 0,-1 58-9 0 0,-1-12 15 0 0,5 21 1 0 0,-7-96 4 0 0,0 1 1 0 0,0-1 0 0 0,1 0 0 0 0,3 9 0 0 0,-4-13 50 0 0,0 0-1 0 0,0-1 1 0 0,0 1 0 0 0,0-1 0 0 0,1 0 0 0 0,-1 1 0 0 0,1-1 0 0 0,-1 0-1 0 0,1 0 1 0 0,0 0 0 0 0,0 0 0 0 0,0 0 0 0 0,0 0 0 0 0,3 2-1 0 0,-1-3 46 0 0,-1 0 0 0 0,1-1 0 0 0,0 1 0 0 0,-1-1 0 0 0,1 0 0 0 0,-1 0 0 0 0,1 0-1 0 0,5-1 1 0 0,4 1-48 0 0,-7-1-57 0 0,1 1 0 0 0,0-1 1 0 0,-1-1-1 0 0,1 1 0 0 0,-1-1 0 0 0,0 0 0 0 0,7-4 0 0 0,39-21-2689 0 0,-50 25 1954 0 0,1 0 0 0 0,0 0-1 0 0,0 0 1 0 0,4-5 0 0 0,2-5-7033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3:39.2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41 13243 0 0,'0'0'12832'0'0,"-7"7"-12799"0"0,7-4-31 0 0,0 0 0 0 0,1 0-1 0 0,0 0 1 0 0,-1-1 0 0 0,1 1 0 0 0,0 0-1 0 0,3 4 1 0 0,2 7 26 0 0,-4-7-11 0 0,1 0 0 0 0,1 0 1 0 0,-1 0-1 0 0,1 0 0 0 0,1 0 1 0 0,-1-1-1 0 0,1 0 0 0 0,8 9 1 0 0,-10-13-7 0 0,0-1 0 0 0,0 1 0 0 0,0-1 0 0 0,0 1 0 0 0,0-1 0 0 0,0 0 0 0 0,0 0 0 0 0,0-1 0 0 0,1 1 0 0 0,-1 0 0 0 0,0-1 0 0 0,1 0 0 0 0,5 0 0 0 0,-6 0-5 0 0,0 0-1 0 0,-1 0 1 0 0,1 0-1 0 0,0-1 1 0 0,-1 1 0 0 0,1-1-1 0 0,-1 1 1 0 0,1-1-1 0 0,-1 0 1 0 0,1 0-1 0 0,-1 0 1 0 0,1 0-1 0 0,-1-1 1 0 0,0 1-1 0 0,0-1 1 0 0,0 1-1 0 0,1-1 1 0 0,-2 0-1 0 0,4-2 1 0 0,0-2 10 0 0,-3 4-8 0 0,1-1 0 0 0,-1 1 1 0 0,0-1-1 0 0,0 0 1 0 0,0 0-1 0 0,0 0 0 0 0,1-4 1 0 0,1-2 1 0 0,-1 1 3 0 0,0 0-1 0 0,0 0 1 0 0,-1 0 0 0 0,3-11-1 0 0,-4 10 42 0 0,0-1 1 0 0,6-15-1 0 0,-7 24-43 0 0,1 0 0 0 0,-1 1-1 0 0,0-1 1 0 0,1 0 0 0 0,-1 1 0 0 0,1-1 0 0 0,-1 0 0 0 0,1 1 0 0 0,-1-1 0 0 0,1 0 0 0 0,-1 1 0 0 0,1-1 0 0 0,-1 1-1 0 0,1-1 1 0 0,0 1 0 0 0,-1-1 0 0 0,1 1 0 0 0,0-1 0 0 0,0 1 0 0 0,-1 0 0 0 0,1-1 0 0 0,0 1 0 0 0,0 0 0 0 0,0 0-1 0 0,0 0 1 0 0,1 0-22 0 0,-1 0 1 0 0,1 0-1 0 0,-1 0 0 0 0,1 0 0 0 0,-1 1 0 0 0,0-1 0 0 0,1 0 0 0 0,-1 1 0 0 0,1-1 0 0 0,-1 1 0 0 0,0 0 0 0 0,1-1 1 0 0,-1 1-1 0 0,2 1 0 0 0,86 74-166 0 0,-59-48 152 0 0,61 43 0 0 0,-84-66-30 0 0,-6-4-20 0 0,1 0 0 0 0,-1 0 0 0 0,1 0 0 0 0,-1 0 0 0 0,1 0 0 0 0,0 0-1 0 0,-1 0 1 0 0,1-1 0 0 0,0 1 0 0 0,-1 0 0 0 0,4 0 0 0 0,-15-3-7746 0 0,6 0 6174 0 0,-1 0-1 0 0,1 0 1 0 0,0-1 0 0 0,0 1-1 0 0,-5-5 1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3:39.7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6713 0 0,'0'0'15822'0'0,"20"-1"-15766"0"0,65-1-27 0 0,-71 1-7 0 0,0 1 1 0 0,-1 0-1 0 0,21 4 1 0 0,-13-1-8 0 0,53 9 33 0 0,-73-12-82 0 0,-1 0 1 0 0,1 0 0 0 0,-1 0-1 0 0,0 1 1 0 0,1-1-1 0 0,-1 0 1 0 0,1 0-1 0 0,-1 0 1 0 0,1 0-1 0 0,-1 1 1 0 0,1-1-1 0 0,-1 0 1 0 0,0 1 0 0 0,1-1-1 0 0,-1 0 1 0 0,0 1-1 0 0,1-1 1 0 0,-1 0-1 0 0,0 1 1 0 0,1-1-1 0 0,-1 0 1 0 0,0 1 0 0 0,0-1-1 0 0,1 1 1 0 0,-1-1-1 0 0,0 1 1 0 0,0-1-1 0 0,0 1 1 0 0,0-1-1 0 0,0 1 1 0 0,0-1-1 0 0,0 1 1 0 0,1-1 0 0 0,-1 1-1 0 0,-1-1 1 0 0,1 1-1 0 0,0-1 1 0 0,0 0-1 0 0,0 1 1 0 0,0 0-1 0 0,0 4-97 0 0,9 194-367 0 0,-2-148 530 0 0,3 0 0 0 0,22 71 0 0 0,-6-28 7 0 0,-21-73-51 0 0,-2-13 8 0 0,0 0 0 0 0,-1 0 0 0 0,-1-1 0 0 0,1 2 0 0 0,-1-1 0 0 0,-1 0 0 0 0,1 0 0 0 0,-2 12 0 0 0,0-19 3 0 0,1 0-1 0 0,-1 0 0 0 0,1-1 1 0 0,-1 1-1 0 0,1 0 1 0 0,-1 0-1 0 0,0-1 0 0 0,1 1 1 0 0,-1 0-1 0 0,0-1 1 0 0,0 1-1 0 0,1-1 0 0 0,-1 1 1 0 0,0-1-1 0 0,0 1 1 0 0,-2 0-1 0 0,-18 6 64 0 0,17-6-49 0 0,-2 1-194 0 0,0 0 0 0 0,0-1-1 0 0,0-1 1 0 0,-10 1 0 0 0,-12-1-3376 0 0,11 0-1947 0 0,5 0-4556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3:40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36 264 5513 0 0,'0'0'20297'0'0,"8"-8"-19973"0"0,23-23-86 0 0,-29 29-203 0 0,0 0-1 0 0,-1 0 0 0 0,1 0 1 0 0,-1 0-1 0 0,1 0 0 0 0,1-4 1 0 0,0 0 56 0 0,7-6 63 0 0,-1-1 0 0 0,0 0 0 0 0,7-17 0 0 0,-13 23-116 0 0,0 0 0 0 0,0-1 0 0 0,-1 1 0 0 0,0-1 0 0 0,0 0 0 0 0,-1 0 0 0 0,0 1 0 0 0,0-10 0 0 0,-1 13-31 0 0,0 1 0 0 0,-1-1 1 0 0,1 1-1 0 0,-1-1 0 0 0,0 1 1 0 0,1 0-1 0 0,-1-1 0 0 0,-3-5 0 0 0,3 8-20 0 0,0 0-1 0 0,1-1 0 0 0,-1 1 1 0 0,0 0-1 0 0,0 0 0 0 0,0 0 0 0 0,0 0 1 0 0,0 0-1 0 0,0 0 0 0 0,0 0 1 0 0,0 0-1 0 0,-1 0 0 0 0,1 0 0 0 0,0 1 1 0 0,-1-1-1 0 0,1 1 0 0 0,0-1 1 0 0,-1 1-1 0 0,1-1 0 0 0,-1 1 0 0 0,1 0 1 0 0,0-1-1 0 0,-1 1 0 0 0,-1 0 1 0 0,0 0-5 0 0,0 0 0 0 0,0 0 0 0 0,0 1 1 0 0,0-1-1 0 0,0 1 0 0 0,0-1 0 0 0,0 1 1 0 0,0 0-1 0 0,0 0 0 0 0,0 0 0 0 0,1 1 1 0 0,-1-1-1 0 0,0 1 0 0 0,1-1 0 0 0,-1 1 1 0 0,1 0-1 0 0,0 0 0 0 0,0 0 1 0 0,-3 3-1 0 0,0 1 14 0 0,0 0-1 0 0,1 0 1 0 0,-1 0 0 0 0,1 1 0 0 0,1 0-1 0 0,-1 0 1 0 0,1 0 0 0 0,0 0 0 0 0,1 1-1 0 0,-2 7 1 0 0,0 2 10 0 0,-1 15 17 0 0,0 29 4 0 0,5-60 1 0 0,0 0-1 0 0,0 0 1 0 0,0 0-1 0 0,1 1 1 0 0,-1-1-1 0 0,1 0 1 0 0,-1 0-1 0 0,1 0 1 0 0,-1 0-1 0 0,1 1 1 0 0,0-1-1 0 0,-1 0 1 0 0,1 0-1 0 0,0 0 1 0 0,0-1-1 0 0,0 1 1 0 0,-1 0-1 0 0,1 0 1 0 0,0 0-1 0 0,0-1 1 0 0,0 1-1 0 0,1 0 1 0 0,-1-1-1 0 0,0 1 1 0 0,0-1-1 0 0,0 1 1 0 0,0-1 0 0 0,2 1-1 0 0,6 1 106 0 0,0 0 0 0 0,-1 0 0 0 0,12-1 0 0 0,-5 1-131 0 0,46 7 79 0 0,59 7-74 0 0,-72-11 19 0 0,-20-2 240 0 0,-10-1-3015 0 0,-2-1-2559 0 0,0-1-3637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3:41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364 22 13755 0 0,'0'0'10023'0'0,"-30"-4"-9521"0"0,-92-10-142 0 0,109 13-253 0 0,0-1 0 0 0,-14 2 0 0 0,17 0-31 0 0,1 1 12 0 0,1 0 0 0 0,-1 0 0 0 0,0 1 0 0 0,1 1 0 0 0,0-1 0 0 0,-1 1-1 0 0,1 1 1 0 0,-11 5 0 0 0,-11 5-3461 0 0,-1-4-6849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3:41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0 8730 0 0,'0'0'14766'0'0,"-2"10"-14745"0"0,0 0-13 0 0,1-4 1 0 0,0 0 0 0 0,0 0 0 0 0,0 0 0 0 0,1 0 0 0 0,0 1-1 0 0,0-1 1 0 0,0 0 0 0 0,2 9 0 0 0,5 6 78 0 0,0-1 1 0 0,11 23-1 0 0,-7-19-22 0 0,37 72 101 0 0,-25-54-207 0 0,-10-20-33 0 0,-9-16-5 0 0,0 0 0 0 0,-1 0 0 0 0,0 0 0 0 0,0 0 0 0 0,4 12 0 0 0,-7-17 56 0 0,-1-1 0 0 0,1 0 0 0 0,0 0 0 0 0,0 1 0 0 0,0-1 0 0 0,0 0 0 0 0,0 1 0 0 0,0-1 0 0 0,0 0 0 0 0,-1 0 0 0 0,1 1 0 0 0,0-1 0 0 0,0 0 0 0 0,0 0 0 0 0,-1 1 0 0 0,1-1 1 0 0,0 0-1 0 0,0 0 0 0 0,-1 0 0 0 0,1 0 0 0 0,0 1 0 0 0,0-1 0 0 0,-1 0 0 0 0,1 0 0 0 0,0 0 0 0 0,0 0 0 0 0,-1 0 0 0 0,1 0 0 0 0,0 0 0 0 0,-1 0 0 0 0,1 0 0 0 0,0 0 0 0 0,-1 0 0 0 0,1 0 0 0 0,0 0 0 0 0,0 0 0 0 0,-1 0 0 0 0,-17 0 90 0 0,14-1-109 0 0,-3 0 55 0 0,-1-1-1 0 0,1 0 1 0 0,0 0 0 0 0,0-1 0 0 0,-1 0-1 0 0,-6-4 1 0 0,2 1-10 0 0,-51-25-7 0 0,49 24 19 0 0,1 0-1 0 0,0-1 1 0 0,0-1 0 0 0,1 1-1 0 0,0-2 1 0 0,-17-18 0 0 0,28 27-3 0 0,0 1 1 0 0,1-1 0 0 0,-1 0 0 0 0,0 0 0 0 0,1 0-1 0 0,-1 0 1 0 0,1 0 0 0 0,-1 0 0 0 0,1 0-1 0 0,0 0 1 0 0,-1 0 0 0 0,1 0 0 0 0,0 0 0 0 0,0 0-1 0 0,-1 0 1 0 0,1 0 0 0 0,0 0 0 0 0,0 0 0 0 0,0 0-1 0 0,0 0 1 0 0,1 0 0 0 0,-1 0 0 0 0,0 0 0 0 0,1-2-1 0 0,0 1-22 0 0,-1 1-1 0 0,1-1 0 0 0,0 1 0 0 0,0 0 0 0 0,0-1 0 0 0,0 1 0 0 0,0 0 0 0 0,1 0 0 0 0,-1 0 0 0 0,0-1 0 0 0,1 1 0 0 0,-1 1 0 0 0,0-1 1 0 0,4-2-1 0 0,9-1-127 0 0,0-1 0 0 0,0 1 0 0 0,0 1 1 0 0,0 1-1 0 0,16-1 0 0 0,21-5-272 0 0,-51 8 409 0 0,20-3-560 0 0,0-2-1 0 0,21-8 1 0 0,-34 10-530 0 0,0 0 0 0 0,-1 0 0 0 0,11-8 0 0 0,-13 8-527 0 0,0 0 0 0 0,-1-1 0 0 0,1 1 0 0 0,-1-1 0 0 0,1 0 0 0 0,2-4 0 0 0,0-1-2778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3:41.8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 13843 0 0,'0'0'12977'0'0,"3"-8"-13469"0"0,11-21-108 0 0,-11 37-3770 0 0,-2 8 366 0 0,-1-4-2082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3:42.3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78 1768 0 0,'0'0'21077'0'0,"7"-11"-20712"0"0,23-33-66 0 0,-29 43-275 0 0,0-1-1 0 0,0 1 0 0 0,1 0 1 0 0,-1-1-1 0 0,0 1 1 0 0,0 0-1 0 0,1 0 1 0 0,-1 0-1 0 0,1 0 1 0 0,-1 0-1 0 0,1 0 1 0 0,-1 0-1 0 0,1 1 1 0 0,-1-1-1 0 0,1 0 1 0 0,0 1-1 0 0,0-1 1 0 0,-1 1-1 0 0,1 0 1 0 0,0 0-1 0 0,3-1 1 0 0,3 1 123 0 0,67-3 232 0 0,-65 3-362 0 0,-8 0-26 0 0,0 0 0 0 0,0 0-1 0 0,0 0 1 0 0,0 0 0 0 0,0 0 0 0 0,0 1-1 0 0,0-1 1 0 0,0 1 0 0 0,0-1-1 0 0,-1 1 1 0 0,1 0 0 0 0,0 0 0 0 0,0 0-1 0 0,0 0 1 0 0,-1 0 0 0 0,1 0 0 0 0,0 0-1 0 0,-1 1 1 0 0,1-1 0 0 0,-1 1-1 0 0,3 2 1 0 0,-3-1-66 0 0,1 1 0 0 0,0-1 0 0 0,-1 1 0 0 0,0 0 0 0 0,0-1-1 0 0,0 1 1 0 0,0 0 0 0 0,-1-1 0 0 0,0 1 0 0 0,1 0 0 0 0,-2 4 0 0 0,1 1 33 0 0,-1 0 1 0 0,0 0 0 0 0,0 0 0 0 0,-1 0-1 0 0,0 0 1 0 0,-1-1 0 0 0,0 1 0 0 0,0-1-1 0 0,-1 0 1 0 0,0 0 0 0 0,-1 0 0 0 0,1 0-1 0 0,-2 0 1 0 0,-9 11 0 0 0,6-9 63 0 0,-12 15-68 0 0,20-24 72 0 0,0 1 0 0 0,0 0 0 0 0,0 0 0 0 0,0 0 1 0 0,0 0-1 0 0,0 0 0 0 0,0 0 0 0 0,1 0 0 0 0,-1 1 0 0 0,1-1 0 0 0,-1 3 0 0 0,3-5 121 0 0,-1 1 0 0 0,1-1 0 0 0,0 1 0 0 0,-1-1 0 0 0,1 0-1 0 0,0 0 1 0 0,3 0 0 0 0,14 0 113 0 0,0-1 0 0 0,23-4-1 0 0,-32 3-1203 0 0,0 0 0 0 0,9-4 0 0 0,-11 2-2440 0 0,0 1 0 0 0,13-9 0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3:42.5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10794 0 0,'0'0'12694'0'0,"1"5"-12633"0"0,1 2-33 0 0,1 0 0 0 0,-1 0 1 0 0,1 0-1 0 0,0-1 0 0 0,1 1 0 0 0,7 10 0 0 0,12 11-49 0 0,17 18-1666 0 0,-30-35 17 0 0,4 4-2855 0 0,-4-8-2548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3:42.7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11835 0 0,'0'0'9682'0'0,"6"15"-9593"0"0,20 45-28 0 0,-18-41-38 0 0,13 23 1 0 0,-6-15-360 0 0,-7-12-234 0 0,-4-9-801 0 0,-1 0 0 0 0,0 0 0 0 0,4 12 1 0 0,-5-7-4081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3:42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409 12 12643 0 0,'0'0'11221'0'0,"-32"-2"-11185"0"0,-99-7-4 0 0,125 9-29 0 0,-1 0 0 0 0,1 0 0 0 0,-1 0 1 0 0,1 0-1 0 0,-1 1 0 0 0,-6 2 0 0 0,13-3-3 0 0,-60 17-151 0 0,-9 3-2175 0 0,22-8-3238 0 0,29-8-115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3:43.2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12763 0 0,'0'0'13583'0'0,"9"17"-13810"0"0,27 59 212 0 0,20 34 2 0 0,-3-4-194 0 0,3 9-2099 0 0,-39-80-801 0 0,-11-18 243 0 0,-3-6-628 0 0,2-2-4599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3:43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0 8954 0 0,'0'0'14511'0'0,"-3"2"-14515"0"0,0 0 12 0 0,0 1 1 0 0,-1-1-1 0 0,1 1 0 0 0,0 0 1 0 0,0 0-1 0 0,1 1 0 0 0,-1-1 0 0 0,-3 7 1 0 0,0-1 20 0 0,5-8-24 0 0,1 0-1 0 0,-1 0 1 0 0,0 0 0 0 0,1 0-1 0 0,-1 0 1 0 0,1 0-1 0 0,-1 0 1 0 0,1 1 0 0 0,0-1-1 0 0,-1 0 1 0 0,1 0 0 0 0,0 0-1 0 0,0 0 1 0 0,0 3-1 0 0,0 1 8 0 0,-1-2 12 0 0,1 0 0 0 0,0 0-1 0 0,1 0 1 0 0,-1-1-1 0 0,0 1 1 0 0,2 3 0 0 0,-2-5 2 0 0,1 1 0 0 0,0-1 0 0 0,-1 0 0 0 0,1 0 0 0 0,0 0 0 0 0,0 1-1 0 0,0-1 1 0 0,0 0 0 0 0,0 0 0 0 0,0 0 0 0 0,1 0 0 0 0,-1 0 0 0 0,0-1 0 0 0,2 2 0 0 0,8 3 102 0 0,1-1-1 0 0,-1 0 0 0 0,1 0 1 0 0,0-2-1 0 0,23 4 1 0 0,-34-6-126 0 0,34 4 400 0 0,44-1 0 0 0,-31-3-5709 0 0,-16 0-4749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3:44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40 12435 0 0,'0'0'12924'0'0,"-1"-2"-12947"0"0,-1-3-73 0 0,5 6-18 0 0,11 14-110 0 0,2 2 110 0 0,-8-10 44 0 0,0 1 0 0 0,9 11-1 0 0,-9-10-88 0 0,13 13 0 0 0,-12-14 34 0 0,-4-4 12 0 0,-1 1 0 0 0,1-2 0 0 0,-1 1 1 0 0,1 0-1 0 0,0-1 0 0 0,1 0 0 0 0,8 4 1 0 0,-13-7 113 0 0,-1 0 0 0 0,1 1 0 0 0,-1-1 0 0 0,1 0 0 0 0,-1 0 0 0 0,1 0 0 0 0,-1 0 0 0 0,1 0 1 0 0,-1 0-1 0 0,1 0 0 0 0,0 0 0 0 0,-1 0 0 0 0,1 0 0 0 0,-1 0 0 0 0,1 0 0 0 0,-1 0 0 0 0,1 0 0 0 0,-1 0 1 0 0,1 0-1 0 0,-1-1 0 0 0,1 1 0 0 0,-1 0 0 0 0,1 0 0 0 0,-1-1 0 0 0,1 1 0 0 0,-1 0 0 0 0,0-1 1 0 0,1 1-1 0 0,-1 0 0 0 0,1-1 0 0 0,-1 1 0 0 0,0-1 0 0 0,1 1 0 0 0,-1-1 0 0 0,0 1 0 0 0,0-1 0 0 0,1 1 1 0 0,-1-1-1 0 0,0 1 0 0 0,0-1 0 0 0,1-3 2 0 0,-1 1-1 0 0,1 0 1 0 0,-1-1 0 0 0,0 1 0 0 0,-1-6 0 0 0,1-1-16 0 0,3-93 1100 0 0,-3 101-1049 0 0,0 1 0 0 0,0 0 0 0 0,0 0-1 0 0,0-1 1 0 0,0 1 0 0 0,0 0 0 0 0,1 0 0 0 0,-1 0 0 0 0,0-1 0 0 0,1 1 0 0 0,-1 0 0 0 0,1 0 0 0 0,0 0-1 0 0,-1 0 1 0 0,2-1 0 0 0,-1 1-37 0 0,0 1-1 0 0,1-1 1 0 0,-1 1-1 0 0,0-1 0 0 0,1 1 1 0 0,-1-1-1 0 0,1 1 1 0 0,-1 0-1 0 0,0 0 1 0 0,1 0-1 0 0,-1 0 1 0 0,3 0-1 0 0,0 1-46 0 0,-1 0 0 0 0,1 0 1 0 0,-1 0-1 0 0,0 0 0 0 0,1 1 0 0 0,-1 0 1 0 0,0-1-1 0 0,0 1 0 0 0,0 0 0 0 0,0 0 1 0 0,4 5-1 0 0,3 0-24 0 0,10 9-532 0 0,-1 0 1 0 0,29 34-1 0 0,-45-46 324 0 0,1 0-640 0 0,-1 0 1 0 0,0 0-1 0 0,-1 0 0 0 0,4 8 1 0 0,3 9-9190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3:45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315 25 8442 0 0,'0'0'18682'0'0,"-1"-4"-18631"0"0,-5-13-42 0 0,5 13-31 0 0,0 16-293 0 0,-71 145 174 0 0,-40 102 182 0 0,76-168-11 0 0,-4 12 0 0 0,27-72-26 0 0,9-23-7 0 0,0 1 1 0 0,-4 18-1 0 0,2-5-393 0 0,-2 15-946 0 0,6-12-9868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3:45.7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51 13531 0 0,'0'0'11368'0'0,"-3"3"-11216"0"0,1-1-129 0 0,0 0 13 0 0,0 0-1 0 0,0 0 1 0 0,0 0-1 0 0,0 0 0 0 0,0 0 1 0 0,1 0-1 0 0,-1 0 0 0 0,1 1 1 0 0,-1-1-1 0 0,1 1 0 0 0,0-1 1 0 0,0 1-1 0 0,-1 3 0 0 0,-1 13 167 0 0,-1 8 18 0 0,4-16-170 0 0,0 4-6 0 0,0 0 1 0 0,0 0-1 0 0,2 0 0 0 0,0-1 0 0 0,0 1 1 0 0,8 22-1 0 0,-9-33-48 0 0,0-2 2 0 0,-1 0 1 0 0,1 0 0 0 0,0 0-1 0 0,0-1 1 0 0,0 1 0 0 0,0 0-1 0 0,0-1 1 0 0,0 1 0 0 0,0 0 0 0 0,0-1-1 0 0,1 1 1 0 0,-1-1 0 0 0,2 2-1 0 0,-2-3 18 0 0,0 1-1 0 0,0 0 0 0 0,0-1 1 0 0,0 1-1 0 0,0-1 1 0 0,0 1-1 0 0,0-1 0 0 0,0 1 1 0 0,1-1-1 0 0,-1 0 0 0 0,0 0 1 0 0,0 1-1 0 0,0-1 1 0 0,0 0-1 0 0,0 0 0 0 0,2 0 1 0 0,-2-1-3 0 0,0 1-1 0 0,-1 0 1 0 0,1 0 0 0 0,0-1 0 0 0,-1 1 0 0 0,1-1 0 0 0,-1 1-1 0 0,1-1 1 0 0,-1 1 0 0 0,1-1 0 0 0,0 1 0 0 0,-1-1 0 0 0,0 1-1 0 0,1-1 1 0 0,-1 0 0 0 0,1 1 0 0 0,-1-1 0 0 0,0 1-1 0 0,1-1 1 0 0,-1 0 0 0 0,0 0 0 0 0,0 1 0 0 0,0-1 0 0 0,1 0-1 0 0,-1 1 1 0 0,0-1 0 0 0,0 0 0 0 0,0-1 0 0 0,0-8 12 0 0,0 1 0 0 0,0-1 0 0 0,-1 0-1 0 0,0 1 1 0 0,-3-14 0 0 0,-18-46 82 0 0,17 53-66 0 0,-33-78 531 0 0,37 88-440 0 0,-1 1 0 0 0,1 0 0 0 0,0-1-1 0 0,0-9 1 0 0,1 15-40 0 0,2 0-141 0 0,0 0 1 0 0,0 0-1 0 0,0 1 0 0 0,0-1 1 0 0,0 1-1 0 0,0 0 0 0 0,0-1 1 0 0,0 1-1 0 0,0 0 0 0 0,0 0 1 0 0,2 2-1 0 0,19 16-176 0 0,-21-17 210 0 0,32 27-21 0 0,0-2 0 0 0,2-1 0 0 0,77 41 0 0 0,-98-59 62 0 0,1-1 0 0 0,0 0 0 0 0,1-1 0 0 0,-1-1 0 0 0,1-1 0 0 0,0 0 0 0 0,0-1 1 0 0,33 1-1 0 0,-48-4-8 0 0,-1 0 0 0 0,1 0 0 0 0,0 0 1 0 0,0 0-1 0 0,0 0 0 0 0,0-1 0 0 0,0 1 1 0 0,0-1-1 0 0,0 1 0 0 0,-1-1 0 0 0,1 0 0 0 0,0 1 1 0 0,0-1-1 0 0,-1 0 0 0 0,1 0 0 0 0,-1 0 1 0 0,1 0-1 0 0,-1-1 0 0 0,1 1 0 0 0,-1 0 1 0 0,1-1-1 0 0,-1 1 0 0 0,0-1 0 0 0,0 1 1 0 0,0-1-1 0 0,0 1 0 0 0,0-1 0 0 0,0 0 1 0 0,0 0-1 0 0,-1 1 0 0 0,1-1 0 0 0,-1 0 1 0 0,1-4-1 0 0,1-7-117 0 0,-1 0 0 0 0,0-1 0 0 0,-2-23 1 0 0,1 28-19 0 0,-1 4-54 0 0,1 0 0 0 0,-1 0 0 0 0,0 0 0 0 0,-1 0 0 0 0,1 0 0 0 0,-1 1 0 0 0,0-1 0 0 0,-4-8 0 0 0,-9-10-2566 0 0,-2 1-3922 0 0,11 14 2785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3:50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390 0 0 0 0,'0'0'21137'0'0,"-3"7"-20055"0"0,3-5-1009 0 0,-1-1-1 0 0,0 1 1 0 0,0 0-1 0 0,0 0 0 0 0,0 0 1 0 0,0 0-1 0 0,0 0 1 0 0,0-1-1 0 0,0 1 1 0 0,-1-1-1 0 0,1 1 0 0 0,0-1 1 0 0,-1 1-1 0 0,0-1 1 0 0,1 0-1 0 0,-1 0 0 0 0,0 1 1 0 0,0-1-1 0 0,1-1 1 0 0,-1 1-1 0 0,0 0 0 0 0,0 0 1 0 0,0-1-1 0 0,0 1 1 0 0,0-1-1 0 0,-4 1 1 0 0,-183 3 2224 0 0,117-4-1943 0 0,1 2-205 0 0,71-2-239 0 0,-1 0 0 0 0,1 0 0 0 0,-1 0 0 0 0,1 0 0 0 0,-1 0 0 0 0,1 0 0 0 0,0 0-1 0 0,-1 0 1 0 0,1 0 0 0 0,-1-1 0 0 0,1 1 0 0 0,-1 0 0 0 0,1 0 0 0 0,-1 0 0 0 0,1-1 0 0 0,0 1 0 0 0,-1 0 0 0 0,1 0 0 0 0,0-1-1 0 0,-1 1 1 0 0,1 0 0 0 0,0-1 0 0 0,-1 1 0 0 0,1-1 0 0 0,0 1 0 0 0,0 0 0 0 0,-1-1 0 0 0,1 0 0 0 0,0 1-547 0 0,0-1-1 0 0,-1 0 1 0 0,1 0 0 0 0,0 0 0 0 0,0 1 0 0 0,0-1-1 0 0,1 0 1 0 0,-1 0 0 0 0,0 0 0 0 0,0 1 0 0 0,0-1 0 0 0,0 0-1 0 0,1 0 1 0 0,-1 1 0 0 0,2-3-1275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3:50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1 13539 0 0,'0'0'8666'0'0,"-33"3"-8652"0"0,-100 11-60 0 0,99-8-30 0 0,22-1-67 0 0,-39 26-5334 0 0,35-22-331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3:52.6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1159 48 0 0 0,'0'0'11194'0'0,"31"-3"-10101"0"0,95-7-80 0 0,-78 4 375 0 0,-36 4-257 0 0,-8 1-729 0 0,-1 1 0 0 0,1-1-1 0 0,-1 0 1 0 0,1 0 0 0 0,5-3-1 0 0,-56 0 862 0 0,-126-4-456 0 0,86 5-331 0 0,-206 0 695 0 0,233 3-1006 0 0,-9 2 102 0 0,-75 12-1 0 0,-66 21 82 0 0,200-33-338 0 0,-14 3 92 0 0,-29 10-1 0 0,89-11 1973 0 0,340 95-2513 0 0,-351-91 383 0 0,-1 1 0 0 0,0 1-1 0 0,0 1 1 0 0,-1 1 0 0 0,22 15 0 0 0,-42-25 24 0 0,0 1 1 0 0,0-1-1 0 0,-1 1 0 0 0,1 0 1 0 0,-1 0-1 0 0,0 0 1 0 0,1 1-1 0 0,-1-1 1 0 0,-1 0-1 0 0,1 1 1 0 0,0 0-1 0 0,-1-1 1 0 0,0 1-1 0 0,0 0 1 0 0,0-1-1 0 0,0 1 1 0 0,0 0-1 0 0,-1 0 1 0 0,0 0-1 0 0,0 0 1 0 0,0 0-1 0 0,0-1 0 0 0,-1 1 1 0 0,-1 7-1 0 0,1-8 16 0 0,-1 1 0 0 0,1-1 0 0 0,-1 1 0 0 0,0-1-1 0 0,0 0 1 0 0,0 0 0 0 0,-1 1 0 0 0,1-2 0 0 0,-1 1-1 0 0,1 0 1 0 0,-6 3 0 0 0,0 2-2 0 0,-6 5 24 0 0,-1-1-1 0 0,-20 13 0 0 0,0 0 7 0 0,-156 132-7 0 0,45-34-7 0 0,59-65 2 0 0,33-23 1 0 0,28-19 4 0 0,-1-1-1 0 0,0-2 0 0 0,-40 14 0 0 0,-1 1 50 0 0,66-27-47 0 0,1-1-4 0 0,1 0 0 0 0,-1 0 1 0 0,1 0-1 0 0,-1 0 1 0 0,1 1-1 0 0,0-1 1 0 0,-1 0-1 0 0,1 0 1 0 0,-1 0-1 0 0,1 1 0 0 0,0-1 1 0 0,-1 0-1 0 0,1 0 1 0 0,0 1-1 0 0,-1-1 1 0 0,1 0-1 0 0,0 1 1 0 0,0-1-1 0 0,-1 0 0 0 0,1 1 1 0 0,0-1-1 0 0,0 1 1 0 0,0-1-1 0 0,-1 2 1188 0 0,4-2-757 0 0,90 0-314 0 0,290-2-18 0 0,0-13-86 0 0,-27-5-125 0 0,-353 20 97 0 0,52-5-664 0 0,-50 3 1171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3:53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24 12611 0 0,'0'0'8520'0'0,"-6"12"-8322"0"0,-18 38-8 0 0,23-48-149 0 0,-1 1-1 0 0,1 0 1 0 0,0 0-1 0 0,0-1 1 0 0,0 1-1 0 0,0 0 0 0 0,0 0 1 0 0,1 0-1 0 0,-1 0 1 0 0,1 0-1 0 0,0 0 1 0 0,0 0-1 0 0,0 5 1 0 0,1 4 124 0 0,-1-4-72 0 0,0-3-24 0 0,0 0 1 0 0,0-1-1 0 0,0 1 0 0 0,0 0 0 0 0,1 0 0 0 0,0 0 1 0 0,0 0-1 0 0,0 0 0 0 0,0 0 0 0 0,1-1 0 0 0,0 1 0 0 0,3 5 1 0 0,0-2 36 0 0,9 9 230 0 0,-13-16-272 0 0,0 0 0 0 0,0-1-1 0 0,0 1 1 0 0,0 0-1 0 0,0-1 1 0 0,0 1 0 0 0,0-1-1 0 0,0 1 1 0 0,1-1-1 0 0,-1 1 1 0 0,0-1 0 0 0,0 0-1 0 0,1 0 1 0 0,-1 0-1 0 0,2 1 1 0 0,-2-1-19 0 0,0 0 0 0 0,1 0 0 0 0,-1 0 0 0 0,0 0 1 0 0,0 0-1 0 0,0 0 0 0 0,0-1 0 0 0,1 1 0 0 0,-1 0 0 0 0,0 0 0 0 0,0-1 0 0 0,0 1 0 0 0,0-1 1 0 0,0 1-1 0 0,0-1 0 0 0,0 0 0 0 0,0 1 0 0 0,0-1 0 0 0,0 0 0 0 0,0 1 0 0 0,0-1 0 0 0,0 0 1 0 0,-1 0-1 0 0,1 0 0 0 0,0 0 0 0 0,-1 0 0 0 0,1 0 0 0 0,0 0 0 0 0,-1 0 0 0 0,1 0 0 0 0,-1 0 1 0 0,0 0-1 0 0,1 0 0 0 0,-1-3 0 0 0,4-11 78 0 0,-1-1-1 0 0,0 1 1 0 0,-2-1 0 0 0,1 0-1 0 0,-2 0 1 0 0,-3-30 0 0 0,-2 12 84 0 0,3 22 171 0 0,-1-25 1 0 0,3 37-374 0 0,0 0 1 0 0,1 0-1 0 0,-1-1 1 0 0,0 1-1 0 0,0 0 0 0 0,0 0 1 0 0,0-1-1 0 0,0 1 0 0 0,1 0 1 0 0,-1 0-1 0 0,0-1 1 0 0,0 1-1 0 0,0 0 0 0 0,1 0 1 0 0,-1 0-1 0 0,0 0 1 0 0,0-1-1 0 0,1 1 0 0 0,-1 0 1 0 0,0 0-1 0 0,0 0 0 0 0,1 0 1 0 0,-1 0-1 0 0,0 0 1 0 0,1 0-1 0 0,-1 0 0 0 0,0 0 1 0 0,0 0-1 0 0,1 0 1 0 0,-1 0-1 0 0,0 0 0 0 0,1 0 1 0 0,-1 0-1 0 0,0 0 0 0 0,0 0 1 0 0,1 0-1 0 0,-1 0 1 0 0,1 0-1 0 0,13 5-211 0 0,9 7 97 0 0,-1 2 0 0 0,38 29 1 0 0,36 41 59 0 0,-96-84 48 0 0,2 1-42 0 0,-1 1 0 0 0,1-1-1 0 0,0 1 1 0 0,-1 0 0 0 0,1 0 0 0 0,-1-1-1 0 0,1 1 1 0 0,-1 0 0 0 0,0 0 0 0 0,0 1 0 0 0,0-1-1 0 0,0 0 1 0 0,0 0 0 0 0,0 0 0 0 0,-1 1 0 0 0,1-1-1 0 0,-1 0 1 0 0,0 0 0 0 0,1 4 0 0 0,-1-6 24 0 0,-1 1 0 0 0,1-1 0 0 0,0 0 0 0 0,0 1 0 0 0,0-1 0 0 0,0 0 0 0 0,-1 1 0 0 0,1-1 0 0 0,0 0-1 0 0,0 0 1 0 0,0 1 0 0 0,-1-1 0 0 0,1 0 0 0 0,0 0 0 0 0,-1 1 0 0 0,1-1 0 0 0,0 0 0 0 0,0 0 0 0 0,-1 0 0 0 0,1 1 0 0 0,0-1 0 0 0,-1 0 0 0 0,1 0 0 0 0,0 0 0 0 0,-1 0 0 0 0,-11 3-220 0 0,9-3 86 0 0,3 0 51 0 0,-30 5-1680 0 0,15-6-2945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3:53.6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302 54 11755 0 0,'0'0'15128'0'0,"-29"-2"-14960"0"0,-91-8-48 0 0,101 9-60 0 0,-21-5 1 0 0,21 3-42 0 0,-3 1-12 0 0,15 2-256 0 0,0-1 0 0 0,1 1 0 0 0,-1-1-1 0 0,-7-2 1 0 0,13 2-189 0 0,1 1 0 0 0,-1 0 0 0 0,0-1 0 0 0,0 1 0 0 0,1-1 0 0 0,-1 1 0 0 0,1-1-1 0 0,-1 1 1 0 0,0-1 0 0 0,1 0 0 0 0,-1 1 0 0 0,1-1 0 0 0,-1 0 0 0 0,1 1 0 0 0,-1-1 0 0 0,1 0 0 0 0,0 0-1 0 0,-1 1 1 0 0,1-1 0 0 0,0 0 0 0 0,0 0 0 0 0,-1 0 0 0 0,1 0 0 0 0,0 1 0 0 0,0-1 0 0 0,0 0 0 0 0,0 0 0 0 0,0 0-1 0 0,0 0 1 0 0,0 1 0 0 0,0-1 0 0 0,1-1 0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3:53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396 51 14555 0 0,'0'0'7986'0'0,"-29"-6"-7302"0"0,-95-20-161 0 0,58 15-61 0 0,49 9-337 0 0,-22-2-113 0 0,-41 3 1 0 0,75 1-78 0 0,2 0-173 0 0,1 0 0 0 0,-1 0 0 0 0,1 0 0 0 0,0 1 0 0 0,-1-1 0 0 0,1 1 0 0 0,0-1 0 0 0,-1 1 0 0 0,-2 2 0 0 0,-3 2-4432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3:54.2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18 5657 0 0,'0'0'12880'0'0,"-10"6"-12786"0"0,-26 21 40 0 0,35-26-120 0 0,0 0-1 0 0,-1 0 1 0 0,1 0-1 0 0,0 0 1 0 0,1 0-1 0 0,-1 0 1 0 0,0 0-1 0 0,0 0 1 0 0,0 0-1 0 0,1 1 1 0 0,-1-1-1 0 0,0 0 1 0 0,1 0-1 0 0,0 1 1 0 0,-1-1-1 0 0,1 0 1 0 0,0 1 0 0 0,-1-1-1 0 0,1 1 1 0 0,0-1-1 0 0,0 0 1 0 0,0 1-1 0 0,0-1 1 0 0,0 1-1 0 0,1 1 1 0 0,0 6 96 0 0,-2 10 83 0 0,1-10-65 0 0,0 0 1 0 0,0 0-1 0 0,0 0 0 0 0,3 11 0 0 0,-2-18-41 0 0,0 1 1 0 0,-1-1-1 0 0,1 0 0 0 0,0 1 0 0 0,0-1 1 0 0,1 0-1 0 0,-1 1 0 0 0,0-1 0 0 0,1 0 1 0 0,-1 0-1 0 0,1 0 0 0 0,0 0 0 0 0,-1-1 1 0 0,1 1-1 0 0,0 0 0 0 0,0-1 0 0 0,1 1 1 0 0,-1-1-1 0 0,4 2 0 0 0,3 0 118 0 0,-1 0-1 0 0,2-1 1 0 0,-1 0 0 0 0,0 0 0 0 0,0-1-1 0 0,1-1 1 0 0,-1 1 0 0 0,11-2 0 0 0,-6 1 10 0 0,-10 0-127 0 0,-1 0 0 0 0,1 0 1 0 0,-1-1-1 0 0,1 1 0 0 0,-1-1 0 0 0,0 1 1 0 0,1-1-1 0 0,-1 0 0 0 0,0-1 1 0 0,0 1-1 0 0,1 0 0 0 0,-1-1 0 0 0,0 0 1 0 0,0 0-1 0 0,-1 0 0 0 0,1 0 1 0 0,0 0-1 0 0,-1 0 0 0 0,1-1 0 0 0,-1 1 1 0 0,0-1-1 0 0,0 0 0 0 0,0 0 1 0 0,3-5-1 0 0,-2 3 14 0 0,-1 0-1 0 0,0 0 1 0 0,0 0-1 0 0,-1 0 1 0 0,1-1 0 0 0,-1 1-1 0 0,0 0 1 0 0,-1-1 0 0 0,1-5-1 0 0,-1 8-112 0 0,0-1 0 0 0,0 0 0 0 0,0 1-1 0 0,-1-1 1 0 0,0 0 0 0 0,0 1 0 0 0,0-1 0 0 0,0 1 0 0 0,0-1-1 0 0,0 1 1 0 0,-1 0 0 0 0,0-1 0 0 0,0 1 0 0 0,0 0-1 0 0,0 0 1 0 0,0 0 0 0 0,-1 0 0 0 0,1 1 0 0 0,-1-1 0 0 0,-3-2-1 0 0,0-1-206 0 0,-1 1 0 0 0,0 1 0 0 0,1-1 0 0 0,-1 1 0 0 0,-1 0 0 0 0,1 0-1 0 0,-1 1 1 0 0,-15-4 0 0 0,14 4-1263 0 0,-1 2 0 0 0,0-1-1 0 0,-19 1 1 0 0,9 1-4916 0 0,6 0-4730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3:55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81 115 14555 0 0,'0'0'7736'0'0,"-8"13"-7617"0"0,-24 39-11 0 0,19-27 16 0 0,11-11-48 0 0,0 0 4 0 0,-1 1 60 0 0,1-1 0 0 0,1 1-1 0 0,0 0 1 0 0,3 30 0 0 0,3-30-35 0 0,-4-14-71 0 0,0 1-1 0 0,-1-1 1 0 0,1 0 0 0 0,-1 1-1 0 0,1-1 1 0 0,-1 0 0 0 0,0 1-1 0 0,3 0 2106 0 0,-2-7-1307 0 0,0-13-513 0 0,-1 1-174 0 0,0 0 1 0 0,-1 0-1 0 0,-1 0 0 0 0,-4-20 0 0 0,-10-36 269 0 0,10 30-10 0 0,5 43-393 0 0,1-1-1 0 0,0 1 1 0 0,0-1 0 0 0,0 1-1 0 0,0 0 1 0 0,-1-1 0 0 0,1 1 0 0 0,0-1-1 0 0,0 1 1 0 0,0 0 0 0 0,0-1 0 0 0,0 1-1 0 0,0-1 1 0 0,0 1 0 0 0,0 0-1 0 0,0-1 1 0 0,1 1 0 0 0,-1-1 0 0 0,0 1-1 0 0,0 0 1 0 0,0-1 0 0 0,0 1 0 0 0,0 0-1 0 0,1-1 1 0 0,-1 1 0 0 0,0-1-1 0 0,1 1-25 0 0,-1 0 0 0 0,1 0 0 0 0,-1 0-1 0 0,1-1 1 0 0,-1 1 0 0 0,1 0-1 0 0,-1 0 1 0 0,1 0 0 0 0,-1 0 0 0 0,1 0-1 0 0,-1 0 1 0 0,1 1 0 0 0,-1-1-1 0 0,1 0 1 0 0,-1 0 0 0 0,1 0-1 0 0,0 1 1 0 0,20 11-461 0 0,29 27 237 0 0,-11-7 165 0 0,46 27-32 0 0,-73-52 103 0 0,0-1 0 0 0,1 0 0 0 0,0 0 1 0 0,0-2-1 0 0,19 6 0 0 0,-32-10 3 0 0,23 3 107 0 0,-22-3-90 0 0,0 0 1 0 0,-1 0-1 0 0,1 0 1 0 0,0 0-1 0 0,0 0 0 0 0,-1 0 1 0 0,1-1-1 0 0,0 1 1 0 0,0 0-1 0 0,-1 0 1 0 0,1 0-1 0 0,0-1 1 0 0,-1 1-1 0 0,1 0 0 0 0,0-1 1 0 0,-1 1-1 0 0,1-1 1 0 0,0 1-1 0 0,-1-1 1 0 0,1 1-1 0 0,-1-1 0 0 0,1 1 1 0 0,-1-1-1 0 0,1 0 1 0 0,-1 1-1 0 0,0-1 1 0 0,1 0-1 0 0,2-10 9 0 0,0 0-1 0 0,-1 0 1 0 0,0 0-1 0 0,0 0 1 0 0,-2 0-1 0 0,1 0 1 0 0,-1 0 0 0 0,-1-1-1 0 0,0 1 1 0 0,-1 0-1 0 0,-3-13 1 0 0,0 8-555 0 0,-1 0 1 0 0,0 1-1 0 0,-1-1 1 0 0,0 1-1 0 0,-2 1 1 0 0,-9-15-1 0 0,16 28 112 0 0,1-1-1 0 0,0 1 1 0 0,-1 0-1 0 0,1-1 0 0 0,-1 1 1 0 0,0 0-1 0 0,1 0 1 0 0,-1 0-1 0 0,0 0 1 0 0,0 0-1 0 0,0 0 1 0 0,-2 0-1 0 0,-15-2-12183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3:55.5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280 70 15059 0 0,'0'0'11072'0'0,"-30"-11"-11048"0"0,-93-35-16 0 0,86 34-14 0 0,28 12-23 0 0,2 1-13 0 0,-7-1-360 0 0,-22 0-1791 0 0,13 3-7160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3:55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17508 0 0,'0'0'7625'0'0,"5"21"-7591"0"0,14 65 0 0 0,-16-74-23 0 0,0-1 0 0 0,0 1 0 0 0,2-1 0 0 0,-1 0 0 0 0,1-1 0 0 0,12 19 0 0 0,-4-7-25 0 0,4 6-414 0 0,16 31-1141 0 0,-29-49-1774 0 0,0 0 0 0 0,3 13 0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4:06.9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0 106 2937 0 0,'0'0'17309'0'0,"1"-9"-16168"0"0,4-33 307 0 0,-4 5 2336 0 0,0 23-2023 0 0,0 11-919 0 0,-1 10-946 0 0,4 35 6 0 0,-1-7 110 0 0,0-1-1 0 0,7 35 1 0 0,-2-22 7 0 0,-1-5 71 0 0,20 63-1 0 0,-12-42 58 0 0,-14-62-371 0 0,-1 1 1 0 0,0-1 0 0 0,0 1-1 0 0,1-1 1 0 0,-1 0-1 0 0,0 1 1 0 0,0-1 0 0 0,0 1-1 0 0,-1 1 1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4:07.3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796 11 4977 0 0,'0'0'22087'0'0,"4"-2"-21893"0"0,0 0-164 0 0,5-2 142 0 0,-11 2-57 0 0,-9 1 4 0 0,-7 3 20 0 0,0 0 0 0 0,0 0 0 0 0,-20 7-1 0 0,-33 4 175 0 0,-73-3-841 0 0,-209-13 0 0 0,279 2-2666 0 0,42 1-1389 0 0,16 0 444 0 0,-1 0-7194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4:08.2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2 143 12899 0 0,'0'0'15343'0'0,"0"13"-15263"0"0,0-4-48 0 0,0 0-7 0 0,0-1 1 0 0,0 0-1 0 0,1 0 0 0 0,0 0 0 0 0,0 0 0 0 0,4 13 0 0 0,11 20 98 0 0,16 43 66 0 0,-14-35-143 0 0,-3-18 24 0 0,-12-23 204 0 0,-6-13 707 0 0,-28-71-559 0 0,-23-71-305 0 0,53 142-102 0 0,-1-1 1 0 0,1 1-1 0 0,1 0 0 0 0,-1 0 1 0 0,1-1-1 0 0,0 1 0 0 0,0 0 1 0 0,0-1-1 0 0,2-5 0 0 0,-2 10-15 0 0,1 1-1 0 0,-1-1 0 0 0,0 0 1 0 0,1 0-1 0 0,0 1 0 0 0,-1-1 0 0 0,1 0 1 0 0,-1 0-1 0 0,1 1 0 0 0,0-1 1 0 0,-1 1-1 0 0,1-1 0 0 0,0 1 1 0 0,0-1-1 0 0,-1 1 0 0 0,1-1 1 0 0,0 1-1 0 0,0 0 0 0 0,0-1 1 0 0,0 1-1 0 0,0 0 0 0 0,-1 0 1 0 0,1 0-1 0 0,0-1 0 0 0,0 1 0 0 0,1 0 1 0 0,0 0-15 0 0,0 0 0 0 0,0 0 0 0 0,-1 0 1 0 0,1 1-1 0 0,0-1 0 0 0,0 0 0 0 0,-1 1 1 0 0,1-1-1 0 0,0 1 0 0 0,0-1 0 0 0,-1 1 0 0 0,1 0 1 0 0,1 1-1 0 0,55 39-26 0 0,1-3 1 0 0,1-2-1 0 0,117 50 0 0 0,-136-68 2 0 0,-20-9 38 0 0,-1 0 0 0 0,2-1 0 0 0,28 6 1 0 0,-48-13 12 0 0,0-1 0 0 0,0 1 0 0 0,0-1 1 0 0,-1 0-1 0 0,1 0 0 0 0,0 0 1 0 0,0 0-1 0 0,0 0 0 0 0,3-1 1 0 0,-5 1-4 0 0,1-1 0 0 0,-1 1 0 0 0,1-1 0 0 0,0 1 0 0 0,-1-1 0 0 0,1 1 0 0 0,-1-1 0 0 0,1 1 1 0 0,-1-1-1 0 0,1 1 0 0 0,-1-1 0 0 0,0 0 0 0 0,1 1 0 0 0,-1-1 0 0 0,0 0 0 0 0,1 1 0 0 0,-1-1 1 0 0,0 0-1 0 0,0 1 0 0 0,0-1 0 0 0,0 0 0 0 0,0 0 0 0 0,0 1 0 0 0,0-1 0 0 0,0-1 1 0 0,2-8 7 0 0,-2 0 1 0 0,1 0-1 0 0,-2-1 1 0 0,1 1 0 0 0,-1 0-1 0 0,-1 0 1 0 0,0 0-1 0 0,0 0 1 0 0,-7-17 0 0 0,-19-32-48 0 0,8 18-530 0 0,-27-76 0 0 0,43 106-340 0 0,-6-21-1594 0 0,2 13-7803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4:10.1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925 58 0 0 0,'0'0'10033'0'0,"31"-3"-8674"0"0,98-11 20 0 0,-104 11-863 0 0,-1-1 972 0 0,-17 2-948 0 0,-5 2-308 0 0,17-7 2096 0 0,-18 7-2070 0 0,0 0 1 0 0,0-1 0 0 0,0 1-1 0 0,0-1 1 0 0,1 0 0 0 0,-1 1 0 0 0,-1-1-1 0 0,1 0 1 0 0,0 0 0 0 0,0 1-1 0 0,0-1 1 0 0,1-2 0 0 0,4-8 2907 0 0,1 8-2843 0 0,-12 3-1401 0 0,-2 0 1071 0 0,1 1 1 0 0,0 0-1 0 0,-7 2 0 0 0,-18 2 125 0 0,-350 23 1175 0 0,355-26-1250 0 0,-318 20 619 0 0,154-20 420 0 0,171-2-481 0 0,16-1-184 0 0,13 1-378 0 0,-4 0-47 0 0,0 1-1 0 0,0 0 1 0 0,0 0 0 0 0,0 1 0 0 0,8 3 0 0 0,4 1-11 0 0,11 2-3 0 0,252 81-95 0 0,-274-86 114 0 0,10 3-14 0 0,0 0 0 0 0,-1 2-1 0 0,20 11 1 0 0,-32-16 8 0 0,1 0-14 0 0,-1 0 0 0 0,1 0 0 0 0,7 8 0 0 0,-11-10 15 0 0,1 1-1 0 0,-1-1 0 0 0,0 1 0 0 0,0-1 1 0 0,0 1-1 0 0,0 0 0 0 0,-1-1 1 0 0,1 1-1 0 0,0 0 0 0 0,-1 0 0 0 0,1-1 1 0 0,-1 1-1 0 0,0 0 0 0 0,1 0 1 0 0,-1 3-1 0 0,0-1 3 0 0,0-1 0 0 0,0 1 0 0 0,-1-1 0 0 0,1 1 1 0 0,-1 0-1 0 0,0-1 0 0 0,0 0 0 0 0,0 1 0 0 0,0-1 0 0 0,0 0 0 0 0,-1 1 0 0 0,0-1 1 0 0,0 0-1 0 0,1 0 0 0 0,-2 0 0 0 0,1 0 0 0 0,0-1 0 0 0,-1 1 0 0 0,-2 2 0 0 0,-144 138 65 0 0,99-96-53 0 0,-33 29 1 0 0,-7 0 8 0 0,-62 33 95 0 0,117-89-90 0 0,24-14-6 0 0,-17 11 0 0 0,22-13-9 0 0,4-2-3 0 0,0-1-1 0 0,1 1 1 0 0,-1-1-1 0 0,0 0 1 0 0,0 1-1 0 0,-1-1 0 0 0,1 0 1 0 0,-4 1-1 0 0,5-2 2 0 0,1 0 0 0 0,-1 0 0 0 0,1 0 0 0 0,-1 1 0 0 0,1-1 0 0 0,-1 0 0 0 0,1 1 0 0 0,-1-1 0 0 0,1 0 0 0 0,-1 1 0 0 0,1-1 0 0 0,-1 0 0 0 0,1 1 0 0 0,-1 0 0 0 0,1-1-1 0 0,-1 0-1 0 0,1 1 1 0 0,0-1 0 0 0,-1 0 0 0 0,1 1 0 0 0,0-1 0 0 0,-1 0 0 0 0,1 0 0 0 0,0 1-1 0 0,-1-1 1 0 0,1 0 0 0 0,0 0 0 0 0,-1 0 0 0 0,1 0 0 0 0,-1 1 0 0 0,1-1-1 0 0,-1 0 1 0 0,0 0 0 0 0,1 0 9 0 0,-3 12-33 0 0,2-8 821 0 0,10-3-357 0 0,-1-1-416 0 0,0-1 0 0 0,13-3 1 0 0,15-1 5 0 0,191-2 9 0 0,-179 6-48 0 0,435-21 5 0 0,-463 21-392 0 0,1-1 0 0 0,19-5 0 0 0,-36 5-2358 0 0,-19-6-4152 0 0,12 7 5588 0 0,-22-4-7998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4:10.3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 4977 0 0,'0'0'21646'0'0,"5"-1"-21573"0"0,20-5-53 0 0,-17 26-161 0 0,-5-14 146 0 0,0 0-1 0 0,1 1 1 0 0,-1-1 0 0 0,1-1 0 0 0,0 1-1 0 0,1 0 1 0 0,-1-1 0 0 0,8 6 0 0 0,3 2-1572 0 0,28 20 0 0 0,-40-32 1029 0 0,9 7-2970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4:10.6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30 100 6145 0 0,'0'0'20498'0'0,"-6"-18"-20461"0"0,-16-50-78 0 0,20 57 1 0 0,2 11 39 0 0,0 0 0 0 0,0 0 0 0 0,0 0 0 0 0,0 0 1 0 0,0 0-1 0 0,0-1 0 0 0,0 1 0 0 0,1 0 0 0 0,-1 0 0 0 0,0 0 0 0 0,0 0 0 0 0,0 0 0 0 0,0 0 1 0 0,0 0-1 0 0,0 0 0 0 0,0 0 0 0 0,0 0 0 0 0,0 0 0 0 0,0-1 0 0 0,0 1 0 0 0,0 0 0 0 0,0 0 1 0 0,0 0-1 0 0,0 0 0 0 0,0 0 0 0 0,0 0 0 0 0,1 0 0 0 0,-1 0 0 0 0,0 0 0 0 0,0 0 0 0 0,0 0 1 0 0,0 0-1 0 0,0 0 0 0 0,0 0 0 0 0,0 0 0 0 0,0 0 0 0 0,0 0 0 0 0,0 0 0 0 0,1 0 0 0 0,-1 0 1 0 0,0 0-1 0 0,0 0 0 0 0,0 0 0 0 0,0 0 0 0 0,0 0 0 0 0,10 8-77 0 0,-9-7 54 0 0,6 5-22 0 0,0 0 0 0 0,0 0 1 0 0,-1 0-1 0 0,0 1 0 0 0,0-1 0 0 0,8 15 0 0 0,-11-15-305 0 0,0-1 1 0 0,0 1 0 0 0,-1 0-1 0 0,0 0 1 0 0,0 0 0 0 0,0 1-1 0 0,-1-1 1 0 0,0 0 0 0 0,0 1-1 0 0,-1 8 1 0 0,0-14 40 0 0,0 19-3547 0 0,-3-8-2109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4:14.8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46 183 10466 0 0,'0'0'11327'0'0,"-4"1"-10515"0"0,-13 0-180 0 0,16 0-572 0 0,0-1 0 0 0,0 0 0 0 0,0 1 0 0 0,0-1-1 0 0,0 1 1 0 0,0-1 0 0 0,1 1 0 0 0,-1-1 0 0 0,0 1 0 0 0,0 0 0 0 0,0-1 0 0 0,1 1 0 0 0,-1 0 0 0 0,0 0-1 0 0,1 0 1 0 0,-1-1 0 0 0,0 1 0 0 0,1 0 0 0 0,-1 0 0 0 0,1 0 0 0 0,0 0 0 0 0,-1 2 0 0 0,-2 9 193 0 0,1 0 0 0 0,1 1 1 0 0,0-1-1 0 0,1 1 1 0 0,0-1-1 0 0,4 24 0 0 0,-1-23-149 0 0,1 0 1 0 0,1 0-1 0 0,0-1 0 0 0,8 15 0 0 0,-12-26-95 0 0,18 29 149 0 0,-19-29-144 0 0,0-1 0 0 0,0 0 0 0 0,0 1 0 0 0,0-1 0 0 0,0 0 0 0 0,0 0 0 0 0,0 1 0 0 0,1-1 0 0 0,-1 0 0 0 0,0 0 0 0 0,0 0 0 0 0,0 1 0 0 0,1-1 0 0 0,-1 0 0 0 0,0 0 0 0 0,0 0 0 0 0,0 0 0 0 0,1 1 0 0 0,-1-1 0 0 0,0 0 0 0 0,0 0 0 0 0,1 0 0 0 0,-1 0 0 0 0,0 0 0 0 0,0 0 0 0 0,1 0-1 0 0,-1 0 1 0 0,0 1 0 0 0,1-1 0 0 0,-1 0 0 0 0,4-8 740 0 0,-2-12-283 0 0,-2 0-381 0 0,1 11-66 0 0,-1 0 0 0 0,0-1 0 0 0,-1 1 0 0 0,0 0 1 0 0,-4-16-1 0 0,-31-78 230 0 0,20 61 25 0 0,15 39-213 0 0,0 1-1 0 0,0-1 0 0 0,1 0 1 0 0,-1-1-1 0 0,0-3 0 0 0,1 6 14 0 0,22 25-890 0 0,-15-15 794 0 0,0-1 0 0 0,1-1 0 0 0,16 14 0 0 0,7-1-16 0 0,2 0 0 0 0,0-3-1 0 0,1 0 1 0 0,1-2 0 0 0,50 14-1 0 0,-78-27 87 0 0,-1-1 0 0 0,0 0 0 0 0,0 0-1 0 0,10 0 1 0 0,-16-1 53 0 0,0-11-60 0 0,-1 0 1 0 0,-1 0 0 0 0,0 0 0 0 0,0 0 0 0 0,-1 1 0 0 0,0-1-1 0 0,-9-16 1 0 0,-68-165-1848 0 0,76 183 925 0 0,-3-9-683 0 0,4 6-7657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4:15.0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242 27 12323 0 0,'0'0'12933'0'0,"-24"-5"-12905"0"0,-76-13-13 0 0,70 15-19 0 0,30 3 1 0 0,-1 0 0 0 0,1 0 1 0 0,-1 0-1 0 0,1 0 1 0 0,0 0-1 0 0,-1 0 1 0 0,1 0-1 0 0,-1 0 1 0 0,1 0-1 0 0,0 1 1 0 0,-1-1-1 0 0,1 0 1 0 0,-1 0-1 0 0,1 0 0 0 0,0 1 1 0 0,-1-1-1 0 0,1 0 1 0 0,-1 1-1 0 0,-3 2-62 0 0,-6 1-654 0 0,1 0 1 0 0,-17 3-1 0 0,11-4-3093 0 0,0-1-4039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4:15.4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15315 0 0,'0'0'11804'0'0,"0"8"-11788"0"0,0-3-11 0 0,0 1 0 0 0,0 0 1 0 0,0-1 0 0 0,1 1 0 0 0,0 0-1 0 0,0-1 1 0 0,0 1 0 0 0,4 8 0 0 0,7 15-6 0 0,1 0 0 0 0,2-1 1 0 0,1-1-1 0 0,38 50 0 0 0,-48-69-672 0 0,0-1-1 0 0,5 11 1 0 0,-6-5-3191 0 0,0-1-4185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4:31.1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144 221 1560 0 0,'0'0'14349'0'0,"-10"-15"-13885"0"0,-30-45 20 0 0,38 56-306 0 0,-1 0 0 0 0,1 0 0 0 0,-1 1-1 0 0,0-1 1 0 0,0 1 0 0 0,-5-5 0 0 0,0-1 509 0 0,0-1 7 0 0,3 5-110 0 0,1 0-1 0 0,1-1 0 0 0,-7-11 1 0 0,-4-7 456 0 0,-3-15 1831 0 0,16 40-2835 0 0,1 1-1 0 0,1-1 0 0 0,-1 1 1 0 0,0-1-1 0 0,0 1 1 0 0,0-1-1 0 0,1 0 1 0 0,0 3-1 0 0,0-1 60 0 0,0 0-18 0 0,0 1 1 0 0,0-1-1 0 0,0 1 1 0 0,0-1-1 0 0,1 0 1 0 0,0 1-1 0 0,-1-1 1 0 0,5 5-1 0 0,21 23 461 0 0,-24-28-492 0 0,220 202 1357 0 0,-17-18-1187 0 0,-126-96-159 0 0,-51-57-6 0 0,-17-21-39 0 0,-8-9 4 0 0,0 0-1 0 0,7 10 1 0 0,-10-13 4 0 0,0 0 0 0 0,-1 1-1 0 0,1-1 1 0 0,0 0 0 0 0,0 0 0 0 0,0 0 0 0 0,0 0 0 0 0,0 0-1 0 0,1-1 1 0 0,-1 1 0 0 0,0 0 0 0 0,0 0 0 0 0,1-1-1 0 0,0 1 1 0 0,-1 0 76 0 0,1 2-188 0 0,-1-7-305 0 0,-1 0-24 0 0,0-1 1 0 0,-1 1-1 0 0,0-1 0 0 0,0 1 1 0 0,0-1-1 0 0,0 1 0 0 0,-1 0 1 0 0,-3-8-1 0 0,-3-1-1069 0 0,-11-16 0 0 0,7 12 81 0 0,-32-41-4791 0 0,13 19-1666 0 0,21 24 994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4:31.6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299 111 1688 0 0,'0'0'22282'0'0,"2"-16"-21433"0"0,6-50-67 0 0,-8 64-728 0 0,3-20 1162 0 0,-4 18 1487 0 0,1 4-2671 0 0,0 1-36 0 0,0 5-19 0 0,-1 1 1 0 0,-1-1-1 0 0,1 0 0 0 0,-1 0 0 0 0,0 0 0 0 0,0 0 0 0 0,-1-1 0 0 0,-3 8 0 0 0,-5 11 37 0 0,-17 36 20 0 0,15-33-4 0 0,-35 93 167 0 0,27-66-114 0 0,-12 61 36 0 0,9-29-63 0 0,12-47-24 0 0,-3-1-1 0 0,-36 69 1 0 0,41-91-15 0 0,4-7 26 0 0,1 1 0 0 0,0 0-1 0 0,-5 11 1 0 0,22-32-6661 0 0,-1-4 196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4:32.4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0 495 2216 0 0,'0'0'22049'0'0,"14"-5"-21363"0"0,41-17-80 0 0,-53 21-521 0 0,1-1 0 0 0,0 1 0 0 0,-1 0 0 0 0,0-1 0 0 0,1 1 0 0 0,-1-1 0 0 0,4-3-1 0 0,-5 3-24 0 0,0 1 0 0 0,0 0 0 0 0,-1 0 0 0 0,1-1 0 0 0,0 1 0 0 0,-1 0 0 0 0,1-1-1 0 0,0-1 1 0 0,1-3 123 0 0,1-4 49 0 0,0 0 0 0 0,-1 1 0 0 0,0-1 0 0 0,1-13 1 0 0,-2 7-89 0 0,1-10 31 0 0,-1-35 0 0 0,-2 30-130 0 0,0 0 30 0 0,-7-38 1 0 0,5 45-32 0 0,-9-36 172 0 0,7 33-24 0 0,5 25-158 0 0,-1 0 0 0 0,1 0 1 0 0,-1 0-1 0 0,1 0 0 0 0,-1 0 0 0 0,1 0 1 0 0,-1 1-1 0 0,0-1 0 0 0,0 0 0 0 0,0 0 0 0 0,-2-2 1 0 0,-14 30-916 0 0,0 8 913 0 0,-1 14-21 0 0,15-37-19 0 0,1-2 11 0 0,-1-1 0 0 0,-1 19 0 0 0,-1-7 4 0 0,4-17-4 0 0,0 0-1 0 0,0 0 0 0 0,0 0 1 0 0,0 6-1 0 0,-1 101 145 0 0,4-100-104 0 0,0 0 0 0 0,1 0 1 0 0,0-1-1 0 0,0 1 0 0 0,1-1 0 0 0,9 17 1 0 0,-9-18 6 0 0,1-1 0 0 0,-1 1 0 0 0,1-1 1 0 0,1 0-1 0 0,-1-1 0 0 0,8 7 1 0 0,6 4 134 0 0,-14-11-111 0 0,1-1-1 0 0,0 0 1 0 0,1 0 0 0 0,0 0 0 0 0,-1-1 0 0 0,1 0 0 0 0,10 4 0 0 0,-8-4-25 0 0,-1-1 1 0 0,1-1 0 0 0,0 0-1 0 0,0 0 1 0 0,0 0 0 0 0,0-1-1 0 0,0-1 1 0 0,15 0 0 0 0,-23 0-183 0 0,0-1 1 0 0,0 1 0 0 0,1-1-1 0 0,-1 1 1 0 0,0-1 0 0 0,0 0-1 0 0,0 1 1 0 0,0-1 0 0 0,0 0 0 0 0,0 0-1 0 0,0 0 1 0 0,0 1 0 0 0,0-1-1 0 0,-1 0 1 0 0,1 0 0 0 0,0-1-1 0 0,0 1 1 0 0,0-1 0 0 0,1-6-4718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4:34.5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1 290 3425 0 0,'0'0'15306'0'0,"14"-1"-14717"0"0,4-1-417 0 0,-2 0 162 0 0,29 0 0 0 0,-26 2 835 0 0,34-4-1 0 0,-47 2-940 0 0,1 1-1 0 0,-1 0 1 0 0,0-1-1 0 0,1 0 1 0 0,-1-1-1 0 0,0 0 1 0 0,0 1-1 0 0,-1-2 0 0 0,7-3 1 0 0,-9 4-125 0 0,0 0 1 0 0,-1 0-1 0 0,0 1 0 0 0,1-1 1 0 0,-1-1-1 0 0,0 1 1 0 0,-1 0-1 0 0,1 0 0 0 0,0-1 1 0 0,-1 1-1 0 0,0-1 1 0 0,0 1-1 0 0,0-1 0 0 0,0 0 1 0 0,0-6-1 0 0,0-2 68 0 0,0-1 0 0 0,-2 0 0 0 0,-1-16 0 0 0,1 24-128 0 0,0 0 0 0 0,0 0 0 0 0,-1 0 0 0 0,1 0 0 0 0,-1 0 0 0 0,-1 1 1 0 0,1-1-1 0 0,-6-8 0 0 0,2 5-12 0 0,-1-1 0 0 0,0 1 1 0 0,-10-9-1 0 0,12 12-28 0 0,0 1-1 0 0,-1 0 0 0 0,-11-7 0 0 0,15 10-15 0 0,0 0 0 0 0,0 0 0 0 0,0 0 0 0 0,0 1 0 0 0,0-1-1 0 0,0 0 1 0 0,0 1 0 0 0,0 0 0 0 0,0-1 0 0 0,0 1-1 0 0,0 0 1 0 0,0 0 0 0 0,0 0 0 0 0,0 0 0 0 0,0 0 0 0 0,0 1-1 0 0,-3 0 1 0 0,1 1 3 0 0,1 0 0 0 0,0 1 1 0 0,0 0-1 0 0,0 0 0 0 0,0 0 0 0 0,1 0 0 0 0,-1 0 0 0 0,1 0 0 0 0,0 0 1 0 0,-2 5-1 0 0,-4 4 2 0 0,3-5 8 0 0,-6 9 14 0 0,0 0 1 0 0,-16 34 0 0 0,27-49-14 0 0,-3 5 23 0 0,1 0 1 0 0,0 1-1 0 0,0-1 1 0 0,-2 12-1 0 0,2-6 54 0 0,1-10-59 0 0,0-1 0 0 0,1 1 0 0 0,0-1 0 0 0,-1 1 0 0 0,1-1 0 0 0,0 1 0 0 0,0-1 0 0 0,0 1 0 0 0,0-1 0 0 0,0 1 0 0 0,0 0 0 0 0,0-1 0 0 0,1 1 0 0 0,-1-1 0 0 0,0 1-1 0 0,1-1 1 0 0,-1 1 0 0 0,1-1 0 0 0,1 3 0 0 0,4 7 122 0 0,3 2-6 0 0,3-2-19 0 0,0 0 0 0 0,1-1 0 0 0,0-1 0 0 0,1 0 0 0 0,0-1 0 0 0,1 0 0 0 0,17 6 0 0 0,-9-6-56 0 0,0 0-1 0 0,0-2 1 0 0,1-1-1 0 0,30 4 1 0 0,-38-8-106 0 0,5 2-363 0 0,0-1 1 0 0,0-1-1 0 0,33-3 1 0 0,-51 1-41 0 0,0 0 0 0 0,0 1-1 0 0,0-1 1 0 0,0 0 0 0 0,0-1 0 0 0,4-2 0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4:35.0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88 0 16099 0 0,'0'0'7299'0'0,"4"21"-7616"0"0,15 68 386 0 0,-15-74-35 0 0,0 0-1 0 0,9 21 1 0 0,-7-20-9 0 0,88 198 225 0 0,-85-197-384 0 0,10 29 0 0 0,-18-46 124 0 0,-1 1 0 0 0,0-1 0 0 0,0 1 0 0 0,0-1 0 0 0,1 0 0 0 0,-1 1 0 0 0,0-1 0 0 0,0 1 0 0 0,0-1 0 0 0,0 1 0 0 0,0-1 0 0 0,0 1 0 0 0,0-1 0 0 0,0 1 0 0 0,0-1 0 0 0,0 1 0 0 0,0-1 0 0 0,0 1 0 0 0,0-1 0 0 0,0 1 0 0 0,-1-1 0 0 0,1 0 0 0 0,0 1 0 0 0,0-1 0 0 0,0 1 0 0 0,-1-1 0 0 0,1 1 0 0 0,-1-1 0 0 0,1 1 19 0 0,-1-1 0 0 0,0 0 0 0 0,0 0-1 0 0,1 0 1 0 0,-1 1 0 0 0,0-1 0 0 0,1 0 0 0 0,-1 0-1 0 0,0 0 1 0 0,0 0 0 0 0,1-1 0 0 0,-1 1 0 0 0,0 0-1 0 0,0 0 1 0 0,1 0 0 0 0,-2-1 0 0 0,-3-1 116 0 0,-1 0-1 0 0,1-1 1 0 0,-8-4 0 0 0,-16-14 143 0 0,1-1 0 0 0,1-1 0 0 0,-26-29 0 0 0,43 41-192 0 0,2 4-3 0 0,1-2-1 0 0,0 1 0 0 0,0-1 0 0 0,1 0 1 0 0,0-1-1 0 0,0 1 0 0 0,1-1 1 0 0,1 0-1 0 0,-5-14 0 0 0,8 21-40 0 0,0 0 0 0 0,0-1 0 0 0,1 1 0 0 0,-1-1 0 0 0,1 1 0 0 0,0-1 0 0 0,0 1 0 0 0,0-1 0 0 0,0 1 0 0 0,2-7 0 0 0,-1 8-39 0 0,-1 0-1 0 0,1 0 0 0 0,0 0 0 0 0,0 0 0 0 0,0 1 1 0 0,0-1-1 0 0,0 0 0 0 0,1 0 0 0 0,-1 1 0 0 0,0-1 1 0 0,1 1-1 0 0,-1-1 0 0 0,1 1 0 0 0,0-1 0 0 0,-1 1 1 0 0,1 0-1 0 0,0 0 0 0 0,2-1 0 0 0,4-1-156 0 0,1 0 0 0 0,-1 1 0 0 0,0 1 0 0 0,1-1 0 0 0,-1 2 0 0 0,1-1 0 0 0,0 1 0 0 0,13 1 0 0 0,2 0-859 0 0,13 2-2210 0 0,-12 2-5934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4:35.2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25 17452 0 0,'0'0'8802'0'0,"2"-25"-14660"0"0,-7 38 833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4:35.8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79 9034 0 0,'0'0'18068'0'0,"9"-12"-17918"0"0,30-39-60 0 0,-38 49-84 0 0,1 0 0 0 0,-1 0 0 0 0,1 1 0 0 0,0-1 0 0 0,0 0 0 0 0,3-1 0 0 0,-5 3-5 0 0,0-1 0 0 0,1 1-1 0 0,-1 0 1 0 0,0 0 0 0 0,0 0 0 0 0,1 0-1 0 0,-1 0 1 0 0,0 0 0 0 0,1 0 0 0 0,-1 0-1 0 0,0 0 1 0 0,1 0 0 0 0,-1 0 0 0 0,0 0-1 0 0,1 0 1 0 0,-1 0 0 0 0,0 0 0 0 0,0 0 0 0 0,1 0-1 0 0,-1 0 1 0 0,1 0 0 0 0,2 1 7 0 0,9-1 7 0 0,-6 0-52 0 0,0 0 0 0 0,0 0 0 0 0,8 2 0 0 0,-12-2 18 0 0,1 1 1 0 0,-1 0-1 0 0,0 0 0 0 0,0 0 0 0 0,0 0 1 0 0,1 0-1 0 0,-1 0 0 0 0,0 0 0 0 0,0 1 1 0 0,-1-1-1 0 0,4 4 0 0 0,-1-2-28 0 0,-1 1 0 0 0,0 0 0 0 0,0-1 0 0 0,0 1 0 0 0,0 1 0 0 0,0-1 0 0 0,-1 0 0 0 0,0 1 0 0 0,0-1 0 0 0,0 1 0 0 0,0 0 0 0 0,-1-1 0 0 0,0 1-1 0 0,0 0 1 0 0,0 0 0 0 0,-1 0 0 0 0,1 10 0 0 0,-1-4-28 0 0,1-8 56 0 0,-1 0 0 0 0,0 0-1 0 0,0 0 1 0 0,0 0 0 0 0,-1 0-1 0 0,1 0 1 0 0,-1 0 0 0 0,1 0 0 0 0,-2 3-1 0 0,-6 8-56 0 0,1 0 0 0 0,-2 0 0 0 0,-17 20 0 0 0,5-2 28 0 0,20-32 73 0 0,1 1 0 0 0,0-1 0 0 0,0 0 0 0 0,0 1 0 0 0,-1-1 0 0 0,1 0 0 0 0,0 1 0 0 0,0-1 0 0 0,0 0 0 0 0,0 1 0 0 0,-1-1 0 0 0,1 1 0 0 0,0-1 0 0 0,0 0 0 0 0,0 1 0 0 0,0-1 0 0 0,0 1 0 0 0,0-1 0 0 0,0 0 0 0 0,0 1 0 0 0,0-1 0 0 0,1 1 0 0 0,-1-1 0 0 0,0 0 0 0 0,0 1 0 0 0,0-1 0 0 0,0 1 0 0 0,0-1 0 0 0,1 0 0 0 0,-1 1 0 0 0,0-1 0 0 0,0 0 0 0 0,1 1 1 0 0,-1-1-1 0 0,0 0 0 0 0,1 0 0 0 0,-1 1 0 0 0,0-1 0 0 0,1 0 0 0 0,-1 0 0 0 0,0 1 0 0 0,1-1 0 0 0,-1 0 0 0 0,0 0 0 0 0,1 0 0 0 0,-1 0 0 0 0,1 0 0 0 0,-1 0 0 0 0,0 1 0 0 0,1-1 0 0 0,-1 0 0 0 0,1 0 0 0 0,63 2 430 0 0,-38 0-991 0 0,52-3-1 0 0,-73 0 155 0 0,-1 0 0 0 0,0 0-1 0 0,0 0 1 0 0,0-1 0 0 0,0 1 0 0 0,0-1-1 0 0,4-2 1 0 0,10-10-9017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4:36.0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14963 0 0,'0'0'10961'0'0,"5"5"-10947"0"0,34 42-13 0 0,10 15-473 0 0,-18-21-3249 0 0,-29-39 2817 0 0,0 1 0 0 0,0-1 1 0 0,1 0-1 0 0,-1 0 0 0 0,4 3 0 0 0,6 2-8201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4:36.2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12227 0 0,'0'0'10578'0'0,"21"27"-10497"0"0,65 87-49 0 0,-36-50-281 0 0,-44-58 154 0 0,19 26-1215 0 0,4 3-4249 0 0,-28-33 4442 0 0,1-1 1 0 0,0 1-1 0 0,-1 0 1 0 0,0 1 0 0 0,1-1-1 0 0,-1 0 1 0 0,1 3-1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4:36.5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523 33 12203 0 0,'0'0'14619'0'0,"-24"-5"-14515"0"0,-76-16-44 0 0,93 19-50 0 0,1 0-1 0 0,-1 1 1 0 0,0 0 0 0 0,0 1 0 0 0,-8 0 0 0 0,4 0 12 0 0,-183 14-1050 0 0,154-10-322 0 0,20-2 252 0 0,-21 2-2234 0 0,15 0-2677 0 0,8-2-4952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4:37.4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12 0 0 0,'0'0'10029'0'0,"-16"-5"2778"0"0,18-2-10338 0 0,-1 35-2469 0 0,2-1-1 0 0,11 47 1 0 0,-4-23 105 0 0,13 44 52 0 0,-1-5-72 0 0,-15-58-66 0 0,-3-13-1 0 0,-1 0 1 0 0,2 21 0 0 0,0 7 17 0 0,-1 9 34 0 0,-4-56 125 0 0,0-4-1390 0 0,0-7-14 0 0,-1 1 1 0 0,0-1-1 0 0,-5-20 1 0 0,0-1-2314 0 0,-2-6-5830 0 0,6 27 2228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4:42.7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190 616 0 0 0,'0'0'7491'0'0,"2"0"-6359"0"0,-2 0-999 0 0,1 0 1 0 0,-1 0-1 0 0,0 0 0 0 0,1 0 0 0 0,-1-1 0 0 0,1 1 1 0 0,-1 0-1 0 0,0 0 0 0 0,1 0 0 0 0,-1 0 0 0 0,0-1 0 0 0,1 1 1 0 0,-1 0-1 0 0,0 0 0 0 0,0-1 0 0 0,1 1 0 0 0,-1 0 1 0 0,0-1-1 0 0,0 1 0 0 0,1 0 0 0 0,-1-1 0 0 0,0 1 1 0 0,0 0-1 0 0,0-1 0 0 0,0 1 0 0 0,4-16 2063 0 0,-3-21 358 0 0,-1 32-2036 0 0,0-9 196 0 0,1-15 310 0 0,-6-35-1 0 0,3 53-880 0 0,-5-16 0 0 0,-3-11 214 0 0,-2-14 202 0 0,-2-2 135 0 0,-2-5-28 0 0,14 48-543 0 0,-2 0 0 0 0,1 0 0 0 0,-8-14 0 0 0,-2-5-22 0 0,4 14 11 0 0,8 14-76 0 0,-1 0 0 0 0,1-1 0 0 0,0 1 0 0 0,0-1 0 0 0,0 1-1 0 0,0-1 1 0 0,-1-2 0 0 0,-6-7 177 0 0,7 10-201 0 0,1 1 0 0 0,-1-1-1 0 0,0 1 1 0 0,1-1-1 0 0,-1 1 1 0 0,0 0-1 0 0,0-1 1 0 0,-2 0 0 0 0,-2-6-23 0 0,-1-2 2 0 0,5 7 10 0 0,-1 1-1 0 0,1 0 1 0 0,-1-1 0 0 0,1 1 0 0 0,-4-3 0 0 0,-10-11-92 0 0,15 16 66 0 0,-1-1 0 0 0,1 1 0 0 0,0 0 0 0 0,0 0 1 0 0,0 0-1 0 0,0 0 0 0 0,-1 0 0 0 0,1 0 0 0 0,0 0 0 0 0,0 0 0 0 0,0 0 0 0 0,0 0 0 0 0,-1 0 0 0 0,1 0 0 0 0,0 0 0 0 0,0 0 1 0 0,0 0-1 0 0,0 0 0 0 0,-1 0 0 0 0,1 1 0 0 0,0-1 0 0 0,0 0 0 0 0,0 0 0 0 0,0 0 0 0 0,0 0 0 0 0,-1 0 0 0 0,1 0 0 0 0,0 0 1 0 0,0 0-1 0 0,0 1 0 0 0,0-1 0 0 0,0 0 0 0 0,0 0 0 0 0,-1 0 0 0 0,-5 10-152 0 0,-6 10 255 0 0,11-17-69 0 0,-1 1-1 0 0,1 0 0 0 0,0 0 1 0 0,0 0-1 0 0,0 0 0 0 0,1 0 1 0 0,-1 5-1 0 0,2 31 51 0 0,0-16-10 0 0,-3 39 13 0 0,2 46 296 0 0,2-96-205 0 0,1 1-1 0 0,0 0 0 0 0,1-1 1 0 0,0 0-1 0 0,1 1 1 0 0,0-2-1 0 0,1 1 1 0 0,10 15-1 0 0,-2-7-1 0 0,1-1 0 0 0,1 0 0 0 0,1-1 0 0 0,23 20 0 0 0,-17-16-40 0 0,-1-4 13 0 0,0 0-1 0 0,1-2 1 0 0,1 0 0 0 0,0-2 0 0 0,35 16 0 0 0,-53-28-281 0 0,0-1 0 0 0,0 0 0 0 0,0 0 0 0 0,0-1 0 0 0,1 0 1 0 0,-1 0-1 0 0,0 0 0 0 0,1-1 0 0 0,8-1 0 0 0,-7-2-2984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4:44.5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36 5953 0 0,'0'0'19275'0'0,"5"4"-19150"0"0,2 3-110 0 0,-1-1 0 0 0,0 2 0 0 0,0-1 0 0 0,-1 1 0 0 0,1-1 0 0 0,4 11 0 0 0,-4-5-17 0 0,2-2 1 0 0,8 12-1 0 0,29 31 136 0 0,-44-52-121 0 0,1 1-1 0 0,0-1 1 0 0,0-1 0 0 0,0 1 0 0 0,1 0 0 0 0,-1 0-1 0 0,0-1 1 0 0,1 1 0 0 0,2 0 0 0 0,-5-2 3 0 0,0 0 0 0 0,1 0 0 0 0,-1 0 0 0 0,0 0 1 0 0,1 0-1 0 0,-1 0 0 0 0,0 0 0 0 0,0 0 0 0 0,0 0 0 0 0,1 0 1 0 0,-1 0-1 0 0,0-1 0 0 0,0 1 0 0 0,1 0 0 0 0,-1 0 0 0 0,0 0 0 0 0,0 0 1 0 0,0-1-1 0 0,1 1 0 0 0,-1 0 0 0 0,0 0 0 0 0,0 0 0 0 0,0-1 1 0 0,0 1-1 0 0,0 0 0 0 0,1 0 0 0 0,-1-1 0 0 0,0 1 0 0 0,0 0 1 0 0,5-14-43 0 0,0-15-302 0 0,-4-1 189 0 0,-1 22 141 0 0,0-1 0 0 0,0 1-1 0 0,1 0 1 0 0,0-1 0 0 0,1 1 0 0 0,0 0 0 0 0,3-10-1 0 0,0 7 30 0 0,-4 9-23 0 0,0-1 1 0 0,0 1-1 0 0,0-1 0 0 0,0 1 0 0 0,1-1 1 0 0,-1 1-1 0 0,1-1 0 0 0,0 1 0 0 0,0 0 1 0 0,2-2-1 0 0,5-4 13 0 0,-8 6-4 0 0,1 1 0 0 0,0-1 1 0 0,0 0-1 0 0,0 1 0 0 0,0-1 0 0 0,0 1 0 0 0,0 0 0 0 0,0-1 1 0 0,0 1-1 0 0,1 0 0 0 0,-1 0 0 0 0,0 1 0 0 0,1-1 1 0 0,-1 0-1 0 0,6 0 0 0 0,-4 1-15 0 0,-1 0-14 0 0,-1 0 1 0 0,1 0-1 0 0,0 0 1 0 0,0 0 0 0 0,-1 0-1 0 0,1 1 1 0 0,0-1-1 0 0,-1 1 1 0 0,1 0 0 0 0,-1 0-1 0 0,1 0 1 0 0,-1 0-1 0 0,1 0 1 0 0,3 3 0 0 0,23 18-12 0 0,65 52-14 0 0,-59-45-83 0 0,13 12-316 0 0,-42-35 346 0 0,0 0 1 0 0,-1 1 0 0 0,0 0 0 0 0,0-1 0 0 0,6 13 0 0 0,-9-16-951 0 0,5 12-176 0 0,-5-8-3303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4:45.3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256 53 3977 0 0,'0'0'21837'0'0,"-2"-8"-21655"0"0,-5-27-91 0 0,5 26-34 0 0,0 26-397 0 0,-10 40 207 0 0,-10 72 170 0 0,1-12-44 0 0,9-55 24 0 0,-37 118 0 0 0,13-82-12 0 0,27-75-2 0 0,-2-1-1 0 0,-16 26 1 0 0,-12 2-691 0 0,38-49 472 0 0,1-1-1 0 0,-1 1 1 0 0,1 0 0 0 0,-1 0-1 0 0,1 0 1 0 0,0 0 0 0 0,-1 0 0 0 0,1-1-1 0 0,0 1 1 0 0,0 0 0 0 0,0 2-1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4:45.9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12 199 12723 0 0,'0'0'11885'0'0,"-1"5"-11878"0"0,-2 6 24 0 0,1 1 1 0 0,0 0 0 0 0,0 20-1 0 0,2-20-1 0 0,-1-1 9 0 0,1 0 0 0 0,0 0 0 0 0,1 0 0 0 0,1 0 0 0 0,0-1 0 0 0,4 15 0 0 0,2-3 15 0 0,1-1 0 0 0,14 25-1 0 0,-22-45-25 0 0,-1 0-1 0 0,1 0 0 0 0,0 0 0 0 0,0 0 0 0 0,-1 0 0 0 0,1 0 0 0 0,0 0 0 0 0,0 0 0 0 0,0 0 1 0 0,0-1-1 0 0,0 1 0 0 0,0 0 0 0 0,0 0 0 0 0,0-1 0 0 0,0 1 0 0 0,0-1 0 0 0,0 1 0 0 0,1-1 1 0 0,-1 0-1 0 0,0 1 0 0 0,0-1 0 0 0,0 0 0 0 0,3 0 0 0 0,-3-1 10 0 0,-1-1 1 0 0,1 1-1 0 0,-1-1 0 0 0,0 1 0 0 0,0-1 1 0 0,0 0-1 0 0,0 1 0 0 0,0-3 0 0 0,0 4-26 0 0,0-6 13 0 0,1-6-6 0 0,-1 0 0 0 0,-1-1 0 0 0,0 1 0 0 0,-1 0 0 0 0,-4-15 0 0 0,-17-39 115 0 0,-21-71 690 0 0,43 132-729 0 0,0 1 0 0 0,1-1 0 0 0,-1 0 0 0 0,1-7 0 0 0,1 4 160 0 0,-1 7-249 0 0,0 1-1 0 0,0 0 1 0 0,0-1 0 0 0,0 1-1 0 0,1 0 1 0 0,-1 0 0 0 0,0-1-1 0 0,0 1 1 0 0,0 0-1 0 0,1 0 1 0 0,-1 0 0 0 0,0-1-1 0 0,0 1 1 0 0,1 0 0 0 0,-1 0-1 0 0,0 0 1 0 0,1 0 0 0 0,-1 0-1 0 0,0-1 1 0 0,0 1 0 0 0,1 0-1 0 0,-1 0 1 0 0,0 0 0 0 0,1 0-1 0 0,-1 0 1 0 0,0 0 0 0 0,1 0-1 0 0,-1 0 1 0 0,1 0-1 0 0,11 2-255 0 0,-6 2 172 0 0,1 0 0 0 0,-1 0 0 0 0,0 1 0 0 0,0 0 0 0 0,-1 0 0 0 0,8 8 0 0 0,2 2-3 0 0,134 125-495 0 0,-103-101 247 0 0,71 45 0 0 0,-104-75 298 0 0,32 18-48 0 0,-39-23 99 0 0,1-1-1 0 0,-1 0 1 0 0,1-1-1 0 0,-1 0 1 0 0,10 2 0 0 0,-15-4-2 0 0,-1 1 0 0 0,1-1 0 0 0,0 0 1 0 0,0 0-1 0 0,-1 0 0 0 0,1 0 0 0 0,0 1 0 0 0,0-1 1 0 0,0 0-1 0 0,0-1 0 0 0,-1 1 0 0 0,1 0 1 0 0,0 0-1 0 0,0 0 0 0 0,0 0 0 0 0,-1-1 1 0 0,1 1-1 0 0,0 0 0 0 0,0-1 0 0 0,-1 1 0 0 0,1 0 1 0 0,0-1-1 0 0,-1 1 0 0 0,1-1 0 0 0,0 1 1 0 0,-1-1-1 0 0,1 0 0 0 0,0 0 0 0 0,0-1 18 0 0,0-1 1 0 0,-1 1-1 0 0,1-1 0 0 0,-1 1 0 0 0,0-1 0 0 0,1 1 0 0 0,-1-1 1 0 0,-1-3-1 0 0,1-12 36 0 0,1-3-61 0 0,-1 0 0 0 0,-2 0 0 0 0,0 0 0 0 0,-5-21 0 0 0,3 26-14 0 0,-6-19-118 0 0,2-1 0 0 0,-7-71-1 0 0,14 88-760 0 0,-4-20-1 0 0,3 30-564 0 0,0 0 0 0 0,-4-10-1 0 0,5 15-73 0 0,-1 1-1 0 0,0 0 0 0 0,0-1 0 0 0,0 1 0 0 0,0 0 1 0 0,-3-3-1 0 0,2 3-1095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4:12.7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20 274 0 0 0,'0'0'7744'0'0,"4"17"-6661"0"0,14 54 16 0 0,-17-67-822 0 0,0 0-1 0 0,0 0 1 0 0,0 0-1 0 0,0 0 1 0 0,1-1-1 0 0,0 1 1 0 0,3 5-1 0 0,0 1 655 0 0,-1-2 230 0 0,0 0 0 0 0,0 0 0 0 0,0 0 0 0 0,1-1 0 0 0,8 10 0 0 0,-11-16-803 0 0,0 0 1 0 0,0-1-1 0 0,1 0 1 0 0,-1 1-1 0 0,0-1 0 0 0,0 0 1 0 0,1 0-1 0 0,-1 0 1 0 0,0 0-1 0 0,1 0 0 0 0,2-1 1 0 0,-3 0-250 0 0,-1 0 0 0 0,1 0 0 0 0,-1 1 0 0 0,1-1 0 0 0,-1 0 0 0 0,0 0 0 0 0,1 0 0 0 0,-1-1 0 0 0,0 1 0 0 0,0 0 0 0 0,0 0 0 0 0,1-1 0 0 0,-2 1 0 0 0,1-1 0 0 0,2-2 0 0 0,9-27 804 0 0,-11 29-844 0 0,1-6 27 0 0,0 1 0 0 0,-1-1 0 0 0,1 0 1 0 0,-2 0-1 0 0,1 1 0 0 0,-1-1 0 0 0,0 0 1 0 0,-1 0-1 0 0,-2-11 0 0 0,-1-2 75 0 0,-2 0 1 0 0,-10-25-1 0 0,3 16 47 0 0,-21-34 1 0 0,22 43-141 0 0,2 3-7 0 0,0-2 111 0 0,-1 1-1 0 0,-25-32 0 0 0,25 39-327 0 0,11 13 139 0 0,2 97-199 0 0,-1-78 215 0 0,2 0 0 0 0,9 36 0 0 0,6-1-10 0 0,49 100 0 0 0,-13-59 13 0 0,-44-81 4 0 0,1 0 1 0 0,0-1 0 0 0,1 0-1 0 0,14 12 1 0 0,23 13 29 0 0,-43-34-79 0 0,1-1 1 0 0,0 0 0 0 0,0-1 0 0 0,0 1-1 0 0,14 3 1 0 0,-19-6-141 0 0,1-1 1 0 0,-1 1-1 0 0,0-1 1 0 0,0 1-1 0 0,1-1 1 0 0,-1 0-1 0 0,0 0 1 0 0,1 0-1 0 0,-1-1 1 0 0,0 1-1 0 0,3-1 1 0 0,-4 1-145 0 0,0-1 0 0 0,0 0 1 0 0,0 1-1 0 0,0-1 1 0 0,0 1-1 0 0,0-1 1 0 0,0 0-1 0 0,0 0 1 0 0,0 0-1 0 0,0 1 0 0 0,-1-1 1 0 0,1 0-1 0 0,0 0 1 0 0,-1 0-1 0 0,1 0 1 0 0,-1 0-1 0 0,1 0 0 0 0,-1 0 1 0 0,1-1-1 0 0,-1 1 1 0 0,0 0-1 0 0,1-2 1 0 0,0-14-7985 0 0,-1 3-3328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4:13.0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131 1 14595 0 0,'0'0'12701'0'0,"-7"0"-12646"0"0,-62 0-167 0 0,36 0-1993 0 0,22 0-1917 0 0,0 0-4707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4:13.2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249 10 12995 0 0,'0'0'12120'0'0,"-24"-2"-12106"0"0,-73-5-18 0 0,64 7-9 0 0,20 4-55 0 0,7-1-8 0 0,-40 15-3117 0 0,16-6-8296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4:13.7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168 81 10890 0 0,'0'0'13998'0'0,"-26"0"-13949"0"0,-79 4-2 0 0,102-4-42 0 0,0 0 0 0 0,1 1-1 0 0,-1-1 1 0 0,0 1 0 0 0,1 0 0 0 0,-1 0-1 0 0,-3 1 1 0 0,6-2-2 0 0,0 0-1 0 0,-1 1 0 0 0,1-1 1 0 0,-1 0-1 0 0,1 1 1 0 0,0-1-1 0 0,0 0 0 0 0,-1 1 1 0 0,1-1-1 0 0,0 1 0 0 0,-1-1 1 0 0,1 0-1 0 0,0 1 1 0 0,0-1-1 0 0,0 1 0 0 0,0-1 1 0 0,-1 1-1 0 0,1 0 1 0 0,0-1-3 0 0,-2 9 65 0 0,0 0 0 0 0,1 0 0 0 0,0 0 0 0 0,0 1 0 0 0,1-1-1 0 0,1 10 1 0 0,0-14-22 0 0,0 0 0 0 0,0 1 0 0 0,0-1 0 0 0,0 0 0 0 0,1 0 0 0 0,0 0 0 0 0,0 0 0 0 0,1 0 0 0 0,-1 0 0 0 0,1-1 0 0 0,6 8 0 0 0,3 2 44 0 0,1 0 1 0 0,0-1-1 0 0,1-1 0 0 0,23 17 1 0 0,-29-24-46 0 0,0 0 0 0 0,0-1 1 0 0,0 0-1 0 0,0 0 0 0 0,1-1 0 0 0,-1 0 1 0 0,1-1-1 0 0,0 0 0 0 0,-1 0 0 0 0,1-1 1 0 0,13 1-1 0 0,-19-2-1 0 0,0 0 0 0 0,0 0 1 0 0,-1 0-1 0 0,1-1 0 0 0,0 1 0 0 0,0-1 1 0 0,-1 1-1 0 0,1-1 0 0 0,0 0 0 0 0,3-2 1 0 0,-5 2-15 0 0,1-1 0 0 0,0 1 0 0 0,0-1 1 0 0,-1 1-1 0 0,1-1 0 0 0,0 0 0 0 0,-1 0 1 0 0,0 0-1 0 0,1 0 0 0 0,-1 0 0 0 0,0 0 1 0 0,1-4-1 0 0,1-1-1 0 0,-1-1 1 0 0,0 1-1 0 0,-1-1 0 0 0,1 1 0 0 0,-1-13 1 0 0,-1 5-63 0 0,-2-29 1 0 0,0 35 0 0 0,0 1 0 0 0,-1-1 1 0 0,0 1-1 0 0,0 0 0 0 0,-6-12 1 0 0,1 3-48 0 0,4 9-71 0 0,-1 0 0 0 0,1 0-1 0 0,-1 0 1 0 0,0 1 0 0 0,-1 0 0 0 0,0 0 0 0 0,0 0-1 0 0,0 1 1 0 0,-1 0 0 0 0,-8-6 0 0 0,7 6-1124 0 0,-1 1 1 0 0,0 0 0 0 0,1 0-1 0 0,-1 1 1 0 0,-14-4 0 0 0,-1 1-6043 0 0,6 2-3606 0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4:52.1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8836 53 0 0 0,'0'0'4130'0'0,"7"-7"-2902"0"0,18-22-39 0 0,-24 27-890 0 0,1 1 0 0 0,-1-1 0 0 0,1 1 0 0 0,0 0 0 0 0,-1-1 0 0 0,1 1 0 0 0,8-6 4975 0 0,-10 21-6743 0 0,0-2 1483 0 0,0-3-41 0 0,0 0 1 0 0,-2 9-1 0 0,2-14 21 0 0,-1-1-1 0 0,0 0 1 0 0,0 0-1 0 0,0 0 1 0 0,0 0-1 0 0,0 0 1 0 0,-1 0 0 0 0,0 0-1 0 0,-2 3 1 0 0,-10 15 57 0 0,8-12-16 0 0,-11 14 1 0 0,-1 0 98 0 0,12-16-84 0 0,0 1 0 0 0,0-1-1 0 0,-1 0 1 0 0,-10 8 0 0 0,-34 20 372 0 0,38-28-205 0 0,0 0 0 0 0,0-1 1 0 0,0 0-1 0 0,-20 5 0 0 0,23-7 25 0 0,-18 7-1 0 0,20-7-94 0 0,0-1 1 0 0,0 0 0 0 0,-15 4 0 0 0,-22 2 262 0 0,22-3-88 0 0,0-2 0 0 0,-27 2 0 0 0,14-4-55 0 0,-104 3 709 0 0,-198-13 694 0 0,290 6-1626 0 0,-216-11 624 0 0,97 6-140 0 0,-4 3-138 0 0,136 4-360 0 0,-552 0 790 0 0,433-10-260 0 0,34 0-21 0 0,-236 11-255 0 0,259 5-265 0 0,-222 7 117 0 0,38-9 420 0 0,62 10-229 0 0,119-5-299 0 0,-107 18 88 0 0,138-16-67 0 0,24-2-45 0 0,1 1-1 0 0,-43 17 1 0 0,1 7-25 0 0,74-27 19 0 0,0 0 0 0 0,1 0 0 0 0,0 1 0 0 0,-14 12 0 0 0,17-13 2 0 0,7-6 11 0 0,1-1 1 0 0,-1 1-1 0 0,0 0 0 0 0,0-1 0 0 0,1 1 0 0 0,-1 0 0 0 0,0 0 0 0 0,1 0 0 0 0,-1 0 0 0 0,1-1 1 0 0,-1 1-1 0 0,1 0 0 0 0,-1 0 0 0 0,0 2 0 0 0,1-3 78 0 0,14 0 689 0 0,11 0-447 0 0,-25 0-336 0 0,0 0 0 0 0,0 0 1 0 0,0 0-1 0 0,0 0 1 0 0,0 1-1 0 0,0-1 1 0 0,1 0-1 0 0,-1 0 0 0 0,0 0 1 0 0,0 0-1 0 0,0 0 1 0 0,0 0-1 0 0,0 0 1 0 0,0 0-1 0 0,0 0 0 0 0,0-1 1 0 0,0 1-1 0 0,1 0 1 0 0,-1 0-1 0 0,0 0 0 0 0,0 0 1 0 0,0 0-1 0 0,0 0 1 0 0,0 0-1 0 0,0 0 1 0 0,0 0-1 0 0,0 0 0 0 0,0 0 1 0 0,0 0-1 0 0,0 0 1 0 0,1 0-1 0 0,-1 0 1 0 0,0 0-1 0 0,0 0 0 0 0,0-1 1 0 0,0 1-1 0 0,0 0 1 0 0,0 0-1 0 0,0 0 1 0 0,0 0-1 0 0,0 0 0 0 0,0 0 1 0 0,0 0-1 0 0,0 0 1 0 0,0 0-1 0 0,0-1 1 0 0,0 1-1 0 0,0 0 0 0 0,0 0 1 0 0,0 0-1 0 0,-4-5-258 0 0,-7-4-21 0 0,-12 0 180 0 0,-1 0 0 0 0,0 2 0 0 0,-44-8 0 0 0,18 6 100 0 0,-40-5-60 0 0,-23 2-16 0 0,-120-1 74 0 0,80 10-2 0 0,100 4 6 0 0,-121 3 85 0 0,52 0 21 0 0,-247 12 191 0 0,171-12-173 0 0,6 3-50 0 0,78-6-17 0 0,-143-4 104 0 0,-38-3 31 0 0,216 7-120 0 0,7 3 72 0 0,17 0-28 0 0,-16 1 19 0 0,-23 1 25 0 0,-189-3 240 0 0,278-3-400 0 0,-200 5 27 0 0,133-1-5 0 0,-40 3 11 0 0,70-4 56 0 0,-51-3 0 0 0,35-1 57 0 0,-24-4-8 0 0,2-1-77 0 0,57 5 39 0 0,0-2 0 0 0,0 0 0 0 0,1-2 0 0 0,-39-12-1 0 0,13 3-62 0 0,27 8 44 0 0,2-1-1 0 0,-1-1 0 0 0,-28-15 1 0 0,39 17-6 0 0,0 1 0 0 0,0-2 1 0 0,1 1-1 0 0,0-1 0 0 0,0 0 0 0 0,0-1 1 0 0,1 0-1 0 0,0 0 0 0 0,1 0 0 0 0,0-1 1 0 0,0 0-1 0 0,1 0 0 0 0,0-1 0 0 0,1 1 1 0 0,-5-13-1 0 0,8 13-389 0 0,-1 1 1 0 0,1-1-1 0 0,1 0 1 0 0,0 1-1 0 0,0-12 1 0 0,1 0-3972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4:53.3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409 44 8802 0 0,'0'0'14035'0'0,"-10"1"-13226"0"0,-74 5 705 0 0,53-6-1017 0 0,-1 1-244 0 0,-1-2 0 0 0,-40-6 0 0 0,27 2-352 0 0,-3-1-1897 0 0,42 4 640 0 0,1 1 0 0 0,0-1-1 0 0,-7-3 1 0 0,12 4 758 0 0,-1 0-1 0 0,1 0 1 0 0,0 1-1 0 0,0-1 1 0 0,-1 0 0 0 0,1 0-1 0 0,0 0 1 0 0,0 0-1 0 0,-1-2 1 0 0,-3-9-8803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4:53.6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451 31 9474 0 0,'0'0'15761'0'0,"-31"-5"-15441"0"0,-95-15-75 0 0,118 19-185 0 0,-1-1 0 0 0,1 1-1 0 0,-15 0 1 0 0,15 1 4 0 0,-9 2-23 0 0,-1-1-1 0 0,0 2 1 0 0,-32 9 0 0 0,30-6-1891 0 0,-1-2 0 0 0,-21 3 0 0 0,3-5-8278 0 0,26-2-460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4:54.1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7 2729 0 0,'0'0'21275'0'0,"-4"-1"-21086"0"0,-1-2-159 0 0,-3 0 87 0 0,8 4-110 0 0,0 0 1 0 0,0-1-1 0 0,0 1 0 0 0,1 0 1 0 0,-1-1-1 0 0,0 1 1 0 0,0 0-1 0 0,1-1 0 0 0,-1 1 1 0 0,0-1-1 0 0,1 1 1 0 0,-1-1-1 0 0,1 1 1 0 0,-1-1-1 0 0,1 1 0 0 0,-1-1 1 0 0,1 1-1 0 0,18 20 113 0 0,0 0 1 0 0,2-2-1 0 0,25 19 0 0 0,73 46 60 0 0,-82-59-141 0 0,117 70-373 0 0,-153-95 59 0 0,0 1 1 0 0,1 0 0 0 0,-1 0-1 0 0,1 0 1 0 0,-1 0-1 0 0,0 0 1 0 0,0 0 0 0 0,0 0-1 0 0,0 0 1 0 0,2 3 0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4:54.4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257 1 10706 0 0,'0'0'14950'0'0,"-14"19"-14626"0"0,-44 59-68 0 0,18-23 210 0 0,-7 1-22 0 0,19-25-328 0 0,2 1-105 0 0,-8 9-3394 0 0,25-33 197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4:55.0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305 22 11266 0 0,'0'0'12440'0'0,"-32"-4"-11867"0"0,-100-10-141 0 0,79 11-18 0 0,43 3-314 0 0,-53 0 298 0 0,62 0-395 0 0,1 0 0 0 0,-1 0 0 0 0,0 0 0 0 0,1 0 0 0 0,-1 0 0 0 0,0 0 0 0 0,1 0 0 0 0,-1 0 0 0 0,0 1 0 0 0,1-1 0 0 0,-1 0 0 0 0,0 0-1 0 0,1 1 1 0 0,-1-1 0 0 0,1 0 0 0 0,-1 1 0 0 0,1-1 0 0 0,-1 0 0 0 0,0 1 0 0 0,1 0-2 0 0,0-1 0 0 0,-1 1 0 0 0,1-1-1 0 0,0 1 1 0 0,0-1 0 0 0,0 0 0 0 0,0 1-1 0 0,0-1 1 0 0,-1 1 0 0 0,1-1 0 0 0,0 1-1 0 0,0-1 1 0 0,0 1 0 0 0,0-1 0 0 0,1 1 0 0 0,-1-1-1 0 0,0 1 1 0 0,0-1 0 0 0,0 2 0 0 0,2 1 4 0 0,-1 0 1 0 0,1 0 0 0 0,0 0 0 0 0,0 0-1 0 0,3 4 1 0 0,40 45 192 0 0,-26-31-178 0 0,-1 1 1 0 0,-1 0-1 0 0,19 34 0 0 0,-23-33-47 0 0,16 47 1 0 0,-25-57 20 0 0,0 0 0 0 0,-1 0 0 0 0,-1 1 0 0 0,0-1 0 0 0,0 20 0 0 0,-2-12 2 0 0,0-1 1 0 0,-2 1 0 0 0,-4 23-1 0 0,4-38 0 0 0,-1 10 18 0 0,0-1-1 0 0,-2 0 0 0 0,-8 21 1 0 0,13-36 19 0 0,-1 0 0 0 0,1 0-1 0 0,0 1 1 0 0,0-1 0 0 0,0 0 0 0 0,0 0 0 0 0,0 0 0 0 0,0 1 0 0 0,0-1 0 0 0,0 0 0 0 0,0 0 0 0 0,0 0 0 0 0,0 1 0 0 0,0-1 0 0 0,0 0 0 0 0,0 0 0 0 0,0 0 0 0 0,0 1 0 0 0,0-1 0 0 0,0 0 0 0 0,0 0 0 0 0,0 0 0 0 0,0 1 0 0 0,0-1 0 0 0,0 0 0 0 0,0 0 0 0 0,1 0 0 0 0,-1 1 0 0 0,0-1 0 0 0,0 0 0 0 0,0 0 0 0 0,0 0 0 0 0,9 3 574 0 0,14-3-222 0 0,-17 0-321 0 0,13-1-11 0 0,0 0 1 0 0,-1-1-1 0 0,38-10 0 0 0,-13 4-56 0 0,-28 6-304 0 0,26-8 0 0 0,-41 10 175 0 0,1 0 1 0 0,0 0-1 0 0,-1 0 1 0 0,1-1-1 0 0,0 1 1 0 0,-1 0-1 0 0,1-1 1 0 0,-1 1-1 0 0,1 0 1 0 0,-1-1-1 0 0,1 1 1 0 0,-1-1-1 0 0,1 1 1 0 0,-1-1-1 0 0,1 1 1 0 0,-1-1-1 0 0,1 1 1 0 0,-1-1-1 0 0,0 0 1 0 0,1 0-1 0 0,0-4-4102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4:55.6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51 9954 0 0,'0'0'15559'0'0,"-5"2"-15428"0"0,5 0-128 0 0,1 1 0 0 0,-1-1-1 0 0,1 0 1 0 0,0 1 0 0 0,-1-1 0 0 0,1 0-1 0 0,0 0 1 0 0,1 0 0 0 0,-1 1-1 0 0,0-1 1 0 0,2 1 0 0 0,6 12 46 0 0,-6-8-19 0 0,1 0 0 0 0,1 0 0 0 0,-1 0 0 0 0,1 0 1 0 0,0-1-1 0 0,1 0 0 0 0,0 0 0 0 0,11 9 1 0 0,-14-13 18 0 0,-1-1 0 0 0,0 1-1 0 0,1-1 1 0 0,-1 1 0 0 0,1-1 0 0 0,-1 0 0 0 0,1 0 0 0 0,0 0 0 0 0,-1 0 0 0 0,5 1 0 0 0,-7-2 93 0 0,8-18 172 0 0,-5 8-273 0 0,0 0-1 0 0,3-21 0 0 0,-4 19 34 0 0,6-19-1 0 0,-5 20-12 0 0,-3 9-42 0 0,1-1 1 0 0,-1 1-1 0 0,1 0 0 0 0,0 0 1 0 0,0 0-1 0 0,0 0 0 0 0,0 0 1 0 0,2-3-1 0 0,0 1 28 0 0,0 0 0 0 0,0 1 0 0 0,1-1-1 0 0,-1 1 1 0 0,5-4 0 0 0,-6 6-39 0 0,1 0-1 0 0,-1 0 1 0 0,0 0-1 0 0,1 0 1 0 0,-1 0 0 0 0,1 0-1 0 0,-1 1 1 0 0,1-1-1 0 0,-1 1 1 0 0,1 0 0 0 0,4-1-1 0 0,-1 2-19 0 0,0-1-1 0 0,-1 1 1 0 0,1 0-1 0 0,0 1 0 0 0,-1-1 1 0 0,0 1-1 0 0,1 0 1 0 0,-1 1-1 0 0,0-1 1 0 0,0 1-1 0 0,8 6 1 0 0,79 53-51 0 0,-31-20-69 0 0,-101-74-20363 0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4:56.1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27 13563 0 0,'0'0'11872'0'0,"10"-5"-11920"0"0,32-13 14 0 0,-41 18 33 0 0,0-1-1 0 0,0 1 1 0 0,0-1-1 0 0,1 1 0 0 0,-1 0 1 0 0,0-1-1 0 0,1 1 1 0 0,-1 0-1 0 0,0 0 0 0 0,0 0 1 0 0,1 0-1 0 0,-1 0 1 0 0,0 0-1 0 0,1 0 0 0 0,-1 1 1 0 0,0-1-1 0 0,0 0 0 0 0,1 1 1 0 0,-1-1-1 0 0,0 1 1 0 0,0-1-1 0 0,0 1 0 0 0,0 0 1 0 0,0-1-1 0 0,0 1 1 0 0,0 0-1 0 0,0 0 0 0 0,1 1 1 0 0,3 1-19 0 0,21 15-62 0 0,-15-10 19 0 0,0 0 1 0 0,16 15-1 0 0,-23-20 61 0 0,5 7-111 0 0,17 20-1 0 0,-23-26 71 0 0,-1-1 0 0 0,0 1 0 0 0,0 0 0 0 0,0 0-1 0 0,0 0 1 0 0,-1 0 0 0 0,1 0 0 0 0,-1 0 0 0 0,0 0-1 0 0,1 7 1 0 0,0 166-349 0 0,-2-107 397 0 0,0-60 13 0 0,1-1-1 0 0,1 1 1 0 0,4 15-1 0 0,-1-4 11 0 0,-3-11-17 0 0,2 0 1 0 0,-1-1-1 0 0,2 0 1 0 0,-1 0 0 0 0,9 13-1 0 0,3 7 1 0 0,-11-20-2 0 0,0-1 0 0 0,1 0 0 0 0,0 1 0 0 0,11 10 0 0 0,-16-16-73 0 0,-1-3 50 0 0,-1 0 1 0 0,1 0-1 0 0,-1 0 1 0 0,1 0-1 0 0,-1 0 1 0 0,1 0 0 0 0,-1 0-1 0 0,1 0 1 0 0,-1 0-1 0 0,1 1 1 0 0,-1-1-1 0 0,1 0 1 0 0,-1 0-1 0 0,1 0 1 0 0,-1 0-1 0 0,1 1 1 0 0,-1-1-1 0 0,-3 2-29 0 0,-21 3-45 0 0,-1-1 0 0 0,-35 2 0 0 0,14-4-3284 0 0,14-1-2079 0 0,16 0-4484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4:59.6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26 257 0 0 0,'0'0'12557'0'0,"-4"-3"-11071"0"0,-12-11-139 0 0,16 14-1209 0 0,-1 0 1 0 0,1 0-1 0 0,0 0 1 0 0,-1-1-1 0 0,1 1 1 0 0,0 0-1 0 0,-1 0 1 0 0,1-1-1 0 0,0 1 1 0 0,0 0-1 0 0,-1-1 1 0 0,1 1-1 0 0,0 0 1 0 0,0-1-1 0 0,-1 1 1 0 0,1 0-1 0 0,0-1 0 0 0,0 1 1 0 0,0 0-1 0 0,0-1 1 0 0,0 1-1 0 0,0-1 1 0 0,0 1-1 0 0,0-1 1 0 0,0 1-1 0 0,0 0 1 0 0,0-1-1 0 0,0 1 1 0 0,0-1-1 0 0,0 1 1 0 0,0 0-1 0 0,0-1 1 0 0,0 1-1 0 0,0-1 1 0 0,0 1-1 0 0,0 0 1 0 0,1-1-1 0 0,-1 1 0 0 0,0 0 1 0 0,0-1-1 0 0,1 1 1 0 0,-1 0-1 0 0,1-1 1 0 0,12-7 921 0 0,-11 8-1066 0 0,16-7 112 0 0,0 1 1 0 0,1 1-1 0 0,30-5 1 0 0,-27 7 241 0 0,40-13 1 0 0,-60 15-258 0 0,0 0 1 0 0,0 0-1 0 0,0 0 0 0 0,0 0 1 0 0,0 0-1 0 0,0 0 1 0 0,-1-1-1 0 0,1 1 1 0 0,0-1-1 0 0,-1 1 1 0 0,1-1-1 0 0,-1 1 0 0 0,0-1 1 0 0,1 0-1 0 0,-1 0 1 0 0,0 0-1 0 0,0 0 1 0 0,0 0-1 0 0,0 0 1 0 0,-1 0-1 0 0,2-2 0 0 0,-1-1 81 0 0,0-1 0 0 0,-1 1 0 0 0,1 0 0 0 0,-1-1 0 0 0,0 1 0 0 0,0 0 0 0 0,-2-9 0 0 0,0 8-125 0 0,0 0-1 0 0,-1-1 1 0 0,1 1-1 0 0,-1 0 1 0 0,0 0 0 0 0,-1 1-1 0 0,0-1 1 0 0,0 0-1 0 0,0 1 1 0 0,0 0-1 0 0,-1 0 1 0 0,-9-7 0 0 0,14 12-52 0 0,0 0 0 0 0,-1-1 0 0 0,1 1 0 0 0,0 0 0 0 0,-1 0 0 0 0,1 0 0 0 0,-1 0 0 0 0,1 0 1 0 0,0-1-1 0 0,-1 1 0 0 0,1 0 0 0 0,0 0 0 0 0,-1 0 0 0 0,1 0 0 0 0,-1 0 0 0 0,1 0 0 0 0,0 0 1 0 0,-1 0-1 0 0,1 1 0 0 0,-1-1 0 0 0,1 0 0 0 0,0 0 0 0 0,-1 0 0 0 0,1 0 0 0 0,0 0 0 0 0,-1 1 1 0 0,1-1-1 0 0,0 0 0 0 0,-1 0 0 0 0,1 1 0 0 0,-11 11-172 0 0,8-8 191 0 0,-26 32-48 0 0,22-26 35 0 0,0-1 0 0 0,-1 0 0 0 0,0 0 0 0 0,-1 0 0 0 0,-16 12 0 0 0,24-21 4 0 0,-1 1-1 0 0,1 0 1 0 0,0 0 0 0 0,-1 0 0 0 0,1 0 0 0 0,0 0-1 0 0,0 0 1 0 0,-1 0 0 0 0,1 1 0 0 0,0-1-1 0 0,0 0 1 0 0,0 1 0 0 0,0-1 0 0 0,1 1 0 0 0,-1-1-1 0 0,-1 4 1 0 0,2-5 29 0 0,-3 12 115 0 0,1-6-149 0 0,1-5 1 0 0,1 0 0 0 0,-1 1 0 0 0,1-1 0 0 0,-1 0 0 0 0,1 0 0 0 0,0 1 0 0 0,0-1 0 0 0,-1 2 0 0 0,-2 62-30 0 0,3-56 31 0 0,0-5 5 0 0,-1-1 0 0 0,1 1 0 0 0,0-1 0 0 0,1 0 0 0 0,-1 1 0 0 0,1-1 0 0 0,-1 1 0 0 0,1-1 0 0 0,0 1 0 0 0,0-1 0 0 0,1 0 0 0 0,-1 0 0 0 0,2 4 0 0 0,-2-6 32 0 0,0 1 0 0 0,0 0 1 0 0,1-1-1 0 0,-1 0 0 0 0,0 1 0 0 0,0-1 1 0 0,1 0-1 0 0,-1 1 0 0 0,1-1 0 0 0,-1 0 1 0 0,1 0-1 0 0,-1 0 0 0 0,1 0 0 0 0,0 0 1 0 0,0-1-1 0 0,-1 1 0 0 0,1-1 0 0 0,0 1 1 0 0,0-1-1 0 0,2 1 0 0 0,9 1 105 0 0,18 6 0 0 0,8 1-40 0 0,282 26-220 0 0,-263-35-1806 0 0,-53 0 268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5:00.2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295 16 11042 0 0,'0'0'11427'0'0,"-30"-2"-11338"0"0,-92-10-29 0 0,86 11-9 0 0,36 1-50 0 0,-1 0 1 0 0,1 0-1 0 0,0 0 1 0 0,-1 0 0 0 0,1 0-1 0 0,-1 0 1 0 0,1 0-1 0 0,0 0 1 0 0,-1 0-1 0 0,1 0 1 0 0,-1 1 0 0 0,1-1-1 0 0,0 0 1 0 0,-1 0-1 0 0,1 0 1 0 0,0 1-1 0 0,-1-1 1 0 0,1 0-1 0 0,-1 1 1 0 0,-4 2 6 0 0,-12 4-828 0 0,-22 5 1 0 0,2-5-8860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5:00.7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 10898 0 0,'0'0'13278'0'0,"2"9"-13304"0"0,-1 0 31 0 0,1 1 7 0 0,0 1 0 0 0,1 0 1 0 0,7 16-1 0 0,6 8 25 0 0,33 50 0 0 0,-12-22-14 0 0,45 75-97 0 0,-74-127 28 0 0,5 11-33 0 0,-12-21 52 0 0,0 1-1 0 0,-1-1 0 0 0,1 0 0 0 0,-1 0 0 0 0,1 1 0 0 0,-1-1 1 0 0,0 0-1 0 0,0 1 0 0 0,0-1 0 0 0,0 0 0 0 0,0 1 0 0 0,0-1 1 0 0,0 0-1 0 0,0 1 0 0 0,0 1 0 0 0,-1-3 15 0 0,1 0 0 0 0,0 1-1 0 0,-1-1 1 0 0,1 0 0 0 0,-1 1-1 0 0,1-1 1 0 0,-1 0 0 0 0,1 1 0 0 0,-1-1-1 0 0,1 0 1 0 0,-1 0 0 0 0,1 0 0 0 0,-1 0-1 0 0,1 1 1 0 0,-1-1 0 0 0,1 0 0 0 0,-1 0-1 0 0,1 0 1 0 0,-1 0 0 0 0,0 0-1 0 0,-14 0-18 0 0,11-1 34 0 0,-1 1 16 0 0,-1-1 1 0 0,1 1-1 0 0,0-2 1 0 0,-1 1 0 0 0,1 0-1 0 0,0-1 1 0 0,0 0-1 0 0,0-1 1 0 0,-5-2 0 0 0,-41-28 173 0 0,44 28-164 0 0,-7-5 78 0 0,1-1 0 0 0,-18-17 0 0 0,26 22-45 0 0,-1 0 0 0 0,1 0 0 0 0,0-1 0 0 0,1 0 0 0 0,0 0 0 0 0,0 0 0 0 0,-4-9 0 0 0,7 12-21 0 0,1 1 1 0 0,-1-1-1 0 0,0 1 1 0 0,1-6-1 0 0,-1 7-42 0 0,1 0 0 0 0,0 1 0 0 0,0-1 0 0 0,0 1 0 0 0,1-1 0 0 0,-1 0 0 0 0,0 1 0 0 0,1-1 0 0 0,-1 0 0 0 0,1 1 0 0 0,-1-1 0 0 0,2-1 0 0 0,0 1-110 0 0,1-1 1 0 0,-1 1-1 0 0,1 1 1 0 0,0-1-1 0 0,0 0 1 0 0,-1 1-1 0 0,1-1 1 0 0,0 1-1 0 0,0 0 1 0 0,1 0-1 0 0,4-1 1 0 0,36-6-2681 0 0,-15 6-1368 0 0,-10 0-3324 0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5:00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62 15019 0 0,'0'0'12492'0'0,"4"-11"-12927"0"0,14-35 58 0 0,-18 45 364 0 0,0 1 0 0 0,0 0 0 0 0,0 0 0 0 0,0 0 0 0 0,0 0 0 0 0,0-1 0 0 0,0 1 0 0 0,0 0-1 0 0,0 0 1 0 0,0 0 0 0 0,0 0 0 0 0,0-1 0 0 0,0 1 0 0 0,1 0 0 0 0,-1 0 0 0 0,0 0 0 0 0,0 0 0 0 0,0 0 0 0 0,0 0 0 0 0,0-1 0 0 0,0 1 0 0 0,1 0 0 0 0,-1 0 0 0 0,0 0-1 0 0,0 0 1 0 0,0 0 0 0 0,0 0 0 0 0,0 0 0 0 0,1 0 0 0 0,-1 0 0 0 0,0 0 0 0 0,0 0 0 0 0,3 5-480 0 0,-2 15-900 0 0,-1-16 861 0 0,0 23-5037 0 0,0-19 1626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5:01.6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73 3873 0 0,'0'0'21302'0'0,"5"-8"-21004"0"0,18-25-71 0 0,-22 32-196 0 0,0-1 0 0 0,0 1 0 0 0,0-1 0 0 0,1 1-1 0 0,-1 0 1 0 0,0-1 0 0 0,1 1 0 0 0,-1 0 0 0 0,1 0 0 0 0,-1 0 0 0 0,1 0-1 0 0,-1 0 1 0 0,1 1 0 0 0,0-1 0 0 0,1 0 0 0 0,5-2 37 0 0,-4 1-42 0 0,0 1 0 0 0,0 0 1 0 0,1 0-1 0 0,4-1 0 0 0,3 0-13 0 0,-5 1-20 0 0,1 1 1 0 0,0-1 0 0 0,13 2-1 0 0,-4 0-34 0 0,-2 2-61 0 0,-14-3 89 0 0,0 1-1 0 0,-1-1 1 0 0,1 0 0 0 0,-1 0-1 0 0,1 1 1 0 0,0-1-1 0 0,-1 0 1 0 0,1 1 0 0 0,-1-1-1 0 0,1 1 1 0 0,-1-1 0 0 0,1 1-1 0 0,-1-1 1 0 0,0 1-1 0 0,1-1 1 0 0,-1 1 0 0 0,1-1-1 0 0,-1 1 1 0 0,0 0 0 0 0,4 11-272 0 0,-3-9 223 0 0,-1-1 0 0 0,1 1 0 0 0,0-1-1 0 0,-1 1 1 0 0,1 3 0 0 0,-1 4-79 0 0,0-7 101 0 0,0 1-1 0 0,1 0 1 0 0,-2 0 0 0 0,1-1 0 0 0,0 1 0 0 0,-1 0 0 0 0,0-1 0 0 0,0 1 0 0 0,0-1 0 0 0,0 1-1 0 0,-3 6 1 0 0,-7 6-38 0 0,6-6 53 0 0,-2 0 0 0 0,0 0 1 0 0,-10 10-1 0 0,14-15 32 0 0,0-1 1 0 0,-1 1-1 0 0,2 0 1 0 0,-1 0-1 0 0,0 0 0 0 0,1 1 1 0 0,0-1-1 0 0,-2 9 1 0 0,4-11 2 0 0,-1 0 1 0 0,1-1-1 0 0,0 1 1 0 0,0 0 0 0 0,0 4-1 0 0,1 0 59 0 0,-1-6-63 0 0,0-1 1 0 0,0 1 0 0 0,0 0-1 0 0,1-1 1 0 0,-1 1 0 0 0,0 0-1 0 0,0-1 1 0 0,1 1 0 0 0,-1-1-1 0 0,1 1 1 0 0,-1 0 0 0 0,0-1-1 0 0,1 1 1 0 0,-1-1-1 0 0,1 1 1 0 0,-1-1 0 0 0,1 0-1 0 0,0 1 1 0 0,-1-1 0 0 0,1 1-1 0 0,-1-1 1 0 0,1 0 0 0 0,1 1-1 0 0,15 4 392 0 0,-13-4-362 0 0,0-1-1 0 0,0 0 1 0 0,0 0 0 0 0,0 0-1 0 0,0 0 1 0 0,0-1 0 0 0,-1 1-1 0 0,1-1 1 0 0,0 0 0 0 0,0 0-1 0 0,0-1 1 0 0,-1 1 0 0 0,1-1-1 0 0,-1 0 1 0 0,1 0 0 0 0,3-3-1 0 0,6-4-1223 0 0,-1-1-1 0 0,19-19 0 0 0,-23 21-337 0 0,-3 1-747 0 0,1 1-1999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5:03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0 8458 0 0,'0'0'11456'0'0,"-2"9"-11243"0"0,-9 25 0 0 0,11-33-188 0 0,-1 1 0 0 0,1 0 0 0 0,-1 0 0 0 0,1 0 0 0 0,0 0 0 0 0,0 0 0 0 0,0 0 0 0 0,0 0 0 0 0,0 0 0 0 0,0 0 0 0 0,0 0 0 0 0,1 0 0 0 0,-1 0 0 0 0,1 0 0 0 0,0 0 0 0 0,-1-1 0 0 0,1 1 0 0 0,0 0 0 0 0,1 2 0 0 0,4 6 74 0 0,-6-8-203 0 0,7 15 518 0 0,12 21 1 0 0,-16-32-1059 0 0,1-1 1 0 0,7 10 0 0 0,-9-13-560 0 0,1 1 1 0 0,-1-1-1 0 0,1 0 1 0 0,0 0-1 0 0,0 0 0 0 0,4 3 1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5:03.2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7754 0 0,'0'0'10154'0'0,"13"25"-10006"0"0,42 77-35 0 0,-49-90-104 0 0,0 0 0 0 0,16 19 0 0 0,-14-21-68 0 0,28 35-2457 0 0,-18-24-4124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5:03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361 1 16075 0 0,'0'0'8820'0'0,"-28"0"-8800"0"0,-88 2-14 0 0,78 1-15 0 0,26 1-14 0 0,2 0-18 0 0,-76 14-2049 0 0,29-10-6534 0 0,43-6 4676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5:03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9562 0 0,'0'0'12788'0'0,"12"28"-12504"0"0,40 90-62 0 0,-19-47 5 0 0,-27-59-190 0 0,7 11 17 0 0,70 130 137 0 0,-40-72-767 0 0,-40-75-111 0 0,3 3-1040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5:04.2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1 8106 0 0,'0'0'14080'0'0,"-4"1"-13985"0"0,1 0-93 0 0,-19 8 246 0 0,21-8-214 0 0,-1 0 1 0 0,0 0-1 0 0,1 0 1 0 0,-1 0-1 0 0,0 0 0 0 0,1 1 1 0 0,-1-1-1 0 0,1 0 0 0 0,0 1 1 0 0,0-1-1 0 0,-2 3 1 0 0,-7 9 152 0 0,9-12-171 0 0,0 0 0 0 0,0 0 1 0 0,0 0-1 0 0,0 0 0 0 0,0 0 0 0 0,0 0 1 0 0,0 0-1 0 0,1 1 0 0 0,-1-1 0 0 0,0 0 1 0 0,1 0-1 0 0,-1 1 0 0 0,1-1 0 0 0,0 0 1 0 0,-1 1-1 0 0,1-1 0 0 0,0 0 0 0 0,0 3 1 0 0,0-3 28 0 0,0 1 1 0 0,1-1 0 0 0,-1 0 0 0 0,1 1 0 0 0,-1-1 0 0 0,1 0-1 0 0,-1 1 1 0 0,1-1 0 0 0,0 0 0 0 0,0 0 0 0 0,0 0-1 0 0,-1 0 1 0 0,1 0 0 0 0,0 0 0 0 0,0 0 0 0 0,1 0-1 0 0,-1 0 1 0 0,0 0 0 0 0,0 0 0 0 0,0-1 0 0 0,2 2-1 0 0,5 2 119 0 0,0 0-1 0 0,9 3 1 0 0,-15-7-142 0 0,31 11 143 0 0,-1-2 1 0 0,1-2-1 0 0,40 4 0 0 0,-52-9-124 0 0,27-1-1 0 0,-27-2-367 0 0,-20 1-91 0 0,-1-1 1 0 0,0 0-1 0 0,0 0 1 0 0,0 0 0 0 0,0 1-1 0 0,0-1 1 0 0,0 0-1 0 0,0 0 1 0 0,0 1 0 0 0,0-1-1 0 0,-1 0 1 0 0,1-1-1 0 0,-2 0-632 0 0,1 0-1 0 0,-1 0 0 0 0,0 0 1 0 0,0 0-1 0 0,0 1 0 0 0,0-1 1 0 0,0 0-1 0 0,0 1 0 0 0,0-1 1 0 0,-1 1-1 0 0,-2-2 0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5:04.7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42 10322 0 0,'0'0'15809'0'0,"0"1"-15795"0"0,0-1 0 0 0,1 1-1 0 0,-1 0 1 0 0,0 0 0 0 0,0 0 0 0 0,0 0 0 0 0,1 0-1 0 0,-1-1 1 0 0,0 1 0 0 0,1 0 0 0 0,-1 0 0 0 0,0-1-1 0 0,2 2 1 0 0,5 4-27 0 0,-1 0-1 0 0,11 11 1 0 0,-12-11 3 0 0,1 0 0 0 0,-1-1-1 0 0,1 0 1 0 0,0 0 0 0 0,9 6 0 0 0,-11-9 7 0 0,-1-1 0 0 0,1 1 1 0 0,-1-1-1 0 0,1 0 0 0 0,0 0 0 0 0,6 1 0 0 0,-9-2 4 0 0,0 1-1 0 0,1-1 0 0 0,-1 0 0 0 0,1 0 1 0 0,-1 0-1 0 0,0 0 0 0 0,1 0 0 0 0,-1-1 0 0 0,0 1 1 0 0,1 0-1 0 0,-1-1 0 0 0,1 1 0 0 0,-1-1 1 0 0,0 1-1 0 0,0-1 0 0 0,1 0 0 0 0,-1 1 1 0 0,0-1-1 0 0,0 0 0 0 0,2-2 0 0 0,5-7-53 0 0,0-1-1 0 0,-1-1 0 0 0,-1 1 1 0 0,7-17-1 0 0,-1 4 26 0 0,-11 22 31 0 0,-1 1-1 0 0,1-1 1 0 0,0 1-1 0 0,0-1 1 0 0,0 1-1 0 0,1-1 1 0 0,-1 1 0 0 0,0 0-1 0 0,0-1 1 0 0,1 1-1 0 0,-1 0 1 0 0,1 0-1 0 0,-1 0 1 0 0,1 0-1 0 0,-1 0 1 0 0,1 0-1 0 0,0 1 1 0 0,-1-1-1 0 0,1 0 1 0 0,0 1 0 0 0,0 0-1 0 0,-1-1 1 0 0,5 1-1 0 0,-3 0-19 0 0,1 0 0 0 0,-1 0 0 0 0,1 1 0 0 0,0 0 0 0 0,-1 0 0 0 0,1 0 0 0 0,-1 0 0 0 0,1 0 0 0 0,-1 1 0 0 0,0-1 0 0 0,4 3 1 0 0,9 7-40 0 0,0 0 1 0 0,0 0-1 0 0,14 15 1 0 0,-1-2-250 0 0,12 14 359 0 0,-38-34-704 0 0,1 0-1 0 0,-1 0 1 0 0,0 0-1 0 0,0 1 1 0 0,0 0 0 0 0,0-1-1 0 0,3 10 1 0 0,-6-12-1293 0 0,1-1 1619 0 0,-1-1 0 0 0,0 1 0 0 0,0-1 0 0 0,0 0 0 0 0,0 1 1 0 0,0-1-1 0 0,0 1 0 0 0,0-1 0 0 0,-1 0 0 0 0,1 1 0 0 0,0-1 1 0 0,0 1-1 0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5:05.2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261 70 7570 0 0,'0'0'18794'0'0,"0"-11"-18763"0"0,0-36-27 0 0,0 36-35 0 0,0 22-265 0 0,-1 7 160 0 0,-6 31-1 0 0,6-38 117 0 0,-5 13 10 0 0,0 0 0 0 0,-2-1 0 0 0,-10 24 1 0 0,3-10 5 0 0,-18 38-1 0 0,4-10-10 0 0,-14 33 39 0 0,42-94-28 0 0,-6 14-51 0 0,-1 0-1 0 0,0 0 0 0 0,-20 30 0 0 0,18-36-690 0 0,-8 17 0 0 0,4 0-7121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5:05.8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65 258 7130 0 0,'0'0'14619'0'0,"-3"4"-14493"0"0,0-1-101 0 0,-1 2 43 0 0,1-1 0 0 0,-1 1-1 0 0,1-1 1 0 0,0 1 0 0 0,0 0 0 0 0,1 0-1 0 0,-3 9 1 0 0,-1 6 111 0 0,4-15-142 0 0,0 1 0 0 0,1 0 1 0 0,0-1-1 0 0,0 1 1 0 0,0 7-1 0 0,-3 60 484 0 0,4-72-497 0 0,0-1-1 0 0,0 0 1 0 0,0 1-1 0 0,0-1 1 0 0,0 0-1 0 0,0 0 0 0 0,0 1 1 0 0,0-1-1 0 0,1 0 1 0 0,-1 0-1 0 0,0 1 1 0 0,0-1-1 0 0,0 0 1 0 0,0 0-1 0 0,0 1 0 0 0,0-1 1 0 0,0 0-1 0 0,1 0 1 0 0,-1 0-1 0 0,0 1 1 0 0,0-1-1 0 0,0 0 1 0 0,1 0-1 0 0,-1 0 0 0 0,0 1 1 0 0,1-1 18 0 0,-1 0 0 0 0,0 0 0 0 0,0 0 0 0 0,0 0 1 0 0,1-1-1 0 0,-1 1 0 0 0,0 0 0 0 0,0 0 0 0 0,0 0 0 0 0,1 0 1 0 0,-1 0-1 0 0,0 0 0 0 0,0 0 0 0 0,0 0 0 0 0,0-1 0 0 0,1 1 0 0 0,-1 0 1 0 0,0 0-1 0 0,0 0 0 0 0,0 0 0 0 0,0 0 0 0 0,0-1 0 0 0,0 1 1 0 0,0 0-1 0 0,1 0 0 0 0,-1 0 0 0 0,0-1 0 0 0,0 1 0 0 0,0 0 1 0 0,0 0-1 0 0,0 0 0 0 0,0-1 0 0 0,0 1 0 0 0,0 0 0 0 0,0 0 0 0 0,2-8 13 0 0,-1 1 0 0 0,1 0-1 0 0,-1-14 1 0 0,0 4 2 0 0,-2 0-1 0 0,0 0 0 0 0,-6-30 1 0 0,1 27 278 0 0,2-1 0 0 0,0 1 1 0 0,-2-38-1 0 0,6 58-285 0 0,9 0-281 0 0,-2 4 163 0 0,0-1-1 0 0,0 1 1 0 0,-1 0 0 0 0,1 1 0 0 0,-1-1-1 0 0,7 8 1 0 0,4 2 18 0 0,15 11 1 0 0,-12-9 16 0 0,31 20 0 0 0,-32-25 24 0 0,17 10-62 0 0,47 21-1 0 0,-72-37 91 0 0,1-1 0 0 0,0 0 0 0 0,-1-1 1 0 0,1 0-1 0 0,0-1 0 0 0,1-1 0 0 0,-1 1 0 0 0,23-2 0 0 0,-34 0-6 0 0,1-1 0 0 0,-1 1 1 0 0,0 0-1 0 0,0-1 0 0 0,1 1 1 0 0,-1-1-1 0 0,0 0 0 0 0,0 1 0 0 0,0-1 1 0 0,0 0-1 0 0,0 0 0 0 0,0 0 0 0 0,0 0 1 0 0,0 1-1 0 0,0-1 0 0 0,0 0 0 0 0,0-1 1 0 0,-1 1-1 0 0,1 0 0 0 0,0 0 0 0 0,-1 0 1 0 0,1 0-1 0 0,-1-1 0 0 0,1 1 0 0 0,-1 0 1 0 0,0 0-1 0 0,1-1 0 0 0,-1-2 0 0 0,1-5 47 0 0,0 0 0 0 0,0-1 0 0 0,-1-9 0 0 0,-1 9-27 0 0,1-5-2 0 0,-1 0-1 0 0,0-1 1 0 0,-1 1-1 0 0,-1 0 1 0 0,-8-24-1 0 0,1 4-30 0 0,-11-29-125 0 0,19 58 89 0 0,-6-15-553 0 0,-8-31 0 0 0,7 27-1086 0 0,5 17-1412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5:12.0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1963 0 0 0 0,'0'0'2228'0'0,"-13"1"408"0"0,12 0-2434 0 0,0 0 0 0 0,0 0 0 0 0,0 1 0 0 0,0-1 0 0 0,0 0 0 0 0,0 1 0 0 0,0-1 1 0 0,1 0-1 0 0,-1 1 0 0 0,0-1 0 0 0,1 1 0 0 0,-1 0 0 0 0,1-1 0 0 0,0 1 0 0 0,-1-1 0 0 0,1 1 0 0 0,0-1 1 0 0,0 1-1 0 0,0 0 0 0 0,0-1 0 0 0,1 3 0 0 0,-6 45 346 0 0,4-47-528 0 0,1 0 0 0 0,0 0 0 0 0,-1 0 0 0 0,1 0 0 0 0,-1 0-1 0 0,0 0 1 0 0,0 0 0 0 0,0-1 0 0 0,0 1 0 0 0,0 0 0 0 0,0 0 0 0 0,0-1 0 0 0,0 1-1 0 0,-1-1 1 0 0,-1 3 0 0 0,0-2 63 0 0,1 1-1 0 0,-1-1 1 0 0,0 0 0 0 0,0 0-1 0 0,0 0 1 0 0,0 0-1 0 0,-1 0 1 0 0,-3 1 0 0 0,-11 2 256 0 0,-1 0 0 0 0,0-2 1 0 0,-34 4-1 0 0,-61-6 166 0 0,71-1-368 0 0,-28-3 34 0 0,-81-15 1 0 0,-19-1-28 0 0,86 19-413 0 0,84 0 269 0 0,1 0 1 0 0,0 0-1 0 0,-1 0 0 0 0,1 0 0 0 0,-1 0 0 0 0,1 0 0 0 0,0 0 0 0 0,-1 0 0 0 0,1 0 0 0 0,0 0 0 0 0,-1 1 0 0 0,1-1 0 0 0,0 0 0 0 0,-1 0 0 0 0,1 0 0 0 0,0 1 0 0 0,-1-1 0 0 0,1 0 0 0 0,0 0 0 0 0,0 1 0 0 0,-1-1 0 0 0,1 0 0 0 0,0 0 0 0 0,0 1 0 0 0,0-1 0 0 0,-1 0 0 0 0,1 1 0 0 0,0-1 0 0 0,0 0 0 0 0,0 1 0 0 0,0-1 0 0 0,0 1 0 0 0,0-1 0 0 0,0 0 0 0 0,0 1 0 0 0,0-1 0 0 0,0 0 0 0 0,0 1 0 0 0,0-1 0 0 0,0 1 1 0 0,4 20 70 0 0,-1-7-38 0 0,-3-13-27 0 0,0-1 0 0 0,0 1 0 0 0,0 0-1 0 0,-1-1 1 0 0,1 1 0 0 0,0 0 0 0 0,0-1 0 0 0,-1 1 0 0 0,1-1 0 0 0,0 1 0 0 0,-1 0 0 0 0,1-1 0 0 0,-1 1 0 0 0,1-1 0 0 0,0 1-1 0 0,-1-1 1 0 0,1 1 0 0 0,-1-1 0 0 0,0 0 0 0 0,1 1 0 0 0,-1-1 0 0 0,1 0 0 0 0,-1 1 0 0 0,0-1 0 0 0,1 0 0 0 0,-1 0 0 0 0,1 1-1 0 0,-1-1 1 0 0,0 0 0 0 0,-1 0 0 0 0,-24 2 336 0 0,22-2-294 0 0,-32-1 427 0 0,-58-10 1 0 0,-36-14-372 0 0,79 14-25 0 0,-168-25 16 0 0,183 33-109 0 0,0 2 0 0 0,1 1 0 0 0,-1 2 0 0 0,-43 7 0 0 0,-143 19-106 0 0,128-27-4039 0 0,76-2 420 0 0,10-3-3218 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5:14.4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14 720 0 0,'0'0'13015'0'0,"0"-3"-12631"0"0,-2-7 262 0 0,3 20 412 0 0,1-3-1018 0 0,0 0-1 0 0,0 0 0 0 0,1 0 0 0 0,0 0 0 0 0,0 0 1 0 0,1-1-1 0 0,6 10 0 0 0,37 40 433 0 0,-25-31-224 0 0,24 22-69 0 0,16 25 267 0 0,-46-55-152 0 0,24 20-1 0 0,-18-21-53 0 0,0 0 1 0 0,46 22-1 0 0,-52-29-142 0 0,32 15 206 0 0,80 29-1 0 0,57 6 161 0 0,-122-40-387 0 0,508 145 131 0 0,-492-143-193 0 0,47 11 17 0 0,192 45 39 0 0,156 0 249 0 0,-270-65 66 0 0,-134-9-307 0 0,454 39 811 0 0,-388-27-583 0 0,-71-9-180 0 0,263 17 391 0 0,-52-5-218 0 0,273 25-35 0 0,2-19 49 0 0,44-24-45 0 0,221-49 115 0 0,-662 31-241 0 0,-2-6 0 0 0,188-56-1 0 0,-54 3-32 0 0,-132 42-72 0 0,-38 9 2 0 0,-106 24-40 0 0,216-56 76 0 0,-155 36 38 0 0,77-33-1 0 0,-126 45-69 0 0,146-71 460 0 0,-70 30 19 0 0,-61 33-444 0 0,-26 13-82 0 0,1 1 0 0 0,19-5 0 0 0,8-2-2 0 0,-31 8 10 0 0,1 1 0 0 0,12-2 1 0 0,-1 1-3 0 0,-15 2 5 0 0,9-2 23 0 0,-9 1-16 0 0,1 0 1 0 0,0 0 0 0 0,0 1 0 0 0,8-1 0 0 0,3-1-9 0 0,0-1-5 0 0,48-10 27 0 0,-55 11 9 0 0,0 0 0 0 0,0-1 0 0 0,0 0 1 0 0,10-6-1 0 0,-20 10-39 0 0,1-1 4 0 0,0 1 0 0 0,0-1-1 0 0,0 1 1 0 0,0-1 0 0 0,0 0 0 0 0,0 1 0 0 0,0-1 0 0 0,0 0 0 0 0,-1 1 0 0 0,1-1-1 0 0,0 0 1 0 0,0 0 0 0 0,-1 0 0 0 0,1 0 0 0 0,-1 0 0 0 0,2-1 0 0 0,-4 1-110 0 0,-1 1 1 0 0,1-1 0 0 0,0 1-1 0 0,0 0 1 0 0,0-1 0 0 0,0 1-1 0 0,-4 1 1 0 0,3-1 81 0 0,-32 0 10 0 0,-1-2 1 0 0,-39-7 0 0 0,37 2 75 0 0,1-2 0 0 0,1-1 0 0 0,-68-29 0 0 0,87 29-22 0 0,13 8-5 0 0,1-1 0 0 0,-1 1 0 0 0,0 0 0 0 0,-7-2 0 0 0,46 2 234 0 0,-12 2-404 0 0,0 2 0 0 0,41 8-1 0 0,42 18 12 0 0,9 1 117 0 0,-109-28 16 0 0,0 1 22 0 0,1-1 0 0 0,-1 0 1 0 0,10 0-1 0 0,-32 15-917 0 0,-78 85 795 0 0,51-47-3658 0 0,6 2-8999 0 0,29-40 3848 0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5:39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341 0 5409 0 0,'0'0'16685'0'0,"-16"3"-15821"0"0,-50 7-93 0 0,53-8-62 0 0,0-1 0 0 0,-19-1 1 0 0,27 0-584 0 0,0 0 1 0 0,-1 0 0 0 0,1 0-1 0 0,0 1 1 0 0,0 0-1 0 0,-6 1 1 0 0,8-1-119 0 0,-1 0 0 0 0,0 0 0 0 0,1 1-1 0 0,-1-1 1 0 0,-6 4 0 0 0,5-2-236 0 0,0 0 0 0 0,-1-1 0 0 0,1 1 0 0 0,0-1 0 0 0,-12 2 0 0 0,12-2-736 0 0,-1-2 0 0 0,1 1 0 0 0,-9-1-1 0 0,-11-3-5451 0 0,1-5-3932 0 0,15 5 5547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5:40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384 27 6617 0 0,'0'0'16635'0'0,"-8"-5"-16586"0"0,-26-12-44 0 0,22 12-72 0 0,9 7 67 0 0,2 0-7 0 0,-4 1 19 0 0,-1 0 1 0 0,0 0 0 0 0,0-1-1 0 0,0 0 1 0 0,0 0-1 0 0,0 0 1 0 0,0-1 0 0 0,-9 1-1 0 0,-53 1 193 0 0,64-3-194 0 0,-12 0-458 0 0,-89-2 299 0 0,70-2-3652 0 0,0-1-4606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5:40.7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17 5353 0 0,'0'0'20543'0'0,"0"-3"-20393"0"0,-2-10-118 0 0,3 25-172 0 0,1 2 137 0 0,0-1 1 0 0,2 1-1 0 0,8 23 1 0 0,-3-10 22 0 0,29 76 45 0 0,-17-50-19 0 0,-17-40-92 0 0,0-1 0 0 0,-1 1 0 0 0,-1 0 0 0 0,0-1-1 0 0,0 17 1 0 0,-1 12-4945 0 0,-1-41 4784 0 0,0 1-1 0 0,0-1 0 0 0,0 1 1 0 0,0-1-1 0 0,0 0 1 0 0,0 1-1 0 0,0-1 1 0 0,0 0-1 0 0,0 1 0 0 0,0-1 1 0 0,0 0-1 0 0,0 1 1 0 0,-1-1-1 0 0,1 0 1 0 0,0 1-1 0 0,0-1 0 0 0,0 0 1 0 0,-1 1-1 0 0,1-1 1 0 0,0 0-1 0 0,0 0 1 0 0,-1 1-1 0 0,1-1 0 0 0,0 0 1 0 0,0 0-1 0 0,-1 0 1 0 0,1 1-1 0 0,0-1 1 0 0,-1 0-1 0 0,1 0 0 0 0,0 0 1 0 0,-1 0-1 0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5:40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518 0 10586 0 0,'0'0'12976'0'0,"-31"1"-12209"0"0,-96 0-175 0 0,49-2 182 0 0,59 0-575 0 0,-114 1-211 0 0,105 3-2321 0 0,-31 6 1 0 0,34-4-3334 0 0,8-1-5612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5:41.7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6 163 18596 0 0,'0'0'6972'0'0,"-1"11"-6813"0"0,-3 36 9 0 0,4-40-107 0 0,0 0-1 0 0,0 0 1 0 0,1 0 0 0 0,0 0-1 0 0,0 0 1 0 0,1 0 0 0 0,3 10-1 0 0,0-1 27 0 0,20 54 181 0 0,-2-9-135 0 0,-22-56-99 0 0,0 1-1 0 0,0 0 1 0 0,0 0-1 0 0,-1 0 1 0 0,0 8-1 0 0,-1-3 847 0 0,1-14-726 0 0,0 1 0 0 0,-1-1 0 0 0,0 1 0 0 0,1-1 0 0 0,-1 1 0 0 0,-2-5 0 0 0,-2-6-92 0 0,-10-34 23 0 0,7 24-41 0 0,-7-36 0 0 0,14 51-44 0 0,-4-21 48 0 0,0 0-1 0 0,3 0 0 0 0,0-49 1 0 0,2 76-43 0 0,1-1 0 0 0,-1 1 0 0 0,1-1 1 0 0,-1 1-1 0 0,1 0 0 0 0,0-1 0 0 0,0 1 1 0 0,0 0-1 0 0,0 0 0 0 0,3-4 0 0 0,-4 5-11 0 0,1 0-1 0 0,-1 1 1 0 0,1-1-1 0 0,0 1 0 0 0,-1-1 1 0 0,1 1-1 0 0,0-1 1 0 0,-1 1-1 0 0,1-1 1 0 0,0 1-1 0 0,-1 0 0 0 0,1-1 1 0 0,0 1-1 0 0,0 0 1 0 0,-1 0-1 0 0,1-1 1 0 0,0 1-1 0 0,0 0 0 0 0,-1 0 1 0 0,1 0-1 0 0,0 0 1 0 0,0 0-1 0 0,0 0 1 0 0,-1 0-1 0 0,1 1 0 0 0,0-1 1 0 0,0 0-1 0 0,-1 0 1 0 0,1 0-1 0 0,0 1 0 0 0,0-1 1 0 0,-1 0-1 0 0,1 1 1 0 0,0-1-1 0 0,-1 1 1 0 0,1-1-1 0 0,0 1 0 0 0,0 0 1 0 0,20 15-89 0 0,133 95 78 0 0,-133-100 42 0 0,-1 0 0 0 0,1-1 0 0 0,0-1 0 0 0,1-1 0 0 0,0-1 0 0 0,1-1 1 0 0,-1-1-1 0 0,1-1 0 0 0,0-1 0 0 0,33 0 0 0 0,-55-3-13 0 0,0 0-1 0 0,1 0 1 0 0,-1-1 0 0 0,0 1 0 0 0,0 0-1 0 0,0 0 1 0 0,0-1 0 0 0,0 1 0 0 0,0 0-1 0 0,0-1 1 0 0,0 1 0 0 0,0-1 0 0 0,-1 1-1 0 0,1-1 1 0 0,0 0 0 0 0,0 1 0 0 0,0-1-1 0 0,0 0 1 0 0,-1 0 0 0 0,1 0 0 0 0,0 1-1 0 0,-1-1 1 0 0,1 0 0 0 0,-1 0 0 0 0,1 0-1 0 0,-1 0 1 0 0,1 0 0 0 0,-1 0-1 0 0,0 0 1 0 0,1 0 0 0 0,-1-1 0 0 0,1-5 23 0 0,0 1 0 0 0,0 0 0 0 0,-1 0 1 0 0,0-8-1 0 0,-1 5-12 0 0,1-24-20 0 0,-2 0 1 0 0,-9-49-1 0 0,7 60-503 0 0,-1-30-1 0 0,5 36-4007 0 0,0 0-4278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5:44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1081 28 0 0 0,'0'0'16231'0'0,"5"-4"-15148"0"0,17-12-202 0 0,-15 8 3451 0 0,-5 8-3394 0 0,-2 0-923 0 0,-15 4-2024 0 0,3 1 2063 0 0,0-1-1 0 0,-1-1 0 0 0,0 0 1 0 0,-18 2-1 0 0,-53 1 672 0 0,73-6-679 0 0,-399 3 1575 0 0,232-4-1187 0 0,110 0-343 0 0,-72 2-23 0 0,131 0-60 0 0,0 1 0 0 0,-14 3 0 0 0,1 0-2 0 0,22-5-6 0 0,0 1-1 0 0,1-1 0 0 0,-1 0 0 0 0,0 0 1 0 0,0 0-1 0 0,0 0 0 0 0,0 0 0 0 0,0 0 1 0 0,0 0-1 0 0,1 0 0 0 0,-1 0 0 0 0,0 0 1 0 0,0 0-1 0 0,0 0 0 0 0,0 1 1 0 0,0-1-1 0 0,0 0 0 0 0,0 0 0 0 0,0 0 1 0 0,0 0-1 0 0,0 0 0 0 0,0 0 0 0 0,1 0 1 0 0,-1 1-1 0 0,0-1 0 0 0,0 0 0 0 0,0 0 1 0 0,0 0-1 0 0,0 0 0 0 0,0 0 0 0 0,0 1 1 0 0,0-1-1 0 0,0 0 0 0 0,0 0 1 0 0,0 0-1 0 0,0 0 0 0 0,0 0 0 0 0,0 0 1 0 0,-1 1-1 0 0,1-1 0 0 0,0 0 0 0 0,0 0 1 0 0,0 0-1 0 0,0 0 0 0 0,0 0 0 0 0,0 0 1 0 0,0 1-1 0 0,0-1 0 0 0,0 0 0 0 0,0 0 1 0 0,0 0-1 0 0,-1 0 0 0 0,1 0 1 0 0,0 0-1 0 0,0 0 0 0 0,0 0 0 0 0,0 0 1 0 0,0 0-1 0 0,0 0 0 0 0,-1 0 0 0 0,1 0 1 0 0,0 1-1 0 0,0-1 0 0 0,0 0 0 0 0,0 0 1 0 0,0 0-1 0 0,0 0 0 0 0,-1 0 1 0 0,14 7 26 0 0,-9-5 5 0 0,7 5 15 0 0,0-2 0 0 0,1 1-1 0 0,0-2 1 0 0,0 1 0 0 0,14 2 0 0 0,-7-2-22 0 0,200 49-41 0 0,4 0-132 0 0,-221-53 148 0 0,61 20-40 0 0,-54-18 19 0 0,0 1 1 0 0,0 0 0 0 0,-1 1 0 0 0,13 9 0 0 0,-19-12 3 0 0,0-1 0 0 0,0 1 0 0 0,-1 0 0 0 0,1-1 0 0 0,0 1 0 0 0,-1 0 0 0 0,0 0 1 0 0,1 0-1 0 0,-1 0 0 0 0,0 0 0 0 0,0 0 0 0 0,0 0 0 0 0,0 1 0 0 0,-1-1 0 0 0,1 0 0 0 0,-1 1 0 0 0,1-1 0 0 0,-1 0 0 0 0,0 1 0 0 0,1-1 0 0 0,-1 0 0 0 0,-1 1 0 0 0,1-1 0 0 0,0 0 0 0 0,0 1 0 0 0,-1-1 0 0 0,0 0 0 0 0,1 1 0 0 0,-1-1 0 0 0,0 0 0 0 0,0 0 0 0 0,0 0 0 0 0,0 0 0 0 0,-1 0 0 0 0,1 0 0 0 0,0 0 0 0 0,-1 0 0 0 0,1 0 0 0 0,-4 2 0 0 0,-12 8 44 0 0,0 0-1 0 0,0-1 0 0 0,-1-1 0 0 0,-1 0 0 0 0,-23 7 0 0 0,-14 9-11 0 0,-20 10-1 0 0,-47 25 6 0 0,114-56-22 0 0,-47 26 0 0 0,-80 60 0 0 0,121-81 0 0 0,-23 14 0 0 0,2-4-5 0 0,-41 26 20 0 0,77-46 16 0 0,0 0 1 0 0,1 0-1 0 0,-1 0 1 0 0,0 0-1 0 0,0 0 1 0 0,0 0-1 0 0,0 0 1 0 0,0 0 0 0 0,1 0-1 0 0,-1 0 1 0 0,0 0-1 0 0,0 0 1 0 0,0 1-1 0 0,0-1 1 0 0,0 0-1 0 0,0 0 1 0 0,0 0-1 0 0,0 0 1 0 0,1 0-1 0 0,-1 0 1 0 0,0 0-1 0 0,0 1 1 0 0,0-1-1 0 0,0 0 1 0 0,0 0-1 0 0,0 0 1 0 0,0 0-1 0 0,0 0 1 0 0,0 0-1 0 0,0 1 1 0 0,0-1 0 0 0,0 0-1 0 0,0 0 1 0 0,0 0-1 0 0,0 0 1 0 0,0 0-1 0 0,0 1 1 0 0,0-1-1 0 0,0 0 1 0 0,0 0-1 0 0,0 0 1 0 0,0 0-1 0 0,0 0 1 0 0,0 0-1 0 0,0 1 1 0 0,0-1-1 0 0,0 0 1 0 0,-1 0-1 0 0,1 0 1 0 0,0 0-1 0 0,0 0 1 0 0,0 0-1 0 0,0 0 1 0 0,0 0-1 0 0,0 1 1 0 0,0-1 0 0 0,-1 0-1 0 0,16 1 301 0 0,-14-1-313 0 0,84-7 48 0 0,152-4-9 0 0,-206 9-34 0 0,174-15-3 0 0,75-4-96 0 0,-265 20-645 0 0,110-4 1332 0 0,-84 4-4736 0 0,1 1-6238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5:45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0 399 0 0 0,'0'0'15901'0'0,"13"5"-15046"0"0,39 14-3 0 0,-50-18-708 0 0,1 0 1 0 0,-1 0-1 0 0,1-1 1 0 0,-1 1 0 0 0,1 0-1 0 0,0-1 1 0 0,0 1-1 0 0,-1-1 1 0 0,1 0-1 0 0,0 0 1 0 0,5-1-1 0 0,0 0 364 0 0,-2 0-202 0 0,0 0 1 0 0,0 0-1 0 0,0-1 1 0 0,-1 0-1 0 0,1 0 1 0 0,-1 0-1 0 0,1-1 1 0 0,-1 0-1 0 0,0 0 1 0 0,0 0-1 0 0,0-1 1 0 0,0 1-1 0 0,-1-1 1 0 0,1 0-1 0 0,-1-1 1 0 0,4-4-1 0 0,-6 6-171 0 0,0 0 0 0 0,-1 0 0 0 0,1-1 1 0 0,-1 1-1 0 0,0 0 0 0 0,0 0 0 0 0,0-1 0 0 0,0 1 0 0 0,0-4 0 0 0,1-33 656 0 0,-2 40-787 0 0,-1-11 73 0 0,1 1 0 0 0,-2-1-1 0 0,0 1 1 0 0,0-1 0 0 0,-1 1 0 0 0,-6-17 0 0 0,-32-57 91 0 0,24 53-114 0 0,7 15-21 0 0,-13-19 0 0 0,0 2 128 0 0,16 23-155 0 0,4 11-306 0 0,3 5-2 0 0,-1 6 260 0 0,-1 0 0 0 0,1 0 0 0 0,-5 13 0 0 0,3-13 43 0 0,1 0-1 0 0,0 1 1 0 0,-1 13-1 0 0,3-25 0 0 0,0 7 2 0 0,0-1 0 0 0,0 1-1 0 0,1 0 1 0 0,0 0 0 0 0,0-1-1 0 0,5 14 1 0 0,0-1-30 0 0,-4-13 35 0 0,0 1-1 0 0,7 12 0 0 0,8 13 45 0 0,-6-10-54 0 0,19 28-1 0 0,-14-23 22 0 0,-12-21-10 0 0,-1-1-1 0 0,1 0 0 0 0,0 1 1 0 0,0-1-1 0 0,6 5 1 0 0,-1-1 59 0 0,-7-8-47 0 0,-1 0-1 0 0,1 0 1 0 0,0 0-1 0 0,-1-1 1 0 0,1 1-1 0 0,0 0 1 0 0,0-1-1 0 0,0 1 1 0 0,1-1-1 0 0,-1 0 1 0 0,0 1-1 0 0,0-1 1 0 0,1 0-1 0 0,-1-1 1 0 0,1 1-1 0 0,-1 0 1 0 0,1-1-1 0 0,-1 1 0 0 0,4-1 1 0 0,-1 1-205 0 0,-1-1 0 0 0,1 0 1 0 0,-1 0-1 0 0,0-1 0 0 0,1 0 0 0 0,-1 1 1 0 0,0-1-1 0 0,0-1 0 0 0,0 1 0 0 0,1 0 1 0 0,-1-1-1 0 0,-1 0 0 0 0,1 0 0 0 0,6-5 1 0 0,17-15-6189 0 0,-11 6-4774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5:45.5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274 56 7106 0 0,'0'0'17329'0'0,"-19"-1"-17144"0"0,-58-3-56 0 0,15-2 68 0 0,33 3-170 0 0,28 3-34 0 0,-7 0-216 0 0,-1-1 1 0 0,1 0-1 0 0,-9-3 1 0 0,-2-5-2523 0 0,17 8 1869 0 0,0-1 1 0 0,0 0 0 0 0,0 1-1 0 0,0-1 1 0 0,0 0 0 0 0,-2-3-1 0 0,-5-7-7327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5:45.6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302 34 7258 0 0,'0'0'12794'0'0,"-195"-28"-12682"0"0,177 24-72 0 0,2 3-80 0 0,1 1-152 0 0,-1 0-336 0 0,0 0-800 0 0,2 0-1521 0 0,2 0-1760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5:46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141 129 10194 0 0,'0'0'13644'0'0,"-22"-5"-13632"0"0,-68-18-16 0 0,69 21 3 0 0,21 2 1 0 0,0 0 0 0 0,0 0 1 0 0,0 0-1 0 0,0 0 0 0 0,0 0 0 0 0,-1 0 0 0 0,1 0 0 0 0,0 0 0 0 0,0 0 0 0 0,0 0 0 0 0,0 0 0 0 0,0 0 0 0 0,0 0 0 0 0,-1 0 0 0 0,1 0 0 0 0,0 0 0 0 0,0 1 0 0 0,0-1 0 0 0,0 0 0 0 0,0 0 0 0 0,0 0 0 0 0,0 0 0 0 0,-1 0 0 0 0,1 0 0 0 0,0 0 0 0 0,0 0 0 0 0,0 1 0 0 0,0-1 0 0 0,0 0 0 0 0,0 0 0 0 0,0 0 0 0 0,0 0 0 0 0,0 0 0 0 0,0 1 0 0 0,-2 6 27 0 0,1 0 0 0 0,0 0 0 0 0,1 12 0 0 0,0-16-3 0 0,0-1 0 0 0,0 1 0 0 0,1 0 0 0 0,-1-1 0 0 0,1 1 0 0 0,-1-1 0 0 0,1 1 0 0 0,0-1 0 0 0,0 1 0 0 0,0-1 0 0 0,0 1 0 0 0,1-1 0 0 0,1 3 1 0 0,7 5 49 0 0,1 0 1 0 0,-1-1 0 0 0,2 0-1 0 0,0-1 1 0 0,0 0 0 0 0,0 0-1 0 0,1-2 1 0 0,0 1 0 0 0,0-2-1 0 0,0 0 1 0 0,1 0 0 0 0,24 4-1 0 0,-33-8-20 0 0,0 0-1 0 0,0 0 1 0 0,0-1-1 0 0,1 0 1 0 0,-1 0-1 0 0,0 0 0 0 0,0 0 1 0 0,0-1-1 0 0,10-2 1 0 0,-13 2-23 0 0,0 0 1 0 0,0 0-1 0 0,0 0 1 0 0,0 0-1 0 0,0 0 1 0 0,0 0-1 0 0,-1-1 1 0 0,1 1 0 0 0,0-1-1 0 0,-1 1 1 0 0,1-1-1 0 0,-1 0 1 0 0,1 1-1 0 0,-1-1 1 0 0,0 0-1 0 0,0 0 1 0 0,0 0 0 0 0,0 0-1 0 0,0 0 1 0 0,0 0-1 0 0,-1 0 1 0 0,1-1-1 0 0,-1 1 1 0 0,1-3-1 0 0,0-4-9 0 0,0 0 0 0 0,0 0 0 0 0,-1 1 0 0 0,0-1 0 0 0,-1 0-1 0 0,0 0 1 0 0,0 0 0 0 0,-1 0 0 0 0,0 1 0 0 0,-1-1 0 0 0,0 1 0 0 0,-6-14-1 0 0,4 13-66 0 0,1 0 0 0 0,-2 0-1 0 0,1 1 1 0 0,-1 0-1 0 0,0 0 1 0 0,-14-14-1 0 0,16 18-160 0 0,0 1 0 0 0,-1 0 0 0 0,0 0 0 0 0,1 0 0 0 0,-1 0 0 0 0,0 0 0 0 0,0 1 0 0 0,0 0 0 0 0,0 0 0 0 0,-1 1 0 0 0,1-1 0 0 0,-1 1 0 0 0,1 1 0 0 0,-8-2 0 0 0,-19 2-4336 0 0,22 0 879 0 0,-6 0-7511 0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5:47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70 232 6097 0 0,'0'0'14861'0'0,"-4"-9"-14533"0"0,-12-26-132 0 0,12 26-76 0 0,11 11-97 0 0,-1 6-65 0 0,0-1 0 0 0,-1 1 0 0 0,5 8 1 0 0,-3-4 30 0 0,3 2 20 0 0,-1 2 0 0 0,-1-1-1 0 0,11 28 1 0 0,-13-24 4 0 0,-4-13 6 0 0,0-1-1 0 0,0 2 1 0 0,0-1 0 0 0,-1 0 0 0 0,0 0 0 0 0,0 10 0 0 0,-1-18 643 0 0,0 0-1 0 0,0 0 0 0 0,-1 0 1 0 0,0 0-1 0 0,1 0 1 0 0,-2-3-1 0 0,-16-26-877 0 0,10 17 482 0 0,-9-18-251 0 0,-32-61 95 0 0,30 56-99 0 0,11 22 21 0 0,-7-17 0 0 0,3 4 141 0 0,26 32-558 0 0,7 11 171 0 0,30 20 109 0 0,-37-26 102 0 0,30 17 9 0 0,55 24 1 0 0,-57-33-54 0 0,46 13 0 0 0,-66-24 118 0 0,0-1 0 0 0,0-1 0 0 0,1-2 0 0 0,25 1 0 0 0,-47-3-53 0 0,1 0 0 0 0,-1 0 0 0 0,0 0 0 0 0,0 0 0 0 0,0 0 0 0 0,0 0 0 0 0,0 0 0 0 0,0 0 0 0 0,0-1 0 0 0,-1 1 0 0 0,1 0 0 0 0,0-1 0 0 0,0 1 0 0 0,0-1 0 0 0,0 1 0 0 0,0-1 0 0 0,0 1 0 0 0,0-1 0 0 0,-1 0 0 0 0,1 1 0 0 0,0-1 0 0 0,-1 0 0 0 0,1 0 0 0 0,0 1 0 0 0,-1-1 0 0 0,1 0 0 0 0,0-2 0 0 0,0 0 12 0 0,0-1 0 0 0,0 1 0 0 0,-1-1-1 0 0,0 1 1 0 0,1-1 0 0 0,-2-6-1 0 0,1 7-52 0 0,0-3-10 0 0,-1 0 0 0 0,0 0-1 0 0,0 0 1 0 0,-1 0 0 0 0,1 0-1 0 0,-1 1 1 0 0,-1-1 0 0 0,1 0-1 0 0,-1 1 1 0 0,-5-8 0 0 0,-6-7-178 0 0,-20-23 0 0 0,28 35 166 0 0,-9-9-408 0 0,-28-24 0 0 0,36 34-539 0 0,-1 1-1 0 0,-1 0 1 0 0,1 0 0 0 0,-1 1-1 0 0,-17-8 1 0 0,9 8-4080 0 0,6 4-1989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5:47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259 31 9930 0 0,'0'0'13943'0'0,"-26"-5"-13902"0"0,-81-15-17 0 0,101 19-26 0 0,0-1 0 0 0,-1 1 0 0 0,1 1 0 0 0,-11-1 0 0 0,10 1-32 0 0,1 1-312 0 0,1 0 0 0 0,-1-1-1 0 0,0 2 1 0 0,1-1-1 0 0,-1 1 1 0 0,1 0-1 0 0,-6 3 1 0 0,-2 0-4129 0 0,0-1-3762 0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5:48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15027 0 0,'0'0'10744'0'0,"8"11"-10791"0"0,25 38 51 0 0,53 67-20 0 0,-68-91-103 0 0,-3-2-600 0 0,24 44 1 0 0,-34-51-1407 0 0,-4-5-5336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5:52.6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6 6753 0 0,'0'0'16717'0'0,"-2"-1"-16213"0"0,-6-3 191 0 0,7 3 209 0 0,6 4-635 0 0,4 3-280 0 0,0 0 1 0 0,-1 0-1 0 0,1 1 1 0 0,-1 1-1 0 0,0-1 1 0 0,-1 1-1 0 0,9 12 1 0 0,5 4 11 0 0,12 17 15 0 0,47 72 1 0 0,-7-9 85 0 0,-10-16-33 0 0,-30-45 5 0 0,63 75 197 0 0,-83-105-210 0 0,0-1 0 0 0,1-1 0 0 0,1 0-1 0 0,16 10 1 0 0,6 3 109 0 0,-27-19-63 0 0,-6-4-168 0 0,-6-3-427 0 0,-59-55-5250 0 0,10 10-5590 0 0,38 36 2358 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5:53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271 48 10346 0 0,'0'0'17756'0'0,"-3"-8"-17553"0"0,-11-24-78 0 0,10 25 47 0 0,4 18-480 0 0,0 2 300 0 0,-1-1 0 0 0,-1 1 0 0 0,-5 22 0 0 0,-16 35 13 0 0,14-41-1 0 0,-35 81 50 0 0,31-73-51 0 0,-1-1 53 0 0,2 1-1 0 0,-8 43 1 0 0,-11 78 118 0 0,27-138-71 0 0,-13 37 1 0 0,14-50-321 0 0,1-1-1 0 0,-1 0 1 0 0,-1 0 0 0 0,1 0 0 0 0,-1 0-1 0 0,0 0 1 0 0,0-1 0 0 0,-1 1-1 0 0,-7 6 1 0 0,3-6-3201 0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5:53.8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8 446 0 0 0,'0'0'18965'0'0,"18"-1"-18072"0"0,58-3-65 0 0,-54 0-212 0 0,-22 4-592 0 0,1 0 1 0 0,-1 0-1 0 0,0 0 0 0 0,0 0 0 0 0,1 0 1 0 0,-1 0-1 0 0,0-1 0 0 0,0 1 0 0 0,1 0 0 0 0,-1 0 1 0 0,0 0-1 0 0,0-1 0 0 0,0 1 0 0 0,1 0 0 0 0,-1 0 1 0 0,0 0-1 0 0,0-1 0 0 0,0 1 0 0 0,0 0 1 0 0,0 0-1 0 0,0-1 0 0 0,1 1 0 0 0,-1 0 0 0 0,1-3 234 0 0,0 0 24 0 0,0 0 0 0 0,1 0 1 0 0,-1-1-1 0 0,-1 1 0 0 0,2-5 1 0 0,1-6 350 0 0,-2 6-409 0 0,1 1 0 0 0,-2-1 1 0 0,1 1-1 0 0,-1-1 0 0 0,-1-10 1 0 0,0 6-64 0 0,-1-5 24 0 0,-1 0 1 0 0,0 0-1 0 0,-2 0 0 0 0,0 1 1 0 0,-11-26-1 0 0,5 12 61 0 0,-17-32 317 0 0,8 18-80 0 0,0 0 90 0 0,20 43-547 0 0,-1 0 1 0 0,1 0-1 0 0,0 0 1 0 0,-1 0-1 0 0,1 0 1 0 0,0 0-1 0 0,0 0 1 0 0,0 0-1 0 0,0 0 1 0 0,0-1-1 0 0,0 0 1 0 0,0-1 64 0 0,0 3-11 0 0,-2 12-840 0 0,-4 7 709 0 0,3-13 48 0 0,1 0 0 0 0,-2 11 0 0 0,1-1-10 0 0,-3 40 23 0 0,6-50-5 0 0,0 0-1 0 0,0-1 0 0 0,1 1 1 0 0,0 0-1 0 0,0-1 0 0 0,0 1 0 0 0,4 9 1 0 0,8 14 32 0 0,1 0-1 0 0,2-1 1 0 0,0-1 0 0 0,33 41 0 0 0,-38-56-19 0 0,19 16 0 0 0,-9-9-10 0 0,47 40 75 0 0,-57-50-68 0 0,0-2-1 0 0,1 1 0 0 0,1-2 0 0 0,18 9 1 0 0,-30-15-57 0 0,-1 0 0 0 0,1 1 0 0 0,0-1 1 0 0,0 0-1 0 0,0 1 0 0 0,0-1 0 0 0,-1 0 1 0 0,1 0-1 0 0,0 0 0 0 0,0 1 0 0 0,0-1 1 0 0,0 0-1 0 0,0 0 0 0 0,0 0 0 0 0,0-1 1 0 0,-1 1-1 0 0,1 0 0 0 0,0 0 0 0 0,0 0 1 0 0,0-1-1 0 0,0 1 0 0 0,0 0 0 0 0,-1-1 1 0 0,1 1-1 0 0,0-1 0 0 0,0 1 0 0 0,-1-1 1 0 0,1 1-1 0 0,0-1 0 0 0,-1 0 0 0 0,1 1 1 0 0,-1-1-1 0 0,1 0 0 0 0,0 1 0 0 0,-1-1 1 0 0,1 0-1 0 0,-1-1 0 0 0,5-15-4052 0 0,-4-1-4658 0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5:54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0 848 0 0,'0'0'12676'0'0,"6"1"-12641"0"0,22 2 14 0 0,-26-3-33 0 0,0 1 0 0 0,0 0 0 0 0,-1 0 0 0 0,1 0 0 0 0,-1 0 0 0 0,1 0 0 0 0,-1 1-1 0 0,1-1 1 0 0,-1 0 0 0 0,0 1 0 0 0,1-1 0 0 0,-1 1 0 0 0,0-1 0 0 0,0 1 0 0 0,0 0 0 0 0,0-1 0 0 0,0 1 0 0 0,0 3-1 0 0,2 0 69 0 0,17 35 646 0 0,17 46 1 0 0,-22-40-433 0 0,-4-14-161 0 0,-6-22-179 0 0,7 13-647 0 0,18 45 1 0 0,-29-65-285 0 0,-1-1-1 0 0,1 1 1 0 0,-1-1-1 0 0,1 1 1 0 0,-1-1-1 0 0,0 4 1 0 0,0-2-1579 0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5:58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586 133 0 0 0,'0'0'32'0'0,"4"-7"37"0"0,15-20 34 0 0,-18 25-70 0 0,1 0-1 0 0,-1 1 1 0 0,1-1-1 0 0,0 1 1 0 0,0-1-1 0 0,-1 1 1 0 0,1-1 0 0 0,0 1-1 0 0,0 0 1 0 0,0 0-1 0 0,0 0 1 0 0,3-1-1 0 0,6-3 149 0 0,3-2 224 0 0,17-5 1 0 0,2-2 129 0 0,-21 10-452 0 0,0 1 0 0 0,0 0-1 0 0,0 0 1 0 0,0 1 0 0 0,25 0 0 0 0,-13 0 191 0 0,37-2 1044 0 0,20-3 3045 0 0,6-5 10737 0 0,-89 12-14661 0 0,1 0-506 0 0,-11 1-1784 0 0,-27 13 1507 0 0,0-7 524 0 0,0-1-1 0 0,-77 0 0 0 0,40-3-15 0 0,-112 2 176 0 0,72-3-131 0 0,20 5-117 0 0,19-1 20 0 0,18-1 145 0 0,-83 18 0 0 0,120-18-240 0 0,14-3 18 0 0,0 0 0 0 0,0 0-1 0 0,-13 0 1 0 0,17 0 1624 0 0,15 0-647 0 0,22-2-1091 0 0,0 1 0 0 0,39 7 0 0 0,177 46-204 0 0,-193-38 112 0 0,0 3 0 0 0,71 33 1 0 0,-112-45 127 0 0,-1 1 1 0 0,-1 0-1 0 0,16 13 1 0 0,-23-17-4 0 0,-1 1-1 0 0,0 0 1 0 0,0 0 0 0 0,0 1 0 0 0,-1-1 0 0 0,0 1-1 0 0,0 0 1 0 0,0 0 0 0 0,4 10 0 0 0,-6-12 16 0 0,-1 0 1 0 0,0 0 0 0 0,0 0 0 0 0,0 0 0 0 0,-1 0-1 0 0,1 0 1 0 0,-1 0 0 0 0,0 0 0 0 0,0 0-1 0 0,-1 0 1 0 0,1 0 0 0 0,-1 0 0 0 0,0 0-1 0 0,0 0 1 0 0,0-1 0 0 0,0 1 0 0 0,-1 0 0 0 0,1 0-1 0 0,-4 4 1 0 0,1-1 20 0 0,-1 0 0 0 0,0-1 0 0 0,0 0 0 0 0,-1 0 0 0 0,0 0 0 0 0,0 0 0 0 0,0-1 0 0 0,-11 7 0 0 0,-15 9 35 0 0,-38 24 80 0 0,-77 30 66 0 0,51-29-121 0 0,83-39-48 0 0,-106 64-13 0 0,92-55 17 0 0,-14 14 4 0 0,24-18 16 0 0,-25 15 0 0 0,37-24 3 0 0,0 0-1 0 0,0 1 0 0 0,0-1 1 0 0,0 1-1 0 0,-4 7 2441 0 0,9-11-2411 0 0,6-3 154 0 0,15-7-103 0 0,2 1 1 0 0,0 1-1 0 0,43-9 1 0 0,75-5-209 0 0,-85 15 126 0 0,244-32-88 0 0,0 17-900 0 0,-279 21 300 0 0,22 0-1384 0 0,-16 5-4007 0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5:59.2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 5921 0 0,'0'0'18396'0'0,"-7"7"-18044"0"0,7-1-357 0 0,0-3 20 0 0,-1 1 0 0 0,1 0 1 0 0,0 0-1 0 0,1 0 1 0 0,-1-1-1 0 0,1 1 0 0 0,0 0 1 0 0,0-1-1 0 0,0 1 1 0 0,0 0-1 0 0,0-1 0 0 0,1 1 1 0 0,0-1-1 0 0,2 5 1 0 0,43 54 308 0 0,-39-53-273 0 0,0 0 1 0 0,1-1-1 0 0,0 0 1 0 0,16 10-1 0 0,-11-7-12 0 0,8 3 190 0 0,-22-18 166 0 0,1-1-1 0 0,-1 1 0 0 0,0-8 1 0 0,0-138 153 0 0,0 150-543 0 0,0-1 0 0 0,0 0 0 0 0,0 0 0 0 0,0 0 0 0 0,0 1 0 0 0,0-1 0 0 0,0 0 0 0 0,0 0 0 0 0,0 1 0 0 0,1-1 0 0 0,-1 0 0 0 0,0 0 0 0 0,0 1 0 0 0,1-1 0 0 0,-1 0 0 0 0,1 0-1 0 0,-1 1 1 0 0,0-1 0 0 0,1 1 0 0 0,-1-1 0 0 0,1 0 0 0 0,0 1 0 0 0,-1-1 0 0 0,1 1 0 0 0,-1-1 0 0 0,1 1 0 0 0,0-1 0 0 0,-1 1 0 0 0,1 0 0 0 0,0-1 0 0 0,-1 1 0 0 0,1 0 0 0 0,0 0 0 0 0,0-1 0 0 0,-1 1 0 0 0,1 0 0 0 0,0 0 0 0 0,0 0 0 0 0,0 0 0 0 0,-1 0 0 0 0,1 0 0 0 0,1 0 0 0 0,2 1-39 0 0,0 0-1 0 0,0 0 1 0 0,0 0 0 0 0,0 0 0 0 0,0 1-1 0 0,0-1 1 0 0,4 4 0 0 0,5 3-15 0 0,1 2 0 0 0,13 11 0 0 0,-8-4 25 0 0,4 1-58 0 0,-1 1 1 0 0,24 29-1 0 0,-45-47-9 0 0,0 1 1 0 0,0-1 0 0 0,-1 0-1 0 0,1 1 1 0 0,0-1-1 0 0,-1 0 1 0 0,0 1-1 0 0,1-1 1 0 0,-1 1 0 0 0,0-1-1 0 0,1 1 1 0 0,-1-1-1 0 0,0 0 1 0 0,0 1-1 0 0,-1 1 1 0 0,1-1-261 0 0,0-2 247 0 0,0 1 0 0 0,0-1 0 0 0,-1 0-1 0 0,1 1 1 0 0,0-1 0 0 0,-1 0 0 0 0,1 0-1 0 0,0 1 1 0 0,-1-1 0 0 0,1 0 0 0 0,0 0 0 0 0,-1 1-1 0 0,1-1 1 0 0,0 0 0 0 0,-1 0 0 0 0,1 0 0 0 0,-1 0-1 0 0,1 0 1 0 0,0 0 0 0 0,-1 0 0 0 0,1 0 0 0 0,-1 0-1 0 0,1 0 1 0 0,-1 0 0 0 0,1 0 0 0 0,-1 0 0 0 0,-12-1-2828 0 0,10 0 1493 0 0,-1-1 0 0 0,0 0 0 0 0,1 0 0 0 0,-1 0 0 0 0,1-1 0 0 0,0 1 0 0 0,-4-4 0 0 0,5 4 254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5:59.5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212 57 12803 0 0,'0'0'13244'0'0,"-19"-4"-13179"0"0,-60-16-31 0 0,39 10-12 0 0,12 3-170 0 0,-11-3-3991 0 0,33 5-843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5:59.7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289 22 9442 0 0,'0'0'13035'0'0,"-31"-3"-12987"0"0,-96-11-43 0 0,122 13-6 0 0,-32-2-13 0 0,28 3-21 0 0,2 2-3 0 0,0 0-514 0 0,0 0 0 0 0,-14 7-1 0 0,-6 1-5273 0 0,17-7 273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6:00.1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93 13987 0 0,'0'0'11484'0'0,"-17"-3"-11452"0"0,-55-6-31 0 0,71 9-1 0 0,0-1 0 0 0,0 1 1 0 0,-1 0-1 0 0,1 0 0 0 0,0 0 0 0 0,-1 0 0 0 0,1 1 0 0 0,0-1 1 0 0,0 0-1 0 0,-1 0 0 0 0,1 1 0 0 0,-2 0 0 0 0,3-1 0 0 0,0 0 0 0 0,0 0 0 0 0,0 0 0 0 0,-1 1 0 0 0,1-1 0 0 0,0 0 0 0 0,0 0 0 0 0,0 0 0 0 0,0 1 0 0 0,0-1 0 0 0,0 0 0 0 0,0 0 0 0 0,0 0 0 0 0,0 1 0 0 0,0-1 0 0 0,-1 0 0 0 0,1 0 0 0 0,0 1 0 0 0,0-1 0 0 0,0 0 0 0 0,1 0 0 0 0,-1 0 0 0 0,0 1 0 0 0,0-1 0 0 0,0 0 0 0 0,0 0 0 0 0,0 1 0 0 0,0 1-1 0 0,0 1 17 0 0,-1-1 0 0 0,1 1-1 0 0,0 0 1 0 0,0-1 0 0 0,0 1-1 0 0,0 0 1 0 0,0-1 0 0 0,1 1-1 0 0,-1 0 1 0 0,1-1 0 0 0,-1 1-1 0 0,1-1 1 0 0,0 1 0 0 0,0-1-1 0 0,0 1 1 0 0,1-1 0 0 0,-1 0-1 0 0,0 1 1 0 0,1-1 0 0 0,0 0 0 0 0,-1 0-1 0 0,1 0 1 0 0,3 2 0 0 0,5 6 30 0 0,1-2 0 0 0,-1 1 0 0 0,2-2 0 0 0,-1 1 0 0 0,1-1 0 0 0,0-1 0 0 0,15 5 0 0 0,-20-8-37 0 0,7 2 21 0 0,1 0-1 0 0,-1-1 1 0 0,1 0-1 0 0,0-1 1 0 0,27 2-1 0 0,-35-5-1 0 0,-3 0 7 0 0,1 0 0 0 0,-1 0 0 0 0,9-2 0 0 0,-12 1-19 0 0,1 1-1 0 0,0-1 1 0 0,-1 1-1 0 0,1-1 1 0 0,0 0-1 0 0,-1 0 1 0 0,1 0-1 0 0,-1 0 1 0 0,1 0 0 0 0,-1 0-1 0 0,0-1 1 0 0,1 1-1 0 0,0-2 1 0 0,0 0 10 0 0,0 0 1 0 0,0-1 0 0 0,0 1-1 0 0,0-1 1 0 0,-1 1 0 0 0,0-1-1 0 0,0 0 1 0 0,0 1 0 0 0,0-1-1 0 0,0 0 1 0 0,-1 0 0 0 0,1-6-1 0 0,-1 2 6 0 0,0-1 0 0 0,-1 1 0 0 0,0 0 0 0 0,0 0 0 0 0,-3-9 1 0 0,2 9-41 0 0,-1 0 1 0 0,0 0-1 0 0,0 0 1 0 0,-1 1-1 0 0,0-1 1 0 0,0 1-1 0 0,-1 0 1 0 0,0 0-1 0 0,-6-6 1 0 0,7 9-73 0 0,1 1 1 0 0,-1-1 0 0 0,0 1 0 0 0,-1 0 0 0 0,1 0-1 0 0,0 1 1 0 0,-1-1 0 0 0,0 1 0 0 0,1 0-1 0 0,-1 0 1 0 0,0 1 0 0 0,0-1 0 0 0,0 1 0 0 0,0 0-1 0 0,0 0 1 0 0,-6 1 0 0 0,-4-1-979 0 0,1 2 1 0 0,-1 0-1 0 0,-22 5 0 0 0,-15 7-8506 0 0,36-9-1292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6:01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122 107 8106 0 0,'0'0'12490'0'0,"-1"2"-12039"0"0,-2 2-255 0 0,0-1-1 0 0,0 1 1 0 0,1-1-1 0 0,0 1 1 0 0,0 0-1 0 0,0 0 1 0 0,-2 5-1 0 0,2 0-81 0 0,-1-1-1 0 0,2 1 0 0 0,-1-1 0 0 0,1 1 0 0 0,1 0 1 0 0,-1-1-1 0 0,2 13 0 0 0,0-16-44 0 0,1 1 1 0 0,-1-1-1 0 0,1 1 1 0 0,0-1-1 0 0,0 0 0 0 0,1 0 1 0 0,0 0-1 0 0,0 0 1 0 0,6 8-1 0 0,7 14 120 0 0,-10-20-160 0 0,-6-6 22 0 0,1-1 0 0 0,-1 1 0 0 0,1 0 1 0 0,-1-1-1 0 0,1 1 0 0 0,-1 0 0 0 0,1-1 0 0 0,-1 1 0 0 0,0 0 0 0 0,1 0 1 0 0,-1-1-1 0 0,0 1 0 0 0,0 0 0 0 0,1 0 0 0 0,-1-1 0 0 0,0 1 1 0 0,0 0-1 0 0,0 0 0 0 0,0 1 0 0 0,-4-7 688 0 0,2 3-670 0 0,0-1 0 0 0,0 1-1 0 0,0-1 1 0 0,1 1 0 0 0,-2-5 0 0 0,-6-8 31 0 0,-39-63 107 0 0,35 55-54 0 0,-19-42 0 0 0,25 50-96 0 0,6 13-46 0 0,-2-5 53 0 0,0 0 0 0 0,0 0 0 0 0,0-1 0 0 0,1 1 0 0 0,0-1 0 0 0,0 0 0 0 0,-1-12 0 0 0,3 20-36 0 0,2 0-113 0 0,0 0 0 0 0,0 0 0 0 0,0 0 0 0 0,0 1 0 0 0,-1-1 0 0 0,5 2 0 0 0,15 11-77 0 0,-1 1 1 0 0,25 22-1 0 0,-24-18 167 0 0,31 20 0 0 0,15 0-45 0 0,-57-34 66 0 0,0 1 0 0 0,1-1 0 0 0,0-1 0 0 0,18 4-1 0 0,2-6 399 0 0,-30-2-405 0 0,-1 1-1 0 0,0 0 1 0 0,1 0-1 0 0,-1 0 1 0 0,1 0-1 0 0,-1 0 0 0 0,0-1 1 0 0,1 1-1 0 0,-1 0 1 0 0,0 0-1 0 0,1-1 0 0 0,-1 1 1 0 0,0 0-1 0 0,1 0 1 0 0,-1-1-1 0 0,0 1 0 0 0,0 0 1 0 0,1-1-1 0 0,-1 1 1 0 0,0 0-1 0 0,0-1 0 0 0,0 1 1 0 0,0-1-1 0 0,1 1 1 0 0,-1 0-1 0 0,0-1 1 0 0,0 1-1 0 0,0-1 0 0 0,2-14 215 0 0,-2 11-186 0 0,1-4-40 0 0,0 0 1 0 0,-1 0-1 0 0,0 0 1 0 0,0 0-1 0 0,-1 0 0 0 0,0 0 1 0 0,-1 0-1 0 0,0 0 1 0 0,-4-12-1 0 0,2 9-221 0 0,-1 2 0 0 0,1-1 0 0 0,-1 0 0 0 0,-1 1 0 0 0,0 0 0 0 0,-12-14 0 0 0,16 21-178 0 0,0 0 0 0 0,0 0 1 0 0,-1 0-1 0 0,1 0 0 0 0,-1 0 0 0 0,1 1 1 0 0,-1 0-1 0 0,0-1 0 0 0,1 1 0 0 0,-1 0 1 0 0,-3-1-1 0 0,1 1-2041 0 0,1 0-1 0 0,0 1 1 0 0,-1-1-1 0 0,-4 1 1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6:01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407 25 10498 0 0,'0'0'15161'0'0,"-22"-3"-14924"0"0,-66-8-69 0 0,36 5 263 0 0,-57 2 1 0 0,49 4-2744 0 0,-5 1-6968 0 0,55-1 3510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6:01.8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16259 0 0,'0'0'10747'0'0,"7"14"-10861"0"0,20 46 120 0 0,-14-35-18 0 0,28 42 1 0 0,-11-22-296 0 0,-22-31-849 0 0,11 28-1 0 0,-12-23-2481 0 0,-1 0-3727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6:04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53 203 544 0 0,'0'0'16997'0'0,"2"0"-16017"0"0,5 0-299 0 0,1-1 0 0 0,-1-1 0 0 0,12-3-1 0 0,4-1-27 0 0,8-1 120 0 0,-11 2-313 0 0,-7 2-180 0 0,-7 1-52 0 0,-1 1-1 0 0,1-1 1 0 0,-1 0-1 0 0,0 0 0 0 0,1-1 1 0 0,5-3-1 0 0,-11 6-222 0 0,2-2 127 0 0,0 0 0 0 0,0 0 0 0 0,0-1 1 0 0,0 1-1 0 0,0 0 0 0 0,-1-1 0 0 0,1 1 1 0 0,-1-1-1 0 0,0 1 0 0 0,0-1 0 0 0,0 0 0 0 0,2-5 1 0 0,-2 2-61 0 0,0 0-1 0 0,0 1 1 0 0,-1-1 0 0 0,0 0 0 0 0,0 0 0 0 0,0 0 0 0 0,0 0 0 0 0,-1 0 0 0 0,-3-10 0 0 0,2 13-89 0 0,1 0 0 0 0,-1 0 1 0 0,0 0-1 0 0,0 0 0 0 0,-1 1 1 0 0,1-1-1 0 0,0 0 0 0 0,-1 1 1 0 0,0 0-1 0 0,1 0 0 0 0,-1 0 1 0 0,0 0-1 0 0,0 0 0 0 0,0 0 1 0 0,-1 1-1 0 0,1-1 0 0 0,-6 0 1 0 0,-1-1-47 0 0,0 1 0 0 0,-1 1 0 0 0,1 0 0 0 0,-17 1 0 0 0,24 0 62 0 0,-1 0 0 0 0,1 1 1 0 0,-1 0-1 0 0,1-1 0 0 0,0 1 1 0 0,-1 1-1 0 0,1-1 0 0 0,0 0 1 0 0,0 1-1 0 0,0 0 1 0 0,0-1-1 0 0,-3 4 0 0 0,-5 3 5 0 0,-16 18 0 0 0,22-22-3 0 0,3-1-4 0 0,0 0 1 0 0,0 0 0 0 0,0 0-1 0 0,0 1 1 0 0,-2 4 0 0 0,0 0-2 0 0,1 0 21 0 0,0-1-1 0 0,0 1 1 0 0,0 0-1 0 0,1 0 0 0 0,1 0 1 0 0,-2 9-1 0 0,1 51 112 0 0,2-62-112 0 0,0-3 7 0 0,1 0 1 0 0,-1-1-1 0 0,1 1 0 0 0,0 0 1 0 0,0-1-1 0 0,0 1 0 0 0,1-1 1 0 0,-1 1-1 0 0,1-1 0 0 0,-1 0 1 0 0,1 0-1 0 0,0 1 0 0 0,0-1 1 0 0,2 2-1 0 0,6 8 99 0 0,-5-8-62 0 0,-1 1-1 0 0,1-1 0 0 0,1 0 1 0 0,-1 0-1 0 0,0-1 1 0 0,1 0-1 0 0,0 0 1 0 0,0 0-1 0 0,6 2 0 0 0,8 4 55 0 0,-4-2-42 0 0,1 0-1 0 0,-1-2 0 0 0,1 0 0 0 0,0 0 1 0 0,0-2-1 0 0,20 2 0 0 0,104 0 123 0 0,-128-5-192 0 0,-12 0-14 0 0,11 0-21 0 0,0 0 0 0 0,12-3 0 0 0,-21 3-110 0 0,0-1 0 0 0,1 0 0 0 0,-1 0-1 0 0,0 0 1 0 0,0 0 0 0 0,0-1 0 0 0,0 1 0 0 0,0-1 0 0 0,-1 1-1 0 0,1-1 1 0 0,0 0 0 0 0,2-3 0 0 0,-5 5 10 0 0,1-1 0 0 0,-1 1 0 0 0,1-1 0 0 0,-1 0 0 0 0,1 1 0 0 0,-1-1 0 0 0,1 0 0 0 0,-1 1 0 0 0,0-1 0 0 0,1 0 0 0 0,-1 1 0 0 0,0-1 0 0 0,0 0 0 0 0,0 0 0 0 0,1 1 0 0 0,-1-2 0 0 0,0-4-4255 0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6:05.5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5 6977 0 0,'0'0'14968'0'0,"-5"-1"-15000"0"0,-14-3 45 0 0,18 4-10 0 0,1 1 0 0 0,0-1 0 0 0,-1 0 0 0 0,1 0 0 0 0,0 0 0 0 0,-1 0 0 0 0,1 1 0 0 0,0-1 0 0 0,0 0 0 0 0,-1 0 0 0 0,1 1 0 0 0,0-1 0 0 0,0 0 0 0 0,-1 0 0 0 0,1 1 0 0 0,0-1 0 0 0,0 0 0 0 0,0 1 0 0 0,0-1 0 0 0,-1 0 0 0 0,1 1 0 0 0,0-1 0 0 0,0 0 0 0 0,0 1 0 0 0,0-1 0 0 0,0 0 0 0 0,0 1 0 0 0,0-1 0 0 0,0 0 0 0 0,0 1 0 0 0,0 15 121 0 0,1-11-60 0 0,-2 2-1 0 0,2 0-1 0 0,-1 0 1 0 0,1 0-1 0 0,0 0 1 0 0,0 0-1 0 0,4 11 1 0 0,-4-16-48 0 0,4 11 126 0 0,0 1 0 0 0,1-1 0 0 0,14 23 0 0 0,131 155 547 0 0,-91-121-567 0 0,-57-67-118 0 0,8 11-30 0 0,-1-1 1 0 0,13 21 0 0 0,-21-30 13 0 0,0 0 1 0 0,0 0-1 0 0,0 0 1 0 0,-1 1-1 0 0,1-1 1 0 0,-1 0-1 0 0,0 1 1 0 0,0-1-1 0 0,0 1 1 0 0,-1-1-1 0 0,0 1 1 0 0,0 0-1 0 0,0-1 1 0 0,-1 6-1 0 0,1-9 9 0 0,-1 1 0 0 0,0-1 0 0 0,1 0 1 0 0,-1 0-1 0 0,0 1 0 0 0,0-1 0 0 0,0 0 0 0 0,0 0 0 0 0,0 0 0 0 0,0 0 0 0 0,0 0 0 0 0,0 0 0 0 0,0 0 1 0 0,-1-1-1 0 0,1 1 0 0 0,0 0 0 0 0,0-1 0 0 0,-1 1 0 0 0,1-1 0 0 0,0 1 0 0 0,-3 0 0 0 0,-1 0 28 0 0,0 0-1 0 0,0 0 0 0 0,0 0 0 0 0,-8 0 1 0 0,4-1 46 0 0,0 0 0 0 0,0-1 0 0 0,0 0 0 0 0,0-1 0 0 0,0 1 0 0 0,1-2 0 0 0,-1 1 0 0 0,1-1 0 0 0,0-1 1 0 0,-14-7-1 0 0,3 0 141 0 0,-30-24 1 0 0,41 29-151 0 0,1 0 0 0 0,0 0 0 0 0,1-1 0 0 0,0-1-1 0 0,0 1 1 0 0,-8-13 0 0 0,12 16-54 0 0,0 0 0 0 0,0 0 0 0 0,0 0-1 0 0,0 0 1 0 0,1-1 0 0 0,0 1 0 0 0,0 0 0 0 0,0-1-1 0 0,0 1 1 0 0,1 0 0 0 0,0-1 0 0 0,-1 1 0 0 0,2-1-1 0 0,-1 1 1 0 0,0-1 0 0 0,1 1 0 0 0,0 0 0 0 0,0-1-1 0 0,0 1 1 0 0,1 0 0 0 0,-1 0 0 0 0,1 0 0 0 0,0 0-1 0 0,0 0 1 0 0,1 0 0 0 0,-1 0 0 0 0,1 1 0 0 0,5-6-1 0 0,-2 3-105 0 0,0 0-1 0 0,1 0 1 0 0,0 1-1 0 0,1 0 0 0 0,-1 0 1 0 0,9-4-1 0 0,49-17-1517 0 0,-27 11-2676 0 0,-2-2-4235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6:05.7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24 19876 0 0,'0'0'8619'0'0,"0"-5"-10004"0"0,0-9 1028 0 0,0 10 35 0 0,0 10-390 0 0,0 0-166 0 0,-1-1-1 0 0,1 1 1 0 0,-3 8 0 0 0,-3 6-5899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6:06.3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1 129 4505 0 0,'0'0'21095'0'0,"7"-19"-20745"0"0,24-56-84 0 0,-23 58-150 0 0,-4 13-12 0 0,0 1-71 0 0,1 1-1 0 0,0 1 0 0 0,0-1 1 0 0,0 1-1 0 0,0-1 1 0 0,1 1-1 0 0,-1 1 0 0 0,0-1 1 0 0,0 1-1 0 0,10 0 0 0 0,-12 1-49 0 0,-1-1-1 0 0,1 1 1 0 0,-1-1-1 0 0,1 1 1 0 0,-1 0-1 0 0,0 0 1 0 0,1 0 0 0 0,-1 0-1 0 0,0 1 1 0 0,0-1-1 0 0,0 0 1 0 0,0 1-1 0 0,0-1 1 0 0,2 3-1 0 0,4 4-115 0 0,12 15-1 0 0,-17-19 88 0 0,0 0 0 0 0,-1 1 0 0 0,0-1 0 0 0,1 0 0 0 0,-2 1 0 0 0,1-1 0 0 0,0 1 0 0 0,-1-1 0 0 0,0 1 0 0 0,0 0 0 0 0,0 5 0 0 0,0 6-107 0 0,-2 31 0 0 0,-1-40 134 0 0,1 0 0 0 0,-1 0 0 0 0,0-1-1 0 0,0 1 1 0 0,0-1 0 0 0,-1 1 0 0 0,-4 6-1 0 0,-4 9-7 0 0,-6 11 43 0 0,12-24-3 0 0,4-8 1 0 0,0 1-1 0 0,0-1 1 0 0,0 0-1 0 0,1 1 1 0 0,-1-1-1 0 0,1 0 1 0 0,-1 1 0 0 0,1-1-1 0 0,-1 1 1 0 0,1-1-1 0 0,0 1 1 0 0,0 1-1 0 0,0-3 219 0 0,12 0 443 0 0,10-1-635 0 0,0-1-1 0 0,0-1 0 0 0,0-1 1 0 0,-1 0-1 0 0,30-11 0 0 0,-33 9-1108 0 0,22-10-1 0 0,-31 11-1609 0 0,-1 0 0 0 0,11-7 0 0 0,-10 7-3292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6:06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0 7154 0 0,'0'0'18574'0'0,"-1"2"-18546"0"0,0-1-33 0 0,0 1 0 0 0,0-1 0 0 0,0 0 0 0 0,1 1-1 0 0,-1-1 1 0 0,1 1 0 0 0,-1-1 0 0 0,1 1 0 0 0,-1-1 0 0 0,1 1-1 0 0,0-1 1 0 0,0 1 0 0 0,-1-1 0 0 0,1 1 0 0 0,1 0 0 0 0,-1-1 0 0 0,0 1-1 0 0,0-1 1 0 0,0 1 0 0 0,1-1 0 0 0,0 4 0 0 0,8 15-1390 0 0,13 22 0 0 0,-17-34 724 0 0,0-1 1 0 0,0 1 0 0 0,1-1 0 0 0,0 0 0 0 0,10 10 0 0 0,0-6-3973 0 0,-4-5-2179 0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6:06.8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8810 0 0,'0'0'12005'0'0,"26"26"-12058"0"0,81 83-135 0 0,-85-87 73 0 0,-8-8-570 0 0,14 18 1 0 0,-27-31 638 0 0,24 33-3003 0 0,9 9-6677 0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6:07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585 33 12515 0 0,'0'0'11950'0'0,"-27"-5"-11936"0"0,-88-17 0 0 0,69 17-4 0 0,25 7-13 0 0,6 1-5 0 0,-187 24-2129 0 0,135-17-2881 0 0,0 1-5328 0 0,42-7 3355 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6:21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20 659 0 0 0,'0'0'7802'0'0,"3"2"-6621"0"0,-1 1-776 0 0,19 8 10989 0 0,-19-12-10751 0 0,7-5 2924 0 0,-6 3-3787 0 0,-1 0 0 0 0,0 0 0 0 0,0-1 0 0 0,3-4-1 0 0,-1-1 1294 0 0,4-4-807 0 0,-1-1 1 0 0,7-20-1 0 0,-11 25-200 0 0,-1 1-1 0 0,0-1 1 0 0,0 0 0 0 0,1-14 0 0 0,-2-38 82 0 0,-2 40-110 0 0,0-8 38 0 0,-1 0 0 0 0,-1 1 0 0 0,-9-32 0 0 0,-27-83 494 0 0,23 92-220 0 0,13 39-161 0 0,-2-26 1 0 0,2 20-36 0 0,3 16-141 0 0,-1 0-1 0 0,1 0 0 0 0,-1 0 0 0 0,0 0 1 0 0,0 0-1 0 0,1 1 0 0 0,-1-1 0 0 0,0 0 1 0 0,-1 0-1 0 0,-1-2 0 0 0,2 3-17 0 0,1 1-3 0 0,-1-1 0 0 0,0 1-1 0 0,1-1 1 0 0,-1 1 0 0 0,1 0 0 0 0,-1-1-1 0 0,0 1 1 0 0,1 0 0 0 0,-1-1-1 0 0,0 1 1 0 0,0 0 0 0 0,1 0 0 0 0,-1 0-1 0 0,0-1 1 0 0,0 1 0 0 0,1 0-1 0 0,-1 0 1 0 0,0 0 0 0 0,0 0 0 0 0,0 0-1 0 0,1 0 12 0 0,-1 0-14 0 0,0 0 9 0 0,1 0 68 0 0,-1 33-208 0 0,-1 77 127 0 0,3-90 32 0 0,1 1 0 0 0,1-1 0 0 0,7 27 0 0 0,-4-26 16 0 0,1 0 1 0 0,14 31-1 0 0,1-8 57 0 0,2 0 0 0 0,55 76 1 0 0,-61-100-26 0 0,1-1-1 0 0,1 0 1 0 0,1-2 0 0 0,22 16 0 0 0,-37-29-62 0 0,0 1 0 0 0,1-1-1 0 0,-1 0 1 0 0,1-1 0 0 0,0 0 0 0 0,0 0 0 0 0,0 0 0 0 0,0-1 0 0 0,0 0-1 0 0,1 0 1 0 0,-1-1 0 0 0,1 0 0 0 0,10 1 0 0 0,-17-2-62 0 0,-1 0 0 0 0,1 0 0 0 0,0-1 0 0 0,-1 1 0 0 0,1 0 0 0 0,-1 0 0 0 0,1 0 0 0 0,-1 0 0 0 0,1 0 1 0 0,-1-1-1 0 0,1 1 0 0 0,-1 0 0 0 0,1 0 0 0 0,-1-1 0 0 0,1 1 0 0 0,-1 0 0 0 0,1-1 0 0 0,-1 1 0 0 0,1-1 0 0 0,-1 1 0 0 0,0 0 0 0 0,1-1 0 0 0,-1 1 1 0 0,1-2-1 0 0,-1 1-137 0 0,1-1 0 0 0,-1 1 0 0 0,1-1 0 0 0,-1 1-1 0 0,0-1 1 0 0,1 1 0 0 0,-1-1 0 0 0,0 1 0 0 0,0-3 0 0 0,-1-1-757 0 0,1-1 0 0 0,-1 1 0 0 0,0-1 0 0 0,-3-7 0 0 0,-14-24-8716 0 0,12 23-708 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6:22.2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329 56 5745 0 0,'0'0'21263'0'0,"-10"-9"-20992"0"0,-30-27-53 0 0,38 34-198 0 0,1 1 0 0 0,-1 0 0 0 0,0 0 0 0 0,0 0 0 0 0,1 0 0 0 0,-5-2 0 0 0,-2 3 65 0 0,4 1-48 0 0,-5-1 29 0 0,3 0-50 0 0,0 0 0 0 0,1 0 0 0 0,-1 0 0 0 0,0 1 0 0 0,-11 3 0 0 0,0 1-324 0 0,-64 19 107 0 0,39-16-3251 0 0,2-5-5370 0 0,24-3-2731 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6:22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 13763 0 0,'0'0'13328'0'0,"3"-1"-13344"0"0,-3 1 16 0 0,1 0 0 0 0,0 0-1 0 0,-1 0 1 0 0,1-1 0 0 0,0 1-1 0 0,-1 0 1 0 0,1 0 0 0 0,0 0 0 0 0,-1 0-1 0 0,1 0 1 0 0,0 0 0 0 0,-1 0-1 0 0,1 1 1 0 0,0-1 0 0 0,-1 0 0 0 0,1 0-1 0 0,0 0 1 0 0,-1 1 0 0 0,1-1-1 0 0,-1 0 1 0 0,1 1 0 0 0,0-1 0 0 0,-1 0-1 0 0,1 1 1 0 0,-1-1 0 0 0,1 1-1 0 0,0 0 1 0 0,1 3 3 0 0,0-1 0 0 0,0 1 0 0 0,0-1 0 0 0,1 7 0 0 0,-3-9-3 0 0,11 27 17 0 0,40 99 32 0 0,-19-54 17 0 0,9 19-233 0 0,-39-88-5 0 0,-1-1-268 0 0,1 0-1 0 0,-1 0 0 0 0,1 0 0 0 0,-1 0 0 0 0,1 4 1 0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6:23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1 13691 0 0,'0'0'13085'0'0,"-6"2"-12971"0"0,-6 3-26 0 0,1 0 0 0 0,0 1 1 0 0,1 0-1 0 0,-14 10 0 0 0,22-14-75 0 0,-5 3 29 0 0,0 1 1 0 0,0 0-1 0 0,-5 7 0 0 0,10-11-29 0 0,0 1 1 0 0,1-1-1 0 0,-1 0 1 0 0,1 1-1 0 0,0-1 1 0 0,0 1-1 0 0,0-1 1 0 0,0 1-1 0 0,0 0 1 0 0,0-1-1 0 0,1 1 1 0 0,-1 0-1 0 0,1 5 1 0 0,0-6-2 0 0,0-1-1 0 0,0 1 1 0 0,0 0 0 0 0,0-1 0 0 0,0 1 0 0 0,1-1-1 0 0,-1 1 1 0 0,1-1 0 0 0,-1 1 0 0 0,1-1 0 0 0,0 1-1 0 0,-1-1 1 0 0,2 2 0 0 0,0-1 23 0 0,0 0 0 0 0,-1 0 0 0 0,1-1 0 0 0,0 1 0 0 0,0-1 0 0 0,0 1 0 0 0,0-1 0 0 0,4 2 0 0 0,2 0 23 0 0,0 0-1 0 0,-1 0 1 0 0,1-1-1 0 0,1 0 1 0 0,-1-1-1 0 0,9 2 1 0 0,52-1 147 0 0,-46-1-401 0 0,0-2 1 0 0,-1 0-1 0 0,1-2 0 0 0,31-7 0 0 0,-53 10 12 0 0,-1 0-1 0 0,0 0 0 0 0,1 0 1 0 0,-1-1-1 0 0,0 1 1 0 0,1 0-1 0 0,-1 0 1 0 0,0 0-1 0 0,0-1 0 0 0,1 1 1 0 0,-1 0-1 0 0,0 0 1 0 0,0 0-1 0 0,1-1 0 0 0,-1 1 1 0 0,0 0-1 0 0,0-1 1 0 0,0 1-1 0 0,1-1 0 0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6:23.4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12603 0 0,'0'0'12105'0'0,"31"0"-12065"0"0,100 4 25 0 0,-126-4-60 0 0,-1 0 0 0 0,0 1 0 0 0,0-1 0 0 0,0 1 1 0 0,1 0-1 0 0,-1 1 0 0 0,0-1 0 0 0,0 1 0 0 0,0-1 0 0 0,-1 1 0 0 0,1 0 0 0 0,0 1 0 0 0,3 2 0 0 0,23 19 50 0 0,0 1-1 0 0,-2 2 1 0 0,-1 0 0 0 0,26 35-1 0 0,-40-44-63 0 0,0 0 1 0 0,-2 1-1 0 0,0 0 0 0 0,-1 1 0 0 0,-1 0 0 0 0,0 1 0 0 0,-2 0 0 0 0,8 35 0 0 0,-13-37-28 0 0,0 0-1 0 0,-2 24 1 0 0,0-29 11 0 0,0-6 14 0 0,0-1 0 0 0,-1 1 0 0 0,0-1 0 0 0,-1 1 0 0 0,0-1 0 0 0,0 0 0 0 0,0 1 0 0 0,-1-1 1 0 0,0 0-1 0 0,-1-1 0 0 0,1 1 0 0 0,-1 0 0 0 0,-1-1 0 0 0,-7 9 0 0 0,5-7-274 0 0,-1 0 0 0 0,0-1 0 0 0,0 0 0 0 0,-1-1 0 0 0,1 0 0 0 0,-1 0 0 0 0,-1-1-1 0 0,1 0 1 0 0,-19 7 0 0 0,-12 0-2922 0 0,13-6-2474 0 0,1-2-5263 0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6:24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70 752 0 0,'0'0'23493'0'0,"-3"-10"-22814"0"0,-8-34-111 0 0,6 31 273 0 0,2 10-63 0 0,2 4-712 0 0,1-1 0 0 0,-1 1 0 0 0,1-1 0 0 0,-1 1 0 0 0,1 0 0 0 0,0-1 0 0 0,-1 1-1 0 0,1 0 1 0 0,0-1 0 0 0,0 1 0 0 0,-1 0 0 0 0,1 1 0 0 0,-2 3-297 0 0,-1 1 233 0 0,0 1 1 0 0,0 0 0 0 0,1 0 0 0 0,-1 0 0 0 0,1 0 0 0 0,1 0 0 0 0,-2 11 0 0 0,1-5 8 0 0,-6 35 26 0 0,1 1 0 0 0,1 56 0 0 0,6-88 4 0 0,0 0-1 0 0,1 1 1 0 0,1-1-1 0 0,0 0 1 0 0,2 0-1 0 0,5 18 1 0 0,-3-20 19 0 0,0-1 0 0 0,1 0 0 0 0,0 0 0 0 0,2-1 1 0 0,-1 0-1 0 0,2-1 0 0 0,15 17 0 0 0,1-2 95 0 0,58 44 0 0 0,-61-54-139 0 0,1-2 1 0 0,31 16-1 0 0,54 20-1061 0 0,-73-36 26 0 0,9 2-1802 0 0,-3-2-6525 0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6:25.1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8 5665 0 0,'0'0'17032'0'0,"-3"-2"-16273"0"0,-11-2-85 0 0,10 3 456 0 0,4 8 174 0 0,1-2-1286 0 0,-1-1 0 0 0,1 0 0 0 0,-1 1 1 0 0,1-1-1 0 0,1 0 0 0 0,-1 1 0 0 0,2 3 0 0 0,17 30 158 0 0,-6-11-50 0 0,7 7-19 0 0,-13-19-70 0 0,10 14 0 0 0,-10-17 11 0 0,13 26-1 0 0,-21-37-35 0 0,0-1 0 0 0,1 1 0 0 0,-1 0 0 0 0,1-1 0 0 0,-1 1 0 0 0,1 0 0 0 0,-1-1 0 0 0,1 1 0 0 0,-1 0 0 0 0,1-1 0 0 0,-1 1 0 0 0,1-1 0 0 0,0 1 0 0 0,-1-1 0 0 0,1 0 0 0 0,0 1 0 0 0,1 0 398 0 0,-2-9 344 0 0,-2-26-547 0 0,-7-52 0 0 0,7 66-135 0 0,1-29 1 0 0,1 38-9 0 0,0 11-57 0 0,0 0 0 0 0,0-1 0 0 0,0 1 0 0 0,0-1 0 0 0,0 1 0 0 0,1-1 0 0 0,-1 1 0 0 0,0 0 0 0 0,0-1 0 0 0,1 1 0 0 0,-1-1 0 0 0,0 1 0 0 0,0 0 0 0 0,1-1 0 0 0,-1 1 0 0 0,1 0 0 0 0,-1 0 0 0 0,0-1 0 0 0,1 1 0 0 0,-1 0 0 0 0,0 0 0 0 0,1-1 0 0 0,-1 1 0 0 0,1 0 0 0 0,-1 0 0 0 0,1 0 0 0 0,-1 0 0 0 0,1 0 0 0 0,-1 0 0 0 0,0 0 0 0 0,1 0 0 0 0,-1 0 0 0 0,2 0 0 0 0,18 1 52 0 0,-16-1-78 0 0,1 1 6 0 0,0 0 0 0 0,0 0 0 0 0,0 1 1 0 0,0-1-1 0 0,0 1 0 0 0,0 0 0 0 0,-1 1 1 0 0,7 3-1 0 0,37 30-6 0 0,-25-19 11 0 0,81 52-493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6:25.9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325 51 9394 0 0,'0'0'19592'0'0,"1"-9"-19410"0"0,1-24-48 0 0,-1 24 18 0 0,-1 15-544 0 0,-1 0 361 0 0,0 1-1 0 0,-1-1 1 0 0,0 0-1 0 0,0 0 1 0 0,-5 11-1 0 0,2-4 37 0 0,-7 17-2 0 0,-125 347 53 0 0,98-233-63 0 0,3-9 7 0 0,-14 12-38 0 0,46-137 20 0 0,-13 20 1 0 0,3-6-2844 0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6:26.6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121 199 14283 0 0,'0'0'11540'0'0,"-3"5"-11349"0"0,0 3-94 0 0,-1-1 1 0 0,1 1 0 0 0,0 0-1 0 0,1-1 1 0 0,0 1-1 0 0,0 0 1 0 0,1 1 0 0 0,-1 7-1 0 0,2 20 85 0 0,-1-11-34 0 0,3 27 1 0 0,-2-49-131 0 0,1 1 1 0 0,0-1-1 0 0,0 0 0 0 0,0 0 1 0 0,0 0-1 0 0,1 0 0 0 0,-1 0 0 0 0,1 0 1 0 0,3 4-1 0 0,-5-7-5 0 0,0 0-1 0 0,0 0 1 0 0,0 0 0 0 0,0 0-1 0 0,0 0 1 0 0,0 0 0 0 0,0 0 0 0 0,0 0-1 0 0,0 0 1 0 0,0 0 0 0 0,0 1-1 0 0,0-1 1 0 0,0 0 0 0 0,1 0-1 0 0,-1 0 1 0 0,0 0 0 0 0,0 0 0 0 0,0 0-1 0 0,0 0 1 0 0,0 0 0 0 0,0 0-1 0 0,0 0 1 0 0,0 0 0 0 0,0 0 0 0 0,0 0-1 0 0,0 0 1 0 0,0 0 0 0 0,0 0-1 0 0,0-1 1 0 0,0 1 0 0 0,0 0-1 0 0,0 0 1 0 0,1 0 0 0 0,-1 0 0 0 0,0 0-1 0 0,0 0 1 0 0,0 0 0 0 0,0 0-1 0 0,0 0 1 0 0,0 0 0 0 0,0 0-1 0 0,0 0 1 0 0,0 0 0 0 0,0 0 0 0 0,0 0-1 0 0,0 0 1 0 0,0 0 0 0 0,0 0-1 0 0,0 0 1 0 0,0 0 0 0 0,0 0 0 0 0,0 0-1 0 0,0-1 1 0 0,0 1 0 0 0,0 0-1 0 0,0 0 1 0 0,1-6 203 0 0,0-6-213 0 0,-1 12 23 0 0,-1-9-25 0 0,-1 0 0 0 0,1 0 0 0 0,-1 0 0 0 0,-1 1 0 0 0,-6-16-1 0 0,6 15 5 0 0,-29-71 37 0 0,-11-30 227 0 0,37 93-170 0 0,3 9 13 0 0,1 1 0 0 0,-1-1 1 0 0,2 0-1 0 0,-1 0 1 0 0,-1-16-1 0 0,3 23-33 0 0,14 7-414 0 0,-1 5 260 0 0,-2 1 0 0 0,16 18 0 0 0,1 3 53 0 0,19 14-32 0 0,75 59 0 0 0,-97-87 44 0 0,1-1 0 0 0,0-2 0 0 0,2 0 0 0 0,0-2 0 0 0,39 14 0 0 0,-56-24 57 0 0,0-1-1 0 0,0 0 0 0 0,0-1 1 0 0,1 0-1 0 0,-1 0 0 0 0,1-2 1 0 0,14 0-1 0 0,-25 0-30 0 0,-1 0-1 0 0,1 0 1 0 0,0-1 0 0 0,-1 1 0 0 0,1-1-1 0 0,0 1 1 0 0,-1 0 0 0 0,1-1 0 0 0,-1 1-1 0 0,1-1 1 0 0,-1 1 0 0 0,1-1-1 0 0,-1 0 1 0 0,1 1 0 0 0,-1-1 0 0 0,0 1-1 0 0,1-1 1 0 0,-1 0 0 0 0,0 1 0 0 0,1-1-1 0 0,-1-1 1 0 0,4-16 165 0 0,-2 0-158 0 0,-2 0 1 0 0,0 0 0 0 0,-1 1-1 0 0,0-1 1 0 0,-2 0-1 0 0,-6-25 1 0 0,-40-102-320 0 0,48 141 277 0 0,-7-16-612 0 0,-12-22-1 0 0,15 34-1148 0 0,0-1 0 0 0,-9-10-1 0 0,8 10-4912 0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6:38.5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8180 11 0 0 0,'0'0'9227'0'0,"4"-2"-8288"0"0,15-7 7443 0 0,-19 23-9637 0 0,2-8 1237 0 0,-1 0 0 0 0,0 0-1 0 0,-1 0 1 0 0,1 0 0 0 0,-1 0-1 0 0,-1 7 1 0 0,0 5-22 0 0,1-15 33 0 0,-1 0 0 0 0,1-1 0 0 0,-1 1 1 0 0,0 0-1 0 0,0 0 0 0 0,-3 4 0 0 0,0 4 14 0 0,1-5 24 0 0,0 0 0 0 0,-1 0 1 0 0,1 0-1 0 0,-1-1 1 0 0,-7 8-1 0 0,-7 10 153 0 0,13-15-76 0 0,-1-1 0 0 0,0 0 0 0 0,-1 0 0 0 0,0 0 0 0 0,0-1 1 0 0,0 0-1 0 0,0-1 0 0 0,-1 1 0 0 0,0-1 0 0 0,-14 6 0 0 0,12-8 49 0 0,-1 1 0 0 0,0-2 1 0 0,-13 3-1 0 0,14-4-51 0 0,-84 11 796 0 0,6-1-441 0 0,23-3-158 0 0,52-6-190 0 0,-1-1 1 0 0,-24-1 0 0 0,17 0-32 0 0,-41 0 108 0 0,-147-4 281 0 0,162 1-387 0 0,-43-3-8 0 0,-86-4 64 0 0,149 7-103 0 0,-175-10 326 0 0,-11 6-181 0 0,-5 0-76 0 0,-144 4 216 0 0,140-3 167 0 0,191 6-454 0 0,-167 6 71 0 0,-23 4 94 0 0,210-10-189 0 0,-95 9 115 0 0,41-2-64 0 0,-98 10 82 0 0,48-5-29 0 0,73-8-96 0 0,0 2 0 0 0,1 1 0 0 0,-75 24 0 0 0,97-22-29 0 0,-1 1 0 0 0,2 0 0 0 0,-1 1 0 0 0,-30 26 1 0 0,43-32 14 0 0,1 0 0 0 0,0 1-1 0 0,1-1 1 0 0,-1 1 0 0 0,1 0 0 0 0,-7 13 0 0 0,10-17 35 0 0,1 0-1 0 0,-1-1 0 0 0,0 1 1 0 0,0 0-1 0 0,1 0 0 0 0,0 0 0 0 0,-1 0 1 0 0,1 0-1 0 0,0 0 0 0 0,0 1 1 0 0,0 1-1 0 0,0-2 51 0 0,2-1 33 0 0,-1 0 0 0 0,1 0 1 0 0,-1 0-1 0 0,1-1 1 0 0,0 1-1 0 0,-1-1 0 0 0,1 1 1 0 0,0-1-1 0 0,0 1 0 0 0,-1-1 1 0 0,3 0-1 0 0,-3 0 33 0 0,1-12 348 0 0,-2 10-493 0 0,0-1-28 0 0,0 0-1 0 0,0 0 1 0 0,0 0 0 0 0,0 0-1 0 0,-1 0 1 0 0,1 0 0 0 0,-1 0-1 0 0,0 0 1 0 0,0 0 0 0 0,0 0-1 0 0,0 0 1 0 0,-2-3 0 0 0,-2-1-53 0 0,3 2 20 0 0,-1 1 1 0 0,0 0-1 0 0,0 0 1 0 0,-7-7-1 0 0,-1 3-16 0 0,0-1 1 0 0,-1 1-1 0 0,1 1 0 0 0,-1 0 0 0 0,-14-6 0 0 0,2 4 11 0 0,-45-12 0 0 0,63 20 46 0 0,-17-5-47 0 0,0 1 0 0 0,-38-4-1 0 0,-40-1-12 0 0,23 1 40 0 0,-295-12 10 0 0,313 19 17 0 0,-205-3 16 0 0,-324 1 187 0 0,350-3-126 0 0,99 2-70 0 0,96 5 20 0 0,-121 5-152 0 0,77 7 112 0 0,-12-1 39 0 0,52-7-31 0 0,-172 3 573 0 0,126 0-513 0 0,77-5-50 0 0,-65 6 46 0 0,20-1-34 0 0,-70 8 26 0 0,53-5-12 0 0,-114 4 279 0 0,184-13-273 0 0,-191 6 311 0 0,51-6-172 0 0,77-2-128 0 0,-22 8 22 0 0,-81-5 205 0 0,161-2-204 0 0,-1-2 1 0 0,1 1-1 0 0,0-2 0 0 0,0 1 1 0 0,0-2-1 0 0,0 0 0 0 0,0-1 1 0 0,-21-10-1 0 0,3 2 35 0 0,17 5-57 0 0,-25-9 0 0 0,27 12-2 0 0,1 0 1 0 0,-1-1 0 0 0,-16-10-1 0 0,25 13 6 0 0,0-1-1 0 0,0 1 0 0 0,0-1 0 0 0,1 1 1 0 0,0-1-1 0 0,-5-6 0 0 0,7 8-47 0 0,-1 0 0 0 0,1 0 0 0 0,0-1 0 0 0,0 1 0 0 0,0 0-1 0 0,0 0 1 0 0,0-1 0 0 0,1 1 0 0 0,-1 0 0 0 0,1-1 0 0 0,-1 1-1 0 0,1-1 1 0 0,0 1 0 0 0,0-1 0 0 0,0-2 0 0 0,1-11-461 0 0,-1 14 121 0 0,0 0-1 0 0,0 0 1 0 0,0 0-1 0 0,0 1 1 0 0,0-1-1 0 0,0 0 1 0 0,1 0-1 0 0,-1 0 1 0 0,1 1-1 0 0,-1-1 1 0 0,1 0-1 0 0,0 1 1 0 0,-1-1-1 0 0,2-2 1 0 0,0 1-1878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6:42.4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 1 8914 0 0,'0'0'10681'0'0,"3"13"-10518"0"0,6 46 17 0 0,-7-50-107 0 0,0 0 0 0 0,0-1 0 0 0,1 1 0 0 0,0-1 0 0 0,1 1 0 0 0,0-1 0 0 0,9 15 0 0 0,0-2 39 0 0,9 19 147 0 0,36 47 1 0 0,-48-74-214 0 0,-1 1 0 0 0,8 14 0 0 0,-14-24-60 0 0,-2 0-1 0 0,1 0 1 0 0,0 0 0 0 0,-1 0-1 0 0,0 1 1 0 0,1-1 0 0 0,-2 0-1 0 0,1 1 1 0 0,0-1 0 0 0,-1 0-1 0 0,0 1 1 0 0,-1 7 0 0 0,1-11 21 0 0,-1-1 1 0 0,1 1 0 0 0,0 0-1 0 0,-1 0 1 0 0,1 0 0 0 0,-1-1 0 0 0,0 1-1 0 0,1 0 1 0 0,-1 0 0 0 0,0-1 0 0 0,1 1-1 0 0,-1-1 1 0 0,0 1 0 0 0,0-1-1 0 0,1 1 1 0 0,-1-1 0 0 0,0 1 0 0 0,0-1-1 0 0,0 0 1 0 0,0 1 0 0 0,0-1-1 0 0,1 0 1 0 0,-3 1 0 0 0,-23 2 335 0 0,17-2-247 0 0,0-1 1 0 0,0 0-1 0 0,0-1 1 0 0,0 1 0 0 0,1-2-1 0 0,-1 1 1 0 0,0-1 0 0 0,-9-4-1 0 0,11 4-36 0 0,-10-5 134 0 0,-21-11 0 0 0,34 16-110 0 0,-1-1 0 0 0,0-1 0 0 0,1 1 0 0 0,0 0-1 0 0,-1-1 1 0 0,1 0 0 0 0,1 0 0 0 0,-7-8 0 0 0,9 11-79 0 0,0 0 0 0 0,1-1 0 0 0,-1 1 0 0 0,0 0 0 0 0,1-1 0 0 0,-1 1 0 0 0,1-1-1 0 0,-1 1 1 0 0,1-1 0 0 0,0 1 0 0 0,-1-1 0 0 0,1 1 0 0 0,0-1 0 0 0,0 1 0 0 0,0-1 0 0 0,0 1 0 0 0,0-1 0 0 0,1 1 0 0 0,-1-1 0 0 0,0 1 0 0 0,1-1 0 0 0,-1 1-1 0 0,1 0 1 0 0,-1-1 0 0 0,1 1 0 0 0,0 0 0 0 0,0-1 0 0 0,0 1 0 0 0,-1 0 0 0 0,1 0 0 0 0,0-1 0 0 0,0 1 0 0 0,2-1 0 0 0,4-4-236 0 0,-1 1 0 0 0,2 0 0 0 0,-1 1 0 0 0,13-8 0 0 0,-9 7-38 0 0,32-17-1217 0 0,-15 9-1461 0 0,-1-1-5655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6:42.6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6 18692 0 0,'0'0'8781'0'0,"0"-2"-9627"0"0,0-1 52 0 0,-1 11-463 0 0,-4 21-4124 0 0,-1-16-1281 0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6:43.3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80 5305 0 0,'0'0'18680'0'0,"2"-12"-18346"0"0,10-35-93 0 0,-6 36-121 0 0,-2 8-22 0 0,0 2-37 0 0,-2 0-51 0 0,1 0 0 0 0,0 0 1 0 0,0 0-1 0 0,0 1 0 0 0,0-1 1 0 0,0 1-1 0 0,0-1 0 0 0,0 1 0 0 0,0 0 1 0 0,0 0-1 0 0,4 1 0 0 0,2-1-27 0 0,-3 0 3 0 0,1 0 3 0 0,1 0 0 0 0,-1 0 0 0 0,0 0 0 0 0,0 1 1 0 0,0 1-1 0 0,1-1 0 0 0,7 3 0 0 0,-3 1-1 0 0,12 6-43 0 0,-23-10 47 0 0,0-1 1 0 0,0 1-1 0 0,1 0 1 0 0,-1 0-1 0 0,0-1 1 0 0,0 1-1 0 0,-1 0 1 0 0,1 0-1 0 0,0 0 1 0 0,0 0-1 0 0,0 1 1 0 0,-1-1-1 0 0,1 0 1 0 0,0 0-1 0 0,-1 0 1 0 0,1 2-1 0 0,3 7-84 0 0,-3-10 83 0 0,0 1 1 0 0,-1 0-1 0 0,1 0 0 0 0,-1 0 0 0 0,0 0 0 0 0,1 0 0 0 0,-1 0 0 0 0,0 0 0 0 0,0 0 0 0 0,1 0 0 0 0,-1 0 0 0 0,0 1 0 0 0,0 3 4 0 0,0-1-1 0 0,0 1 1 0 0,-1-1 0 0 0,1 1-1 0 0,-1-1 1 0 0,0 1-1 0 0,-1-1 1 0 0,1 1-1 0 0,-1-1 1 0 0,1 0 0 0 0,-1 0-1 0 0,-1 0 1 0 0,1 0-1 0 0,-4 5 1 0 0,-12 13 156 0 0,-35 35 0 0 0,51-55-142 0 0,2-2 5 0 0,-1 0 1 0 0,1 1-1 0 0,0-1 1 0 0,-1 1 0 0 0,1-1-1 0 0,-1 1 1 0 0,1-1-1 0 0,0 1 1 0 0,-1-1 0 0 0,1 1-1 0 0,0-1 1 0 0,-1 1-1 0 0,1-1 1 0 0,0 1 0 0 0,0-1-1 0 0,0 1 1 0 0,0 0-1 0 0,-1-1 1 0 0,1 1 0 0 0,0 0-1 0 0,0 0 1 0 0,1 0 23 0 0,-1-1 1 0 0,0 1-1 0 0,1-1 1 0 0,-1 1 0 0 0,1-1-1 0 0,-1 1 1 0 0,1-1-1 0 0,-1 1 1 0 0,1-1-1 0 0,-1 0 1 0 0,1 1-1 0 0,-1-1 1 0 0,1 0 0 0 0,-1 1-1 0 0,1-1 1 0 0,0 0-1 0 0,-1 0 1 0 0,1 1-1 0 0,0-1 1 0 0,0 0 0 0 0,25 7 148 0 0,1-1 0 0 0,0-1 0 0 0,1-1 0 0 0,-1-1 0 0 0,50-2 0 0 0,-73-1-356 0 0,-1-1-1 0 0,1 0 0 0 0,-1 1 1 0 0,1-1-1 0 0,-1 0 0 0 0,1-1 1 0 0,-1 1-1 0 0,4-3 0 0 0,-5 4-167 0 0,-1-1 0 0 0,0 0 0 0 0,1 0 0 0 0,-1 0-1 0 0,0 0 1 0 0,0 0 0 0 0,0 0 0 0 0,0 0-1 0 0,0-1 1 0 0,0 1 0 0 0,0 0 0 0 0,0 0 0 0 0,0-1-1 0 0,0 1 1 0 0,-1-1 0 0 0,1 1 0 0 0,-1-1 0 0 0,1 1-1 0 0,-1-1 1 0 0,1-1 0 0 0,-1-14-9320 0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6:43.6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4081 0 0,'0'0'18349'0'0,"0"2"-18145"0"0,0 11 152 0 0,0-2-54 0 0,0 0 0 0 0,0 0-1 0 0,3 12 1 0 0,-2-19-254 0 0,0 0 0 0 0,0-1-1 0 0,1 1 1 0 0,-1 0-1 0 0,1-1 1 0 0,0 0 0 0 0,0 1-1 0 0,0-1 1 0 0,0 0 0 0 0,0 0-1 0 0,1 0 1 0 0,-1 0-1 0 0,4 2 1 0 0,54 44-241 0 0,-53-44-378 0 0,0-1 0 0 0,0 0 0 0 0,0 0-1 0 0,0-1 1 0 0,1 0 0 0 0,-1 0 0 0 0,13 2 0 0 0,-16-4-765 0 0,1 0 1 0 0,-1-1 0 0 0,9 0-1 0 0,-12 0 207 0 0,1-1 0 0 0,-1 1 0 0 0,1 0-1 0 0,-1 0 1 0 0,1-1 0 0 0,-1 1 0 0 0,4-2 0 0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6:43.8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2737 0 0,'0'0'17935'0'0,"9"11"-17632"0"0,62 70 229 0 0,-12-22-367 0 0,-27-28-4928 0 0,-30-28 3893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6:44.0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494 47 12739 0 0,'0'0'11570'0'0,"-33"-8"-11119"0"0,-101-22-175 0 0,85 21-139 0 0,31 10-55 0 0,6 0-49 0 0,-12 1-155 0 0,1 2 0 0 0,0 0 0 0 0,-27 9 1 0 0,14-3-1160 0 0,12-4-268 0 0,-19 5-6270 0 0,19-6-3652 0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6:45.5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26 0 0 0,'0'0'11092'0'0,"14"-3"-9072"0"0,44-12-74 0 0,-44 7 8418 0 0,-16 8-9552 0 0,1 8-1231 0 0,-10 10 288 0 0,-1 6 103 0 0,-1 9 14 0 0,-8 29 27 0 0,15-44-3 0 0,3-8-2 0 0,0 0 0 0 0,-3 19-1 0 0,2 9 76 0 0,1 40-1 0 0,3-65-36 0 0,1 1 0 0 0,1-1 0 0 0,0 0-1 0 0,0 1 1 0 0,2-1 0 0 0,6 19 0 0 0,12 14 135 0 0,2-1 0 0 0,38 56 1 0 0,-51-86-249 0 0,1 0 0 0 0,0-2 0 0 0,1 1 0 0 0,0-1 0 0 0,1-1 0 0 0,26 17 1 0 0,-29-23-1379 0 0,-3-4-2002 0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6:46.4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6 485 0 0 0,'0'0'11172'0'0,"11"10"-10432"0"0,37 28-19 0 0,-30-27 315 0 0,-12-11-165 0 0,-3-1-624 0 0,0 1-2 0 0,0 0 1 0 0,1 0-1 0 0,-1 0 0 0 0,0-1 1 0 0,0 1-1 0 0,0-1 0 0 0,0 0 1 0 0,0 0-1 0 0,0 0 0 0 0,0 0 1 0 0,-1 0-1 0 0,1 0 0 0 0,0-1 1 0 0,-1 0-1 0 0,1 1 0 0 0,-1-1 1 0 0,1 0-1 0 0,-1 0 0 0 0,0 0 1 0 0,0-1-1 0 0,0 1 0 0 0,4-5 1 0 0,-2 1-73 0 0,0 0 1 0 0,-1-1 0 0 0,1 1-1 0 0,-1-1 1 0 0,0 1 0 0 0,0-1-1 0 0,-1 0 1 0 0,0 0 0 0 0,-1 0-1 0 0,1 0 1 0 0,-1 0 0 0 0,0-15 0 0 0,-1 15-106 0 0,0-7 30 0 0,0 0-1 0 0,-1 0 1 0 0,0 0 0 0 0,-6-24 0 0 0,1 18-14 0 0,0 1 1 0 0,-1 0-1 0 0,-12-22 0 0 0,-67-113 1894 0 0,83 148-1907 0 0,-2-3 117 0 0,0 0 0 0 0,-5-12 0 0 0,10 21-195 0 0,0-1 1 0 0,0 0 0 0 0,-1 0-1 0 0,1 1 1 0 0,-1-1-1 0 0,1 0 1 0 0,-1 1-1 0 0,1-1 1 0 0,-1 0-1 0 0,1 1 1 0 0,-2-2-1 0 0,-8 26-994 0 0,3 3 980 0 0,5-22 16 0 0,0 0 0 0 0,1 0 0 0 0,-2 8 0 0 0,1 14 36 0 0,1 0 1 0 0,4 48-1 0 0,1-55 2 0 0,1-1 0 0 0,0 1 0 0 0,1-1 0 0 0,13 26 0 0 0,-16-39-23 0 0,10 24 123 0 0,1 0 0 0 0,26 39 0 0 0,-33-59-57 0 0,0 0 1 0 0,2 0 0 0 0,-1-1-1 0 0,1 0 1 0 0,0-1 0 0 0,1 1-1 0 0,0-2 1 0 0,0 0-1 0 0,0 0 1 0 0,20 9 0 0 0,-22-12-170 0 0,1 1 1 0 0,1-1-1 0 0,-1-1 1 0 0,0 0-1 0 0,1 0 1 0 0,0-1-1 0 0,0 0 1 0 0,16 1 0 0 0,-23-3-405 0 0,-1 0 1 0 0,1 0 0 0 0,-1 0 0 0 0,0-1 0 0 0,1 1-1 0 0,4-2 1 0 0,5-5-8684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6:46.8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297 52 12131 0 0,'0'0'13429'0'0,"-29"-9"-13374"0"0,-91-24-6 0 0,84 23-25 0 0,26 10-8 0 0,2 1-9 0 0,0-1-243 0 0,0 1 1 0 0,-1 0-1 0 0,1 0 0 0 0,0 1 1 0 0,-8 2-1 0 0,-3 3-3481 0 0,1 2-4195 0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6:47.2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53 11402 0 0,'0'0'15118'0'0,"-5"-10"-15362"0"0,-16-30 64 0 0,19 38 80 0 0,1 3 26 0 0,1 7-11 0 0,4 12 46 0 0,33 137 136 0 0,-16-85 64 0 0,33 73 0 0 0,-52-142-156 0 0,0 2-145 0 0,0 1 0 0 0,0 0 1 0 0,-1 0-1 0 0,0 0 1 0 0,2 11-1 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6:47.5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202 0 12747 0 0,'0'0'12821'0'0,"-15"6"-12493"0"0,-86 36 267 0 0,94-39-564 0 0,0 0 0 0 0,0 0 1 0 0,0 1-1 0 0,1 0 0 0 0,0 0 0 0 0,0 1 1 0 0,0 0-1 0 0,0 0 0 0 0,1 0 0 0 0,0 1 1 0 0,-9 11-1 0 0,14-16-13 0 0,-1 0-1 0 0,1 0 1 0 0,-1 0 0 0 0,1 0 0 0 0,0 0 0 0 0,-1 0 0 0 0,1 1 0 0 0,0-1-1 0 0,0 0 1 0 0,0 0 0 0 0,0 0 0 0 0,0 0 0 0 0,0 1 0 0 0,0-1 0 0 0,0 0-1 0 0,0 0 1 0 0,1 0 0 0 0,-1 0 0 0 0,0 0 0 0 0,1 0 0 0 0,-1 0 0 0 0,1 0-1 0 0,-1 0 1 0 0,1 0 0 0 0,-1 0 0 0 0,1 0 0 0 0,0 0 0 0 0,0 0 0 0 0,-1 0-1 0 0,1 0 1 0 0,0-1 0 0 0,0 1 0 0 0,0 0 0 0 0,0 0 0 0 0,0-1 0 0 0,0 1-1 0 0,0-1 1 0 0,0 1 0 0 0,0-1 0 0 0,2 1 0 0 0,11 3 69 0 0,0 0 0 0 0,1-1 0 0 0,-1-1 0 0 0,1 0 0 0 0,16-1 1 0 0,-13 0-59 0 0,106 3 914 0 0,-71-4-5630 0 0,-15 0-5305 0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6:48.0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6409 0 0,'0'0'14437'0'0,"30"8"-14467"0"0,-30-8 30 0 0,124 36 48 0 0,-119-34-41 0 0,0-1 0 0 0,-1 1-1 0 0,1 0 1 0 0,0 1-1 0 0,-1-1 1 0 0,1 1-1 0 0,-1 0 1 0 0,0 0-1 0 0,0 0 1 0 0,5 5-1 0 0,24 27 245 0 0,-1 2 0 0 0,33 50 0 0 0,-47-58-94 0 0,0 1-1 0 0,-3 0 1 0 0,0 1 0 0 0,10 34 0 0 0,-21-54-136 0 0,-1 0-1 0 0,-1 1 1 0 0,0-1 0 0 0,0 1 0 0 0,-1 0 0 0 0,-1-1-1 0 0,0 1 1 0 0,0 0 0 0 0,-4 20 0 0 0,2-23-10 0 0,0 0 1 0 0,-1 0 0 0 0,0 0-1 0 0,-1 0 1 0 0,1-1-1 0 0,-2 0 1 0 0,1 1 0 0 0,-1-1-1 0 0,0-1 1 0 0,-1 1-1 0 0,0-1 1 0 0,-11 11 0 0 0,0-3-812 0 0,-31 20 0 0 0,34-26-2981 0 0,-17 8 0 0 0,17-10-6544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7:00.8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32 139 3793 0 0,'0'0'17837'0'0,"0"-2"-17094"0"0,0-10 3023 0 0,-5 15-380 0 0,5 1-3382 0 0,0 0 0 0 0,1 0 0 0 0,0 0 0 0 0,0 0 1 0 0,2 5-1 0 0,2 7-10 0 0,14 53 38 0 0,8 28-30 0 0,-21-69 3 0 0,-2-14-1 0 0,2 26-1 0 0,-2-24 15 0 0,-3-13-14 0 0,0 0 0 0 0,0 1 0 0 0,0-1 0 0 0,0 6 526 0 0,-1-18-8 0 0,0-2-514 0 0,-1-1 1 0 0,0 1 0 0 0,-1 0-1 0 0,0 0 1 0 0,0 0-1 0 0,-1 0 1 0 0,-1 0 0 0 0,-6-13-1 0 0,-31-67 22 0 0,35 79-30 0 0,-1-1 10 0 0,1-1-1 0 0,0 1 0 0 0,1-1 0 0 0,1 0 0 0 0,-4-19 1 0 0,7 17 6 0 0,1 16 24 0 0,3 0-250 0 0,0 4 165 0 0,1-1-1 0 0,-1 0 0 0 0,6 8 1 0 0,7 7 22 0 0,28 20 35 0 0,1-1 1 0 0,2-3-1 0 0,2-2 1 0 0,95 48 0 0 0,-110-64 14 0 0,1-2 1 0 0,38 10-1 0 0,-70-24 3 0 0,1 1 0 0 0,-1-1 1 0 0,1 1-1 0 0,6-1 0 0 0,-8 0 7 0 0,-2-17 107 0 0,-2 12-146 0 0,1 0-1 0 0,0 0 0 0 0,-1 1 1 0 0,0-1-1 0 0,0 0 0 0 0,-1 1 1 0 0,-4-8-1 0 0,-25-30-37 0 0,27 35 33 0 0,-42-48-21 0 0,-39-54 38 0 0,81 103-8 0 0,-4-7 4 0 0,1 0 0 0 0,0 0 0 0 0,-10-26 0 0 0,16 32-12 0 0,-1 2-47 0 0,2 0 1 0 0,-1-1-1 0 0,0 1 1 0 0,1-1-1 0 0,0 0 1 0 0,0 1-1 0 0,0-7 1 0 0,1 11-72 0 0,0 0 0 0 0,0 0 1 0 0,0 0-1 0 0,0 0 1 0 0,0 0-1 0 0,1 0 0 0 0,-1 0 1 0 0,0 0-1 0 0,0 0 1 0 0,1 0-1 0 0,-1-1 0 0 0,1 2-40 0 0,-1-1 0 0 0,1 1-1 0 0,0 0 1 0 0,-1-1-1 0 0,1 1 1 0 0,-1 0-1 0 0,1 0 1 0 0,0-1-1 0 0,-1 1 1 0 0,1 0-1 0 0,0 0 1 0 0,-1 0-1 0 0,1 0 1 0 0,0 0-1 0 0,-1 0 1 0 0,1 0-1 0 0,1 0 1 0 0,0 0-250 0 0,0 0 0 0 0,-1 0 1 0 0,1 1-1 0 0,0-1 0 0 0,-1 0 1 0 0,1 1-1 0 0,0-1 0 0 0,-1 1 0 0 0,1 0 1 0 0,-1-1-1 0 0,4 3 0 0 0,8 7-5977 0 0,-11-8 4996 0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7:07.9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38 233 0 0 0,'-6'3'16054'0'0,"6"-3"-16259"0"0,0 2-805 0 0,0-2 1122 0 0,0 0 0 0 0,2 3 2015 0 0,-2-3-2015 0 0,0 0 0 0 0,0 0 0 0 0,0 0 0 0 0,1 0 0 0 0,-1 0 0 0 0,0 0 0 0 0,0 0 0 0 0,0 0 0 0 0,0 0 0 0 0,1 0-1 0 0,-1 0 1 0 0,0 0 0 0 0,0 0 0 0 0,9 1 702 0 0,0 0 0 0 0,15 3 0 0 0,4 1-215 0 0,73 0 2068 0 0,-95-5-2583 0 0,-1 0 36 0 0,0 1 0 0 0,0-1 0 0 0,-1-1 0 0 0,1 1 0 0 0,0-1 0 0 0,0 1 0 0 0,0-2 0 0 0,0 1 0 0 0,-1 0 0 0 0,1-1 0 0 0,0 0 1 0 0,-1 0-1 0 0,6-3 0 0 0,-7 2-35 0 0,1 0 1 0 0,-1 0 0 0 0,0 0-1 0 0,0 0 1 0 0,0 0 0 0 0,0-1 0 0 0,-1 1-1 0 0,1-1 1 0 0,-1 0 0 0 0,0 0-1 0 0,0 0 1 0 0,0 0 0 0 0,0 0 0 0 0,0-4-1 0 0,1-3-5 0 0,-1 1-1 0 0,0-1 1 0 0,-1 0-1 0 0,0-18 1 0 0,-1 26-84 0 0,-1 1 1 0 0,1-1-1 0 0,-1 1 1 0 0,0-1-1 0 0,0 1 0 0 0,0-1 1 0 0,0 1-1 0 0,0-1 1 0 0,0 1-1 0 0,-1 0 1 0 0,1 0-1 0 0,-1 0 1 0 0,-2-3-1 0 0,0 0-13 0 0,-1 1-1 0 0,1 0 0 0 0,-1 0 1 0 0,-8-6-1 0 0,-29-15-19 0 0,36 21 42 0 0,-1 1-1 0 0,1 0 1 0 0,-1 0 0 0 0,0 1-1 0 0,1 0 1 0 0,-1 0 0 0 0,-9-1-1 0 0,2 2-13 0 0,-1 0 0 0 0,-17 2-1 0 0,4 0 26 0 0,25-1-12 0 0,1 0 0 0 0,0 1-1 0 0,-1-1 1 0 0,1 1 0 0 0,0 0-1 0 0,-5 1 1 0 0,-7 3 8 0 0,12-3-8 0 0,0-1 0 0 0,-1 1 0 0 0,1 0 0 0 0,0 0 0 0 0,0 0 1 0 0,0 1-1 0 0,0-1 0 0 0,-2 5 0 0 0,-2 3 10 0 0,4-8-14 0 0,1-1 0 0 0,0 1 0 0 0,0 0 0 0 0,0 0 0 0 0,0 0 0 0 0,-1 3 1 0 0,-5 15 35 0 0,6-16-23 0 0,-1 1 1 0 0,1-1-1 0 0,-1 0 1 0 0,0 8 0 0 0,-3 33 92 0 0,4-16-54 0 0,2 25 101 0 0,-1-48-133 0 0,1 0-1 0 0,0 0 0 0 0,0 0 0 0 0,0-1 1 0 0,1 1-1 0 0,4 9 0 0 0,-4-10 3 0 0,0 0-1 0 0,0 0 1 0 0,1 9-1 0 0,-2-10-13 0 0,0 0 1 0 0,0 0-1 0 0,0 0 0 0 0,1 0 0 0 0,2 5 0 0 0,8 18 59 0 0,-4-12 14 0 0,-7-13-61 0 0,0 0 1 0 0,0 1 0 0 0,1-1-1 0 0,-1 0 1 0 0,1 0 0 0 0,2 4-1 0 0,-2-5 53 0 0,0 1 1 0 0,0 0-1 0 0,1-1 0 0 0,-1 0 1 0 0,0 1-1 0 0,1-1 0 0 0,-1 0 1 0 0,1 0-1 0 0,0 0 0 0 0,-1-1 1 0 0,1 1-1 0 0,2 0 0 0 0,37 1 305 0 0,-25-1-263 0 0,302 4 11 0 0,-317-5-271 0 0,0 0 0 0 0,0 0 0 0 0,0-1 0 0 0,0 1 0 0 0,-1-1-1 0 0,1 1 1 0 0,3-2 0 0 0,-5 2-61 0 0,0 0-1 0 0,1 0 1 0 0,-1-1-1 0 0,0 1 1 0 0,0 0-1 0 0,1 0 1 0 0,-1 0 0 0 0,0-1-1 0 0,1 1-206 0 0,-1 0 207 0 0,0-1-1 0 0,0 1 1 0 0,1 0-1 0 0,-1 0 1 0 0,0-1 0 0 0,0 1-1 0 0,0 0 1 0 0,0-1-1 0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7:11.1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266 47 0 0 0,'0'0'4822'0'0,"9"-4"-3267"0"0,28-16 14 0 0,-16-2 13209 0 0,-21 22-14668 0 0,2 7 925 0 0,-1 12-2029 0 0,-1-15 1456 0 0,0-4-461 0 0,0 2 27 0 0,0 0 0 0 0,0 0-1 0 0,0 0 1 0 0,0 0-1 0 0,0 0 1 0 0,0-1 0 0 0,-1 1-1 0 0,1 0 1 0 0,-1 0-1 0 0,1 0 1 0 0,-1 0-1 0 0,0 0 1 0 0,0-1 0 0 0,0 1-1 0 0,-1 2 1 0 0,1-2 10 0 0,0 0-1 0 0,0 0 1 0 0,0-1 0 0 0,0 1 0 0 0,1 0 0 0 0,-1 0 0 0 0,1 0-1 0 0,-1 2 1 0 0,-2 8 111 0 0,-25 68 379 0 0,21-54-321 0 0,-14 29 1 0 0,1-6 32 0 0,-5 12 7 0 0,-1-6-36 0 0,16-30-90 0 0,-2-1 0 0 0,0-1 1 0 0,-19 25-1 0 0,7-14 76 0 0,-16 20 19 0 0,4-3 239 0 0,32-45-620 0 0,0 1 0 0 0,0-1 1 0 0,0 1-1 0 0,-3 10 0 0 0,4 0-3654 0 0,3-6-3809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7:11.9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29 184 6825 0 0,'0'0'19503'0'0,"-1"-4"-19271"0"0,0-11-45 0 0,1 11 1 0 0,6 13-227 0 0,11 11 31 0 0,-1 0 0 0 0,-1 1 0 0 0,0 1-1 0 0,13 27 1 0 0,-26-44 3 0 0,1 0 0 0 0,-1 1 0 0 0,0-1-1 0 0,0 0 1 0 0,-1 1 0 0 0,1-1 0 0 0,-1 1 0 0 0,0 10-1 0 0,0-5 5 0 0,-2 12-9 0 0,1-22 13 0 0,0 0 0 0 0,0 0 0 0 0,0 0-1 0 0,-1 0 1 0 0,1-1 0 0 0,0 1 0 0 0,-1 0 0 0 0,1 0 0 0 0,0 0 0 0 0,-1-1 0 0 0,1 1-1 0 0,-1 0 1 0 0,1-1 0 0 0,-1 1 0 0 0,0 0 0 0 0,1-1 0 0 0,-1 1 0 0 0,0-1 0 0 0,1 1-1 0 0,-1-1 1 0 0,0 1 0 0 0,0 0 0 0 0,-2 0-1 0 0,2-1 69 0 0,-1 1 1 0 0,1-1-1 0 0,0 1 1 0 0,-1-1-1 0 0,1 1 1 0 0,-1-1-1 0 0,1 0 1 0 0,-4 1 0 0 0,5-2-46 0 0,-1 1 0 0 0,0 0 0 0 0,0 0 0 0 0,1-1 0 0 0,-1 1 0 0 0,0-1 0 0 0,0 1 0 0 0,1 0 0 0 0,-1-1 1 0 0,0 1-1 0 0,1-1 0 0 0,-1 0 0 0 0,1 1 0 0 0,-1-1 0 0 0,1 1 0 0 0,-1-1 0 0 0,1 0 0 0 0,-1 1 0 0 0,1-1 1 0 0,-1-1-1 0 0,-14-24 236 0 0,2 7-180 0 0,2-1 0 0 0,1 0 1 0 0,0 0-1 0 0,-12-39 0 0 0,18 41-22 0 0,0 0 1 0 0,1-1-1 0 0,-1-34 1 0 0,4 53-61 0 0,0-1 0 0 0,-1 1 1 0 0,1 0-1 0 0,0-1 0 0 0,0 1 1 0 0,0-1-1 0 0,0 1 1 0 0,1-1-1 0 0,-1 1 0 0 0,0-1 1 0 0,0 1-1 0 0,0-1 0 0 0,0 1 1 0 0,0-1-1 0 0,1 1 0 0 0,-1 0 1 0 0,0-1-1 0 0,0 1 1 0 0,1-1-1 0 0,-1 1 0 0 0,0 0 1 0 0,1-1-1 0 0,0 1-27 0 0,0-1-1 0 0,0 1 1 0 0,0 0 0 0 0,0 0-1 0 0,0 0 1 0 0,0 0 0 0 0,0 0-1 0 0,0 0 1 0 0,0 0 0 0 0,2 1-1 0 0,1 0-7 0 0,-1 0-1 0 0,0 1 0 0 0,1 0 1 0 0,-1-1-1 0 0,0 1 0 0 0,0 0 1 0 0,0 0-1 0 0,-1 1 0 0 0,5 3 1 0 0,7 6-9 0 0,30 21 30 0 0,-1 0 8 0 0,1-3 1 0 0,48 27 0 0 0,-54-38 33 0 0,1-2 0 0 0,0-2 1 0 0,49 13-1 0 0,-78-25 12 0 0,1-1 0 0 0,-1 0 1 0 0,1-1-1 0 0,-1 0 0 0 0,1-1 0 0 0,0 0 0 0 0,13-2 0 0 0,-23 2-30 0 0,1-1 0 0 0,-1 1 0 0 0,0 0 0 0 0,1-1 0 0 0,-1 1 0 0 0,0-1 0 0 0,0 0 0 0 0,1 0-1 0 0,-1 1 1 0 0,0-1 0 0 0,0 0 0 0 0,0 0 0 0 0,0 0 0 0 0,0 0 0 0 0,0 0 0 0 0,0 0 0 0 0,0 0-1 0 0,-1 0 1 0 0,1-1 0 0 0,0 1 0 0 0,-1 0 0 0 0,1 0 0 0 0,-1-1 0 0 0,1 1 0 0 0,-1-2 0 0 0,2-3 12 0 0,-1 0-1 0 0,-1-1 1 0 0,1 1 0 0 0,-2-9 0 0 0,1 7-34 0 0,0 0-5 0 0,-1-1-1 0 0,0 0 0 0 0,0 1 1 0 0,-1 0-1 0 0,0-1 0 0 0,-7-14 0 0 0,-26-47-41 0 0,11 24 45 0 0,15 28-305 0 0,0 1 0 0 0,-23-33 1 0 0,22 35-577 0 0,-3-5-405 0 0,12 19 593 0 0,0-1 1 0 0,0 1 0 0 0,0 0-1 0 0,0 0 1 0 0,0 0 0 0 0,0 1-1 0 0,-1-1 1 0 0,1 0 0 0 0,0 0 0 0 0,0 0-1 0 0,-1 1 1 0 0,-1-1 0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7:17.3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6130 2 0 0 0,'0'0'276'0'0,"23"0"4"0"0,73-1-49 0 0,-69 0 22 0 0,35 5 0 0 0,-45-1-113 0 0,28 9 1 0 0,-27-8 197 0 0,4 1 1291 0 0,-15-3-880 0 0,8-2 7004 0 0,-15 1-7714 0 0,0 0 1 0 0,-1 0-1 0 0,1 0 1 0 0,0-1-1 0 0,-1 1 1 0 0,1 0-1 0 0,-1 0 1 0 0,1 0 0 0 0,-1 0-1 0 0,1-1 1 0 0,-1 1-1 0 0,0 0 1 0 0,1-1-1 0 0,-1 1 1 0 0,0 0-1 0 0,0-1 1 0 0,1 1 0 0 0,-1-1-1 0 0,0 1 1 0 0,0-1-1 0 0,-1 1 1 0 0,-21 8 486 0 0,-3-4 333 0 0,0-1-1 0 0,-1-1 1 0 0,-37 0 0 0 0,-14 1-181 0 0,-205 4 299 0 0,255-8-922 0 0,-219-6 764 0 0,-141-15-16 0 0,162 20-310 0 0,118 1-381 0 0,-7 7-4 0 0,-1-1-4 0 0,-98-17 591 0 0,78 0 62 0 0,65 5-530 0 0,-8 4-48 0 0,29 0-94 0 0,-111-6 235 0 0,-133-3 38 0 0,287 11-357 0 0,-78 0 47 0 0,-119 14 0 0 0,143-5 46 0 0,-89-1 0 0 0,16-4-11 0 0,-66 1-57 0 0,90 9-3 0 0,-129-2 88 0 0,-76-1-71 0 0,224-7-38 0 0,1 1 39 0 0,-106 2 39 0 0,90-1-50 0 0,55-2-22 0 0,12-1-5 0 0,-88 3 18 0 0,24-1 11 0 0,-237 13 8 0 0,272-13-24 0 0,-37 3-4 0 0,-171 8 72 0 0,232-16-41 0 0,-146-3 222 0 0,113 0-229 0 0,10 1 144 0 0,19 2 16 0 0,4-2-129 0 0,-55 5 0 0 0,98-3-161 0 0,-1 0 0 0 0,1 0 0 0 0,-1 1 0 0 0,1-1 0 0 0,-1 1 0 0 0,1-1 0 0 0,0 1 0 0 0,-1-1 0 0 0,1 1 0 0 0,-3 1 0 0 0,0 3-2745 0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7:18.6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14 180 0 0 0,'0'0'8663'0'0,"0"3"-7789"0"0,-2 15 1302 0 0,3-18-1998 0 0,-1 0 0 0 0,0 1 1 0 0,0-1-1 0 0,1 0 0 0 0,-1 0 0 0 0,0 1 0 0 0,1-1 0 0 0,-1 0 0 0 0,0 0 0 0 0,1 1 0 0 0,-1-1 1 0 0,1 0-1 0 0,-1 0 0 0 0,0 0 0 0 0,1 0 0 0 0,-1 0 0 0 0,1 0 0 0 0,-1 0 0 0 0,0 0 0 0 0,1 0 1 0 0,0 0-1 0 0,13 2 532 0 0,-12-2-287 0 0,75 1 2124 0 0,-43-2-1828 0 0,-22 0-486 0 0,-1 0 1 0 0,1-1-1 0 0,-1 0 1 0 0,17-6-1 0 0,-23 6-130 0 0,1 1 71 0 0,0-1 0 0 0,-1 0 0 0 0,1 0 0 0 0,-1 0 0 0 0,1-1 1 0 0,-1 0-1 0 0,0 0 0 0 0,0 0 0 0 0,0 0 0 0 0,0-1 0 0 0,-1 0 1 0 0,1 0-1 0 0,-1 0 0 0 0,5-7 0 0 0,-8 8-110 0 0,0 0 0 0 0,0 0-1 0 0,-1 0 1 0 0,1 0 0 0 0,-1 0 0 0 0,1 0-1 0 0,-1 0 1 0 0,0 0 0 0 0,0 0-1 0 0,0 0 1 0 0,-1 0 0 0 0,1-1 0 0 0,-1 1-1 0 0,0 0 1 0 0,0 0 0 0 0,0 1 0 0 0,0-1-1 0 0,-2-4 1 0 0,-4-1-23 0 0,1-1 0 0 0,-2 2 0 0 0,1-1 0 0 0,-1 1 0 0 0,0 0-1 0 0,-1 1 1 0 0,1-1 0 0 0,-14-6 0 0 0,20 13-46 0 0,0-1 0 0 0,1 0 0 0 0,-1 0 0 0 0,0 1 0 0 0,0-1 1 0 0,0 1-1 0 0,0-1 0 0 0,1 1 0 0 0,-1 0 0 0 0,0 0 0 0 0,0 0 0 0 0,0 0 0 0 0,0 0 0 0 0,0 0 0 0 0,0 0 0 0 0,0 1 0 0 0,0-1 0 0 0,0 1 0 0 0,1-1 0 0 0,-1 1 1 0 0,0 0-1 0 0,0 0 0 0 0,1 0 0 0 0,-1 0 0 0 0,0 0 0 0 0,1 0 0 0 0,-1 0 0 0 0,1 1 0 0 0,-2 0 0 0 0,-10 11-7 0 0,6-7 23 0 0,0 0 1 0 0,0 0-1 0 0,0 0 0 0 0,0-1 0 0 0,-1 0 1 0 0,-10 4-1 0 0,-4 4 8 0 0,5-3 48 0 0,14-8-37 0 0,0 1 0 0 0,0-1-1 0 0,0 1 1 0 0,0-1 0 0 0,1 1-1 0 0,-1 0 1 0 0,1 0 0 0 0,-3 6-1 0 0,-1-1 15 0 0,4-5-30 0 0,1-1-1 0 0,0 1 1 0 0,0-1-1 0 0,0 1 0 0 0,-2 4 1 0 0,-1 6 35 0 0,3-8-4 0 0,-1 0 1 0 0,1 1-1 0 0,0-1 1 0 0,0 1-1 0 0,1 0 1 0 0,0-1-1 0 0,1 11 1 0 0,-1-1 155 0 0,0-13-168 0 0,1 1 0 0 0,-1-1 1 0 0,1 0-1 0 0,-1 0 0 0 0,1 0 0 0 0,0 0 1 0 0,0 0-1 0 0,0 0 0 0 0,0 0 0 0 0,2 2 1 0 0,15 18 219 0 0,-12-16-162 0 0,0-1 0 0 0,0 1 0 0 0,1-1 1 0 0,0 0-1 0 0,0-1 0 0 0,0 0 0 0 0,1 0 1 0 0,-1 0-1 0 0,1-1 0 0 0,0 0 0 0 0,0-1 1 0 0,0 0-1 0 0,13 2 0 0 0,10 0 52 0 0,1-1-1 0 0,37-2 1 0 0,-55-1-104 0 0,7-1-139 0 0,0 0-1 0 0,0-1 1 0 0,0-2 0 0 0,-1 0-1 0 0,1-1 1 0 0,-1-1 0 0 0,25-11-1 0 0,-43 16-166 0 0,1 0 0 0 0,-1-1 0 0 0,0 1 0 0 0,0 0 0 0 0,0-1 0 0 0,0 1 0 0 0,0-1 0 0 0,2-2 0 0 0,0-3-3841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7:19.2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74 0 9666 0 0,'0'0'13992'0'0,"0"1"-14306"0"0,-1 0 313 0 0,1 0 1 0 0,0 0-1 0 0,-1 0 1 0 0,1 0-1 0 0,0 0 1 0 0,0 0-1 0 0,0 0 1 0 0,0 0-1 0 0,0 0 1 0 0,0 0-1 0 0,0 0 1 0 0,1 0-1 0 0,-1 0 1 0 0,0 0-1 0 0,1 2 1 0 0,9 17 70 0 0,-7-15-48 0 0,23 43 110 0 0,3-2 0 0 0,2 0 1 0 0,38 41-1 0 0,7 14-5 0 0,-76-100-128 0 0,1 0 0 0 0,0 0 1 0 0,0 0-1 0 0,-1 0 0 0 0,1 1 1 0 0,-1-1-1 0 0,1 0 0 0 0,-1 0 0 0 0,0 1 1 0 0,1-1-1 0 0,-1 0 0 0 0,0 1 0 0 0,0-1 1 0 0,0 0-1 0 0,0 1 0 0 0,0-1 1 0 0,0 0-1 0 0,0 3 0 0 0,-1-3 6 0 0,1 0 0 0 0,-1 0-1 0 0,1 0 1 0 0,-1-1 0 0 0,1 1 0 0 0,-1 0 0 0 0,0 0-1 0 0,1 0 1 0 0,-1-1 0 0 0,0 1 0 0 0,0 0-1 0 0,0-1 1 0 0,1 1 0 0 0,-1 0 0 0 0,0-1-1 0 0,0 1 1 0 0,0-1 0 0 0,0 0 0 0 0,0 1 0 0 0,0-1-1 0 0,0 0 1 0 0,-2 1 0 0 0,-7 1 66 0 0,0-1 1 0 0,-1 0 0 0 0,0 0-1 0 0,1-1 1 0 0,-1-1-1 0 0,1 0 1 0 0,-1 0 0 0 0,1-1-1 0 0,-18-5 1 0 0,13 2-26 0 0,1-1 1 0 0,-1 0-1 0 0,2 0 1 0 0,-1-1-1 0 0,1-1 1 0 0,-14-10-1 0 0,20 12-12 0 0,-1-1-1 0 0,1 1 1 0 0,1-1-1 0 0,-1 0 1 0 0,1-1-1 0 0,-7-10 1 0 0,11 15-33 0 0,0-1 0 0 0,0 1 0 0 0,0-1 0 0 0,1 1 0 0 0,-1-1 0 0 0,1 0 0 0 0,0 0 0 0 0,0 0 0 0 0,0 0 0 0 0,1 0 0 0 0,-1 1 0 0 0,1-1 0 0 0,0 0 0 0 0,0 0 0 0 0,0 0-1 0 0,1 0 1 0 0,1-7 0 0 0,0 7-71 0 0,0 0 0 0 0,1 0 0 0 0,-1 0 0 0 0,1 0 0 0 0,0 1 0 0 0,0-1 0 0 0,0 1 0 0 0,0 0 0 0 0,1 0 0 0 0,7-5 0 0 0,-4 2-148 0 0,7-4-684 0 0,22-12 0 0 0,-3 1-2810 0 0,-26 16 55 0 0,0 0 1 0 0,9-9-1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7:19.3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11018 0 0,'0'0'10539'0'0,"39"23"-17621"0"0,-39-13 2409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7:20.0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64 5593 0 0,'0'0'16800'0'0,"19"-10"-16752"0"0,57-34-22 0 0,-57 35-17 0 0,-13 9-6 0 0,-2 1-10 0 0,0 1-1 0 0,-1 0 1 0 0,1 0-1 0 0,0 1 0 0 0,0-1 1 0 0,-1 1-1 0 0,0 0 0 0 0,1 0 1 0 0,-1 0-1 0 0,5 7 1 0 0,-2-2-3 0 0,-1-1 0 0 0,0 2 1 0 0,0-1-1 0 0,4 11 0 0 0,-6-10 4 0 0,0 0-1 0 0,0 0 0 0 0,-1 1 0 0 0,-1-1 0 0 0,1 1 0 0 0,-1-1 0 0 0,-1 1 0 0 0,0 0 0 0 0,-2 15 0 0 0,1-20 18 0 0,0-1-1 0 0,0 1 1 0 0,-1 0-1 0 0,0 0 0 0 0,0-1 1 0 0,0 1-1 0 0,-1-1 1 0 0,1 0-1 0 0,-1 0 1 0 0,0 0-1 0 0,0 0 1 0 0,-5 5-1 0 0,-6 4 100 0 0,-26 21 0 0 0,37-32-98 0 0,-21 23 179 0 0,24-25-156 0 0,0 0 0 0 0,0 0 0 0 0,0 0 0 0 0,0 0 0 0 0,-1 0 0 0 0,1 0 0 0 0,0 1 0 0 0,0-1 0 0 0,0 0 0 0 0,0 0 0 0 0,0 0 0 0 0,0 0 0 0 0,0 0 0 0 0,0 0 0 0 0,0 1 0 0 0,0-1 0 0 0,0 0 0 0 0,0 0 1 0 0,0 0-1 0 0,0 0 0 0 0,0 0 0 0 0,0 0 0 0 0,0 1 0 0 0,0-1 0 0 0,0 0 0 0 0,0 0 0 0 0,0 0 0 0 0,0 0 0 0 0,0 0 0 0 0,0 0 0 0 0,0 1 0 0 0,0-1 0 0 0,0 0 0 0 0,0 0 0 0 0,0 0 0 0 0,0 0 0 0 0,1 0 0 0 0,-1 0 0 0 0,0 0 0 0 0,0 1 0 0 0,0-1 0 0 0,0 0 0 0 0,0 0 0 0 0,0 0 0 0 0,0 0 0 0 0,1 0 0 0 0,-1 0 1 0 0,0 0-1 0 0,0 0 0 0 0,0 0 0 0 0,0 0 0 0 0,0 0 0 0 0,0 0 0 0 0,1 0 0 0 0,-1 0 0 0 0,0 0 0 0 0,0 0 0 0 0,0 0 0 0 0,0 0 0 0 0,0 0 0 0 0,1 0 0 0 0,-1 0 0 0 0,0 0 0 0 0,0 0 0 0 0,0 0 0 0 0,0 0 0 0 0,13 0 136 0 0,-12 0-30 0 0,28-1-78 0 0,0 0 1 0 0,0-2-1 0 0,45-11 1 0 0,-70 12-287 0 0,0 1 1 0 0,0-1-1 0 0,0 0 1 0 0,0 0-1 0 0,-1 0 1 0 0,7-6-1 0 0,-6 5-324 0 0,-3 3 241 0 0,0-1 0 0 0,0 0 0 0 0,0 0 0 0 0,0 0 0 0 0,-1 0-1 0 0,1 0 1 0 0,0 0 0 0 0,-1 0 0 0 0,1-1 0 0 0,0 1 0 0 0,-1 0 0 0 0,0 0 0 0 0,1 0 0 0 0,-1-1 0 0 0,0 1 0 0 0,1-1-1 0 0,0-13-8737 0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7:20.3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2841 0 0,'0'0'19412'0'0,"6"1"-19395"0"0,-6 1-2 0 0,1 0-1 0 0,0 0 1 0 0,-1 0 0 0 0,0-1-1 0 0,1 1 1 0 0,-1 0-1 0 0,0 0 1 0 0,0 4 0 0 0,0 2 56 0 0,2-1 4 0 0,0 0-1 0 0,0 0 1 0 0,0 0 0 0 0,1 0 0 0 0,0-1 0 0 0,1 0 0 0 0,-1 1 0 0 0,1-1-1 0 0,0 0 1 0 0,5 5 0 0 0,8 8-1167 0 0,29 24 1 0 0,-35-34-79 0 0,-10-7 558 0 0,1 0 0 0 0,0-1 0 0 0,1 1 0 0 0,-1-1-1 0 0,0 1 1 0 0,0-1 0 0 0,3 1 0 0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7:20.5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1208 0 0,'0'0'19334'0'0,"13"17"-19117"0"0,44 52-40 0 0,-13-10 222 0 0,12 4-1930 0 0,-52-59-1458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7:20.7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477 7 9634 0 0,'0'0'12744'0'0,"-33"-1"-12565"0"0,-105-3-55 0 0,125 3-90 0 0,0 1-1 0 0,0 0 1 0 0,-21 4 0 0 0,19-2-4 0 0,-109 24-317 0 0,84-15-2666 0 0,1 2-4021 0 0,24-7-3698 0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7:32.1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 65 0 0 0,'0'0'14146'0'0,"7"-6"-12799"0"0,20-18-104 0 0,-20 15 161 0 0,-7 4-129 0 0,-1 5-1227 0 0,1 0 1 0 0,0 0-1 0 0,0 0 1 0 0,0-1-1 0 0,0 1 1 0 0,0 0-1 0 0,0 0 1 0 0,0 0 0 0 0,0-1-1 0 0,0 1 1 0 0,0 0-1 0 0,0 0 1 0 0,0 0-1 0 0,0-1 1 0 0,0 1-1 0 0,0 0 1 0 0,0 0-1 0 0,0 0 1 0 0,0 0-1 0 0,0-1 1 0 0,0 1 0 0 0,0 0-1 0 0,1 0 1 0 0,-1 0-1 0 0,0 0 1 0 0,0-1-1 0 0,0 1 1 0 0,1-1 234 0 0,-1 0 1 0 0,1 1 0 0 0,-1-1 0 0 0,1 0-1 0 0,-1 0 1 0 0,0 0 0 0 0,1 1 0 0 0,-1-1-1 0 0,0 0 1 0 0,0 0 0 0 0,1 0 0 0 0,-1 0-1 0 0,0 0 1 0 0,0 0 0 0 0,0-2 958 0 0,0 19-1418 0 0,0-10 177 0 0,-1-1 0 0 0,1 0 0 0 0,-1 0 0 0 0,0 1 0 0 0,0-1 0 0 0,-3 5 0 0 0,-2 7 43 0 0,-12 25-1 0 0,-5 11 47 0 0,20-45-75 0 0,0 1 13 0 0,0 1 0 0 0,0-1 1 0 0,-1 13-1 0 0,2-6 38 0 0,-4 54 241 0 0,6-61-265 0 0,0-1 0 0 0,1 1 0 0 0,0 0 0 0 0,0-1 0 0 0,1 1 0 0 0,2 8 0 0 0,49 117 473 0 0,-38-101-406 0 0,1-2 0 0 0,22 31 0 0 0,-31-51-137 0 0,-1-1-105 0 0,0-1-1 0 0,1 0 0 0 0,0-1 1 0 0,0 1-1 0 0,1-1 0 0 0,11 8 1 0 0,-19-15-9 0 0,0-1 0 0 0,0 0 1 0 0,0 0-1 0 0,1 1 0 0 0,-1-1 0 0 0,0 0 1 0 0,0 0-1 0 0,0 0 0 0 0,1 1 0 0 0,-1-1 1 0 0,0 0-1 0 0,0 0 0 0 0,1 0 1 0 0,-1 0-1 0 0,0 0 0 0 0,0 0 0 0 0,1 0 1 0 0,-1 1-1 0 0,0-1 0 0 0,1 0 0 0 0,-1 0 1 0 0,0 0-1 0 0,0 0 0 0 0,1 0 1 0 0,-1 0-1 0 0,0 0 0 0 0,1 0 0 0 0,-1-1 1 0 0,0 1-1 0 0,0 0 0 0 0,1 0 0 0 0,-1 0 1 0 0,0 0-1 0 0,0 0 0 0 0,1 0 1 0 0,-1 0-1 0 0,0-1 0 0 0,0 1 0 0 0,1 0 1 0 0,-1 0-1 0 0,0 0 0 0 0,0-1 0 0 0,1 1 1 0 0,-1-14-11203 0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7:32.8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50 434 3689 0 0,'0'0'17917'0'0,"12"-7"-17494"0"0,39-22-42 0 0,-35 18-43 0 0,-12 4 12 0 0,-1 2-82 0 0,-1 1-114 0 0,0-1 0 0 0,0 1 0 0 0,0-1 0 0 0,0 1 0 0 0,0-1 0 0 0,-1 0 0 0 0,0 1 0 0 0,0-1 0 0 0,0 0 0 0 0,-1-5 0 0 0,1-5 94 0 0,-1 0 0 0 0,-3-16 0 0 0,2 23-157 0 0,-1 0-1 0 0,-1 0 1 0 0,1 1-1 0 0,-1-1 0 0 0,-1 1 1 0 0,-7-13-1 0 0,1 0 127 0 0,7 15-158 0 0,-7-16 383 0 0,-24-35 0 0 0,23 39 20 0 0,-16-34 0 0 0,21 41-306 0 0,5 6 4 0 0,-4-4-382 0 0,4 9 204 0 0,1-1-1 0 0,-1 0 1 0 0,1 1-1 0 0,0-1 1 0 0,-1 0-1 0 0,1 1 1 0 0,0-1-1 0 0,-1 1 1 0 0,1-1 0 0 0,0 0-1 0 0,-1 1 1 0 0,1-1-1 0 0,0 1 1 0 0,0-1-1 0 0,0 1 1 0 0,0-1-1 0 0,-1 1 1 0 0,1-1-1 0 0,0 2 1 0 0,-3 10 14 0 0,1 0 0 0 0,0 0 0 0 0,0 0 0 0 0,1 0 0 0 0,1 0 0 0 0,0 1 0 0 0,2 18 0 0 0,0-21 22 0 0,0-1 1 0 0,1 1-1 0 0,0 0 1 0 0,0-1-1 0 0,8 15 0 0 0,27 43 136 0 0,-25-47-123 0 0,2 4 16 0 0,0-2 0 0 0,2 0 0 0 0,0 0 0 0 0,2-2 0 0 0,0 0 0 0 0,33 25 0 0 0,-48-42 11 0 0,0 0-1 0 0,0-1 0 0 0,1 1 1 0 0,7 3-1 0 0,-12-6-45 0 0,1 0-1 0 0,0 1 0 0 0,0-1 1 0 0,-1 0-1 0 0,1 0 0 0 0,0 1 0 0 0,0-1 1 0 0,-1 0-1 0 0,1 0 0 0 0,0 0 1 0 0,0 0-1 0 0,0 0 0 0 0,-1 0 0 0 0,1 0 1 0 0,0 0-1 0 0,0-1 0 0 0,0 1 0 0 0,-1 0 1 0 0,1 0-1 0 0,0-1 0 0 0,0 1 1 0 0,-1 0-1 0 0,1-1 0 0 0,0 1 0 0 0,-1 0 1 0 0,1-1-1 0 0,0 1 0 0 0,-1-1 1 0 0,1 0-1 0 0,-1 1 0 0 0,1-1 0 0 0,-1 1 1 0 0,1-1-1 0 0,-1 0 0 0 0,1 0 1 0 0,1-4-379 0 0,0 0 0 0 0,0 0 1 0 0,0-1-1 0 0,-1 1 0 0 0,0 0 0 0 0,1-10 1 0 0,-1-9-1890 0 0,-2 0-3362 0 0,1 0-5359 0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7:33.1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256 51 5145 0 0,'0'0'20911'0'0,"-15"-8"-20673"0"0,-46-25-85 0 0,40 24-53 0 0,14 9-54 0 0,3 1-23 0 0,-6 0-53 0 0,1 0-1 0 0,-1 0 1 0 0,1 1-1 0 0,0 1 0 0 0,0 0 1 0 0,0 0-1 0 0,-14 7 1 0 0,-6 2-4153 0 0,-1-3-6230 0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7:33.5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4 8938 0 0,'0'0'16059'0'0,"-3"-1"-16552"0"0,2 0 493 0 0,1 1 0 0 0,0 0 0 0 0,0 0 0 0 0,-1 0-1 0 0,1-1 1 0 0,0 1 0 0 0,0 0 0 0 0,-1 0 0 0 0,1 0 0 0 0,0 0 0 0 0,-1 0 0 0 0,1 0 0 0 0,0 0 0 0 0,-1 0-1 0 0,1-1 1 0 0,0 1 0 0 0,-1 0 0 0 0,1 0 0 0 0,0 0 0 0 0,-1 1 0 0 0,1-1 0 0 0,0 0 0 0 0,-1 0 0 0 0,1 0-1 0 0,0 0 1 0 0,0 0 0 0 0,-1 0 0 0 0,1 0 0 0 0,0 0 0 0 0,-1 1 0 0 0,1-1 0 0 0,0 0 0 0 0,0 0 0 0 0,-1 0-1 0 0,1 1 1 0 0,0-1 0 0 0,0 0 0 0 0,0 0 0 0 0,-1 1 0 0 0,1-1 0 0 0,0 0 0 0 0,0 0 0 0 0,0 1 0 0 0,0-1-1 0 0,-1 0 1 0 0,1 1 0 0 0,0-1 0 0 0,0 0 0 0 0,0 1 0 0 0,0-1 0 0 0,0 0 0 0 0,0 1 0 0 0,0-1 0 0 0,0 0-1 0 0,0 1 1 0 0,1 4 24 0 0,-1 0 0 0 0,1 0 0 0 0,2 8 0 0 0,-2-11-21 0 0,35 114 211 0 0,-28-95-157 0 0,1-1 0 0 0,0 0 1 0 0,19 28-1 0 0,-19-34-35 0 0,-1-3 61 0 0,13 17 0 0 0,-15-22-150 0 0,-1 0 1 0 0,9 13-1 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7:33.9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109 0 11370 0 0,'0'0'13907'0'0,"-9"3"-13555"0"0,-2 0-247 0 0,-5 2 128 0 0,-18 7-1 0 0,31-11-211 0 0,1 0-1 0 0,0 1 1 0 0,0-1 0 0 0,0 0-1 0 0,0 1 1 0 0,0 0 0 0 0,0-1 0 0 0,1 1-1 0 0,-1 0 1 0 0,0 0 0 0 0,1 0-1 0 0,-1 0 1 0 0,1 0 0 0 0,0 0-1 0 0,0 0 1 0 0,-2 4 0 0 0,1-1 47 0 0,1 0 1 0 0,-1 1 0 0 0,1-1-1 0 0,0 0 1 0 0,1 1 0 0 0,-1 8-1 0 0,1-13-54 0 0,1 0-1 0 0,-1-1 1 0 0,0 1 0 0 0,0 0-1 0 0,1 0 1 0 0,-1 0 0 0 0,0-1 0 0 0,1 1-1 0 0,-1 0 1 0 0,1 0 0 0 0,-1-1-1 0 0,1 1 1 0 0,0 0 0 0 0,-1-1-1 0 0,1 1 1 0 0,0-1 0 0 0,-1 1-1 0 0,1-1 1 0 0,0 1 0 0 0,-1-1-1 0 0,1 1 1 0 0,0-1 0 0 0,0 1-1 0 0,0-1 1 0 0,-1 0 0 0 0,1 0-1 0 0,0 0 1 0 0,0 1 0 0 0,0-1-1 0 0,1 0 1 0 0,5 1 85 0 0,0 0-1 0 0,13-1 0 0 0,-16 0-83 0 0,177-3 190 0 0,-107 2-1139 0 0,-41 1-7353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7:34.3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4937 0 0,'0'0'12136'0'0,"31"7"-11771"0"0,94 21-83 0 0,-117-26-226 0 0,0 0 1 0 0,15 7-1 0 0,-22-9-46 0 0,0 1-1 0 0,0-1 0 0 0,-1 1 1 0 0,1-1-1 0 0,0 1 1 0 0,0-1-1 0 0,-1 1 0 0 0,1 0 1 0 0,-1-1-1 0 0,1 1 0 0 0,-1 0 1 0 0,1-1-1 0 0,-1 1 0 0 0,2 1 1 0 0,3 6 63 0 0,4 3 23 0 0,-1 0 0 0 0,0 1 1 0 0,0-1-1 0 0,-1 1 0 0 0,-1 1 1 0 0,0 0-1 0 0,8 24 0 0 0,-5-5 19 0 0,-1 1-1 0 0,-2 0 0 0 0,-2 0 0 0 0,1 53 0 0 0,-5-79-494 0 0,-1 1 0 0 0,0-1 0 0 0,-1 0-1 0 0,1 0 1 0 0,-2 0 0 0 0,1 0 0 0 0,-5 9 0 0 0,-4 14-8728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7:35.4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348 102 0 0 0,'0'0'13308'0'0,"0"-12"-12062"0"0,-2-40-26 0 0,2 49-695 0 0,0 0 0 0 0,0 0 0 0 0,0 0 0 0 0,0 0 0 0 0,1 0 0 0 0,0-5 0 0 0,2-3 6501 0 0,-6 11-5552 0 0,-9 4-1318 0 0,-6 11-90 0 0,-6 6 61 0 0,11-7-56 0 0,0 0-1 0 0,0 1 1 0 0,2 1 0 0 0,0-1-1 0 0,1 2 1 0 0,-10 20 0 0 0,13-21-32 0 0,-18 48 93 0 0,-21 58 39 0 0,31-83-124 0 0,5-18-10 0 0,-20 34-1 0 0,7-15 27 0 0,17-30-75 0 0,0-2 0 0 0,-7 10 0 0 0,6-10-152 0 0,3-3-181 0 0,3-4 44 0 0,0 0 0 0 0,0 0-1 0 0,0 1 1 0 0,0-1 0 0 0,0 0-1 0 0,0 0 1 0 0,0 1 0 0 0,1-1-1 0 0,-1 0 1 0 0,0 1 0 0 0,1-1-1 0 0,-1 2 1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7:36.1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155 223 5937 0 0,'0'0'19883'0'0,"-12"5"-19599"0"0,-37 17-40 0 0,48-22-229 0 0,0 0-1 0 0,0 1 0 0 0,0-1 1 0 0,0 1-1 0 0,0-1 0 0 0,0 1 1 0 0,0 0-1 0 0,0-1 1 0 0,0 1-1 0 0,0 0 0 0 0,1 0 1 0 0,-1-1-1 0 0,0 1 0 0 0,0 0 1 0 0,1 0-1 0 0,-1 0 0 0 0,1 0 1 0 0,-1 0-1 0 0,1 0 0 0 0,-1 0 1 0 0,1 0-1 0 0,-1 0 1 0 0,1 0-1 0 0,0 1 0 0 0,0-1 1 0 0,-1 2-1 0 0,0 4 65 0 0,-2 1-2 0 0,1 0 0 0 0,0 0 0 0 0,1 0 0 0 0,0 0 0 0 0,0 0 0 0 0,1 0 0 0 0,0 0 0 0 0,0 0 0 0 0,2 11 0 0 0,0-14-37 0 0,-1 0 0 0 0,1-1 1 0 0,0 1-1 0 0,1 0 0 0 0,-1-1 1 0 0,4 5-1 0 0,-1-1 42 0 0,-4-7-52 0 0,-1 0-13 0 0,0-1 0 0 0,0 1 1 0 0,1-1-1 0 0,-1 0 0 0 0,0 1 1 0 0,0-1-1 0 0,1 1 1 0 0,-1-1-1 0 0,0 0 0 0 0,1 1 1 0 0,-1-1-1 0 0,0 0 0 0 0,1 1 1 0 0,-1-1-1 0 0,0 0 0 0 0,1 1 1 0 0,-1-1-1 0 0,1 0 1 0 0,-1 0-1 0 0,0 0 0 0 0,1 1 1 0 0,-1-1-1 0 0,1 0 0 0 0,-1 0 1 0 0,1 0-1 0 0,-1 0 0 0 0,1 0 390 0 0,-1-1-354 0 0,0-1 0 0 0,-1 0 0 0 0,1 1 0 0 0,0-1 0 0 0,0 0 0 0 0,0 1 0 0 0,0-1 0 0 0,1-2 0 0 0,-1-2-24 0 0,0-6-35 0 0,-1 1-1 0 0,-1-1 1 0 0,0 0 0 0 0,-1 1 0 0 0,-7-21 0 0 0,-27-54-18 0 0,34 82 23 0 0,-9-21 5 0 0,8 18 17 0 0,0 0 0 0 0,0 0 1 0 0,1 0-1 0 0,0-1 1 0 0,0 1-1 0 0,1-1 0 0 0,0 0 1 0 0,0 1-1 0 0,0-13 1 0 0,2 20-26 0 0,0-1 0 0 0,0 1 0 0 0,1 0 0 0 0,-1-1 0 0 0,0 1-1 0 0,0 0 1 0 0,1-1 0 0 0,-1 1 0 0 0,0 0 0 0 0,1 0 0 0 0,-1-1 0 0 0,0 1 0 0 0,1 0 0 0 0,-1 0 0 0 0,0 0 0 0 0,1 0 0 0 0,-1-1 0 0 0,0 1 0 0 0,1 0 0 0 0,-1 0 0 0 0,1 0 0 0 0,-1 0 0 0 0,0 0 0 0 0,1 0 0 0 0,-1 0 0 0 0,1 0 0 0 0,-1 0 0 0 0,0 0 0 0 0,1 0 0 0 0,-1 0 0 0 0,0 0 0 0 0,1 1 0 0 0,-1-1 0 0 0,1 0 0 0 0,15 5-165 0 0,-5 1 105 0 0,-1 1 0 0 0,-1 0 0 0 0,17 15-1 0 0,-2-1 25 0 0,-5-6 30 0 0,75 57 19 0 0,-39-33-7 0 0,36 22-2 0 0,-74-50 15 0 0,2-1 0 0 0,-1-1 0 0 0,24 8 0 0 0,-31-13 27 0 0,0-1-1 0 0,1 0 0 0 0,-1 0 1 0 0,0-1-1 0 0,20 1 0 0 0,-30-3-26 0 0,0 0 1 0 0,0-1-1 0 0,-1 1 0 0 0,1 0 0 0 0,0 0 0 0 0,0-1 1 0 0,0 1-1 0 0,-1 0 0 0 0,1-1 0 0 0,0 1 0 0 0,-1-1 0 0 0,1 1 1 0 0,0-1-1 0 0,-1 0 0 0 0,1 1 0 0 0,0-1 0 0 0,-1 0 1 0 0,1 1-1 0 0,-1-1 0 0 0,1 0 0 0 0,-1 1 0 0 0,0-1 0 0 0,1 0 1 0 0,-1 0-1 0 0,0 0 0 0 0,1 1 0 0 0,-1-1 0 0 0,0 0 1 0 0,0 0-1 0 0,0-1 0 0 0,1-5 34 0 0,0 1 1 0 0,0-13-1 0 0,-1 15-37 0 0,-1-11-12 0 0,0 0-1 0 0,-1 0 1 0 0,-7-29 0 0 0,-20-42 5 0 0,4 9-74 0 0,-9-28-2579 0 0,30 89-171 0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7:42.2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79 15 0 0 0,'0'0'6432'0'0,"-9"-2"-5642"0"0,-29-4-61 0 0,6 0 6655 0 0,50 6-6552 0 0,156 6 1060 0 0,88 12-1258 0 0,-9-16 1882 0 0,-204-2-1991 0 0,-35-1-132 0 0,-13 0-138 0 0,-8 1-271 0 0,-28 0-21 0 0,-50 0 6 0 0,-88-11 0 0 0,34 6-28 0 0,111 5 48 0 0,21 0 6 0 0,-166-6-97 0 0,118 4 1055 0 0,30 2-5511 0 0,8 0-7104 0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7:42.9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375 61 1816 0 0,'0'0'21800'0'0,"-12"-7"-21346"0"0,-36-23-48 0 0,45 28-345 0 0,0 0 0 0 0,-1 1 1 0 0,1-1-1 0 0,0 1 0 0 0,-1-1 0 0 0,0 1 0 0 0,1 0 1 0 0,-1 0-1 0 0,0 1 0 0 0,1-1 0 0 0,-5 1 0 0 0,-6-1 113 0 0,-37-4 23 0 0,-58 1 0 0 0,98 5-544 0 0,-18 2 0 0 0,17-1-2257 0 0,-18 1 0 0 0,25-3 1256 0 0,-2 0-1188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7:43.2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394 29 7378 0 0,'0'0'14027'0'0,"-24"-5"-13970"0"0,-70-14-4 0 0,66 15-6 0 0,-2 10 96 0 0,19-4-94 0 0,-21 3-1 0 0,-91-4-2485 0 0,87-1-3931 0 0,20 0-4020 0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8:55.0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677 79 0 0 0,'0'0'10350'0'0,"0"-1"-9611"0"0,0 0-605 0 0,0 0 1 0 0,0 0-1 0 0,0 0 0 0 0,0 0 0 0 0,0 0 1 0 0,0 1-1 0 0,0-1 0 0 0,0 0 1 0 0,0 0-1 0 0,-1 0 0 0 0,1 0 0 0 0,0 1 1 0 0,-1-1-1 0 0,1 0 0 0 0,-1 0 1 0 0,1 0-1 0 0,-1 1 0 0 0,1-1 0 0 0,-1 0 1 0 0,1 1-1 0 0,-1-1 0 0 0,0 0 1 0 0,1 1-1 0 0,-1-1 0 0 0,-1 0 0 0 0,-59-40 3482 0 0,56 38-3311 0 0,-5-2 310 0 0,0 1-135 0 0,9 4-460 0 0,0-1-1 0 0,0 1 1 0 0,0-1-1 0 0,0 1 1 0 0,0 0-1 0 0,1 0 0 0 0,-1-1 1 0 0,0 1-1 0 0,0 0 1 0 0,0 0-1 0 0,-2 0 1 0 0,-17 0 132 0 0,3-1-28 0 0,1 1-1 0 0,-1 1 1 0 0,-17 3-1 0 0,20-2 182 0 0,0 0-1 0 0,-22-1 0 0 0,35-1-276 0 0,-2 0 34 0 0,1-1-24 0 0,0 1 1 0 0,0 0 0 0 0,0 0 0 0 0,0 0-1 0 0,0 1 1 0 0,0-1 0 0 0,0 0-1 0 0,0 1 1 0 0,0 0 0 0 0,1-1 0 0 0,-1 1-1 0 0,-2 1 1 0 0,-16 6 259 0 0,3-2-55 0 0,14-4-188 0 0,0 0 0 0 0,0 0-1 0 0,0 0 1 0 0,-5 5-1 0 0,-3 3 110 0 0,9-9-144 0 0,0 0 1 0 0,0 0-1 0 0,1 0 1 0 0,-1 1-1 0 0,1-1 1 0 0,-1 0-1 0 0,1 1 1 0 0,-1-1-1 0 0,1 1 1 0 0,0 0 0 0 0,0-1-1 0 0,0 1 1 0 0,0 0-1 0 0,-2 3 1 0 0,3-3-2 0 0,-1 0-1 0 0,0 0 1 0 0,1 0 0 0 0,-1 0 0 0 0,0-1 0 0 0,0 1 0 0 0,-2 2 0 0 0,2-2-3 0 0,0 0 1 0 0,-1-1 0 0 0,1 1-1 0 0,1 0 1 0 0,-1 0-1 0 0,0 0 1 0 0,-1 3 0 0 0,-9 30 283 0 0,6-2-54 0 0,4-20-110 0 0,-6 20-1 0 0,5-22-72 0 0,1 0 1 0 0,0 0-1 0 0,0 0 0 0 0,2 16 0 0 0,-1-5 40 0 0,0 154 540 0 0,1-166-599 0 0,0 0 1 0 0,3 14 0 0 0,1 5 67 0 0,-2-6 45 0 0,11 35 0 0 0,-11-44-136 0 0,2 8 81 0 0,-3-16-78 0 0,0 0 0 0 0,-1 0 1 0 0,1 0-1 0 0,0 12 1 0 0,-2-11-17 0 0,2 13 60 0 0,-2-12-13 0 0,1 0 0 0 0,3 15-1 0 0,-3-17 5 0 0,1 1-1 0 0,-1 12 0 0 0,1-2 17 0 0,-2-6-18 0 0,1 0 1 0 0,-3 16-1 0 0,1 2 48 0 0,1-26-93 0 0,-1 1 0 0 0,1-1 0 0 0,-1 0 0 0 0,0 0 0 0 0,-2 5 0 0 0,-2 8 55 0 0,-10 32 53 0 0,14-45-116 0 0,0-1 1 0 0,0 1-1 0 0,0 0 0 0 0,-1 0 1 0 0,1 0-1 0 0,-1-1 0 0 0,0 1 1 0 0,0-1-1 0 0,0 1 1 0 0,-3 2-1 0 0,-7 9 57 0 0,4-4-30 0 0,-1-1 0 0 0,0 0 0 0 0,0 0 0 0 0,-1-1 1 0 0,0 0-1 0 0,0-1 0 0 0,-1 0 0 0 0,0 0 0 0 0,-17 7 0 0 0,16-10 35 0 0,1 1-1 0 0,-1-2 1 0 0,0 1 0 0 0,0-2-1 0 0,0 1 1 0 0,0-2 0 0 0,-19 1-1 0 0,30-2 1 0 0,27 0 1134 0 0,-13 0-1208 0 0,-6 0-6 0 0,0 0 0 0 0,0 0 0 0 0,0 0 1 0 0,0 1-1 0 0,0 0 0 0 0,12 4 0 0 0,11 4 24 0 0,-15-4-26 0 0,16 6 1 0 0,-27-9 12 0 0,0 0-1 0 0,0 0 1 0 0,0 0 0 0 0,-1 0 0 0 0,1 1 0 0 0,-1-1 0 0 0,0 1-1 0 0,6 6 1 0 0,-7-6-9 0 0,0 0 1 0 0,0-1-1 0 0,0 1 0 0 0,-1 0 0 0 0,1 0 0 0 0,-1 0 0 0 0,0 0 0 0 0,0 1 0 0 0,1 4 1 0 0,-1 0 8 0 0,0 1 1 0 0,-1 12 0 0 0,0-13-15 0 0,0 5 55 0 0,0-4-37 0 0,0 0 1 0 0,0-1-1 0 0,1 1 1 0 0,0-1-1 0 0,4 16 0 0 0,-3-16-2 0 0,0 1 0 0 0,-1-1 0 0 0,1 12-1 0 0,-1-12 2 0 0,0 1 0 0 0,4 13 0 0 0,-4-16-1 0 0,0-1 0 0 0,0 1 0 0 0,-1 11 0 0 0,1 1 0 0 0,6 52 27 0 0,-4-56-23 0 0,1 8 12 0 0,3 76 7 0 0,-8-64-23 0 0,0-15 13 0 0,1 0 0 0 0,1 0 0 0 0,6 38 0 0 0,-4-41-3 0 0,0 0-1 0 0,-1 0 1 0 0,-1 23 0 0 0,-1-32-6 0 0,1 0 1 0 0,0 0-1 0 0,0 0 0 0 0,3 10 1 0 0,-1 7-4 0 0,-1-5 13 0 0,2 2-3 0 0,-4-17-8 0 0,0 0 0 0 0,1 0 0 0 0,0 0 0 0 0,0 0 1 0 0,2 7-1 0 0,-1-8-3 0 0,-2 0 0 0 0,1 0 0 0 0,0 1-1 0 0,0-1 1 0 0,-1 5 0 0 0,4 12 46 0 0,-4-19-46 0 0,0 0 0 0 0,0 0 1 0 0,1 0-1 0 0,-1-1 0 0 0,0 1 0 0 0,1 0 0 0 0,-1 0 0 0 0,1 0 0 0 0,-1-1 0 0 0,1 1 0 0 0,0 0 0 0 0,-1-1 0 0 0,1 1 0 0 0,-1 0 0 0 0,1-1 0 0 0,0 1 0 0 0,1 0 0 0 0,10 18 69 0 0,-5-8-96 0 0,-7-10 28 0 0,0-1 1 0 0,1 1-1 0 0,-1 0 1 0 0,0-1-1 0 0,0 1 0 0 0,1-1 1 0 0,-1 1-1 0 0,0-1 1 0 0,1 0-1 0 0,-1 1 0 0 0,0-1 1 0 0,1 1-1 0 0,-1-1 1 0 0,1 1-1 0 0,-1-1 0 0 0,1 0 1 0 0,-1 1-1 0 0,1-1 1 0 0,-1 0-1 0 0,1 0 0 0 0,-1 1 1 0 0,1-1-1 0 0,0 0 1 0 0,13 6 172 0 0,30 2-72 0 0,-2 1-98 0 0,-32-6-4 0 0,3 1-22 0 0,-1-3 50 0 0,0 0-4964 0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8:56.0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127 88 0 0 0,'0'0'8919'0'0,"-2"-6"-7889"0"0,-7-20 73 0 0,9 25-461 0 0,0 0 0 0 0,-1 0 0 0 0,1-1 0 0 0,0 1-1 0 0,-1 0 1 0 0,1-1 0 0 0,0 1 0 0 0,0-1 0 0 0,0 1 0 0 0,0 0 0 0 0,1-1 0 0 0,-1 1 0 0 0,0 0 0 0 0,1-2 0 0 0,-1 2-411 0 0,1 0 0 0 0,-1 0 0 0 0,1 0 0 0 0,-1 1 0 0 0,1-1 0 0 0,0 0 0 0 0,-1 0 0 0 0,1 1 0 0 0,0-1 0 0 0,0 0 0 0 0,-1 1-1 0 0,1-1 1 0 0,0 1 0 0 0,2-2 0 0 0,1 1-201 0 0,0 0-1 0 0,0-1 1 0 0,0 2-1 0 0,0-1 1 0 0,0 0-1 0 0,7 1 1 0 0,-4 0 785 0 0,6-1-699 0 0,-1 0 0 0 0,1 2 0 0 0,-1-1 1 0 0,24 6-1 0 0,-29-5-112 0 0,0 1-1 0 0,0 0 1 0 0,-1 1 0 0 0,1-1-1 0 0,-1 1 1 0 0,1 1 0 0 0,-1-1-1 0 0,0 1 1 0 0,0 0 0 0 0,5 6-1 0 0,-6-5-2 0 0,0 1-1 0 0,0-1 1 0 0,3 9 0 0 0,1-2 6 0 0,-5-5-4 0 0,1-1 1 0 0,-2 1 0 0 0,1-1 0 0 0,-1 1-1 0 0,0 0 1 0 0,0 0 0 0 0,-1 1 0 0 0,0-1-1 0 0,-1 0 1 0 0,1 1 0 0 0,-1-1 0 0 0,-1 1-1 0 0,1 0 1 0 0,-1-1 0 0 0,-1 1 0 0 0,-1 10 0 0 0,1-14 23 0 0,0 0 0 0 0,-1 0 1 0 0,1-1-1 0 0,-1 1 0 0 0,0-1 1 0 0,0 0-1 0 0,-1 1 0 0 0,1-1 1 0 0,-1 0-1 0 0,1 0 0 0 0,-7 5 1 0 0,2-2 108 0 0,0-1 0 0 0,-1 1 0 0 0,0-1 1 0 0,-9 4-1 0 0,9-5-4 0 0,0-1 1 0 0,0 0-1 0 0,0-1 0 0 0,-1 0 1 0 0,0 0-1 0 0,1-1 0 0 0,-1 0 1 0 0,0 0-1 0 0,-14-2 0 0 0,12 0-37 0 0,0 0-1 0 0,0-1 1 0 0,0 0-1 0 0,0-1 1 0 0,0 0-1 0 0,1-1 1 0 0,-13-5-1 0 0,13 3-19 0 0,-1 0 0 0 0,1 0 0 0 0,0-1 0 0 0,1-1 1 0 0,0 0-1 0 0,-11-11 0 0 0,16 14-41 0 0,-1-1 0 0 0,1 0-1 0 0,1-1 1 0 0,-1 1 0 0 0,1-1 0 0 0,0 1 0 0 0,0-1 0 0 0,1 0 0 0 0,-2-9 0 0 0,2 6-14 0 0,0 0-1 0 0,1-1 1 0 0,0 1 0 0 0,1 0-1 0 0,2-20 1 0 0,-1 26-30 0 0,0-1 0 0 0,0 1 0 0 0,0 0 1 0 0,1 0-1 0 0,0 0 0 0 0,0 0 0 0 0,0 0 0 0 0,0 0 0 0 0,0 1 0 0 0,1-1 0 0 0,0 1 0 0 0,0 0 1 0 0,0-1-1 0 0,0 1 0 0 0,0 0 0 0 0,0 1 0 0 0,1-1 0 0 0,4-2 0 0 0,-4 2-378 0 0,1 1-1 0 0,0-1 1 0 0,0 1-1 0 0,0 0 0 0 0,0 0 1 0 0,1 0-1 0 0,-1 1 1 0 0,0 0-1 0 0,1 0 1 0 0,-1 0-1 0 0,1 1 1 0 0,-1 0-1 0 0,1 0 1 0 0,6 1-1 0 0,-2 2-2831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8:56.7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1 12139 0 0,'0'0'12181'0'0,"-3"11"-11924"0"0,-9 33-30 0 0,11-40-183 0 0,0-1 0 0 0,0 1 0 0 0,1-1 0 0 0,-1 1 0 0 0,1 0 1 0 0,0-1-1 0 0,0 1 0 0 0,0-1 0 0 0,0 1 0 0 0,0 0 0 0 0,1-1 0 0 0,0 1 0 0 0,0-1 0 0 0,1 5 0 0 0,-1-6-26 0 0,0 1-1 0 0,1 0 1 0 0,0 0-1 0 0,-1 0 1 0 0,1 0-1 0 0,0 0 1 0 0,0 0-1 0 0,1-1 1 0 0,2 4-1 0 0,7 7-441 0 0,-12-12 258 0 0,0-1-1 0 0,1 0 1 0 0,-1 1 0 0 0,0-1-1 0 0,1 0 1 0 0,-1 1-1 0 0,1-1 1 0 0,-1 0 0 0 0,1 0-1 0 0,-1 0 1 0 0,1 1 0 0 0,-1-1-1 0 0,1 0 1 0 0,-1 0 0 0 0,1 0-1 0 0,-1 0 1 0 0,1 0-1 0 0,-1 0 1 0 0,1 0 0 0 0,-1 0-1 0 0,1 0 1 0 0,-1 0 0 0 0,2 0-1 0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8:56.9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34 18108 0 0,'0'0'9221'0'0,"2"-6"-9336"0"0,6-18-57 0 0,-8 23 163 0 0,1 1 1 0 0,-1 0-1 0 0,0 0 1 0 0,0 0-1 0 0,0 0 1 0 0,0-1-1 0 0,0 1 0 0 0,0 0 1 0 0,0 0-1 0 0,0 0 1 0 0,0 0-1 0 0,1 0 1 0 0,-1 0-1 0 0,0-1 1 0 0,0 1-1 0 0,0 0 1 0 0,0 0-1 0 0,0 0 1 0 0,1 0-1 0 0,-1 0 0 0 0,0 0 1 0 0,0 0-1 0 0,0 0 1 0 0,0 0-1 0 0,1 0 1 0 0,-1 0-1 0 0,0 0 1 0 0,0 0-1 0 0,0 0 1 0 0,0 0-1 0 0,1 0 1 0 0,-1 0-1 0 0,0 0 0 0 0,0 0 1 0 0,0 0-1 0 0,1 0 1 0 0,5 5-301 0 0,4 11-609 0 0,-8-12 29 0 0,0 0 1 0 0,1 0 0 0 0,-1-1 0 0 0,5 5-1 0 0,5 5-7363 0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8:57.2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337 99 13571 0 0,'0'0'8778'0'0,"-30"-14"-7774"0"0,-92-44-219 0 0,77 39-314 0 0,25 15-85 0 0,10 3-232 0 0,3 0-36 0 0,-2 0 53 0 0,-1 0 0 0 0,-12 1 0 0 0,20 0-152 0 0,0 0 0 0 0,0 1-1 0 0,0-1 1 0 0,0 0 0 0 0,0 1 0 0 0,0-1-1 0 0,-1 1 1 0 0,2 0 0 0 0,-1 0 0 0 0,0 0-1 0 0,0 0 1 0 0,0 0 0 0 0,0 0 0 0 0,0 0-1 0 0,1 0 1 0 0,-3 3 0 0 0,1-1 2 0 0,1 1-1 0 0,-1 0 1 0 0,1 0 0 0 0,0 0 0 0 0,0 1-1 0 0,0-1 1 0 0,0 0 0 0 0,1 1 0 0 0,0-1-1 0 0,-2 8 1 0 0,1 4 116 0 0,1 28-1 0 0,1-41-121 0 0,1 12 47 0 0,0 1-1 0 0,1-1 1 0 0,0 0 0 0 0,2 0 0 0 0,-1 0-1 0 0,8 17 1 0 0,42 83 176 0 0,-46-103-217 0 0,17 33-58 0 0,3-1 1 0 0,1-2 0 0 0,2 0-1 0 0,2-2 1 0 0,2-2 0 0 0,40 36-1 0 0,-67-67-225 0 0,0 0-1 0 0,0 1 1 0 0,11 16-1 0 0,-6-3-4898 0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8:57.3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378 54 11298 0 0,'0'0'14194'0'0,"-31"-9"-13907"0"0,-98-23-79 0 0,120 29-167 0 0,-1 0 1 0 0,0 1-1 0 0,1 1 0 0 0,-16-1 0 0 0,14 1 5 0 0,-1 0-233 0 0,-1 1-1 0 0,1 0 1 0 0,0 1 0 0 0,0 0-1 0 0,0 1 1 0 0,0 0 0 0 0,0 0 0 0 0,-11 5-1 0 0,11-2-1818 0 0,1-1-4336 0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8:58.2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1 653 0 0 0,'0'0'13720'0'0,"25"-7"-12151"0"0,78-23-76 0 0,-96 27-1155 0 0,0 1 0 0 0,12-7 0 0 0,-18 9-253 0 0,-1-1-1 0 0,1 1 1 0 0,0-1-1 0 0,0 1 1 0 0,-1-1-1 0 0,1 0 1 0 0,0 1-1 0 0,-1-1 1 0 0,1 0-1 0 0,-1 0 1 0 0,1 0-1 0 0,0 0 1 0 0,1-3 284 0 0,3-5 85 0 0,1 0-1 0 0,-2-1 0 0 0,1 0 1 0 0,-1 0-1 0 0,-1 0 1 0 0,0 0-1 0 0,0-1 1 0 0,-1 1-1 0 0,0-1 0 0 0,-1 1 1 0 0,0-1-1 0 0,-1-11 1 0 0,-2-14-147 0 0,-1 0 0 0 0,-1 0 0 0 0,-3 0 0 0 0,0 0 0 0 0,-3 1 0 0 0,-17-43 1 0 0,-9-47 378 0 0,31 105-534 0 0,5 19-156 0 0,0 1 0 0 0,0 0-1 0 0,0-1 1 0 0,0 1 0 0 0,0 0-1 0 0,0 0 1 0 0,0-1-1 0 0,0 1 1 0 0,0 0 0 0 0,0 0-1 0 0,-1-1 1 0 0,1 1 0 0 0,0 0-1 0 0,0 0 1 0 0,0-1 0 0 0,0 1-1 0 0,0 0 1 0 0,-1 0-1 0 0,1-1 1 0 0,0 1 0 0 0,0 0-1 0 0,0 0 1 0 0,-1 0 0 0 0,1 0-1 0 0,0-1 1 0 0,0 1 0 0 0,-1 0-1 0 0,1 0 1 0 0,0 0-1 0 0,0 0 1 0 0,-1 0 0 0 0,1 0-1 0 0,0 0 1 0 0,0-1 0 0 0,-1 1-1 0 0,1 0 1 0 0,0 0 0 0 0,-1 0-1 0 0,1 0 1 0 0,0 0 0 0 0,0 0-1 0 0,-1 1 1 0 0,1-1-1 0 0,0 0 1 0 0,0 0 0 0 0,-1 0-1 0 0,1 0 1 0 0,0 0 0 0 0,0 0-1 0 0,-1 0 1 0 0,1 0 0 0 0,0 1-1 0 0,0-1 1 0 0,-1 0-1 0 0,1 0 1 0 0,0 0 0 0 0,0 1-1 0 0,0-1 1 0 0,-1 0 0 0 0,1 0-1 0 0,0 0 1 0 0,0 1 0 0 0,-2 1 0 0 0,0 0 1 0 0,0 0 0 0 0,0 0 0 0 0,1 0 0 0 0,-1 1 0 0 0,1-1 0 0 0,-1 0-1 0 0,1 1 1 0 0,0-1 0 0 0,0 1 0 0 0,0-1 0 0 0,0 1 0 0 0,0 0-1 0 0,1-1 1 0 0,-1 5 0 0 0,0 4 0 0 0,0 1-1 0 0,2 15 0 0 0,-1-7 7 0 0,0-10-2 0 0,0 1 0 0 0,1-1 1 0 0,0 0-1 0 0,0 1 0 0 0,1-1 0 0 0,0 0 0 0 0,1 0 0 0 0,7 18 1 0 0,35 65 20 0 0,-27-52 3 0 0,1-1-1 0 0,45 67 1 0 0,-43-80-11 0 0,36 38 1 0 0,-49-57-21 0 0,0 0 0 0 0,1 0 0 0 0,0-2 0 0 0,1 1 0 0 0,-1-1 0 0 0,1 0 1 0 0,0-1-1 0 0,17 6 0 0 0,-25-10-74 0 0,0 0 1 0 0,1-1 0 0 0,-1 1 0 0 0,1-1 0 0 0,-1 1 0 0 0,1-1-1 0 0,-1 0 1 0 0,1 0 0 0 0,-1 0 0 0 0,1 0 0 0 0,-1 0-1 0 0,0-1 1 0 0,1 1 0 0 0,-1-1 0 0 0,4-1 0 0 0,-4 1-463 0 0,0 0 0 0 0,0 0 0 0 0,0-1 0 0 0,-1 1 0 0 0,1 0 0 0 0,0-1 0 0 0,-1 1 1 0 0,1-1-1 0 0,-1 0 0 0 0,0 1 0 0 0,3-4 0 0 0,0-3-5691 0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8:58.6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286 13 2304 0 0,'0'0'22076'0'0,"2"0"-21777"0"0,-87 0 615 0 0,39 0-1002 0 0,-17 1-1296 0 0,22-2-2906 0 0,14-3-1873 0 0,9-2-1125 0 0,11 4 908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8:58.8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392 49 7482 0 0,'0'0'15783'0'0,"-31"-8"-15647"0"0,-93-23-65 0 0,82 22-43 0 0,26 9-8 0 0,6 1-15 0 0,0 0-104 0 0,-1 1 0 0 0,1 0 0 0 0,0 0-1 0 0,-20 8 1 0 0,-11 3-2379 0 0,26-9 388 0 0,-12 3-5839 0 0,12-5-2603 0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8:59.4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5857 0 0,'0'0'14202'0'0,"17"33"-13741"0"0,55 104-178 0 0,-14-31 61 0 0,89 137-86 0 0,-87-157-338 0 0,-34-51-666 0 0,-25-34 487 0 0,0 0-1 0 0,0 0 1 0 0,-1 0-1 0 0,1 0 1 0 0,0 0 0 0 0,-1 1-1 0 0,1-1 1 0 0,-1 0-1 0 0,0 0 1 0 0,1 2 0 0 0,0 2-3756 0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9:00.0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33 5929 0 0,'0'0'18023'0'0,"-2"-7"-18034"0"0,1 1 10 0 0,-4-13-17 0 0,5 19 17 0 0,0 0 1 0 0,0 0 0 0 0,0 0 0 0 0,0 0 0 0 0,0 0 0 0 0,0 0 0 0 0,0 0 0 0 0,0 0 0 0 0,0 0 0 0 0,0 0 0 0 0,0 0 0 0 0,0 1 0 0 0,0-1 0 0 0,0 0-1 0 0,0 0 1 0 0,0 0 0 0 0,0 0 0 0 0,0 0 0 0 0,-1 0 0 0 0,1 0 0 0 0,0 0 0 0 0,0 0 0 0 0,0 0 0 0 0,0 0 0 0 0,0 0 0 0 0,0 0 0 0 0,0 0 0 0 0,0 0 0 0 0,0 0-1 0 0,0 0 1 0 0,0 0 0 0 0,0 0 0 0 0,0 0 0 0 0,0 0 0 0 0,0 0 0 0 0,0 0 0 0 0,0 0 0 0 0,0 0 0 0 0,0 0 0 0 0,0 0 0 0 0,-1 0 0 0 0,1 0 0 0 0,0 0-1 0 0,0 0 1 0 0,0 0 0 0 0,0 0 0 0 0,0 0 0 0 0,0 0 0 0 0,0-1 0 0 0,0 1 0 0 0,0 0 0 0 0,-1 16 10 0 0,2-1 15 0 0,0 1 0 0 0,1-1 1 0 0,1 1-1 0 0,5 19 0 0 0,27 58 33 0 0,48 88-28 0 0,-67-148-24 0 0,-13-25-33 0 0,0 0 1 0 0,0 0-1 0 0,-1 0 0 0 0,3 14 1 0 0,-4 2-3366 0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9:00.4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203 45 9202 0 0,'0'0'15475'0'0,"-19"-8"-15376"0"0,-57-23-34 0 0,54 26-35 0 0,22 5-29 0 0,0 0 1 0 0,-1 0-1 0 0,1 0 1 0 0,-1 0 0 0 0,1 0-1 0 0,0 0 1 0 0,-1 0-1 0 0,1 0 1 0 0,-1 0 0 0 0,1 0-1 0 0,0 0 1 0 0,-1 1-1 0 0,1-1 1 0 0,0 0 0 0 0,-1 0-1 0 0,1 1 1 0 0,0-1-1 0 0,-1 1 1 0 0,-2 1 13 0 0,-3 2 3 0 0,0 1 1 0 0,1 0-1 0 0,-1 1 0 0 0,1 0 0 0 0,0-1 1 0 0,-5 9-1 0 0,2-3 4 0 0,7-10-21 0 0,0 1 0 0 0,0-1 0 0 0,0 1-1 0 0,-1 0 1 0 0,1-1 0 0 0,1 1 0 0 0,-1 0 0 0 0,-1 1-1 0 0,-11 21-20 0 0,13-23 28 0 0,0-1 0 0 0,0 1 0 0 0,-1-1 0 0 0,1 0 0 0 0,0 1 0 0 0,0-1-1 0 0,0 1 1 0 0,0-1 0 0 0,0 1 0 0 0,0-1 0 0 0,0 0 0 0 0,0 1 0 0 0,0-1-1 0 0,0 1 1 0 0,0-1 0 0 0,0 1 0 0 0,0-1 0 0 0,0 1 0 0 0,0-1 0 0 0,1 0 0 0 0,-1 1-1 0 0,0-1 1 0 0,0 1 0 0 0,0-1 0 0 0,1 0 0 0 0,-1 1 0 0 0,0-1 0 0 0,1 0-1 0 0,-1 1 1 0 0,0-1 0 0 0,1 0 0 0 0,-1 1 0 0 0,0-1 0 0 0,1 0 0 0 0,0 1-1 0 0,16 6 405 0 0,-12-6-362 0 0,64 23 85 0 0,173 50-81 0 0,-196-63-197 0 0,9 1-908 0 0,-20-4-9210 0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9:33.1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86 128 3145 0 0,'-2'-4'21908'0'0,"2"5"-21845"0"0,0-1 0 0 0,-1 0-1 0 0,1 0 1 0 0,0 1-1 0 0,-1-1 1 0 0,1 0 0 0 0,0 1-1 0 0,0-1 1 0 0,0 0 0 0 0,-1 1-1 0 0,1-1 1 0 0,0 0-1 0 0,0 1 1 0 0,0-1 0 0 0,0 0-1 0 0,0 1 1 0 0,0-1 0 0 0,0 0-1 0 0,-1 1 1 0 0,1-1-1 0 0,0 1 1 0 0,0-1 0 0 0,0 0-1 0 0,1 1 1 0 0,-1-1 0 0 0,0 16-294 0 0,0-10 374 0 0,1 13-124 0 0,2 0 1 0 0,0 1-1 0 0,1-1 1 0 0,10 28-1 0 0,-4-9 41 0 0,0-3-32 0 0,24 104 60 0 0,-32-127-70 0 0,0-2 14 0 0,0 0 0 0 0,0 18 534 0 0,-3-29-491 0 0,0 1 0 0 0,0-1-1 0 0,1 1 1 0 0,-1-1 0 0 0,0 1 0 0 0,0-1-1 0 0,0 0 1 0 0,1 0 0 0 0,-1 1 0 0 0,0-1-1 0 0,0 0 1 0 0,1 0 0 0 0,-1 0 0 0 0,1 0-1 0 0,-1-1 1 0 0,-9-16 76 0 0,-74-193 152 0 0,28 49-171 0 0,54 152-79 0 0,1 0 0 0 0,-1 0 0 0 0,2 0 0 0 0,0-15 0 0 0,0 20-2 0 0,0 5-46 0 0,0 0 0 0 0,0 0-1 0 0,0-1 1 0 0,0 1 0 0 0,0 0 0 0 0,1 0 0 0 0,-1-1-1 0 0,0 1 1 0 0,0 0 0 0 0,0 0 0 0 0,1 0 0 0 0,-1-1 0 0 0,0 1-1 0 0,0 0 1 0 0,1 0 0 0 0,-1 0 0 0 0,0 0 0 0 0,0 0-1 0 0,1-1 1 0 0,-1 1 0 0 0,0 0 0 0 0,1 0 0 0 0,-1 0-1 0 0,0 0 1 0 0,1 0 0 0 0,-1 0 0 0 0,0 0 0 0 0,0 0 0 0 0,1 0-1 0 0,-1 0 1 0 0,13 2-22 0 0,-8 0 12 0 0,1 1 0 0 0,-1 0 0 0 0,0 0-1 0 0,0 1 1 0 0,0-1 0 0 0,-1 1 0 0 0,1 0 0 0 0,4 6 0 0 0,6 4-2 0 0,57 50 4 0 0,114 95-5 0 0,-39-57-24 0 0,-121-86 17 0 0,1-2 1 0 0,0-1-1 0 0,55 18 0 0 0,-80-30 12 0 0,7 1 34 0 0,-9-2-30 0 0,0 0 1 0 0,0 0-1 0 0,1 0 1 0 0,-1 0-1 0 0,0 0 1 0 0,0 0-1 0 0,0 0 0 0 0,1 0 1 0 0,-1 0-1 0 0,0 0 1 0 0,0 0-1 0 0,0 0 1 0 0,1-1-1 0 0,-1 1 1 0 0,0 0-1 0 0,0 0 0 0 0,0 0 1 0 0,0 0-1 0 0,1 0 1 0 0,-1 0-1 0 0,0 0 1 0 0,0-1-1 0 0,0 1 0 0 0,0 0 1 0 0,0 0-1 0 0,1 0 1 0 0,-1 0-1 0 0,0-1 1 0 0,0 1-1 0 0,0 0 1 0 0,0 0-1 0 0,0 0 0 0 0,0-1 1 0 0,0 1-1 0 0,0 0 1 0 0,0 0-1 0 0,0 0 1 0 0,0-1-1 0 0,0 1 1 0 0,0 0-1 0 0,0-10 5 0 0,0-1-1 0 0,0 1-1 0 0,0-1 0 0 0,-2 0 1 0 0,-2-13-1 0 0,-35-107 85 0 0,-4-18 29 0 0,40 133-127 0 0,1-1 0 0 0,1 1 1 0 0,0-1-1 0 0,3-17 1 0 0,-1-3-819 0 0,-1 34 140 0 0,1-16-1313 0 0,2 14-2239 0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9:33.8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0 10586 0 0,'0'0'13178'0'0,"-2"4"-12836"0"0,1 1-242 0 0,-1 0-1 0 0,1 0 0 0 0,0 1 0 0 0,0-1 0 0 0,0 0 1 0 0,1 1-1 0 0,0-1 0 0 0,0 0 0 0 0,0 1 0 0 0,1-1 1 0 0,0 0-1 0 0,1 7 0 0 0,5 2 69 0 0,1 0 0 0 0,0 0-1 0 0,1-1 1 0 0,11 14 0 0 0,15 11-59 0 0,-35-38-157 0 0,0 0-1 0 0,0 0 1 0 0,1 0-1 0 0,-1 0 1 0 0,0 1 0 0 0,0-1-1 0 0,0 0 1 0 0,0 0-1 0 0,0 0 1 0 0,1 0-1 0 0,-1 0 1 0 0,0 1-1 0 0,0-1 1 0 0,0 0-1 0 0,1 0 1 0 0,-1 0-1 0 0,0 0 1 0 0,0 0-1 0 0,0 0 1 0 0,1 0 0 0 0,-1 0-1 0 0,0 0 1 0 0,0 0-1 0 0,0 0 1 0 0,1 0-1 0 0,-1 0 1 0 0,0 0-1 0 0,0 0 1 0 0,0 0-1 0 0,1 0 1 0 0,-1 0-1 0 0,0 0 1 0 0,0 0 0 0 0,0 0-1 0 0,1 0 1 0 0,-1 0-1 0 0,0 0 1 0 0,0 0-1 0 0,0-1 1 0 0,1 1-1 0 0,-1 0 1 0 0,0 0-1 0 0,0 0 1 0 0,0 0-1 0 0,0 0 1 0 0,0-1 0 0 0,1 1-1 0 0,-1 0 1 0 0,0 0-1 0 0,0 0 1 0 0,0 0-1 0 0,0-1 1 0 0,0 1-1 0 0,0 0 1 0 0,0 0-1 0 0,0 0 1 0 0,0-1-1 0 0,0 1 1 0 0,0 0-1 0 0,0 0 1 0 0,0-1 0 0 0,0 1-1 0 0,0 0 1 0 0,0 0-1 0 0,0-1 1 0 0,0-14-5298 0 0,-5 4-878 0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9:34.0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15 11338 0 0,'0'0'15996'0'0,"5"-2"-16068"0"0,14-8-84 0 0,-14 8-127 0 0,-6 14-5804 0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9:34.3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233 104 14531 0 0,'0'0'11925'0'0,"-30"-18"-11839"0"0,30 18-86 0 0,-120-74 41 0 0,117 72-40 0 0,0 1 0 0 0,-1-1 0 0 0,1 0 0 0 0,0 1-1 0 0,-1 0 1 0 0,-5-1 0 0 0,8 2-1 0 0,1 0 0 0 0,0 0 1 0 0,-1 0-1 0 0,1 0 0 0 0,0 0 0 0 0,-1 0 0 0 0,1 0 0 0 0,0 0 0 0 0,-1 0 0 0 0,1 0 0 0 0,0 0 1 0 0,-1 0-1 0 0,1 0 0 0 0,0 1 0 0 0,0-1 0 0 0,-1 0 0 0 0,1 0 0 0 0,0 0 0 0 0,0 1 0 0 0,-1-1 1 0 0,1 0-1 0 0,0 0 0 0 0,0 1 0 0 0,-1-1 0 0 0,1 0 0 0 0,0 1 0 0 0,0-1 0 0 0,-7 12 20 0 0,1-1-1 0 0,1 1 0 0 0,0 0 0 0 0,1 0 1 0 0,0 0-1 0 0,1 1 0 0 0,-2 12 0 0 0,1 3 51 0 0,2 1 0 0 0,2 31 0 0 0,1-34-29 0 0,2 0 0 0 0,1 0 0 0 0,0-1 0 0 0,2 1 0 0 0,18 46 0 0 0,-10-39-9 0 0,1-1 0 0 0,1-1 1 0 0,38 54-1 0 0,-38-64-50 0 0,0-1-1 0 0,1 0 0 0 0,36 30 0 0 0,9 3-1513 0 0,-53-47 1164 0 0,-2-4-4836 0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9:34.5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427 1 6601 0 0,'0'0'17568'0'0,"-28"0"-17421"0"0,-88 1-27 0 0,101-1-66 0 0,-26 4 0 0 0,28-3-26 0 0,-108 7-803 0 0,81-7-3244 0 0,1-1-5013 0 0,25 0-1714 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9:35.5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34 762 360 0 0,'0'0'22125'0'0,"12"-14"-21504"0"0,34-46-59 0 0,-44 57-502 0 0,0 0 1 0 0,0 0-1 0 0,0 0 1 0 0,-1 0-1 0 0,2-5 1 0 0,-2-5 332 0 0,-2 6-157 0 0,1-1-48 0 0,1-18 244 0 0,-2 0 0 0 0,-1 0 0 0 0,-6-29 0 0 0,-4-17 76 0 0,-5-26-79 0 0,13 69-343 0 0,-11-90 242 0 0,11 89-227 0 0,-7-50 384 0 0,7 59-336 0 0,3 14-39 0 0,0 0 1 0 0,-1 0-1 0 0,0 0 0 0 0,0 1 0 0 0,-3-8 1 0 0,3 8 51 0 0,3 13-248 0 0,-7 71 28 0 0,0 1 21 0 0,6-49 39 0 0,1 0-1 0 0,6 30 1 0 0,0-23 4 0 0,2 0-1 0 0,2 0 0 0 0,1-1 1 0 0,2 0-1 0 0,1-1 0 0 0,28 46 1 0 0,-34-66-8 0 0,32 47-1 0 0,-36-55 8 0 0,1 0 1 0 0,0 0 0 0 0,1-1-1 0 0,-1 0 1 0 0,1-1 0 0 0,11 8-1 0 0,-8-7-23 0 0,0-1 0 0 0,1 0 0 0 0,0 0 0 0 0,0-1 0 0 0,1 0 0 0 0,-1-1 0 0 0,19 3 0 0 0,-16-4-1281 0 0,21 0-1 0 0,-34-2 1020 0 0,0 0 0 0 0,0 0-1 0 0,1-1 1 0 0,-1 1 0 0 0,0 0 0 0 0,0 0 0 0 0,0-1-1 0 0,0 1 1 0 0,2-1 0 0 0,4-4-4669 0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9:36.0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421 52 2417 0 0,'0'0'22695'0'0,"-17"-8"-22328"0"0,-54-23-50 0 0,67 29-275 0 0,0 0 0 0 0,0 0 1 0 0,0 1-1 0 0,0-1 0 0 0,-1 1 0 0 0,1 0 0 0 0,0 1 0 0 0,-1-1 0 0 0,1 1 1 0 0,-9 0-1 0 0,1 0 38 0 0,6 0-44 0 0,-134 2 239 0 0,80 7-730 0 0,47-8-414 0 0,-17 1-4340 0 0,28-2 3764 0 0,0 0 0 0 0,1 0-1 0 0,-1 0 1 0 0,0-1-1 0 0,0 1 1 0 0,0-1 0 0 0,-2 0-1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9:36.3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336 39 11290 0 0,'0'0'13901'0'0,"-31"-6"-13797"0"0,-98-20-46 0 0,120 24-46 0 0,-1 0 0 0 0,-16 0-1 0 0,11 3-269 0 0,-1 1 0 0 0,1 0 0 0 0,-28 9 0 0 0,1-1-8844 0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9:36.8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35 8850 0 0,'0'0'18117'0'0,"-3"-7"-18141"0"0,-5-17-6 0 0,6 21 14 0 0,2 4-3 0 0,3 17-25 0 0,55 175 75 0 0,-48-161-25 0 0,32 84-15 0 0,-19-56 34 0 0,-20-53-177 0 0,-1 1 1 0 0,0-1-1 0 0,-1 1 1 0 0,1 0-1 0 0,-1 13 1 0 0,-11-21-5196 0 0,3-10-3158 0 0,6 9 7560 0 0,1 0 0 0 0,0-1 0 0 0,-1-1 0 0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9:37.3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188 30 6273 0 0,'0'0'21246'0'0,"-6"-5"-21031"0"0,-16-13-76 0 0,22 17-131 0 0,-2 0 1 0 0,1 1-1 0 0,0-1 1 0 0,0 1 0 0 0,0-1-1 0 0,0 1 1 0 0,0-1 0 0 0,0 1-1 0 0,0-1 1 0 0,-1 1-1 0 0,1 0 1 0 0,0 0 0 0 0,0 0-1 0 0,-1 0 1 0 0,1 0 0 0 0,0 0-1 0 0,0 0 1 0 0,0 0-1 0 0,-1 0 1 0 0,1 1 0 0 0,0-1-1 0 0,0 0 1 0 0,0 1-1 0 0,0-1 1 0 0,-2 2 0 0 0,0-1 3 0 0,-2 2-7 0 0,0 0 0 0 0,0 1 0 0 0,0 0 1 0 0,0 0-1 0 0,-7 9 0 0 0,6-7 4 0 0,-10 10 7 0 0,3-2-6 0 0,-16 12 0 0 0,22-22 2 0 0,0 1-3 0 0,2-1-21 0 0,-1 1 160 0 0,6-5-143 0 0,0 0 1 0 0,0 0-1 0 0,0 0 0 0 0,0 1 1 0 0,0-1-1 0 0,0 0 1 0 0,0 0-1 0 0,1 0 0 0 0,-1 1 1 0 0,0-1-1 0 0,0 0 1 0 0,0 0-1 0 0,0 0 0 0 0,0 0 1 0 0,0 1-1 0 0,0-1 1 0 0,1 0-1 0 0,-1 0 0 0 0,0 0 1 0 0,0 0-1 0 0,0 0 1 0 0,0 0-1 0 0,1 0 0 0 0,-1 1 1 0 0,0-1-1 0 0,0 0 1 0 0,0 0-1 0 0,1 0 0 0 0,-1 0 1 0 0,0 0-1 0 0,0 0 1 0 0,0 0-1 0 0,1 0 1 0 0,-1 0-1 0 0,0 0 0 0 0,0 0 1 0 0,0 0-1 0 0,1 0 1 0 0,-1 0-1 0 0,0 0 0 0 0,0 0 1 0 0,9 2 64 0 0,0 0 0 0 0,-1 1 1 0 0,17 8-1 0 0,2 1-46 0 0,133 40 3 0 0,-54-19-821 0 0,-39-9-1528 0 0,-25-5-6889 0 0,-27-11-2674 0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9:39.6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378 27 9738 0 0,'0'0'9817'0'0,"-2"0"-8789"0"0,-38-1 1332 0 0,-55 2-594 0 0,40 9-1681 0 0,20-3-50 0 0,16-4-404 0 0,1-1-1 0 0,0-1 0 0 0,-28-2 0 0 0,43 1-40 0 0,1 0 0 0 0,0 0-1 0 0,0-1 1 0 0,-1 1 0 0 0,1-1-1 0 0,0 0 1 0 0,0 0 0 0 0,0 0-1 0 0,0 0 1 0 0,0 0 0 0 0,-4-3-1 0 0,5 3-429 0 0,-1 0 0 0 0,1-1 0 0 0,0 1-1 0 0,-1-1 1 0 0,1 0 0 0 0,0 1 0 0 0,0-1-1 0 0,0 0 1 0 0,0 0 0 0 0,0 0 0 0 0,0 1-1 0 0,1-1 1 0 0,-2-4 0 0 0,1 0-2382 0 0,-1 2-219 0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9:39.9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448 32 6097 0 0,'0'0'17245'0'0,"-12"-5"-17139"0"0,-35-15-40 0 0,44 19-51 0 0,0 0-1 0 0,0 0 1 0 0,1 0-1 0 0,-1 0 1 0 0,0 1-1 0 0,-5-1 0 0 0,7 1-12 0 0,0 0 0 0 0,-1 0 0 0 0,1 0 0 0 0,0 1 0 0 0,0-1 0 0 0,0 0 0 0 0,0 1-1 0 0,0-1 1 0 0,-2 1 0 0 0,-8 4 10 0 0,-14-1 20 0 0,0-2 0 0 0,0 0 0 0 0,-32-3-1 0 0,19 1-22 0 0,-42-5-330 0 0,39 1-3227 0 0,2 2-8005 0 0,29 2 3193 0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9:41.2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116 93 8594 0 0,'0'0'17296'0'0,"-3"0"-17255"0"0,3 0-39 0 0,-1 0 1 0 0,0 0-1 0 0,1 0 0 0 0,-1 1 0 0 0,0-1 1 0 0,1 0-1 0 0,-1 0 0 0 0,0 1 1 0 0,1-1-1 0 0,-1 0 0 0 0,1 1 1 0 0,-1-1-1 0 0,1 0 0 0 0,-1 1 1 0 0,1-1-1 0 0,-1 1 0 0 0,1-1 1 0 0,-1 1-1 0 0,-6 13 80 0 0,5-7-61 0 0,-3 6 13 0 0,2-1 0 0 0,0 1 1 0 0,0-1-1 0 0,1 1 1 0 0,0 0-1 0 0,2 0 0 0 0,-1 0 1 0 0,1 0-1 0 0,1 0 0 0 0,1 0 1 0 0,0 0-1 0 0,0-1 1 0 0,8 25-1 0 0,-3-17-4 0 0,4 11 21 0 0,9 16-5 0 0,-18-37-44 0 0,-1-9 0 0 0,-1 0 0 0 0,0 0 0 0 0,0 0 0 0 0,0 0-1 0 0,1 0 1 0 0,-1 0 0 0 0,1 0 0 0 0,-1 0-1 0 0,0 0 1 0 0,1 0 0 0 0,0 1 0 0 0,0-2 384 0 0,-6-3 41 0 0,-14-31 44 0 0,6 13-390 0 0,1 0 1 0 0,-11-27-1 0 0,11 23-29 0 0,2 3 13 0 0,1 0 0 0 0,2 0 0 0 0,0-1 0 0 0,1 0 0 0 0,1 0 0 0 0,2-1 0 0 0,0 1 0 0 0,1-25 1 0 0,1 47-63 0 0,1 0 0 0 0,0 0 0 0 0,0 0 0 0 0,0 0 0 0 0,0 0 0 0 0,0 0 0 0 0,0 0 0 0 0,1 0 0 0 0,-1 0 0 0 0,0 1 0 0 0,0-1 0 0 0,1 0 0 0 0,-1 0 0 0 0,1 0 0 0 0,-1 0 0 0 0,1 0 0 0 0,-1 1 0 0 0,1-1 1 0 0,-1 0-1 0 0,1 0 0 0 0,0 1 0 0 0,-1-1 0 0 0,1 0 0 0 0,0 1 0 0 0,-1-1 0 0 0,1 1 0 0 0,0-1 0 0 0,0 1 0 0 0,0-1 0 0 0,0 1 0 0 0,0-1 0 0 0,-1 1 0 0 0,1 0 0 0 0,0 0 0 0 0,0-1 0 0 0,0 1 0 0 0,0 0 1 0 0,0 0-1 0 0,2 0 0 0 0,0 0-17 0 0,0 1 1 0 0,1-1 0 0 0,-1 1 0 0 0,0 0 0 0 0,0 0 0 0 0,0 0-1 0 0,0 0 1 0 0,0 1 0 0 0,0-1 0 0 0,4 3 0 0 0,11 10-7 0 0,-2 1 1 0 0,1 1-1 0 0,-2 0 0 0 0,23 30 1 0 0,14 15 30 0 0,-10-15 6 0 0,-17-18-26 0 0,40 34 1 0 0,-42-44-6 0 0,-1-2-1 0 0,2 0 1 0 0,0-1-1 0 0,1-2 1 0 0,1 0-1 0 0,0-2 1 0 0,50 15-1 0 0,-70-25 31 0 0,0 1 0 0 0,0-1 0 0 0,0 0 0 0 0,0-1 0 0 0,0 1 0 0 0,0-1 0 0 0,9-1 0 0 0,-14 0-6 0 0,0 1 1 0 0,0 0-1 0 0,0-1 1 0 0,0 1-1 0 0,0-1 0 0 0,0 1 1 0 0,0-1-1 0 0,-1 0 0 0 0,1 1 1 0 0,0-1-1 0 0,0 0 0 0 0,0 1 1 0 0,-1-1-1 0 0,1 0 0 0 0,0 0 1 0 0,-1 0-1 0 0,1 0 0 0 0,-1 0 1 0 0,1 0-1 0 0,-1 0 0 0 0,1 0 1 0 0,-1 0-1 0 0,0 0 0 0 0,1 0 1 0 0,-1 0-1 0 0,0 0 0 0 0,0-1 1 0 0,1-6 35 0 0,0 1-1 0 0,-1-14 1 0 0,0 15-31 0 0,0-17 21 0 0,-1 0 0 0 0,-1 1 1 0 0,-8-38-1 0 0,-3 10 23 0 0,-13-69 15 0 0,22 90-97 0 0,0 5-80 0 0,0-34-1 0 0,4 58 9 0 0,0-1 0 0 0,0 1 0 0 0,0-1 0 0 0,0 1 0 0 0,0-1 0 0 0,0 1 0 0 0,0-1 0 0 0,0 1 0 0 0,0-1 0 0 0,0 1 0 0 0,-1-1 0 0 0,1 1 0 0 0,0 0 0 0 0,0-1 0 0 0,0 1 0 0 0,0-1 0 0 0,-1 1 0 0 0,1 0 0 0 0,0-1 0 0 0,-1 1 0 0 0,1-1 0 0 0,0 1 0 0 0,-1 0 0 0 0,1-1 0 0 0,0 1 0 0 0,-1 0 0 0 0,1 0 0 0 0,0-1 0 0 0,-1 1 0 0 0,1 0 0 0 0,-1 0 0 0 0,-15 1-11409 0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9:42.5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298 107 5745 0 0,'0'0'18075'0'0,"-31"-17"-17721"0"0,-95-51-120 0 0,88 49-121 0 0,37 18-109 0 0,1 1 1 0 0,-1 0 0 0 0,1 0-1 0 0,-1 0 1 0 0,1-1 0 0 0,-1 1-1 0 0,1 0 1 0 0,-1 0 0 0 0,0 0 0 0 0,1 0-1 0 0,-1 0 1 0 0,1 0 0 0 0,-1 0-1 0 0,1 0 1 0 0,-1 0 0 0 0,0 0-1 0 0,-5 1 27 0 0,4-1-26 0 0,-1 1 0 0 0,1-1 0 0 0,0 0 0 0 0,-1 1 0 0 0,1 0 0 0 0,0 0 0 0 0,0 0 0 0 0,0 0 0 0 0,0 0 0 0 0,0 0 0 0 0,0 0 1 0 0,0 1-1 0 0,0-1 0 0 0,0 1 0 0 0,0-1 0 0 0,1 1 0 0 0,-3 3 0 0 0,-3 3-6 0 0,1 1 0 0 0,-7 13 0 0 0,11-18 7 0 0,-1 2 5 0 0,0 0-1 0 0,0 0 1 0 0,1 0-1 0 0,0 1 1 0 0,0-1-1 0 0,1 1 1 0 0,0 0-1 0 0,0 0 1 0 0,0 8-1 0 0,1-10 9 0 0,0 0-1 0 0,0 0 0 0 0,1-1 0 0 0,-1 1 1 0 0,1 0-1 0 0,0-1 0 0 0,1 1 0 0 0,-1-1 1 0 0,1 1-1 0 0,0-1 0 0 0,0 0 0 0 0,0 0 1 0 0,0 0-1 0 0,4 4 0 0 0,12 11 92 0 0,0-2 0 0 0,1 0 0 0 0,1-1 0 0 0,23 14 0 0 0,-9-6-73 0 0,-14-9-34 0 0,-1 0 1 0 0,-1 2 0 0 0,0 0-1 0 0,-1 1 1 0 0,0 1 0 0 0,14 22-1 0 0,-29-37-6 0 0,1 1-1 0 0,-1-1 1 0 0,1 1-1 0 0,-1 0 0 0 0,-1 0 1 0 0,1 0-1 0 0,1 10 1 0 0,-1-1-21 0 0,-1 24 0 0 0,-1-36 22 0 0,0 0 1 0 0,0 0-1 0 0,-1 0 0 0 0,1 0 1 0 0,0 0-1 0 0,-1 0 0 0 0,0 0 1 0 0,1 0-1 0 0,-1 0 0 0 0,0-1 0 0 0,0 1 1 0 0,0 0-1 0 0,0 0 0 0 0,0-1 1 0 0,-2 3-1 0 0,0-1 0 0 0,0-1 1 0 0,0 1-1 0 0,0-1 1 0 0,0 0-1 0 0,0 0 1 0 0,-1 0-1 0 0,-5 2 1 0 0,-1 0 18 0 0,0-1 0 0 0,0 0 0 0 0,-1-1 1 0 0,0 0-1 0 0,-10 0 0 0 0,10-1 30 0 0,-1-1 0 0 0,1 0 0 0 0,-1-1 0 0 0,1 0 0 0 0,0-1 1 0 0,0 0-1 0 0,0-1 0 0 0,0 0 0 0 0,0-1 0 0 0,0 0 0 0 0,1-1 0 0 0,0 0 0 0 0,-11-7 0 0 0,19 11-13 0 0,0-1 0 0 0,0 0 0 0 0,0 1 0 0 0,0-1 0 0 0,0 0 0 0 0,0 0 1 0 0,1 0-1 0 0,-1 0 0 0 0,1 0 0 0 0,-1 0 0 0 0,-1-5 0 0 0,3 6-11 0 0,-1-1 1 0 0,1 0-1 0 0,-1 1 1 0 0,1-1-1 0 0,0 0 1 0 0,-1 1-1 0 0,1-1 0 0 0,0 0 1 0 0,0 1-1 0 0,0-1 1 0 0,1 0-1 0 0,-1 1 1 0 0,0-1-1 0 0,1 1 0 0 0,-1-1 1 0 0,1 0-1 0 0,-1 1 1 0 0,1-1-1 0 0,0-1 0 0 0,2 0-37 0 0,0 1 0 0 0,0-1-1 0 0,0 1 1 0 0,0-1 0 0 0,0 1-1 0 0,0 0 1 0 0,1 0 0 0 0,-1 0-1 0 0,6-1 1 0 0,-6 2-11 0 0,8-4-91 0 0,0 2 0 0 0,0-1 0 0 0,23-2 0 0 0,-1-1-2728 0 0,-3-2-6540 0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9:43.9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315 119 2777 0 0,'0'0'19903'0'0,"-32"-18"-19481"0"0,-97-56-76 0 0,123 70-304 0 0,0 1 0 0 0,0 0-1 0 0,0 0 1 0 0,0 0 0 0 0,-9-1 0 0 0,15 3-31 0 0,-19-1 112 0 0,0-1-1 0 0,-37 2 1 0 0,44 1-77 0 0,12 0-41 0 0,0 0 1 0 0,0 0-1 0 0,0 0 1 0 0,0 0 0 0 0,0 0-1 0 0,-1 0 1 0 0,1 0-1 0 0,0 1 1 0 0,0-1-1 0 0,0 0 1 0 0,0 0-1 0 0,0 0 1 0 0,-1 0-1 0 0,1 0 1 0 0,0 0-1 0 0,0 0 1 0 0,0 1 0 0 0,0-1-1 0 0,0 0 1 0 0,0 0-1 0 0,0 0 1 0 0,0 0-1 0 0,0 0 1 0 0,-1 1-1 0 0,1-1 1 0 0,0 0-1 0 0,0 0 1 0 0,0 0-1 0 0,0 0 1 0 0,0 1 0 0 0,0-1-1 0 0,0 0 1 0 0,0 0-1 0 0,1 10 110 0 0,4 8-17 0 0,-3-12-67 0 0,0 0-14 0 0,0-1 0 0 0,0 1-1 0 0,0 0 1 0 0,-1 0 0 0 0,1 9 0 0 0,8 106 77 0 0,-6-54-39 0 0,19 112 0 0 0,-1-37-17 0 0,-1 40-36 0 0,-16-151 16 0 0,-4-20-7 0 0,2 20 0 0 0,-2-29 20 0 0,-1 1 0 0 0,0-1-1 0 0,1 0 1 0 0,-1 0 0 0 0,1 0-1 0 0,0 0 1 0 0,0 1 0 0 0,0-1-1 0 0,0-1 1 0 0,0 1-1 0 0,0 0 1 0 0,0 0 0 0 0,1 0-1 0 0,1 1 1 0 0,0 1 149 0 0,-3-3-138 0 0,1 0 0 0 0,0-1 0 0 0,0 1 0 0 0,0-1 0 0 0,0 1 0 0 0,0-1 0 0 0,0 1 0 0 0,0-1 0 0 0,0 1 0 0 0,0-1 0 0 0,1 0 0 0 0,-1 0 0 0 0,0 1 0 0 0,1-1 0 0 0,17 1 292 0 0,-19-1-333 0 0,47 1 193 0 0,-28 0-527 0 0,0 0 0 0 0,0-2 0 0 0,27-3 0 0 0,-44 3-9 0 0,0 1 0 0 0,1-1 1 0 0,-1 0-1 0 0,0 0 0 0 0,0 0 0 0 0,0 0 0 0 0,3-2 0 0 0,6-6-7125 0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9:44.7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0 447 5425 0 0,'0'0'15011'0'0,"6"-4"-14723"0"0,17-16 4 0 0,-20 18-150 0 0,-1 0 0 0 0,1 0-1 0 0,0 1 1 0 0,-1-1 0 0 0,1 1-1 0 0,5-3 1 0 0,4-1 413 0 0,0-1-165 0 0,-8 4-176 0 0,0 0 0 0 0,0 0 0 0 0,0 0 0 0 0,-1-1 0 0 0,1 1 0 0 0,-1-1 0 0 0,6-6 0 0 0,-6 6-55 0 0,0 0 0 0 0,-1-1 0 0 0,0 0 0 0 0,0 0-1 0 0,0 0 1 0 0,0 0 0 0 0,0 0 0 0 0,-1 0 0 0 0,0 0 0 0 0,2-8-1 0 0,-2-4 162 0 0,1-27-1 0 0,-2 16-122 0 0,-1 15-137 0 0,0-1 0 0 0,-1 0-1 0 0,0 1 1 0 0,-1-1-1 0 0,0 1 1 0 0,-6-13-1 0 0,0-4 118 0 0,-8-20 152 0 0,1 9-61 0 0,13 21-110 0 0,3 19-161 0 0,-11 2-833 0 0,6 1 820 0 0,1 0 0 0 0,1 1 0 0 0,-1 0 0 0 0,1 0 0 0 0,-1 0 0 0 0,1 0 0 0 0,0 0 0 0 0,0 0 1 0 0,1 1-1 0 0,-1 0 0 0 0,1-1 0 0 0,0 1 0 0 0,1 0 0 0 0,-1 0 0 0 0,1 0 0 0 0,0 0 0 0 0,0 0 0 0 0,0 6 0 0 0,-2 80-45 0 0,4-76 65 0 0,0 0 1 0 0,1 0 0 0 0,8 29 0 0 0,-7-35-11 0 0,4 16 20 0 0,1 0 0 0 0,1-1 0 0 0,1 0 1 0 0,22 38-1 0 0,-27-55-9 0 0,20 29 96 0 0,-22-32-81 0 0,1 0 0 0 0,-1 0 0 0 0,1-1 0 0 0,0 1 0 0 0,0-1 0 0 0,7 4 1 0 0,5 3 60 0 0,-2-2 38 0 0,16 7-1 0 0,-24-13-96 0 0,-1 0-1 0 0,0 0 0 0 0,1-1 0 0 0,-1 0 0 0 0,1 0 0 0 0,-1 0 1 0 0,7 0-1 0 0,64-1-1088 0 0,-64-3-1618 0 0,-3 1-3549 0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9:46.1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370 4 10322 0 0,'0'0'11673'0'0,"-10"0"-11346"0"0,-66-3 420 0 0,58 3-605 0 0,-25 0 49 0 0,-58 7 0 0 0,79-5-744 0 0,-25 0 1 0 0,18-3-3976 0 0,6 1-3635 0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9:46.5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13243 0 0,'0'0'10810'0'0,"0"17"-10913"0"0,1 57 133 0 0,-1-56-21 0 0,2 0 1 0 0,0 0-1 0 0,5 22 1 0 0,-1-12 1 0 0,25 99 40 0 0,-8-46-206 0 0,-11-49-1408 0 0,-12-31 1378 0 0,0-1 0 0 0,0 0 0 0 0,0 1 0 0 0,0-1 0 0 0,0 1 0 0 0,1-1-1 0 0,-1 0 1 0 0,0 1 0 0 0,0-1 0 0 0,0 1 0 0 0,1-1 0 0 0,-1 0 0 0 0,0 1 0 0 0,1-1 0 0 0,-1 0 0 0 0,0 1-1 0 0,0-1 1 0 0,1 0 0 0 0,-1 0 0 0 0,1 1 0 0 0,-1-1 0 0 0,1 0 0 0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9:46.8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149 0 9754 0 0,'0'0'13758'0'0,"-9"2"-13580"0"0,-32 3-11 0 0,36-4-122 0 0,0 1-1 0 0,0-1 1 0 0,0 1-1 0 0,0 0 1 0 0,0 0-1 0 0,-5 4 1 0 0,-5 1 19 0 0,12-5-54 0 0,-1-1-1 0 0,1 1 1 0 0,0 0-1 0 0,0 0 0 0 0,0 0 1 0 0,0 0-1 0 0,0 0 1 0 0,0 1-1 0 0,1-1 1 0 0,-1 1-1 0 0,1 0 0 0 0,-4 4 1 0 0,6-5-4 0 0,-1-1 1 0 0,1 1 0 0 0,0-1-1 0 0,-1 1 1 0 0,1-1-1 0 0,0 1 1 0 0,0 0-1 0 0,0-1 1 0 0,0 1-1 0 0,0-1 1 0 0,0 1 0 0 0,1-1-1 0 0,-1 1 1 0 0,0-1-1 0 0,1 1 1 0 0,-1-1-1 0 0,1 1 1 0 0,0-1-1 0 0,-1 0 1 0 0,1 1 0 0 0,0-1-1 0 0,0 0 1 0 0,1 2-1 0 0,4 1 75 0 0,-1 0 0 0 0,0 0 0 0 0,1-1-1 0 0,0 0 1 0 0,0 0 0 0 0,0-1 0 0 0,0 0 0 0 0,7 2-1 0 0,53 9 359 0 0,-60-12-414 0 0,145 17 332 0 0,-86-16-8283 0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9:47.4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61 9866 0 0,'0'0'11552'0'0,"20"-10"-11452"0"0,63-30-15 0 0,-77 38-80 0 0,-1-1 0 0 0,1 1 0 0 0,8-2 0 0 0,-12 4-6 0 0,-1 0 0 0 0,0 0 1 0 0,0 0-1 0 0,0 0 1 0 0,1 0-1 0 0,-1 1 1 0 0,0-1-1 0 0,0 0 1 0 0,0 0-1 0 0,2 1 1 0 0,3 1-2 0 0,4 2 6 0 0,0-1 0 0 0,0 2 0 0 0,0-1-1 0 0,12 9 1 0 0,37 27 20 0 0,-58-39-24 0 0,3 3 3 0 0,0 0 0 0 0,0-1 0 0 0,0 1-1 0 0,4 6 1 0 0,0 1-2 0 0,-6-10-5 0 0,-1 1 1 0 0,0 0 0 0 0,0 0 0 0 0,0 0-1 0 0,0 0 1 0 0,0 0 0 0 0,0 0 0 0 0,-1 0-1 0 0,1 0 1 0 0,0 0 0 0 0,-1 1 0 0 0,0 1 0 0 0,0 29-65 0 0,0-16 63 0 0,-2 63 11 0 0,0 23 7 0 0,3-80-9 0 0,0 0 0 0 0,8 33 0 0 0,43 175 10 0 0,-49-219-21 0 0,-1 0-1 0 0,0 0 0 0 0,-1-1 1 0 0,0 1-1 0 0,-1 0 1 0 0,-2 21-1 0 0,2-31 8 0 0,-1-1 1 0 0,0 1 0 0 0,0-1-1 0 0,1 1 1 0 0,-1 0-1 0 0,0-1 1 0 0,0 1-1 0 0,0-1 1 0 0,0 0 0 0 0,-1 1-1 0 0,1-1 1 0 0,0 0-1 0 0,-1 0 1 0 0,1 0-1 0 0,0 0 1 0 0,-1 0-1 0 0,1 0 1 0 0,-1 0 0 0 0,0 0-1 0 0,-1 0 1 0 0,-3 1 33 0 0,1 0-1 0 0,-1 0 1 0 0,1 0 0 0 0,-12 0 0 0 0,-55 1 110 0 0,7-1-1827 0 0,38 1-1301 0 0,6-2-3232 0 0,5-1-4576 0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9:52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0 0 0 0,'0'0'12283'0'0,"11"3"-10386"0"0,36 6-114 0 0,-32-4 2753 0 0,-15-5-4489 0 0,0 0 0 0 0,0 0-1 0 0,0 0 1 0 0,0 0-1 0 0,0 0 1 0 0,0 0 0 0 0,0 1-1 0 0,0-1 1 0 0,0 0-1 0 0,0 0 1 0 0,0 0 0 0 0,0 0-1 0 0,0 0 1 0 0,0 0-1 0 0,0 0 1 0 0,0 0-1 0 0,0 0 1 0 0,0 0 0 0 0,0 1-1 0 0,0-1 1 0 0,0 0-1 0 0,0 0 1 0 0,0 0 0 0 0,0 0-1 0 0,0 0 1 0 0,0 0-1 0 0,0 0 1 0 0,0 0 0 0 0,0 0-1 0 0,0 0 1 0 0,0 0-1 0 0,0 0 1 0 0,0 1-1 0 0,0-1 1 0 0,0 0 0 0 0,0 0-1 0 0,0 0 1 0 0,0 0-1 0 0,0 0 1 0 0,-1 0 0 0 0,1 0-1 0 0,0 0 1 0 0,0 0-1 0 0,0 0 1 0 0,0 0 0 0 0,0 0-1 0 0,0 0 1 0 0,0 0-1 0 0,0 0 1 0 0,0 0 0 0 0,0 0-1 0 0,-1 0 1 0 0,1 0-1 0 0,0 0 1 0 0,0 0-1 0 0,0 0 1 0 0,0 0 0 0 0,0 0-1 0 0,-14 2 989 0 0,-3 1-787 0 0,-1-1 1 0 0,1-1 0 0 0,-1 0 0 0 0,-20-3 0 0 0,0 1-75 0 0,17 2-452 0 0,10 0 73 0 0,0-1 0 0 0,-14-1 0 0 0,4-5-3996 0 0,19 5 3158 0 0,1 0-1 0 0,-1 1 0 0 0,0-2 0 0 0,1 1 0 0 0,-1 0 1 0 0,0 0-1 0 0,1 0 0 0 0,-3-3 0 0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9:52.4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329 52 8010 0 0,'0'0'16075'0'0,"-34"-9"-15844"0"0,-101-25-118 0 0,91 25-66 0 0,31 9-27 0 0,3 1-15 0 0,-3-1-590 0 0,1 0 0 0 0,-20 4-1 0 0,14 1-3198 0 0,0 2-3625 0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9:53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65 7042 0 0,'0'0'18992'0'0,"-4"-11"-18796"0"0,-14-32-86 0 0,14 32-66 0 0,7 24-1086 0 0,8 6 919 0 0,-3-5 103 0 0,12 26 11 0 0,1 3 15 0 0,29 85 1 0 0,-38-70-80 0 0,-8-37-122 0 0,-2-9-1043 0 0,0 20 1 0 0,-2-3-7717 0 0,0-21 3846 0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9:53.6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729 14 11586 0 0,'0'0'9413'0'0,"-32"0"-8450"0"0,-104 0-203 0 0,32-1 358 0 0,13-5-412 0 0,-56-1-376 0 0,25 7-3254 0 0,82 0-1282 0 0,1 0-3328 0 0,21 0-2678 0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9:54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85 104 16043 0 0,'0'0'9709'0'0,"-4"1"-9717"0"0,1-1 7 0 0,2 0 1 0 0,0 0 0 0 0,1 0 0 0 0,-1 0 0 0 0,0 0 0 0 0,0 0 0 0 0,1 0 0 0 0,-1 0 0 0 0,0 1 0 0 0,0-1 0 0 0,1 0 0 0 0,-1 0 0 0 0,0 1 0 0 0,1-1 0 0 0,-1 0 0 0 0,0 1 0 0 0,1-1 0 0 0,-1 1 0 0 0,1-1 0 0 0,-1 1 0 0 0,0-1 0 0 0,1 1 0 0 0,-1 0 0 0 0,1-1 0 0 0,0 1 0 0 0,-1-1 0 0 0,1 1 0 0 0,-1 0 0 0 0,1-1 0 0 0,0 1 0 0 0,0 0 0 0 0,-1 0 0 0 0,1 1 0 0 0,-2 43 113 0 0,4 59-1 0 0,-1-95-87 0 0,0 0-1 0 0,4 11 0 0 0,2 16 50 0 0,-5-9 3 0 0,-2-26-58 0 0,-1-1 54 0 0,0 0-1 0 0,1 0 1 0 0,-1 0 0 0 0,0-1 0 0 0,1 1 0 0 0,-1 0-1 0 0,0 0 1 0 0,1-1 0 0 0,-1 1 0 0 0,0-1 0 0 0,1 1-1 0 0,-1 0 1 0 0,1-1 0 0 0,-1 1 0 0 0,1-1-1 0 0,-1 1 1 0 0,1-1 0 0 0,-1 0 0 0 0,1 1 0 0 0,-1-1-1 0 0,1 1 1 0 0,0-1 0 0 0,-1-1 0 0 0,-7-20 95 0 0,5 11-40 0 0,-4-6-64 0 0,-1-5 9 0 0,0 0 1 0 0,-9-41-1 0 0,16 56-58 0 0,-2-11 58 0 0,-2-32 0 0 0,5 38-41 0 0,0-11 36 0 0,0 21-62 0 0,0 1 0 0 0,0 0 0 0 0,0-1 0 0 0,1 1 0 0 0,-1 0-1 0 0,0 0 1 0 0,1-1 0 0 0,-1 1 0 0 0,1 0 0 0 0,0 0-1 0 0,-1 0 1 0 0,1 0 0 0 0,1-2 0 0 0,-1 2-14 0 0,-1 0 0 0 0,1 0 1 0 0,0 0-1 0 0,0 0 0 0 0,0 1 1 0 0,0-1-1 0 0,0 0 0 0 0,0 1 1 0 0,0-1-1 0 0,0 0 0 0 0,1 1 1 0 0,-1-1-1 0 0,0 1 0 0 0,0 0 0 0 0,0-1 1 0 0,1 1-1 0 0,-1 0 0 0 0,0 0 1 0 0,0 0-1 0 0,0 0 0 0 0,1 0 1 0 0,-1 0-1 0 0,0 0 0 0 0,0 0 1 0 0,2 1-1 0 0,-1-1-16 0 0,1 1 0 0 0,-1 0 1 0 0,0-1-1 0 0,0 1 0 0 0,0 0 0 0 0,0 0 1 0 0,0 1-1 0 0,0-1 0 0 0,-1 0 0 0 0,4 4 1 0 0,17 17-100 0 0,-18-17 96 0 0,23 23 11 0 0,1-1 0 0 0,1-2 0 0 0,47 33 0 0 0,-56-44 22 0 0,0-2 0 0 0,0 0 0 0 0,2-2 0 0 0,-1 0 1 0 0,1-1-1 0 0,33 8 0 0 0,-50-16 35 0 0,1 0 1 0 0,-1 0-1 0 0,1-1 1 0 0,8 0-1 0 0,-13 0-17 0 0,1 0 0 0 0,0 0-1 0 0,0-1 1 0 0,-1 1 0 0 0,1 0 0 0 0,0-1 0 0 0,0 1 0 0 0,-1-1-1 0 0,1 0 1 0 0,-1 0 0 0 0,1 1 0 0 0,-1-1 0 0 0,1 0-1 0 0,-1 0 1 0 0,1-1 0 0 0,1-1 0 0 0,1-1 24 0 0,-1 0 1 0 0,-1 0 0 0 0,1-1-1 0 0,-1 1 1 0 0,1-1 0 0 0,-1 0-1 0 0,2-8 1 0 0,-2 5-19 0 0,-1 0 0 0 0,0 0 0 0 0,0 0 0 0 0,-1-9 0 0 0,0-1-23 0 0,1 6-14 0 0,-1 0 1 0 0,-1 0-1 0 0,0 0 1 0 0,-4-18-1 0 0,-2 3-13 0 0,1 10-185 0 0,1-1 0 0 0,-4-31 0 0 0,9 33-1275 0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9:57.2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73 414 0 0 0,'0'0'13235'0'0,"9"0"-11772"0"0,29 0-32 0 0,-36 0-1260 0 0,0 0 1 0 0,0-1-1 0 0,-1 1 1 0 0,1-1-1 0 0,0 0 1 0 0,0 0 0 0 0,0 1-1 0 0,0-1 1 0 0,-1 0-1 0 0,1-1 1 0 0,0 1-1 0 0,-1 0 1 0 0,1 0-1 0 0,-1-1 1 0 0,1 1-1 0 0,-1 0 1 0 0,0-1-1 0 0,0 0 1 0 0,0 1-1 0 0,0-1 1 0 0,2-2 0 0 0,2-4 557 0 0,-1 2-454 0 0,1-1 0 0 0,-2 1 0 0 0,1-1 0 0 0,-1 0 0 0 0,0 0 0 0 0,0-1 0 0 0,-1 1 0 0 0,1-1 0 0 0,-2 1 0 0 0,1-1 0 0 0,-1 0 0 0 0,-1 0 0 0 0,1 1 0 0 0,-1-1 0 0 0,0 0 0 0 0,-1 0 0 0 0,-2-12 0 0 0,0 9-211 0 0,0-1-1 0 0,-1 1 1 0 0,0-1-1 0 0,0 1 1 0 0,-1 0 0 0 0,-1 1-1 0 0,0-1 1 0 0,-1 1-1 0 0,1 0 1 0 0,-17-17 0 0 0,5 9-16 0 0,-1 0 0 0 0,-30-21 0 0 0,17 15 272 0 0,32 26-340 0 0,-1 0 1 0 0,1 0 0 0 0,-1 0-1 0 0,1 0 1 0 0,0 0 0 0 0,0 0-1 0 0,0 3 1 0 0,0-5 16 0 0,1 10-3 0 0,-1 0 0 0 0,2-1 0 0 0,-1 1 0 0 0,2-1-1 0 0,-1 1 1 0 0,6 12 0 0 0,28 54 64 0 0,-17-40-82 0 0,-7-10 17 0 0,57 130-47 0 0,-65-146 63 0 0,1 1 1 0 0,11 17 0 0 0,-3-7-7 0 0,-12-20-9 0 0,1 1 0 0 0,-1 0 0 0 0,0-1 0 0 0,1 1 0 0 0,-1-1 0 0 0,1 1 0 0 0,0-1 0 0 0,3 2 0 0 0,6 6-382 0 0,-10-9 271 0 0,0 0-1 0 0,0 1 1 0 0,0-1-1 0 0,0 0 1 0 0,0 0-1 0 0,1 0 1 0 0,-1 0-1 0 0,0 0 1 0 0,0 0-1 0 0,2 0 1 0 0,3-1-1247 0 0,1 1-494 0 0,6 1-2562 0 0,-4-2-2432 0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9:57.5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273 36 16492 0 0,'0'0'7747'0'0,"-33"-6"-7629"0"0,-98-16-39 0 0,121 20-72 0 0,-30-3 63 0 0,34 5-59 0 0,-14 0 53 0 0,-13 0-3086 0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9:57.6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322 23 10002 0 0,'0'0'9066'0'0,"-185"-23"-8570"0"0,162 23-248 0 0,0 0-128 0 0,6 0-48 0 0,1 0-40 0 0,2 6-32 0 0,0-1-40 0 0,5 0-336 0 0,1 2-880 0 0,-5-2-1529 0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9:58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188 67 12387 0 0,'0'0'10006'0'0,"-29"2"-9982"0"0,-91 6 2 0 0,115-8-22 0 0,-1 1 0 0 0,1 0 0 0 0,0 0-1 0 0,-7 2 1 0 0,12-3-3 0 0,-1 0 0 0 0,1 0-1 0 0,0 1 1 0 0,0-1 0 0 0,-1 0 0 0 0,1 0 0 0 0,0 0 0 0 0,0 0-1 0 0,0 0 1 0 0,-1 1 0 0 0,1-1 0 0 0,0 0 0 0 0,0 0 0 0 0,0 0-1 0 0,0 1 1 0 0,-1-1 0 0 0,1 0 0 0 0,0 0 0 0 0,0 0 0 0 0,0 1-1 0 0,0-1 1 0 0,0 0 0 0 0,0 0 0 0 0,0 1 0 0 0,0-1-1 0 0,0 0 1 0 0,0 0 0 0 0,-1 1 0 0 0,1-1 0 0 0,0 0 0 0 0,1 1-1 0 0,-1-1 1 0 0,0 0 0 0 0,0 3 15 0 0,-1 0 23 0 0,1 0 0 0 0,0 0 0 0 0,0 0-1 0 0,0 0 1 0 0,0 0 0 0 0,0 0 0 0 0,1 0-1 0 0,-1-1 1 0 0,1 1 0 0 0,0 0 0 0 0,0 0 0 0 0,0 0-1 0 0,0-1 1 0 0,2 5 0 0 0,-1-5 13 0 0,0 1 0 0 0,1-1 0 0 0,-1 1-1 0 0,0-1 1 0 0,1 0 0 0 0,0 0 0 0 0,-1 0 0 0 0,1 0 0 0 0,0 0 0 0 0,0-1 0 0 0,0 1 0 0 0,5 1-1 0 0,3 2 68 0 0,0-1 0 0 0,1 0 0 0 0,0-1 0 0 0,0-1 0 0 0,16 3 0 0 0,-22-5-3 0 0,1 0 0 0 0,-1 0-1 0 0,0 0 1 0 0,0-1 0 0 0,12-2 0 0 0,-16 2-78 0 0,0 1 0 0 0,0-1 0 0 0,0 0 0 0 0,0 0-1 0 0,-1 0 1 0 0,1 0 0 0 0,0 0 0 0 0,-1-1 0 0 0,1 1 0 0 0,-1 0 0 0 0,1-1 0 0 0,-1 1 0 0 0,1-1 0 0 0,-1 1 0 0 0,0-1 0 0 0,0 0 0 0 0,0 0 0 0 0,0 1 0 0 0,0-1 0 0 0,0 0 0 0 0,0-3 0 0 0,1-3 62 0 0,0 1 0 0 0,0-1 0 0 0,0-14 0 0 0,-2 18-100 0 0,0 1 0 0 0,0-1 1 0 0,0 0-1 0 0,0 0 0 0 0,-1 0 0 0 0,0 1 1 0 0,0-1-1 0 0,0 0 0 0 0,-3-6 0 0 0,1 5-27 0 0,0 0-1 0 0,0 0 1 0 0,0 1-1 0 0,0-1 1 0 0,-1 1 0 0 0,0 0-1 0 0,0-1 1 0 0,-6-3-1 0 0,7 5-327 0 0,-1 1 0 0 0,0 0 0 0 0,1 0 0 0 0,-8-2 0 0 0,7 2-845 0 0,-1 1-1 0 0,0 0 0 0 0,1 0 0 0 0,-8 0 1 0 0,0 0-5466 0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9:56.5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925 26 0 0 0,'0'0'14371'0'0,"12"-4"-13183"0"0,35-14-253 0 0,-36 14 2149 0 0,-14 4-3278 0 0,0 1 0 0 0,-1-1 0 0 0,1 1 0 0 0,-1 0 0 0 0,1 0 0 0 0,0 0 0 0 0,-6 3 0 0 0,5-2 241 0 0,0 0-1 0 0,0 0 1 0 0,0-1-1 0 0,-1 0 1 0 0,-3 1-1 0 0,-239 14 1499 0 0,29-7-978 0 0,128-4-358 0 0,40-2-112 0 0,0 2 0 0 0,-82 21-1 0 0,113-20-91 0 0,0 1-1 0 0,1 1 1 0 0,-33 19-1 0 0,36-18-3 0 0,13-8 0 0 0,-12 7 10 0 0,14-8-11 0 0,-1 1 0 0 0,0-1 0 0 0,1 0 1 0 0,-1 1-1 0 0,1-1 0 0 0,-1 1 0 0 0,1-1 1 0 0,-1 1-1 0 0,1-1 0 0 0,-1 1 1 0 0,1 0-1 0 0,-1-1 0 0 0,1 1 0 0 0,0 0 1 0 0,-1-1-1 0 0,1 2 0 0 0,0-2-19 0 0,3 4 22 0 0,2-2 35 0 0,-1 0 0 0 0,1-1 0 0 0,0 1 0 0 0,0-1-1 0 0,0 0 1 0 0,6 1 0 0 0,5 1 19 0 0,131 24 160 0 0,-20-3-230 0 0,84 30-61 0 0,-200-51 44 0 0,0 1 0 0 0,0 1-1 0 0,0 0 1 0 0,12 7 0 0 0,-21-10 7 0 0,1 0 1 0 0,0 0 0 0 0,-1 0 0 0 0,1 0 0 0 0,-1 0 0 0 0,1 1-1 0 0,-1-1 1 0 0,0 1 0 0 0,0-1 0 0 0,0 1 0 0 0,-1 0 0 0 0,1 0 0 0 0,-1 0-1 0 0,1 0 1 0 0,-1 0 0 0 0,0 0 0 0 0,0 0 0 0 0,0 0 0 0 0,0 6-1 0 0,-1-4-21 0 0,1-1 0 0 0,-1 1 0 0 0,-1-1 0 0 0,1 1 0 0 0,-1-1 0 0 0,-1 6 0 0 0,1-7 33 0 0,0-1 0 0 0,0 1 0 0 0,0-1 0 0 0,0 0 0 0 0,0 1 0 0 0,-1-1-1 0 0,1 0 1 0 0,-1 0 0 0 0,0 0 0 0 0,0 0 0 0 0,-4 4 0 0 0,-14 10 30 0 0,-2-1 0 0 0,-24 13 0 0 0,-50 21 39 0 0,53-28-26 0 0,-125 63 129 0 0,147-71-148 0 0,2 0 0 0 0,-1 1-1 0 0,2 1 1 0 0,-26 26 0 0 0,44-41-2 0 0,0 0 0 0 0,0 0 0 0 0,-1 0 0 0 0,1 0 0 0 0,0 0 0 0 0,0 0 0 0 0,0 0 0 0 0,0 0 0 0 0,0 1 0 0 0,-1-1 0 0 0,1 0 0 0 0,0 0 0 0 0,0 0 0 0 0,0 0 0 0 0,0 0 0 0 0,0 0 0 0 0,0 1 0 0 0,0-1 0 0 0,-1 0 0 0 0,1 0 0 0 0,0 0 0 0 0,0 0 0 0 0,0 1 0 0 0,0-1 0 0 0,0 0 0 0 0,0 0 0 0 0,0 0 0 0 0,0 0 0 0 0,0 1 0 0 0,0-1 0 0 0,0 0 0 0 0,0 0 0 0 0,0 0-1 0 0,0 0 1 0 0,0 1 0 0 0,0-1 0 0 0,0 0 0 0 0,0 0 0 0 0,0 0 0 0 0,1 0 0 0 0,-1 1 0 0 0,0-1 0 0 0,0 0 0 0 0,0 0 0 0 0,0 0 0 0 0,0 0 0 0 0,0 0 0 0 0,0 1 0 0 0,1-1 0 0 0,-1 0 0 0 0,0 0 0 0 0,0 0 0 0 0,0 0 0 0 0,0 0 0 0 0,0 0 0 0 0,1 0 0 0 0,-1 0 0 0 0,0 0 0 0 0,0 0 0 0 0,0 0 0 0 0,0 1 0 0 0,1-1 0 0 0,-1 0 0 0 0,0 0 0 0 0,0 0 0 0 0,0 0 0 0 0,1 0 0 0 0,14 0 954 0 0,-11-1-1115 0 0,296-9 933 0 0,101 3-1728 0 0,-327 16-2035 0 0,-28 3-5965 0 0,-34-9-1245 0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9:59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88 13235 0 0,'0'0'9211'0'0,"-3"-1"-9110"0"0,0 0-83 0 0,3 1-19 0 0,-1 0 1 0 0,1-1 0 0 0,-1 1-1 0 0,0 0 1 0 0,1 0 0 0 0,-1 0-1 0 0,1 0 1 0 0,-1 0-1 0 0,1 0 1 0 0,-1 0 0 0 0,0 0-1 0 0,1 0 1 0 0,-2 0 0 0 0,2 0 1 0 0,-1 1 0 0 0,1-1 0 0 0,0 1 0 0 0,-1-1 0 0 0,1 0 0 0 0,0 1 0 0 0,-1-1 0 0 0,1 1 0 0 0,0-1 0 0 0,0 1 0 0 0,-1-1 0 0 0,1 1 0 0 0,0-1 0 0 0,0 1 0 0 0,0-1 0 0 0,0 1 0 0 0,0-1 0 0 0,0 1 0 0 0,0 0 0 0 0,0-1 0 0 0,0 1 0 0 0,0 0 0 0 0,0 6 67 0 0,1 0-1 0 0,0-1 1 0 0,0 1-1 0 0,1-1 1 0 0,-1 1-1 0 0,1-1 0 0 0,1 1 1 0 0,3 7-1 0 0,4 5 173 0 0,16 22-1 0 0,-12-23-63 0 0,1 0-1 0 0,23 22 1 0 0,-34-36-112 0 0,10 5 660 0 0,-14-11 156 0 0,-1-4-789 0 0,0 0 1 0 0,-1 1-1 0 0,0-1 0 0 0,0 1 0 0 0,0-1 0 0 0,-4-5 1 0 0,4 7-61 0 0,-91-169 342 0 0,75 142-289 0 0,15 23-148 0 0,7 9-493 0 0,10 13-253 0 0,-12-12 974 0 0,12 12-230 0 0,-1 0 41 0 0,23 17 0 0 0,-12-12 18 0 0,2-2 0 0 0,50 26 1 0 0,-62-37 53 0 0,-1-1 1 0 0,1 0-1 0 0,1 0 1 0 0,-1-2-1 0 0,1 0 1 0 0,-1 0 0 0 0,30 0-1 0 0,-40-3 21 0 0,-1 0 0 0 0,1 0 0 0 0,-1 0 0 0 0,0-1 0 0 0,1 1 0 0 0,4-2 0 0 0,-7 1-32 0 0,0 1-1 0 0,1-1 1 0 0,-1 0-1 0 0,0 0 1 0 0,0 0 0 0 0,0 0-1 0 0,0 0 1 0 0,1 0-1 0 0,-2 0 1 0 0,1 0 0 0 0,0 0-1 0 0,0 0 1 0 0,0-1-1 0 0,0 1 1 0 0,-1 0 0 0 0,1-1-1 0 0,0 1 1 0 0,0-2-1 0 0,1-3-17 0 0,-1 0-1 0 0,0-1 1 0 0,1 1-1 0 0,-2 0 1 0 0,1 0-1 0 0,-1-1 1 0 0,0 1-1 0 0,0 0 1 0 0,-1 0-1 0 0,1-1 1 0 0,-2 1-1 0 0,1 0 1 0 0,-1 0 0 0 0,1 0-1 0 0,-2 0 1 0 0,1 0-1 0 0,-5-8 1 0 0,2 5-488 0 0,0 1 0 0 0,-1 1 0 0 0,1-1 0 0 0,-2 1 1 0 0,1 0-1 0 0,-1 0 0 0 0,0 1 0 0 0,0 0 0 0 0,0 0 1 0 0,-1 0-1 0 0,-10-4 0 0 0,16 9-277 0 0,0 0-1 0 0,-1 0 1 0 0,1 0 0 0 0,-1 0-1 0 0,1 1 1 0 0,-1-1 0 0 0,-3 1-1 0 0,-8-1-8349 0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9:59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298 54 12131 0 0,'0'0'11041'0'0,"-31"-8"-10884"0"0,-95-25-70 0 0,118 30-74 0 0,-2 0 1 0 0,1 1 0 0 0,0 1 0 0 0,-10-1-1 0 0,11 2 1 0 0,8 0-17 0 0,-44-2-132 0 0,16 4-4240 0 0,23-1 1481 0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9:59.5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17732 0 0,'0'0'4245'0'0,"6"30"-4147"0"0,21 95-22 0 0,-25-114-89 0 0,1 0-1 0 0,0 1 1 0 0,8 16-1 0 0,-5-14-129 0 0,10 29-1601 0 0,-9-23-1282 0 0,0-2-3544 0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0:01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17 8890 0 0,'0'0'16625'0'0,"-1"-3"-16563"0"0,-4-7-34 0 0,4 7-38 0 0,4 9-66 0 0,38 53 80 0 0,71 80 0 0 0,-34-47 28 0 0,-3-4-7 0 0,-11-15-9 0 0,28 23 36 0 0,-82-86-42 0 0,11 10 48 0 0,36 28 0 0 0,-47-41-27 0 0,4 2 24 0 0,-5-4-9 0 0,-8-4-62 0 0,1 0 0 0 0,0 0-1 0 0,-1 0 1 0 0,1 0 0 0 0,0 0 0 0 0,0 0 0 0 0,-1-1 0 0 0,1 1-1 0 0,3 0 1 0 0,-4-1-280 0 0,-11-19-11535 0 0,9 17 10351 0 0,-7-7-3792 0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0:01.5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369 141 7466 0 0,'0'0'20201'0'0,"-6"-21"-19754"0"0,-17-63-44 0 0,22 81-319 0 0,0-1 0 0 0,0 1 0 0 0,0-1 1 0 0,0 1-1 0 0,0 0 0 0 0,-4-6 0 0 0,5 7 176 0 0,0-2 311 0 0,-9 20-1218 0 0,-10 20 616 0 0,8-18 38 0 0,-12 31 0 0 0,1 8-21 0 0,-31 89 28 0 0,33-87-5 0 0,-5 19-15 0 0,-54 136-35 0 0,79-213 40 0 0,-13 30 8 0 0,-24 43 0 0 0,34-65-18 0 0,2-8 7 0 0,1 0 0 0 0,0 0 0 0 0,-1 1 0 0 0,1-1 0 0 0,-1 0 1 0 0,1 0-1 0 0,-1 0 0 0 0,0 0 0 0 0,-1 1 0 0 0,2-1-76 0 0,-1 0 0 0 0,0 0 0 0 0,0-1 0 0 0,1 1 0 0 0,-1 0 0 0 0,1 0 0 0 0,-1 0 0 0 0,1 0 0 0 0,-1 0 0 0 0,1 0 0 0 0,0 0 0 0 0,-1 2 1 0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0:02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0 420 0 0 0,'0'0'22285'0'0,"22"-6"-21353"0"0,66-22-125 0 0,-85 27-746 0 0,-1 0 0 0 0,1 0 0 0 0,-1 0 0 0 0,0 0 0 0 0,1 0 0 0 0,-1-1 0 0 0,0 1 0 0 0,4-4 0 0 0,-6 5-37 0 0,0-1 1 0 0,1 1 0 0 0,-1-1 0 0 0,0 1-1 0 0,1-1 1 0 0,-1 1 0 0 0,0-1 0 0 0,0 1 0 0 0,0-1-1 0 0,1 1 1 0 0,-1-1 0 0 0,0 0 0 0 0,0 1-1 0 0,0-1 1 0 0,0 1 0 0 0,0-1 0 0 0,0 1-1 0 0,0-2 1 0 0,0-2 156 0 0,1-9 78 0 0,0 0 1 0 0,-1-1-1 0 0,-1 1 0 0 0,0 0 1 0 0,0 0-1 0 0,-7-25 0 0 0,4 26-163 0 0,-1 0 0 0 0,-7-15 0 0 0,-1 0 18 0 0,-35-67 346 0 0,15 34-4 0 0,33 59-434 0 0,0 1-17 0 0,0 0 0 0 0,-1-1 0 0 0,1 1 1 0 0,0 0-1 0 0,0-1 0 0 0,0 1 0 0 0,0 0 1 0 0,0-1-1 0 0,-1 1 0 0 0,1 0 0 0 0,0-1 1 0 0,0 1-1 0 0,-1 0 0 0 0,1 0 0 0 0,0-1 1 0 0,0 1-1 0 0,-1 0 0 0 0,1 0 1 0 0,0 0-1 0 0,-1-1 0 0 0,1 1 0 0 0,0 0 1 0 0,-1 0-1 0 0,1 0 0 0 0,-1 0-66 0 0,1 4-239 0 0,0 45 197 0 0,2 0-1 0 0,12 73 1 0 0,-14-120 103 0 0,10 52 16 0 0,3 0-1 0 0,22 60 1 0 0,-32-107 1 0 0,0 0 0 0 0,0-1-1 0 0,1 0 1 0 0,0 0 0 0 0,0 0 0 0 0,0 0 0 0 0,1-1 0 0 0,0 1 0 0 0,0-1-1 0 0,1 0 1 0 0,-1-1 0 0 0,1 1 0 0 0,9 4 0 0 0,-7-5 24 0 0,0 0 0 0 0,0 0 0 0 0,1-1 0 0 0,0 0 0 0 0,0 0 0 0 0,0-1 1 0 0,0 0-1 0 0,0-1 0 0 0,0 0 0 0 0,10 0 0 0 0,-1-1-796 0 0,27-5 1 0 0,-24 1-3500 0 0,-1-1-4889 0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0:05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0 19524 0 0,'0'0'9115'0'0,"-1"2"-8893"0"0,-7 2-2137 0 0,-7-3-10508 0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0:05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107 214 11650 0 0,'0'0'9921'0'0,"-5"11"-9785"0"0,-14 33 3 0 0,15-33-44 0 0,1 0-1 0 0,0 0 1 0 0,0 0-1 0 0,1 0 1 0 0,0 0-1 0 0,1 1 1 0 0,1-1 0 0 0,0 15-1 0 0,0-11 11 0 0,1-7-51 0 0,-1 1-1 0 0,2-1 0 0 0,-1 0 0 0 0,1 0 1 0 0,3 9-1 0 0,0 0 31 0 0,0-5-14 0 0,0 0-1 0 0,0-1 0 0 0,9 15 1 0 0,-7-14-9 0 0,0 1 0 0 0,5 16 1 0 0,-10-21 1730 0 0,-7-15-926 0 0,-8-18-385 0 0,12 22-385 0 0,-39-86 455 0 0,29 63-403 0 0,-11-36 0 0 0,12 33-89 0 0,2 6 37 0 0,1 0 1 0 0,1-1 0 0 0,1 0-1 0 0,1 0 1 0 0,-1-45 0 0 0,5 68-100 0 0,0 1 1 0 0,0-1-1 0 0,0 0 1 0 0,0 0-1 0 0,0 0 0 0 0,0 0 1 0 0,1 0-1 0 0,-1 0 1 0 0,0 0-1 0 0,1 0 1 0 0,-1 1-1 0 0,1-1 1 0 0,-1 0-1 0 0,1 0 1 0 0,-1 1-1 0 0,1-1 0 0 0,0 0 1 0 0,-1 1-1 0 0,1-1 1 0 0,0 0-1 0 0,0 1 1 0 0,-1-1-1 0 0,1 1 1 0 0,0-1-1 0 0,0 1 1 0 0,0 0-1 0 0,-1-1 0 0 0,1 1 1 0 0,0 0-1 0 0,0-1 1 0 0,0 1-1 0 0,0 0 1 0 0,0 0-1 0 0,0 0 1 0 0,1 0-1 0 0,1 0-29 0 0,0 0 1 0 0,0 0-1 0 0,-1 0 0 0 0,1 0 1 0 0,0 1-1 0 0,-1-1 0 0 0,1 1 0 0 0,0 0 1 0 0,-1 0-1 0 0,1 0 0 0 0,3 2 1 0 0,73 53-214 0 0,-33-22 204 0 0,40 25-47 0 0,186 94 0 0 0,-235-135 67 0 0,7 3-9 0 0,56 19 0 0 0,-96-39 79 0 0,1 1 0 0 0,-1-1 0 0 0,0-1-1 0 0,0 1 1 0 0,8 0 0 0 0,-12-2-15 0 0,1 0 0 0 0,-1 0-1 0 0,0 0 1 0 0,0 0 0 0 0,0 0 0 0 0,1 0-1 0 0,-1 0 1 0 0,0 0 0 0 0,0 0-1 0 0,0 0 1 0 0,-1-2 0 0 0,1 1 5 0 0,0-4-7 0 0,-1 0 1 0 0,1 0-1 0 0,-1 0 0 0 0,-1 0 0 0 0,1 1 0 0 0,-1-1 0 0 0,-5-10 0 0 0,-1-1 1 0 0,-13-18 0 0 0,7 12 4 0 0,-24-38 34 0 0,-31-56 67 0 0,50 80-74 0 0,-19-48 1 0 0,32 69-122 0 0,0 1-1 0 0,-3-20 1 0 0,7 6-2665 0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0:07.1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0 19396 0 0,'0'0'9195'0'0,"-2"0"-9215"0"0,-15 0-2707 0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0:07.8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402 152 6769 0 0,'0'0'16428'0'0,"-31"-21"-15879"0"0,-98-67-72 0 0,86 62-179 0 0,26 20-11 0 0,6 4-135 0 0,2-1-46 0 0,0 1 0 0 0,-1 1 0 0 0,1-1 0 0 0,-1 2 0 0 0,1-1 0 0 0,-12 2-1 0 0,18-1-107 0 0,1 1-1 0 0,0 0 0 0 0,0-1 0 0 0,0 1 0 0 0,0 0 1 0 0,0 0-1 0 0,0 1 0 0 0,1-1 0 0 0,-1 0 0 0 0,0 1 0 0 0,1-1 1 0 0,-1 1-1 0 0,-1 2 0 0 0,-19 24 21 0 0,13-13-6 0 0,-10 19 1 0 0,16-28-14 0 0,1 0 1 0 0,0 0-1 0 0,0 1 1 0 0,0-1-1 0 0,1 0 1 0 0,-1 12-1 0 0,1 0-10 0 0,0 1 0 0 0,4 27 0 0 0,-1-40 11 0 0,0 1-1 0 0,0-1 0 0 0,1 0 1 0 0,-1 0-1 0 0,1 0 1 0 0,5 6-1 0 0,1 1 17 0 0,0-1-1 0 0,1-1 0 0 0,1 1 1 0 0,19 15-1 0 0,-9-7 1 0 0,70 54-24 0 0,-14-12-98 0 0,-49-36 51 0 0,38 42 0 0 0,-64-65 37 0 0,1 1 0 0 0,-1-1 0 0 0,1 1-1 0 0,-1 0 1 0 0,0-1 0 0 0,-1 1-1 0 0,1 0 1 0 0,-1 0 0 0 0,2 6 0 0 0,-3-9 11 0 0,0 0 0 0 0,0 0 0 0 0,1 1 0 0 0,-1-1 0 0 0,0 0 0 0 0,0 0 0 0 0,-1 1 0 0 0,1-1 0 0 0,0 0 0 0 0,0 0 0 0 0,-1 1 0 0 0,1-1 0 0 0,0 0 0 0 0,-1 0 0 0 0,1 0 0 0 0,-1 0 0 0 0,0 0 0 0 0,1 0 0 0 0,-1 0 0 0 0,0 0 0 0 0,0 0 0 0 0,1 0 0 0 0,-1 0 1 0 0,0 0-1 0 0,0 0 0 0 0,0-1 0 0 0,0 1 0 0 0,0 0 0 0 0,0-1 0 0 0,0 1 0 0 0,-1-1 0 0 0,1 1 0 0 0,0-1 0 0 0,0 1 0 0 0,-2-1 0 0 0,-6 2 40 0 0,0 0 0 0 0,0-1 0 0 0,0 0 0 0 0,0 0-1 0 0,0-1 1 0 0,0 0 0 0 0,0-1 0 0 0,0 0 0 0 0,-12-3 0 0 0,-8-4 120 0 0,-40-16-1 0 0,69 24-151 0 0,-8-3 63 0 0,-1-1 0 0 0,1 0 0 0 0,0 0 0 0 0,0 0 0 0 0,0-1 0 0 0,0-1 0 0 0,-9-8 0 0 0,15 12-23 0 0,1 0 0 0 0,0 0 1 0 0,-1 0-1 0 0,1 0 0 0 0,0 0 0 0 0,0 0 1 0 0,1 0-1 0 0,-1 0 0 0 0,0-1 0 0 0,0-2 1 0 0,1 4-41 0 0,0 0 0 0 0,0 0 0 0 0,-1 0 0 0 0,1-1 0 0 0,0 1 0 0 0,0 0 0 0 0,0 0 0 0 0,1 0 0 0 0,-1 0 1 0 0,0 0-1 0 0,0 0 0 0 0,1 0 0 0 0,-1 0 0 0 0,0 0 0 0 0,1 0 0 0 0,-1 0 0 0 0,1 0 0 0 0,0 0 0 0 0,-1 0 0 0 0,1 0 1 0 0,0 0-1 0 0,0-1 0 0 0,6-2-444 0 0,-1-1 1 0 0,1 1-1 0 0,0 1 1 0 0,0-1-1 0 0,1 1 1 0 0,12-3 0 0 0,2 0-3856 0 0,0 3-3853 0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0:09.3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304 10 12619 0 0,'0'0'10662'0'0,"-25"-2"-10623"0"0,-80-4-25 0 0,91 6-10 0 0,4-1-2 0 0,0 0 0 0 0,-12 2 1 0 0,16 0-4 0 0,-1-1-3 0 0,0 1 0 0 0,0 0 0 0 0,0 1 0 0 0,0-1 1 0 0,0 1-1 0 0,0 1 0 0 0,0-1 0 0 0,1 1 0 0 0,-1 0 1 0 0,1 1-1 0 0,0 0 0 0 0,0 0 0 0 0,-6 5 0 0 0,11-7-24 0 0,-1-1-1 0 0,1 1 0 0 0,0 0 1 0 0,0 0-1 0 0,0 0 0 0 0,0 0 1 0 0,0 0-1 0 0,0 0 0 0 0,0 0 0 0 0,1 0 1 0 0,-1 0-1 0 0,1 0 0 0 0,-1 0 1 0 0,1 0-1 0 0,0 0 0 0 0,0 4 1 0 0,1 3-90 0 0,0 1 1 0 0,3 13-1 0 0,1 5 114 0 0,5 42-15 0 0,-6-31 14 0 0,1 0 0 0 0,2 0 0 0 0,2 0 0 0 0,2-1 0 0 0,1 0 0 0 0,22 46-1 0 0,-11-32-18 0 0,-3 2-1 0 0,16 61 0 0 0,-30-81 22 0 0,-2 1-1 0 0,-1 0 1 0 0,-2 52 0 0 0,-1-59 2 0 0,-5 4 2709 0 0,12-32-1237 0 0,3-3-1174 0 0,19-6 0 0 0,-20 6-340 0 0,0 0 0 0 0,1 0 0 0 0,10-1 0 0 0,58 0-2020 0 0,-61 3-2458 0 0,-1 1-3810 0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0:09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63 537 3249 0 0,'0'0'16090'0'0,"8"-1"-15482"0"0,24-7 28 0 0,-29 7-432 0 0,0 0 0 0 0,0 0 0 0 0,0 0 0 0 0,-1 0 0 0 0,1 0 0 0 0,-1-1 0 0 0,1 1 0 0 0,-1-1 0 0 0,1 0 0 0 0,-1 0 0 0 0,0 0 0 0 0,0 0 0 0 0,0 0 0 0 0,0 0 0 0 0,0-1 0 0 0,-1 1 0 0 0,1 0 0 0 0,-1-1 0 0 0,3-4 0 0 0,2-5 372 0 0,-2 6-363 0 0,-1-1 0 0 0,0 1 0 0 0,0-1 0 0 0,0 0 0 0 0,-1 0 0 0 0,0 0 1 0 0,-1 0-1 0 0,2-12 0 0 0,-2-6 48 0 0,-2-30-1 0 0,1 36-197 0 0,-1 1-9 0 0,-1-1 1 0 0,-8-32 0 0 0,-16-36 148 0 0,22 73-150 0 0,1 5-28 0 0,1 1 9 0 0,-1 0 0 0 0,0 0 1 0 0,0 0-1 0 0,-1 0 0 0 0,-5-10 0 0 0,-1 5 99 0 0,-9-20 0 0 0,18 32-163 0 0,1 1-103 0 0,0 0 95 0 0,-1 1 0 0 0,1-1-1 0 0,-1 0 1 0 0,1 0 0 0 0,0 1-1 0 0,-1-1 1 0 0,1 0 0 0 0,0 1-1 0 0,-1-1 1 0 0,1 1 0 0 0,0-1-1 0 0,0 0 1 0 0,-1 1 0 0 0,1-1-1 0 0,0 1 1 0 0,0-1 0 0 0,-1 1-1 0 0,0 3-30 0 0,-7 8 43 0 0,0 2 0 0 0,1-1 1 0 0,1 1-1 0 0,0 0 0 0 0,-7 28 0 0 0,5-3 19 0 0,-5 41 0 0 0,11-65 0 0 0,1-1 1 0 0,1 0-1 0 0,0 0 1 0 0,1 1-1 0 0,0-1 1 0 0,1 0-1 0 0,1 0 1 0 0,0 0-1 0 0,1 0 0 0 0,9 21 1 0 0,-5-18-8 0 0,2-1-1 0 0,0 0 1 0 0,0-1 0 0 0,2 0 0 0 0,15 16 0 0 0,-8-8 28 0 0,-11-16-3 0 0,-1 1 0 0 0,1-1-1 0 0,0 0 1 0 0,0-1 0 0 0,14 8-1 0 0,-2-2 8 0 0,30 11-1 0 0,-43-21-143 0 0,0 1 0 0 0,0-2 0 0 0,1 1 0 0 0,-1-1 0 0 0,12 1 0 0 0,19-1-5909 0 0,-36-1 5231 0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0:10.2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341 63 12027 0 0,'0'0'11958'0'0,"-30"-10"-11942"0"0,-93-31-23 0 0,81 30-16 0 0,28 11-50 0 0,4 1-17 0 0,-6 1-1569 0 0,0 0 1 0 0,-31 9-1 0 0,18-3-6343 0 0,15-5-2644 0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0:10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17348 0 0,'0'0'5752'0'0,"3"27"-6200"0"0,13 89 452 0 0,-12-94-1 0 0,4 49-6 0 0,-4-33-13 0 0,15 64 0 0 0,20 36 18 0 0,-28-107-532 0 0,-6-16 636 0 0,6 19 1 0 0,-8-16-4093 0 0,-2 1-3912 0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0:11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1 13251 0 0,'0'0'11480'0'0,"-15"1"-11392"0"0,-51 7-27 0 0,60-7-51 0 0,0 0-1 0 0,1 0 1 0 0,-1 0-1 0 0,1 1 1 0 0,-1-1-1 0 0,1 1 1 0 0,0 1-1 0 0,0-1 1 0 0,0 1 0 0 0,0 0-1 0 0,-6 5 1 0 0,5-4-6 0 0,4-3-2 0 0,0 1-1 0 0,1-1 1 0 0,-1 0 0 0 0,1 1 0 0 0,-1 0 0 0 0,1-1 0 0 0,0 1 0 0 0,-1 0 0 0 0,1-1 0 0 0,0 1 0 0 0,0 0 0 0 0,0 0-1 0 0,1 0 1 0 0,-1 0 0 0 0,0 0 0 0 0,1 0 0 0 0,-1 0 0 0 0,1 2 0 0 0,0-2 9 0 0,0 0 0 0 0,0-1 0 0 0,0 1-1 0 0,0-1 1 0 0,0 1 0 0 0,1-1 0 0 0,-1 1 0 0 0,0 0 0 0 0,1-1 0 0 0,0 0 0 0 0,-1 1-1 0 0,1-1 1 0 0,0 1 0 0 0,0-1 0 0 0,-1 0 0 0 0,1 1 0 0 0,0-1 0 0 0,1 0-1 0 0,-1 0 1 0 0,0 0 0 0 0,0 0 0 0 0,0 0 0 0 0,1 0 0 0 0,1 1 0 0 0,6 3 101 0 0,0-1 1 0 0,1 0-1 0 0,-1-1 1 0 0,1 0-1 0 0,0 0 1 0 0,10 0-1 0 0,1 0 65 0 0,40 1-1 0 0,-25-4-105 0 0,39 0-191 0 0,-34-7-1838 0 0,-41 7 1842 0 0,0 0 1 0 0,0 0-1 0 0,0 0 1 0 0,1 0 0 0 0,-1 0-1 0 0,0 0 1 0 0,0 0-1 0 0,0 0 1 0 0,0 0-1 0 0,1 0 1 0 0,-1 0-1 0 0,0 0 1 0 0,0 0-1 0 0,0 0 1 0 0,0 0-1 0 0,0 0 1 0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0:11.6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 5897 0 0,'0'0'12127'0'0,"30"-5"-12108"0"0,94-11-19 0 0,-92 14-3 0 0,-20 4 3 0 0,9 7 107 0 0,0 0 1 0 0,-1 1-1 0 0,32 21 0 0 0,-50-29-33 0 0,0-1 0 0 0,-1 1-1 0 0,1-1 1 0 0,0 1 0 0 0,-1-1-1 0 0,1 1 1 0 0,-1 0-1 0 0,2 4 1 0 0,-3-6 26 0 0,-7 15-296 0 0,5 8 219 0 0,1-1 0 0 0,0 1 0 0 0,2 0 0 0 0,1 0 0 0 0,1 0 0 0 0,6 27 0 0 0,14 52 55 0 0,23 113-42 0 0,-28-87 90 0 0,-14-93 3146 0 0,-13-35-2841 0 0,-22-4-536 0 0,4 1 92 0 0,-1 2-775 0 0,-42 3-1 0 0,56 0-1430 0 0,-1 1 0 0 0,-19 5-1 0 0,15-2-3340 0 0,5-1-3667 0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0:37.7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2 0 0 0,'0'0'13278'0'0,"17"0"-12241"0"0,5-1-593 0 0,12 1-56 0 0,5-1 6766 0 0,-46 1-5937 0 0,-165 0 169 0 0,167 1-1365 0 0,0-1 0 0 0,0 1 1 0 0,1 0-1 0 0,-7 2 0 0 0,6-2-564 0 0,0 0 0 0 0,0 0-1 0 0,1 0 1 0 0,-8 0 0 0 0,-4 0-4347 0 0,-3 1-7377 0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0:38.1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500 8 8994 0 0,'0'0'14035'0'0,"-6"-1"-13894"0"0,-3-1-63 0 0,0 0-1 0 0,1 1 1 0 0,-1 0 0 0 0,0 0-1 0 0,-10 2 1 0 0,-199 8 845 0 0,196-9-925 0 0,-84 0-1849 0 0,37 0-7740 0 0,53 0-1228 0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0:39.6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429 3 5969 0 0,'0'0'12764'0'0,"-3"2"-12160"0"0,0-1-396 0 0,2 0-99 0 0,-1 0 0 0 0,1 0 0 0 0,0 0 0 0 0,-1-1 1 0 0,1 1-1 0 0,0 0 0 0 0,-1-1 0 0 0,1 1 0 0 0,-1-1 1 0 0,1 0-1 0 0,-3 1 0 0 0,-25 8 2370 0 0,-152-1-769 0 0,83-12-1660 0 0,78 1-2517 0 0,-24-5 0 0 0,23 0-3648 0 0,20 8 5219 0 0,0-1 0 0 0,0 1 0 0 0,0-1 0 0 0,-6-5-4480 0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0:39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341 4 11795 0 0,'0'0'11731'0'0,"-17"0"-11687"0"0,-51-3-12 0 0,47 3-13 0 0,17 3-5 0 0,2-1-4 0 0,-9 7 86 0 0,-9 4 213 0 0,11-10-307 0 0,-1 1 0 0 0,1-2 0 0 0,0 1-1 0 0,-1-1 1 0 0,0-1 0 0 0,-9 1 0 0 0,-61-2-4547 0 0,71-1 3508 0 0,8 1 940 0 0,-18-1-3057 0 0,6-3-2202 0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0:41.6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96 315 6633 0 0,'0'0'16915'0'0,"-7"-4"-13681"0"0,5 46-3220 0 0,1 20 86 0 0,1-52-72 0 0,1-1 0 0 0,0 0 0 0 0,1 0-1 0 0,3 13 1 0 0,11 22 74 0 0,7 24 45 0 0,-21-53-224 0 0,-2-13 392 0 0,0-5 720 0 0,-1-2-975 0 0,0 0 0 0 0,0-1 1 0 0,-1 1-1 0 0,0 0 0 0 0,0 0 1 0 0,0 0-1 0 0,-4-6 0 0 0,3 6-37 0 0,-17-41 53 0 0,-20-67 0 0 0,28 76-38 0 0,-1-4 45 0 0,1 0 1 0 0,-5-45-1 0 0,16 82-63 0 0,1 1-1 0 0,0 0 1 0 0,0-1-1 0 0,0 1 0 0 0,0 0 1 0 0,1-1-1 0 0,0-5 1 0 0,0 9-20 0 0,-1-1 1 0 0,0 1-1 0 0,0-1 1 0 0,1 0 0 0 0,-1 1-1 0 0,0-1 1 0 0,1 1-1 0 0,-1-1 1 0 0,0 1 0 0 0,1-1-1 0 0,-1 1 1 0 0,1-1-1 0 0,-1 1 1 0 0,1-1 0 0 0,-1 1-1 0 0,1 0 1 0 0,-1-1-1 0 0,2 0 1 0 0,-1 1-10 0 0,0 0-1 0 0,-1 0 1 0 0,1 0-1 0 0,0 0 1 0 0,0 0 0 0 0,0 0-1 0 0,0 0 1 0 0,0 0-1 0 0,0 0 1 0 0,-1 1 0 0 0,1-1-1 0 0,0 0 1 0 0,0 1-1 0 0,0-1 1 0 0,0 0 0 0 0,-1 1-1 0 0,1-1 1 0 0,1 1-1 0 0,20 15-65 0 0,1 0 0 0 0,21 23 0 0 0,-5-6 50 0 0,16 12 33 0 0,3-2 0 0 0,111 62 0 0 0,-160-100 20 0 0,-1-1 0 0 0,1 0 0 0 0,0-1 1 0 0,0 0-1 0 0,1 0 0 0 0,-1-1 0 0 0,1 0 1 0 0,-1-1-1 0 0,14 1 0 0 0,-22-2-14 0 0,0 0 0 0 0,1 0-1 0 0,-1-1 1 0 0,0 1-1 0 0,0 0 1 0 0,1-1 0 0 0,-1 1-1 0 0,0-1 1 0 0,0 1 0 0 0,1-1-1 0 0,-1 0 1 0 0,0 1-1 0 0,0-1 1 0 0,0 0 0 0 0,0 0-1 0 0,0 0 1 0 0,0 0 0 0 0,0 0-1 0 0,0 0 1 0 0,-1 0-1 0 0,1 0 1 0 0,0 0 0 0 0,0 0-1 0 0,-1 0 1 0 0,1 0 0 0 0,-1-1-1 0 0,1 1 1 0 0,-1-1-1 0 0,2-5 31 0 0,0 1 0 0 0,-1-1 0 0 0,0 0 0 0 0,0-7 0 0 0,0 11-33 0 0,0-20 26 0 0,-1-1 0 0 0,-1 1 0 0 0,-1 0 0 0 0,-7-36 0 0 0,-33-89-98 0 0,39 137-298 0 0,-1 1 0 0 0,0-1 0 0 0,0 1 0 0 0,-1 0 0 0 0,-1 1 0 0 0,1-1 0 0 0,-15-16 1 0 0,20 25 116 0 0,-1 1 1 0 0,0-1 0 0 0,1 1 0 0 0,-1-1 0 0 0,0 1 0 0 0,1-1-1 0 0,-1 1 1 0 0,0 0 0 0 0,0-1 0 0 0,0 1 0 0 0,1 0 0 0 0,-1-1-1 0 0,0 1 1 0 0,0 0 0 0 0,-1 0 0 0 0,-5 0-5452 0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0:42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673 0 0 0 0,'0'0'8653'0'0,"33"4"-7020"0"0,101 9-104 0 0,-123-12-739 0 0,0 0 1 0 0,22 5 0 0 0,-22-3 727 0 0,-7-3-1085 0 0,-4 0-354 0 0,0 0 0 0 0,0 0 1 0 0,1 0-1 0 0,-1 0 0 0 0,0 0 1 0 0,0 0-1 0 0,0 0 0 0 0,1 0 1 0 0,-1 0-1 0 0,0 0 0 0 0,0 0 1 0 0,1 0-1 0 0,-1 0 0 0 0,0 0 1 0 0,0 0-1 0 0,0 0 0 0 0,1 0 1 0 0,-1 0-1 0 0,0 0 0 0 0,0 1 1 0 0,0-1-1 0 0,0 0 1 0 0,1 0-1 0 0,-1 0 0 0 0,0 0 1 0 0,0 0-1 0 0,0 1 0 0 0,0-1 1 0 0,1 0-1 0 0,-1 0 0 0 0,0 0 1 0 0,0 0-1 0 0,0 1 0 0 0,0 0 908 0 0,-6 1 1796 0 0,-46-3-837 0 0,15 0-1430 0 0,-1 1 0 0 0,1 2 0 0 0,-45 8 0 0 0,-182 69-73 0 0,65-16-1173 0 0,93-35-2628 0 0,37-12-5388 0 0,43-10-2581 0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0:43.1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0 112 8610 0 0,'0'0'14135'0'0,"1"13"-13872"0"0,4 40 18 0 0,-3-37-96 0 0,1 0 0 0 0,0-1 0 0 0,1 1 0 0 0,1-1 0 0 0,14 29 0 0 0,-14-31-109 0 0,29 52 334 0 0,-10-20-230 0 0,-14-28-52 0 0,1 0 0 0 0,22 27-1 0 0,-39-54 751 0 0,1 0-1 0 0,-5-15 1 0 0,-15-40-1040 0 0,24 60 257 0 0,-13-32-25 0 0,-10-28 60 0 0,19 50-32 0 0,1 0 1 0 0,1 0-1 0 0,0-1 1 0 0,1 1-1 0 0,0-17 1 0 0,2 31-16 0 0,8 2-200 0 0,-3 2 78 0 0,0 0-1 0 0,0 0 0 0 0,0 1 0 0 0,0 0 0 0 0,0 0 0 0 0,4 5 0 0 0,7 6 10 0 0,96 76-28 0 0,-85-71 79 0 0,1-2 0 0 0,41 20 0 0 0,-55-31-6 0 0,0 1 9 0 0,18 5 0 0 0,-27-11 18 0 0,-1-1 0 0 0,1 0 0 0 0,0 0 1 0 0,0 0-1 0 0,0 0 0 0 0,0-1 0 0 0,0 0 0 0 0,6 0 0 0 0,-10-1-24 0 0,0 1 0 0 0,0-1 0 0 0,0 1 1 0 0,0-1-1 0 0,0 1 0 0 0,0-1 0 0 0,-1 0 0 0 0,1 1 1 0 0,0-1-1 0 0,0 0 0 0 0,0 0 0 0 0,-1 0 0 0 0,1 1 1 0 0,0-1-1 0 0,-1 0 0 0 0,1 0 0 0 0,-1 0 0 0 0,1 0 1 0 0,-1 0-1 0 0,0 0 0 0 0,1 0 0 0 0,-1-2 0 0 0,2-2 32 0 0,-1 0-1 0 0,0 0 1 0 0,1-9-1 0 0,-2-4-27 0 0,0 1 0 0 0,-1 0 0 0 0,-1 0 0 0 0,-1 0 0 0 0,-5-19 0 0 0,-1-2-21 0 0,-37-118 13 0 0,41 137-87 0 0,4 16-86 0 0,1 0-1 0 0,-1 0 0 0 0,0 0 1 0 0,0 1-1 0 0,0-1 0 0 0,0 0 1 0 0,0 1-1 0 0,-1-1 0 0 0,1 1 1 0 0,-1-1-1 0 0,-2-2 0 0 0,3 5-314 0 0,-1-1 0 0 0,1 0 0 0 0,-1 1 0 0 0,0-1 0 0 0,1 1 0 0 0,-1 0 0 0 0,0 0 0 0 0,1 0-1 0 0,-1 0 1 0 0,0 0 0 0 0,1 0 0 0 0,-3 0 0 0 0,-5 1-7143 0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0:45.3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59 2080 0 0,'0'0'21261'0'0,"-9"-10"-20586"0"0,-29-29-123 0 0,29 30 651 0 0,12 9-1203 0 0,0 2-10 0 0,0 0-1 0 0,1 1 1 0 0,-1-1 0 0 0,0 1-1 0 0,0-1 1 0 0,5 6 0 0 0,1 2-1 0 0,258 247 115 0 0,-216-207-53 0 0,32 33 66 0 0,3 4-62 0 0,28 31 49 0 0,-64-71 9 0 0,-40-38-75 0 0,-4 0-15 0 0,-2-3 642 0 0,-4-7-659 0 0,0 1 0 0 0,0 0 0 0 0,1 0 1 0 0,-1 0-1 0 0,0 0 0 0 0,0 0 0 0 0,0-1 0 0 0,0 1 0 0 0,0 0 0 0 0,0 0 1 0 0,0 0-1 0 0,1-1 0 0 0,-1 1 0 0 0,0 0 0 0 0,0 0 0 0 0,0 0 0 0 0,0-1 1 0 0,0 1-1 0 0,0 0 0 0 0,0 0 0 0 0,0 0 0 0 0,0-1 0 0 0,0 1 0 0 0,0 0 1 0 0,0 0-1 0 0,0-1 0 0 0,0 1 0 0 0,0 0 0 0 0,0 0 0 0 0,-1-1 0 0 0,1-4-288 0 0,-1 0 0 0 0,0 0 0 0 0,0 0-1 0 0,0 0 1 0 0,-1 0 0 0 0,0 0-1 0 0,0 1 1 0 0,0-1 0 0 0,-4-6 0 0 0,-27-38-2975 0 0,9 20-1456 0 0,-28-26 1 0 0,21 23-1587 0 0,18 19 954 0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0:45.9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410 106 0 0 0,'0'0'23889'0'0,"-9"-16"-23385"0"0,-27-50-102 0 0,22 44 97 0 0,14 22-477 0 0,-1 0 0 0 0,1 0-1 0 0,0 0 1 0 0,0 0 0 0 0,0-1 0 0 0,0 1-1 0 0,-1 0 1 0 0,1 0 0 0 0,0 0 0 0 0,0 0-1 0 0,0 0 1 0 0,-1 0 0 0 0,1 0-1 0 0,0-1 1 0 0,0 1 0 0 0,0 0 0 0 0,-1 0-1 0 0,1 0 1 0 0,0 0 0 0 0,0 0-1 0 0,0 0 1 0 0,-1 0 0 0 0,1 0 0 0 0,0 0-1 0 0,0 0 1 0 0,-1 0 0 0 0,1 0-1 0 0,0 0 1 0 0,0 1 0 0 0,-3-1 47 0 0,2 0 286 0 0,3 3-475 0 0,-1-3 122 0 0,-1 1-1 0 0,0-1 1 0 0,0 0-1 0 0,1 1 1 0 0,-1-1-1 0 0,0 0 1 0 0,0 1-1 0 0,1-1 1 0 0,-1 0-1 0 0,0 1 1 0 0,0-1 0 0 0,0 1-1 0 0,0-1 1 0 0,0 0-1 0 0,0 1 1 0 0,1-1-1 0 0,-1 1 1 0 0,0 7 35 0 0,0-6-32 0 0,0-1-1 0 0,0 0 1 0 0,1 1 0 0 0,-1-1 0 0 0,0 1-1 0 0,-1-1 1 0 0,1 1 0 0 0,0-1-1 0 0,0 0 1 0 0,-1 1 0 0 0,1-1-1 0 0,0 1 1 0 0,-1-1 0 0 0,0 0 0 0 0,1 1-1 0 0,-2 1 1 0 0,-15 19 184 0 0,10-13 17 0 0,-14 19 247 0 0,11-17-253 0 0,-12 21 0 0 0,11-11-90 0 0,0 0 0 0 0,-7 25-1 0 0,-12 47 104 0 0,28-86-201 0 0,-37 135 209 0 0,20-67-188 0 0,-34 80 95 0 0,49-144-163 0 0,-1 0-1 0 0,-1 0 0 0 0,0 0 0 0 0,0-1 0 0 0,-1 1 0 0 0,0-2 0 0 0,-1 1 0 0 0,0-1 1 0 0,-11 10-1 0 0,14-16 675 0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0:46.3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10218 0 0,'0'0'15660'0'0,"0"2"-15655"0"0,-2 9 12 0 0,1 0 1 0 0,1 0-1 0 0,1 14 0 0 0,-1 0 27 0 0,1-9-7 0 0,0 1 1 0 0,1-1-1 0 0,5 21 0 0 0,17 46 91 0 0,1 4-75 0 0,-22-76-41 0 0,2 9 29 0 0,-1 0 0 0 0,-1 1 0 0 0,1 28 0 0 0,-4-49-80 0 0,0 0 1 0 0,0 1-1 0 0,0-1 1 0 0,-1 0-1 0 0,1 0 0 0 0,0 0 1 0 0,0 0-1 0 0,0 0 1 0 0,0 1-1 0 0,-1-1 1 0 0,1 0-1 0 0,0 0 1 0 0,0 0-1 0 0,0 0 1 0 0,0 0-1 0 0,-1 0 1 0 0,1 0-1 0 0,0 0 0 0 0,0 0 1 0 0,0 0-1 0 0,-1 0 1 0 0,1 0-1 0 0,0 0 1 0 0,0 0-1 0 0,0 0 1 0 0,-1 0-1 0 0,1 0 1 0 0,0 0-1 0 0,0 0 1 0 0,0 0-1 0 0,-1 0 0 0 0,1 0 1 0 0,0 0-1 0 0,0 0 1 0 0,0 0-1 0 0,0 0 1 0 0,-1-1-1 0 0,-8-3-1461 0 0,3-2-326 0 0,0-1-1 0 0,0 1 1 0 0,1-1 0 0 0,-1-1 0 0 0,2 1-1 0 0,-7-12 1 0 0,8 8-2794 0 0,0 3-1513 0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0:46.6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1 9146 0 0,'0'0'16351'0'0,"-11"5"-15977"0"0,-3 1-267 0 0,3-2-4 0 0,1 1 0 0 0,-1 0 0 0 0,1 1 1 0 0,-15 10-1 0 0,20-11-80 0 0,1-1 1 0 0,-1 1 0 0 0,1-1 0 0 0,-1 1-1 0 0,2 0 1 0 0,-1 1 0 0 0,0-1 0 0 0,-4 12-1 0 0,4-9 7 0 0,1 0-1 0 0,0 1 1 0 0,0 0-1 0 0,1-1 1 0 0,-2 16-1 0 0,3 12 197 0 0,2-35-209 0 0,-1 0 1 0 0,0-1 0 0 0,0 1-1 0 0,0 0 1 0 0,1-1-1 0 0,-1 1 1 0 0,0 0 0 0 0,1-1-1 0 0,-1 1 1 0 0,1 0-1 0 0,-1-1 1 0 0,0 1 0 0 0,1-1-1 0 0,-1 1 1 0 0,1 0-1 0 0,0-1 1 0 0,-1 0-1 0 0,1 1 1 0 0,-1-1 0 0 0,1 1-1 0 0,0-1 1 0 0,-1 0-1 0 0,1 1 1 0 0,0-1 0 0 0,-1 0-1 0 0,1 0 1 0 0,0 0-1 0 0,0 1 1 0 0,-1-1 0 0 0,2 0-1 0 0,25 2 491 0 0,-25-2-469 0 0,58-3 121 0 0,67-11 0 0 0,-91 9-491 0 0,-10 3-1457 0 0,-12 3-2710 0 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0:49.5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699 94 0 0 0,'0'0'2008'0'0,"25"-7"-1526"0"0,77-17 91 0 0,-5 2 3255 0 0,-66 14-1486 0 0,4-2 386 0 0,36-5 1 0 0,-36 11-594 0 0,44 1 0 0 0,-79 3-2128 0 0,1 0 1 0 0,-1 0-1 0 0,1 0 0 0 0,0 0 1 0 0,-1 1-1 0 0,1-1 0 0 0,-1 0 1 0 0,1 0-1 0 0,-1 0 1 0 0,1 1-1 0 0,-1-1 0 0 0,1 0 1 0 0,-1 1-1 0 0,1-1 0 0 0,-1 0 1 0 0,0 1-1 0 0,1-1 0 0 0,-1 1 1 0 0,1-1-1 0 0,-1 0 0 0 0,0 1 1 0 0,0-1-1 0 0,1 2 0 0 0,0-1-56 0 0,-1 1 0 0 0,1-1 0 0 0,-1 0 0 0 0,1 1 0 0 0,-1-1 0 0 0,0 1 0 0 0,0-1 0 0 0,1 3 0 0 0,-2-4 55 0 0,1 1 0 0 0,0 0 1 0 0,0 0-1 0 0,-1-1 1 0 0,1 1-1 0 0,-1-1 0 0 0,1 1 1 0 0,-1 0-1 0 0,1-1 1 0 0,-1 1-1 0 0,1-1 0 0 0,-1 1 1 0 0,1-1-1 0 0,-1 1 1 0 0,0-1-1 0 0,1 1 0 0 0,-1-1 1 0 0,0 0-1 0 0,1 1 0 0 0,-1-1 1 0 0,0 0-1 0 0,1 0 1 0 0,-1 1-1 0 0,0-1 0 0 0,0 0 1 0 0,1 0-1 0 0,-2 0 1 0 0,-23 3 461 0 0,25-3-455 0 0,-317 4 2037 0 0,211-4-1532 0 0,-21 0-65 0 0,-171 23 0 0 0,162 1-405 0 0,38-7 5 0 0,78-14-50 0 0,14-3 22 0 0,0 1-1 0 0,1 0 1 0 0,-1 0-1 0 0,1 0 1 0 0,-1 1-1 0 0,-5 2 1 0 0,29 3 1179 0 0,157 40-1092 0 0,-107-29-85 0 0,58 17-25 0 0,-100-26-29 0 0,0 1 1 0 0,41 23 0 0 0,-60-29 6 0 0,0 1 0 0 0,0-1 0 0 0,-1 1 1 0 0,1 0-1 0 0,6 9 0 0 0,-10-11-2 0 0,-1-1-1 0 0,0 2 1 0 0,1-1 0 0 0,-1 0-1 0 0,0 0 1 0 0,-1 1-1 0 0,1-1 1 0 0,-1 1-1 0 0,1-1 1 0 0,-1 1 0 0 0,0 0-1 0 0,-1 0 1 0 0,2 4-1 0 0,-2-4 0 0 0,0-1-1 0 0,0 1 0 0 0,-1-1 0 0 0,1 1 0 0 0,-1-1 0 0 0,1 1 0 0 0,-1-1 0 0 0,0 1 0 0 0,0-1 0 0 0,-3 6 0 0 0,1-4-3 0 0,-1 1-1 0 0,0-1 1 0 0,1 0-1 0 0,-2 0 1 0 0,-4 5-1 0 0,-77 65-44 0 0,57-52 46 0 0,-58 41-109 0 0,-3 3 99 0 0,89-66 36 0 0,-59 52-52 0 0,-10 8 61 0 0,48-39 10 0 0,-2-1-1 0 0,-37 25 0 0 0,60-45-3 0 0,0-1 0 0 0,1 0 0 0 0,-1 1 0 0 0,0-1 0 0 0,1 1 0 0 0,-1-1 0 0 0,1 0 0 0 0,-1 1 0 0 0,1 0 0 0 0,-1-1 0 0 0,1 1 1 0 0,-1-1-1 0 0,0 2 0 0 0,1-2 17 0 0,0 0 1 0 0,1 1 0 0 0,-1-1 0 0 0,0 0 0 0 0,0 0 0 0 0,0 0-1 0 0,1 0 1 0 0,-1 0 0 0 0,0 1 0 0 0,0-1 0 0 0,0 0 0 0 0,1 0-1 0 0,-1 0 1 0 0,0 0 0 0 0,0 0 0 0 0,1 0 0 0 0,-1 0 0 0 0,0 0-1 0 0,0 0 1 0 0,0 0 0 0 0,1 0 0 0 0,-1 0 0 0 0,0 0 0 0 0,0 0-1 0 0,1 0 1 0 0,-1 0 0 0 0,0-1 0 0 0,26-4 1176 0 0,-23 4-1534 0 0,77-14 389 0 0,82-4 1 0 0,-119 15-44 0 0,182-22 81 0 0,106-10 64 0 0,-285 32-989 0 0,107-4-6858 0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0:50.5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1 305 0 0 0,'0'0'12287'0'0,"12"12"-11479"0"0,35 39 28 0 0,-33-37-52 0 0,-11-14-93 0 0,0 0-262 0 0,4 0 485 0 0,1-1-1 0 0,0 1 0 0 0,-1-1 0 0 0,10-2 1 0 0,-13 1-721 0 0,0 1 1 0 0,0-1-1 0 0,0 1 1 0 0,0-1-1 0 0,0 0 1 0 0,-1-1-1 0 0,1 1 1 0 0,-1-1-1 0 0,4-2 1 0 0,-3 1-30 0 0,0 0 0 0 0,0 0 1 0 0,0 0-1 0 0,0 0 0 0 0,-1-1 0 0 0,0 1 0 0 0,0-1 1 0 0,0 0-1 0 0,0 0 0 0 0,-1 0 0 0 0,0 0 1 0 0,0-1-1 0 0,0 1 0 0 0,-1 0 0 0 0,0-1 1 0 0,0 1-1 0 0,0-1 0 0 0,0-7 0 0 0,-1 2-100 0 0,-1 0 0 0 0,0 0 0 0 0,0 0 0 0 0,-1 0 1 0 0,-1 0-1 0 0,0 1 0 0 0,0-1 0 0 0,-1 1 0 0 0,-10-19 0 0 0,-64-92 597 0 0,72 114-514 0 0,5 7-149 0 0,1 0 1 0 0,0 0-1 0 0,0 0 0 0 0,0 0 0 0 0,0 0 1 0 0,0 0-1 0 0,0 0 0 0 0,0 0 0 0 0,0 0 1 0 0,-1 0-1 0 0,1 0 0 0 0,0 0 0 0 0,0 0 1 0 0,0 0-1 0 0,0 0 0 0 0,0 0 1 0 0,0 0-1 0 0,0 0 0 0 0,0 0 0 0 0,-1 0 1 0 0,1 0-1 0 0,0 1 0 0 0,0-1 0 0 0,0 0 1 0 0,0 0-1 0 0,0 0 0 0 0,0 0 1 0 0,0 0-1 0 0,0 0 0 0 0,0 0 0 0 0,0 0 1 0 0,0 0-1 0 0,0 0 0 0 0,0 0 0 0 0,-1 1 1 0 0,1-1-1 0 0,0 0 0 0 0,0 0 1 0 0,-1 15-229 0 0,1-12 248 0 0,0 15-30 0 0,0 27 9 0 0,9 75 1 0 0,3-12 14 0 0,-7-73 6 0 0,-4-21-18 0 0,1 0-1 0 0,7 26 1 0 0,-3-21 11 0 0,-1-3 11 0 0,1 0 0 0 0,10 21 1 0 0,-13-32 17 0 0,0 0 0 0 0,1-1 0 0 0,-1 1 0 0 0,1 0 0 0 0,0-1 0 0 0,0 0 0 0 0,0 0 0 0 0,0 0 1 0 0,1-1-1 0 0,8 6 0 0 0,-8-6 16 0 0,0 0 0 0 0,1-1 0 0 0,-1 0 1 0 0,1 0-1 0 0,0 0 0 0 0,-1-1 0 0 0,1 1 0 0 0,0-1 1 0 0,0-1-1 0 0,0 1 0 0 0,0-1 0 0 0,0 0 0 0 0,6-1 1 0 0,-8 0-371 0 0,1-1 1 0 0,-1 1 0 0 0,1-1-1 0 0,-1 1 1 0 0,0-2 0 0 0,0 1-1 0 0,0 0 1 0 0,0-1 0 0 0,0 1 0 0 0,-1-1-1 0 0,1 0 1 0 0,-1 0 0 0 0,1-1-1 0 0,4-6 1 0 0,-7 7-468 0 0,0 1-1 0 0,0 0 1 0 0,0-1 0 0 0,-1 1-1 0 0,1-1 1 0 0,-1 1-1 0 0,1-5 1 0 0,0-2-4496 0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0:50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23 8818 0 0,'0'0'14524'0'0,"-19"-2"-14397"0"0,-57-8-55 0 0,62 8-65 0 0,0 1 0 0 0,-18 1 0 0 0,6-1-959 0 0,7-2-3760 0 0,8-1-4771 0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0:50.9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272 29 7978 0 0,'0'0'12421'0'0,"-31"-5"-12380"0"0,-93-13-3 0 0,86 13-29 0 0,37 5-10 0 0,1-1-1 0 0,-1 1 1 0 0,1 0 0 0 0,-1 0 0 0 0,1 0-1 0 0,-1 0 1 0 0,1 0 0 0 0,-1 0-1 0 0,1 1 1 0 0,-1-1 0 0 0,1 0 0 0 0,-1 0-1 0 0,1 0 1 0 0,-1 0 0 0 0,1 0 0 0 0,-1 1-1 0 0,-4 2-32 0 0,-13 2-657 0 0,-10 5-2511 0 0,9-4-5374 0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0:51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82 8538 0 0,'0'0'14471'0'0,"-17"5"-14448"0"0,-51 17 7 0 0,66-21-27 0 0,0-1 0 0 0,0 1 0 0 0,1 0 0 0 0,-1 0 1 0 0,1 0-1 0 0,-1 0 0 0 0,0 0 0 0 0,1 0 0 0 0,0 0 0 0 0,-1 0 0 0 0,1 0 0 0 0,-2 3 0 0 0,3-4 2 0 0,-1 1 0 0 0,1 0-1 0 0,0 0 1 0 0,-1 0 0 0 0,1 0 0 0 0,0-1-1 0 0,0 1 1 0 0,0 0 0 0 0,0 0 0 0 0,0 0-1 0 0,0 0 1 0 0,0 0 0 0 0,0 1 0 0 0,0 5 54 0 0,0-3-22 0 0,0-1 1 0 0,-1 0 0 0 0,1 0-1 0 0,0 1 1 0 0,1-1 0 0 0,-1 0-1 0 0,1 0 1 0 0,-1 1 0 0 0,1-1-1 0 0,0 0 1 0 0,0 0 0 0 0,0 0-1 0 0,1 0 1 0 0,-1 0 0 0 0,1 0-1 0 0,0 0 1 0 0,-1-1-1 0 0,1 1 1 0 0,0-1 0 0 0,4 4-1 0 0,1 0 31 0 0,0 0-1 0 0,0-1 0 0 0,0 0 0 0 0,0 0 0 0 0,1-1 0 0 0,0 0 0 0 0,0 0 0 0 0,12 3 0 0 0,-7-3 121 0 0,0-1 0 0 0,0-1-1 0 0,0 0 1 0 0,26-1-1 0 0,-37-1-149 0 0,1 0-1 0 0,-1 0 1 0 0,1 0-1 0 0,-1-1 1 0 0,0 1-1 0 0,1-1 1 0 0,-1 1-1 0 0,1-1 1 0 0,-1 0-1 0 0,0 0 1 0 0,0 0-1 0 0,1-1 1 0 0,-1 1-1 0 0,0 0 1 0 0,0-1-1 0 0,0 1 1 0 0,2-3-1 0 0,-2 1 5 0 0,1 0 1 0 0,-1 0-1 0 0,0-1 0 0 0,0 1 0 0 0,0-1 0 0 0,0 1 1 0 0,-1-1-1 0 0,1 1 0 0 0,1-9 0 0 0,-1 3-34 0 0,-1-1-1 0 0,0 1 1 0 0,0-1-1 0 0,-1 1 1 0 0,0-1-1 0 0,-1 1 0 0 0,0-1 1 0 0,-3-11-1 0 0,2 13-39 0 0,-1 1 0 0 0,0-1 0 0 0,0 1 0 0 0,0 0 0 0 0,-9-12 0 0 0,9 14-65 0 0,0 1 0 0 0,0 0-1 0 0,-1 0 1 0 0,0 1 0 0 0,0-1-1 0 0,0 1 1 0 0,0-1 0 0 0,0 1-1 0 0,-1 0 1 0 0,1 1 0 0 0,-1-1-1 0 0,0 1 1 0 0,0 0 0 0 0,0 0-1 0 0,0 1 1 0 0,-7-2 0 0 0,3 1-1075 0 0,1 1 0 0 0,-1 0 0 0 0,-14 0 0 0 0,14 2-2530 0 0,-1 0-1 0 0,-17 3 1 0 0,12-1-5381 0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0:52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61 10002 0 0,'0'0'11895'0'0,"-1"4"-11706"0"0,-1 17 204 0 0,0 0 1 0 0,1 1-1 0 0,2 33 1 0 0,1-42-258 0 0,0 0 0 0 0,1 0 0 0 0,1 0 0 0 0,0 0 0 0 0,0 0 0 0 0,12 20 0 0 0,-12-21-61 0 0,-4-11-55 0 0,0 0 1 0 0,0 1-1 0 0,1-1 1 0 0,-1 0-1 0 0,1 0 1 0 0,-1 1-1 0 0,1-1 1 0 0,0 0-1 0 0,1 2 1 0 0,-2-4 208 0 0,1-1 0 0 0,-1 0 1 0 0,1 1-1 0 0,-1-1 0 0 0,0 0 0 0 0,0 1 1 0 0,0-1-1 0 0,0-1 0 0 0,0-6-242 0 0,-1 1 0 0 0,0 0 0 0 0,0 0 0 0 0,-1 1 0 0 0,-3-13 0 0 0,-19-36-59 0 0,12 30 67 0 0,-35-62 38 0 0,26 51 50 0 0,20 36-74 0 0,1 1 0 0 0,0-1 0 0 0,-1 0-1 0 0,1 1 1 0 0,0-1 0 0 0,-1 1 0 0 0,1-1-1 0 0,0 0 1 0 0,0 1 0 0 0,0-1 0 0 0,0 0-1 0 0,0 1 1 0 0,0-1 0 0 0,0 1 0 0 0,0-1-1 0 0,0-1 1 0 0,0 2-10 0 0,0 0 0 0 0,0 0-1 0 0,0-1 1 0 0,0 1 0 0 0,1 0 0 0 0,-1 0 0 0 0,0 0 0 0 0,0 0-1 0 0,0-1 1 0 0,1 1 0 0 0,-1 0 0 0 0,0 0 0 0 0,0 0-1 0 0,0 0 1 0 0,1 0 0 0 0,-1 0 0 0 0,0 0 0 0 0,0-1 0 0 0,1 1-1 0 0,-1 0 1 0 0,0 0 0 0 0,0 0 0 0 0,1 0 0 0 0,-1 0-1 0 0,0 0 1 0 0,0 0 0 0 0,1 0 0 0 0,-1 1 0 0 0,2-1-29 0 0,0 0 0 0 0,-1 1 0 0 0,1-1 0 0 0,0 1 1 0 0,-1 0-1 0 0,1-1 0 0 0,0 1 0 0 0,-1 0 0 0 0,3 2 0 0 0,28 24-164 0 0,71 57 73 0 0,-79-66 133 0 0,0-2 0 0 0,40 20 1 0 0,-49-29 28 0 0,25 9 0 0 0,-34-14 9 0 0,1-1-1 0 0,-1 1 1 0 0,0-1 0 0 0,1-1 0 0 0,0 1 0 0 0,11-1-1 0 0,-17 0-34 0 0,1-1 0 0 0,-1 1 0 0 0,0 0 0 0 0,0-1 0 0 0,0 1 0 0 0,1-1 0 0 0,-1 1 0 0 0,0-1 0 0 0,0 1 0 0 0,0-1 0 0 0,0 0 0 0 0,0 1 0 0 0,0-1 0 0 0,0 0 0 0 0,0 0 0 0 0,0 0-1 0 0,0 0 1 0 0,0 0 0 0 0,-1 0 0 0 0,1 0 0 0 0,0 0 0 0 0,-1 0 0 0 0,1-1 0 0 0,-1 1 0 0 0,1 0 0 0 0,0-2 0 0 0,0-2-8 0 0,0 0 0 0 0,0 0 1 0 0,0 0-1 0 0,-1 0 0 0 0,0-7 0 0 0,0 0-69 0 0,1 5 14 0 0,-1 0 1 0 0,0 0-1 0 0,-1-1 1 0 0,0 1-1 0 0,0 0 1 0 0,-3-8-1 0 0,4 15 34 0 0,-22-56-468 0 0,20 51 19 0 0,-1-1-1 0 0,-1 1 1 0 0,1 0 0 0 0,0 0-1 0 0,-1 0 1 0 0,0 1-1 0 0,-9-9 1 0 0,-2 6-3925 0 0,4 5-4898 0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0:52.6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198 3 6689 0 0,'0'0'17519'0'0,"-10"0"-17484"0"0,-5-1-28 0 0,4 0-3 0 0,0 1 0 0 0,-17 1 1 0 0,20 0-72 0 0,1 1 1 0 0,0-1 0 0 0,-1 2 0 0 0,1-1-1 0 0,-12 7 1 0 0,-9 2-2822 0 0,23-9 883 0 0,0-1 1 0 0,0 1-1 0 0,-9 0 1 0 0,4-1-3193 0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0:52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13171 0 0,'0'0'9817'0'0,"16"31"-9760"0"0,48 99 2 0 0,-25-55 62 0 0,-31-62-527 0 0,20 41 392 0 0,-17-26-3358 0 0,-6 0-5421 0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0:56.8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298 157 0 0 0,'0'0'11929'0'0,"12"-10"-10360"0"0,56-46 1239 0 0,-67 56-2612 0 0,0-1 0 0 0,-1 1 1 0 0,1-1-1 0 0,-1 1 0 0 0,1-1 0 0 0,-1 1 0 0 0,1-1 0 0 0,-1 1 0 0 0,1-1 1 0 0,-1 0-1 0 0,1 1 0 0 0,-1-1 0 0 0,0 0 0 0 0,1 1 0 0 0,-1-1 0 0 0,0 0 1 0 0,0 1-1 0 0,0-1 0 0 0,1 0 0 0 0,-1 0 0 0 0,0 1 0 0 0,0-1 0 0 0,0 0 0 0 0,0 0 1 0 0,0 1-1 0 0,-1-2 0 0 0,1 0-84 0 0,-1 1 0 0 0,0 0 0 0 0,1 0 0 0 0,-1-1-1 0 0,0 1 1 0 0,0 0 0 0 0,0 0 0 0 0,0 0 0 0 0,0 0 0 0 0,0 0 0 0 0,0 0 0 0 0,-2-1 0 0 0,-5-3-62 0 0,1 1 1 0 0,0 1-1 0 0,-13-5 0 0 0,-6-1 78 0 0,0 2 0 0 0,-1 0 0 0 0,0 2 0 0 0,0 1 0 0 0,0 1 0 0 0,-31 1 0 0 0,52 2-126 0 0,1 1 0 0 0,-1 0 0 0 0,1 0 0 0 0,-1 0 0 0 0,1 1 0 0 0,-1-1 0 0 0,1 1 0 0 0,0 1 0 0 0,0-1 0 0 0,0 1 0 0 0,0 0 0 0 0,1 0 0 0 0,-1 0-1 0 0,1 1 1 0 0,-1-1 0 0 0,1 1 0 0 0,-4 5 0 0 0,6-6 7 0 0,0 1-1 0 0,0-1 1 0 0,0 1-1 0 0,0 0 0 0 0,0 0 1 0 0,1-1-1 0 0,0 1 1 0 0,0 0-1 0 0,0 0 1 0 0,0 1-1 0 0,0-1 1 0 0,1 0-1 0 0,0 0 0 0 0,0 0 1 0 0,0 0-1 0 0,0 0 1 0 0,2 6-1 0 0,-1-6 11 0 0,0-1-1 0 0,0 0 1 0 0,0 1-1 0 0,0-1 1 0 0,1 0-1 0 0,-1 0 1 0 0,1 0-1 0 0,4 5 1 0 0,20 21 139 0 0,-8-9-49 0 0,-3-5-44 0 0,1 0 1 0 0,1-1 0 0 0,0-1 0 0 0,35 21 0 0 0,-12-8-6 0 0,38 25 7 0 0,-13-9-64 0 0,73 60 0 0 0,-126-90-26 0 0,0 0 0 0 0,-1 1 0 0 0,0 0 0 0 0,15 23-1 0 0,-25-33 12 0 0,1 1 0 0 0,0-1 0 0 0,-1 1 0 0 0,0-1 0 0 0,0 1-1 0 0,0 0 1 0 0,0-1 0 0 0,0 5 0 0 0,-1-6 5 0 0,0-1-1 0 0,0 1 1 0 0,0-1 0 0 0,0 1 0 0 0,0 0 0 0 0,0-1-1 0 0,0 1 1 0 0,0-1 0 0 0,-1 1 0 0 0,1 0-1 0 0,-1-1 1 0 0,1 1 0 0 0,-1-1 0 0 0,0 1-1 0 0,1-1 1 0 0,-1 0 0 0 0,0 1 0 0 0,0-1-1 0 0,0 0 1 0 0,-1 2 0 0 0,-2-1 1 0 0,0 1 1 0 0,0-1-1 0 0,1-1 0 0 0,-1 1 1 0 0,0-1-1 0 0,0 1 0 0 0,-1-1 1 0 0,1 0-1 0 0,-7 0 0 0 0,-5 1 32 0 0,-18-2-1 0 0,26 0-18 0 0,-9 0 25 0 0,0-2 0 0 0,0 0 0 0 0,0-1-1 0 0,0 0 1 0 0,0-2 0 0 0,-31-12-1 0 0,12 1 134 0 0,-64-41 0 0 0,91 52-94 0 0,1-1 0 0 0,0 0 0 0 0,0-1 0 0 0,1 0 1 0 0,-1 0-1 0 0,2-1 0 0 0,-7-8 0 0 0,12 14-62 0 0,0 1 1 0 0,0-1 0 0 0,1 1 0 0 0,-1-1 0 0 0,1 1 0 0 0,-1-1 0 0 0,1 1 0 0 0,-1-1 0 0 0,1 1 0 0 0,0-1 0 0 0,0 1 0 0 0,0-1 0 0 0,0 0 0 0 0,0 1-1 0 0,0-1 1 0 0,0 0 0 0 0,1 1 0 0 0,-1-1 0 0 0,0 1 0 0 0,1-1 0 0 0,0 1 0 0 0,-1-1 0 0 0,1 1 0 0 0,0-1 0 0 0,-1 1 0 0 0,1 0 0 0 0,0-1 0 0 0,0 1-1 0 0,0 0 1 0 0,0 0 0 0 0,1 0 0 0 0,-1 0 0 0 0,0 0 0 0 0,0 0 0 0 0,3-2 0 0 0,7-3-395 0 0,-1 1 0 0 0,1 0 1 0 0,0 1-1 0 0,0 0 0 0 0,1 1 0 0 0,-1 0 1 0 0,16-2-1 0 0,-3 3-3983 0 0,-1 1-3353 0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0:57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339 36 7370 0 0,'0'0'13517'0'0,"-33"-6"-13217"0"0,-103-17-56 0 0,90 17-106 0 0,31 5-41 0 0,3 2-46 0 0,7-1-39 0 0,0 0-1 0 0,1 0 1 0 0,-1 1 0 0 0,0 0 0 0 0,0-1 0 0 0,0 2 0 0 0,0-1 0 0 0,1 0 0 0 0,-1 1 0 0 0,0 0 0 0 0,1 0 0 0 0,0 1-1 0 0,-5 2 1 0 0,-2 3-2 0 0,10-8-6 0 0,0 1 0 0 0,0-1 0 0 0,0 1 0 0 0,0 0-1 0 0,0-1 1 0 0,0 1 0 0 0,1 0 0 0 0,-1 0 0 0 0,0-1 0 0 0,0 1 0 0 0,0 0 0 0 0,1 0 0 0 0,-1 0 0 0 0,1 0-1 0 0,-1 0 1 0 0,1 0 0 0 0,-1 0 0 0 0,1 0 0 0 0,-1 0 0 0 0,1 0 0 0 0,0 0 0 0 0,0 1 0 0 0,-1-1-1 0 0,1 0 1 0 0,0 0 0 0 0,0 0 0 0 0,0 2 0 0 0,0-1 39 0 0,0 1 0 0 0,0 0 0 0 0,1 0 0 0 0,-1 0 0 0 0,1-1 0 0 0,-1 1 0 0 0,1 0 0 0 0,0 0 0 0 0,0-1 0 0 0,0 1 0 0 0,0-1 0 0 0,1 1 0 0 0,-1-1 0 0 0,1 1 0 0 0,-1-1 0 0 0,1 0 0 0 0,4 4 0 0 0,51 53 184 0 0,-37-40-145 0 0,22 27 1 0 0,-34-35-87 0 0,0 0 1 0 0,-1 1-1 0 0,0 0 0 0 0,-1 0 1 0 0,0 1-1 0 0,-1 0 1 0 0,4 16-1 0 0,-4-10-1 0 0,-1 1 0 0 0,-1 0-1 0 0,-1 0 1 0 0,0 25 0 0 0,-2 158 8 0 0,-5-137-7 0 0,4-55 4 0 0,1-8 7 0 0,0-1 0 0 0,0 1 0 0 0,0 0 0 0 0,0 0 0 0 0,0 0 0 0 0,1 0 0 0 0,-1-1 0 0 0,1 1 0 0 0,-1 0 0 0 0,1 0 0 0 0,0-1 1 0 0,2 4-1 0 0,2 5 11 0 0,3 3 77 0 0,-4-10-4 0 0,1 0 1 0 0,0 0-1 0 0,0 0 1 0 0,0 0-1 0 0,0-1 1 0 0,1 1-1 0 0,9 3 1 0 0,43 14 217 0 0,-36-14-226 0 0,-18-6-488 0 0,0 0 0 0 0,0-1 0 0 0,1 1-1 0 0,-1-1 1 0 0,7 1 0 0 0,-11-14-7486 0 0,0 7 2373 0 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0:58.5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3 482 3409 0 0,'0'0'19134'0'0,"9"-4"-18899"0"0,3 0-166 0 0,-7 1-30 0 0,0 1 1 0 0,1 0 0 0 0,-1-1 0 0 0,0 0-1 0 0,0 0 1 0 0,6-5 0 0 0,-7 4 62 0 0,14-9 449 0 0,30-31 0 0 0,-44 39-519 0 0,0 1 1 0 0,0-1-1 0 0,0-1 0 0 0,0 1 0 0 0,-1 0 1 0 0,0-1-1 0 0,0 0 0 0 0,0 0 0 0 0,-1 0 0 0 0,0 0 1 0 0,2-8-1 0 0,0-5 2 0 0,-3 13-26 0 0,0 0 0 0 0,0 0 0 0 0,1-10-1 0 0,-2 14-5 0 0,0-13 41 0 0,0-1 0 0 0,-1 1-1 0 0,0-1 1 0 0,-2 1 0 0 0,-5-23 0 0 0,2 22 66 0 0,0 1 0 0 0,-1 0 0 0 0,0 0 0 0 0,-2 0 0 0 0,1 1 0 0 0,-21-25 0 0 0,25 32 12 0 0,4 7-144 0 0,0-1 1 0 0,-1 1 0 0 0,1-1-1 0 0,0 1 1 0 0,0-1 0 0 0,-1 1 0 0 0,1-1-1 0 0,0 1 1 0 0,0-1 0 0 0,-1 1-1 0 0,1-1 1 0 0,-1 1 0 0 0,1 0-1 0 0,0-1 1 0 0,-1 1 0 0 0,1-1-1 0 0,-1 1 1 0 0,1 0 0 0 0,-2-1-1 0 0,2 17-113 0 0,0-16 149 0 0,-1 1-1 0 0,1 0 0 0 0,-1-1 0 0 0,1 1 0 0 0,0 0 0 0 0,-1-1 0 0 0,1 1 1 0 0,-1-1-1 0 0,0 1 0 0 0,1-1 0 0 0,-1 1 0 0 0,1-1 0 0 0,-1 1 1 0 0,0-1-1 0 0,1 0 0 0 0,-1 1 0 0 0,0-1 0 0 0,0 0 0 0 0,1 1 0 0 0,-1-1 1 0 0,0 0-1 0 0,0 0 0 0 0,1 0 0 0 0,-1 0 0 0 0,0 0 0 0 0,-1 0 0 0 0,1 1-22 0 0,0-1 0 0 0,0 1 0 0 0,0-1-1 0 0,0 1 1 0 0,0-1 0 0 0,-1 1-1 0 0,1 0 1 0 0,0-1 0 0 0,0 1-1 0 0,1 0 1 0 0,-3 1 0 0 0,-1 2-20 0 0,1-2 19 0 0,1 0 0 0 0,-1 0 0 0 0,1 0 0 0 0,0 0 0 0 0,-1 0 0 0 0,1 1 1 0 0,0-1-1 0 0,1 1 0 0 0,-1-1 0 0 0,-1 4 0 0 0,-2 4-6 0 0,-5 16 0 0 0,6-15-1 0 0,2-2 12 0 0,0 0 1 0 0,1 1-1 0 0,0-1 0 0 0,0 1 1 0 0,1-1-1 0 0,1 14 0 0 0,0 1 23 0 0,-1-17-12 0 0,1 1 1 0 0,0 0-1 0 0,0 0 0 0 0,1-1 0 0 0,0 1 0 0 0,4 10 0 0 0,23 42 53 0 0,-16-34 0 0 0,-2-7 6 0 0,0 0-1 0 0,1-1 0 0 0,1-1 0 0 0,0 0 1 0 0,1 0-1 0 0,26 21 0 0 0,-35-34-37 0 0,3 4 37 0 0,0-1 0 0 0,1 0 0 0 0,-1-1 0 0 0,2 0 0 0 0,-1 0 0 0 0,11 4 0 0 0,-15-8-14 0 0,1 0-1 0 0,0 0 1 0 0,-1 0-1 0 0,1 0 1 0 0,0-1 0 0 0,0 0-1 0 0,0-1 1 0 0,0 1 0 0 0,0-1-1 0 0,7-1 1 0 0,-12 1-175 0 0,0 0 0 0 0,0 0 0 0 0,0-1 0 0 0,0 1-1 0 0,0-1 1 0 0,0 1 0 0 0,0-1 0 0 0,0 1 0 0 0,0-1 0 0 0,0 1 0 0 0,0-1 0 0 0,0 0 0 0 0,-1 1 0 0 0,1-1 0 0 0,0 0 0 0 0,-1 0 0 0 0,1 0 0 0 0,0 1 0 0 0,-1-1 0 0 0,1 0-1 0 0,-1 0 1 0 0,1 0 0 0 0,-1 0 0 0 0,0 0 0 0 0,1 0 0 0 0,-1-2 0 0 0,1-2-1804 0 0,0 1-1 0 0,-1-1 1 0 0,0 0-1 0 0,0-7 1 0 0,0 5-2515 0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0:58.8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375 45 4265 0 0,'0'0'19944'0'0,"-27"-7"-19861"0"0,-83-22-50 0 0,71 20-13 0 0,25 9-3 0 0,4 1-7 0 0,-1 0-43 0 0,0 0 0 0 0,1 0-1 0 0,-1 1 1 0 0,1 0 0 0 0,-13 5 0 0 0,-13 7-2012 0 0,2 1-3760 0 0,19-9-504 0 0,2-2-3705 0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0:59.4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0 12547 0 0,'0'0'11129'0'0,"-4"5"-11415"0"0,2-1 291 0 0,0-1 1 0 0,0 0-1 0 0,0 1 0 0 0,1-1 0 0 0,-1 1 0 0 0,1-1 0 0 0,0 1 0 0 0,0 0 0 0 0,0-1 1 0 0,0 1-1 0 0,1 0 0 0 0,-1 6 0 0 0,3 26 32 0 0,2 0 1 0 0,1-1-1 0 0,14 50 0 0 0,-8-42 16 0 0,8 25 26 0 0,-11-45-48 0 0,-1-1-1 0 0,-2 1 0 0 0,0 1 0 0 0,-1-1 1 0 0,1 33-1 0 0,-5-55-31 0 0,0 0 0 0 0,0 0 1 0 0,0 0-1 0 0,0-1 0 0 0,-1 1 1 0 0,1 0-1 0 0,0 0 0 0 0,0 0 1 0 0,-1 0-1 0 0,1 0 0 0 0,-1 0 1 0 0,1-1-1 0 0,-1 1 0 0 0,1 0 1 0 0,-1 0-1 0 0,0-1 0 0 0,1 1 1 0 0,-1 0-1 0 0,0-1 0 0 0,1 1 1 0 0,-1-1-1 0 0,0 1 0 0 0,0-1 1 0 0,1 1-1 0 0,-1-1 0 0 0,0 1 1 0 0,-1-1-1 0 0,1 0-239 0 0,1-2-1894 0 0,-1 0 973 0 0,1-1-1 0 0,-1 1 1 0 0,0-1-1 0 0,0 1 1 0 0,0 0-1 0 0,-2-3 1 0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0:59.7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37 9258 0 0,'0'0'15677'0'0,"-16"-5"-15484"0"0,-53-19-72 0 0,42 17-68 0 0,26 7-51 0 0,0 0-1 0 0,0 0 1 0 0,1 0-1 0 0,-1 0 0 0 0,0 0 1 0 0,1 0-1 0 0,-1 0 1 0 0,0 1-1 0 0,1-1 1 0 0,-1 0-1 0 0,0 0 1 0 0,1 1-1 0 0,-1-1 0 0 0,0 1 1 0 0,-4 1-1 0 0,2 0 4 0 0,0 0-1 0 0,0 0 1 0 0,0 0-1 0 0,1 0 1 0 0,-1 1-1 0 0,1-1 1 0 0,-1 1-1 0 0,1 0 1 0 0,0-1-1 0 0,0 1 1 0 0,-3 5-1 0 0,1-1 0 0 0,2-4 4 0 0,1 1 1 0 0,0-1 0 0 0,1 1 0 0 0,-1 0-1 0 0,0-1 1 0 0,1 1 0 0 0,0-1 0 0 0,0 1-1 0 0,0 0 1 0 0,1 5 0 0 0,0 4 64 0 0,-1-11-59 0 0,0 0 0 0 0,1-1 0 0 0,-1 1 0 0 0,1 0-1 0 0,0-1 1 0 0,-1 1 0 0 0,1 0 0 0 0,0-1 0 0 0,0 1 0 0 0,0-1 0 0 0,0 0-1 0 0,0 1 1 0 0,1-1 0 0 0,-1 0 0 0 0,0 0 0 0 0,1 1 0 0 0,-1-1 0 0 0,1 0-1 0 0,-1 0 1 0 0,3 1 0 0 0,2 1 54 0 0,1 0 0 0 0,-1 0-1 0 0,0 0 1 0 0,9 1 0 0 0,9 1 19 0 0,-1-2 0 0 0,0-1 0 0 0,1-1 0 0 0,28-2 0 0 0,-10 1-85 0 0,-8 0-297 0 0,13 0-487 0 0,-16 0-6803 0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1:00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48 0 0 0,'0'0'20312'0'0,"24"-8"-20105"0"0,71-23 10 0 0,-93 30-211 0 0,26-7 279 0 0,-25 9-169 0 0,22-1 382 0 0,-17 22-646 0 0,-3 6 207 0 0,15 48 1 0 0,-11-47-35 0 0,11 35 29 0 0,11 41 9 0 0,8 45 61 0 0,-22-89-73 0 0,3-2 47 0 0,-19-54-83 0 0,-1 0 0 0 0,1 1 0 0 0,-1-1 0 0 0,0 6 0 0 0,0-3 73 0 0,0-7-75 0 0,0-1 0 0 0,0 0 0 0 0,0 1 0 0 0,0-1 1 0 0,-1 1-1 0 0,1-1 0 0 0,0 0 0 0 0,0 1 0 0 0,0-1 0 0 0,0 1 0 0 0,-1-1 0 0 0,1 0 0 0 0,0 1 1 0 0,0-1-1 0 0,-1 0 0 0 0,1 1 0 0 0,0-1 0 0 0,-1 0 0 0 0,1 0 0 0 0,0 1 0 0 0,-1-1 0 0 0,1 0 0 0 0,0 0 1 0 0,-1 0-1 0 0,1 1 0 0 0,-1-1 0 0 0,1 0 0 0 0,0 0 0 0 0,-1 0 0 0 0,0 0 0 0 0,-15 2 307 0 0,11-2-232 0 0,-48 2 359 0 0,32-2-1342 0 0,1 1 0 0 0,-27 5 0 0 0,20 0-2893 0 0,9-2-1614 0 0,1 0-5278 0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1:05.9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5297 1 0 0 0,'0'0'4616'0'0,"-3"0"-4182"0"0,-10 0-50 0 0,13 0-316 0 0,0 0-1 0 0,0 0 1 0 0,-1 0-1 0 0,1 0 0 0 0,0 0 1 0 0,0 0-1 0 0,0 1 1 0 0,0-1-1 0 0,-1 0 0 0 0,1 0 1 0 0,0 0-1 0 0,0 0 0 0 0,0 0 1 0 0,0 0-1 0 0,0 1 1 0 0,-1-1-1 0 0,1 0 0 0 0,0 0 1 0 0,0 0-1 0 0,0 0 0 0 0,0 1 1 0 0,0-1-1 0 0,0 0 1 0 0,0 0-1 0 0,0 0 0 0 0,0 1 1 0 0,0-1-1 0 0,0 0 0 0 0,0 0 1 0 0,-1 0-1 0 0,2 1 1 0 0,-1-1-1 0 0,0 0 0 0 0,0 0 1 0 0,0 1-1 0 0,0 5 597 0 0,9 18 1452 0 0,13 27-1 0 0,-20-45-1919 0 0,-1 0 1 0 0,1 0 0 0 0,-1 1-1 0 0,0-1 1 0 0,-1 1 0 0 0,0-1-1 0 0,0 0 1 0 0,-2 13-1 0 0,1-14-99 0 0,0 1-1 0 0,-1-1 0 0 0,0 0 0 0 0,0 1 1 0 0,0-1-1 0 0,-1 0 0 0 0,1 0 0 0 0,-6 6 1 0 0,-2 5 138 0 0,8-13-172 0 0,0 0-1 0 0,0-1 1 0 0,0 1-1 0 0,-5 4 1 0 0,5-5 15 0 0,0 0 1 0 0,0 0-1 0 0,0 0 1 0 0,0 1 0 0 0,-2 3-1 0 0,1-2 44 0 0,0 0 1 0 0,-1 0-1 0 0,1 0 0 0 0,-1 0 0 0 0,1-1 0 0 0,-8 5 1 0 0,5-3 8 0 0,-4 2 45 0 0,0 0 0 0 0,0-1 1 0 0,-1 0-1 0 0,-22 8 0 0 0,7-3 50 0 0,18-8-138 0 0,1 0 0 0 0,-1-1 1 0 0,-9 1-1 0 0,-3 2 106 0 0,-30 6 246 0 0,13-4-95 0 0,-1-2 0 0 0,-49-1 0 0 0,32-1-129 0 0,-8-2 317 0 0,-118-12-1 0 0,-7 6-288 0 0,118 6-178 0 0,29-1-25 0 0,3 1 55 0 0,0-2-1 0 0,-40-6 1 0 0,-67-7 287 0 0,69 5-156 0 0,35 3-94 0 0,-351-17 533 0 0,329 25-628 0 0,0 3 0 0 0,0 3 0 0 0,-62 16 0 0 0,107-20-39 0 0,1 1 0 0 0,-1 1 0 0 0,1 0 0 0 0,1 2 0 0 0,-1 0 0 0 0,-15 10-1 0 0,-18 21 29 0 0,38-30-16 0 0,1 1 0 0 0,1 0 1 0 0,0 0-1 0 0,0 1 0 0 0,1 1 0 0 0,0-1 0 0 0,1 2 0 0 0,1-1 1 0 0,0 1-1 0 0,-9 22 0 0 0,14-30 9 0 0,0 0 1 0 0,0 0-1 0 0,-1 0 0 0 0,1-1 1 0 0,-1 1-1 0 0,-1-1 0 0 0,-5 6 1 0 0,9-9 36 0 0,-1-4 326 0 0,1 0 0 0 0,0 0 0 0 0,-1 1 0 0 0,1-1 0 0 0,-2-4 0 0 0,-1 2-395 0 0,1 0 0 0 0,-1 0-1 0 0,0 0 1 0 0,0 0 0 0 0,-8-8 0 0 0,-21-19-60 0 0,28 28 65 0 0,-13-10-6 0 0,0 1 1 0 0,-29-17-1 0 0,14 9 9 0 0,11 7-7 0 0,0 1-1 0 0,-1 0 0 0 0,-31-12 1 0 0,42 21-23 0 0,0 0 1 0 0,-1 1 0 0 0,1 0-1 0 0,-14-2 1 0 0,-31 1-54 0 0,-74 5 1 0 0,24 10 49 0 0,64-5 32 0 0,-45-1 0 0 0,6 0 15 0 0,-2-1-28 0 0,-58 1 54 0 0,103-5-35 0 0,-136 2 2 0 0,117 2-7 0 0,-26 1 36 0 0,-115 0 13 0 0,146-4-26 0 0,-95-5 61 0 0,54-5-32 0 0,-106-17 64 0 0,154 20-122 0 0,-70 1 0 0 0,37 3-34 0 0,53-1 92 0 0,0-1 0 0 0,1-1 0 0 0,-32-11 0 0 0,25 7 16 0 0,8 1 18 0 0,0 0-1 0 0,2-2 1 0 0,-38-23 0 0 0,28 16 50 0 0,24 12-84 0 0,-1 0 0 0 0,1-1 0 0 0,0 0 0 0 0,0 0 0 0 0,0 0 0 0 0,1-1 0 0 0,0 0 0 0 0,-8-13 0 0 0,7 9-178 0 0,0 0 0 0 0,2 0-1 0 0,-1-1 1 0 0,1 1 0 0 0,-5-22-1 0 0,5 2-3232 0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1:06.7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391 61 0 0 0,'0'0'17285'0'0,"17"3"-17056"0"0,52 9 73 0 0,-69-12-277 0 0,1 0 1 0 0,-1 0 0 0 0,0 0-1 0 0,1 0 1 0 0,-1 0 0 0 0,0 0-1 0 0,1 0 1 0 0,-1 0 0 0 0,1 0-1 0 0,-1 1 1 0 0,0-1 0 0 0,1 0-1 0 0,-1 0 1 0 0,0 0 0 0 0,0 0-1 0 0,1 0 1 0 0,-1 1 0 0 0,0-1-1 0 0,1 0 1 0 0,-1 0 0 0 0,0 1-1 0 0,0-1 1 0 0,1 0 0 0 0,-1 0-1 0 0,0 1 1 0 0,-7 3 659 0 0,-14 0 534 0 0,-1-2-801 0 0,0 0 1 0 0,0-1-1 0 0,0-1 0 0 0,0-2 1 0 0,-36-5-1 0 0,-23-5-200 0 0,17 3-155 0 0,43 6-241 0 0,7 1-925 0 0,-1-1 0 0 0,-19-6 0 0 0,29 8 136 0 0,0-1 0 0 0,1-1 1 0 0,-1 1-1 0 0,-4-4 0 0 0,6 4-49 0 0,0 0 1 0 0,0-1-1 0 0,1 1 0 0 0,-1-1 0 0 0,1 1 0 0 0,0-1 1 0 0,-2-3-1 0 0,0 0-1926 0 0,-1 3-847 0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1:07.0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373 44 2961 0 0,'0'0'18196'0'0,"-14"-5"-17952"0"0,-41-18-27 0 0,47 20-171 0 0,-1 0 0 0 0,0 0 0 0 0,0 1 0 0 0,-1 0 0 0 0,1 1 0 0 0,0 0 1 0 0,-1 1-1 0 0,1 0 0 0 0,-10 1 0 0 0,-8-1-48 0 0,-55 6-571 0 0,40-3-3230 0 0,1-1-6082 0 0,30-2 2069 0 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1:07.8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0 150 0 0 0,'0'0'24124'0'0,"1"-9"-23689"0"0,4-26-125 0 0,-4 26 45 0 0,-1 11-471 0 0,0 11 66 0 0,1 0 1 0 0,0 0-1 0 0,6 22 0 0 0,10 43 94 0 0,-3-8-66 0 0,-11-52 500 0 0,-1 0 1 0 0,0 30 0 0 0,1-138-15 0 0,-3-57-463 0 0,-2 128-3 0 0,-1-1-1 0 0,0 1 0 0 0,-9-25 1 0 0,-4 6 7 0 0,2 12 15 0 0,14 26-24 0 0,0 0 0 0 0,0 0 0 0 0,0 0 1 0 0,0 0-1 0 0,0 0 0 0 0,0 0 0 0 0,0 0 0 0 0,0 0 0 0 0,0 0 0 0 0,0 0 0 0 0,0 0 0 0 0,0 0 1 0 0,0 0-1 0 0,0 0 0 0 0,0 0 0 0 0,0 0 0 0 0,-1 0 0 0 0,1 0 0 0 0,0 0 0 0 0,0 0 0 0 0,0 0 1 0 0,0 0-1 0 0,0 0 0 0 0,0 0 0 0 0,0 0 0 0 0,0 0 0 0 0,0 0 0 0 0,0 0 0 0 0,0 0 0 0 0,0 0 1 0 0,0 0-1 0 0,0 0 0 0 0,0 0 0 0 0,0 0 0 0 0,0 0 0 0 0,-1 0 0 0 0,1 0 0 0 0,0 0 0 0 0,0 0 1 0 0,0 0-1 0 0,0 0 0 0 0,0 0 0 0 0,0 0 0 0 0,0-1 0 0 0,0 1 0 0 0,0 0 0 0 0,0 0 0 0 0,0 0 1 0 0,0 0-1 0 0,0 0 0 0 0,0 0 0 0 0,0 0 0 0 0,0 0 0 0 0,0 0 0 0 0,0 0 0 0 0,0 0 0 0 0,0 0 1 0 0,0 0-1 0 0,0 0 0 0 0,0 0 0 0 0,0 0 0 0 0,0 0 0 0 0,0-1 0 0 0,0 1 0 0 0,-1 8-87 0 0,1 14 90 0 0,0-19-14 0 0,1 19 14 0 0,2 0 0 0 0,0-1 0 0 0,2 1 0 0 0,12 37 0 0 0,28 70 15 0 0,-37-106-24 0 0,16 35 0 0 0,-22-52-73 0 0,0-1 0 0 0,0 0 0 0 0,-1 1 0 0 0,1 0-1 0 0,-2-1 1 0 0,1 1 0 0 0,0 9 0 0 0,-1-14-58 0 0,0-1 0 0 0,0 0-1 0 0,-1 1 1 0 0,1-1 0 0 0,0 0 0 0 0,0 1 0 0 0,0-1 0 0 0,0 0-1 0 0,-1 1 1 0 0,1-1 0 0 0,0 0 0 0 0,0 0 0 0 0,-1 1 0 0 0,1-1-1 0 0,0 0 1 0 0,-1 0 0 0 0,1 1 0 0 0,0-1 0 0 0,-1 0 0 0 0,1 0-1 0 0,0 0 1 0 0,-1 0 0 0 0,1 1 0 0 0,0-1 0 0 0,-1 0 0 0 0,1 0-1 0 0,0 0 1 0 0,-1 0 0 0 0,1 0 0 0 0,-1 0 0 0 0,1 0 0 0 0,-16 1-6716 0 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1:34.1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331 25 0 0 0,'0'0'8251'0'0,"19"0"-5937"0"0,80 0 1836 0 0,-96 0-3627 0 0,13 0 2108 0 0,-16 0-2464 0 0,10-7 8201 0 0,-22 8-8269 0 0,1 0 0 0 0,-1 1 1 0 0,-15 4-1 0 0,-6 2 2 0 0,-10-1-651 0 0,0-1 1 0 0,0-3-1 0 0,-78-2 1 0 0,109-3-886 0 0,1 1 0 0 0,-1-1 0 0 0,-19-7 0 0 0,24 7-685 0 0,0-1-1 0 0,0 0 1 0 0,0-1 0 0 0,0 1 0 0 0,1-1-1 0 0,-12-9 1 0 0,11 7-2002 0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1:34.5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372 9 8210 0 0,'0'0'16795'0'0,"-18"-1"-16568"0"0,-58-5-36 0 0,44 5-92 0 0,-1 1-1 0 0,-62 7 1 0 0,35 0-1306 0 0,53-7 673 0 0,-24 3-3042 0 0,12-3-3440 0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1:35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58 9866 0 0,'0'0'17784'0'0,"-1"-10"-17572"0"0,-6-28-53 0 0,5 28-54 0 0,3 10-101 0 0,1 0 1 0 0,-1 1-1 0 0,0-1 0 0 0,1 0 1 0 0,-1 0-1 0 0,0 1 0 0 0,0-1 1 0 0,1 1-1 0 0,-1-1 0 0 0,0 1 1 0 0,0-1-1 0 0,0 1 0 0 0,0 0 1 0 0,0 0-1 0 0,0 0 0 0 0,0-1 1 0 0,0 1-1 0 0,0 0 0 0 0,1 2 0 0 0,4 2 1 0 0,214 236 218 0 0,-122-128-144 0 0,102 136 46 0 0,-143-175-59 0 0,18 20-6 0 0,-50-61-37 0 0,-8-11-4 0 0,21 36-1 0 0,-10-6 30 0 0,-23-46-74 0 0,-5-7-292 0 0,-7-11-446 0 0,-35-45-3336 0 0,18 25 40 0 0,0 1-3442 0 0,8 13-3670 0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1:35.7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401 102 1296 0 0,'0'0'25204'0'0,"2"-17"-24694"0"0,3-48-107 0 0,-3 45 709 0 0,-3 33-1127 0 0,-12 26 60 0 0,-25 52-1 0 0,3-19 53 0 0,-23 44 120 0 0,-1 9 33 0 0,8-16-69 0 0,15-36-68 0 0,-33 97 0 0 0,23-33-317 0 0,45-134-177 0 0,0 0 0 0 0,0 0 0 0 0,1 0 0 0 0,-1 0 0 0 0,1 1 0 0 0,0-1-1 0 0,1 5 1 0 0,-1 1-6644 0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1:36.2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 6441 0 0,'0'0'21828'0'0,"1"-5"-21696"0"0,0 2-120 0 0,1-9 67 0 0,-2 12-78 0 0,0 0 0 0 0,0 0 0 0 0,0 0 0 0 0,0 0 0 0 0,0 1 0 0 0,0-1 0 0 0,0 0 0 0 0,0 0 0 0 0,0 0 0 0 0,0 0 0 0 0,0 0 0 0 0,0 0 0 0 0,0 0 0 0 0,0 0 0 0 0,0 0 0 0 0,0 0 0 0 0,0 0 0 0 0,0 0 0 0 0,1 0 0 0 0,-1 0 0 0 0,0 0 0 0 0,0 0 0 0 0,0 0 0 0 0,0 0 0 0 0,0 0 0 0 0,0 0 0 0 0,0 0 0 0 0,0 0 0 0 0,0 0 0 0 0,0 0 0 0 0,0 0 0 0 0,0 0 0 0 0,0 0 0 0 0,0 0 0 0 0,0 0 0 0 0,0 0 0 0 0,0 0 0 0 0,0 0 0 0 0,0 0 0 0 0,0 0 0 0 0,0 0 0 0 0,0 0-1 0 0,0 0 1 0 0,0 0 0 0 0,0 8 32 0 0,1 2-1 0 0,0-1 0 0 0,1 1 0 0 0,4 14 1 0 0,-1-3 15 0 0,77 300 599 0 0,-61-235-585 0 0,-13-47-47 0 0,-7-28-10 0 0,0-1-1 0 0,0 1 0 0 0,-1 16 1 0 0,-1-7-8 0 0,1-19-8 0 0,-2-7-1258 0 0,-3-5-487 0 0,1 0 1 0 0,-5-19-1 0 0,4 11-2463 0 0,-2 0-3483 0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1:36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268 39 9082 0 0,'0'0'19028'0'0,"-9"-6"-18837"0"0,-29-18-43 0 0,36 22-134 0 0,0 1 1 0 0,1 1 0 0 0,-1-1-1 0 0,0 0 1 0 0,0 0 0 0 0,0 1-1 0 0,0-1 1 0 0,0 1 0 0 0,0-1-1 0 0,0 1 1 0 0,0 0-1 0 0,0 0 1 0 0,0 0 0 0 0,1 0-1 0 0,-5 1 1 0 0,-4-1 69 0 0,6 1-74 0 0,1-1-1 0 0,0 0 0 0 0,0 1 0 0 0,-1 0 0 0 0,1 0 0 0 0,0 0 1 0 0,0 0-1 0 0,0 0 0 0 0,0 1 0 0 0,0-1 0 0 0,0 1 0 0 0,-5 3 0 0 0,-1 3 5 0 0,0 0-1 0 0,-10 11 0 0 0,6-6 2 0 0,7-6-3 0 0,0 0 1 0 0,-6 12 0 0 0,-6 5-22 0 0,15-21 13 0 0,1-1 0 0 0,-1 1 0 0 0,0-1-1 0 0,0 1 1 0 0,-5 2 0 0 0,2-1 16 0 0,5-4-19 0 0,0 1 1 0 0,1-1 0 0 0,-1 0 1 0 0,1 0-1 0 0,-1 1 0 0 0,1-1 0 0 0,-1 0 1 0 0,1 1-1 0 0,-1-1 0 0 0,1 1 0 0 0,-1-1 1 0 0,1 0-1 0 0,0 1 0 0 0,-1-1 0 0 0,1 1 1 0 0,0-1-1 0 0,-1 1 0 0 0,1-1 1 0 0,0 1-1 0 0,-1-1 0 0 0,1 1 0 0 0,0 0 1 0 0,2 1 9 0 0,1-1 0 0 0,-1 1 0 0 0,1-1 0 0 0,-1 0 0 0 0,1 0 0 0 0,4 1 0 0 0,-3-1-6 0 0,99 37 122 0 0,-54-22-106 0 0,24 7 34 0 0,92 15 24 0 0,-116-27-64 0 0,13-1-1302 0 0,-57-7-1071 0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1:45.5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8687 46 0 0 0,'0'0'1623'0'0,"18"-6"-1079"0"0,55-15 4 0 0,-59 17 489 0 0,23-3 1 0 0,-10 1 3787 0 0,-25 6-4570 0 0,1-1-1 0 0,0 1 0 0 0,0 0 0 0 0,0 0 0 0 0,0 0 0 0 0,0 0 0 0 0,0 0 1 0 0,3 1-1 0 0,7 1 2498 0 0,-29 6-2593 0 0,2-1 149 0 0,0 0 0 0 0,0-2 0 0 0,-1 1 0 0 0,0-2-1 0 0,0 0 1 0 0,0-1 0 0 0,-1 0 0 0 0,1-1 0 0 0,-19-1 0 0 0,-109 3 1044 0 0,-203-4-226 0 0,133-12-234 0 0,81 3-493 0 0,44 3-235 0 0,-57-2 20 0 0,28 6-95 0 0,-57 1-58 0 0,80 4-47 0 0,-251 4 539 0 0,230-7-319 0 0,-215 2 97 0 0,-32 12-194 0 0,306-11-99 0 0,-81 2 45 0 0,-150 4-11 0 0,287-9-41 0 0,-559 30 51 0 0,-47-7 3 0 0,277 0-66 0 0,97-3 6 0 0,74-9 40 0 0,-124 6-33 0 0,0 4-21 0 0,165-9 23 0 0,-98 15 31 0 0,140-15-84 0 0,-110 19 78 0 0,-144 1-9 0 0,180-28 10 0 0,-226 4-12 0 0,109-3 27 0 0,-48 0-21 0 0,222-2-18 0 0,-63 1-6 0 0,-147 2-24 0 0,203-6-1027 0 0,66 0-2247 0 0,-1 0-4041 0 0,32 0 6747 0 0,0 0-1 0 0,0 0 1 0 0,0 1 0 0 0,0-1-1 0 0,0 1 1 0 0,0 0-1 0 0,0 0 1 0 0,-3 1 0 0 0,-9 3-1723 0 0,-12 2 7457 0 0,26-8-5020 0 0,0 1 0 0 0,0 0 0 0 0,0-1 0 0 0,0 1 0 0 0,0-1 0 0 0,0 1 0 0 0,0 0 0 0 0,1-1 0 0 0,-1 1-1 0 0,0 0 1 0 0,0-1 0 0 0,0 1 0 0 0,0-1 0 0 0,1 1 0 0 0,-1 0 0 0 0,0-1 0 0 0,0 1 0 0 0,1 0 0 0 0,-1 0-1 0 0,0-1 1 0 0,1 1 0 0 0,-1 0 0 0 0,0 0 0 0 0,1-1 0 0 0,-1 1 0 0 0,0 0 0 0 0,1 0 0 0 0,-1 0 0 0 0,1-1-1 0 0,0 1 37 0 0,0 0 0 0 0,0 0 0 0 0,1-1-1 0 0,-1 1 1 0 0,0 0 0 0 0,0-1-1 0 0,0 0 1 0 0,0 1 0 0 0,2-2 0 0 0,7-3 422 0 0,6 1-303 0 0,-1 1 1 0 0,0 1-1 0 0,1 0 0 0 0,26 1 0 0 0,-18 0 20 0 0,177-2 1791 0 0,128-8-442 0 0,725-85-672 0 0,-762 67-725 0 0,-12 1-37 0 0,249-17 237 0 0,-123 13-279 0 0,-103 10-139 0 0,-82 7-12 0 0,356-14 21 0 0,-364 21-11 0 0,460-2 43 0 0,-596 10-60 0 0,429 16 50 0 0,-162-2-25 0 0,-185-8-34 0 0,72 2 10 0 0,219-1 115 0 0,-321-8-88 0 0,302 7-78 0 0,-430-6 38 0 0,509 16 31 0 0,-201-13 62 0 0,-253-3-43 0 0,84-12-1 0 0,-90 7-104 0 0,71 1 1 0 0,-96 7 13 0 0,-24-3 7 0 0,0 1 0 0 0,0-1 0 0 0,0 0 0 0 0,1 1 0 0 0,-1-1 0 0 0,0 0 1 0 0,0 1-1 0 0,0 0 0 0 0,0-1 0 0 0,0 1 0 0 0,0 0 0 0 0,0-1 0 0 0,0 1 0 0 0,0 0 0 0 0,0 0 0 0 0,1 1 0 0 0,-2-1 11 0 0,0 0-1 0 0,0-1 1 0 0,1 1-1 0 0,-1-1 1 0 0,0 1 0 0 0,0 0-1 0 0,0-1 1 0 0,0 1-1 0 0,0 0 1 0 0,0-1-1 0 0,-1 1 1 0 0,1 0-1 0 0,0-1 1 0 0,0 1 0 0 0,0-1-1 0 0,0 1 1 0 0,-1 0-1 0 0,1-1 1 0 0,0 1-1 0 0,-1-1 1 0 0,1 1 0 0 0,0-1-1 0 0,-1 1 1 0 0,1-1-1 0 0,-1 1 1 0 0,1-1-1 0 0,-1 1 1 0 0,1-1-1 0 0,-1 0 1 0 0,1 1 0 0 0,-2 0-1 0 0,-1 0-5 0 0,0 1-1 0 0,0 0 1 0 0,0-1-1 0 0,-5 3 1 0 0,-26 4 5 0 0,1-2 1 0 0,-46 4 0 0 0,69-9 17 0 0,-806 56-17 0 0,89-39 94 0 0,481-15-81 0 0,-321 2 93 0 0,-90 10-70 0 0,411-7 39 0 0,51-2-101 0 0,-221 5 114 0 0,168-2-107 0 0,54-1 6 0 0,-929 5 33 0 0,894-17-18 0 0,60 0 73 0 0,-17 2-34 0 0,-292-2-4 0 0,472 4-17 0 0,-542 3 134 0 0,114-3 298 0 0,-228-33 385 0 0,468 13-406 0 0,162 18-327 0 0,-149-8 160 0 0,167 10-254 0 0,-1 1-1 0 0,1 0 0 0 0,0 1 0 0 0,0 0 0 0 0,0 1 0 0 0,-26 9 0 0 0,3 1-36 0 0,0-1 0 0 0,-1-3 0 0 0,-1-1 1 0 0,-49 5-1 0 0,85-13-156 0 0,-40 4-2217 0 0,15-3-6421 0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1:47.4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862 19 0 0 0,'0'0'720'0'0,"19"-3"-597"0"0,59-9-3 0 0,-47 9 27 0 0,-25 3-105 0 0,6 1 27 0 0,0 1 1 0 0,0 0-1 0 0,-1 1 0 0 0,1 0 0 0 0,13 5 0 0 0,16 5 10 0 0,59 15 612 0 0,-83-26 334 0 0,0 0 0 0 0,-1-1 0 0 0,21-1 0 0 0,6 0 481 0 0,178 7 3327 0 0,-159-2-4216 0 0,0 3-1 0 0,73 19 1 0 0,-130-26-587 0 0,0 0 1 0 0,0 1 0 0 0,0 0-1 0 0,0 0 1 0 0,-1 0 0 0 0,1 1 0 0 0,-1 0-1 0 0,5 3 1 0 0,-9-6-35 0 0,0 0 1 0 0,0 0-1 0 0,1 0 0 0 0,-1 0 0 0 0,0 1 1 0 0,0-1-1 0 0,0 0 0 0 0,1 0 1 0 0,-1 1-1 0 0,0-1 0 0 0,0 0 1 0 0,0 0-1 0 0,0 1 0 0 0,0-1 1 0 0,0 0-1 0 0,0 0 0 0 0,0 1 1 0 0,1-1-1 0 0,-1 0 0 0 0,0 0 1 0 0,0 1-1 0 0,0-1 0 0 0,0 0 1 0 0,0 1-1 0 0,0-1 0 0 0,-1 0 1 0 0,1 0-1 0 0,0 1 0 0 0,0-1 1 0 0,0 0-1 0 0,0 0 0 0 0,0 1 1 0 0,0-1-1 0 0,0 0 0 0 0,0 0 1 0 0,-1 1-1 0 0,1-1 0 0 0,0 0 1 0 0,0 0-1 0 0,0 0 0 0 0,-1 1 1 0 0,1-1-1 0 0,0 0 0 0 0,0 0 1 0 0,0 0-1 0 0,-1 0 0 0 0,1 1 1 0 0,0-1-1 0 0,0 0 0 0 0,-1 0 0 0 0,1 0 1 0 0,0 0-1 0 0,-1 0 0 0 0,1 0 1 0 0,0 0-1 0 0,0 0 0 0 0,-1 0 1 0 0,1 0-1 0 0,-21 4 228 0 0,19-4-196 0 0,-34 2 484 0 0,-37-2 1 0 0,27 0-137 0 0,-341-19 2167 0 0,189 6-1557 0 0,43 4-254 0 0,-86-5 107 0 0,-302-8-80 0 0,497 20-738 0 0,26 1 340 0 0,16 0 181 0 0,6 1 345 0 0,21 2-879 0 0,0 0 0 0 0,-1 1 1 0 0,24 7-1 0 0,-2 0-8 0 0,420 57-61 0 0,-162-26 5 0 0,-296-40 55 0 0,722 107-68 0 0,-660-95 65 0 0,-125-14-89 0 0,-143-28 256 0 0,122 20-131 0 0,-277-25 98 0 0,286 30-121 0 0,-283-12 279 0 0,1 27-34 0 0,265-2-218 0 0,-92 24-1 0 0,153-26-40 0 0,23-6 5 0 0,1-1-1 0 0,-1 1 0 0 0,1-1 1 0 0,-1 1-1 0 0,1 0 0 0 0,-1-1 1 0 0,1 1-1 0 0,0 0 0 0 0,-1 0 1 0 0,1 0-1 0 0,0 0 0 0 0,-1 2 1 0 0,2-3 5 0 0,0 0 1 0 0,0 0 0 0 0,0 0 0 0 0,0 1 0 0 0,0-1 0 0 0,0 0-1 0 0,0 0 1 0 0,0 0 0 0 0,0 1 0 0 0,0-1 0 0 0,0 0 0 0 0,0 0 0 0 0,0 0-1 0 0,0 0 1 0 0,0 1 0 0 0,0-1 0 0 0,1 0 0 0 0,-1 0 0 0 0,0 0-1 0 0,0 0 1 0 0,0 0 0 0 0,0 1 0 0 0,0-1 0 0 0,1 0 0 0 0,-1 0-1 0 0,0 0 1 0 0,0 0 0 0 0,0 0 0 0 0,0 0 0 0 0,1 0 0 0 0,-1 0-1 0 0,0 0 1 0 0,0 0 0 0 0,0 0 0 0 0,0 0 0 0 0,1 0 0 0 0,-1 0 0 0 0,0 0-1 0 0,0 0 1 0 0,0 0 0 0 0,1 0 0 0 0,-1 0 0 0 0,0 0 0 0 0,0 0-1 0 0,0 0 1 0 0,1 0 0 0 0,14 0 409 0 0,-11 0-347 0 0,63-1-61 0 0,110 3 7 0 0,-115 6-44 0 0,-61-8 22 0 0,-1 0 0 0 0,0 0 1 0 0,0 0-1 0 0,1 1 0 0 0,-1-1 1 0 0,0 0-1 0 0,0 0 0 0 0,1 0 0 0 0,-1 1 1 0 0,0-1-1 0 0,0 0 0 0 0,0 0 1 0 0,1 1-1 0 0,-1-1 0 0 0,0 0 0 0 0,0 0 1 0 0,0 1-1 0 0,0-1 0 0 0,0 0 1 0 0,0 1-1 0 0,0-1 0 0 0,0 0 1 0 0,1 1-1 0 0,-1-1 0 0 0,0 0 0 0 0,0 0 1 0 0,0 1-1 0 0,0-1 0 0 0,-1 0 1 0 0,1 1-1 0 0,0-1 0 0 0,0 0 1 0 0,0 1-1 0 0,0-1 0 0 0,0 0 0 0 0,0 0 1 0 0,0 1-1 0 0,0-1 0 0 0,-1 0 1 0 0,1 1-1 0 0,0-1 0 0 0,0 0 0 0 0,0 0 1 0 0,-1 0-1 0 0,1 1 0 0 0,0-1 1 0 0,0 0-1 0 0,-1 0 0 0 0,1 0 1 0 0,0 1-1 0 0,0-1 0 0 0,-1 0 0 0 0,0 0 1 0 0,-3 2 2 0 0,0-1 0 0 0,0 0-1 0 0,-1 1 1 0 0,1-2 0 0 0,0 1 0 0 0,-1 0 0 0 0,-4-1 0 0 0,-3 1 11 0 0,-41 2-4 0 0,-56-4 0 0 0,94 1-7 0 0,-76-10 18 0 0,48 4 15 0 0,17-2 25 0 0,26 8-48 0 0,0-1 0 0 0,-1 1 0 0 0,1 0-1 0 0,0 0 1 0 0,0 0 0 0 0,0 0-1 0 0,0-1 1 0 0,0 1 0 0 0,0 0 0 0 0,-1 0-1 0 0,1 0 1 0 0,0-1 0 0 0,0 1-1 0 0,0 0 1 0 0,0 0 0 0 0,0 0 0 0 0,0-1-1 0 0,0 1 1 0 0,0 0 0 0 0,0 0-1 0 0,0 0 1 0 0,0-1 0 0 0,0 1 0 0 0,0 0-1 0 0,0 0 1 0 0,0 0 0 0 0,0-1-1 0 0,0 1 1 0 0,1 0 0 0 0,-1 0 0 0 0,0 0-1 0 0,0-1 1 0 0,0 1 0 0 0,0 0 0 0 0,0 0-1 0 0,0 0 1 0 0,1-1 0 0 0,-1 1-1 0 0,14-2-336 0 0,-1 1-1 0 0,1 0 1 0 0,0 0 0 0 0,15 2-1 0 0,56 11-2065 0 0,-20 1-1037 0 0,-23-3-1912 0 0,-3-2-5388 0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2:10.0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67 0 0 0,'0'0'15291'0'0,"2"-8"-13936"0"0,3-23-141 0 0,-4 29-848 0 0,-1 0 0 0 0,0 0 0 0 0,1 0-1 0 0,-1 0 1 0 0,1 1 0 0 0,0-1 0 0 0,1-3 0 0 0,1-1 1102 0 0,-1 2 691 0 0,0 9 77 0 0,-1 8-1391 0 0,0 0-775 0 0,1-1 0 0 0,0 0-1 0 0,1 0 1 0 0,0 0 0 0 0,1 0 0 0 0,0 0-1 0 0,9 16 1 0 0,2 9 92 0 0,2 6-38 0 0,-5-15-72 0 0,-2 0 1 0 0,7 32 0 0 0,-12-40-31 0 0,-2 0-1 0 0,1 41 1 0 0,-3-61-24 0 0,-1 0 0 0 0,0 0 0 0 0,0 1-1 0 0,0-1 1 0 0,0 0 0 0 0,0 0 0 0 0,0 1 0 0 0,0-1 0 0 0,0 0-1 0 0,0 1 1 0 0,0-1 0 0 0,0 0 0 0 0,0 0 0 0 0,0 1-1 0 0,0-1 1 0 0,-1 0 0 0 0,1 0 0 0 0,0 1 0 0 0,0-1 0 0 0,0 0-1 0 0,0 0 1 0 0,0 1 0 0 0,0-1 0 0 0,-1 0 0 0 0,1 0-1 0 0,0 0 1 0 0,0 1 0 0 0,0-1 0 0 0,-1 0 0 0 0,1 0 0 0 0,0 0-1 0 0,0 0 1 0 0,-1 1 0 0 0,1-1 0 0 0,0 0 0 0 0,0 0 0 0 0,-1 0-1 0 0,1 0 1 0 0,0 0 0 0 0,0 0 0 0 0,-1 0 0 0 0,1 0-1 0 0,0 0 1 0 0,-1 0 0 0 0,1 0 0 0 0,0 0 0 0 0,0 0 0 0 0,-1 0-1 0 0,1 0 1 0 0,0 0 0 0 0,0 0 0 0 0,-1 0 0 0 0,0-1-35 0 0,0 1 1 0 0,0-1 0 0 0,0 1-1 0 0,0-1 1 0 0,0 0-1 0 0,0 1 1 0 0,0-1 0 0 0,1 0-1 0 0,-1 0 1 0 0,0 1-1 0 0,-1-3 1 0 0,-48-96-6381 0 0,22 31-4007 0 0,20 51 6240 0 0,3 2-2801 0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2:10.3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750 15 4273 0 0,'0'0'22638'0'0,"-30"-3"-22183"0"0,-93-6-24 0 0,111 8-322 0 0,1 0 0 0 0,0 1 1 0 0,0 0-1 0 0,-15 2 0 0 0,11 0 13 0 0,-74 10 263 0 0,-94 25 1 0 0,147-28-741 0 0,-40 3 0 0 0,0-8-4845 0 0,70-4 4339 0 0,-13 0-3867 0 0,0 0-5577 0 0,12 0 2873 0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2:11.1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 0 7210 0 0,'0'0'18826'0'0,"-2"8"-18688"0"0,-1 7-8 0 0,1-1 0 0 0,0 1 0 0 0,0 0 0 0 0,2 18 0 0 0,3-6-6 0 0,1-1 0 0 0,2 1 0 0 0,0-1 0 0 0,2 0 0 0 0,1 0 0 0 0,1-1-1 0 0,15 26 1 0 0,-2 0-15 0 0,15 27 53 0 0,-30-64-129 0 0,-7-10-20 0 0,1 0 0 0 0,1 0 0 0 0,-1 0 1 0 0,1 0-1 0 0,-1-1 0 0 0,6 6 0 0 0,-5-7-64 0 0,5 4 586 0 0,-8-6-522 0 0,1 0-1 0 0,-1 0 1 0 0,0 0 0 0 0,1 0 0 0 0,-1 0-1 0 0,0 0 1 0 0,0 0 0 0 0,1-1 0 0 0,-1 1-1 0 0,0 0 1 0 0,1 0 0 0 0,-1 0-1 0 0,0 0 1 0 0,0 0 0 0 0,1-1 0 0 0,-1 1-1 0 0,0 0 1 0 0,0 0 0 0 0,0-1 0 0 0,1 1-1 0 0,-1 0 1 0 0,0 0 0 0 0,0-1 0 0 0,0 1-1 0 0,0 0 1 0 0,0 0 0 0 0,1-1 0 0 0,-1 1-1 0 0,0 0 1 0 0,0-1 0 0 0,0 1 0 0 0,0 0-1 0 0,0-1 1 0 0,0 1 0 0 0,2-9 60 0 0,2-2-48 0 0,-1-1-1 0 0,0 1 1 0 0,-1-1-1 0 0,1-14 1 0 0,-2 9-2 0 0,4-29-1 0 0,-4 26-13 0 0,-1-4-5 0 0,0 23 2 0 0,1 0-1 0 0,-1 0 1 0 0,0 0-1 0 0,0 0 1 0 0,1 0-1 0 0,-1 0 1 0 0,0 0-1 0 0,1 0 1 0 0,-1 0-1 0 0,1 0 1 0 0,-1 0-1 0 0,1 0 1 0 0,0 0-1 0 0,-1 0 1 0 0,1 1-1 0 0,0-1 1 0 0,1-1-1 0 0,-1 2-9 0 0,0-1-1 0 0,0 1 1 0 0,0-1-1 0 0,0 1 1 0 0,0 0 0 0 0,0-1-1 0 0,0 1 1 0 0,0 0-1 0 0,0 0 1 0 0,1 0-1 0 0,-1 0 1 0 0,0 0-1 0 0,0 0 1 0 0,0 0-1 0 0,0 0 1 0 0,0 0-1 0 0,0 0 1 0 0,1 1 0 0 0,-1-1-1 0 0,0 1 1 0 0,0-1-1 0 0,0 0 1 0 0,0 1-1 0 0,1 0 1 0 0,3 3-8 0 0,0-1 1 0 0,0 1-1 0 0,6 6 0 0 0,-4-4 20 0 0,33 29-41 0 0,84 64 15 0 0,-118-94 19 0 0,1-1 1 0 0,0 0-1 0 0,13 6 0 0 0,-17-9 4 0 0,0 0 0 0 0,0 0-1 0 0,1 0 1 0 0,-1-1 0 0 0,0 1 0 0 0,0-1-1 0 0,0 0 1 0 0,0 0 0 0 0,1 0-1 0 0,-1 0 1 0 0,0 0 0 0 0,5-2 0 0 0,-6 2-4 0 0,0-1 1 0 0,0 0 0 0 0,0 0 0 0 0,0 0-1 0 0,0 0 1 0 0,-1-1 0 0 0,1 1 0 0 0,0 0-1 0 0,-1-1 1 0 0,1 1 0 0 0,-1-1 0 0 0,0 1-1 0 0,1-1 1 0 0,1-3 0 0 0,2-4-6 0 0,-1 0 0 0 0,4-9 0 0 0,5-10-41 0 0,-13 27 39 0 0,0 1 1 0 0,1 0-1 0 0,-1-1 0 0 0,0 1 1 0 0,0-1-1 0 0,1 1 0 0 0,-1 0 1 0 0,0-1-1 0 0,1 1 1 0 0,-1 0-1 0 0,1-1 0 0 0,-1 1 1 0 0,0 0-1 0 0,1 0 0 0 0,-1-1 1 0 0,1 1-1 0 0,-1 0 0 0 0,1 0 1 0 0,-1 0-1 0 0,1-1 1 0 0,-1 1-1 0 0,1 0 0 0 0,-1 0 1 0 0,1 0-1 0 0,0 0 0 0 0,0 0-8 0 0,0 1 0 0 0,0-1 0 0 0,0 0 0 0 0,0 1 0 0 0,0-1 0 0 0,0 1 0 0 0,0-1 0 0 0,0 1 0 0 0,0-1 0 0 0,0 1 0 0 0,1 1 0 0 0,2 2-31 0 0,1 1 0 0 0,-1-1 0 0 0,5 7 0 0 0,-7-8 58 0 0,4 6-157 0 0,0-1 0 0 0,1-1-1 0 0,0 1 1 0 0,0-1 0 0 0,1 0-1 0 0,0-1 1 0 0,0 0-1 0 0,1 0 1 0 0,-1 0 0 0 0,14 5-1 0 0,-22-11-133 0 0,1 0 0 0 0,-1 1-1 0 0,1-1 1 0 0,0 0 0 0 0,-1 0 0 0 0,1 1-1 0 0,0-1 1 0 0,-1 0 0 0 0,1 0 0 0 0,0 0-1 0 0,-1 0 1 0 0,1 0 0 0 0,0 0 0 0 0,-1 0-1 0 0,1 0 1 0 0,1-1 0 0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2:11.2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 68 13963 0 0,'0'0'12655'0'0,"-3"-14"-13077"0"0,-11-38 9 0 0,13 50-323 0 0,0 5-137 0 0,0 10-1303 0 0,2 17-3996 0 0,1-17 272 0 0,0-4-4026 0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2:11.6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390 45 13363 0 0,'0'0'13008'0'0,"-14"-8"-12971"0"0,-44-25-29 0 0,57 33-7 0 0,0-1-1 0 0,0 1 0 0 0,0-1 1 0 0,0 1-1 0 0,0 0 1 0 0,0-1-1 0 0,0 1 0 0 0,0 0 1 0 0,0-1-1 0 0,0 1 0 0 0,0 0 1 0 0,0 0-1 0 0,0 0 1 0 0,0 0-1 0 0,0 0 0 0 0,0 0 1 0 0,0 0-1 0 0,-1 1 1 0 0,1-1-2 0 0,1 1 1 0 0,-1-1 0 0 0,1 0 0 0 0,0 1 0 0 0,-1-1 0 0 0,1 1 0 0 0,-1-1 0 0 0,1 1 0 0 0,0-1 0 0 0,0 0-1 0 0,-1 1 1 0 0,1-1 0 0 0,0 1 0 0 0,0 0 0 0 0,0-1 0 0 0,-1 1 0 0 0,1 0 0 0 0,-1 1 0 0 0,-1 5 17 0 0,-1 0 1 0 0,1 0 0 0 0,0 0 0 0 0,1 1 0 0 0,-1 7 0 0 0,1-8 7 0 0,0-2-13 0 0,1 0 1 0 0,0 0-1 0 0,0-1 1 0 0,0 1-1 0 0,1 0 1 0 0,0-1-1 0 0,0 1 1 0 0,0 0-1 0 0,2 5 1 0 0,3 3 36 0 0,13 24-1 0 0,-8-20 33 0 0,0-1 0 0 0,2 0 0 0 0,22 23 0 0 0,-8-10-79 0 0,-26-28-2 0 0,0 1 0 0 0,-1-1 1 0 0,1 1-1 0 0,0-1 0 0 0,0 1 0 0 0,0-1 0 0 0,-1 1 1 0 0,1 0-1 0 0,0 2 0 0 0,-1-4-4 0 0,0 1 1 0 0,0-1-1 0 0,0 1 0 0 0,0-1 1 0 0,0 1-1 0 0,0-1 0 0 0,0 1 0 0 0,0-1 1 0 0,0 1-1 0 0,0-1 0 0 0,0 1 1 0 0,0-1-1 0 0,0 1 0 0 0,0-1 1 0 0,0 1-1 0 0,-1-1 0 0 0,1 1 0 0 0,0-1 1 0 0,0 1-1 0 0,-1-1 0 0 0,1 1 1 0 0,0-1-1 0 0,0 1 0 0 0,-1-1 0 0 0,1 0 1 0 0,-1 1-1 0 0,1-1 0 0 0,0 0 1 0 0,-1 1-1 0 0,1-1 0 0 0,-1 0 0 0 0,0 1 1 0 0,-11 2 18 0 0,-1-1 1 0 0,0 0-1 0 0,1-1 1 0 0,-1 0 0 0 0,-18-2-1 0 0,7 0-15 0 0,-101-9 527 0 0,33 1-3073 0 0,30 9-6553 0 0,52 2 2280 0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2:12.4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88 9626 0 0,'0'0'14559'0'0,"0"2"-14611"0"0,-1 0 54 0 0,1-1-1 0 0,0 1 1 0 0,0-1 0 0 0,0 1-1 0 0,0-1 1 0 0,1 1-1 0 0,-1-1 1 0 0,0 0 0 0 0,1 1-1 0 0,-1-1 1 0 0,1 1-1 0 0,-1-1 1 0 0,1 0 0 0 0,0 1-1 0 0,0 1 1 0 0,18 21 58 0 0,-6-8 1 0 0,3 4-29 0 0,0-2 0 0 0,1 1 1 0 0,0-2-1 0 0,2 0 0 0 0,26 18 0 0 0,-41-32-20 0 0,1 0-1 0 0,-1-1 1 0 0,0 0-1 0 0,0 0 1 0 0,1 0-1 0 0,0 0 1 0 0,-1-1-1 0 0,1 1 1 0 0,0-1 0 0 0,0-1-1 0 0,-1 1 1 0 0,1 0-1 0 0,8-1 1 0 0,-12 0-9 0 0,-1-1 1 0 0,1 1 0 0 0,0 0 0 0 0,0 0 0 0 0,-1 0 0 0 0,1-1 0 0 0,0 1 0 0 0,0 0 0 0 0,-1-1 0 0 0,1 1-1 0 0,0-1 1 0 0,-1 1 0 0 0,1-1 0 0 0,0 1 0 0 0,-1-1 0 0 0,1 1 0 0 0,-1-1 0 0 0,1 1 0 0 0,-1-1-1 0 0,1 0 1 0 0,-1 1 0 0 0,1-1 0 0 0,-1 0 0 0 0,0 0 0 0 0,0 1 0 0 0,1-1 0 0 0,-1 0 0 0 0,0 0-1 0 0,0 0 1 0 0,2-5 4 0 0,-1 1-1 0 0,-1 0 1 0 0,1-7-1 0 0,-1 8-9 0 0,1-12-21 0 0,0-1 1 0 0,-1 1-1 0 0,-1 0 1 0 0,-1 0-1 0 0,-4-21 1 0 0,4 31 68 0 0,1-1 1 0 0,0 1-1 0 0,0-1 1 0 0,1-11-1 0 0,0 18-45 0 0,0-1 0 0 0,0 1 0 0 0,0 0-1 0 0,1-1 1 0 0,-1 1 0 0 0,0 0 0 0 0,0 0 0 0 0,1-1 0 0 0,-1 1-1 0 0,0 0 1 0 0,0 0 0 0 0,1 0 0 0 0,-1-1 0 0 0,0 1 0 0 0,1 0 0 0 0,-1 0-1 0 0,0 0 1 0 0,1 0 0 0 0,-1 0 0 0 0,0 0 0 0 0,1-1 0 0 0,-1 1-1 0 0,0 0 1 0 0,1 0 0 0 0,-1 0 0 0 0,0 0 0 0 0,1 0 0 0 0,-1 0 0 0 0,0 0-1 0 0,1 1 1 0 0,-1-1 0 0 0,0 0 0 0 0,1 0 0 0 0,-1 0 0 0 0,1 0-1 0 0,14 5-141 0 0,-9-2 110 0 0,-1 0-1 0 0,0 1 1 0 0,8 7 0 0 0,2 2 6 0 0,-2-3 25 0 0,14 11-27 0 0,56 33 1 0 0,-74-49 56 0 0,1-1-1 0 0,0 0 1 0 0,0 0 0 0 0,0-1 0 0 0,0 0 0 0 0,0-1 0 0 0,0 0 0 0 0,1 0 0 0 0,-1-1 0 0 0,18-1 0 0 0,-26 0-6 0 0,0 0 0 0 0,0-1-1 0 0,0 1 1 0 0,-1-1 0 0 0,1 1 0 0 0,0-1 0 0 0,0 0 0 0 0,-1 1 0 0 0,1-1 0 0 0,0 0 0 0 0,-1 0 0 0 0,1 0 0 0 0,-1 0 0 0 0,3-3 0 0 0,-1 1 33 0 0,-1 0 1 0 0,0 1-1 0 0,0-2 1 0 0,0 1-1 0 0,0 0 0 0 0,0 0 1 0 0,1-4-1 0 0,1-3 141 0 0,-1 0 0 0 0,-1-1 0 0 0,0 1 0 0 0,2-14 0 0 0,-4 18-162 0 0,1 0 0 0 0,-1 1 0 0 0,-1-1 0 0 0,1 0 0 0 0,-1 1 0 0 0,0-1 0 0 0,0 0 0 0 0,-1 1 0 0 0,1-1-1 0 0,-1 1 1 0 0,-1-1 0 0 0,1 1 0 0 0,-1 0 0 0 0,-6-9 0 0 0,7 10-123 0 0,-1 1 0 0 0,-1-1 0 0 0,1 1 1 0 0,0 0-1 0 0,-1 0 0 0 0,0 0 0 0 0,1 0 0 0 0,-1 1 0 0 0,0-1 0 0 0,-1 1 0 0 0,1 0 0 0 0,0 0 0 0 0,-1 0 0 0 0,1 1 0 0 0,-1 0 1 0 0,1 0-1 0 0,-1 0 0 0 0,-6 0 0 0 0,7 0-481 0 0,1 1 0 0 0,-1 0 0 0 0,0 0 0 0 0,1 0 0 0 0,-1 1 0 0 0,0 0 0 0 0,1-1 0 0 0,-1 1 0 0 0,-3 2 0 0 0,4-2-1120 0 0,-1 1 0 0 0,1 0 1 0 0,0 0-1 0 0,0 0 0 0 0,-3 4 1 0 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2:12.8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154 138 0 0 0,'0'0'24484'0'0,"0"-14"-24037"0"0,1-2-235 0 0,-3-22 1 0 0,2 37-188 0 0,-1 0-1 0 0,1-1 1 0 0,0 1 0 0 0,-1-1 0 0 0,1 1-1 0 0,0 0 1 0 0,-1 0 0 0 0,0-1-1 0 0,1 1 1 0 0,-1 0 0 0 0,0 0-1 0 0,0 0 1 0 0,1 0 0 0 0,-1 0-1 0 0,0 0 1 0 0,0 0 0 0 0,0 0 0 0 0,0 0-1 0 0,-1 0 1 0 0,1 0 0 0 0,0 1-1 0 0,0-1 1 0 0,0 0 0 0 0,-1 1-1 0 0,1-1 1 0 0,0 1 0 0 0,-2-1-1 0 0,-2-1 104 0 0,-5-2 12 0 0,0 0-1 0 0,1 0 1 0 0,-1 1 0 0 0,0 1 0 0 0,0 0-1 0 0,-1 0 1 0 0,1 1 0 0 0,-12 0 0 0 0,22 1-139 0 0,-1 0 1 0 0,0 0 0 0 0,0 1-1 0 0,0-1 1 0 0,0 0 0 0 0,1 1-1 0 0,-1-1 1 0 0,0 1 0 0 0,0-1-1 0 0,0 1 1 0 0,1-1 0 0 0,-1 1-1 0 0,0-1 1 0 0,1 1 0 0 0,-1-1 0 0 0,1 1-1 0 0,-1 0 1 0 0,0 0 0 0 0,1-1-1 0 0,-1 1 1 0 0,1 0 0 0 0,0 0-1 0 0,-1-1 1 0 0,1 1 0 0 0,0 0-1 0 0,-1 0 1 0 0,1 1 0 0 0,-1 3 13 0 0,0-1 0 0 0,0 0 0 0 0,1 1 0 0 0,-1 5 0 0 0,2-6 9 0 0,-1-1 0 0 0,1 1 0 0 0,-1-1-1 0 0,1 1 1 0 0,0-1 0 0 0,1 0 0 0 0,-1 0 0 0 0,1 1-1 0 0,-1-1 1 0 0,1 0 0 0 0,0 0 0 0 0,0-1-1 0 0,0 1 1 0 0,0 0 0 0 0,5 4 0 0 0,0-1 26 0 0,0 0 1 0 0,0-1-1 0 0,0 0 0 0 0,1 0 1 0 0,8 4-1 0 0,-6-4 6 0 0,1-1-1 0 0,0-1 1 0 0,0 0 0 0 0,1 0 0 0 0,-1-1-1 0 0,0 0 1 0 0,1-1 0 0 0,19-1-1 0 0,-29 0-49 0 0,-1 0 0 0 0,1 0 0 0 0,0 0 0 0 0,-1-1 0 0 0,1 1 0 0 0,0-1 0 0 0,0 1 0 0 0,-1-1 0 0 0,1 1 0 0 0,-1-1-1 0 0,1 0 1 0 0,-1 0 0 0 0,1 0 0 0 0,-1 0 0 0 0,1 0 0 0 0,-1 0 0 0 0,0 0 0 0 0,1 0 0 0 0,-1-1 0 0 0,0 1-1 0 0,0 0 1 0 0,0-1 0 0 0,0 1 0 0 0,0-1 0 0 0,0 1 0 0 0,-1-1 0 0 0,1 1 0 0 0,0-1 0 0 0,0-2 0 0 0,0-1-16 0 0,0-1 1 0 0,0 0 0 0 0,0 0 0 0 0,0 0 0 0 0,-1 0 0 0 0,0 1 0 0 0,-1-10-1 0 0,0 11-10 0 0,0 0 0 0 0,0 0 0 0 0,-1 0 0 0 0,1 1 0 0 0,-1-1 0 0 0,0 0 0 0 0,0 1 0 0 0,0-1 0 0 0,-5-5 0 0 0,2 2-44 0 0,0 1-1 0 0,-1 1 1 0 0,0-1-1 0 0,-6-5 1 0 0,10 10-28 0 0,-1-1 1 0 0,1 1-1 0 0,0 0 1 0 0,-1 0-1 0 0,1 0 1 0 0,-1 0-1 0 0,1 0 1 0 0,-1 0-1 0 0,1 1 1 0 0,-6-1-1 0 0,0 0-920 0 0,-1 1-1 0 0,-9 1 0 0 0,16 0 707 0 0,0-1 1 0 0,1 1-1 0 0,-1-1 0 0 0,1 1 1 0 0,-1 0-1 0 0,0-1 0 0 0,1 1 1 0 0,-1 0-1 0 0,1 0 0 0 0,0 0 1 0 0,-1 0-1 0 0,1 0 1 0 0,0 0-1 0 0,0 1 0 0 0,-1-1 1 0 0,1 0-1 0 0,0 1 0 0 0,0-1 1 0 0,1 0-1 0 0,-1 1 0 0 0,0-1 1 0 0,0 1-1 0 0,1 0 0 0 0,-1 1 1 0 0,0-1-321 0 0,0 0 0 0 0,1-1 0 0 0,-1 1 1 0 0,1 0-1 0 0,0 0 0 0 0,-1 0 0 0 0,1 0 0 0 0,0 0 1 0 0,0 0-1 0 0,0-1 0 0 0,0 1 0 0 0,1 0 0 0 0,-1 0 1 0 0,1 0-1 0 0,-1 0 0 0 0,1 0 0 0 0,-1-1 0 0 0,1 1 1 0 0,0 0-1 0 0,0-1 0 0 0,2 4 0 0 0,3 1-1485 0 0,-2-2 1355 0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2:13.2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0 255 0 0 0,'0'0'11130'0'0,"32"10"-8617"0"0,96 27-285 0 0,-69-19 2996 0 0,-66-26 1729 0 0,-28-31-6599 0 0,-1 1-169 0 0,13 15-89 0 0,0-1 0 0 0,-24-36 1 0 0,44 55-65 0 0,0-1 0 0 0,0 1 1 0 0,1-1-1 0 0,0 0 1 0 0,0 0-1 0 0,1 0 1 0 0,-1 0-1 0 0,1 0 1 0 0,1 0-1 0 0,-1 0 0 0 0,1-11 1 0 0,0 16-34 0 0,0-1 1 0 0,1 0-1 0 0,-1 1 1 0 0,0-1-1 0 0,0 1 1 0 0,1-1-1 0 0,-1 0 1 0 0,1 1-1 0 0,-1-1 1 0 0,1 1-1 0 0,0-1 1 0 0,0 1-1 0 0,0 0 1 0 0,-1-1-1 0 0,1 1 1 0 0,0 0-1 0 0,3-3 1 0 0,-2 3-31 0 0,0-1 1 0 0,1 0-1 0 0,-1 1 1 0 0,1-1-1 0 0,-1 1 1 0 0,1 0-1 0 0,0 0 1 0 0,0 0-1 0 0,4-1 1 0 0,0 1-143 0 0,0 0 0 0 0,0 0 1 0 0,0 1-1 0 0,0 0 1 0 0,0 0-1 0 0,0 1 0 0 0,10 1 1 0 0,-11 0-181 0 0,0 0-1 0 0,0 0 1 0 0,0 1 0 0 0,0 0-1 0 0,0 0 1 0 0,-1 0 0 0 0,8 6-1 0 0,10 11-3703 0 0,-3 0-5595 0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2:13.6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14835 0 0,'0'0'9821'0'0,"13"33"-9596"0"0,45 105-55 0 0,-15-37 46 0 0,-10-30-106 0 0,18 44 6 0 0,-14-31-190 0 0,-36-82-282 0 0,0 1-1 0 0,0-1 1 0 0,1 0 0 0 0,-1 1 0 0 0,0-1-1 0 0,1 0 1 0 0,0 0 0 0 0,1 2 0 0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2:13.9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139 0 6161 0 0,'0'0'19044'0'0,"-10"3"-18621"0"0,-34 7-75 0 0,41-10-295 0 0,-1 1-1 0 0,1 0 1 0 0,0 0-1 0 0,0 0 1 0 0,-1 1-1 0 0,1-1 1 0 0,-4 3-1 0 0,-3 2 70 0 0,7-4-106 0 0,0-1 0 0 0,0 1 0 0 0,0 0 0 0 0,0 0 1 0 0,1 0-1 0 0,-1 0 0 0 0,1 0 0 0 0,-1 1 0 0 0,1-1 1 0 0,0 1-1 0 0,0 0 0 0 0,0-1 0 0 0,1 1 0 0 0,-1 0 0 0 0,0 0 1 0 0,1 0-1 0 0,0 0 0 0 0,0 1 0 0 0,0-1 0 0 0,0 0 1 0 0,0 4-1 0 0,1-5-9 0 0,-1 1-1 0 0,1-1 1 0 0,0 1 0 0 0,1-1 0 0 0,-1 1 0 0 0,0-1 0 0 0,1 0-1 0 0,-1 1 1 0 0,1-1 0 0 0,0 0 0 0 0,0 1 0 0 0,0-1 0 0 0,0 0-1 0 0,0 0 1 0 0,2 3 0 0 0,1 0 34 0 0,1 1 0 0 0,0-1 1 0 0,1 0-1 0 0,-1 0 0 0 0,1-1 0 0 0,0 0 0 0 0,0 0 0 0 0,0 0 0 0 0,1-1 1 0 0,-1 0-1 0 0,1 0 0 0 0,0 0 0 0 0,8 1 0 0 0,10 2 53 0 0,0-1 0 0 0,36 1 0 0 0,-27-3-13 0 0,250 8-1481 0 0,-287-12-2930 0 0,0 1 2894 0 0,1 0 0 0 0,0 0 1 0 0,-1 0-1 0 0,-3 1 1 0 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2:14.7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350 57 6201 0 0,'0'0'16897'0'0,"-32"-9"-16343"0"0,-98-28-144 0 0,86 27-187 0 0,26 10-21 0 0,5 0-85 0 0,5 0-56 0 0,0 1 0 0 0,0 0 0 0 0,0 0 0 0 0,0 1-1 0 0,-9 2 1 0 0,13-3-47 0 0,0 1 0 0 0,0-1-1 0 0,1 1 1 0 0,-1 0 0 0 0,0 0-1 0 0,1 0 1 0 0,0 0-1 0 0,-1 1 1 0 0,1-1 0 0 0,0 1-1 0 0,0 0 1 0 0,-3 4 0 0 0,5-5 8 0 0,0 1 0 0 0,0-1 0 0 0,0 1 0 0 0,0 0 0 0 0,0 0 0 0 0,1-1 0 0 0,-1 1 0 0 0,1 0 0 0 0,0 0 0 0 0,0 0 0 0 0,0-1 0 0 0,0 1 0 0 0,0 0 0 0 0,1 0 0 0 0,-1 0 0 0 0,1-1 0 0 0,0 1 0 0 0,0 0 0 0 0,0-1 0 0 0,0 1 0 0 0,0 0 0 0 0,3 4 0 0 0,5 4 89 0 0,-1-1-1 0 0,1 0 1 0 0,1 0-1 0 0,17 13 1 0 0,48 31 125 0 0,-10-9-155 0 0,-15-9-21 0 0,18 13-20 0 0,-66-47-48 0 0,-1-1 0 0 0,0 1-1 0 0,1 0 1 0 0,-1-1 0 0 0,0 1 0 0 0,0 0 0 0 0,0 0 0 0 0,0 0-1 0 0,0 0 1 0 0,0-1 0 0 0,0 1 0 0 0,-1 1 0 0 0,1 1-1 0 0,0-3 1 0 0,-1 0-1 0 0,0 0 0 0 0,0 0 1 0 0,0-1-1 0 0,0 1 1 0 0,0 0-1 0 0,0 0 0 0 0,0 0 1 0 0,0 0-1 0 0,0 0 0 0 0,-1 0 1 0 0,1 0-1 0 0,0 0 0 0 0,-1 0 1 0 0,1 0-1 0 0,0-1 0 0 0,-1 1 1 0 0,1 0-1 0 0,-1 0 0 0 0,1 0 1 0 0,-1-1-1 0 0,0 1 0 0 0,1 0 1 0 0,-1-1-1 0 0,0 1 1 0 0,1 0-1 0 0,-1-1 0 0 0,0 1 1 0 0,0-1-1 0 0,-1 1 0 0 0,-5 2-25 0 0,0 0-1 0 0,0-1 1 0 0,0 0 0 0 0,-1-1-1 0 0,1 1 1 0 0,-9-1 0 0 0,-48 0-1076 0 0,35-2 13 0 0,-3 1-698 0 0,-7 0-2158 0 0,13 0-3330 0 0,16 2-3263 0 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2:18.6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88 244 0 0 0,'0'0'15451'0'0,"-1"-22"-13957"0"0,-6-71-126 0 0,1 64-505 0 0,1 20-28 0 0,0 1-191 0 0,-1-4 727 0 0,-12-18 0 0 0,15 25-1059 0 0,-1 0-1 0 0,0 0 0 0 0,0 1 0 0 0,0 0 1 0 0,0 0-1 0 0,-6-5 0 0 0,5 5 127 0 0,4 3-35 0 0,1 4-186 0 0,0 2-277 0 0,0 134-22 0 0,2-120 136 0 0,1 0-1 0 0,9 36 1 0 0,-7-38-424 0 0,-1 0 0 0 0,0 0 0 0 0,1 32 0 0 0,-5-4-5054 0 0,0-17-6054 0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2:19.0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65 30 5417 0 0,'0'0'18729'0'0,"-11"-4"-18532"0"0,-32-16-77 0 0,33 15-8 0 0,10 7-156 0 0,0-1 30 0 0,0 1-1 0 0,1 0 1 0 0,-1 0 0 0 0,1-1 0 0 0,0 1-1 0 0,-1 0 1 0 0,1-1 0 0 0,0 1-1 0 0,2 2 1 0 0,14 17 154 0 0,-10-13-61 0 0,-3-2 60 0 0,2-1 1 0 0,-1-1-1 0 0,0 1 1 0 0,12 7 1629 0 0,-26-23-1005 0 0,9 11-790 0 0,0 0 0 0 0,0-1 0 0 0,-1 1 0 0 0,1-1 0 0 0,0 1 0 0 0,0 0 1 0 0,-1-1-1 0 0,1 1 0 0 0,0 0 0 0 0,-1-1 0 0 0,1 1 0 0 0,0 0 0 0 0,-1 0 0 0 0,1-1 0 0 0,-1 1 0 0 0,1 0 0 0 0,0 0 1 0 0,-1 0-1 0 0,1 0 0 0 0,-1-1 0 0 0,1 1 0 0 0,0 0 0 0 0,-1 0 0 0 0,1 0 0 0 0,-1 0 0 0 0,1 0 0 0 0,-1 0 0 0 0,1 0 0 0 0,-1 0 1 0 0,1 0-1 0 0,0 0 0 0 0,-1 0 0 0 0,1 1 0 0 0,-1-1 0 0 0,1 0 0 0 0,-1 0 0 0 0,1 0 0 0 0,0 0 0 0 0,-1 1 0 0 0,1-1 1 0 0,-1 0-1 0 0,1 0 0 0 0,0 1 0 0 0,-1-1 0 0 0,1 0 0 0 0,-1 1 0 0 0,-7 8-2819 0 0,3-2-4464 0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3:20.69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445 11 4313 0 0,'2'0'23574'0'0,"-88"-6"-22454"0"0,58 3-873 0 0,0 1 0 0 0,-29 3 0 0 0,44 1-229 0 0,0 1 0 0 0,-1 0 0 0 0,1 1 0 0 0,0 0 0 0 0,-20 11 0 0 0,10-5-12 0 0,10-4 5 0 0,1 1-1 0 0,0 0 0 0 0,-20 17 1 0 0,28-20 6 0 0,0-1 0 0 0,0 1 1 0 0,1-1-1 0 0,0 1 0 0 0,0 0 1 0 0,0 0-1 0 0,0 1 0 0 0,0-1 1 0 0,1 1-1 0 0,0-1 0 0 0,0 1 1 0 0,0 0-1 0 0,0 0 0 0 0,1-1 1 0 0,0 1-1 0 0,-1 7 0 0 0,-4 19 100 0 0,4-23-89 0 0,1 1-1 0 0,0-1 1 0 0,-1 12-1 0 0,2-11 12 0 0,0 0 26 0 0,0 0-1 0 0,2 10 1 0 0,-2-16-42 0 0,1 1 0 0 0,0-1 1 0 0,0 0-1 0 0,0 0 0 0 0,1 0 1 0 0,-1 0-1 0 0,1 0 0 0 0,-1 0 0 0 0,4 4 1 0 0,-1-1 30 0 0,0 0 8 0 0,0-1 0 0 0,1 0 0 0 0,6 7 0 0 0,2-1 18 0 0,0-1 0 0 0,0 0 0 0 0,1-1 0 0 0,27 14 0 0 0,-15-13-32 0 0,1-1-1 0 0,41 10 1 0 0,58 0 35 0 0,-89-15-206 0 0,67-3 0 0 0,-102 0 62 0 0,-1-1-1 0 0,0 0 1 0 0,0-1-1 0 0,0 1 1 0 0,0 0-1 0 0,0 0 0 0 0,0 0 1 0 0,0-1-1 0 0,0 1 1 0 0,0 0-1 0 0,0-1 1 0 0,0 1-1 0 0,0-1 0 0 0,0 1 1 0 0,0-1-1 0 0,0 0 1 0 0,0 1-1 0 0,0-1 1 0 0,0 0-1 0 0,0 0 1 0 0,-1 1-1 0 0,1-1 0 0 0,0 0 1 0 0,-1 0-1 0 0,1 0 1 0 0,-1 0-1 0 0,1 0 1 0 0,-1 0-1 0 0,1 0 0 0 0,-1 0 1 0 0,1 0-1 0 0,-1 0 1 0 0,0 0-1 0 0,0 0 1 0 0,0-1-1 0 0,0 1 0 0 0,0-2 1 0 0,0 0-331 0 0,0 0 0 0 0,-1 0-1 0 0,0 0 1 0 0,1 0 0 0 0,-1 0 0 0 0,0 1 0 0 0,-1-1 0 0 0,1 0-1 0 0,0 0 1 0 0,-1 1 0 0 0,1-1 0 0 0,-1 1 0 0 0,-2-3 0 0 0,-12-12-3700 0 0,5 5-2189 0 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3:21.33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 13 15843 0 0,'0'0'13854'0'0,"-3"-3"-13813"0"0,0 1-34 0 0,-6-5 1 0 0,6 8-6 0 0,2 8 0 0 0,3 5 5 0 0,1 0 0 0 0,1 0 0 0 0,0-1 0 0 0,0 0 1 0 0,1 0-1 0 0,9 15 0 0 0,-3-3 18 0 0,50 94 178 0 0,-30-60-142 0 0,-11-16-49 0 0,18 59 1 0 0,-35-94-9 0 0,0 3 2 0 0,0 0 0 0 0,-1 1 0 0 0,-1 0 0 0 0,1-1 0 0 0,-2 18 523 0 0,1-33-430 0 0,-1 1 0 0 0,0-1 0 0 0,1 1 0 0 0,-2-1 0 0 0,1-4 0 0 0,0-12-62 0 0,1-22-8 0 0,-1 28 3 0 0,2-22-1 0 0,-2 34-33 0 0,1 1 0 0 0,-1-1 0 0 0,1 1 0 0 0,-1-1 0 0 0,1 1 0 0 0,0 0 0 0 0,-1-1 0 0 0,1 1 0 0 0,0 0 0 0 0,0 0 0 0 0,0-1 0 0 0,0 1 0 0 0,0 0 0 0 0,0 0 0 0 0,0 0 0 0 0,0 0 0 0 0,0 0 0 0 0,1 0 0 0 0,-1 0 0 0 0,0 1 0 0 0,1-1 0 0 0,-1 0 0 0 0,1 1 0 0 0,-1-1 0 0 0,0 1 0 0 0,1 0 0 0 0,-1-1 0 0 0,1 1 0 0 0,2 0 0 0 0,4-1-23 0 0,-1 1-1 0 0,1 0 1 0 0,0 0-1 0 0,10 3 1 0 0,-8-2 7 0 0,0 2 0 0 0,-1-1 0 0 0,0 1 0 0 0,13 6 0 0 0,35 21-27 0 0,-32-17 39 0 0,71 43 17 0 0,17 8 10 0 0,-110-62-138 0 0,0-1 0 0 0,0 1 0 0 0,1-1 1 0 0,-1 0-1 0 0,0 0 0 0 0,1-1 0 0 0,-1 1 1 0 0,5 0-1 0 0,-8-3-1087 0 0,0 1 913 0 0,0 0-1 0 0,0 0 0 0 0,0 0 1 0 0,0 0-1 0 0,0 0 0 0 0,-1 0 1 0 0,1 1-1 0 0,0-1 0 0 0,-1 0 1 0 0,1 0-1 0 0,0 0 0 0 0,-1 0 1 0 0,1 0-1 0 0,-1 0 0 0 0,-13-17-7391 0 0,-26-30 1 0 0,29 36 3698 0 0,5 4-1148 0 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3:22.13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210 31 15131 0 0,'0'0'12147'0'0,"-30"-5"-11987"0"0,-92-18-43 0 0,93 21-66 0 0,29 2-49 0 0,0 0 0 0 0,-1 0 0 0 0,1 0 1 0 0,0 0-1 0 0,-1 0 0 0 0,1 0 0 0 0,0 0 1 0 0,-1 0-1 0 0,1 0 0 0 0,0 0 0 0 0,0 0 1 0 0,-1 0-1 0 0,1 1 0 0 0,0-1 0 0 0,-1 0 1 0 0,1 0-1 0 0,0 0 0 0 0,0 1 0 0 0,-1-1 1 0 0,1 0-1 0 0,0 1 0 0 0,0-1-2 0 0,-4 6 66 0 0,1 0-1 0 0,0 0 0 0 0,1 0 1 0 0,-1 1-1 0 0,1 0 0 0 0,0-1 1 0 0,1 1-1 0 0,0 0 0 0 0,0 0 1 0 0,0 7-1 0 0,2-9-15 0 0,-1 0 0 0 0,1 0 1 0 0,0 0-1 0 0,1 0 0 0 0,-1 0 0 0 0,1 0 1 0 0,0-1-1 0 0,0 1 0 0 0,0-1 0 0 0,1 1 0 0 0,-1-1 1 0 0,1 0-1 0 0,0 0 0 0 0,1 0 0 0 0,4 4 0 0 0,-1 0 20 0 0,2-1-1 0 0,-1 0 1 0 0,1 0-1 0 0,0-1 1 0 0,20 10-1 0 0,-15-10-14 0 0,2-1 0 0 0,-1 0-1 0 0,0-1 1 0 0,1 0 0 0 0,0-2-1 0 0,0 0 1 0 0,0 0 0 0 0,16-2-1 0 0,-29 0-43 0 0,-1 0-1 0 0,1-1 1 0 0,0 1-1 0 0,-1 0 0 0 0,1-1 1 0 0,-1 0-1 0 0,1 0 0 0 0,3-2 1 0 0,-5 3-17 0 0,0-1 1 0 0,0 1-1 0 0,0-1 1 0 0,0 1-1 0 0,0-1 1 0 0,-1 0 0 0 0,1 1-1 0 0,0-1 1 0 0,0 0-1 0 0,-1 0 1 0 0,1 0-1 0 0,0 1 1 0 0,-1-1-1 0 0,1 0 1 0 0,-1 0 0 0 0,1 0-1 0 0,-1 0 1 0 0,1 0-1 0 0,-1 0 1 0 0,0 0-1 0 0,1 0 1 0 0,-1 0 0 0 0,0-2-1 0 0,0-6-279 0 0,0 7 87 0 0,1 0-1 0 0,-1-1 0 0 0,0 1 1 0 0,0 0-1 0 0,0 0 1 0 0,0-1-1 0 0,-1 1 0 0 0,1 0 1 0 0,-1 0-1 0 0,1 0 1 0 0,-1-1-1 0 0,0 1 0 0 0,0 0 1 0 0,0 0-1 0 0,0 0 1 0 0,0 0-1 0 0,0 1 0 0 0,-3-5 1 0 0,-6-2-4392 0 0,-20-15 0 0 0,24 19 1305 0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3:22.48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5 10362 0 0,'0'0'16964'0'0,"-3"-5"-16932"0"0,3 8-32 0 0,0-1 1 0 0,0 0-1 0 0,0 0 0 0 0,0 0 1 0 0,1 1-1 0 0,-1-1 1 0 0,0 0-1 0 0,1 0 0 0 0,1 3 1 0 0,4 16 28 0 0,0-2 15 0 0,9 22 0 0 0,-9-28-24 0 0,141 291 218 0 0,-89-204-269 0 0,-55-89-66 0 0,1-1-438 0 0,-4-9 51 0 0,-1-16-9923 0 0,0 9 7934 0 0,0-1-1 0 0,0 1 1 0 0,-4-7-1 0 0,0 2-3815 0 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3:22.79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180 0 11106 0 0,'0'0'16173'0'0,"-16"9"-15705"0"0,-50 26-58 0 0,17-7 265 0 0,42-23-575 0 0,1 0 0 0 0,-11 11 0 0 0,15-14-86 0 0,0-1 1 0 0,1 1-1 0 0,-1 0 0 0 0,1 0 1 0 0,-1 0-1 0 0,1 0 1 0 0,0 1-1 0 0,0-1 1 0 0,0 0-1 0 0,0 0 1 0 0,0 1-1 0 0,0-1 1 0 0,1 0-1 0 0,-1 1 1 0 0,1-1-1 0 0,-1 1 1 0 0,1-1-1 0 0,0 1 1 0 0,0-1-1 0 0,0 1 1 0 0,1-1-1 0 0,-1 1 1 0 0,0-1-1 0 0,1 0 1 0 0,0 1-1 0 0,-1-1 1 0 0,1 0-1 0 0,0 1 0 0 0,0-1 1 0 0,0 0-1 0 0,1 0 1 0 0,-1 0-1 0 0,0 0 1 0 0,1 0-1 0 0,0 0 1 0 0,-1 0-1 0 0,1 0 1 0 0,0-1-1 0 0,0 1 1 0 0,0-1-1 0 0,2 2 1 0 0,8 4 55 0 0,-1-1 0 0 0,2 0 1 0 0,-1-1-1 0 0,22 7 0 0 0,54 8 53 0 0,-42-13 52 0 0,67 3 1 0 0,48-8-3823 0 0,-116-2-379 0 0,-37-1-2761 0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3:23.81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 0 21949 0 0,'0'0'7829'0'0,"-2"1"-7610"0"0,-5 1-60 0 0,5-1 98 0 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5:53:23.97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 1 20308 0 0,'0'0'10119'0'0,"-1"1"-10078"0"0,1 1-242 0 0,-2 2-539 0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27:57.41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72 152 0 0 0,'0'-1'815'0'0,"-1"0"0"0"0,0 0 0 0 0,0 0 1 0 0,1 0-1 0 0,-1 0 0 0 0,1-1 0 0 0,-3-13 12236 0 0,24 15-11286 0 0,-15 1-1726 0 0,1-2 1 0 0,-1 1 0 0 0,0-1-1 0 0,0 0 1 0 0,0 0-1 0 0,10-4 1 0 0,14-4 480 0 0,10-15 161 0 0,-23 13-518 0 0,2-5 39 0 0,-7 4-2 0 0,-12 11-188 0 0,1 1-1 0 0,0-1 1 0 0,-1 1 0 0 0,1-1 0 0 0,-1 0-1 0 0,1 0 1 0 0,-1 1 0 0 0,0-1-1 0 0,1 0 1 0 0,-1 0 0 0 0,0 0 0 0 0,0 1-1 0 0,1-1 1 0 0,-1 0 0 0 0,0 0 0 0 0,0 0-1 0 0,0 0 1 0 0,0 0 0 0 0,0-1 0 0 0,0 2-82 0 0,-8-6-582 0 0,1 2 631 0 0,-1 0 0 0 0,0 1 0 0 0,0-1 0 0 0,0 2-1 0 0,-18-5 1 0 0,17 6 34 0 0,-1 0-1 0 0,1 1 1 0 0,-15 1-1 0 0,2 0 60 0 0,-28-1 148 0 0,47 0-215 0 0,1 1-1 0 0,-1 0 1 0 0,1-1 0 0 0,-1 1-1 0 0,1 0 1 0 0,-3 2 0 0 0,-8 2 12 0 0,13-4-2 0 0,-1-1-1 0 0,0 0 1 0 0,0 0-1 0 0,1 1 1 0 0,-1-1-1 0 0,0 0 0 0 0,1 1 1 0 0,-1-1-1 0 0,0 1 1 0 0,1-1-1 0 0,-1 1 1 0 0,0-1-1 0 0,1 1 0 0 0,-1-1 1 0 0,1 1-1 0 0,-1 0 1 0 0,1-1-1 0 0,0 1 1 0 0,-1 0-1 0 0,1-1 0 0 0,-1 2 1 0 0,-8 35 490 0 0,6-29-449 0 0,1 0-1 0 0,1 0 0 0 0,-1 0 1 0 0,1 0-1 0 0,0 10 0 0 0,1 62 356 0 0,3-62-259 0 0,9-4 387 0 0,-8-10-464 0 0,-1-1-1 0 0,1 1 1 0 0,-1-1 0 0 0,1 1 0 0 0,0-1 0 0 0,1 0-1 0 0,6 3 1 0 0,1 2 44 0 0,-8-6-51 0 0,0 0 0 0 0,1 0-1 0 0,-1-1 1 0 0,1 0-1 0 0,-1 0 1 0 0,1 0 0 0 0,0 0-1 0 0,-1-1 1 0 0,1 1 0 0 0,-1-1-1 0 0,1 0 1 0 0,0-1-1 0 0,-1 1 1 0 0,1-1 0 0 0,0 0-1 0 0,-1 0 1 0 0,1 0-1 0 0,-1-1 1 0 0,7-3 0 0 0,-3 2-65 0 0,0 1-1 0 0,0-1 1 0 0,0 1 0 0 0,0 1 0 0 0,15-2 0 0 0,-5 1-166 0 0,5 0-914 0 0,28-6-1 0 0,-48 6 446 0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2:50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17 292 0 0 0,'0'0'13747'0'0,"0"1"-13495"0"0,0-1 1 0 0,-1 0-1 0 0,1 1 0 0 0,0-1 1 0 0,0 0-1 0 0,0 1 1 0 0,0-1-1 0 0,0 0 0 0 0,0 1 1 0 0,0-1-1 0 0,1 0 1 0 0,-1 1-1 0 0,0-1 0 0 0,0 0 1 0 0,0 1-1 0 0,0-1 1 0 0,0 0-1 0 0,0 1 0 0 0,1-1 1 0 0,55-3 4043 0 0,29-13-2919 0 0,-41 10-979 0 0,-33 5-254 0 0,0 0 0 0 0,0-1 0 0 0,-1 0 0 0 0,0-1 0 0 0,1 0 0 0 0,18-9 0 0 0,-24 9 53 0 0,1 0 1 0 0,-1-1 0 0 0,1 0 0 0 0,7-7-1 0 0,-11 9-140 0 0,0 0-1 0 0,-1 0 0 0 0,1 0 0 0 0,-1 0 0 0 0,0 0 0 0 0,0 0 0 0 0,0 0 0 0 0,0 0 1 0 0,0 0-1 0 0,0 0 0 0 0,-1-1 0 0 0,1 1 0 0 0,-1 0 0 0 0,1-1 0 0 0,-1 1 0 0 0,0-3 1 0 0,0-2 26 0 0,0 3-65 0 0,1 1 1 0 0,-1 0 0 0 0,-1 0 0 0 0,1-1-1 0 0,0 1 1 0 0,-1 0 0 0 0,0 0 0 0 0,1 0-1 0 0,-1-1 1 0 0,0 1 0 0 0,-3-5 0 0 0,-3-3-18 0 0,0 1-1 0 0,0-1 1 0 0,-1 1 0 0 0,0 1 0 0 0,-12-11 0 0 0,12 13 4 0 0,0-1-2 0 0,1 2 0 0 0,-2-1 0 0 0,1 1 0 0 0,-18-10 0 0 0,17 12 7 0 0,7 2-6 0 0,0 1 0 0 0,0 0-1 0 0,0 0 1 0 0,0 0 0 0 0,-1 0 0 0 0,1 0-1 0 0,0 1 1 0 0,-3-1 0 0 0,4 1-16 0 0,-6 0-261 0 0,-4 6 238 0 0,-14 12 1 0 0,-8 3 55 0 0,18-13-17 0 0,1 1 0 0 0,-16 12 0 0 0,29-20-4 0 0,-1 0 4 0 0,0 0 1 0 0,0 1-1 0 0,1 0 0 0 0,-1 0 1 0 0,0-1-1 0 0,1 1 1 0 0,-1 0-1 0 0,-1 4 1 0 0,-3 5-18 0 0,4-9 14 0 0,1 0 1 0 0,0 0-1 0 0,0 0 0 0 0,0 0 1 0 0,0 0-1 0 0,0 0 1 0 0,0 0-1 0 0,0 2 1 0 0,-4 29 14 0 0,1-18 0 0 0,2 1 0 0 0,-1 21 0 0 0,3-34-5 0 0,0 8 9 0 0,0 0-1 0 0,1-1 1 0 0,0 1-1 0 0,3 14 1 0 0,2-7 103 0 0,12 28 1 0 0,-16-42-76 0 0,0 0 1 0 0,1 0-1 0 0,0 0 1 0 0,0-1-1 0 0,0 1 1 0 0,0-1-1 0 0,0 0 1 0 0,1 0-1 0 0,0 0 1 0 0,-1 0-1 0 0,1-1 1 0 0,0 1 0 0 0,7 2-1 0 0,5 2 80 0 0,0 0 1 0 0,20 4-1 0 0,4-1-98 0 0,0-3-1 0 0,0-1 1 0 0,0-2-1 0 0,65-1 1 0 0,-98-3-168 0 0,-1 0-1 0 0,0-1 1 0 0,0 0-1 0 0,11-2 1 0 0,2-6-2509 0 0,-17 8 1386 0 0,0-1-1 0 0,0 1 1 0 0,0-1-1 0 0,-1 0 1 0 0,1 0-1 0 0,2-2 1 0 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2:50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1 9594 0 0,'0'0'15718'0'0,"0"2"-15845"0"0,0 0 122 0 0,0 1-1 0 0,0-1 0 0 0,1 0 0 0 0,-1 0 1 0 0,1 0-1 0 0,-1 1 0 0 0,1-1 0 0 0,0 0 1 0 0,0 0-1 0 0,0 0 0 0 0,1 2 0 0 0,18 27 27 0 0,-14-22-14 0 0,69 106 138 0 0,-21-38-14 0 0,-34-50-123 0 0,20 34 0 0 0,-29-43-16 0 0,-8-13-7 0 0,0-1 1 0 0,0 1-1 0 0,0-1 1 0 0,-1 1-1 0 0,0 0 1 0 0,0 0-1 0 0,0 0 0 0 0,-1 0 1 0 0,1 1-1 0 0,-1-1 1 0 0,0 6-1 0 0,-1-10 11 0 0,0 0 0 0 0,-1 0 0 0 0,1-1 0 0 0,0 1 0 0 0,-1 0-1 0 0,1-1 1 0 0,0 1 0 0 0,-1 0 0 0 0,1-1 0 0 0,-1 1 0 0 0,1-1-1 0 0,-1 1 1 0 0,0-1 0 0 0,1 1 0 0 0,-1-1 0 0 0,1 1 0 0 0,-1-1 0 0 0,0 1-1 0 0,1-1 1 0 0,-1 0 0 0 0,0 1 0 0 0,1-1 0 0 0,-1 0 0 0 0,0 0-1 0 0,0 0 1 0 0,1 1 0 0 0,-1-1 0 0 0,-1 0 0 0 0,-23 2 0 0 0,13-2 34 0 0,0 0 0 0 0,0-1 0 0 0,0 0 0 0 0,0-1-1 0 0,-17-4 1 0 0,-68-30 124 0 0,86 31-100 0 0,0 0 0 0 0,0-1 0 0 0,1-1 0 0 0,-1 0 0 0 0,1 0 0 0 0,-11-11 0 0 0,20 17-31 0 0,0-1 1 0 0,-1 1-1 0 0,1 0 0 0 0,0-1 0 0 0,0 0 0 0 0,0 1 1 0 0,0-1-1 0 0,0 0 0 0 0,0 1 0 0 0,0-1 0 0 0,1 0 0 0 0,-1 0 1 0 0,1 0-1 0 0,-1 1 0 0 0,1-1 0 0 0,-1-3 0 0 0,1 4-26 0 0,1-1-1 0 0,-1 1 1 0 0,0 0-1 0 0,1-1 1 0 0,-1 1-1 0 0,1 0 0 0 0,-1-1 1 0 0,1 1-1 0 0,-1 0 1 0 0,1 0-1 0 0,0-1 1 0 0,0 1-1 0 0,0 0 0 0 0,-1 0 1 0 0,1 0-1 0 0,0 0 1 0 0,0 0-1 0 0,1 0 1 0 0,-1 1-1 0 0,0-1 0 0 0,0 0 1 0 0,2-1-1 0 0,5-1-76 0 0,0-1 0 0 0,0 1 0 0 0,0 0 0 0 0,0 0 0 0 0,13-1-1 0 0,44-4-240 0 0,-45 7 191 0 0,6-2-1157 0 0,-1 0-1 0 0,37-11 1 0 0,-60 13 870 0 0,1 1-1 0 0,-1-1 1 0 0,0-1 0 0 0,1 1 0 0 0,-1 0-1 0 0,0 0 1 0 0,0-1 0 0 0,0 1 0 0 0,0-1-1 0 0,3-3 1 0 0,-3 3-797 0 0,-1 0-1 0 0,0 0 1 0 0,1 0-1 0 0,-1 0 1 0 0,0 0 0 0 0,1-3-1 0 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2:50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86 15283 0 0,'0'0'13102'0'0,"-1"-14"-13448"0"0,-5-43-64 0 0,6 56 375 0 0,0 0 1 0 0,0 0 0 0 0,0 1 0 0 0,0-1-1 0 0,-1 0 1 0 0,1 0 0 0 0,0 0 0 0 0,0 1 0 0 0,-1-1-1 0 0,1 0 1 0 0,0 0 0 0 0,-1 1 0 0 0,1-1-1 0 0,-1 0 1 0 0,1 1 0 0 0,0-1 0 0 0,-2-1 0 0 0,2 2-19 0 0,-1 0 1 0 0,1 1-1 0 0,0-1 1 0 0,0 0 0 0 0,-1 0-1 0 0,1 0 1 0 0,0 0 0 0 0,-1 0-1 0 0,1 0 1 0 0,0 0-1 0 0,0 0 1 0 0,-1 1 0 0 0,1-1-1 0 0,0 0 1 0 0,-1 0 0 0 0,1 0-1 0 0,0 1 1 0 0,0-1-1 0 0,0 0 1 0 0,-1 0 0 0 0,1 1-1 0 0,-2 0-408 0 0,-15 19-4868 0 0,6-5-3525 0 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2:51.5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88 9202 0 0,'0'0'17085'0'0,"23"-14"-16974"0"0,72-45-39 0 0,-70 45-34 0 0,-18 13-9 0 0,-3 2-23 0 0,-1-1-15 0 0,0 1-1 0 0,1-1 1 0 0,-1 1 0 0 0,0 0-1 0 0,0 0 1 0 0,0 1 0 0 0,1-1-1 0 0,-1 0 1 0 0,-1 1 0 0 0,1 0-1 0 0,0 0 1 0 0,0 0 0 0 0,-1 0-1 0 0,1 0 1 0 0,-1 0 0 0 0,5 6-1 0 0,0 0-29 0 0,-1 1 0 0 0,0 0 0 0 0,0 0-1 0 0,4 10 1 0 0,-6-10 8 0 0,0 0 0 0 0,-1 1 0 0 0,-1-1 0 0 0,0 1 0 0 0,0 0 0 0 0,0 0 0 0 0,-2 0 0 0 0,1 0 0 0 0,-1 0 0 0 0,-1 10 0 0 0,0-15 21 0 0,0-1 0 0 0,0 1 0 0 0,-1-1 0 0 0,1 1 0 0 0,-1-1 0 0 0,0 1 1 0 0,0-1-1 0 0,0 0 0 0 0,-1 0 0 0 0,1 0 0 0 0,-1 0 0 0 0,0 0 0 0 0,0-1 0 0 0,-1 1 0 0 0,1-1 1 0 0,-1 0-1 0 0,-5 5 0 0 0,-5 1 24 0 0,0 0-1 0 0,-1-1 1 0 0,-26 11 0 0 0,41-18-13 0 0,-1-1 0 0 0,1 0-1 0 0,0 0 1 0 0,-1 0-1 0 0,1 0 1 0 0,0 0-1 0 0,-1 1 1 0 0,1-1-1 0 0,0 0 0 0 0,-1 0 1 0 0,1 0-1 0 0,0 0 1 0 0,0 1-1 0 0,-1-1 1 0 0,1 0-1 0 0,0 0 1 0 0,0 1-1 0 0,0-1 0 0 0,-1 0 1 0 0,1 0-1 0 0,0 1 1 0 0,0-1 19 0 0,10 2 1083 0 0,220-11-1029 0 0,-213 8-893 0 0,23-5 0 0 0,-12-3-2142 0 0,-24 7 1045 0 0,0 0 0 0 0,1 0 1 0 0,6-5-1 0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2:51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13699 0 0,'0'0'10049'0'0,"6"12"-9925"0"0,16 42 12 0 0,-17-45-109 0 0,0 1 0 0 0,0-2 1 0 0,0 1-1 0 0,1 0 0 0 0,1-1 1 0 0,-1 0-1 0 0,1-1 0 0 0,1 0 1 0 0,9 8-1 0 0,-8-7-259 0 0,4 4-723 0 0,17 15-2151 0 0,-14-16-1426 0 0,-1-4-3581 0 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2:51.9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12059 0 0,'0'0'10982'0'0,"8"11"-10978"0"0,25 37-132 0 0,0-8-1639 0 0,-21-27-1500 0 0,-1 4-4364 0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2:52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452 58 13235 0 0,'0'0'10446'0'0,"-32"-9"-9951"0"0,-101-27-167 0 0,86 25-151 0 0,28 10-60 0 0,7 1-75 0 0,-10 0-253 0 0,-1 0 0 0 0,1 2 1 0 0,-1 0-1 0 0,-34 9 0 0 0,26-2-4177 0 0,1 1-3850 0 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2:52.5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11867 0 0,'0'0'13530'0'0,"13"23"-13511"0"0,41 76 10 0 0,7 20 66 0 0,-14-27 52 0 0,-27-56-439 0 0,34 44 1 0 0,-50-75-70 0 0,-1 0 1 0 0,0 0-1 0 0,4 8 0 0 0,1 4-1933 0 0,-7-17 2146 0 0,-1 0-1 0 0,0 1 0 0 0,0-1 0 0 0,1 0 1 0 0,-1 1-1 0 0,0-1 0 0 0,0 1 1 0 0,0-1-1 0 0,1 0 0 0 0,-1 1 0 0 0,0-1 1 0 0,0 0-1 0 0,0 1 0 0 0,0-1 1 0 0,0 1-1 0 0,0-1 0 0 0,0 0 0 0 0,0 1 1 0 0,0-1-1 0 0,0 1 0 0 0,0-1 1 0 0,0 0-1 0 0,0 1 0 0 0,0-1 0 0 0,0 1 1 0 0,-1-1-1 0 0,1 0 0 0 0,0 1 1 0 0,0-1-1 0 0,0 0 0 0 0,-1 1 0 0 0,1-1 1 0 0,0 0-1 0 0,0 1 0 0 0,-1-1 1 0 0,1 0-1 0 0,0 1 0 0 0,-1-1 0 0 0,1 0 1 0 0,0 0-1 0 0,-1 0 0 0 0,1 1 1 0 0,0-1-1 0 0,-1 0 0 0 0,1 0 0 0 0,0 0 1 0 0,-1 0-1 0 0,1 1 0 0 0,-1-1 1 0 0,1 0-1 0 0,0 0 0 0 0,-1 0 0 0 0,-4 0-2068 0 0,1 1 0 0 0,0-1 0 0 0,-9 0 0 0 0,8-1-1493 0 0,2 1 2803 0 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2:52.8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16 7826 0 0,'0'0'18029'0'0,"1"-3"-18005"0"0,0-1-19 0 0,0-5 12 0 0,-1 9-15 0 0,-1 0-1 0 0,1 0 0 0 0,-1 0 0 0 0,1 0 0 0 0,-1 1 0 0 0,1-1 1 0 0,-1 0-1 0 0,1 0 0 0 0,-1 0 0 0 0,1 0 0 0 0,-1 1 0 0 0,1-1 1 0 0,-1 0-1 0 0,1 0 0 0 0,-1 1 0 0 0,1-1 0 0 0,0 0 0 0 0,-1 1 1 0 0,1-1-1 0 0,0 1 0 0 0,-1-1 0 0 0,0 1 0 0 0,-3 3 15 0 0,-1 0 1 0 0,1 1-1 0 0,0-1 0 0 0,0 1 0 0 0,0 0 1 0 0,-3 5-1 0 0,6-7-6 0 0,-1-1-1 0 0,1 1 1 0 0,0-1-1 0 0,0 1 1 0 0,0 0-1 0 0,0-1 1 0 0,1 1-1 0 0,-1 0 1 0 0,1 0 0 0 0,-1-1-1 0 0,1 1 1 0 0,0 0-1 0 0,0 0 1 0 0,1 0-1 0 0,0 4 1 0 0,-1-5-4 0 0,1-1 0 0 0,0 0 0 0 0,-1 1 0 0 0,1-1 0 0 0,0 0 0 0 0,0 0 0 0 0,0 1 0 0 0,0-1 0 0 0,0 0 0 0 0,0 0 0 0 0,0 0 0 0 0,0 0 0 0 0,0 0 0 0 0,0-1 0 0 0,1 1 0 0 0,-1 0 0 0 0,0 0 0 0 0,3 0 0 0 0,4 2 50 0 0,-1-1 1 0 0,11 3-1 0 0,-11-4-16 0 0,14 3 29 0 0,0-2 0 0 0,0 0 0 0 0,33-1 0 0 0,-34-1-211 0 0,13-3-485 0 0,-30 3 379 0 0,-1-1 1 0 0,0 1-1 0 0,0-1 1 0 0,0 1-1 0 0,0-1 1 0 0,0 0-1 0 0,0 0 1 0 0,0 0-1 0 0,0 0 1 0 0,-1 0-1 0 0,1 0 1 0 0,0 0-1 0 0,2-2 0 0 0,-2-5-3897 0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2:53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6633 0 0,'0'0'18810'0'0,"3"0"-18789"0"0,-2 0-18 0 0,1 0-1 0 0,-1 1 1 0 0,1-1-1 0 0,-1 1 1 0 0,1 0-1 0 0,-1-1 1 0 0,1 1-1 0 0,-1 0 1 0 0,1 0-1 0 0,-1 0 1 0 0,0 0-1 0 0,2 2 1 0 0,15 18 29 0 0,-14-16-11 0 0,0 0 0 0 0,0 0 0 0 0,7 5 0 0 0,4 2 3 0 0,25 20 155 0 0,-35-29-261 0 0,0 0 0 0 0,0 0 0 0 0,1 0 0 0 0,-1-1 0 0 0,1 0 1 0 0,7 2-1 0 0,-11-3 55 0 0,0-1 0 0 0,-1 0 0 0 0,1 1 0 0 0,0-1 1 0 0,0 0-1 0 0,-1 0 0 0 0,1 0 0 0 0,0-1 0 0 0,0 1 0 0 0,-1 0 0 0 0,1-1 1 0 0,0 1-1 0 0,0-1 0 0 0,-1 1 0 0 0,1-1 0 0 0,-1 0 0 0 0,1 0 1 0 0,0 1-1 0 0,-1-1 0 0 0,0 0 0 0 0,1-1 0 0 0,-1 1 0 0 0,0 0 0 0 0,3-2 1 0 0,0-3 52 0 0,0 0 1 0 0,-1 0 0 0 0,1 0-1 0 0,-1 0 1 0 0,2-7 0 0 0,8-14 93 0 0,-8 18-72 0 0,-4 7 129 0 0,0-1-1 0 0,1 1 0 0 0,-1-1 1 0 0,1 1-1 0 0,4-4 1 0 0,-5 5-129 0 0,0 0 1 0 0,0 0 0 0 0,0 0 0 0 0,1 1 0 0 0,-1-1 0 0 0,0 0 0 0 0,1 1-1 0 0,-1-1 1 0 0,1 1 0 0 0,-1 0 0 0 0,0-1 0 0 0,1 1 0 0 0,-1 0 0 0 0,1 0 0 0 0,1 0-1 0 0,2 0-71 0 0,-1 1-1 0 0,1-1 1 0 0,-1 1-1 0 0,1 0 1 0 0,-1 1-1 0 0,0-1 1 0 0,8 4-1 0 0,29 18-32 0 0,-24-13 52 0 0,23 15-1299 0 0,57 44-1 0 0,-96-68 984 0 0,0 0 1 0 0,0-1-1 0 0,0 1 1 0 0,1 1-1 0 0,-2-1 0 0 0,1 0 1 0 0,0 0-1 0 0,0 0 0 0 0,0 0 1 0 0,0 2-1 0 0,1 9-9332 0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2:54.1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301 30 1456 0 0,'0'0'25259'0'0,"-1"-5"-24943"0"0,-4-15-81 0 0,4 15-72 0 0,0 5-154 0 0,0 0 0 0 0,0 1 0 0 0,0-1 0 0 0,0 0 1 0 0,0 1-1 0 0,0-1 0 0 0,0 0 0 0 0,0 1 1 0 0,0 0-1 0 0,0-1 0 0 0,0 1 0 0 0,0-1 1 0 0,0 1-1 0 0,0 0 0 0 0,1 0 0 0 0,-1-1 0 0 0,0 1 1 0 0,-1 2-1 0 0,-11 19-3 0 0,7-12 15 0 0,-8 15 5 0 0,1 0 0 0 0,2 1 0 0 0,-14 42 0 0 0,-15 84 72 0 0,17-57-10 0 0,20-84-86 0 0,0 0 1 0 0,-1 0 0 0 0,0 0 0 0 0,-1-1 0 0 0,-1 1-1 0 0,1-1 1 0 0,-2 0 0 0 0,1-1 0 0 0,-1 1 0 0 0,-15 14-1 0 0,10-13-64 0 0,-20 18-817 0 0,32-29 864 0 0,-1 1-462 0 0,-1 0 0 0 0,1 0 0 0 0,-1 1 0 0 0,1-1 0 0 0,-1 0 0 0 0,1 1-1 0 0,-2 2 1 0 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2:54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102 303 14299 0 0,'0'0'10960'0'0,"-7"7"-10830"0"0,-21 21-3 0 0,27-26-112 0 0,0-1-1 0 0,0 0 1 0 0,0 1 0 0 0,0-1 0 0 0,0 1-1 0 0,1-1 1 0 0,-1 1 0 0 0,0-1-1 0 0,1 1 1 0 0,-1-1 0 0 0,1 1-1 0 0,0 0 1 0 0,-1-1 0 0 0,1 1-1 0 0,0 0 1 0 0,0-1 0 0 0,0 1-1 0 0,0 0 1 0 0,1 1 0 0 0,-1 4 53 0 0,0 14 104 0 0,-1-15-104 0 0,1 1 0 0 0,0 0 0 0 0,0 0 0 0 0,1 0 0 0 0,-1 0 0 0 0,2 0 1 0 0,-1 0-1 0 0,1 0 0 0 0,0-1 0 0 0,3 9 0 0 0,0-7 48 0 0,1 1 1 0 0,-1-1-1 0 0,1 0 0 0 0,11 10 1 0 0,-17-17-90 0 0,0 0 0 0 0,1-1 0 0 0,-1 1 0 0 0,1-1 1 0 0,-1 0-1 0 0,1 1 0 0 0,-1-1 0 0 0,1 1 1 0 0,0-1-1 0 0,-1 0 0 0 0,1 1 0 0 0,-1-1 1 0 0,1 0-1 0 0,1 1 0 0 0,-2-1 4 0 0,0-1-1 0 0,0 1 0 0 0,0 0 1 0 0,0 0-1 0 0,0 0 0 0 0,1-1 1 0 0,-1 1-1 0 0,0 0 1 0 0,0 0-1 0 0,0 0 0 0 0,0-1 1 0 0,0 1-1 0 0,0 0 1 0 0,0 0-1 0 0,0-1 0 0 0,0 1 1 0 0,0 0-1 0 0,0 0 1 0 0,0 0-1 0 0,0-1 0 0 0,0 1 1 0 0,0 0-1 0 0,0 0 1 0 0,-1-1-1 0 0,1 1 0 0 0,0 0 1 0 0,-9-22 400 0 0,-22-32-440 0 0,-8-15 61 0 0,30 50-3 0 0,-9-25 1 0 0,15 35 22 0 0,1 1 0 0 0,0-1 0 0 0,0 0 0 0 0,1 0 1 0 0,0-13-1 0 0,1 21-74 0 0,0 1 0 0 0,0-1 0 0 0,0 1 1 0 0,0-1-1 0 0,0 1 0 0 0,0-1 1 0 0,0 0-1 0 0,1 1 0 0 0,-1-1 0 0 0,0 1 1 0 0,0-1-1 0 0,1 1 0 0 0,-1-1 0 0 0,0 1 1 0 0,1 0-1 0 0,-1-1 0 0 0,0 1 1 0 0,1-1-1 0 0,-1 1 0 0 0,1 0 0 0 0,-1-1 1 0 0,1 1-1 0 0,-1 0 0 0 0,1-1 0 0 0,-1 1 1 0 0,1 0-1 0 0,-1 0 0 0 0,1 0 1 0 0,-1-1-1 0 0,1 1 0 0 0,-1 0 0 0 0,2 0 1 0 0,-1 0-34 0 0,1 0-1 0 0,0-1 1 0 0,-1 1 0 0 0,1 1 0 0 0,0-1 0 0 0,-1 0 0 0 0,1 0 0 0 0,0 0 0 0 0,2 2 0 0 0,1 0-24 0 0,1 1 0 0 0,-1 0 0 0 0,0 1 1 0 0,7 5-1 0 0,6 4-9 0 0,64 42-37 0 0,-36-22 113 0 0,70 37 0 0 0,-34-32-3 0 0,-63-30 46 0 0,-1-1 1 0 0,31 6-1 0 0,-45-12 1 0 0,-1-1 1 0 0,0 1 0 0 0,0-1 0 0 0,0 0 0 0 0,7 0 0 0 0,-9 0-33 0 0,-1 0-1 0 0,1-1 1 0 0,0 1-1 0 0,0 0 1 0 0,0 0-1 0 0,0-1 1 0 0,-1 1-1 0 0,1 0 1 0 0,0-1-1 0 0,0 1 0 0 0,0-1 1 0 0,-1 1-1 0 0,1-1 1 0 0,0 1-1 0 0,-1-1 1 0 0,1 0-1 0 0,-1 1 1 0 0,1-1-1 0 0,-1 0 1 0 0,1 0-1 0 0,-1 1 1 0 0,1-1-1 0 0,-1 0 0 0 0,1 0 1 0 0,-1 1-1 0 0,0-1 1 0 0,1-1-1 0 0,2-18 44 0 0,0-1 0 0 0,-1 0 0 0 0,-1 1 0 0 0,-1-1 0 0 0,-3-22 0 0 0,-1 13-71 0 0,-1 1 1 0 0,-12-36 0 0 0,3 13-83 0 0,6 23-242 0 0,-20-45 1 0 0,8 23-2164 0 0,19 46 1522 0 0,-3-6-725 0 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2:55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369 66 10946 0 0,'0'0'10552'0'0,"-31"-10"-10008"0"0,-98-30-119 0 0,84 27-184 0 0,26 12-22 0 0,10 0-133 0 0,5 1-60 0 0,-7-1 56 0 0,0 1 0 0 0,0 0 1 0 0,0 1-1 0 0,-13 2 0 0 0,21-2-75 0 0,0 0-1 0 0,0 0 1 0 0,0 0 0 0 0,0 0-1 0 0,0 1 1 0 0,0-1-1 0 0,0 1 1 0 0,1 0 0 0 0,-1-1-1 0 0,0 1 1 0 0,1 0-1 0 0,0 1 1 0 0,-1-1 0 0 0,1 0-1 0 0,0 1 1 0 0,0-1 0 0 0,0 1-1 0 0,0 0 1 0 0,-1 3-1 0 0,1-2 27 0 0,1-1 0 0 0,-1 1 0 0 0,1 0 0 0 0,-1 0 0 0 0,1 0 0 0 0,0 0 0 0 0,1 1 0 0 0,-1-1-1 0 0,1 0 1 0 0,0 0 0 0 0,0 0 0 0 0,0 1 0 0 0,0-1 0 0 0,1 0 0 0 0,0 0 0 0 0,0 0 0 0 0,1 5 0 0 0,1-3 29 0 0,-1-1 1 0 0,1 1 0 0 0,0-1 0 0 0,1 0 0 0 0,-1 0 0 0 0,1 0 0 0 0,0-1 0 0 0,0 1 0 0 0,1-1 0 0 0,-1 0-1 0 0,8 5 1 0 0,3 2 89 0 0,-1-1 0 0 0,2-1-1 0 0,17 8 1 0 0,-24-13-59 0 0,-1-1 0 0 0,2 0 0 0 0,-1 0 0 0 0,0-1 0 0 0,1 0 0 0 0,-1-1 0 0 0,16 1 0 0 0,-22-2-36 0 0,-1 0 0 0 0,1 0 0 0 0,-1-1-1 0 0,1 1 1 0 0,-1-1 0 0 0,1 1 0 0 0,-1-1-1 0 0,1 0 1 0 0,-1 0 0 0 0,4-1 0 0 0,-5 1-30 0 0,1 0-1 0 0,-1 0 1 0 0,0 0 0 0 0,0-1-1 0 0,1 1 1 0 0,-1 0 0 0 0,0 0 0 0 0,0-1-1 0 0,0 1 1 0 0,0-1 0 0 0,0 1 0 0 0,-1-1-1 0 0,1 1 1 0 0,0-1 0 0 0,-1 1-1 0 0,1-1 1 0 0,0-2 0 0 0,1-9 21 0 0,0 0 0 0 0,-1 0-1 0 0,0-1 1 0 0,-1 1 0 0 0,0 0 0 0 0,-1 0 0 0 0,-6-26 0 0 0,17 60-746 0 0,21 30 1 0 0,-24-40 468 0 0,1-1 0 0 0,0-1 1 0 0,0 0-1 0 0,1 0 0 0 0,1 0 1 0 0,-1-1-1 0 0,1 0 1 0 0,12 6-1 0 0,-17-11-699 0 0,0-1 0 0 0,1 0 0 0 0,-1 0 0 0 0,1 0-1 0 0,10 1 1 0 0,-13-2-888 0 0,0-1 1 0 0,1 1-1 0 0,-1-1 0 0 0,0 0 0 0 0,0-1 0 0 0,6 0 0 0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2:56.5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30 196 2529 0 0,'0'0'17794'0'0,"18"27"-17255"0"0,57 79-44 0 0,-73-102-415 0 0,1 0 0 0 0,-1 0 0 0 0,1 0 0 0 0,0 0 0 0 0,6 4 2687 0 0,-9-8-2723 0 0,0 0 0 0 0,-1 0 0 0 0,1 0 1 0 0,0-1-1 0 0,0 1 0 0 0,-1 0 0 0 0,1 0 0 0 0,0 0 0 0 0,-1 0 1 0 0,1-1-1 0 0,0 1 0 0 0,0 0 0 0 0,-1 0 0 0 0,1-1 0 0 0,0 1 1 0 0,0 0-1 0 0,0 0 0 0 0,0-1 0 0 0,-1 1 0 0 0,1 0 0 0 0,0-1 1 0 0,0 1-1 0 0,0 0 0 0 0,0-1 0 0 0,-1-3-6 0 0,0 0 0 0 0,0 1-1 0 0,-1-1 1 0 0,1 0 0 0 0,-1 1-1 0 0,-2-5 1 0 0,-4-9-55 0 0,-13-27 8 0 0,-6-17-9 0 0,-18-39-155 0 0,28 65 161 0 0,13 28 15 0 0,4 6-6 0 0,-1 0 0 0 0,0 0 0 0 0,1 0-1 0 0,-1 0 1 0 0,1 0 0 0 0,-1 0 0 0 0,1 0 0 0 0,-1 0 0 0 0,1 0-1 0 0,0-1 1 0 0,-1 0 0 0 0,1 1-76 0 0,4 9-934 0 0,31 28 862 0 0,-22-26 218 0 0,1-1-1 0 0,0 0 0 0 0,0-1 1 0 0,31 13-1 0 0,65 14 120 0 0,-78-27-323 0 0,-1-2 1 0 0,1-2 0 0 0,58 1-1 0 0,-81-4 127 0 0,1-2 0 0 0,-1 0-1 0 0,0 0 1 0 0,1 0 0 0 0,-1-1 0 0 0,0-1-1 0 0,17-6 1 0 0,-23 8 20 0 0,1-1 0 0 0,-1 0-1 0 0,0 1 1 0 0,0-1 0 0 0,0-1-1 0 0,-1 1 1 0 0,1 0 0 0 0,0-1-1 0 0,-1 1 1 0 0,0-1 0 0 0,1 0 0 0 0,-1 0-1 0 0,0 0 1 0 0,0 0 0 0 0,-1 0-1 0 0,1 0 1 0 0,-1-1 0 0 0,0 1-1 0 0,1-1 1 0 0,-2 1 0 0 0,1 0 0 0 0,0-1-1 0 0,0-6 1 0 0,-1 6-1 0 0,0 1 0 0 0,0-1 0 0 0,0 1 0 0 0,0-1 1 0 0,-1 1-1 0 0,0-1 0 0 0,0 1 0 0 0,0-1 0 0 0,0 1 0 0 0,0 0 0 0 0,-3-5 1 0 0,1 3-3 0 0,0 1 0 0 0,0-1 1 0 0,0 1-1 0 0,-1 0 0 0 0,0 0 1 0 0,-8-6-1 0 0,8 6 1 0 0,-1 1 0 0 0,0-1-1 0 0,0 1 1 0 0,0 1 0 0 0,-1-1 0 0 0,1 1-1 0 0,-1 0 1 0 0,-10-3 0 0 0,13 4-15 0 0,0 1 0 0 0,0-1-1 0 0,0 1 1 0 0,0 0 0 0 0,0 0 0 0 0,0 0 0 0 0,0 1 0 0 0,-1-1 0 0 0,1 1 0 0 0,0-1 0 0 0,0 1 0 0 0,0 0 0 0 0,0 0-1 0 0,1 0 1 0 0,-1 1 0 0 0,0-1 0 0 0,0 1 0 0 0,-3 2 0 0 0,3-2 11 0 0,1 0 0 0 0,0 0 1 0 0,-1 1-1 0 0,1-1 0 0 0,0 1 0 0 0,0 0 0 0 0,0-1 1 0 0,1 1-1 0 0,-1 0 0 0 0,1 0 0 0 0,-1 0 1 0 0,1 0-1 0 0,-1 6 0 0 0,0 0 40 0 0,1 1-1 0 0,0 0 1 0 0,1 13 0 0 0,0-22-42 0 0,0 4 37 0 0,1 1 1 0 0,0 0-1 0 0,0-1 1 0 0,1 1-1 0 0,0-1 1 0 0,0 0-1 0 0,0 1 1 0 0,0-1-1 0 0,1 0 1 0 0,0 0-1 0 0,0 0 1 0 0,0-1-1 0 0,1 1 1 0 0,4 4-1 0 0,2 1 57 0 0,0 0-1 0 0,0 0 1 0 0,2-1-1 0 0,18 12 1 0 0,-10-9-17 0 0,1-1 1 0 0,0 0-1 0 0,1-2 0 0 0,39 11 1 0 0,-40-16-915 0 0,0-1 0 0 0,0-1 0 0 0,38-1-1 0 0,-38-2-1282 0 0,-6 1-1634 0 0,-6-3-2175 0 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2:57.8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103 152 11186 0 0,'0'0'11423'0'0,"8"27"-11223"0"0,26 83-27 0 0,-31-100-119 0 0,1 0 0 0 0,0 1-1 0 0,8 14 1 0 0,-3-9 26 0 0,-1 2 20 0 0,-1-2 54 0 0,16 27 0 0 0,21 27 90 0 0,-31-54-228 0 0,-12-16 31 0 0,-1 0-45 0 0,0-1 0 0 0,-1 0 0 0 0,1 0 0 0 0,0 0 0 0 0,0 0 0 0 0,-1 1 0 0 0,1-1 0 0 0,0 0 0 0 0,-1 0 0 0 0,1 0 0 0 0,-1 1 0 0 0,1-1 0 0 0,-1 0 0 0 0,0 0 0 0 0,-2-3-26 0 0,-66-104-337 0 0,57 92 362 0 0,-19-29 8 0 0,-1 1 66 0 0,2-1 0 0 0,-26-52 0 0 0,47 75 45 0 0,-11-33 1 0 0,19 51-91 0 0,0 1-1 0 0,0-1 1 0 0,1 1-1 0 0,-1-1 1 0 0,1 1-1 0 0,0-1 1 0 0,0 0-1 0 0,0 1 1 0 0,1-1-1 0 0,0-5 1 0 0,0 7-30 0 0,-1 1 0 0 0,1-1-1 0 0,-1 1 1 0 0,1-1 0 0 0,0 1 0 0 0,0-1 0 0 0,0 1 0 0 0,0 0 0 0 0,0-1 0 0 0,0 1-1 0 0,0 0 1 0 0,0 0 0 0 0,0 0 0 0 0,1 0 0 0 0,-1 0 0 0 0,0 0 0 0 0,1 0 0 0 0,-1 0-1 0 0,1 0 1 0 0,-1 1 0 0 0,1-1 0 0 0,-1 0 0 0 0,1 1 0 0 0,2-1 0 0 0,4 0-47 0 0,0 0 0 0 0,0 1 1 0 0,-1-1-1 0 0,1 2 0 0 0,0-1 1 0 0,0 1-1 0 0,-1 0 1 0 0,1 1-1 0 0,-1 0 0 0 0,14 5 1 0 0,3 3-49 0 0,42 25 0 0 0,-49-26 76 0 0,-2-1 9 0 0,-1 1 0 0 0,1 1 0 0 0,-1 0 0 0 0,-1 0 1 0 0,0 2-1 0 0,20 21 0 0 0,-31-30-1 0 0,-1-1 0 0 0,1 0 0 0 0,-1 1 0 0 0,0 0-1 0 0,1-1 1 0 0,-1 1 0 0 0,0 0 0 0 0,-1-1 0 0 0,1 1 0 0 0,0 0 0 0 0,0 4 0 0 0,-1-6 16 0 0,0 0-1 0 0,0 1 1 0 0,0-1 0 0 0,0 1-1 0 0,-1-1 1 0 0,1 0 0 0 0,0 1-1 0 0,0-1 1 0 0,-1 1 0 0 0,1-1-1 0 0,-1 0 1 0 0,1 1-1 0 0,-1-1 1 0 0,0 0 0 0 0,0 0-1 0 0,1 0 1 0 0,-1 1 0 0 0,0-1-1 0 0,0 0 1 0 0,0 0-1 0 0,0 0 1 0 0,0 0 0 0 0,-2 1-1 0 0,-6 2 108 0 0,1 1 0 0 0,-1-2-1 0 0,0 1 1 0 0,0-1-1 0 0,0-1 1 0 0,-1 0-1 0 0,1 0 1 0 0,-11 0 0 0 0,-11 0 231 0 0,-34-3 0 0 0,55 1-316 0 0,-32-4 156 0 0,27 2-85 0 0,-16 0 0 0 0,30 2-100 0 0,7 0-518 0 0,105 4-1203 0 0,2 0 806 0 0,-91-3 942 0 0,0-2-1 0 0,-1-1 1 0 0,1 0 0 0 0,-1-2 0 0 0,0 0 0 0 0,0-2-1 0 0,0 0 1 0 0,0-1 0 0 0,20-11 0 0 0,-37 16 87 0 0,-1 0 1 0 0,0 0 0 0 0,1 0-1 0 0,-1 0 1 0 0,0 0-1 0 0,0-1 1 0 0,-1 0 0 0 0,1 0-1 0 0,0 1 1 0 0,-1-2 0 0 0,0 1-1 0 0,1 0 1 0 0,-1 0-1 0 0,-1-1 1 0 0,1 1 0 0 0,0-1-1 0 0,-1 1 1 0 0,0-1-1 0 0,0 0 1 0 0,0 0 0 0 0,0 1-1 0 0,0-5 1 0 0,-1-40 1110 0 0,0 46-1193 0 0,-1 0 0 0 0,1 0 0 0 0,0 0 0 0 0,-1 0 1 0 0,0 1-1 0 0,1-1 0 0 0,-1 0 0 0 0,0 0 0 0 0,0 1 1 0 0,0-1-1 0 0,0 1 0 0 0,0-1 0 0 0,-1 1 0 0 0,1-1 1 0 0,0 1-1 0 0,-1 0 0 0 0,1-1 0 0 0,-3 0 0 0 0,-4-5 14 0 0,8 6-49 0 0,-1 1-1 0 0,0-1 1 0 0,1 1 0 0 0,-1-1-1 0 0,0 1 1 0 0,1-1 0 0 0,-1 1-1 0 0,0 0 1 0 0,0-1 0 0 0,0 1-1 0 0,1 0 1 0 0,-1 0 0 0 0,0-1-1 0 0,0 1 1 0 0,0 0 0 0 0,0 0-1 0 0,1 0 1 0 0,-1 0 0 0 0,0 0-1 0 0,0 0 1 0 0,0 0 0 0 0,0 1-1 0 0,0-1 1 0 0,1 0 0 0 0,-1 0-1 0 0,0 1 1 0 0,0-1 0 0 0,-1 1-1 0 0,0 0-14 0 0,0 0 0 0 0,0 1-1 0 0,0-1 1 0 0,0 1 0 0 0,1-1 0 0 0,-1 1-1 0 0,0-1 1 0 0,-2 5 0 0 0,2-3 13 0 0,1 1 1 0 0,-1 1 0 0 0,1-1 0 0 0,0 0-1 0 0,0 0 1 0 0,0 0 0 0 0,0 1 0 0 0,1-1-1 0 0,0 0 1 0 0,0 1 0 0 0,0 7 0 0 0,1-1 18 0 0,-1-6-1 0 0,1 0 1 0 0,0 0-1 0 0,0 0 0 0 0,0 0 1 0 0,0 0-1 0 0,1 0 0 0 0,0-1 1 0 0,0 1-1 0 0,1-1 0 0 0,-1 1 1 0 0,1-1-1 0 0,0 0 0 0 0,0 0 1 0 0,6 6-1 0 0,-3-2 23 0 0,2-2 0 0 0,-1 1 1 0 0,1-1-1 0 0,0 0 0 0 0,0 0 0 0 0,16 7 0 0 0,-10-6 13 0 0,1-1 0 0 0,0 0 0 0 0,1 0 0 0 0,-1-2 0 0 0,1 0-1 0 0,0-1 1 0 0,0-1 0 0 0,23 1 0 0 0,-29-3-8 0 0,0 0 1 0 0,-1-1 0 0 0,1 0-1 0 0,0-1 1 0 0,12-3-1 0 0,-17 3 7 0 0,0 0 0 0 0,0 0-1 0 0,0-1 1 0 0,0 0-1 0 0,0 1 1 0 0,-1-1-1 0 0,0-1 1 0 0,1 1-1 0 0,-1-1 1 0 0,-1 1 0 0 0,6-7-1 0 0,-6 6-7 0 0,-1 0-1 0 0,0 1 1 0 0,0-1 0 0 0,0 0 0 0 0,-1 0-1 0 0,1 0 1 0 0,-1 0 0 0 0,0 0-1 0 0,0 0 1 0 0,0-1 0 0 0,-1 1 0 0 0,1-7-1 0 0,-1 5-40 0 0,0 1 0 0 0,-1-1 0 0 0,0 0 0 0 0,0 1 0 0 0,0-1-1 0 0,0 1 1 0 0,-1-1 0 0 0,0 1 0 0 0,-3-7 0 0 0,-17-39-58 0 0,10 19 35 0 0,11 31-29 0 0,0 0 0 0 0,1-1 0 0 0,-1 1-1 0 0,1 0 1 0 0,-1-1 0 0 0,1 1 0 0 0,0 0 0 0 0,0-1 0 0 0,0 1-1 0 0,-1 0 1 0 0,1-1 0 0 0,1 1 0 0 0,-1 0 0 0 0,0-1 0 0 0,0 1-1 0 0,0 0 1 0 0,1-3 0 0 0,0 3-71 0 0,-1 0 0 0 0,1 0 1 0 0,0 0-1 0 0,-1 1 0 0 0,1-1 0 0 0,0 0 0 0 0,0 0 0 0 0,-1 1 0 0 0,1-1 1 0 0,0 0-1 0 0,0 1 0 0 0,0-1 0 0 0,0 1 0 0 0,0-1 0 0 0,0 1 1 0 0,0-1-1 0 0,2 1 0 0 0,0-1-128 0 0,0 0 0 0 0,0 1 0 0 0,0 0 0 0 0,-1 0 0 0 0,1 0 0 0 0,0 0 0 0 0,0 0 0 0 0,0 1-1 0 0,0-1 1 0 0,0 1 0 0 0,0 0 0 0 0,0 0 0 0 0,0 0 0 0 0,-1 0 0 0 0,4 1 0 0 0,37 26-5728 0 0,8 4-5729 0 0,-41-28 7905 0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2:58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4897 0 0,'0'0'17281'0'0,"7"20"-17001"0"0,20 62-65 0 0,-5-14 381 0 0,-20-62-849 0 0,0 0 1 0 0,-1 0-1 0 0,1 1 1 0 0,0 11-1 0 0,-2-25-5552 0 0,-2-4 3073 0 0,0 1 0 0 0,-4-14 0 0 0,-1 1-211 0 0,-5-23-659 0 0,10 31 2142 0 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2:58.1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1 127 664 0 0,'0'0'23300'0'0,"1"-21"-23286"0"0,6-63-160 0 0,-4 63-149 0 0,-2 27 27 0 0,-1-6 175 0 0,0 86-4288 0 0,0-30-6044 0 0,0-45 2055 0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2:58.5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278 54 6753 0 0,'0'0'14645'0'0,"4"11"-14280"0"0,12 36 11 0 0,-15-46-345 0 0,-1 0 0 0 0,0 0-1 0 0,0 1 1 0 0,0-1 0 0 0,0 0-1 0 0,0 0 1 0 0,0 0-1 0 0,0 0 1 0 0,0 1 0 0 0,-1-1-1 0 0,1 0 1 0 0,0 0 0 0 0,-1 0-1 0 0,1 0 1 0 0,-1 0-1 0 0,1 0 1 0 0,-1 0 0 0 0,1 0-1 0 0,-1 0 1 0 0,0 0 0 0 0,0 0-1 0 0,1 0 1 0 0,-1 0-1 0 0,0-1 1 0 0,0 1 0 0 0,0 0-1 0 0,0 0 1 0 0,0-1-1 0 0,0 1 1 0 0,0-1 0 0 0,0 1-1 0 0,0-1 1 0 0,-2 1 0 0 0,-1 1 122 0 0,-8 4 194 0 0,1-1 0 0 0,0-1 0 0 0,-1 0 0 0 0,-23 5 0 0 0,21-7-173 0 0,1-1-1 0 0,-1 0 0 0 0,1-1 1 0 0,-22-3-1 0 0,27 2-95 0 0,0-1-1 0 0,1 0 1 0 0,-1 0 0 0 0,1-1-1 0 0,-1 0 1 0 0,1-1 0 0 0,0 1-1 0 0,1-1 1 0 0,-8-6-1 0 0,11 8-65 0 0,1-1 0 0 0,0 1 0 0 0,0-1-1 0 0,0 0 1 0 0,0 1 0 0 0,0-1 0 0 0,1 0-1 0 0,-1 0 1 0 0,1 0 0 0 0,0-1 0 0 0,0 1-1 0 0,0 0 1 0 0,0 0 0 0 0,0-1 0 0 0,1 1-1 0 0,0 0 1 0 0,-1-1 0 0 0,1 1 0 0 0,0 0-1 0 0,1-1 1 0 0,-1 1 0 0 0,1 0 0 0 0,-1-1-1 0 0,1 1 1 0 0,0 0 0 0 0,0 0 0 0 0,1 0-1 0 0,-1 0 1 0 0,1 0 0 0 0,-1 0 0 0 0,4-5-1 0 0,-1 4-281 0 0,-1 1-1 0 0,1 0 0 0 0,-1 0 0 0 0,1 0 0 0 0,0 0 0 0 0,0 1 0 0 0,0-1 0 0 0,0 1 0 0 0,1 0 0 0 0,-1 0 0 0 0,1 0 0 0 0,-1 1 0 0 0,1 0 0 0 0,0 0 0 0 0,-1 0 0 0 0,7 0 1 0 0,-6 0-723 0 0,1 1 0 0 0,0 0 0 0 0,0 1 0 0 0,0 0 1 0 0,8 1-1 0 0,-9 0-452 0 0,0-1 0 0 0,0 1 0 0 0,-1 0 0 0 0,1 0 1 0 0,0 0-1 0 0,5 4 0 0 0,0 1-4967 0 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2:59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240 563 4801 0 0,'0'0'16486'0'0,"-30"-18"-15907"0"0,-92-55-160 0 0,94 57-265 0 0,21 13-32 0 0,4 3-49 0 0,2 0-70 0 0,0 0 0 0 0,0 0 1 0 0,0 0-1 0 0,0 0 1 0 0,0 0-1 0 0,0 0 0 0 0,0 0 1 0 0,0 0-1 0 0,0 0 0 0 0,0 0 1 0 0,0 1-1 0 0,0-1 1 0 0,0 0-1 0 0,0 1 0 0 0,0-1 1 0 0,0 1-1 0 0,0-1 0 0 0,0 1 1 0 0,0-1-1 0 0,0 1 1 0 0,0 0-1 0 0,1 0 0 0 0,-1-1 1 0 0,0 1-1 0 0,1 0 0 0 0,-1 0 1 0 0,0 0-1 0 0,0 1 1 0 0,-2 2 38 0 0,0 1 0 0 0,1 0 1 0 0,-1 0-1 0 0,1 0 1 0 0,0 0-1 0 0,0 0 1 0 0,1 1-1 0 0,0-1 1 0 0,0 0-1 0 0,0 1 1 0 0,0 10-1 0 0,1-10 25 0 0,0-1 1 0 0,0 1-1 0 0,1 0 1 0 0,0-1-1 0 0,0 1 1 0 0,0 0-1 0 0,1-1 0 0 0,0 1 1 0 0,0-1-1 0 0,0 0 1 0 0,1 1-1 0 0,-1-1 1 0 0,1 0-1 0 0,1-1 0 0 0,5 8 1 0 0,-6-8 14 0 0,1 0 1 0 0,-1-1-1 0 0,1 0 0 0 0,0 0 1 0 0,0 0-1 0 0,0 0 1 0 0,0-1-1 0 0,1 1 0 0 0,-1-1 1 0 0,1 0-1 0 0,0 0 1 0 0,-1-1-1 0 0,1 1 0 0 0,0-1 1 0 0,0 0-1 0 0,0-1 1 0 0,0 1-1 0 0,0-1 0 0 0,0 0 1 0 0,0 0-1 0 0,0 0 1 0 0,6-2-1 0 0,-9 1-57 0 0,0 1 0 0 0,0-1 0 0 0,1 0 0 0 0,-1 0 0 0 0,0-1 0 0 0,0 1 0 0 0,0 0 0 0 0,0-1 0 0 0,0 1 0 0 0,-1-1 0 0 0,1 0 0 0 0,0 1 0 0 0,-1-1 0 0 0,1 0 0 0 0,-1 0 0 0 0,0 0 0 0 0,2-4 0 0 0,0 1-9 0 0,0 0-1 0 0,-1 0 1 0 0,0-1 0 0 0,0 1 0 0 0,-1-1-1 0 0,2-6 1 0 0,0-18-36 0 0,-2 0 0 0 0,0 0 1 0 0,-2 1-1 0 0,-1-1 0 0 0,-8-37 0 0 0,-45-143-33 0 0,34 149 67 0 0,-4-14 184 0 0,20 63-73 0 0,4 10-58 0 0,0 0 0 0 0,0 0 0 0 0,1 0 0 0 0,-1 0 0 0 0,0 1-1 0 0,1-1 1 0 0,-1 0 0 0 0,1-3 0 0 0,0 5-28 0 0,0 1-700 0 0,0 6 325 0 0,1 0-1 0 0,3 14 0 0 0,1 4 237 0 0,2 24-103 0 0,1-1 1 0 0,3-1 0 0 0,2 0 0 0 0,2 0 0 0 0,2-2 0 0 0,31 61 0 0 0,-37-86-1266 0 0,19 25 1 0 0,-25-37 299 0 0,1-1 1 0 0,0-1-1 0 0,1 1 0 0 0,-1-1 0 0 0,1 0 0 0 0,11 7 1 0 0,9 4-7633 0 0,-21-13 4314 0 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3:02.3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37 10362 0 0,'0'0'14658'0'0,"-3"-6"-14051"0"0,-12-19-200 0 0,11 19 187 0 0,12 15-790 0 0,45 52 131 0 0,6 17 166 0 0,-55-72-139 0 0,-4-5-77 0 0,1 0 1 0 0,-1-1-1 0 0,0 1 0 0 0,1 0 1 0 0,-1-1-1 0 0,0 1 1 0 0,1-1-1 0 0,-1 1 1 0 0,1-1-1 0 0,-1 1 1 0 0,1-1-1 0 0,-1 1 0 0 0,1-1 1 0 0,-1 1-1 0 0,1-1 1 0 0,-1 1-1 0 0,1-1 1 0 0,1 1-1 0 0,-11-22-16490 0 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3:02.5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12707 0 0,'0'0'11552'0'0,"0"-6"-12571"0"0,0 12 608 0 0,1 3-1144 0 0,0-1 1 0 0,1 1 0 0 0,-1-1-1 0 0,7 17 1 0 0,-2-6-5297 0 0,-4-6-1355 0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3:02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67 7226 0 0,'0'0'18990'0'0,"0"1"-18767"0"0,0 0-207 0 0,0 0 0 0 0,0-1-1 0 0,0 1 1 0 0,0 0 0 0 0,0 0 0 0 0,0-1 0 0 0,1 1-1 0 0,-1 0 1 0 0,0-1 0 0 0,0 1 0 0 0,0 0 0 0 0,1-1 0 0 0,-1 1-1 0 0,1-1 1 0 0,-1 1 0 0 0,0 0 0 0 0,1-1 0 0 0,0 1-1 0 0,14 8-33 0 0,-14-9 8 0 0,39 21-10 0 0,-26-13 32 0 0,28 12 1 0 0,-35-17 78 0 0,0-1 0 0 0,0 0-1 0 0,0 0 1 0 0,0 0 0 0 0,1-1-1 0 0,10 0 1 0 0,-17-1-77 0 0,-1 0 0 0 0,0-1 1 0 0,1 1-1 0 0,-1 0 0 0 0,0 0 0 0 0,1-1 0 0 0,-1 1 0 0 0,0 0 1 0 0,0-1-1 0 0,1 1 0 0 0,-1 0 0 0 0,0-1 0 0 0,0 1 0 0 0,0-1 0 0 0,0 1 1 0 0,1 0-1 0 0,-1-1 0 0 0,0 1 0 0 0,0-1 0 0 0,0 1 0 0 0,0-1 1 0 0,0 1-1 0 0,0 0 0 0 0,0-1 0 0 0,0-12 84 0 0,0 13-94 0 0,0-20 32 0 0,0-2-16 0 0,3-31-1 0 0,-2 44-24 0 0,0-8 53 0 0,-1 16-55 0 0,0 1 1 0 0,0 0-1 0 0,0-1 0 0 0,0 1 0 0 0,0-1 0 0 0,1 1 1 0 0,-1 0-1 0 0,0-1 0 0 0,0 1 0 0 0,0 0 0 0 0,1-1 1 0 0,-1 1-1 0 0,0 0 0 0 0,0-1 0 0 0,1 1 0 0 0,-1 0 0 0 0,0-1 1 0 0,1 1-1 0 0,-1 0 0 0 0,0 0 0 0 0,1-1 0 0 0,-1 1 1 0 0,0 0-1 0 0,1 0 0 0 0,-1 0 0 0 0,1 0 0 0 0,-1-1 1 0 0,0 1-1 0 0,1 0 0 0 0,-1 0 0 0 0,1 0 0 0 0,1 1-39 0 0,0-1 0 0 0,-1 1-1 0 0,1 0 1 0 0,0 0 0 0 0,-1 0-1 0 0,1 0 1 0 0,0 0 0 0 0,-1 0-1 0 0,0 0 1 0 0,1 0 0 0 0,-1 1-1 0 0,0-1 1 0 0,1 1 0 0 0,0 1-1 0 0,3 2-22 0 0,1 1 18 0 0,19 19-857 0 0,0 2-1 0 0,34 46 0 0 0,-44-53-675 0 0,2 5-2411 0 0,-7-7-3954 0 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3:05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1 9498 0 0,'0'0'13101'0'0,"-3"8"-13023"0"0,-1 0-54 0 0,-26 61 372 0 0,0-1-297 0 0,26-60-1384 0 0,0-1 0 0 0,-7 8 0 0 0,-5 2-7391 0 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3:05.6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17 12523 0 0,'0'0'13872'0'0,"-1"-4"-14215"0"0,1 1 306 0 0,-3-6-77 0 0,2 8 48 0 0,1 8-9 0 0,1 11 37 0 0,0-1-1 0 0,7 31 0 0 0,13 35 97 0 0,-17-70-49 0 0,9 28-170 0 0,1-2 0 0 0,2 0 0 0 0,35 59 0 0 0,-44-86-814 0 0,0-1 1 0 0,2 0 0 0 0,-1 0-1 0 0,16 14 1 0 0,-23-24 610 0 0,0 0 1 0 0,0-1-1 0 0,0 1 1 0 0,0 0-1 0 0,0 0 0 0 0,1-1 1 0 0,-1 1-1 0 0,2 0 1 0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3:05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1 8754 0 0,'0'0'16138'0'0,"-7"0"-16003"0"0,5 0-135 0 0,-6 0 73 0 0,1 1 0 0 0,-14 2 0 0 0,18-2-56 0 0,1 0 0 0 0,-1 0 1 0 0,0 0-1 0 0,0 0 1 0 0,1 0-1 0 0,-1 1 1 0 0,1-1-1 0 0,-1 1 0 0 0,1 0 1 0 0,0 0-1 0 0,-1 0 1 0 0,-2 3-1 0 0,4-3-3 0 0,-1 0 1 0 0,1 1-1 0 0,-1-1 1 0 0,1 0-1 0 0,0 1 0 0 0,0 0 1 0 0,0-1-1 0 0,0 1 0 0 0,1-1 1 0 0,-1 1-1 0 0,1 0 1 0 0,-1 0-1 0 0,1-1 0 0 0,0 1 1 0 0,0 0-1 0 0,1 4 0 0 0,-1 2 76 0 0,0-6-66 0 0,1-1 0 0 0,-1 0 0 0 0,1 0 0 0 0,-1 1 0 0 0,1-1 0 0 0,0 0 1 0 0,0 0-1 0 0,0 0 0 0 0,0 0 0 0 0,1 0 0 0 0,-1 0 0 0 0,0 0 1 0 0,1 0-1 0 0,0-1 0 0 0,-1 1 0 0 0,1 0 0 0 0,2 1 0 0 0,4 3 95 0 0,0 0 0 0 0,13 7-1 0 0,-1-4 63 0 0,0 0 0 0 0,1-1 1 0 0,0-2-1 0 0,42 9 0 0 0,-31-8-113 0 0,-8-2 229 0 0,1-2 0 0 0,44 1 1 0 0,-18-3-8023 0 0,-37-1 2954 0 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3:07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12515 0 0,'0'0'8552'0'0,"11"19"-8384"0"0,35 60-20 0 0,-41-70-95 0 0,1-1 0 0 0,-1 0 0 0 0,1 0 0 0 0,12 13 0 0 0,-5-8 40 0 0,-2-1-84 0 0,0-1 1 0 0,1 0-1 0 0,1 0 1 0 0,0-1-1 0 0,0-1 0 0 0,1 0 1 0 0,0-1-1 0 0,0-1 1 0 0,18 7-1 0 0,-23-11-243 0 0,0-1-1 0 0,0 0 1 0 0,0-1-1 0 0,0 0 1 0 0,16-1-1 0 0,-24 0 213 0 0,0 0 0 0 0,0 0 0 0 0,-1 0-1 0 0,1 0 1 0 0,0 0 0 0 0,0-1-1 0 0,0 1 1 0 0,0 0 0 0 0,0 0 0 0 0,-1-1-1 0 0,1 1 1 0 0,0-1 0 0 0,0 1-1 0 0,0-1 1 0 0,-1 1 0 0 0,1-1 0 0 0,0 0-1 0 0,-1 1 1 0 0,1-1 0 0 0,-1 0-1 0 0,1 1 1 0 0,-1-1 0 0 0,1 0 0 0 0,-1 0-1 0 0,1 1 1 0 0,-1-1 0 0 0,0 0 0 0 0,1 0-1 0 0,-1 0 1 0 0,0 0 0 0 0,1-1-1 0 0,0-4-172 0 0,-1 1 0 0 0,1-1-1 0 0,-1 0 1 0 0,0-6-1 0 0,-1 2-102 0 0,1 7 227 0 0,0 0 0 0 0,-1 0 0 0 0,0 1 0 0 0,1-1 0 0 0,-1 0 0 0 0,0 0 0 0 0,0 0 0 0 0,-1 0 0 0 0,1 1 0 0 0,-1-1 0 0 0,1 0 0 0 0,-4-3 0 0 0,-6-12 474 0 0,10 17-146 0 0,3 10-981 0 0,2-3 772 0 0,0-1 0 0 0,0 1 1 0 0,0-1-1 0 0,0 0 0 0 0,1 0 0 0 0,5 4 0 0 0,-7-6-14 0 0,7 7 135 0 0,1-1 0 0 0,0 0 0 0 0,1-1 0 0 0,-1 0 0 0 0,2-1 1 0 0,-1 0-1 0 0,1-1 0 0 0,0 0 0 0 0,0-1 0 0 0,0-1 0 0 0,1 0 0 0 0,0 0 0 0 0,0-2 0 0 0,0 0 1 0 0,22 1-1 0 0,-34-3-56 0 0,0 0 0 0 0,-1 0-1 0 0,1 0 1 0 0,0-1 0 0 0,0 1 0 0 0,0-1 0 0 0,-1 1 0 0 0,1-1 0 0 0,0 1 0 0 0,-1-1 0 0 0,1 0 0 0 0,0 0 0 0 0,-1 0-1 0 0,1 0 1 0 0,-1 0 0 0 0,1 0 0 0 0,1-2 0 0 0,-1 0 45 0 0,0 1 0 0 0,-1 0 0 0 0,1-1 1 0 0,-1 0-1 0 0,1 1 0 0 0,-1-1 0 0 0,0 0 0 0 0,0 0 0 0 0,1-5 1 0 0,0-4 156 0 0,0 0 1 0 0,-2-1 0 0 0,1 1 0 0 0,-2-14 0 0 0,0 19-352 0 0,0 0 1 0 0,-1 0 0 0 0,1 0-1 0 0,-1 0 1 0 0,-1 1 0 0 0,1-1-1 0 0,-1 1 1 0 0,0-1-1 0 0,-1 1 1 0 0,0 0 0 0 0,0 0-1 0 0,0 0 1 0 0,0 0 0 0 0,-1 1-1 0 0,0 0 1 0 0,0 0-1 0 0,-1 0 1 0 0,-10-6 0 0 0,13 9-316 0 0,0 0 1 0 0,0 0-1 0 0,0 1 1 0 0,-1-1-1 0 0,1 1 1 0 0,-1 0-1 0 0,1 0 1 0 0,-1 0-1 0 0,1 0 1 0 0,-6 1-1 0 0,-19-1-7393 0 0,19 1 3656 0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3:07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11747 0 0,'0'0'12860'0'0,"1"3"-12894"0"0,5 13-7 0 0,11 23 0 0 0,4-3-2815 0 0,-13-24 38 0 0,-1-1-5970 0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3:07.5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16844 0 0,'0'0'8540'0'0,"0"27"-18964"0"0,0-9 3654 0 0,0-8-1420 0 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3:07.8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14203 0 0,'0'0'5679'0'0,"7"33"-5546"0"0,22 104 22 0 0,-26-120-80 0 0,2-1 0 0 0,-1 0 0 0 0,11 23 1 0 0,-8-22 9 0 0,105 230-893 0 0,-96-219-1238 0 0,-3-12-5046 0 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3:08.3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0 414 1096 0 0,'0'0'10522'0'0,"32"14"-10161"0"0,99 42-52 0 0,-88-39-89 0 0,-28-14 10 0 0,-6-3-99 0 0,-2 1 51 0 0,0-1 0 0 0,-1 0-1 0 0,1 0 1 0 0,11-2-1 0 0,-15 1-81 0 0,1 0-1 0 0,-1 0 0 0 0,1 0 0 0 0,-1 0 1 0 0,0-1-1 0 0,0 1 0 0 0,1-1 0 0 0,-1 0 1 0 0,5-4-1 0 0,-3 2 7 0 0,-1-1 1 0 0,1 0 0 0 0,-1 0-1 0 0,0-1 1 0 0,0 1-1 0 0,-1-1 1 0 0,1 1-1 0 0,-1-1 1 0 0,0 0 0 0 0,-1-1-1 0 0,0 1 1 0 0,0 0-1 0 0,3-14 1 0 0,-2-3 428 0 0,-1-1 1 0 0,-1-37-1 0 0,-1 43-120 0 0,-2-16 305 0 0,-2 1 1 0 0,-1 0 0 0 0,-11-38 0 0 0,13 55-454 0 0,-14-55 1468 0 0,15 63-1365 0 0,1 11-828 0 0,1 15-297 0 0,4 17 708 0 0,1 0 0 0 0,2 0 1 0 0,13 39-1 0 0,-11-43 71 0 0,6 26 138 0 0,4-1-1 0 0,1-1 1 0 0,46 87 0 0 0,-62-135-144 0 0,0 0 1 0 0,0-1-1 0 0,0 1 0 0 0,1-1 1 0 0,0-1-1 0 0,0 1 0 0 0,1 0 1 0 0,8 6-1 0 0,-13-12-5 0 0,-1 1 0 0 0,1-1 0 0 0,0 1 0 0 0,-1-1 0 0 0,1 0-1 0 0,0 1 1 0 0,0-1 0 0 0,-1 0 0 0 0,1 1 0 0 0,0-1 0 0 0,0 0 0 0 0,0 0 0 0 0,0 0-1 0 0,-1 0 1 0 0,1 0 0 0 0,0 0 0 0 0,0 0 0 0 0,0 0 0 0 0,0 0 0 0 0,0 0 0 0 0,-1 0-1 0 0,1 0 1 0 0,0-1 0 0 0,0 1 0 0 0,0 0 0 0 0,-1-1 0 0 0,1 1 0 0 0,0 0 0 0 0,0-1-1 0 0,-1 1 1 0 0,1-1 0 0 0,0 1 0 0 0,-1-1 0 0 0,1 0 0 0 0,-1 1 0 0 0,1-1 0 0 0,-1 0-1 0 0,1 1 1 0 0,0-2 0 0 0,2-3-30 0 0,-1 1 0 0 0,0-1 1 0 0,0 0-1 0 0,0 0 0 0 0,1-5 0 0 0,-2 7-23 0 0,2-9-30 0 0,-1 0 0 0 0,-1 1 0 0 0,0-1 0 0 0,0-17 0 0 0,-1 16 93 0 0,0 0-1 0 0,4-22 0 0 0,-4 34-2 0 0,1 1-1 0 0,-1-1 1 0 0,0 1-1 0 0,0-1 1 0 0,0 1-1 0 0,1-1 1 0 0,-1 1 0 0 0,0-1-1 0 0,1 1 1 0 0,-1-1-1 0 0,0 1 1 0 0,1-1 0 0 0,-1 1-1 0 0,1-1 1 0 0,-1 1-1 0 0,0 0 1 0 0,1-1 0 0 0,-1 1-1 0 0,1 0 1 0 0,-1 0-1 0 0,1-1 1 0 0,-1 1-1 0 0,2 0 1 0 0,-1-1-18 0 0,1 1 0 0 0,0 0 0 0 0,-1 0 0 0 0,1-1 0 0 0,0 1 0 0 0,-1 0 0 0 0,1 1 0 0 0,2-1 0 0 0,0 1-53 0 0,0 0 1 0 0,0 0 0 0 0,1 0-1 0 0,-1 1 1 0 0,5 2-1 0 0,66 42 191 0 0,-40-18-2475 0 0,-27-20-2436 0 0,13 16 0 0 0,-15-18-529 0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3:09.5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1 235 9106 0 0,'0'0'8919'0'0,"12"34"-8595"0"0,43 103-17 0 0,-31-82-91 0 0,-10-32-40 0 0,-7-12-109 0 0,9 14 29 0 0,84 116-74 0 0,-98-140-102 0 0,-1 1-1 0 0,1 0 1 0 0,0-1-1 0 0,0 1 0 0 0,0-1 1 0 0,3 2-1 0 0,-5-3 35 0 0,0 0 0 0 0,0 0 0 0 0,0 0 0 0 0,1 1 1 0 0,-1-1-1 0 0,0 0 0 0 0,0 0 0 0 0,0 0 0 0 0,1 0 0 0 0,-1 0 0 0 0,0 1 0 0 0,0-1 1 0 0,1 0-1 0 0,-1 0 0 0 0,0 0 0 0 0,1 0 0 0 0,-1 0 0 0 0,0 0 0 0 0,0 0 0 0 0,1 0 1 0 0,-1 0-1 0 0,0 0 0 0 0,1 0 0 0 0,-1 0 0 0 0,0 0 0 0 0,0 0 0 0 0,1 0 0 0 0,-1 0 1 0 0,0-1-1 0 0,0 1 0 0 0,1 0 0 0 0,-1 0 0 0 0,0 0 0 0 0,0 0 0 0 0,1 0 0 0 0,-1-1 1 0 0,0 1-1 0 0,0 0 0 0 0,0 0 0 0 0,0 0 0 0 0,1-1 0 0 0,-1 1 0 0 0,0 0 0 0 0,0 0 1 0 0,0-1-1 0 0,0 1 0 0 0,0 0 0 0 0,1 0 0 0 0,-1-1 0 0 0,0 1 0 0 0,0 0 0 0 0,0 0 1 0 0,0-1-1 0 0,0 1 0 0 0,0 0 0 0 0,0-1 0 0 0,-1-8-703 0 0,1 1 0 0 0,-2-1 0 0 0,1 1 0 0 0,-1-1 0 0 0,-1 1 0 0 0,-6-16 0 0 0,-27-49-733 0 0,27 59 1266 0 0,-98-174-1250 0 0,97 171 1608 0 0,1 0 0 0 0,1-1 0 0 0,0 0 1 0 0,-7-25-1 0 0,12 30 735 0 0,0 1-1 0 0,1-2 1 0 0,1 1 0 0 0,-1-15-1 0 0,2 27-727 0 0,0 0 0 0 0,0 0-1 0 0,0 0 1 0 0,1-1-1 0 0,-1 1 1 0 0,0 0 0 0 0,0 0-1 0 0,1 0 1 0 0,-1 0-1 0 0,1 0 1 0 0,-1 0 0 0 0,1 0-1 0 0,-1 0 1 0 0,1 0-1 0 0,-1 0 1 0 0,1 0 0 0 0,0 1-1 0 0,0-1 1 0 0,1-1-1 0 0,0 1 5 0 0,-1 0 0 0 0,1-1 0 0 0,0 2 0 0 0,0-1 0 0 0,0 0 0 0 0,0 0 0 0 0,0 1 0 0 0,0-1 0 0 0,4 0 0 0 0,0 0 36 0 0,0 1 0 0 0,1 0 0 0 0,-1 0 0 0 0,0 1 0 0 0,0 0-1 0 0,8 1 1 0 0,-8 0-23 0 0,1 0-1 0 0,-1 1 1 0 0,0 0-1 0 0,0 0 0 0 0,-1 0 1 0 0,11 8-1 0 0,-5-2 36 0 0,-1-1 0 0 0,13 16 0 0 0,-17-17-124 0 0,-1 0 0 0 0,1 0 0 0 0,-1 0 0 0 0,6 15 0 0 0,-9-18-81 0 0,0 1 1 0 0,0-1 0 0 0,-1 0-1 0 0,0 1 1 0 0,0-1-1 0 0,0 1 1 0 0,0-1-1 0 0,-1 1 1 0 0,0-1 0 0 0,0 1-1 0 0,-1 6 1 0 0,1-10 3 0 0,-1 1 1 0 0,0 0-1 0 0,1 0 1 0 0,-1 0-1 0 0,0-1 1 0 0,0 1-1 0 0,0 0 1 0 0,0-1-1 0 0,-1 1 1 0 0,1-1-1 0 0,0 1 1 0 0,-1-1-1 0 0,1 0 1 0 0,-1 0-1 0 0,-2 3 1 0 0,0-2 56 0 0,0 0 0 0 0,0 0 0 0 0,0 0 0 0 0,0 0 0 0 0,0-1 0 0 0,-6 2 0 0 0,-10 1 309 0 0,-40 3 0 0 0,49-7-288 0 0,0 0 1 0 0,0-1-1 0 0,-1 0 0 0 0,1 0 0 0 0,-12-4 0 0 0,15 4 21 0 0,8 1-139 0 0,8-1-362 0 0,156-24-878 0 0,12-3 1104 0 0,-158 24 247 0 0,22-9 0 0 0,-34 11 23 0 0,1-1-1 0 0,0-1 0 0 0,-1 1 1 0 0,1-1-1 0 0,-1 0 1 0 0,7-6-1 0 0,-11 8 16 0 0,-1 0 1 0 0,1 0-1 0 0,-1-1 0 0 0,1 1 0 0 0,-1 0 0 0 0,0 0 0 0 0,0-1 1 0 0,0 1-1 0 0,0-1 0 0 0,0 1 0 0 0,0-1 0 0 0,-1 1 1 0 0,1-1-1 0 0,-1-4 0 0 0,1-3 337 0 0,-1 0 0 0 0,-2-16 0 0 0,2 25-438 0 0,-1-1 1 0 0,1 0 0 0 0,-1 0-1 0 0,1 1 1 0 0,-1-1 0 0 0,0 0-1 0 0,0 1 1 0 0,0-1 0 0 0,0 1 0 0 0,0-1-1 0 0,0 1 1 0 0,0 0 0 0 0,0-1-1 0 0,-1 1 1 0 0,1 0 0 0 0,-3-2-1 0 0,3 2-44 0 0,0 1 0 0 0,0-1-1 0 0,0 0 1 0 0,0 1-1 0 0,0-1 1 0 0,0 1-1 0 0,0 0 1 0 0,0-1-1 0 0,0 1 1 0 0,0 0-1 0 0,0 0 1 0 0,0-1 0 0 0,0 1-1 0 0,0 0 1 0 0,-1 0-1 0 0,1 0 1 0 0,0 0-1 0 0,0 1 1 0 0,0-1-1 0 0,0 0 1 0 0,0 0 0 0 0,0 1-1 0 0,0-1 1 0 0,0 0-1 0 0,0 1 1 0 0,0-1-1 0 0,0 1 1 0 0,0 0-1 0 0,-1 0 1 0 0,1 0-4 0 0,-1 1 0 0 0,1 0 0 0 0,0 0 0 0 0,0-1 0 0 0,0 1 0 0 0,0 0 0 0 0,0 0 0 0 0,0 0 0 0 0,0 0 0 0 0,1 0 0 0 0,-1 3 0 0 0,-1 0-14 0 0,2 1 1 0 0,-1-1 0 0 0,0 8 0 0 0,1-12 47 0 0,0 4 2 0 0,-1 1 0 0 0,1-1 0 0 0,1 0-1 0 0,-1 0 1 0 0,1 0 0 0 0,0 1 0 0 0,0-1 0 0 0,0 0-1 0 0,1 0 1 0 0,0 0 0 0 0,0 0 0 0 0,4 7-1 0 0,-2-6 28 0 0,1 1 0 0 0,0-1-1 0 0,0 0 1 0 0,0 0-1 0 0,1-1 1 0 0,0 1-1 0 0,0-1 1 0 0,1 0 0 0 0,-1-1-1 0 0,1 0 1 0 0,0 0-1 0 0,0 0 1 0 0,0-1-1 0 0,9 3 1 0 0,1-1 38 0 0,0-1 1 0 0,0-1-1 0 0,0-1 1 0 0,0 0-1 0 0,26-1 0 0 0,-37-1 29 0 0,0-1-1 0 0,-1 0 1 0 0,1 0-1 0 0,0 0 1 0 0,-1-1-1 0 0,1 0 1 0 0,-1 0-1 0 0,0 0 1 0 0,1-1-1 0 0,-1 0 1 0 0,0 0-1 0 0,-1 0 1 0 0,1-1-1 0 0,0 1 1 0 0,-1-1-1 0 0,0 0 1 0 0,0 0-1 0 0,0-1 1 0 0,6-8-1 0 0,-8 9 9 0 0,-1 0 1 0 0,0 1-1 0 0,0-1 0 0 0,0 0 1 0 0,0 1-1 0 0,0-1 1 0 0,-1 0-1 0 0,1-4 0 0 0,-3-31 92 0 0,1 33-219 0 0,-1 0-1 0 0,1 0 1 0 0,-2 0-1 0 0,1 0 1 0 0,-1 0 0 0 0,1 1-1 0 0,-1-1 1 0 0,-1 1 0 0 0,-5-8-1 0 0,-10-16-61 0 0,9 11 81 0 0,8 14-6 0 0,-1 0 0 0 0,1 0 1 0 0,0 0-1 0 0,0 0 0 0 0,0 0 1 0 0,1 0-1 0 0,-1-1 0 0 0,1 1 0 0 0,-1-10 1 0 0,2 13-40 0 0,0 1 0 0 0,0-1 0 0 0,0 0 0 0 0,0 0 0 0 0,0 0-1 0 0,0 0 1 0 0,1 0 0 0 0,-1 0 0 0 0,0 0 0 0 0,1 1 0 0 0,-1-1 0 0 0,0 0 0 0 0,1 0 0 0 0,-1 0 0 0 0,1 1 0 0 0,-1-1 0 0 0,1 0 0 0 0,1-1 0 0 0,-1 1-119 0 0,0 0 0 0 0,1 1 1 0 0,-1-1-1 0 0,1 0 0 0 0,-1 0 0 0 0,1 1 1 0 0,0-1-1 0 0,-1 1 0 0 0,3-1 1 0 0,1 0-416 0 0,-1 0 1 0 0,1 1-1 0 0,-1-1 1 0 0,1 1 0 0 0,0 0-1 0 0,-1 1 1 0 0,1-1-1 0 0,0 1 1 0 0,-1 0 0 0 0,1 0-1 0 0,-1 0 1 0 0,8 4-1 0 0,0 1-2169 0 0,0 0 0 0 0,-1 1 0 0 0,11 9 1 0 0,-21-15 2440 0 0,7 5-3473 0 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3:09.8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37 2625 0 0,'0'0'12576'0'0,"-7"-6"-12883"0"0,-21-17 56 0 0,27 22 85 0 0,1 0-1 0 0,-1 1 1 0 0,0-1-1 0 0,0 0 1 0 0,0 1-1 0 0,1-1 1 0 0,-1 1-1 0 0,0-1 1 0 0,0 1-1 0 0,0 0 1 0 0,0-1-1 0 0,0 1 1 0 0,0 0-1 0 0,0 0 1 0 0,0 0-1 0 0,0-1 1 0 0,0 1-1 0 0,0 0 1 0 0,0 0-1 0 0,0 1 1 0 0,0-1-1 0 0,0 0 1 0 0,-1 0-1 0 0,-2 1-963 0 0,-35-1-7899 0 0,32 0 8541 0 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3:10.0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2 360 0 0,'0'0'21417'0'0,"6"-1"-21264"0"0,1 13-18 0 0,-4-6-83 0 0,73 104 623 0 0,-67-98-617 0 0,-4-6-19 0 0,-1 0 0 0 0,9 9-1 0 0,-8-11-175 0 0,-1 1-1 0 0,0 1 0 0 0,6 9 0 0 0,-10-15 55 0 0,0 0 0 0 0,0 1 0 0 0,0-1-1 0 0,0 0 1 0 0,0 0 0 0 0,0 0 0 0 0,0 0 0 0 0,0 1-1 0 0,0-1 1 0 0,0 0 0 0 0,1 0 0 0 0,-1 0-1 0 0,0 0 1 0 0,0 0 0 0 0,0 0 0 0 0,0 1-1 0 0,0-1 1 0 0,0 0 0 0 0,0 0 0 0 0,0 0-1 0 0,1 0 1 0 0,-1 0 0 0 0,0 0 0 0 0,0 0-1 0 0,0 0 1 0 0,0 0 0 0 0,0 1 0 0 0,1-1-1 0 0,-1 0 1 0 0,0 0 0 0 0,0 0 0 0 0,0 0-1 0 0,0 0 1 0 0,1 0 0 0 0,-1 0 0 0 0,0 0 0 0 0,0 0-1 0 0,-1-7-4424 0 0,-3 0 1954 0 0,0 0-1 0 0,-1 1 1 0 0,-9-11-1 0 0,2 7-1971 0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3:10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 10410 0 0,'0'0'14434'0'0,"1"-6"-15549"0"0,4-10 864 0 0,-2 9 73 0 0,-3 7 171 0 0,0 0 0 0 0,0 0 0 0 0,0 0 0 0 0,0 0 0 0 0,0 0 0 0 0,0 0 0 0 0,0 0-1 0 0,0 0 1 0 0,0 0 0 0 0,0 0 0 0 0,0 0 0 0 0,0 0 0 0 0,0 0 0 0 0,0 0 0 0 0,0 0 0 0 0,0 0 0 0 0,0 0 0 0 0,0 0 0 0 0,0 0 0 0 0,0 0-1 0 0,0 0 1 0 0,0 0 0 0 0,1 0 0 0 0,-1 0 0 0 0,0 0 0 0 0,0 0 0 0 0,0 0 0 0 0,0 0 0 0 0,0 0 0 0 0,0 0 0 0 0,0 0 0 0 0,0 0 0 0 0,0 0 0 0 0,0 0-1 0 0,0 0 1 0 0,0 0 0 0 0,0 0 0 0 0,0 0 0 0 0,0 0 0 0 0,0 0 0 0 0,0 0 0 0 0,0 0 0 0 0,0 0 0 0 0,0 0 0 0 0,0 0 0 0 0,0-1 0 0 0,0 1-1 0 0,0 0 1 0 0,0 0 0 0 0,0 0 0 0 0,0 0 0 0 0,0 0 0 0 0,0 0 0 0 0,0 0 0 0 0,0 0 0 0 0,0 0 0 0 0,0 0 0 0 0,0 0 0 0 0,0 0 0 0 0,6 29-3160 0 0,9 30 0 0 0,-9-40-2167 0 0,9 19-1 0 0,-8-25-538 0 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3:10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76 3473 0 0,'0'0'22521'0'0,"2"-13"-22392"0"0,5-37-77 0 0,-5 37-84 0 0,-2 24-1154 0 0,-6 36 949 0 0,6-41 250 0 0,0 0 0 0 0,0 0 0 0 0,1 0 0 0 0,0 0 0 0 0,0 0 0 0 0,0-1 0 0 0,0 1 0 0 0,1 0 0 0 0,0-1 0 0 0,0 1 0 0 0,4 5 0 0 0,-2-3 31 0 0,1 0-1 0 0,1-1 1 0 0,-1 0 0 0 0,1 0-1 0 0,0 0 1 0 0,12 9 0 0 0,-14-13 25 0 0,0 0 1 0 0,0 0-1 0 0,1 0 1 0 0,-1-1 0 0 0,1 0-1 0 0,0 0 1 0 0,0 0 0 0 0,-1-1-1 0 0,1 1 1 0 0,0-1-1 0 0,1 0 1 0 0,-1-1 0 0 0,8 1-1 0 0,-10-1-21 0 0,0 0-1 0 0,1 0 1 0 0,-1 0-1 0 0,0-1 1 0 0,1 1-1 0 0,-1-1 1 0 0,0 0-1 0 0,0 0 1 0 0,0 0-1 0 0,0 0 1 0 0,0-1-1 0 0,0 1 1 0 0,0-1-1 0 0,0 1 1 0 0,0-1-1 0 0,-1 0 1 0 0,1 0-1 0 0,-1-1 1 0 0,1 1-1 0 0,-1 0 1 0 0,0-1-1 0 0,2-3 0 0 0,0 0-101 0 0,-1 0 0 0 0,0 0-1 0 0,0-1 1 0 0,-1 1 0 0 0,1-1-1 0 0,-2 1 1 0 0,1-1 0 0 0,-1 0-1 0 0,0 0 1 0 0,0 0-1 0 0,-1 0 1 0 0,0-11 0 0 0,0 18-24 0 0,0-1 0 0 0,0 1 0 0 0,-1-1 0 0 0,1 1 0 0 0,0-1 0 0 0,0 1 0 0 0,0-1 0 0 0,-1 1 0 0 0,1-1 0 0 0,0 1 0 0 0,-1 0 0 0 0,1-1 0 0 0,0 1 0 0 0,-1-1 0 0 0,1 1 0 0 0,0 0 0 0 0,-1-1 0 0 0,1 1 0 0 0,-1 0 0 0 0,1 0 0 0 0,-1-1 0 0 0,1 1 0 0 0,-1 0 0 0 0,1 0 0 0 0,0 0 0 0 0,-1 0 0 0 0,1 0 0 0 0,-1-1 0 0 0,1 1 0 0 0,-2 0 0 0 0,-18-1-2463 0 0,16 1 1896 0 0,-50 0-11232 0 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3:11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162 480 9666 0 0,'0'0'11479'0'0,"-18"-1"-11462"0"0,-56-3-12 0 0,72 4-4 0 0,-1 0 0 0 0,1 0 1 0 0,-1 1-1 0 0,0-1 0 0 0,1 1 0 0 0,-1-1 0 0 0,-3 2 0 0 0,5-1 0 0 0,0-1-1 0 0,1 1 0 0 0,-1-1 1 0 0,0 0-1 0 0,1 1 1 0 0,-1 0-1 0 0,1-1 1 0 0,-1 1-1 0 0,1-1 0 0 0,-1 1 1 0 0,1 0-1 0 0,-1 0 1 0 0,-3 4 2 0 0,1-1 45 0 0,-1 0 0 0 0,1 1 1 0 0,0 0-1 0 0,0-1 1 0 0,0 1-1 0 0,0 0 1 0 0,1 1-1 0 0,0-1 0 0 0,0 0 1 0 0,1 0-1 0 0,-1 1 1 0 0,1-1-1 0 0,0 1 1 0 0,1 0-1 0 0,-1-1 0 0 0,1 1 1 0 0,0-1-1 0 0,1 9 1 0 0,0-12-6 0 0,-1 0 0 0 0,0 0 0 0 0,1 1 0 0 0,-1-1 1 0 0,1 0-1 0 0,0 0 0 0 0,0-1 0 0 0,0 1 0 0 0,0 0 1 0 0,0 0-1 0 0,0 0 0 0 0,0-1 0 0 0,0 1 0 0 0,1 0 0 0 0,-1-1 1 0 0,1 1-1 0 0,-1-1 0 0 0,1 0 0 0 0,0 1 0 0 0,-1-1 0 0 0,1 0 1 0 0,3 1-1 0 0,-1 0 124 0 0,1 0 1 0 0,-1 0 0 0 0,1-1-1 0 0,0 0 1 0 0,-1 0 0 0 0,1 0-1 0 0,0 0 1 0 0,7-1 0 0 0,-10 0-134 0 0,0 0 0 0 0,0-1-1 0 0,0 1 1 0 0,0 0 0 0 0,-1-1 0 0 0,1 0 0 0 0,0 1 0 0 0,0-1 0 0 0,-1 0 0 0 0,1 0 0 0 0,0 0 0 0 0,-1 0 0 0 0,1 0 0 0 0,-1-1 0 0 0,0 1 0 0 0,1 0 0 0 0,-1-1 0 0 0,0 1 0 0 0,0 0 0 0 0,0-1 0 0 0,0 0 0 0 0,1-1 0 0 0,1-2-47 0 0,-1 0 0 0 0,0 0 0 0 0,0 0 0 0 0,0 0 0 0 0,0-1 0 0 0,0-8 0 0 0,1-10-87 0 0,-1 0-1 0 0,-2 0 0 0 0,-1 0 1 0 0,0 0-1 0 0,-2 0 0 0 0,-1 0 1 0 0,-7-27-1 0 0,-72-235 45 0 0,66 213 499 0 0,17 72-383 0 0,0 2-702 0 0,0 2 481 0 0,0 27-173 0 0,0 0-1 0 0,2 0 0 0 0,10 49 0 0 0,-2-45 407 0 0,2 0-1 0 0,1-1 1 0 0,1 0 0 0 0,22 34 0 0 0,33 39-923 0 0,-25-42-6159 0 0,-35-52 1541 0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3:12.4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107 222 7730 0 0,'0'0'16367'0'0,"-2"-3"-15737"0"0,-9-7-132 0 0,9 7 687 0 0,2 19-1471 0 0,6 1 228 0 0,0-4 79 0 0,-2 1 22 0 0,2 1 1 0 0,-1-1-1 0 0,2 0 1 0 0,12 21-1 0 0,-17-31-39 0 0,0-1-1 0 0,-1 1 0 0 0,1-1 0 0 0,1 7 1 0 0,3 8 9 0 0,-6-18 7 0 0,0 0 1 0 0,0 0 0 0 0,0 0 0 0 0,0 0 0 0 0,0 0-1 0 0,0 1 1 0 0,1-1 0 0 0,-1 0 0 0 0,0 0-1 0 0,0 0 1 0 0,0 0 0 0 0,0 1 0 0 0,0-1 0 0 0,0 0-1 0 0,0 0 1 0 0,0 0 0 0 0,0 0 0 0 0,0 1-1 0 0,0-1 1 0 0,0 0 0 0 0,0 0 0 0 0,0 0 0 0 0,0 0-1 0 0,-1 0 1 0 0,1 1 0 0 0,0-1 0 0 0,0 0-1 0 0,0 0 1 0 0,0 0 0 0 0,0 0 0 0 0,0 1-7 0 0,0-1-1 0 0,-1 0 1 0 0,1 0 0 0 0,0 0 0 0 0,0 0 0 0 0,0-1 0 0 0,0 1 0 0 0,0 0-1 0 0,0 0 1 0 0,-1 0 0 0 0,1 0 0 0 0,0 0 0 0 0,0 0 0 0 0,0 0 0 0 0,0 0-1 0 0,0 0 1 0 0,0 0 0 0 0,-1 0 0 0 0,1 0 0 0 0,0 0 0 0 0,0 0 0 0 0,0-1-1 0 0,0 1 1 0 0,0 0 0 0 0,0 0 0 0 0,0 0 0 0 0,0 0 0 0 0,0 0 0 0 0,0 0-1 0 0,0 0 1 0 0,0-1 0 0 0,-1 1 0 0 0,1 0 0 0 0,0 0 0 0 0,0 0 0 0 0,-2-5 117 0 0,-1 0 0 0 0,1 1 0 0 0,-1 0 0 0 0,-7-7 0 0 0,-3-8-8 0 0,-50-87 272 0 0,52 88-301 0 0,2-1-1 0 0,0 0 1 0 0,2 0-1 0 0,0-1 1 0 0,1 0-1 0 0,-4-23 1 0 0,8 16 54 0 0,3 16 61 0 0,0 11-243 0 0,1 0-1 0 0,0 0 1 0 0,-1 0-1 0 0,1 1 1 0 0,0-1-1 0 0,-1 0 1 0 0,1 1-1 0 0,0-1 0 0 0,1 1 1 0 0,19 16-176 0 0,28 26 0 0 0,-18-15 177 0 0,63 52 59 0 0,118 74 1 0 0,-193-141-28 0 0,154 90 101 0 0,-165-99-74 0 0,0 0 1 0 0,13 3-1 0 0,-18-6 27 0 0,-1 0 0 0 0,1 0-1 0 0,-1-1 1 0 0,1 0 0 0 0,-1 1 0 0 0,1-1-1 0 0,-1-1 1 0 0,1 1 0 0 0,5-1-1 0 0,-8 0-32 0 0,0 1 0 0 0,0-1 0 0 0,0 1-1 0 0,0-1 1 0 0,-1 1 0 0 0,1-1 0 0 0,0 0-1 0 0,0 1 1 0 0,0-1 0 0 0,-1 0-1 0 0,1 0 1 0 0,0 0 0 0 0,-1 0 0 0 0,1 0-1 0 0,-1 1 1 0 0,1-1 0 0 0,-1 0 0 0 0,1 0-1 0 0,-1 0 1 0 0,1-2 0 0 0,3-22 178 0 0,-3 21-160 0 0,0-5-6 0 0,1-2-20 0 0,-1 0 0 0 0,0 0-1 0 0,0 0 1 0 0,-1-1 0 0 0,-1 1 0 0 0,-3-16 0 0 0,-58-172 36 0 0,30 124-76 0 0,27 65-741 0 0,-1 0 0 0 0,0 1 1 0 0,-1 0-1 0 0,0 0 1 0 0,-8-8-1 0 0,14 16 370 0 0,0 0-1 0 0,1 0 1 0 0,-1 1 0 0 0,0-1-1 0 0,0 1 1 0 0,1-1-1 0 0,-1 1 1 0 0,0-1-1 0 0,0 1 1 0 0,0-1 0 0 0,-1 1-1 0 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3:14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64 0 0 0,'0'0'3267'0'0,"-1"-4"-1996"0"0,-3-7-206 0 0,-1-11 5458 0 0,1 8-2003 0 0,1 10-3188 0 0,3 3-1244 0 0,0 1 0 0 0,0 0 1 0 0,0 0-1 0 0,-1 0 0 0 0,1-1 0 0 0,0 1 0 0 0,0 0 0 0 0,0 0 0 0 0,-1-1 0 0 0,1 1 0 0 0,0 0 0 0 0,0 0 0 0 0,0-1 0 0 0,0 1 0 0 0,0 0 0 0 0,0-1 1 0 0,0 1-1 0 0,0 0 0 0 0,0 0 0 0 0,0-1 0 0 0,0 1 0 0 0,0 0 0 0 0,0-1 0 0 0,0 1 0 0 0,0 0 0 0 0,0 0 0 0 0,0-1 0 0 0,-2 26-448 0 0,2-19 365 0 0,0 2 36 0 0,0 0 1 0 0,0 0-1 0 0,1 0 0 0 0,0 1 0 0 0,4 12 0 0 0,5 12 150 0 0,-6-17-99 0 0,1 0 0 0 0,9 18 0 0 0,-2 4-11 0 0,-11-34-60 0 0,0 0-1 0 0,0-1 1 0 0,-1 1-1 0 0,1-1 1 0 0,-1 8-1 0 0,1-10 286 0 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3:18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356 16 0 0 0,'0'0'2106'0'0,"18"0"-1479"0"0,58 0-14 0 0,-48 0 1094 0 0,-1 2-1 0 0,38 6 1 0 0,-27-2 1243 0 0,-38-6-2914 0 0,9 1 1293 0 0,0 0 0 0 0,0 1 0 0 0,0 0 0 0 0,14 5 0 0 0,-23-7-1287 0 0,0 0-1 0 0,0 0 1 0 0,0 1-1 0 0,0-1 1 0 0,0 0-1 0 0,0 0 1 0 0,0 0-1 0 0,0 0 1 0 0,0 0-1 0 0,0 0 1 0 0,0 0-1 0 0,0 0 1 0 0,0 0-1 0 0,1 0 0 0 0,-1 0 1 0 0,0 0-1 0 0,0 0 1 0 0,0 0-1 0 0,0 0 1 0 0,0 1-1 0 0,0-1 1 0 0,0 0-1 0 0,0 0 1 0 0,0 0-1 0 0,0 0 1 0 0,0 0-1 0 0,0 0 1 0 0,0 0-1 0 0,0 0 1 0 0,0 0-1 0 0,0 0 1 0 0,0 0-1 0 0,0 1 1 0 0,0-1-1 0 0,0 0 1 0 0,0 0-1 0 0,0 0 1 0 0,-1 0-1 0 0,1 0 1 0 0,0 0-1 0 0,0 0 1 0 0,0 0-1 0 0,0 0 1 0 0,0 0-1 0 0,0 0 1 0 0,0 0-1 0 0,0 0 0 0 0,-5 5 491 0 0,-8 2-244 0 0,2-3 58 0 0,-1-1-1 0 0,1 0 0 0 0,0-1 0 0 0,-24 2 1 0 0,-48-2 399 0 0,47-3-525 0 0,-85-6 106 0 0,1 0-218 0 0,-31 4-1049 0 0,149 3 828 0 0,-26-1-1102 0 0,25 0 842 0 0,1 1 1 0 0,0 0 0 0 0,0-1 0 0 0,0 1 0 0 0,-1-1-1 0 0,1 0 1 0 0,0 0 0 0 0,0 0 0 0 0,-3-1 0 0 0,5 0-113 0 0,-1 1 0 0 0,1 0 0 0 0,-1 0 0 0 0,1 0 1 0 0,0-1-1 0 0,-1 1 0 0 0,1 0 0 0 0,0 0 0 0 0,0-1 1 0 0,0 1-1 0 0,0 0 0 0 0,0-1 0 0 0,0 1 0 0 0,1 0 1 0 0,-1 0-1 0 0,0-1 0 0 0,0 1 0 0 0,1 0 0 0 0,-1 0 1 0 0,1 0-1 0 0,0-1 0 0 0,0 0 0 0 0,3-1-377 0 0,0 1 1 0 0,0-1-1 0 0,0 1 0 0 0,1-1 0 0 0,-1 1 1 0 0,8-2-1 0 0,-9 3 674 0 0,2 0-484 0 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3:18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724 30 5649 0 0,'0'0'15099'0'0,"-33"-3"-14530"0"0,-105-13-96 0 0,69 10 61 0 0,54 5-395 0 0,14 1-127 0 0,-57-4 280 0 0,-73 5 1 0 0,70 9-558 0 0,6-1-1269 0 0,42-8 812 0 0,-68 6-5280 0 0,28-5-2694 0 0,38-2 2855 0 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3:18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8490 0 0,'0'0'11957'0'0,"18"17"-11921"0"0,58 57 125 0 0,-65-63-98 0 0,1-1 1 0 0,0 0-1 0 0,16 10 0 0 0,-15-12-14 0 0,172 99 443 0 0,8-15-243 0 0,-188-90-265 0 0,11 5 16 0 0,-16-7-13 0 0,1 1 0 0 0,-1-1 1 0 0,1 1-1 0 0,-1-1 0 0 0,1 0 0 0 0,-1 1 0 0 0,1-1 1 0 0,-1 1-1 0 0,1-1 0 0 0,-1 1 0 0 0,0-1 0 0 0,1 1 0 0 0,-1-1 1 0 0,0 1-1 0 0,1 0 0 0 0,-1-1 0 0 0,0 1 0 0 0,0 0 1 0 0,0-1-1 0 0,1 2 0 0 0,-2-1 5 0 0,1 0 0 0 0,-1 0-1 0 0,0 0 1 0 0,1-1 0 0 0,-1 1 0 0 0,0 0 0 0 0,1 0 0 0 0,-1-1-1 0 0,0 1 1 0 0,0 0 0 0 0,0-1 0 0 0,1 1 0 0 0,-1-1-1 0 0,0 1 1 0 0,0-1 0 0 0,0 1 0 0 0,0-1 0 0 0,0 0 0 0 0,-2 1-1 0 0,-1 0 45 0 0,-32 13 516 0 0,0-2 1 0 0,-48 9 0 0 0,19-5-269 0 0,25-6-151 0 0,0 2 0 0 0,-66 29 1 0 0,32-2-1845 0 0,25-12-5817 0 0,37-20 3936 0 0,-1 0-7041 0 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3:21.5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4 8746 0 0,'0'0'15034'0'0,"-2"-3"-13113"0"0,3 4-1771 0 0,1 1 0 0 0,-1-1-1 0 0,1 1 1 0 0,-1-1-1 0 0,1 0 1 0 0,0 1-1 0 0,1 0 1 0 0,12 9-95 0 0,0 1 0 0 0,-1 0 0 0 0,0 1 1 0 0,11 15-1 0 0,-1-3-9 0 0,153 169 176 0 0,-53-56-97 0 0,17 23-14 0 0,-50-53-75 0 0,-86-101-18 0 0,-4-6-17 0 0,-1 0 1 0 0,0 0-1 0 0,1-1 0 0 0,-1 1 1 0 0,0 0-1 0 0,1 0 1 0 0,-1-1-1 0 0,1 1 0 0 0,-1-1 1 0 0,1 1-1 0 0,0 0 0 0 0,-1-1 1 0 0,1 1-1 0 0,-1-1 0 0 0,1 1 1 0 0,0-1-1 0 0,0 0 1 0 0,1 1-1 0 0,-2-1-173 0 0,0 0-491 0 0,1-1 557 0 0,-1 1 0 0 0,0 0 0 0 0,0-1 0 0 0,0 1 0 0 0,0 0 0 0 0,0 0 0 0 0,0-1 0 0 0,0 1 0 0 0,0 0 0 0 0,0-1 0 0 0,0 1 0 0 0,0 0 0 0 0,0-1 0 0 0,0 1 0 0 0,0 0 0 0 0,0 0 0 0 0,0-1 0 0 0,0 1 0 0 0,0 0 0 0 0,0-1 0 0 0,-1 1 0 0 0,1 0 0 0 0,0 0 0 0 0,0-1 0 0 0,-7-8-1848 0 0,5 6 1060 0 0,-15-21-4791 0 0,5 8-953 0 0,5 5-2464 0 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3:22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296 48 9986 0 0,'0'0'18441'0'0,"-6"-8"-18239"0"0,-16-23-58 0 0,17 23 180 0 0,5 20-696 0 0,-12 20 300 0 0,-55 212 85 0 0,48-181 43 0 0,-1 2-63 0 0,11-31 23 0 0,-1 0 0 0 0,-25 51-1 0 0,26-68 6 0 0,-1 0 0 0 0,-1 0-1 0 0,-1-1 1 0 0,-19 21 0 0 0,24-29-3 0 0,4-4 323 0 0,-4 4-1802 0 0,7-13-1978 0 0,8-11-3342 0 0,-3 6-830 0 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3:22.5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0 11490 0 0,'0'0'15696'0'0,"-2"2"-15643"0"0,1-2-54 0 0,1 1-1 0 0,-1-1 1 0 0,0 1-1 0 0,1 0 1 0 0,-1-1-1 0 0,1 1 1 0 0,-1-1-1 0 0,1 1 1 0 0,-1 0-1 0 0,1-1 1 0 0,0 1-1 0 0,-1 0 1 0 0,1 0-1 0 0,0-1 1 0 0,0 1-1 0 0,-1 0 1 0 0,1 0-1 0 0,0-1 1 0 0,0 1-1 0 0,0 0 1 0 0,0 0-1 0 0,0 0 1 0 0,0-1-1 0 0,0 1 1 0 0,0 0-1 0 0,0 0 1 0 0,1 0-1 0 0,-1-1 1 0 0,0 1-1 0 0,0 0 1 0 0,1 0-1 0 0,-1-1 1 0 0,1 2-1 0 0,5 14 5 0 0,6 16 37 0 0,1 0 0 0 0,22 36 0 0 0,-27-53-24 0 0,0 0 0 0 0,7 25 0 0 0,-4-14-1 0 0,-8-17-17 0 0,-1 0 1 0 0,3 11 0 0 0,0 0-3 0 0,-2-2 46 0 0,0 1 1 0 0,-1-1 0 0 0,-1 1-1 0 0,-2 24 1 0 0,1-13-45 0 0,3-33-2582 0 0,-3 3 2430 0 0,1-1 0 0 0,-1 1 1 0 0,1 0-1 0 0,-1-1 1 0 0,1 1-1 0 0,-1-1 0 0 0,0 1 1 0 0,1-1-1 0 0,-1 1 0 0 0,0-1 1 0 0,1 1-1 0 0,-1-1 1 0 0,4-22-8945 0 0,-4 19 6329 0 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3:22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0 9378 0 0,'0'0'15919'0'0,"-11"3"-15544"0"0,-34 11-69 0 0,41-13-267 0 0,0 1 1 0 0,0-1 0 0 0,0 1 0 0 0,0 0 0 0 0,1 0 0 0 0,-1 0-1 0 0,0 0 1 0 0,1 1 0 0 0,0 0 0 0 0,-1-1 0 0 0,1 1-1 0 0,0 0 1 0 0,1 1 0 0 0,-5 4 0 0 0,7-7-39 0 0,-4 5 21 0 0,0-1 0 0 0,0 1 0 0 0,1 0 0 0 0,0 1 0 0 0,-3 8 0 0 0,4-11 3 0 0,1 0-1 0 0,0 1 1 0 0,0-1 0 0 0,0 0 0 0 0,1 1-1 0 0,-1-1 1 0 0,1 0 0 0 0,0 1-1 0 0,1 7 1 0 0,0-11-1 0 0,-1 0 0 0 0,1 1-1 0 0,-1-1 1 0 0,1 0 0 0 0,-1 0 0 0 0,1 1-1 0 0,0-1 1 0 0,0 0 0 0 0,-1 0 0 0 0,1 0-1 0 0,0 0 1 0 0,0 0 0 0 0,0 0 0 0 0,0 0-1 0 0,0 0 1 0 0,0 0 0 0 0,1 0 0 0 0,-1-1-1 0 0,0 1 1 0 0,2 1 0 0 0,3 0 69 0 0,0 0 0 0 0,0-1 0 0 0,9 2-1 0 0,-3 0 33 0 0,8 1 8 0 0,1-1-1 0 0,28 1 1 0 0,44-5-189 0 0,-39 1-706 0 0,-45 0 148 0 0,11-1-1529 0 0,-19 1 1555 0 0,0 0-1 0 0,-1 0 1 0 0,1 0 0 0 0,0-1-1 0 0,0 1 1 0 0,0 0-1 0 0,-1-1 1 0 0,1 1-1 0 0,0 0 1 0 0,-1-1-1 0 0,2 0 1 0 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3:23.2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348 25 12043 0 0,'0'0'15874'0'0,"-2"-1"-15805"0"0,-1 0-73 0 0,0 0 0 0 0,0 0-1 0 0,0 0 1 0 0,0 0 0 0 0,0 1 0 0 0,0-1-1 0 0,0 1 1 0 0,-6 0 0 0 0,-29 4-146 0 0,7-1-249 0 0,22-3 121 0 0,-87 2-2970 0 0,78-3 980 0 0,0 0 1 0 0,0-2 0 0 0,-23-5-1 0 0,5-2-6548 0 0,28 6 2829 0 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3:23.5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345 38 9418 0 0,'0'0'15299'0'0,"-14"-6"-15287"0"0,-43-20-10 0 0,38 21 12 0 0,19 4-14 0 0,0 1 0 0 0,0 0 0 0 0,-1 0 0 0 0,1 0 0 0 0,0 0 1 0 0,0 1-1 0 0,-1-1 0 0 0,1 0 0 0 0,0 0 0 0 0,0 0 0 0 0,0 0 1 0 0,-1 0-1 0 0,1 0 0 0 0,0 0 0 0 0,0 0 0 0 0,-1 0 0 0 0,1 1 1 0 0,0-1-1 0 0,0 0 0 0 0,0 0 0 0 0,0 0 0 0 0,-1 0 0 0 0,1 1 1 0 0,0-1-1 0 0,-2 2-2 0 0,-16 7-25 0 0,10-4 49 0 0,-1-1 1 0 0,1 0-1 0 0,-1 0 1 0 0,0-1-1 0 0,-18 4 1 0 0,-59 2-3406 0 0,68-9-2182 0 0,-21-2 0 0 0,23-1-4777 0 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3:26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328 152 0 0 0,'0'0'3058'0'0,"-2"-6"-2602"0"0,-2-23-9 0 0,3 28-429 0 0,1 1 1 0 0,0-1 0 0 0,0 0-1 0 0,1 1 1 0 0,-1-1-1 0 0,0 1 1 0 0,0-1-1 0 0,0 0 1 0 0,0 1-1 0 0,0-1 1 0 0,1 1 0 0 0,-1-1-1 0 0,0 1 1 0 0,1-1-1 0 0,-1 0 1 0 0,0 1-1 0 0,1-1 1 0 0,-1 1 0 0 0,1 0-1 0 0,-1-1 1 0 0,0 1-1 0 0,1-1 1 0 0,-1 1-1 0 0,1 0 1 0 0,-1-1-1 0 0,1 1 1 0 0,0 0 0 0 0,-1-1-1 0 0,1 1 1 0 0,-1 0-1 0 0,1 0 1 0 0,0 0-1 0 0,0-1 1 0 0,2 0 29 0 0,13-5-70 0 0,-1 0 0 0 0,1 1 0 0 0,0 1 1 0 0,0 1-1 0 0,28-3 0 0 0,-28 4 67 0 0,190-20 382 0 0,-61 11-829 0 0,-29 4 2045 0 0,-39-3 5794 0 0,-74 10-6980 0 0,-1-1-1 0 0,0 1 1 0 0,1-1 0 0 0,-1 1-1 0 0,0-1 1 0 0,0 0 0 0 0,1 0 0 0 0,-1 0-1 0 0,0 0 1 0 0,3-3 0 0 0,-5 4-366 0 0,0 0 0 0 0,1 0 1 0 0,-1-1-1 0 0,0 1 1 0 0,1 0-1 0 0,-1 0 1 0 0,0-1-1 0 0,1 1 0 0 0,-1 0 1 0 0,1 0-1 0 0,-1 0 1 0 0,0 0-1 0 0,1 0 0 0 0,-1-1 1 0 0,1 1-1 0 0,0 0 1 0 0,-1 0-20 0 0,0 0 1 0 0,0 0-1 0 0,1 0 1 0 0,-1 0-1 0 0,0 0 1 0 0,0 0-1 0 0,0 0 0 0 0,1 0 1 0 0,-1 0-1 0 0,0 0 1 0 0,0 0-1 0 0,0 0 1 0 0,1 0-1 0 0,-1 0 1 0 0,0 0-1 0 0,0 0 1 0 0,0 0-1 0 0,0 0 1 0 0,1-1-1 0 0,-1 1 1 0 0,0 0-1 0 0,0 0 1 0 0,0 0-1 0 0,0 0 1 0 0,0 0-1 0 0,0-1 0 0 0,1 1 1 0 0,-1 0-1 0 0,0 0 1 0 0,0 0-1 0 0,0 0 1 0 0,0-1-1 0 0,0 1 1 0 0,0 0-1 0 0,0 0 1 0 0,0-1-1 0 0,-10 2-1131 0 0,0 5 929 0 0,7-4 157 0 0,0 0 0 0 0,0-1 0 0 0,0 1-1 0 0,0-1 1 0 0,-6 2 0 0 0,-35 6 367 0 0,0-1 1 0 0,-45 1-1 0 0,-93-3 157 0 0,126-5-467 0 0,45-1-69 0 0,-195 7 75 0 0,122-1-78 0 0,-95 4 169 0 0,165-10-122 0 0,-2-1-11 0 0,12 2 78 0 0,5-1 132 0 0,17 5-229 0 0,21 8-1 0 0,-2-1 1 0 0,328 106-57 0 0,-284-84-57 0 0,-70-29 57 0 0,-1 1 0 0 0,0 0 0 0 0,0 1-1 0 0,0 0 1 0 0,10 10 0 0 0,-18-15-13 0 0,1 1 0 0 0,-1-1 0 0 0,0 1 0 0 0,0-1-1 0 0,0 1 1 0 0,0 0 0 0 0,-1 0 0 0 0,1 0 0 0 0,-1 0 0 0 0,0 0-1 0 0,0 0 1 0 0,0 0 0 0 0,0 0 0 0 0,0 0 0 0 0,-1 1-1 0 0,1-1 1 0 0,-1 0 0 0 0,0 0 0 0 0,0 1 0 0 0,0-1 0 0 0,-1 0-1 0 0,0 4 1 0 0,-1-2-16 0 0,-1 0 0 0 0,0 0 0 0 0,0-1 0 0 0,0 1 0 0 0,-1-1 0 0 0,1 0 0 0 0,-1 0 0 0 0,-8 6 0 0 0,-4 3 46 0 0,-1 0-1 0 0,-1-1 1 0 0,-20 10 0 0 0,-62 27-11 0 0,76-38 21 0 0,-16 7-10 0 0,-61 31-38 0 0,6-6 33 0 0,-6 3-61 0 0,-11 9-34 0 0,111-54 111 0 0,0-1 0 0 0,0 1-1 0 0,0-1 1 0 0,0 1-1 0 0,0 0 1 0 0,0-1-1 0 0,0 1 0 0 0,0 0 1 0 0,0 0-1 0 0,0 0 1 0 0,0 0-1 0 0,0 0 1 0 0,0 0-1 0 0,0 0 0 0 0,0 1 1 0 0,-2 1-2 0 0,3-2 2 0 0,0-1 0 0 0,-1 0 0 0 0,1 0 0 0 0,0 0 0 0 0,0 0 0 0 0,0 0 0 0 0,-1 1 0 0 0,1-1 0 0 0,0 0 0 0 0,0 0 0 0 0,0 0 1 0 0,0 1-1 0 0,0-1 0 0 0,0 0 0 0 0,-1 0 0 0 0,1 1 0 0 0,0-1 0 0 0,0 0 0 0 0,0 0 0 0 0,0 0 0 0 0,0 1 0 0 0,0-1 0 0 0,0 0 1 0 0,0 0-1 0 0,0 1 0 0 0,0-1 0 0 0,0 7 204 0 0,0-7-176 0 0,-1 0 1 0 0,1 0 0 0 0,0 1 0 0 0,0-1-1 0 0,0 0 1 0 0,0 0 0 0 0,0 0-1 0 0,0 0 1 0 0,0 1 0 0 0,0-1 0 0 0,0 0-1 0 0,0 0 1 0 0,0 0 0 0 0,0 1 0 0 0,0-1-1 0 0,0 0 1 0 0,0 0 0 0 0,0 0 0 0 0,1 0-1 0 0,-1 1 1 0 0,0-1 0 0 0,0 0 0 0 0,0 0-1 0 0,0 0 1 0 0,0 0 0 0 0,0 0 0 0 0,0 1-1 0 0,1-1 1 0 0,10 1 534 0 0,370 4-179 0 0,-92-7 524 0 0,-146 1-2202 0 0,2 0-6840 0 0,-157-1-28 0 0,7 1 5767 0 0,-2-1-3013 0 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3:26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1944 0 0,'0'0'17348'0'0,"4"4"-17261"0"0,10 16-6 0 0,-14-19-58 0 0,1 0 0 0 0,0 0-1 0 0,-1 0 1 0 0,1 0 0 0 0,0 0-1 0 0,-1 1 1 0 0,0-1 0 0 0,1 0 0 0 0,0 3-1 0 0,1 3 145 0 0,-1-6-153 0 0,12 17-946 0 0,-1-9-4065 0 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3:26.7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40 6793 0 0,'0'0'17376'0'0,"-4"-8"-17663"0"0,-1 0 265 0 0,-7-14-206 0 0,12 20 151 0 0,2 4-1 0 0,11 14-69 0 0,-4-4 30 0 0,-1 1 0 0 0,11 18 0 0 0,-16-24-570 0 0,-1 0 1 0 0,1-1 0 0 0,-1 1-1 0 0,0 0 1 0 0,0 0 0 0 0,-1 0-1 0 0,1 11 1 0 0,-2 17-8538 0 0,0-23 960 0 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3:27.9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30 4641 0 0,'0'0'18476'0'0,"-1"0"-18341"0"0,1 0-1 0 0,0-1 1 0 0,0 1 0 0 0,-1 0 0 0 0,1 0-1 0 0,0 0 1 0 0,-1 0 0 0 0,1 0 0 0 0,0 0 0 0 0,-1 0-1 0 0,1 0 1 0 0,0 0 0 0 0,-1 0 0 0 0,1 0-1 0 0,0 0 1 0 0,-1 1 0 0 0,1-1 0 0 0,0 0-1 0 0,-1 0 1 0 0,1 0 0 0 0,0 3-151 0 0,1 1 1 0 0,0-1-1 0 0,0 0 1 0 0,0 0-1 0 0,0 0 1 0 0,1 0 0 0 0,-1-1-1 0 0,4 6 1 0 0,1 3 17 0 0,5 13 16 0 0,9 26 0 0 0,-17-39 79 0 0,-3-8-21 0 0,1-1 0 0 0,0 1 1 0 0,-1-1-1 0 0,1 1 0 0 0,0-1 0 0 0,2 3 0 0 0,-2-4-60 0 0,-1 0 0 0 0,1-1 0 0 0,-1 1 0 0 0,1-1 0 0 0,0 1 0 0 0,-1-1 0 0 0,1 1 0 0 0,-1-1 0 0 0,1 1 0 0 0,0-1 0 0 0,0 0 0 0 0,-1 1 0 0 0,1-1 0 0 0,0 0 0 0 0,-1 0 0 0 0,1 0 0 0 0,0 1 0 0 0,0-1 0 0 0,0 0 0 0 0,-1 0 0 0 0,1 0 0 0 0,0 0 0 0 0,0 0 0 0 0,-1-1 0 0 0,3 1 0 0 0,-2-1 19 0 0,1 0-1 0 0,-1 0 1 0 0,1 0-1 0 0,-1 0 1 0 0,1 0 0 0 0,-1 0-1 0 0,0-1 1 0 0,0 1-1 0 0,0 0 1 0 0,1-1-1 0 0,0-1 1 0 0,-1 2-17 0 0,8-11 43 0 0,-6 8-44 0 0,0 0 1 0 0,1 0-1 0 0,-1-1 0 0 0,-1 1 1 0 0,1-1-1 0 0,-1 0 0 0 0,4-8 1 0 0,-2-2 14 0 0,-2 9-27 0 0,0 0 1 0 0,0 0-1 0 0,-1-1 1 0 0,0 1-1 0 0,1-9 1 0 0,3-19 98 0 0,-5 33-98 0 0,0 0-1 0 0,1 0 1 0 0,-1 0 0 0 0,0 0 0 0 0,1 0 0 0 0,-1 0-1 0 0,1 0 1 0 0,-1 0 0 0 0,1 0 0 0 0,-1 0-1 0 0,1 0 1 0 0,0 1 0 0 0,-1-1 0 0 0,2-1 0 0 0,-1 2-16 0 0,-1 0 1 0 0,0 0 0 0 0,0-1-1 0 0,1 1 1 0 0,-1 0 0 0 0,0 0 0 0 0,1 0-1 0 0,-1 0 1 0 0,0 0 0 0 0,1 0-1 0 0,-1 0 1 0 0,0 0 0 0 0,1-1 0 0 0,-1 1-1 0 0,0 0 1 0 0,1 1 0 0 0,-1-1-1 0 0,0 0 1 0 0,1 0 0 0 0,-1 0 0 0 0,0 0-1 0 0,1 0 1 0 0,-1 0 0 0 0,0 0-1 0 0,1 0 1 0 0,-1 1 0 0 0,0-1 0 0 0,0 0-1 0 0,1 0 1 0 0,8 7-76 0 0,-7-5 66 0 0,134 99 5 0 0,-102-77 17 0 0,5 9 0 0 0,-12-10-27 0 0,-26-22-35 0 0,-1-1 0 0 0,0 0 0 0 0,1 0 0 0 0,-1 1 0 0 0,1-1 0 0 0,-1 0 0 0 0,0 1 0 0 0,1-1 0 0 0,-1 1 0 0 0,0-1 0 0 0,1 0 0 0 0,-1 1 0 0 0,0-1 1 0 0,0 1-1 0 0,1-1 0 0 0,-1 1 0 0 0,0-1 0 0 0,0 1 0 0 0,0-1 0 0 0,0 1 0 0 0,0 0-103 0 0,0-1 1 0 0,0 0-1 0 0,0 0 1 0 0,0 1 0 0 0,-1-1-1 0 0,1 0 1 0 0,0 1-1 0 0,0-1 1 0 0,0 0-1 0 0,-1 0 1 0 0,1 0-1 0 0,0 1 1 0 0,0-1-1 0 0,-1 0 1 0 0,1 0-1 0 0,0 0 1 0 0,-1 0 0 0 0,1 1-1 0 0,0-1 1 0 0,-1 0-1 0 0,1 0 1 0 0,-1 0-1 0 0,-21 2-12293 0 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3:28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294 29 840 0 0,'0'0'23332'0'0,"2"-1"-23184"0"0,1 0-116 0 0,2-2-28 0 0,-11 2-200 0 0,-16 8 80 0 0,-1-2 157 0 0,5-1 68 0 0,0 0-1 0 0,-36 1 1 0 0,27-4-587 0 0,-20-1-1568 0 0,42 0 1811 0 0,0-1 0 0 0,0 1 0 0 0,0-1-1 0 0,1-1 1 0 0,-1 1 0 0 0,0 0 0 0 0,-4-3 0 0 0,4 1-968 0 0,0 1 1 0 0,0-1 0 0 0,1 0 0 0 0,-7-5-1 0 0,8 5-784 0 0,1 1 0 0 0,-1-1 0 0 0,1 0-1 0 0,-3-5 1 0 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3:28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330 12 3081 0 0,'0'0'18765'0'0,"-3"-2"-18661"0"0,-10-6-53 0 0,13 7-51 0 0,0 1 1 0 0,-1 0-1 0 0,1 0 1 0 0,0 0-1 0 0,0 0 1 0 0,-1 0-1 0 0,1 0 1 0 0,0 0-1 0 0,0 0 1 0 0,-1 0-1 0 0,1-1 1 0 0,0 1-1 0 0,0 0 1 0 0,-1 0-1 0 0,1 0 1 0 0,0 0 0 0 0,0 0-1 0 0,-1 1 1 0 0,1-1-1 0 0,0 0 1 0 0,0 0-1 0 0,-1 0 1 0 0,1 0-1 0 0,0 0 1 0 0,0 0-1 0 0,-1 0 1 0 0,1 0-1 0 0,0 1 1 0 0,0-1-1 0 0,-1 0 1 0 0,1 0-1 0 0,0 0 1 0 0,0 0-1 0 0,0 1 1 0 0,0-1-1 0 0,-1 0 1 0 0,1 0-1 0 0,0 1 1 0 0,-3 2 48 0 0,-9 2 83 0 0,0-1 1 0 0,-1 0-1 0 0,1-1 0 0 0,0 0 1 0 0,-1-1-1 0 0,0 0 1 0 0,-18-1-1 0 0,-15-1-408 0 0,-31 0-4317 0 0,28-1-5887 0 0,37 0 2700 0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3:30.2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418 18 3305 0 0,'0'0'22174'0'0,"0"-4"-21762"0"0,-1 0-326 0 0,-1-6 189 0 0,2 19-271 0 0,-1-7-5 0 0,1-1-1 0 0,0 0 1 0 0,-1 0-1 0 0,1 1 1 0 0,-1-1 0 0 0,0 0-1 0 0,1 0 1 0 0,-1 0-1 0 0,0 0 1 0 0,1 0-1 0 0,-1 0 1 0 0,0 0-1 0 0,-2 2 1 0 0,-15 12 3 0 0,18-15-2 0 0,-14 10 53 0 0,-24 11 0 0 0,33-18-50 0 0,-29 14 23 0 0,21-12-21 0 0,1 1 0 0 0,0 1 1 0 0,0 0-1 0 0,-21 17 0 0 0,-14 11-14 0 0,-33 27 1 0 0,47-38 26 0 0,23-17-5 0 0,0 0 0 0 0,-15 7 0 0 0,23-14-43 0 0,2 1 39 0 0,0-1 0 0 0,-1 0-1 0 0,1 0 1 0 0,0 0-1 0 0,-1 0 1 0 0,1 0 0 0 0,0 0-1 0 0,0 1 1 0 0,-1-1-1 0 0,1 0 1 0 0,0 0 0 0 0,0 0-1 0 0,-1 1 1 0 0,1-1-1 0 0,0 0 1 0 0,0 0 0 0 0,0 1-1 0 0,-1-1 1 0 0,1 0-1 0 0,0 0 1 0 0,0 1-1 0 0,0-1 1 0 0,0 0 0 0 0,0 1-1 0 0,0-1 1 0 0,0 0-1 0 0,-1 1 1 0 0,1-1 0 0 0,0 0-1 0 0,0 0 1 0 0,0 2 397 0 0,16 9-466 0 0,3 6 83 0 0,39 27 0 0 0,22 2 155 0 0,98 40 1 0 0,-56-37 143 0 0,-102-43-277 0 0,-11-5-3322 0 0,-10-2 2761 0 0,0 1 0 0 0,1-1 0 0 0,-1 0 1 0 0,0 1-1 0 0,0-1 0 0 0,1 0 1 0 0,-1 0-1 0 0,0 1 0 0 0,1-1 1 0 0,-1 0-1 0 0,0-1 0 0 0,-1-2-1691 0 0,-5-3-3787 0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3:31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61 8666 0 0,'0'0'17586'0'0,"-3"-4"-17479"0"0,-6-10-40 0 0,9 15-71 0 0,0-1 1 0 0,-1 0 0 0 0,1 0-1 0 0,0 0 1 0 0,0 0 0 0 0,0 1-1 0 0,0-1 1 0 0,0 0 0 0 0,-1 0-1 0 0,1 0 1 0 0,0 0-1 0 0,0 1 1 0 0,0-1 0 0 0,0 0-1 0 0,0 0 1 0 0,0 1 0 0 0,0-1-1 0 0,0 0 1 0 0,0 0 0 0 0,0 0-1 0 0,0 1 1 0 0,0-1 0 0 0,0 0-1 0 0,0 0 1 0 0,0 1 0 0 0,0-1-1 0 0,0 0 1 0 0,0 0 0 0 0,0 1-1 0 0,0 10-15 0 0,6 10 62 0 0,1 0 1 0 0,14 28 0 0 0,-3-6 11 0 0,-10-25-34 0 0,-2 0-1 0 0,0 0 1 0 0,-1 1-1 0 0,0-1 1 0 0,-2 1-1 0 0,0 0 1 0 0,0 21-1 0 0,-3-34 16 0 0,0-4-6 0 0,0 0-1 0 0,0 0 0 0 0,0-1 0 0 0,0 1 0 0 0,0 0 1 0 0,0 0-1 0 0,0-1 0 0 0,-1 1 0 0 0,1 0 0 0 0,-1 0 1 0 0,1-1-1 0 0,-1 1 0 0 0,0 0 0 0 0,1-1 0 0 0,-1 1 0 0 0,0-1 1 0 0,-2 3 590 0 0,-4-15 847 0 0,3-2-1315 0 0,0 0 1 0 0,-2-15 0 0 0,1 4-103 0 0,-20-127 34 0 0,21 122-78 0 0,2 10 20 0 0,-1-21 0 0 0,3-9-36 0 0,0 49 2 0 0,0-1 0 0 0,0 1 0 0 0,0 0 0 0 0,0-1 1 0 0,0 1-1 0 0,0-1 0 0 0,1 1 0 0 0,-1 0 0 0 0,0-1 0 0 0,0 1 1 0 0,0 0-1 0 0,0-1 0 0 0,0 1 0 0 0,0 0 0 0 0,1-1 1 0 0,-1 1-1 0 0,0 0 0 0 0,0-1 0 0 0,1 1 0 0 0,-1 0 0 0 0,0 0 1 0 0,0-1-1 0 0,1 1 0 0 0,-1 0 0 0 0,0 0 0 0 0,1 0 0 0 0,-1-1 1 0 0,0 1-1 0 0,1 0 0 0 0,-1 0 0 0 0,0 0 0 0 0,1 0 0 0 0,-1 0 1 0 0,0 0-1 0 0,1 0 0 0 0,-1 0 0 0 0,0 0 0 0 0,1 0 1 0 0,-1 0-1 0 0,0 0 0 0 0,1 0 0 0 0,-1 0 0 0 0,1 0 0 0 0,-1 0 1 0 0,0 0-1 0 0,1 0 0 0 0,-1 0 0 0 0,1 1 0 0 0,0-1-33 0 0,1 1 0 0 0,0-1 0 0 0,-1 1 0 0 0,1 0 0 0 0,0 0 0 0 0,-1 0-1 0 0,1 0 1 0 0,2 2 0 0 0,35 41-75 0 0,-3-9 84 0 0,51 45 51 0 0,-64-62-4 0 0,1-2 0 0 0,1-1 0 0 0,0-1 0 0 0,1-1 0 0 0,0-1 0 0 0,46 13 0 0 0,-67-23 50 0 0,0-1 0 0 0,0-1 0 0 0,0 1 0 0 0,1-1 0 0 0,-1 0 0 0 0,11-1 0 0 0,-15 1-51 0 0,0-1 1 0 0,0 1-1 0 0,0 0 1 0 0,-1-1-1 0 0,1 1 1 0 0,0-1-1 0 0,0 1 0 0 0,0-1 1 0 0,0 1-1 0 0,-1-1 1 0 0,1 0-1 0 0,0 1 1 0 0,-1-1-1 0 0,1 0 0 0 0,-1 0 1 0 0,1 1-1 0 0,0-1 1 0 0,-1 0-1 0 0,1-2 1 0 0,7-19 131 0 0,-6 14-120 0 0,2-7-50 0 0,-1-2 0 0 0,-1 1 0 0 0,0 0 0 0 0,-2 0 0 0 0,1-1 0 0 0,-4-22 0 0 0,3 31-287 0 0,-2 1-1 0 0,1-1 0 0 0,-1 0 0 0 0,0 0 1 0 0,-1 1-1 0 0,0-1 0 0 0,0 1 1 0 0,0 0-1 0 0,-1 0 0 0 0,0 0 0 0 0,-7-8 1 0 0,8 12-318 0 0,1 1 1 0 0,-1-1 0 0 0,0 1 0 0 0,0 0 0 0 0,0 0 0 0 0,-5-2 0 0 0,-12-3-8788 0 0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3:31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 1904 0 0,'0'0'20984'0'0,"0"-8"-20396"0"0,0-33 2083 0 0,11 46-2855 0 0,4 8 199 0 0,0-1 0 0 0,1 0 0 0 0,1-1 0 0 0,0-1-1 0 0,19 8 1 0 0,17 11 19 0 0,54 27-31 0 0,-75-40 8 0 0,-2 0 17 0 0,-19-9-24 0 0,1-1 0 0 0,-1 0 0 0 0,17 5 0 0 0,-27-11 18 0 0,0 0-1 0 0,0 1 1 0 0,-1-1-1 0 0,1 0 1 0 0,0 0-1 0 0,0 1 1 0 0,-1-1 0 0 0,1 0-1 0 0,0 1 1 0 0,-1-1-1 0 0,1 1 1 0 0,0-1-1 0 0,-1 1 1 0 0,1-1-1 0 0,-1 1 1 0 0,1-1-1 0 0,-1 1 1 0 0,1 0-1 0 0,0 0 1 0 0,-1-1 115 0 0,-6 7-226 0 0,3-5 106 0 0,0-1 0 0 0,1 1 1 0 0,-1 0-1 0 0,1 0 0 0 0,-5 4 0 0 0,-6 6 91 0 0,-2-3 126 0 0,-22 12 1 0 0,-46 25 212 0 0,63-34-394 0 0,-1 1-39 0 0,10-7-169 0 0,0 0-1 0 0,0 1 1 0 0,1 0-1 0 0,0 1 1 0 0,-16 16-1 0 0,18-15-762 0 0,-11 14-3208 0 0,9-7-3554 0 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3:37.6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11 2296 0 0,'0'0'19287'0'0,"-3"-2"-18744"0"0,-7-5-139 0 0,7 5 875 0 0,5 7-1274 0 0,17 14 127 0 0,2-1-1 0 0,0 0 0 0 0,43 27 0 0 0,-32-23-31 0 0,170 108 208 0 0,-115-83-688 0 0,-78-42-560 0 0,-23-14-10087 0 0,3 2 8200 0 0,0 0-1087 0 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3:37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223 1 7474 0 0,'0'0'16050'0'0,"-9"3"-15606"0"0,-28 12-43 0 0,33-14-303 0 0,0 1 0 0 0,0 0 0 0 0,0 0 0 0 0,1 0 0 0 0,-1 1 0 0 0,1-1 0 0 0,-1 1 0 0 0,-3 4 0 0 0,1-2 20 0 0,1 0-70 0 0,0 0 0 0 0,0 0 0 0 0,1 0 0 0 0,0 0 0 0 0,0 1 0 0 0,0 0 0 0 0,1 0-1 0 0,0 0 1 0 0,-4 9 0 0 0,0 1 29 0 0,6-13-60 0 0,0 0 0 0 0,0-1 0 0 0,0 1 1 0 0,0 0-1 0 0,-1 4 0 0 0,-13 49 189 0 0,14-53-304 0 0,1-1 1 0 0,-1 0 0 0 0,1 1 0 0 0,-1-1 0 0 0,0 1 0 0 0,0-1-1 0 0,0 0 1 0 0,0 0 0 0 0,-1 0 0 0 0,1 0 0 0 0,-1 1 0 0 0,1-2-1 0 0,-1 1 1 0 0,0 0 0 0 0,-2 2 0 0 0,2-2-625 0 0,0-1 0 0 0,-1 1 1 0 0,1-1-1 0 0,-1 1 0 0 0,-3 0 1 0 0,-16 3-9881 0 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3:38.7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259 36 8434 0 0,'0'0'16890'0'0,"-16"-3"-16667"0"0,-53-9-16 0 0,-15-6 247 0 0,69 16-434 0 0,-1 1-1 0 0,-20 2 1 0 0,14-1 32 0 0,21 0 0 0 0,1 1-92 0 0,0 0 22 0 0,1 0 1 0 0,-1 0-1 0 0,0 0 1 0 0,0 0-1 0 0,1 0 1 0 0,-1 0-1 0 0,0 0 1 0 0,1 0-1 0 0,-1 0 1 0 0,1 0-1 0 0,0 1 1 0 0,4 9-20 0 0,13 51 13 0 0,-10-36 18 0 0,6 32 0 0 0,-8-12-11 0 0,-1 63 0 0 0,-3-33 11 0 0,-2-64 10 0 0,1 1-1 0 0,1-1 1 0 0,0 1-1 0 0,1-1 1 0 0,6 20 0 0 0,0-7 98 0 0,-8-21-68 0 0,1 1-1 0 0,-1 0 1 0 0,1-1 0 0 0,0 1 0 0 0,0-1 0 0 0,1 1-1 0 0,-1-1 1 0 0,1 0 0 0 0,5 6 0 0 0,-6-8 16 0 0,1 0 0 0 0,-1 0 1 0 0,0 0-1 0 0,1 0 0 0 0,-1 0 1 0 0,1-1-1 0 0,0 1 0 0 0,-1-1 0 0 0,1 0 1 0 0,4 1-1 0 0,1 1 38 0 0,0-2-1 0 0,1 1 1 0 0,-1-1-1 0 0,1-1 1 0 0,-1 1-1 0 0,1-1 1 0 0,12-2-1 0 0,-14 0-36 0 0,0 1-1 0 0,-1-1 0 0 0,9-4 0 0 0,10-2 35 0 0,-7 2-306 0 0,-1 0 1 0 0,0-2 0 0 0,0 1-1 0 0,23-16 1 0 0,-32 21-1421 0 0,-2 0-2171 0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3:39.2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10 8242 0 0,'0'0'16615'0'0,"-3"-2"-16636"0"0,3 2 19 0 0,0 0-1 0 0,0-1 1 0 0,0 1 0 0 0,-1 0-1 0 0,1 0 1 0 0,0-1 0 0 0,0 1-1 0 0,-1 0 1 0 0,1 0 0 0 0,0 0-1 0 0,-1-1 1 0 0,1 1 0 0 0,0 0-1 0 0,0 0 1 0 0,-1 0 0 0 0,1 0-1 0 0,0 0 1 0 0,-1 0 0 0 0,1 0 0 0 0,0 0-1 0 0,-1 0 1 0 0,1-1 0 0 0,0 1-1 0 0,-1 0 1 0 0,1 1 0 0 0,0-1-1 0 0,-1 0 1 0 0,1 0 0 0 0,0 0-1 0 0,-1 0 1 0 0,1 0 0 0 0,-1 0-1 0 0,-1 13-100 0 0,1-4 104 0 0,1-2 42 0 0,0 0-1 0 0,0 0 1 0 0,1 0-1 0 0,-1 0 1 0 0,2 0-1 0 0,-1 0 1 0 0,1-1-1 0 0,0 1 1 0 0,0 0-1 0 0,1-1 1 0 0,0 0-1 0 0,0 1 1 0 0,0-1-1 0 0,1-1 1 0 0,0 1-1 0 0,0 0 1 0 0,1-1-1 0 0,-1 0 1 0 0,1 0-1 0 0,0 0 1 0 0,0 0-1 0 0,12 6 1 0 0,-16-10-18 0 0,0 0 1 0 0,0-1 0 0 0,0 1-1 0 0,0-1 1 0 0,0 1-1 0 0,0-1 1 0 0,1 1-1 0 0,-1-1 1 0 0,0 1 0 0 0,0-1-1 0 0,1 0 1 0 0,-1 0-1 0 0,0 0 1 0 0,1 0-1 0 0,-1 0 1 0 0,0 0 0 0 0,0 0-1 0 0,1 0 1 0 0,-1 0-1 0 0,0-1 1 0 0,0 1-1 0 0,1-1 1 0 0,-1 1 0 0 0,0-1-1 0 0,0 1 1 0 0,2-2-1 0 0,-2 1-5 0 0,1 0-1 0 0,-1 0 0 0 0,0-1 1 0 0,0 1-1 0 0,0 0 0 0 0,0-1 1 0 0,0 1-1 0 0,0-1 1 0 0,0 0-1 0 0,0 1 0 0 0,0-1 1 0 0,-1 0-1 0 0,1 1 0 0 0,-1-1 1 0 0,1 0-1 0 0,-1 0 0 0 0,0-3 1 0 0,11-37 134 0 0,-10 27-84 0 0,6-69 698 0 0,-7 84-765 0 0,0 0 1 0 0,0 0-1 0 0,0 0 1 0 0,0 0-1 0 0,0 0 1 0 0,0 0-1 0 0,0-1 1 0 0,0 1-1 0 0,0 0 1 0 0,0 0-1 0 0,0 0 1 0 0,0 0-1 0 0,1 0 1 0 0,-1 0-1 0 0,0 0 1 0 0,0-1-1 0 0,0 1 1 0 0,0 0-1 0 0,0 0 1 0 0,0 0-1 0 0,0 0 1 0 0,0 0-1 0 0,0 0 1 0 0,0 0-1 0 0,0 0 1 0 0,1 0-1 0 0,-1 0 0 0 0,0-1 1 0 0,0 1-1 0 0,0 0 1 0 0,0 0-1 0 0,0 0 1 0 0,0 0-1 0 0,0 0 1 0 0,1 0-1 0 0,-1 0 1 0 0,0 0-1 0 0,0 0 1 0 0,0 0-1 0 0,0 0 1 0 0,8 2-58 0 0,4 7-123 0 0,116 119 41 0 0,-115-116 134 0 0,0-1 0 0 0,1-1 0 0 0,28 17 0 0 0,-31-25-1380 0 0,-10-2 1090 0 0,-1-8-2914 0 0,0 5 1925 0 0,0-1 0 0 0,0 1 0 0 0,0-1 0 0 0,0 1 0 0 0,0 0 0 0 0,-1-1 0 0 0,0 1 0 0 0,0-1 0 0 0,0 1 0 0 0,0 0 0 0 0,-3-6 0 0 0,-3 0-5901 0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3:39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83 6249 0 0,'0'0'17777'0'0,"12"-13"-17713"0"0,35-40-26 0 0,-45 51-37 0 0,0 0 1 0 0,0 0-1 0 0,0 0 1 0 0,0 1-1 0 0,0-1 0 0 0,1 1 1 0 0,2-2-1 0 0,-5 3 0 0 0,1 0-1 0 0,0-1 0 0 0,-1 1 0 0 0,1 0 0 0 0,0 0 0 0 0,0 0 0 0 0,-1 0 1 0 0,1 0-1 0 0,0 0 0 0 0,0 0 0 0 0,-1 0 0 0 0,2 1 0 0 0,4-1 0 0 0,8 1-11 0 0,1 0 0 0 0,0 1 0 0 0,-1 0-1 0 0,1 2 1 0 0,-1-1 0 0 0,0 2 0 0 0,0 0 0 0 0,0 0-1 0 0,21 13 1 0 0,-30-16 7 0 0,9 6-125 0 0,16 11 0 0 0,-26-17 99 0 0,0 1 1 0 0,-1 0 0 0 0,1 0 0 0 0,-1 1 0 0 0,0-1-1 0 0,0 1 1 0 0,0-1 0 0 0,-1 1 0 0 0,3 4-1 0 0,-4-4-30 0 0,0-1 0 0 0,0 1-1 0 0,0-1 1 0 0,-1 1 0 0 0,0-1 0 0 0,0 1-1 0 0,0-1 1 0 0,-1 8 0 0 0,1 3 10 0 0,-1 7 51 0 0,1-5 36 0 0,0 0 1 0 0,0-1-1 0 0,2 1 1 0 0,0 0-1 0 0,7 25 1 0 0,-1-16 86 0 0,2 0 1 0 0,1 0 0 0 0,25 39-1 0 0,-33-58-108 0 0,10 13 27 0 0,-1 1 0 0 0,-1 0 0 0 0,14 36 0 0 0,-24-53-52 0 0,-1 0 1 0 0,1-1-1 0 0,-1 1 0 0 0,1 0 0 0 0,-1 0 0 0 0,0-1 0 0 0,0 1 0 0 0,-1 3 0 0 0,1-4 6 0 0,0-1 1 0 0,0 0-1 0 0,-1 1 0 0 0,1-1 1 0 0,0 0-1 0 0,-1 1 1 0 0,1-1-1 0 0,-1 0 0 0 0,0 0 1 0 0,1 0-1 0 0,-1 1 0 0 0,0-1 1 0 0,0 0-1 0 0,0 0 0 0 0,0 0 1 0 0,0 0-1 0 0,-1 1 0 0 0,-4 1 52 0 0,1 0-1 0 0,-2 0 1 0 0,1 0 0 0 0,0 0-1 0 0,-1-1 1 0 0,1 0-1 0 0,-8 0 1 0 0,-49 6 239 0 0,6-2-2709 0 0,39-2-323 0 0,5-1-1871 0 0,12-3 3652 0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3:40.5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102 220 6785 0 0,'0'0'19799'0'0,"0"-8"-19429"0"0,1-25-81 0 0,-1 31-244 0 0,1-1-1 0 0,-1 1 1 0 0,0 0-1 0 0,1 0 1 0 0,0 0 0 0 0,-1-1-1 0 0,1 1 1 0 0,0 0-1 0 0,1-3 1 0 0,3-4 100 0 0,-3 4-109 0 0,1 0 0 0 0,0-1 0 0 0,0 1-1 0 0,0 1 1 0 0,1-1 0 0 0,0 0 0 0 0,4-3 0 0 0,10-13-16 0 0,-13 14-15 0 0,-3 5 3 0 0,-1 0 0 0 0,1 0-1 0 0,-1 1 1 0 0,0-1-1 0 0,1 0 1 0 0,0-3-1 0 0,3-5 18 0 0,-4 8-30 0 0,0 1 0 0 0,-1 0 0 0 0,1 0 0 0 0,-1-1 0 0 0,1 1 0 0 0,-1 0 0 0 0,1-1 0 0 0,-1 1-1 0 0,0-1 1 0 0,1 1 0 0 0,-1-1 0 0 0,0-1 0 0 0,0 2-20 0 0,0 1 0 0 0,-1-1 0 0 0,1 0 0 0 0,0 1 0 0 0,0-1 0 0 0,0 0 0 0 0,-1 1-1 0 0,1-1 1 0 0,0 1 0 0 0,0-1 0 0 0,-1 0 0 0 0,1 1 0 0 0,-1-1 0 0 0,1 1 0 0 0,0-1 0 0 0,-1 1 0 0 0,1-1 0 0 0,-1 1 0 0 0,0-1 0 0 0,-16-7-380 0 0,11 6 313 0 0,-1 0 1 0 0,0 1-1 0 0,-11-1 1 0 0,-62 1-181 0 0,78 1 271 0 0,1 0 1 0 0,-1 0 0 0 0,1 1-1 0 0,-1-1 1 0 0,1 0 0 0 0,-1 1-1 0 0,0-1 1 0 0,1 1 0 0 0,0-1-1 0 0,-1 1 1 0 0,1 0 0 0 0,-1-1-1 0 0,1 1 1 0 0,0 0-1 0 0,-1 0 1 0 0,1 0 0 0 0,-1 1-1 0 0,0 0 1 0 0,0 0 0 0 0,1 1-1 0 0,-1-1 1 0 0,1 0 0 0 0,0 1-1 0 0,0-1 1 0 0,-1 1 0 0 0,2-1-1 0 0,-2 4 1 0 0,0 5 53 0 0,0 0 0 0 0,1-1 0 0 0,0 22 0 0 0,1-31-41 0 0,0 5 25 0 0,1 0 1 0 0,0-1-1 0 0,0 1 0 0 0,1-1 0 0 0,-1 1 0 0 0,1-1 0 0 0,1 0 0 0 0,-1 0 0 0 0,0 0 0 0 0,1 0 0 0 0,4 5 0 0 0,3 4 113 0 0,1-1 0 0 0,17 18 0 0 0,-20-24-57 0 0,1 1 0 0 0,0-1-1 0 0,0 0 1 0 0,1 0 0 0 0,-1-2-1 0 0,2 1 1 0 0,12 5 0 0 0,-5-5 40 0 0,0 0 0 0 0,0-1 0 0 0,30 4 0 0 0,-28-6-73 0 0,59 7 4 0 0,-53-9-848 0 0,23 2-1195 0 0,-33-1-3158 0 0,0 1-4193 0 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3:41.0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367 23 11939 0 0,'0'0'11777'0'0,"-31"-3"-11447"0"0,-100-11-79 0 0,66 9 91 0 0,-30 4-901 0 0,73 2-4388 0 0,-1-1-5040 0 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3:41.4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0 14883 0 0,'0'0'10473'0'0,"10"19"-10797"0"0,33 62 329 0 0,56 75 99 0 0,-24-42-213 0 0,-67-100 47 0 0,-5-10 0 0 0,0 1-1 0 0,0-1 1 0 0,-1 1-1 0 0,1-1 1 0 0,-1 1-1 0 0,0 0 1 0 0,-1 0-1 0 0,1 0 1 0 0,1 9-1 0 0,-3-13 50 0 0,0-1-1 0 0,-1 1 1 0 0,1 0-1 0 0,0-1 1 0 0,0 1-1 0 0,0-1 0 0 0,-1 1 1 0 0,1-1-1 0 0,0 1 1 0 0,0-1-1 0 0,-1 1 1 0 0,1-1-1 0 0,0 0 1 0 0,-1 1-1 0 0,1-1 1 0 0,0 1-1 0 0,-1-1 1 0 0,1 0-1 0 0,-1 1 1 0 0,1-1-1 0 0,-1 0 1 0 0,1 0-1 0 0,-1 1 0 0 0,1-1 1 0 0,-1 0-1 0 0,1 0 1 0 0,-1 0-1 0 0,1 1 1 0 0,-1-1-1 0 0,1 0 1 0 0,-2 0-1 0 0,-20 1-126 0 0,17-1 124 0 0,-3-1 26 0 0,1 1-1 0 0,-1-1 1 0 0,0-1 0 0 0,0 0 0 0 0,1 0-1 0 0,-1 0 1 0 0,-8-5 0 0 0,-49-27 104 0 0,62 32-112 0 0,-12-7 43 0 0,0 0-1 0 0,1-2 0 0 0,-14-11 0 0 0,22 16 8 0 0,0 0-1 0 0,0 0 1 0 0,1 0 0 0 0,-1-1-1 0 0,2 0 1 0 0,-1 0 0 0 0,1 0-1 0 0,-6-12 1 0 0,9 17-44 0 0,1-1 1 0 0,-1 1-1 0 0,0-1 1 0 0,1 0-1 0 0,-1 1 1 0 0,1-1-1 0 0,0 0 1 0 0,-1 1-1 0 0,1-1 1 0 0,1 0-1 0 0,-1 1 0 0 0,0-1 1 0 0,1 0-1 0 0,-1 1 1 0 0,1-1-1 0 0,0 1 1 0 0,0-1-1 0 0,0 1 1 0 0,0-1-1 0 0,0 1 1 0 0,0 0-1 0 0,1-1 1 0 0,-1 1-1 0 0,1 0 0 0 0,0 0 1 0 0,0 0-1 0 0,0 0 1 0 0,2-2-1 0 0,1 1-212 0 0,-1 0-1 0 0,1 1 0 0 0,0 0 1 0 0,0 0-1 0 0,-1 0 0 0 0,9-2 1 0 0,34-5-2947 0 0,-4 1-7566 0 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3:41.6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23 17676 0 0,'0'0'9122'0'0,"-3"-22"-11403"0"0,3 36 721 0 0,0 7-1353 0 0,-4-6-2416 0 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3:42.2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74 8754 0 0,'0'0'17893'0'0,"14"-12"-17812"0"0,44-36-30 0 0,-43 37-33 0 0,-9 10-3 0 0,4 0 5 0 0,-7 1-30 0 0,0 0 1 0 0,0 0 0 0 0,0-1-1 0 0,0 2 1 0 0,0-1 0 0 0,0 0 0 0 0,0 1-1 0 0,0-1 1 0 0,0 1 0 0 0,0 0 0 0 0,0 0-1 0 0,3 1 1 0 0,-3 0-51 0 0,0 1 1 0 0,-1-1-1 0 0,1 0 0 0 0,-1 1 1 0 0,1 0-1 0 0,-1 0 0 0 0,0-1 1 0 0,0 1-1 0 0,0 1 0 0 0,0-1 1 0 0,-1 0-1 0 0,1 0 0 0 0,-1 1 1 0 0,0-1-1 0 0,0 0 0 0 0,0 1 0 0 0,0-1 1 0 0,-1 1-1 0 0,1 6 0 0 0,-1-4 14 0 0,0 0 0 0 0,0 0 0 0 0,0-1 0 0 0,-1 1 0 0 0,0 0 0 0 0,0 0 0 0 0,0-1 0 0 0,-1 1 0 0 0,1-1 0 0 0,-2 1 0 0 0,1-1 0 0 0,-4 7 0 0 0,-2 1 8 0 0,5-8 34 0 0,0 0 0 0 0,-1 0 0 0 0,1 0 0 0 0,-7 7 0 0 0,4-7 28 0 0,1 1 0 0 0,-8 11 0 0 0,13-17-3 0 0,-1 1 0 0 0,1-1 0 0 0,0 1-1 0 0,0-1 1 0 0,0 1 0 0 0,-1-1 0 0 0,1 1-1 0 0,0-1 1 0 0,0 0 0 0 0,0 1 0 0 0,0-1-1 0 0,0 1 1 0 0,0-1 0 0 0,0 1 0 0 0,0-1 0 0 0,0 1-1 0 0,0-1 1 0 0,0 1 0 0 0,0-1 0 0 0,0 1-1 0 0,0-1 1 0 0,1 1 0 0 0,-1-1 0 0 0,0 1-1 0 0,0-1 1 0 0,0 0 0 0 0,1 1 0 0 0,-1-1-1 0 0,0 1 1 0 0,1-1 0 0 0,-1 0 0 0 0,0 1 0 0 0,1-1-1 0 0,-1 0 1 0 0,0 1 0 0 0,1-1 0 0 0,-1 0-1 0 0,1 0 1 0 0,-1 1 0 0 0,1-1 0 0 0,-1 0-1 0 0,0 0 1 0 0,1 0 0 0 0,-1 1 0 0 0,1-1-1 0 0,-1 0 1 0 0,1 0 0 0 0,-1 0 0 0 0,1 0-1 0 0,0 0 1 0 0,44 0 883 0 0,-14 1-1354 0 0,0-1 0 0 0,32-5-1 0 0,-26-4-3813 0 0,-25 5-138 0 0,-1 0-3435 0 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3:42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11466 0 0,'0'0'14063'0'0,"0"6"-14380"0"0,0-1 276 0 0,1 0 1 0 0,0 0-1 0 0,0 0 0 0 0,0 0 1 0 0,1 0-1 0 0,0 0 0 0 0,0-1 0 0 0,0 1 1 0 0,0-1-1 0 0,1 1 0 0 0,0-1 1 0 0,4 6-1 0 0,4 3-1950 0 0,0-1 0 0 0,18 17-1 0 0,-26-26 643 0 0,1-1-1 0 0,-1 1 0 0 0,0-1 1 0 0,5 2-1 0 0,8 1-7885 0 0,-11-4 6509 0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3:42.6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8682 0 0,'0'0'12811'0'0,"14"13"-13063"0"0,47 42 229 0 0,-57-51-26 0 0,1 0-1 0 0,-1 1 1 0 0,1 0 0 0 0,-1 0-1 0 0,-1 0 1 0 0,6 9 0 0 0,2 3-649 0 0,10 10-2800 0 0,-2-1-5383 0 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3:42.8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366 47 8970 0 0,'0'0'13477'0'0,"-30"-8"-13453"0"0,-95-24-17 0 0,92 25-6 0 0,20 8-9 0 0,-74 20-2458 0 0,53-11-1860 0 0,1-2-4087 0 0,23-6 1147 0 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3:43.2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12931 0 0,'0'0'12313'0'0,"16"22"-12680"0"0,50 69 381 0 0,-30-35-4 0 0,-20-31 1 0 0,-2-5-49 0 0,103 152-504 0 0,-112-165-129 0 0,-1 0 1 0 0,10 9-1 0 0,-12-14 6 0 0,0-1-1 0 0,0 1 0 0 0,0 0 1 0 0,0-1-1 0 0,0 1 1 0 0,0-1-1 0 0,3 1 1 0 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3:43.5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0 5537 0 0,'0'0'17058'0'0,"-2"0"-17007"0"0,0 0-13 0 0,0 1 1 0 0,0 0-1 0 0,0-1 0 0 0,0 1 1 0 0,0 0-1 0 0,0 0 0 0 0,0 0 1 0 0,0 0-1 0 0,0 0 0 0 0,0 0 1 0 0,0 1-1 0 0,1-1 0 0 0,-1 1 1 0 0,1-1-1 0 0,-1 1 0 0 0,1-1 0 0 0,-1 1 1 0 0,1 0-1 0 0,0 0 0 0 0,0 0 1 0 0,-2 4-1 0 0,-3 3 66 0 0,5-8-82 0 0,0 1 0 0 0,0-1 0 0 0,1 1 0 0 0,-1-1 0 0 0,0 1 0 0 0,1 0 0 0 0,-1-1 0 0 0,0 4-1 0 0,1-4 17 0 0,-1 1 1 0 0,1-1-1 0 0,0 1 0 0 0,0-1 0 0 0,1 1 0 0 0,-1-1 0 0 0,0 1 0 0 0,0-1 0 0 0,1 1 0 0 0,-1-1 0 0 0,1 0 0 0 0,-1 1 0 0 0,1-1 0 0 0,-1 0 0 0 0,1 1 0 0 0,0-1 0 0 0,0 0 0 0 0,0 0 0 0 0,0 0 1 0 0,0 0-1 0 0,0 0 0 0 0,0 0 0 0 0,0 0 0 0 0,0 0 0 0 0,0 0 0 0 0,1 0 0 0 0,-1 0 0 0 0,2 0 0 0 0,5 3 234 0 0,0-1-1 0 0,0 1 1 0 0,15 2-1 0 0,-20-5-236 0 0,23 4 100 0 0,0-1 0 0 0,0-1 0 0 0,30-1 0 0 0,-8 0-463 0 0,-37-1-505 0 0,21 1-349 0 0,-21 0-2747 0 0,-2 1-3785 0 0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3:44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21 11202 0 0,'0'0'14239'0'0,"-2"-4"-14311"0"0,-6-12-16 0 0,8 16 85 0 0,0 0-1 0 0,0 0 0 0 0,0 0 0 0 0,0 0 0 0 0,0 0 1 0 0,0 0-1 0 0,0 0 0 0 0,0 0 0 0 0,0 0 0 0 0,0 0 1 0 0,-1 0-1 0 0,1 0 0 0 0,0 0 0 0 0,0 0 0 0 0,0 0 1 0 0,0 0-1 0 0,0 0 0 0 0,0 0 0 0 0,0 0 0 0 0,0 0 1 0 0,0 0-1 0 0,0 0 0 0 0,0 0 0 0 0,0 0 0 0 0,0 0 1 0 0,0 1-1 0 0,0-1 0 0 0,0 0 0 0 0,0 0 1 0 0,0 0-1 0 0,0 0 0 0 0,0 0 0 0 0,-1 0 0 0 0,1 0 1 0 0,0-1-1 0 0,0 1 0 0 0,0 0 0 0 0,0 0 0 0 0,0 0 1 0 0,0 0-1 0 0,0 0 0 0 0,0 0 0 0 0,0 0 0 0 0,0 0 1 0 0,0 0-1 0 0,0 0 0 0 0,1 7-32 0 0,8 6 50 0 0,0 0 0 0 0,1 0 0 0 0,15 13-1 0 0,-18-19-28 0 0,0 0 0 0 0,1-1-1 0 0,0 0 1 0 0,0 0-1 0 0,0-1 1 0 0,15 7 0 0 0,-20-11 23 0 0,0 0 1 0 0,-1 0-1 0 0,1 0 1 0 0,0-1-1 0 0,0 1 1 0 0,0-1-1 0 0,0 0 1 0 0,0 1-1 0 0,0-1 1 0 0,4-1-1 0 0,-6 1-4 0 0,0 0 0 0 0,1-1 0 0 0,-1 1 0 0 0,0 0 0 0 0,0-1-1 0 0,0 1 1 0 0,0-1 0 0 0,0 1 0 0 0,0-1 0 0 0,0 1 0 0 0,0-1 0 0 0,0 0-1 0 0,0 0 1 0 0,0 1 0 0 0,0-1 0 0 0,-1 0 0 0 0,1 0 0 0 0,0 0-1 0 0,-1 0 1 0 0,1 0 0 0 0,0 0 0 0 0,-1 0 0 0 0,1 0 0 0 0,-1 0 0 0 0,1 0-1 0 0,-1 0 1 0 0,1-2 0 0 0,15-66-79 0 0,-16 68 73 0 0,0-1 0 0 0,1 1 0 0 0,-1 0-1 0 0,1 0 1 0 0,-1 0 0 0 0,0 0 0 0 0,1 1 0 0 0,0-1-1 0 0,-1 0 1 0 0,1 0 0 0 0,0 0 0 0 0,-1 0-1 0 0,1 0 1 0 0,0 1 0 0 0,0-1 0 0 0,-1 0-1 0 0,1 1 1 0 0,0-1 0 0 0,0 1 0 0 0,0-1 0 0 0,0 1-1 0 0,0-1 1 0 0,0 1 0 0 0,0 0 0 0 0,0-1-1 0 0,0 1 1 0 0,0 0 0 0 0,0 0 0 0 0,0 0 0 0 0,0-1-1 0 0,1 1 1 0 0,-1 1 0 0 0,0-1 0 0 0,0 0-1 0 0,0 0 1 0 0,0 0 0 0 0,0 0 0 0 0,0 1-1 0 0,2 0 1 0 0,3 1-79 0 0,0 0-1 0 0,0 0 0 0 0,-1 1 1 0 0,12 7-1 0 0,-9-4-17 0 0,0 0-1 0 0,0 0 1 0 0,-1 0-1 0 0,1 1 1 0 0,-2 1 0 0 0,1-1-1 0 0,-1 1 1 0 0,6 9 0 0 0,-7-9-2051 0 0,-1 0 1 0 0,6 15-1 0 0,-8-9-7645 0 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3:44.8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324 71 9474 0 0,'0'0'18663'0'0,"-1"-12"-18470"0"0,-3-46 78 0 0,-2 67-617 0 0,4 1 301 0 0,0 0 1 0 0,-1 0-1 0 0,-4 9 0 0 0,-2 7 54 0 0,-45 132 26 0 0,21-66-29 0 0,15-44 12 0 0,-2-2 0 0 0,-3-1 0 0 0,-52 81 0 0 0,26-48-198 0 0,38-64-431 0 0,4-6-5986 0 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3:45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81 231 14531 0 0,'0'0'11297'0'0,"-6"7"-11178"0"0,-19 21-16 0 0,22-24-76 0 0,0-1 0 0 0,1 0 0 0 0,-1 1 0 0 0,1-1 0 0 0,0 1 0 0 0,0 0 0 0 0,1-1 0 0 0,-1 1 0 0 0,1 0 0 0 0,0 0 0 0 0,0 0 0 0 0,-1 5 0 0 0,1-2 18 0 0,-1 9 68 0 0,1-1 0 0 0,0 1 0 0 0,3 31 0 0 0,-2-45-112 0 0,0 1 3 0 0,1 0 0 0 0,-1 0 1 0 0,1 1-1 0 0,0-1 0 0 0,0 0 0 0 0,0 0 0 0 0,0 0 1 0 0,1 0-1 0 0,-1 0 0 0 0,4 5 0 0 0,-4-6 2 0 0,0-1-1 0 0,1 1 1 0 0,-1-1-1 0 0,0 0 1 0 0,1 1-1 0 0,-1-1 1 0 0,1 0-1 0 0,-1 0 1 0 0,1 0-1 0 0,0 0 1 0 0,-1 0-1 0 0,1-1 1 0 0,0 1-1 0 0,0 0 1 0 0,-1-1-1 0 0,1 1 1 0 0,0-1-1 0 0,0 0 1 0 0,3 1-1 0 0,-4-1 3 0 0,0-1 0 0 0,0 1 0 0 0,0 0 1 0 0,0 0-1 0 0,0-1 0 0 0,0 1 0 0 0,0-1 0 0 0,0 1 0 0 0,0 0 0 0 0,0-1 0 0 0,0 0 1 0 0,-1 1-1 0 0,1-1 0 0 0,0 0 0 0 0,0 1 0 0 0,-1-1 0 0 0,1 0 0 0 0,0 0 0 0 0,-1 1 1 0 0,1-1-1 0 0,-1 0 0 0 0,1 0 0 0 0,-1 0 0 0 0,1 0 0 0 0,-1 0 0 0 0,0 0 0 0 0,0 0 0 0 0,1 0 1 0 0,-1 0-1 0 0,0 0 0 0 0,0-2 0 0 0,1-4-27 0 0,0-1-1 0 0,-1 1 1 0 0,-1-10-1 0 0,1 13 18 0 0,-1-6-8 0 0,0 0 0 0 0,-1 0 0 0 0,-1 0 0 0 0,-3-10 0 0 0,1 4 5 0 0,0 0 24 0 0,-8-14-1 0 0,-1-7 11 0 0,-1 0 62 0 0,10 25 150 0 0,1 1 0 0 0,-1 0 0 0 0,2-1 0 0 0,0 0 1 0 0,0 0-1 0 0,-1-24 0 0 0,18 37-370 0 0,-9 1 68 0 0,1 0 0 0 0,-1 1 0 0 0,0 0 0 0 0,0 0 0 0 0,10 7 0 0 0,-4-2 20 0 0,56 42-8 0 0,67 42 10 0 0,-121-84 33 0 0,99 55-32 0 0,-91-53 41 0 0,1 0 0 0 0,0-2 0 0 0,31 8 0 0 0,-20-10 105 0 0,-31-6-86 0 0,1 0 1 0 0,-1 0-1 0 0,1 0 1 0 0,-1 0-1 0 0,0 0 0 0 0,1 0 1 0 0,-1-1-1 0 0,0 1 1 0 0,1-1-1 0 0,3-1 0 0 0,-5 1-13 0 0,1-1 0 0 0,-1 1 0 0 0,0 0 0 0 0,1 0 0 0 0,-1-1 0 0 0,0 1 0 0 0,0 0 0 0 0,0-1 0 0 0,0 1 1 0 0,0-1-1 0 0,0 0 0 0 0,-1 1 0 0 0,1-1 0 0 0,0 1 0 0 0,-1-1 0 0 0,0 0 0 0 0,1 0 0 0 0,-1-2 0 0 0,2-5-11 0 0,-2-1 0 0 0,0-11 0 0 0,0 14-13 0 0,0-8-14 0 0,1-2-8 0 0,-1 0-1 0 0,-1 1 1 0 0,-6-31-1 0 0,2 28 7 0 0,0-4-126 0 0,-2-1 1 0 0,0 1-1 0 0,-13-26 0 0 0,14 36-615 0 0,3 5 540 0 0,-1 1-1 0 0,0 0 0 0 0,-5-8 0 0 0,-6 1-3694 0 0,13 12 2620 0 0,0 1 0 0 0,-1 0 0 0 0,1 0 0 0 0,0 0 0 0 0,-1 0 0 0 0,-3-1 0 0 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3:47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2080 0 0,'0'0'18606'0'0,"-4"5"-16951"0"0,5-3-1643 0 0,-1 1-1 0 0,0-1 1 0 0,1 1 0 0 0,-1-1-1 0 0,1 1 1 0 0,0-1 0 0 0,0 1 0 0 0,0-1-1 0 0,0 0 1 0 0,0 1 0 0 0,2 1 0 0 0,20 24 136 0 0,-12-15-58 0 0,10 12 78 0 0,1-2 1 0 0,2 0 0 0 0,0-1-1 0 0,1-2 1 0 0,49 31 0 0 0,36 17 83 0 0,-108-67-241 0 0,0 0-297 0 0,0 1 1 0 0,0-1-1 0 0,1 0 1 0 0,-1 0 0 0 0,1 0-1 0 0,4 2 1 0 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3:47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242 13 4833 0 0,'0'0'20532'0'0,"-3"-2"-20182"0"0,-7-6-67 0 0,7 6 111 0 0,2 8-407 0 0,0 0-1 0 0,-1 1 0 0 0,1-1 1 0 0,-1 0-1 0 0,-1 0 0 0 0,1-1 1 0 0,-1 1-1 0 0,0 0 0 0 0,-4 5 1 0 0,-2 4 29 0 0,-31 54-21 0 0,-5 7 30 0 0,17-27-9 0 0,11-22-1057 0 0,-35 41 1 0 0,49-66-47 0 0,-4 6-2997 0 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3:48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305 25 7490 0 0,'0'0'16442'0'0,"-25"-4"-16278"0"0,-82-12-40 0 0,98 14-98 0 0,0 1-1 0 0,1 0 1 0 0,-14 0 0 0 0,12 1-5 0 0,6 0-21 0 0,-1 0 1 0 0,0 0-1 0 0,0 1 0 0 0,1 0 1 0 0,-1-1-1 0 0,0 1 1 0 0,1 1-1 0 0,-1-1 0 0 0,1 1 1 0 0,-1 0-1 0 0,1 0 0 0 0,0 0 1 0 0,-6 4-1 0 0,7-4 0 0 0,-19 16-14 0 0,21-16 13 0 0,-1 0 0 0 0,1-1 0 0 0,-1 1-1 0 0,1 0 1 0 0,0 0 0 0 0,0-1-1 0 0,0 1 1 0 0,0 0 0 0 0,0 0-1 0 0,0 0 1 0 0,0 3 0 0 0,-1 4-15 0 0,-2 14-39 0 0,4-11 58 0 0,0 0 11 0 0,0 0 1 0 0,1 0-1 0 0,3 20 0 0 0,11 45 26 0 0,12 48-12 0 0,-8-34-1 0 0,-9-46 20 0 0,37 132 95 0 0,-46-175-130 0 0,0 3 77 0 0,1 0 0 0 0,0 0 0 0 0,0 1 0 0 0,1-2 0 0 0,0 1 0 0 0,-1 0 0 0 0,6 6 0 0 0,-6-10 65 0 0,-1 0 0 0 0,1 0 0 0 0,0-1 0 0 0,0 1 0 0 0,-1 0 0 0 0,1-1 0 0 0,0 1 0 0 0,0-1-1 0 0,0 0 1 0 0,-1 1 0 0 0,1-1 0 0 0,0 0 0 0 0,0 0 0 0 0,0 0 0 0 0,2-1 0 0 0,4 1-29 0 0,0-1 1 0 0,10-3 0 0 0,-3 0-100 0 0,135-30-420 0 0,-145 33-766 0 0,14-3-289 0 0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3:48.6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15 8474 0 0,'0'0'17476'0'0,"-5"-2"-17304"0"0,-14-8-62 0 0,15 8-11 0 0,4 14-295 0 0,2-9 189 0 0,3 8 55 0 0,0 0 0 0 0,2-1 0 0 0,-1 1-1 0 0,1-1 1 0 0,12 13 0 0 0,-11-15 32 0 0,1 0 0 0 0,0 0 1 0 0,12 8-1 0 0,-17-13 17 0 0,1-1 0 0 0,-1 0 0 0 0,1 0 1 0 0,-1 0-1 0 0,1-1 0 0 0,0 1 0 0 0,-1-1 0 0 0,1 0 0 0 0,0 0 1 0 0,0-1-1 0 0,5 0 0 0 0,-9 0-76 0 0,-1 0 1 0 0,1 0-1 0 0,-1 0 1 0 0,1-1-1 0 0,-1 1 1 0 0,1 0-1 0 0,-1-1 1 0 0,1 1-1 0 0,-1 0 1 0 0,1-1-1 0 0,-1 1 1 0 0,1-1-1 0 0,-1 1 1 0 0,0 0-1 0 0,1-1 0 0 0,-1 1 1 0 0,0-1-1 0 0,1 1 1 0 0,-1-1-1 0 0,0 0 1 0 0,0 1-1 0 0,1-2 1 0 0,5-17 115 0 0,-4 13-81 0 0,0-2-21 0 0,-1 2-17 0 0,1 0 1 0 0,0-1-1 0 0,1 1 1 0 0,-1 0-1 0 0,1 0 1 0 0,0 1-1 0 0,6-9 0 0 0,-8 13-30 0 0,1 0-1 0 0,-1 0 0 0 0,0 0 1 0 0,1 0-1 0 0,-1 1 0 0 0,1-1 0 0 0,-1 0 1 0 0,1 1-1 0 0,-1-1 0 0 0,1 1 1 0 0,0 0-1 0 0,-1-1 0 0 0,1 1 0 0 0,-1 0 1 0 0,1 0-1 0 0,0 0 0 0 0,-1 0 1 0 0,1 0-1 0 0,-1 1 0 0 0,1-1 0 0 0,0 0 1 0 0,-1 1-1 0 0,1-1 0 0 0,-1 1 0 0 0,2 0 1 0 0,3 2-34 0 0,0-1-1 0 0,-1 1 1 0 0,1 0 0 0 0,9 8 0 0 0,119 97-71 0 0,-89-77 42 0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3:49.1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0 101 5545 0 0,'0'0'18176'0'0,"23"-16"-18081"0"0,68-50-31 0 0,-68 52-44 0 0,-15 12-2 0 0,-8 2-18 0 0,7-1 16 0 0,48 0 7 0 0,-49 1-27 0 0,-1 0 0 0 0,1 1 1 0 0,-1 0-1 0 0,0 0 0 0 0,0 0 1 0 0,1 1-1 0 0,-1 0 0 0 0,5 3 1 0 0,37 21-155 0 0,-45-24 117 0 0,-1 0-1 0 0,1 0 0 0 0,-1 0 0 0 0,1 0 0 0 0,-1 0 0 0 0,0 0 0 0 0,0 1 1 0 0,0-1-1 0 0,0 0 0 0 0,-1 1 0 0 0,1-1 0 0 0,0 5 0 0 0,2 14-108 0 0,-1 33 0 0 0,-1-37 159 0 0,-1 0 0 0 0,2 0-1 0 0,5 24 1 0 0,0-11 11 0 0,-5-18-11 0 0,0-1 1 0 0,7 17-1 0 0,37 83 40 0 0,26 54 35 0 0,-65-149-84 0 0,-4-10-2 0 0,-1 0 0 0 0,1 0 0 0 0,-1 0 0 0 0,0 0 0 0 0,-1 0 0 0 0,0 1 0 0 0,0-1 0 0 0,0 8 0 0 0,0-14 15 0 0,-1 1 1 0 0,0 0 0 0 0,0 0 0 0 0,0 0 0 0 0,0-1 0 0 0,0 1 0 0 0,-1 0 0 0 0,1 0-1 0 0,0-1 1 0 0,0 1 0 0 0,0 0 0 0 0,-1 0 0 0 0,1-1 0 0 0,0 1 0 0 0,-1 0 0 0 0,1-1-1 0 0,-1 1 1 0 0,1 0 0 0 0,0-1 0 0 0,-1 1 0 0 0,0-1 0 0 0,1 1 0 0 0,-1 0-1 0 0,1-1 1 0 0,-1 0 0 0 0,0 1 0 0 0,1-1 0 0 0,-1 1 0 0 0,0-1 0 0 0,1 0 0 0 0,-1 1-1 0 0,0-1 1 0 0,1 0 0 0 0,-1 0 0 0 0,0 0 0 0 0,0 1 0 0 0,0-1 0 0 0,0 0 0 0 0,-6 2 55 0 0,-9 2 116 0 0,-1 0-1 0 0,1-1 0 0 0,-23 1 0 0 0,-20 3-1537 0 0,22 0-2173 0 0,12-1-3074 0 0,12-3-4172 0 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3:51.3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2577 0 0,'0'0'20795'0'0,"2"-2"-20691"0"0,0 0-93 0 0,4-2 35 0 0,-6 4-41 0 0,1 1 0 0 0,-1-1 0 0 0,0 1 0 0 0,1 0 0 0 0,-1-1 0 0 0,0 1 0 0 0,0 0 0 0 0,0-1 0 0 0,0 1 0 0 0,1 0 0 0 0,-1-1-1 0 0,0 1 1 0 0,0 0 0 0 0,0-1 0 0 0,-1 1 0 0 0,1 1 0 0 0,4 69 597 0 0,-3-53-410 0 0,0 0 0 0 0,7 26 0 0 0,-2-11 41 0 0,8 31 199 0 0,-7-41-302 0 0,-5-19-103 0 0,-1 0-1 0 0,1 1 1 0 0,-1-1-1 0 0,1 8 1 0 0,3 26 181 0 0,-3-26-346 0 0,2 25 0 0 0,-4-2-3279 0 0,1-18-1082 0 0,-1-1-4445 0 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3:49.7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350 63 9290 0 0,'0'0'14698'0'0,"-21"-3"-14226"0"0,-66-8-105 0 0,-13-7 734 0 0,71 13-893 0 0,18 3-178 0 0,1 0 0 0 0,-19-1 0 0 0,18 3-1099 0 0,-22-4 0 0 0,32 4 440 0 0,0-1 0 0 0,-1 1-1 0 0,1-1 1 0 0,0 1 0 0 0,-1-1 0 0 0,1 0 0 0 0,0 0 0 0 0,0 0 0 0 0,0 0 0 0 0,0 0 0 0 0,0 0 0 0 0,0 0-1 0 0,0 0 1 0 0,0 0 0 0 0,-1-2 0 0 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3:49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298 67 9978 0 0,'0'0'13658'0'0,"-29"-11"-13609"0"0,-91-33-38 0 0,115 41-10 0 0,0 1 0 0 0,0 1 1 0 0,0-1-1 0 0,0 1 0 0 0,-11-2 1 0 0,7 4-436 0 0,1 1-1 0 0,0-1 1 0 0,0 1 0 0 0,-1 1 0 0 0,1-1 0 0 0,0 2 0 0 0,-10 4 0 0 0,-14 6-9660 0 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3:52.0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849 19 0 0 0,'0'0'17049'0'0,"24"3"-15470"0"0,70 7-233 0 0,-70-7-280 0 0,-41-3 872 0 0,-262 4 247 0 0,254-4-2110 0 0,-101-4 250 0 0,-210-23-106 0 0,282 23-548 0 0,-31 1-2077 0 0,29 2-6942 0 0,43 1 1154 0 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3:52.9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37 9730 0 0,'0'0'11825'0'0,"-1"17"-11381"0"0,-4 53 4 0 0,4-55-234 0 0,0-1 0 0 0,1 0 0 0 0,1 0 0 0 0,0 1-1 0 0,1-1 1 0 0,0 0 0 0 0,1 0 0 0 0,1 0-1 0 0,10 26 1 0 0,-4-13-32 0 0,11 51 0 0 0,-20-64-356 0 0,0-9 3006 0 0,-2-13-2630 0 0,0-1-1 0 0,-5-17 1 0 0,2 7-159 0 0,-17-67 39 0 0,-2-8 28 0 0,21 83-94 0 0,-2-11 122 0 0,0 0-1 0 0,0-30 0 0 0,4 48-120 0 0,0 4-17 0 0,0 0-1 0 0,0-1 1 0 0,0 1-1 0 0,0-1 1 0 0,0 1-1 0 0,0 0 1 0 0,0-1-1 0 0,0 1 1 0 0,0-1 0 0 0,0 1-1 0 0,0 0 1 0 0,0-1-1 0 0,0 1 1 0 0,0-1-1 0 0,0 1 1 0 0,0 0 0 0 0,0-1-1 0 0,0 1 1 0 0,0-1-1 0 0,1 1 1 0 0,-1 0-1 0 0,0-1 1 0 0,0 1-1 0 0,1 0 1 0 0,-1-1 0 0 0,0 1-1 0 0,0 0 1 0 0,1 0-1 0 0,-1-1 1 0 0,0 1-1 0 0,1 0 1 0 0,-1 0 0 0 0,0-1-1 0 0,1 1 1 0 0,-1 0-1 0 0,1 0 1 0 0,-1 0-1 0 0,0 0 1 0 0,1-1 0 0 0,-1 1-1 0 0,1 0 1 0 0,-1 0-1 0 0,0 0 1 0 0,1 0-1 0 0,-1 0 1 0 0,1 0-1 0 0,-1 0 1 0 0,0 0 0 0 0,1 0-1 0 0,-1 0 1 0 0,1 1-1 0 0,0-1 1 0 0,-1 0-12 0 0,0 0-1 0 0,0 0 1 0 0,1 1 0 0 0,-1-1 0 0 0,0 0-1 0 0,1 0 1 0 0,-1 0 0 0 0,0 1-1 0 0,0-1 1 0 0,1 0 0 0 0,-1 0 0 0 0,0 1-1 0 0,0-1 1 0 0,0 0 0 0 0,1 1 0 0 0,-1-1-1 0 0,0 0 1 0 0,0 1 0 0 0,0-1 0 0 0,2 4-49 0 0,16 18 35 0 0,1-1 0 0 0,2 0 0 0 0,0-2 0 0 0,0 0-1 0 0,2-2 1 0 0,1 0 0 0 0,0-1 0 0 0,50 23-1 0 0,-42-25 92 0 0,49 14-1 0 0,-63-23 24 0 0,1-1 0 0 0,0-1 0 0 0,0-1 0 0 0,24 1 0 0 0,-42-3-69 0 0,0-1 1 0 0,0 1 0 0 0,0 0-1 0 0,0 0 1 0 0,1 0 0 0 0,-1-1-1 0 0,0 1 1 0 0,0 0 0 0 0,0-1 0 0 0,-1 1-1 0 0,1-1 1 0 0,0 1 0 0 0,0-1-1 0 0,0 1 1 0 0,0-1 0 0 0,0 0 0 0 0,-1 0-1 0 0,2 0 1 0 0,0-1 16 0 0,-1-1 0 0 0,1 1-1 0 0,-1 0 1 0 0,0 0 0 0 0,0-1 0 0 0,0 1 0 0 0,1-4-1 0 0,0-2 11 0 0,0 0 0 0 0,-1 0 0 0 0,0 0 0 0 0,0-10 0 0 0,-1 7-53 0 0,-1 1-1 0 0,1-1 0 0 0,-2 1 1 0 0,1 0-1 0 0,-2-1 0 0 0,1 1 1 0 0,-5-11-1 0 0,-3-3-98 0 0,3 5-847 0 0,-2-1 0 0 0,-19-34 0 0 0,27 53 346 0 0,-1-1 0 0 0,1 1 0 0 0,0 0 0 0 0,-1-1 0 0 0,1 1 0 0 0,0 0 0 0 0,-1 0 0 0 0,1 0-1 0 0,-1 0 1 0 0,0 0 0 0 0,-3-1 0 0 0,0-1-3649 0 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3:54.5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764 50 0 0 0,'0'0'2683'0'0,"30"-1"-1541"0"0,90-5 269 0 0,-89 4-616 0 0,-10 0 1161 0 0,-16 0-1473 0 0,2 1 413 0 0,-4 0-302 0 0,-1 1-1 0 0,1-1 1 0 0,0 0-1 0 0,0 1 1 0 0,-1-1 0 0 0,1-1-1 0 0,-1 1 1 0 0,4-2-1 0 0,1-2 1934 0 0,-7 5-2297 0 0,1 0-1 0 0,-1-1 1 0 0,1 1 0 0 0,0 0-1 0 0,-1-1 1 0 0,1 1 0 0 0,-1-1-1 0 0,1 1 1 0 0,-1-1 0 0 0,0 1-1 0 0,1-1 1 0 0,-1 1 0 0 0,1-1-1 0 0,-1 1 1 0 0,1-2 0 0 0,-1 1-113 0 0,1 0 0 0 0,0 0 1 0 0,1 0-1 0 0,-1 0 0 0 0,0 0 1 0 0,0 1-1 0 0,0-1 0 0 0,0 0 0 0 0,1 0 1 0 0,-1 1-1 0 0,0-1 0 0 0,1 1 1 0 0,-1-1-1 0 0,0 1 0 0 0,1 0 1 0 0,-1-1-1 0 0,1 1 0 0 0,-1 0 0 0 0,1 0 1 0 0,2 0-1 0 0,-4 0-149 0 0,2 0-150 0 0,-1 0 147 0 0,-1 0 1 0 0,0 0-1 0 0,0 0 1 0 0,0 0-1 0 0,1 0 0 0 0,-1 0 1 0 0,0 0-1 0 0,0-1 1 0 0,1 1-1 0 0,-1 0 1 0 0,0 0-1 0 0,0 0 0 0 0,0 0 1 0 0,1 0-1 0 0,-1 0 1 0 0,0 0-1 0 0,0 0 1 0 0,1 1-1 0 0,-1-1 0 0 0,0 0 1 0 0,0 0-1 0 0,0 0 1 0 0,1 0-1 0 0,-1 0 1 0 0,0 0-1 0 0,0 0 0 0 0,0 0 1 0 0,1 1-1 0 0,-1-1 1 0 0,0 0-1 0 0,0 0 1 0 0,0 0-1 0 0,0 0 1 0 0,1 1-1 0 0,-1-1 0 0 0,0 0 1 0 0,0 0-1 0 0,0 0 1 0 0,0 1-1 0 0,0-1 1 0 0,0 0-1 0 0,0 0 0 0 0,0 0 1 0 0,0 1-1 0 0,0 0 12 0 0,0 0 0 0 0,-1 0 0 0 0,1 0 0 0 0,0 1 0 0 0,-1-1 0 0 0,1 0 0 0 0,-1 0 0 0 0,0 0 0 0 0,1 0 0 0 0,-1 0 0 0 0,0 0 0 0 0,0-1 0 0 0,0 1 0 0 0,0 0-1 0 0,1 0 1 0 0,-1 0 0 0 0,0-1 0 0 0,0 1 0 0 0,0-1 0 0 0,-1 1 0 0 0,1-1 0 0 0,-1 1 0 0 0,-4 2 67 0 0,-1 0 0 0 0,-10 2 0 0 0,-23 4 353 0 0,-81 7 1 0 0,-45-9 282 0 0,145-6-587 0 0,-80 1 286 0 0,-139 7 222 0 0,202-7-512 0 0,-44 6 95 0 0,67-6 13 0 0,-28 0 0 0 0,43-2-195 0 0,-1 0 0 0 0,1 0 1 0 0,0-1-1 0 0,-1 1 0 0 0,1 0 0 0 0,0 0 1 0 0,0 0-1 0 0,-1 0 0 0 0,1 0 0 0 0,0 0 1 0 0,-1 1-1 0 0,1-1 0 0 0,0 0 0 0 0,0 0 1 0 0,-1 0-1 0 0,1 0 0 0 0,0 0 0 0 0,-1 0 1 0 0,1 0-1 0 0,0 1 0 0 0,0-1 0 0 0,-1 0 1 0 0,1 0-1 0 0,0 1 0 0 0,4 3 72 0 0,13 4 64 0 0,36 8 81 0 0,-11-3-185 0 0,39 18 0 0 0,-72-27-41 0 0,-1 1-1 0 0,0 0 1 0 0,0 0 0 0 0,-1 0 0 0 0,1 1 0 0 0,-1 0 0 0 0,0 1 0 0 0,5 7 0 0 0,-7-8-17 0 0,0 0 1 0 0,-1 0-1 0 0,0 0 1 0 0,0 1-1 0 0,-1 0 1 0 0,0-1-1 0 0,0 1 1 0 0,0 0-1 0 0,-1 1 0 0 0,2 10 1 0 0,-2-4-25 0 0,0 0 0 0 0,-1 1 1 0 0,-1-1-1 0 0,0 1 0 0 0,-4 25 0 0 0,2-33 40 0 0,-1 0-1 0 0,1 1 1 0 0,-2-1-1 0 0,1-1 1 0 0,0 1-1 0 0,-1 0 1 0 0,0-1-1 0 0,-6 7 1 0 0,0-2-6 0 0,1 0-1 0 0,-2-1 1 0 0,-14 12 0 0 0,-8 2 37 0 0,-1-2 1 0 0,-59 27 0 0 0,56-31-4 0 0,16-8-20 0 0,0 0 0 0 0,0 2 0 0 0,1 0 1 0 0,-27 21-1 0 0,40-27-5 0 0,5-5 6 0 0,1 1 0 0 0,-1-1-1 0 0,1 0 1 0 0,0 0 0 0 0,-1 1 0 0 0,1-1-1 0 0,-1 3 1 0 0,-5 2 4 0 0,7-6 4 0 0,-1 1-1 0 0,1-1 1 0 0,0 0 0 0 0,-1 0 0 0 0,1 1-1 0 0,0-1 1 0 0,-1 0 0 0 0,1 1 0 0 0,0-1 0 0 0,-1 1-1 0 0,1-1 1 0 0,0 0 0 0 0,0 1 0 0 0,-1-1-1 0 0,1 1 1 0 0,0-1 0 0 0,-1 3 1815 0 0,59-5-1197 0 0,88-14 0 0 0,55-22-716 0 0,-142 25 211 0 0,-23 6-105 0 0,179-31 30 0 0,-23 28-1781 0 0,-190 10 1452 0 0,0 0 0 0 0,0 0 0 0 0,1 0 0 0 0,-1 0 0 0 0,0 1 0 0 0,0-1 0 0 0,0 1 0 0 0,0 0 0 0 0,0 0 0 0 0,3 1 0 0 0,9 7-7704 0 0,-12-7 6440 0 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3:55.8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 0 0 0,'0'0'21778'0'0,"-4"0"-20920"0"0,-20 0 542 0 0,38 39 635 0 0,47 121-2050 0 0,-21-48 21 0 0,-21-56-28 0 0,-9-23 20 0 0,-7-20 4 0 0,0-1 0 0 0,9 19 0 0 0,-11-30-14 0 0,4 7-262 0 0,-2-7-2178 0 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3:56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1 9234 0 0,'0'0'14352'0'0,"-16"5"-14081"0"0,-52 16-6 0 0,61-19-204 0 0,1 0 0 0 0,-1 0 0 0 0,0 1 0 0 0,1 0 0 0 0,0 0 0 0 0,0 1 0 0 0,-7 5 0 0 0,3-2-12 0 0,7-5-33 0 0,0 1 1 0 0,0-1-1 0 0,1 1 1 0 0,-1 0-1 0 0,1-1 1 0 0,-4 6 0 0 0,6-7-2 0 0,-1 0 0 0 0,0 0 0 0 0,1-1 1 0 0,-1 1-1 0 0,1 0 0 0 0,-1 0 0 0 0,1 0 1 0 0,-1 0-1 0 0,1 0 0 0 0,0 0 0 0 0,0 1 1 0 0,-1-1-1 0 0,1 0 0 0 0,0 0 1 0 0,0 0-1 0 0,0 0 0 0 0,0 0 0 0 0,0 0 1 0 0,1 0-1 0 0,-1 0 0 0 0,0 0 0 0 0,0 0 1 0 0,1 0-1 0 0,-1 0 0 0 0,1 0 0 0 0,0 2 1 0 0,1-1 30 0 0,0-1 0 0 0,1 0 0 0 0,-1 0 0 0 0,0 1 0 0 0,1-1 0 0 0,-1-1 0 0 0,1 1 0 0 0,-1 0 0 0 0,1-1 0 0 0,-1 1 0 0 0,1-1 0 0 0,4 0 1 0 0,235 5-1576 0 0,-224-7-906 0 0,-10 1-1453 0 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3:56.6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245 17 8146 0 0,'0'0'14344'0'0,"-21"-3"-14311"0"0,-64-8-6 0 0,55 8 2 0 0,20 5-8 0 0,1 1-7 0 0,-17 5-108 0 0,-4 0-2218 0 0,8-6-4680 0 0,10-2-613 0 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3:56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376 43 10154 0 0,'0'0'10250'0'0,"-197"-40"-10114"0"0,174 38-88 0 0,2 2-8 0 0,2 0-40 0 0,-6 0-80 0 0,4 0-456 0 0,2 2-952 0 0,-4 3-2033 0 0,7-2-2592 0 0,4 1-2777 0 0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3:58.8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351 31 0 0 0,'0'0'21858'0'0,"3"-1"-21022"0"0,10-5-137 0 0,-10 4 1754 0 0,-3 2-2394 0 0,0 1 1 0 0,0-1-1 0 0,0 0 1 0 0,-1 0 0 0 0,1 0-1 0 0,0 0 1 0 0,0 0 0 0 0,0 0-1 0 0,-1 1 1 0 0,1-1-1 0 0,0 0 1 0 0,0 0 0 0 0,-1 0-1 0 0,1 0 1 0 0,0 0 0 0 0,0 0-1 0 0,-1 0 1 0 0,1 0-1 0 0,0 0 1 0 0,0 0 0 0 0,0 0-1 0 0,-1 0 1 0 0,1 0 0 0 0,0 0-1 0 0,0-1 1 0 0,-1 1-1 0 0,1 0 1 0 0,0 0 0 0 0,0 0-1 0 0,0 0 1 0 0,-1 0 0 0 0,1 0-1 0 0,0-1 1 0 0,0 1-1 0 0,0 0 1 0 0,-1 0 0 0 0,1 0-1 0 0,0 0 1 0 0,0-1 0 0 0,0 1-1 0 0,0 0 1 0 0,0 0-1 0 0,-1-1 1 0 0,0-11 381 0 0,1 5-431 0 0,0 7-26 0 0,0 0 0 0 0,0 0 0 0 0,-1 0 0 0 0,1 0 0 0 0,0 0 0 0 0,0 0 0 0 0,0 0 1 0 0,0 0-1 0 0,0 0 0 0 0,-1 0 0 0 0,1 0 0 0 0,0 0 0 0 0,0 0 0 0 0,0 0 1 0 0,0 0-1 0 0,0 0 0 0 0,-1 0 0 0 0,1 0 0 0 0,0 0 0 0 0,0 0 0 0 0,0 0 0 0 0,0 0 1 0 0,0 0-1 0 0,-1 0 0 0 0,1 0 0 0 0,0 0 0 0 0,0 0 0 0 0,0 0 0 0 0,0 0 1 0 0,0 0-1 0 0,0 0 0 0 0,-1 1 0 0 0,1-1 0 0 0,0 0 0 0 0,0 0 0 0 0,0 0 0 0 0,0 0 1 0 0,0 0-1 0 0,0 1 0 0 0,-6 4-136 0 0,6-5 134 0 0,-8 6-18 0 0,0 0 1 0 0,-1 0-1 0 0,0-1 0 0 0,-14 7 0 0 0,-41 13 94 0 0,51-20-69 0 0,-71 19 46 0 0,27-9-4 0 0,32-2-29 0 0,24-13-46 0 0,1 0 0 0 0,0 1 0 0 0,0-1 0 0 0,-1 0 0 0 0,1 0 0 0 0,0 0 1 0 0,0 0-1 0 0,-1 1 0 0 0,1-1 0 0 0,0 0 0 0 0,0 0 0 0 0,0 1 0 0 0,-1-1 0 0 0,1 0 0 0 0,0 1 0 0 0,0-1 0 0 0,0 0 0 0 0,0 0 0 0 0,0 1 0 0 0,-1-1 0 0 0,1 0 0 0 0,0 1 0 0 0,0-1 0 0 0,0 0 0 0 0,0 1 0 0 0,0-1 0 0 0,0 0 0 0 0,0 1 0 0 0,0-1 0 0 0,0 1 0 0 0,0-1-33 0 0,0 1-1 0 0,0 0 0 0 0,0-1 1 0 0,0 1-1 0 0,0-1 1 0 0,0 1-1 0 0,0 0 0 0 0,0-1 1 0 0,0 1-1 0 0,0 0 1 0 0,-1-1-1 0 0,1 1 0 0 0,0-1 1 0 0,-1 1-1 0 0,1-1 0 0 0,0 1 1 0 0,-1-1-1 0 0,1 1 1 0 0,-1 0-1 0 0,-16 26-1896 0 0,12-19 1568 0 0,5-7 369 0 0,-1 0 0 0 0,1 0 0 0 0,-1 0 0 0 0,0 1 0 0 0,1-1 0 0 0,-1 0 0 0 0,0 0 0 0 0,0 0 0 0 0,0 0 0 0 0,1 0 0 0 0,-1 0 0 0 0,0-1 0 0 0,0 1 0 0 0,0 0 0 0 0,-1 0 0 0 0,1-1 0 0 0,-1 2 0 0 0,2-2 12 0 0,0 1 25 0 0,0 0 48 0 0,0-1-47 0 0,0 2 19 0 0,0-1 3 0 0,-1-1-114 0 0,1 0 103 0 0,0 1 1 0 0,0-1-1 0 0,0 0 0 0 0,0 0 0 0 0,0 1 0 0 0,-1-1 0 0 0,1 0 0 0 0,0 0 1 0 0,0 1-1 0 0,0-1 0 0 0,0 0 0 0 0,0 0 0 0 0,0 1 0 0 0,0-1 1 0 0,0 0-1 0 0,0 0 0 0 0,0 1 0 0 0,0-1 0 0 0,0 0 0 0 0,0 1 0 0 0,0-1 1 0 0,0 0-1 0 0,0 0 0 0 0,1 1 0 0 0,-1-1 0 0 0,0 0 0 0 0,0 0 1 0 0,0 0-1 0 0,0 1 0 0 0,0-1 0 0 0,1 0 0 0 0,4 8 818 0 0,27 9 440 0 0,59 22-1 0 0,37 4-825 0 0,-21-8-188 0 0,103 28-61 0 0,-202-62-394 0 0,6 3-618 0 0,-7 0-2800 0 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3:59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0 105 5577 0 0,'0'0'19854'0'0,"0"-2"-19848"0"0,0-7-28 0 0,0 7-16 0 0,0 8-42 0 0,1 4 62 0 0,0 0-1 0 0,1 1 1 0 0,0-1-1 0 0,5 12 0 0 0,1 10 36 0 0,-1-6 28 0 0,1 0 0 0 0,1 0-1 0 0,2-1 1 0 0,0-1 0 0 0,17 26-1 0 0,-25-43-27 0 0,-2-6-7 0 0,-1 0-1 0 0,1 0 1 0 0,-1 0-1 0 0,1 0 1 0 0,-1 0-1 0 0,1 0 1 0 0,0 0-1 0 0,0 0 1 0 0,-1 0-1 0 0,1 0 1 0 0,3 1 1019 0 0,-9-8 188 0 0,2 0-1029 0 0,1 0 1 0 0,-4-11-1 0 0,-1-4-104 0 0,-69-186 278 0 0,75 202-354 0 0,0 1 0 0 0,0 0 0 0 0,1-1 0 0 0,0 1 0 0 0,-1 0 0 0 0,2-8 1 0 0,-1 0-2 0 0,0 12-42 0 0,6 3-588 0 0,43 40 153 0 0,1 0 503 0 0,-25-24-30 0 0,2-2 1 0 0,-1-1-1 0 0,2 0 1 0 0,0-3-1 0 0,42 16 1 0 0,-56-24 37 0 0,-1-1 1 0 0,1-1-1 0 0,-1 0 0 0 0,1 0 1 0 0,0-2-1 0 0,0 1 0 0 0,17-2 1 0 0,-30 0-25 0 0,1 0 0 0 0,-1-1 1 0 0,0 1-1 0 0,1 0 1 0 0,-1-1-1 0 0,1 1 0 0 0,-1-1 1 0 0,0 0-1 0 0,1 1 1 0 0,-1-1-1 0 0,0 0 0 0 0,0 0 1 0 0,0 0-1 0 0,0 0 1 0 0,0 0-1 0 0,0 0 0 0 0,0 0 1 0 0,0 0-1 0 0,0 0 0 0 0,0-1 1 0 0,0 1-1 0 0,-1 0 1 0 0,1 0-1 0 0,0-1 0 0 0,-1 1 1 0 0,1-1-1 0 0,-1 1 1 0 0,0 0-1 0 0,1-1 0 0 0,-1-1 1 0 0,1-6 14 0 0,0 0 1 0 0,-1 0-1 0 0,-1-17 1 0 0,1 14-50 0 0,-1 5-6 0 0,0 0 0 0 0,-1 0 0 0 0,1 0 0 0 0,-1 0-1 0 0,-1 0 1 0 0,1 0 0 0 0,-1 0 0 0 0,-1 1 0 0 0,-5-10 0 0 0,2 4-99 0 0,-2 1-1 0 0,0 0 1 0 0,-18-19 0 0 0,20 24-293 0 0,0 0 0 0 0,-1 0 0 0 0,1 0-1 0 0,-1 1 1 0 0,0 1 0 0 0,-15-7 0 0 0,-1 2-3894 0 0,-2 3-4336 0 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4:00.1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4185 0 0,'0'0'18049'0'0,"19"6"-18042"0"0,62 22 18 0 0,-71-25-14 0 0,1 1-1 0 0,14 9 1 0 0,-11-6 6 0 0,37 18 38 0 0,-3-1 36 0 0,63 22-1 0 0,-16-17 549 0 0,-95-29-598 0 0,7 3-9 0 0,-12 3-582 0 0,-1 4 360 0 0,0 1 161 0 0,-2 0 28 0 0,6-7 6 0 0,0-1 1 0 0,-1 0 0 0 0,0 0-1 0 0,-2 3 1 0 0,-4 1 26 0 0,3-1 49 0 0,0-1 0 0 0,0 0 1 0 0,-1-1-1 0 0,-11 7 1 0 0,-27 8 491 0 0,-75 23 0 0 0,61-25-661 0 0,54-15-436 0 0,0-1-1 0 0,1 1 1 0 0,-1 0-1 0 0,0 1 1 0 0,-5 3-1 0 0,-10 9-9282 0 0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4:03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74 115 0 0 0,'0'0'14394'0'0,"-8"-9"-12994"0"0,-24-31-149 0 0,30 38-899 0 0,0-1 0 0 0,0 1 1 0 0,0-1-1 0 0,0 0 0 0 0,-2-4 0 0 0,0 0 545 0 0,3 5-540 0 0,0 0-1 0 0,-1 0 1 0 0,1-1 0 0 0,0 1-1 0 0,1 0 1 0 0,-1-1-1 0 0,-1-2 1 0 0,-3-9 1340 0 0,4 11-334 0 0,4 11-1233 0 0,6 13-332 0 0,6 1 210 0 0,0 0-1 0 0,26 28 1 0 0,43 35 99 0 0,-9-9-11 0 0,-18-22-47 0 0,-6-5 10 0 0,166 148 161 0 0,-102-99-115 0 0,-109-93-97 0 0,25 22 1 0 0,-29-25-11 0 0,0 1-1 0 0,0-1 1 0 0,0 1-1 0 0,0-1 1 0 0,-1 1-1 0 0,1-1 0 0 0,-1 1 1 0 0,1 0-1 0 0,-1 0 1 0 0,1 4-1 0 0,-2-7-57 0 0,0 0 1 0 0,0 0-1 0 0,0 0 0 0 0,1 0 0 0 0,-1 1 0 0 0,0-1 0 0 0,0 0 0 0 0,0 0 0 0 0,0 0 0 0 0,0 0 0 0 0,0 1 1 0 0,0-1-1 0 0,0 0 0 0 0,0 0 0 0 0,0 0 0 0 0,0 0 0 0 0,0 0 0 0 0,0 1 0 0 0,0-1 0 0 0,0 0 0 0 0,0 0 1 0 0,0 0-1 0 0,0 0 0 0 0,-1 0 0 0 0,1 1 0 0 0,0-1 0 0 0,0 0 0 0 0,0 0 0 0 0,0 0 0 0 0,0 0 0 0 0,0 0 1 0 0,0 0-1 0 0,0 1 0 0 0,-1-1 0 0 0,1 0 0 0 0,0 0 0 0 0,0 0 0 0 0,0 0 0 0 0,0 0 0 0 0,0 0 0 0 0,0 0 1 0 0,-1 0-1 0 0,1 0 0 0 0,0 0 0 0 0,0 0 0 0 0,0 0 0 0 0,-1 0 0 0 0,-8-4-2232 0 0,-10-10-1648 0 0,-17-25-8668 0 0,25 30 7779 0 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4:03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403 113 8002 0 0,'0'0'18258'0'0,"-14"-18"-17894"0"0,-42-56-76 0 0,40 54 129 0 0,18 22-380 0 0,-2 2-81 0 0,0-2 42 0 0,0 1 0 0 0,0 0-1 0 0,0-1 1 0 0,-1 1 0 0 0,1 0-1 0 0,0-1 1 0 0,-1 1 0 0 0,0-1-1 0 0,-1 5 1 0 0,1-5 0 0 0,0 0 0 0 0,0 0 0 0 0,0 1 0 0 0,1-1 0 0 0,-1 0 0 0 0,0 3 0 0 0,1-3 2 0 0,0 0 1 0 0,0 0-1 0 0,-1 0 1 0 0,0-1-1 0 0,1 1 1 0 0,-1 0-1 0 0,-1 3 0 0 0,-3 3 5 0 0,1 0 0 0 0,1 1 0 0 0,-4 9 0 0 0,2-3-2 0 0,-8 23 8 0 0,-27 61 29 0 0,35-87-30 0 0,-5 17 0 0 0,-1 2 2 0 0,-3 6 31 0 0,3 0 0 0 0,-12 59 0 0 0,14-58-7 0 0,-1-1 0 0 0,-2 0-1 0 0,-31 65 1 0 0,33-83 14 0 0,-1-1 1 0 0,-1 0-1 0 0,-20 23 0 0 0,26-37 96 0 0,0 1-4295 0 0,18-5-4762 0 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4:03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0 9338 0 0,'0'0'16018'0'0,"-1"1"-16006"0"0,-1 3-6 0 0,0-1 1 0 0,1 1-1 0 0,-1-1 0 0 0,1 1 0 0 0,0 0 0 0 0,0-1 1 0 0,0 1-1 0 0,0 0 0 0 0,0 4 0 0 0,-1 38 83 0 0,2-38-72 0 0,0 7 17 0 0,0 0 1 0 0,1 0-1 0 0,1 0 1 0 0,3 18-1 0 0,10 44 105 0 0,-6-47-83 0 0,6 27 60 0 0,3 2 16 0 0,-15-45-101 0 0,-1-10-106 0 0,-1 1 0 0 0,0-1 0 0 0,-1 0 0 0 0,2 9 0 0 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4:04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0 7106 0 0,'0'0'16547'0'0,"-6"3"-16099"0"0,0 0-386 0 0,-11 5 390 0 0,-1 1 0 0 0,1 0 0 0 0,-19 16 0 0 0,15-9-292 0 0,14-11-127 0 0,1 0-1 0 0,0 0 0 0 0,0 0 1 0 0,0 1-1 0 0,0 0 0 0 0,-7 12 1 0 0,11-16-9 0 0,0 1 1 0 0,0 0-1 0 0,1 1 1 0 0,-1-1-1 0 0,1 0 1 0 0,0 0 0 0 0,0 1-1 0 0,0-1 1 0 0,1 0-1 0 0,-1 1 1 0 0,1 6-1 0 0,0-10-4 0 0,0 1 0 0 0,0 0-1 0 0,1-1 1 0 0,-1 1 0 0 0,1 0 0 0 0,-1-1-1 0 0,0 1 1 0 0,1-1 0 0 0,-1 1-1 0 0,1-1 1 0 0,-1 1 0 0 0,1-1-1 0 0,0 1 1 0 0,-1-1 0 0 0,1 0 0 0 0,-1 1-1 0 0,1-1 1 0 0,0 0 0 0 0,0 1-1 0 0,15 4 310 0 0,13-1-81 0 0,0-1 0 0 0,50-3 1 0 0,-35-1-162 0 0,-33 0-38 0 0,1 0 0 0 0,14-3-1 0 0,11-2-1587 0 0,-13 6-3250 0 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4:06.8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0 226 5505 0 0,'0'0'13151'0'0,"14"-5"-12838"0"0,67-23 130 0 0,16-6 528 0 0,-89 31-844 0 0,-1-1 1 0 0,0 1-1 0 0,8-6 1 0 0,-12 7-25 0 0,0 0 1 0 0,-1 0 0 0 0,1 0 0 0 0,-1 0-1 0 0,1 0 1 0 0,-1-1 0 0 0,0 1 0 0 0,0-1 0 0 0,0 0-1 0 0,2-3 1 0 0,-3 4-32 0 0,-1-1 0 0 0,1 1 1 0 0,0-1-1 0 0,-1 1 0 0 0,0-1 0 0 0,1 0 0 0 0,-1 1 0 0 0,0-1 1 0 0,-1 1-1 0 0,1-1 0 0 0,0 0 0 0 0,-1 1 0 0 0,1-1 0 0 0,-1 1 1 0 0,0-1-1 0 0,0 1 0 0 0,0-1 0 0 0,0 1 0 0 0,0 0 0 0 0,-1-1 1 0 0,1 1-1 0 0,-1 0 0 0 0,1 0 0 0 0,-1 0 0 0 0,-2-2 0 0 0,-1-1-52 0 0,-1 1 0 0 0,1-1 0 0 0,-1 1 0 0 0,0 0 0 0 0,0 1 0 0 0,0 0 0 0 0,0 0 0 0 0,-1 0 0 0 0,1 0 0 0 0,-1 1 0 0 0,0 0 1 0 0,1 1-1 0 0,-1 0 0 0 0,0 0 0 0 0,0 0 0 0 0,0 1 0 0 0,-11 0 0 0 0,13 1-27 0 0,1 0 0 0 0,0 0 0 0 0,0 1 0 0 0,-1-1 1 0 0,1 1-1 0 0,0 0 0 0 0,1 0 0 0 0,-1 0 1 0 0,-7 6-1 0 0,5-3 5 0 0,0 0 0 0 0,1 0 1 0 0,-1 1-1 0 0,-8 11 0 0 0,10-11 11 0 0,1 1-1 0 0,0 0 1 0 0,0 0-1 0 0,1 0 1 0 0,0 0-1 0 0,0 0 1 0 0,0 0-1 0 0,0 15 0 0 0,0-13 9 0 0,1 4 23 0 0,1 1 1 0 0,0 12 0 0 0,1-3 49 0 0,-1-21-55 0 0,0 1 1 0 0,1 0 0 0 0,0-1 0 0 0,-1 1 0 0 0,1-1-1 0 0,0 1 1 0 0,0-1 0 0 0,1 1 0 0 0,-1-1 0 0 0,0 1-1 0 0,1-1 1 0 0,-1 0 0 0 0,5 4 0 0 0,-2-1 77 0 0,1 0-1 0 0,0 0 1 0 0,1-1 0 0 0,6 5 0 0 0,2-1 39 0 0,-1-1 0 0 0,1 0-1 0 0,0-1 1 0 0,20 5 0 0 0,61 12 151 0 0,-66-17-206 0 0,10 0-105 0 0,0-2-1 0 0,68-1 1 0 0,-90-3-598 0 0,-8 1 228 0 0,0-1 0 0 0,12-1 0 0 0,-20 1-74 0 0,1 0-1 0 0,0-1 1 0 0,-1 1-1 0 0,1 0 1 0 0,-1-1-1 0 0,1 1 0 0 0,0-1 1 0 0,-1 0-1 0 0,1 1 1 0 0,-1-1-1 0 0,0 0 0 0 0,1 0 1 0 0,-1 0-1 0 0,1 0 1 0 0,-1 0-1 0 0,0 0 1 0 0,0-1-1 0 0,1 0 0 0 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4:07.6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0 5225 0 0,'0'0'15607'0'0,"-2"2"-15839"0"0,2-2 232 0 0,-1 1 1 0 0,-1 1-1 0 0,1-1 0 0 0,0 0 1 0 0,0 0-1 0 0,0 1 1 0 0,0-1-1 0 0,0 1 0 0 0,1-1 1 0 0,-1 0-1 0 0,0 1 0 0 0,1 0 1 0 0,-1-1-1 0 0,1 1 1 0 0,-1-1-1 0 0,1 1 0 0 0,0 0 1 0 0,-1 2-1 0 0,1 10 60 0 0,-1-8-17 0 0,1-1-1 0 0,0 1 1 0 0,0-1 0 0 0,1 1-1 0 0,0-1 1 0 0,-1 1 0 0 0,2-1-1 0 0,-1 0 1 0 0,4 10 0 0 0,14 20 166 0 0,1-2 1 0 0,1 0-1 0 0,31 36 0 0 0,-2-11-41 0 0,-35-31-192 0 0,-14-27 20 0 0,-1 0-1 0 0,0 0 1 0 0,0 1-1 0 0,0-1 1 0 0,0 0-1 0 0,1 0 0 0 0,-1 0 1 0 0,0 1-1 0 0,0-1 1 0 0,0 0-1 0 0,0 0 1 0 0,0 0-1 0 0,1 1 0 0 0,-1-1 1 0 0,0 0-1 0 0,0 0 1 0 0,0 1-1 0 0,0-1 1 0 0,0 0-1 0 0,0 0 0 0 0,0 1 1 0 0,0-1-1 0 0,0 0 1 0 0,0 0-1 0 0,0 1 1 0 0,0-1-1 0 0,0 0 1 0 0,0 0-1 0 0,0 1 0 0 0,-1-1 1 0 0,1 0-1 0 0,0 0 1 0 0,0 1-1 0 0,0-1 1 0 0,0 0-1 0 0,0 0 0 0 0,0 0 1 0 0,-1 1-1 0 0,1-1 1 0 0,0 0-1 0 0,0 0 1 0 0,0 0-1 0 0,-1 1 0 0 0,1-1 1 0 0,0 0-1 0 0,0 0 1 0 0,0 0-1 0 0,-1 0 1 0 0,1 0-1 0 0,0 0 1 0 0,0 0-1 0 0,-1 0 0 0 0,1 1 1 0 0,-1-1-1 0 0,-16 1-237 0 0,13-1 245 0 0,-5 1-49 0 0,-1 0 1 0 0,0-1 0 0 0,0-1 0 0 0,0 0 0 0 0,0 0-1 0 0,0-1 1 0 0,1 0 0 0 0,-1-1 0 0 0,-13-5 0 0 0,20 7 22 0 0,-2-1 7 0 0,-1 0 0 0 0,1 0 0 0 0,0-1-1 0 0,0 1 1 0 0,0-1 0 0 0,0 0 0 0 0,1-1 0 0 0,-1 1 0 0 0,-6-8-1 0 0,10 8 96 0 0,0 0-1 0 0,1 0 0 0 0,0 0 0 0 0,0 0 0 0 0,-1 0 0 0 0,2 0 0 0 0,-1 0 0 0 0,1-6 0 0 0,0 3 21 0 0,0 2-50 0 0,0-1 0 0 0,1 0 0 0 0,0 1 0 0 0,0-1-1 0 0,0 1 1 0 0,1-1 0 0 0,-1 1 0 0 0,1 0 0 0 0,0 0 0 0 0,7-7 0 0 0,-1-1 73 0 0,-1 2-26 0 0,2 0 0 0 0,15-13 0 0 0,8-8-122 0 0,-17 17-196 0 0,1-4-1810 0 0,-9 1-5837 0 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4:07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 16652 0 0,'0'0'9498'0'0,"4"-12"-13723"0"0,-3 21 1696 0 0,-6 23-9854 0 0,5-23 5370 0 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4:08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1 100 7890 0 0,'0'0'16631'0'0,"29"-16"-16583"0"0,91-49-24 0 0,-83 48-22 0 0,-36 16-4 0 0,0 1 1 0 0,-1 0 0 0 0,1 0 0 0 0,0 0 0 0 0,0-1 0 0 0,-1 1 0 0 0,1 0 0 0 0,0 0-1 0 0,0 0 1 0 0,-1 0 0 0 0,1 0 0 0 0,0 1 0 0 0,0-1 0 0 0,0 0 0 0 0,7 1-16 0 0,-5-1 6 0 0,1 1 0 0 0,0-1-1 0 0,0 0 1 0 0,-1 1-1 0 0,1 0 1 0 0,0 0 0 0 0,-1 0-1 0 0,1 1 1 0 0,-1-1 0 0 0,1 1-1 0 0,-1 0 1 0 0,0 0-1 0 0,3 2 1 0 0,-4-2-22 0 0,0-1-1 0 0,0 1 1 0 0,0 0 0 0 0,0 0 0 0 0,0 0-1 0 0,-1 0 1 0 0,1 1 0 0 0,-1-1-1 0 0,0 0 1 0 0,1 0 0 0 0,-1 1-1 0 0,0-1 1 0 0,0 1 0 0 0,-1-1-1 0 0,1 1 1 0 0,0 0 0 0 0,-1-1-1 0 0,0 1 1 0 0,1 3 0 0 0,-1-2 19 0 0,0 0 1 0 0,-1 1-1 0 0,1-1 1 0 0,-1 0 0 0 0,0 0-1 0 0,0 0 1 0 0,0 1-1 0 0,0-1 1 0 0,-1-1 0 0 0,0 1-1 0 0,0 0 1 0 0,0 0-1 0 0,0 0 1 0 0,0-1 0 0 0,-1 0-1 0 0,-3 5 1 0 0,-10 10 61 0 0,-25 24 1 0 0,40-41-37 0 0,0 0 0 0 0,0 1 0 0 0,0-1 0 0 0,0 0 0 0 0,0 1 1 0 0,1-1-1 0 0,-1 0 0 0 0,1 1 0 0 0,-1-1 0 0 0,1 1 0 0 0,-1-1 0 0 0,1 1 0 0 0,0-1 0 0 0,0 1 0 0 0,-1-1 0 0 0,1 1 0 0 0,0 0 1 0 0,1-1-1 0 0,-1 2 0 0 0,0 2 89 0 0,0-5-73 0 0,1 1 1 0 0,-1 0-1 0 0,0-1 1 0 0,1 1-1 0 0,-1 0 0 0 0,0-1 1 0 0,1 1-1 0 0,-1 0 1 0 0,1-1-1 0 0,0 1 1 0 0,-1-1-1 0 0,1 1 1 0 0,-1-1-1 0 0,1 1 0 0 0,0-1 1 0 0,-1 0-1 0 0,1 1 1 0 0,0-1-1 0 0,-1 0 1 0 0,2 1-1 0 0,17 6 405 0 0,-17-6-382 0 0,12 3 97 0 0,1-1-1 0 0,-1 0 1 0 0,1 0-1 0 0,0-2 1 0 0,0 0-1 0 0,0 0 1 0 0,0-2-1 0 0,0 1 1 0 0,16-5-1 0 0,-22 4-223 0 0,-1-1 0 0 0,0-1-1 0 0,1 0 1 0 0,11-6 0 0 0,-16 7-561 0 0,-1 0 1 0 0,1 0 0 0 0,-1-1 0 0 0,0 1 0 0 0,3-4 0 0 0,-4 4-589 0 0,0 0 0 0 0,-1 0 1 0 0,1 0-1 0 0,-1 0 0 0 0,0 0 0 0 0,1 0 1 0 0,-1 0-1 0 0,0-1 0 0 0,0-2 0 0 0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4:08.6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8842 0 0,'0'0'16533'0'0,"11"25"-16844"0"0,-8-16 270 0 0,1 0-1 0 0,1 0 1 0 0,0-1 0 0 0,0 1-1 0 0,0-1 1 0 0,1 0-1 0 0,8 8 1 0 0,-5-7-1702 0 0,1 0 0 0 0,16 12 0 0 0,-24-20 968 0 0,-1 0 0 0 0,1-1 0 0 0,0 1 1 0 0,-1 0-1 0 0,1-1 0 0 0,0 1 0 0 0,0-1 0 0 0,0 0 0 0 0,-1 1 0 0 0,1-1 0 0 0,0 0 0 0 0,0 0 0 0 0,3-1 0 0 0,1 1-3480 0 0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4:08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7314 0 0,'0'0'13454'0'0,"7"6"-13651"0"0,48 51 193 0 0,-22-25-1200 0 0,-11-12-3128 0 0,-11-8-3661 0 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4:08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519 70 9042 0 0,'0'0'12127'0'0,"-31"-9"-11619"0"0,-99-29-143 0 0,116 34-272 0 0,0 0 0 0 0,0 1-1 0 0,-16-1 1 0 0,16 2-23 0 0,-26-1-265 0 0,-1 1 0 0 0,-55 4 0 0 0,38 5-3871 0 0,22 1-5491 0 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4:09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12595 0 0,'0'0'12318'0'0,"6"14"-12836"0"0,2 3 527 0 0,30 71 32 0 0,-20-40-4 0 0,3-1-1 0 0,1-1 1 0 0,2-2-1 0 0,54 75 1 0 0,-71-111-149 0 0,14 13 0 0 0,-13-14-848 0 0,13 16 1 0 0,-21-22 730 0 0,0-1-1 0 0,0 1 1 0 0,1-1 0 0 0,-1 1-1 0 0,0-1 1 0 0,1 1 0 0 0,-1-1-1 0 0,0 0 1 0 0,1 1 0 0 0,-1-1 0 0 0,0 0-1 0 0,1 1 1 0 0,-1-1 0 0 0,1 0-1 0 0,-1 1 1 0 0,1-1 0 0 0,-1 0 0 0 0,1 0-1 0 0,-1 1 1 0 0,1-1 0 0 0,-1 0-1 0 0,1 0 1 0 0,-1 0 0 0 0,1 0 0 0 0,0 0-1 0 0,2-12-10953 0 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4:09.6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6 4657 0 0,'0'0'20178'0'0,"-4"-1"-20050"0"0,-16-3 16 0 0,18 3-122 0 0,0 1 0 0 0,0 0 0 0 0,0 0 1 0 0,0 1-1 0 0,0-1 0 0 0,0 0 1 0 0,0 1-1 0 0,0-1 0 0 0,0 1 0 0 0,0 0 1 0 0,1-1-1 0 0,-1 1 0 0 0,0 0 0 0 0,0 0 1 0 0,1 0-1 0 0,-1 0 0 0 0,0 1 0 0 0,-2 1 1 0 0,-4 3-2 0 0,7-5-12 0 0,0-1 1 0 0,0 1-1 0 0,0 0 1 0 0,0 0 0 0 0,0 0-1 0 0,0 0 1 0 0,0 0-1 0 0,0 0 1 0 0,0 0-1 0 0,0 0 1 0 0,0 0 0 0 0,0 1-1 0 0,1-1 1 0 0,-1 0-1 0 0,0 1 1 0 0,1-1-1 0 0,0 0 1 0 0,-1 1-1 0 0,1-1 1 0 0,0 0 0 0 0,-1 1-1 0 0,1-1 1 0 0,0 1-1 0 0,0-1 1 0 0,0 0-1 0 0,0 1 1 0 0,0-1-1 0 0,1 1 1 0 0,-1-1 0 0 0,0 0-1 0 0,1 1 1 0 0,0 1-1 0 0,0 0 33 0 0,1 0-1 0 0,-1 0 1 0 0,1 0 0 0 0,0-1-1 0 0,0 1 1 0 0,0-1-1 0 0,0 1 1 0 0,0-1-1 0 0,1 0 1 0 0,-1 0 0 0 0,1 0-1 0 0,-1 0 1 0 0,6 3-1 0 0,6 1 96 0 0,0 0-1 0 0,0-1 0 0 0,0-1 1 0 0,0 0-1 0 0,28 2 1 0 0,74 0 86 0 0,-110-6-329 0 0,0 0 1 0 0,-1 0-1 0 0,1-1 1 0 0,0 0-1 0 0,0 0 1 0 0,0 0-1 0 0,-1 0 1 0 0,1-1-1 0 0,8-4 1 0 0,-13 6-83 0 0,-1-1 0 0 0,0 1 0 0 0,1 0 0 0 0,-1-1 0 0 0,1 1 0 0 0,-1-1 0 0 0,0 1 1 0 0,0-1-1 0 0,1 1 0 0 0,-1-1 0 0 0,0 1 0 0 0,0-1 0 0 0,1 1 0 0 0,-1-1 0 0 0,0 1 0 0 0,0-1 0 0 0,0 0 0 0 0,0 1 0 0 0,0-1 0 0 0,0 1 0 0 0,0-2 0 0 0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4:10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30 7242 0 0,'0'0'18085'0'0,"-2"-1"-18016"0"0,-2-3-177 0 0,2 5 22 0 0,7 9-21 0 0,12 14 141 0 0,-9-16 23 0 0,15 14 142 0 0,-8-11-99 0 0,-10-7-70 0 0,-1 0-1 0 0,1 0 1 0 0,0-1 0 0 0,8 5-1 0 0,-7-6 63 0 0,-1 0-1 0 0,1 0 0 0 0,0 0 1 0 0,0-1-1 0 0,0 1 0 0 0,0-1 1 0 0,0-1-1 0 0,0 1 0 0 0,0-1 0 0 0,8-1 1 0 0,-12 1-70 0 0,-1-1 0 0 0,0 1 0 0 0,0-1 0 0 0,1 1 0 0 0,-1-1 0 0 0,0 0 0 0 0,0 0 0 0 0,0 1 0 0 0,0-1 0 0 0,0 0 0 0 0,0 0 0 0 0,0 0 0 0 0,0 0 0 0 0,0 0 0 0 0,0 0 0 0 0,0-1 0 0 0,-1 1 0 0 0,1 0 0 0 0,-1 0 0 0 0,1 0 0 0 0,-1-1 0 0 0,1 1 0 0 0,0-2 0 0 0,1-5-27 0 0,0 1 0 0 0,1-13-1 0 0,-2 17 3 0 0,1-18-19 0 0,-2 13 20 0 0,1 1 1 0 0,0 0 0 0 0,3-12-1 0 0,-3 19-9 0 0,-1-1-1 0 0,0 0 1 0 0,0 1 0 0 0,1-1-1 0 0,-1 0 1 0 0,1 1 0 0 0,-1-1 0 0 0,1 0-1 0 0,-1 1 1 0 0,0-1 0 0 0,1 1-1 0 0,0-1 1 0 0,-1 1 0 0 0,1-1-1 0 0,-1 1 1 0 0,1 0 0 0 0,0-1-1 0 0,-1 1 1 0 0,1 0 0 0 0,0-1-1 0 0,-1 1 1 0 0,1 0 0 0 0,0 0-1 0 0,-1-1 1 0 0,1 1 0 0 0,0 0-1 0 0,0 0 1 0 0,-1 0 0 0 0,1 0-1 0 0,0 0 1 0 0,0 0 0 0 0,-1 0-1 0 0,1 1 1 0 0,0-1 0 0 0,0 0-1 0 0,-1 0 1 0 0,1 0 0 0 0,0 1-1 0 0,0-1 1 0 0,4 2-103 0 0,0 1 0 0 0,0-1-1 0 0,0 1 1 0 0,4 3 0 0 0,-6-4 133 0 0,64 44-250 0 0,95 59 158 0 0,-157-102 19 0 0,5 3-497 0 0,0-1 0 0 0,-1 2-1 0 0,0-1 1 0 0,0 1 0 0 0,14 15 0 0 0,-18-10-3424 0 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4:11.0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280 79 8418 0 0,'0'0'16423'0'0,"9"-13"-16196"0"0,30-39-51 0 0,-29 40-150 0 0,-8 11-250 0 0,-3 5 14 0 0,1 3 180 0 0,-1 0-1 0 0,0 0 1 0 0,0-1-1 0 0,-1 1 1 0 0,-3 10 0 0 0,-16 33 238 0 0,9-22-143 0 0,-26 60 180 0 0,-21 53-116 0 0,51-120-115 0 0,-74 168 20 0 0,24-78 46 0 0,13-26-1903 0 0,40-68-556 0 0,5-17 2102 0 0,0 1 0 0 0,0-1 0 0 0,0 1 0 0 0,0-1 0 0 0,0 0 0 0 0,0 1 0 0 0,-1-1-1 0 0,1 1 1 0 0,0-1 0 0 0,0 1 0 0 0,1-1 0 0 0,-1 1 0 0 0,0-1 0 0 0,0 1 0 0 0,0-1 0 0 0,0 0-1 0 0,0 1 1 0 0,0-1 0 0 0,1 1 0 0 0,-1-1 0 0 0,0 0 0 0 0,0 1 0 0 0,1-1 0 0 0,-1 1 0 0 0,0-1-1 0 0,0 0 1 0 0,1 1 0 0 0,-1-1 0 0 0,0 0 0 0 0,1 0 0 0 0,-1 1 0 0 0,1-1 0 0 0,12 2-7022 0 0,-6-2 2515 0 0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4:11.6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119 197 12099 0 0,'0'0'14091'0'0,"-8"-3"-14082"0"0,-24-9-33 0 0,32 12 23 0 0,0 0 0 0 0,-1 0 1 0 0,1 0-1 0 0,-1 0 0 0 0,1 0 0 0 0,0-1 1 0 0,-1 1-1 0 0,1 0 0 0 0,-1 0 1 0 0,1 0-1 0 0,0 0 0 0 0,-1 1 0 0 0,1-1 1 0 0,-1 0-1 0 0,1 0 0 0 0,0 0 0 0 0,-1 0 1 0 0,1 0-1 0 0,0 0 0 0 0,-1 1 0 0 0,1-1 1 0 0,0 0-1 0 0,-1 0 0 0 0,1 1 0 0 0,0-1 1 0 0,-1 0-1 0 0,1 0 0 0 0,0 1 1 0 0,-1-1-1 0 0,1 0 0 0 0,0 1 0 0 0,0-1 1 0 0,0 0-1 0 0,-1 1 0 0 0,-1 12-11 0 0,2-10 7 0 0,0 89 273 0 0,1-85-231 0 0,0-1-1 0 0,4 13 1 0 0,-1 0 19 0 0,0-7 6 0 0,0 1 1 0 0,1-1 0 0 0,0 0-1 0 0,1 0 1 0 0,0 0 0 0 0,10 14-1 0 0,-14-24-53 0 0,-2-1 1 0 0,0-1 0 0 0,0 0 0 0 0,0 1 0 0 0,0-1 0 0 0,1 0 0 0 0,-1 1-1 0 0,0-1 1 0 0,1 0 0 0 0,-1 1 0 0 0,0-1 0 0 0,0 0 0 0 0,1 1 0 0 0,-1-1 0 0 0,0 0 0 0 0,1 0 0 0 0,-1 1 0 0 0,1-1 0 0 0,-1 0 0 0 0,0 0 0 0 0,1 0 0 0 0,-1 0-1 0 0,1 1 1 0 0,-1-1 0 0 0,0 0 0 0 0,2 0 680 0 0,-6-14 78 0 0,1 7-726 0 0,-9-24 32 0 0,3 9-59 0 0,-19-38 14 0 0,9 23-25 0 0,4 6-10 0 0,-15-35 90 0 0,27 57-56 0 0,1 0 0 0 0,0 0-1 0 0,0-1 1 0 0,0 1 0 0 0,0-18 0 0 0,2 27-32 0 0,0-1 1 0 0,1 1-1 0 0,-1-1 1 0 0,0 1-1 0 0,0-1 1 0 0,0 1-1 0 0,0-1 1 0 0,0 1-1 0 0,1 0 1 0 0,-1-1-1 0 0,0 1 1 0 0,0-1-1 0 0,1 1 1 0 0,-1 0-1 0 0,0-1 1 0 0,1 1-1 0 0,-1 0 1 0 0,0-1 0 0 0,1 1-1 0 0,-1 0 1 0 0,0 0-1 0 0,1-1 1 0 0,-1 1-1 0 0,1 0 1 0 0,-1 0-1 0 0,1 0 1 0 0,-1-1-1 0 0,0 1 1 0 0,1 0-1 0 0,-1 0 1 0 0,1 0-1 0 0,-1 0 1 0 0,1 0-1 0 0,-1 0 1 0 0,1 0-1 0 0,-1 0 1 0 0,1 0 0 0 0,-1 0-1 0 0,1 0 1 0 0,2 1-46 0 0,-1-1 1 0 0,1 0 0 0 0,-1 1 0 0 0,1-1 0 0 0,-1 1 0 0 0,5 2-1 0 0,12 8-62 0 0,20 15 0 0 0,-7-5 83 0 0,-22-15 23 0 0,43 28-19 0 0,104 48-1 0 0,70 0 12 0 0,-205-77 57 0 0,0-2-1 0 0,0 0 0 0 0,0-1 1 0 0,44-2-1 0 0,-64 0-32 0 0,0-1-1 0 0,1 1 0 0 0,-1 0 0 0 0,1-1 0 0 0,-1 1 0 0 0,1-1 0 0 0,-1 0 0 0 0,0 0 1 0 0,1 0-1 0 0,-1 0 0 0 0,0 0 0 0 0,0 0 0 0 0,0-1 0 0 0,0 1 0 0 0,0-1 0 0 0,0 0 1 0 0,0 1-1 0 0,-1-1 0 0 0,1 0 0 0 0,-1 0 0 0 0,1 0 0 0 0,-1 0 0 0 0,1 0 0 0 0,-1 0 1 0 0,0-1-1 0 0,0 1 0 0 0,0 0 0 0 0,1-5 0 0 0,0-4 53 0 0,0 0 0 0 0,0 0 0 0 0,-1-1 0 0 0,-1-21-1 0 0,0 22-52 0 0,-2-4-41 0 0,1 0 1 0 0,-2 0-1 0 0,0 0 0 0 0,0 0 1 0 0,-2 1-1 0 0,-8-21 0 0 0,3 8-27 0 0,6 16-410 0 0,-1 0 0 0 0,1 0 0 0 0,-2 0 0 0 0,0 0 0 0 0,-10-13 0 0 0,14 22-11 0 0,1 0 0 0 0,-1 1-1 0 0,0-1 1 0 0,0 1-1 0 0,1 0 1 0 0,-1-1 0 0 0,0 1-1 0 0,0 0 1 0 0,-4-1 0 0 0,-9-3-7839 0 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4:15.2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24 2561 0 0,'0'0'14297'0'0,"-3"-4"-13431"0"0,-10-11-225 0 0,10 11 685 0 0,10 20-2126 0 0,30 46 791 0 0,-13-23 171 0 0,18 32 277 0 0,91 116 0 0 0,-113-165-303 0 0,2-1 0 0 0,0-1 0 0 0,1-1 1 0 0,29 18-1 0 0,69 34 312 0 0,-81-49-308 0 0,18 9-40 0 0,13 7-795 0 0,-25-11-2855 0 0,-35-19-27 0 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4:15.9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191 54 0 0 0,'0'0'17225'0'0,"-4"-9"-16526"0"0,-10-25-78 0 0,14 34-577 0 0,0 0-1 0 0,0 0 1 0 0,0-1-1 0 0,0 1 1 0 0,-1 0-1 0 0,1 0 1 0 0,0-1-1 0 0,0 1 1 0 0,0 0-1 0 0,0-1 1 0 0,0 1-1 0 0,0 0 1 0 0,0 0-1 0 0,0-1 1 0 0,0 1-1 0 0,0 0 1 0 0,0-1-1 0 0,0 1 1 0 0,0 0 0 0 0,0 0-1 0 0,0-1 1 0 0,0 1-1 0 0,0 0 1 0 0,0 0-1 0 0,1-1 1 0 0,-1 1-1 0 0,0 0 1 0 0,0 0-1 0 0,0-1 1 0 0,0 1-1 0 0,0 0 1 0 0,1 0-1 0 0,-1-1 1 0 0,0 1-1 0 0,0 0 1 0 0,0 0-1 0 0,1 0 1 0 0,-1 0-1 0 0,0-1 1 0 0,0 1-1 0 0,1 0 1 0 0,-1 0-1 0 0,0 0 1 0 0,0 0-1 0 0,1 0 1 0 0,-1 0-1 0 0,13 0-410 0 0,-12 0 498 0 0,10 1-183 0 0,-1 1 0 0 0,1-1 0 0 0,-1 2-1 0 0,1 0 1 0 0,-1 0 0 0 0,15 7 0 0 0,8 2 25 0 0,21 7-654 0 0,59 28 0 0 0,-117-45-2243 0 0,-12 0 2373 0 0,-21-2 947 0 0,-64-15 93 0 0,40 4-202 0 0,-6 4 1026 0 0,-87 2 1 0 0,153 5-1295 0 0,0-1 0 0 0,0 1 1 0 0,-1 0-1 0 0,1 0 0 0 0,0 1 0 0 0,0-1 0 0 0,-1 0 1 0 0,1 0-1 0 0,0 0 0 0 0,0 1 0 0 0,0-1 0 0 0,-1 1 1 0 0,1-1-1 0 0,0 1 0 0 0,0-1 0 0 0,0 1 0 0 0,0 0 1 0 0,0 0-1 0 0,0-1 0 0 0,-1 2 0 0 0,1 0 23 0 0,0 0-1 0 0,1 0 0 0 0,-1 0 1 0 0,0 0-1 0 0,1 0 0 0 0,0 0 0 0 0,-1 0 1 0 0,1 0-1 0 0,0 0 0 0 0,0 0 1 0 0,0 3-1 0 0,1 12-42 0 0,-1 13-1478 0 0,-3-17-2367 0 0,-3-1-3592 0 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4:18.3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 30 4305 0 0,'0'0'18573'0'0,"-3"-5"-18087"0"0,-13-15-164 0 0,13 15-14 0 0,3 23-355 0 0,-1-7 55 0 0,1 0 0 0 0,1 1 0 0 0,0-1 1 0 0,3 16-1 0 0,25 120 468 0 0,-18-83-329 0 0,10 71 57 0 0,-4-19-43 0 0,-14-91-47 0 0,0 49-1 0 0,-3-66-76 0 0,0-8-67 0 0,0 1-1 0 0,-1-1 1 0 0,1 0 0 0 0,0 1-1 0 0,0-1 1 0 0,0 0 0 0 0,0 1-1 0 0,0-1 1 0 0,0 1 0 0 0,0-1 0 0 0,0 0-1 0 0,0 1 1 0 0,0-1 0 0 0,1 0-1 0 0,-1 1 1 0 0,0-1 0 0 0,0 1-1 0 0,0-1 1 0 0,0 0 0 0 0,0 0-1 0 0,1 1 1 0 0,-1-1 0 0 0,0 0-1 0 0,0 1 1 0 0,1-1 0 0 0,-1 0-1 0 0,0 0 1 0 0,0 1 0 0 0,1-1-1 0 0,-1 0 1 0 0,0 0 0 0 0,1 1 0 0 0,-1-1-1 0 0,0 0 1 0 0,1 0 0 0 0,-1 0-1 0 0,0 0 1 0 0,1 0 0 0 0,0 1-1 0 0,-1-2-169 0 0,1 1 0 0 0,0 0 0 0 0,-1-1-1 0 0,1 1 1 0 0,-1 0 0 0 0,1-1 0 0 0,0 1 0 0 0,-1-1-1 0 0,1 1 1 0 0,-1-1 0 0 0,1 1 0 0 0,-1-1 0 0 0,0 1-1 0 0,1-1 1 0 0,-1 1 0 0 0,1-1 0 0 0,-1 0 0 0 0,0 1-1 0 0,0-1 1 0 0,1 0 0 0 0,-1 0 0 0 0,6-15-6536 0 0,11-19 1 0 0,-14 29 4588 0 0,-1-1-1858 0 0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4:18.7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228 0 6585 0 0,'0'0'17189'0'0,"-17"5"-16736"0"0,-80 22 312 0 0,84-23-497 0 0,-1 2 0 0 0,1-1 0 0 0,-21 14 0 0 0,26-15-197 0 0,6-3-60 0 0,0 1 1 0 0,-1 0 0 0 0,1 0-1 0 0,0-1 1 0 0,0 1-1 0 0,0 1 1 0 0,1-1-1 0 0,-1 0 1 0 0,0 0 0 0 0,1 1-1 0 0,-1-1 1 0 0,1 0-1 0 0,0 1 1 0 0,0 0-1 0 0,0-1 1 0 0,0 1-1 0 0,0 4 1 0 0,0-5 20 0 0,0 1 1 0 0,1 0-1 0 0,-1-1 1 0 0,1 1-1 0 0,0 0 0 0 0,0-1 1 0 0,0 1-1 0 0,0 0 1 0 0,1 3-1 0 0,7-3 238 0 0,-3-2-183 0 0,4 2-7 0 0,0-1 0 0 0,0 0-1 0 0,0 0 1 0 0,1-1 0 0 0,-1 0-1 0 0,19 0 1 0 0,6 0-28 0 0,162 6-2351 0 0,-196-7 2130 0 0,0 0 1 0 0,0 0-1 0 0,1 0 1 0 0,-1 0-1 0 0,0 0 1 0 0,0 0-1 0 0,0 0 1 0 0,1 0-1 0 0,-1 0 1 0 0,0-1-1 0 0,0 1 1 0 0,3-4-3539 0 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4:19.0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256 72 0 0 0,'0'0'24412'0'0,"2"-1"-23961"0"0,4-5-204 0 0,-7 1-15 0 0,-17-5 144 0 0,17 10-354 0 0,-26-11 111 0 0,0 1 0 0 0,0 1-1 0 0,-32-5 1 0 0,48 13-480 0 0,0-1 1 0 0,0 2-1 0 0,-14 0 1 0 0,2 0-3336 0 0,0-2-4514 0 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4:19.2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270 58 9698 0 0,'0'0'10770'0'0,"-184"-58"-10770"0"0,167 58-88 0 0,-2 0-328 0 0,1 2-640 0 0,-1 5-1489 0 0,7-2-2224 0 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4:20.2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436 105 7186 0 0,'0'0'19701'0'0,"1"-17"-19473"0"0,4-53-67 0 0,-4 52-51 0 0,-1 18-116 0 0,1 0 1 0 0,-1 0 0 0 0,1 1-1 0 0,-1-1 1 0 0,1 0 0 0 0,-1 0-1 0 0,0 0 1 0 0,1 1-1 0 0,-1-1 1 0 0,1 0 0 0 0,-1 1-1 0 0,0-1 1 0 0,1 0 0 0 0,-1 1-1 0 0,0-1 1 0 0,0 0-1 0 0,1 1 1 0 0,-1-1 0 0 0,0 0-1 0 0,0 1 1 0 0,1-1 0 0 0,-1 1-1 0 0,0-1 1 0 0,0 1-1 0 0,0-1 1 0 0,0 0 0 0 0,0 1-1 0 0,0-1 1 0 0,0 1 0 0 0,0-1-1 0 0,0 2 1 0 0,1 17-122 0 0,-2-15 119 0 0,2 4-11 0 0,-1-5 13 0 0,0-1 0 0 0,0 1-1 0 0,0 0 1 0 0,0-1 0 0 0,-1 1-1 0 0,1-1 1 0 0,0 1 0 0 0,-1 0-1 0 0,0-1 1 0 0,0 1 0 0 0,-1 3-1 0 0,-6 6 6 0 0,0 0-1 0 0,0 0 1 0 0,-1-1-1 0 0,-1 0 1 0 0,0-1-1 0 0,0 0 1 0 0,-16 12-1 0 0,8-9 4 0 0,0 0-1 0 0,-1-2 0 0 0,-21 10 0 0 0,-61 21 8 0 0,69-29-8 0 0,15-6 0 0 0,0 2-1 0 0,-19 12 0 0 0,7-5 8 0 0,20-10-19 0 0,7-6 8 0 0,1 1 0 0 0,-1 0 0 0 0,0 0 0 0 0,1 0 0 0 0,-1 0 0 0 0,1 1 0 0 0,-1-1 0 0 0,1 0 0 0 0,-1 1 0 0 0,1-1 0 0 0,0 1 0 0 0,-1 1 0 0 0,2-1 3 0 0,0-2 20 0 0,0 0 2 0 0,0 1-3 0 0,0 0 82 0 0,4-1-90 0 0,0 1-1 0 0,1 0 0 0 0,-1 1 0 0 0,1-1 0 0 0,-1 1 0 0 0,0 0 0 0 0,0 0 0 0 0,0 0 0 0 0,5 3 0 0 0,3 3-5 0 0,86 40-82 0 0,15 8 120 0 0,62 23-27 0 0,-114-57-324 0 0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4:20.8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44 147 12723 0 0,'0'0'13197'0'0,"-2"1"-13162"0"0,1 0-28 0 0,-1 1 0 0 0,0-1 0 0 0,1 1 0 0 0,0 0-1 0 0,-1 0 1 0 0,1-1 0 0 0,0 1 0 0 0,0 0 0 0 0,0 0 0 0 0,0 0 0 0 0,0 0 0 0 0,1 0 0 0 0,-1 0 0 0 0,0 0 0 0 0,1 0 0 0 0,-1 5-1 0 0,0 5 52 0 0,1 24-1 0 0,0-21-22 0 0,0-7-9 0 0,-1 0 1 0 0,2 0 0 0 0,-1 0-1 0 0,1 0 1 0 0,1 0 0 0 0,-1 0-1 0 0,1 0 1 0 0,0 0 0 0 0,5 10-1 0 0,4 6 41 0 0,4 9 39 0 0,-13-30-84 0 0,0 0 0 0 0,0 0 0 0 0,0 0 1 0 0,0-1-1 0 0,0 1 0 0 0,0-1 0 0 0,1 0 0 0 0,3 4 0 0 0,-6-6-5 0 0,1 0-1 0 0,-1 0 0 0 0,0 0 0 0 0,0 0 0 0 0,0 0 0 0 0,0 0 0 0 0,0 0 0 0 0,0 0 1 0 0,0 0-1 0 0,0 0 0 0 0,0 0 0 0 0,1 0 0 0 0,-1 0 0 0 0,0 0 0 0 0,0 0 0 0 0,0 0 0 0 0,0 0 1 0 0,0 0-1 0 0,0 0 0 0 0,0 0 0 0 0,0 0 0 0 0,1 0 0 0 0,-1 0 0 0 0,0 0 0 0 0,0 0 1 0 0,0 0-1 0 0,0 0 0 0 0,0 0 0 0 0,0 0 0 0 0,0 0 0 0 0,1 0 0 0 0,-1 0 0 0 0,0 0 1 0 0,0 0-1 0 0,0 0 0 0 0,0 0 0 0 0,0 0 0 0 0,0 0 0 0 0,0 0 0 0 0,0 0 0 0 0,0-1 1 0 0,0 1-1 0 0,0 0 0 0 0,0 0 0 0 0,1 0 0 0 0,-1 0 0 0 0,0 0 0 0 0,0 0 0 0 0,0 0 1 0 0,0 0-1 0 0,0-1 0 0 0,0 1 0 0 0,0 0 0 0 0,0 0 0 0 0,0 0 0 0 0,0 0 0 0 0,0 0 1 0 0,-1-12 193 0 0,-5-12-227 0 0,-27-67 74 0 0,20 59 23 0 0,-15-58 0 0 0,25 78-38 0 0,1 3 25 0 0,0-1 0 0 0,0 1 0 0 0,0-16-1 0 0,3 25-69 0 0,-1-1-1 0 0,0 1 1 0 0,1 0-1 0 0,-1 0 1 0 0,0-1-1 0 0,1 1 0 0 0,-1 0 1 0 0,1 0-1 0 0,-1 0 1 0 0,0-1-1 0 0,1 1 0 0 0,-1 0 1 0 0,1 0-1 0 0,-1 0 1 0 0,1 0-1 0 0,-1 0 0 0 0,0 0 1 0 0,1 0-1 0 0,-1 0 1 0 0,1 0-1 0 0,-1 0 1 0 0,1 0-1 0 0,-1 1 0 0 0,0-1 1 0 0,1 0-1 0 0,-1 0 1 0 0,1 0-1 0 0,14 4-180 0 0,-10 0 151 0 0,1-1-1 0 0,-1 1 0 0 0,1 0 0 0 0,5 6 1 0 0,6 5 11 0 0,19 14 19 0 0,-17-13 3 0 0,21 14 0 0 0,2-2-13 0 0,-18-12 35 0 0,1 0 0 0 0,48 22 0 0 0,-69-36-15 0 0,60 22 34 0 0,-54-21 10 0 0,0-1 0 0 0,0 0-1 0 0,0 0 1 0 0,18 0 0 0 0,-27-3-40 0 0,1 1 1 0 0,-1 0-1 0 0,1 0 1 0 0,-1 0-1 0 0,1-1 1 0 0,-1 1-1 0 0,1-1 1 0 0,-1 1 0 0 0,0-1-1 0 0,1 0 1 0 0,-1 1-1 0 0,0-1 1 0 0,0 0-1 0 0,1 0 1 0 0,-1 0-1 0 0,0 0 1 0 0,0 0-1 0 0,0 0 1 0 0,0 0-1 0 0,0 0 1 0 0,0 0-1 0 0,-1-1 1 0 0,1 1-1 0 0,0 0 1 0 0,0-1 0 0 0,-1 1-1 0 0,1 0 1 0 0,-1-1-1 0 0,1 1 1 0 0,-1-1-1 0 0,0-1 1 0 0,2-6 10 0 0,-1 1 1 0 0,0-1-1 0 0,-1 0 0 0 0,0-10 1 0 0,0 9-25 0 0,-1-2-9 0 0,0 0 0 0 0,0 0 1 0 0,-1 1-1 0 0,-5-18 1 0 0,-20-43-340 0 0,22 62-106 0 0,0 1-1 0 0,0 0 1 0 0,0 0 0 0 0,-2 0 0 0 0,1 1 0 0 0,-12-13 0 0 0,13 16-755 0 0,0 1 1 0 0,-1-1 0 0 0,0 1 0 0 0,0 0-1 0 0,0 0 1 0 0,-8-3 0 0 0,2 1-4904 0 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4:21.4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12211 0 0,'0'0'11549'0'0,"22"12"-11556"0"0,67 41 34 0 0,-11-2 33 0 0,-27-17-15 0 0,1-6 51 0 0,0-2-1 0 0,1-3 1 0 0,67 20 0 0 0,-97-37-56 0 0,-17-5 9 0 0,0 0 0 0 0,1 1 0 0 0,9 4 0 0 0,-16-6 2 0 0,0 0-84 0 0,0 0 32 0 0,0 0-1 0 0,0 0 1 0 0,0 0-1 0 0,0 0 1 0 0,0 0-1 0 0,0 0 1 0 0,0 0-1 0 0,0 0 1 0 0,-1 0-1 0 0,1 0 0 0 0,0 0 1 0 0,0 0-1 0 0,0 0 1 0 0,0-1-1 0 0,0 1 1 0 0,0 0-1 0 0,-1 0 1 0 0,1 0-1 0 0,0 0 1 0 0,0 0-1 0 0,0 0 1 0 0,0 0-1 0 0,0 1 0 0 0,0-1 1 0 0,0 0-1 0 0,-1 0 1 0 0,1 0-1 0 0,0 0 1 0 0,0 0-1 0 0,0 0 1 0 0,0 0-1 0 0,0 0 1 0 0,0 0-1 0 0,0 0 1 0 0,0 0-1 0 0,-1 0 0 0 0,1 0 1 0 0,0 0-1 0 0,0 1 1 0 0,0-1-1 0 0,0 0 1 0 0,0 0-1 0 0,0 0 1 0 0,0 0-1 0 0,0 0 1 0 0,0 0-1 0 0,-5 4-7 0 0,-1 2 50 0 0,-3 1 62 0 0,4 0 9 0 0,0 0 0 0 0,-10 10 0 0 0,-3 4 67 0 0,8-8-115 0 0,-1-1-1 0 0,1 0 1 0 0,-2-1 0 0 0,0 0 0 0 0,0-1-1 0 0,-1 0 1 0 0,0-1 0 0 0,-1 0-1 0 0,0-1 1 0 0,0-1 0 0 0,0 0 0 0 0,-23 7-1 0 0,22-9-776 0 0,-16 8-1 0 0,1 1-3207 0 0,-1 1-7142 0 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4:23.8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0 9362 0 0,'0'0'7698'0'0,"-1"9"-7249"0"0,-5 63 842 0 0,6-68-1195 0 0,1 1-1 0 0,0-1 1 0 0,-1 0-1 0 0,2 1 1 0 0,-1-1-1 0 0,0 0 1 0 0,1 0-1 0 0,3 7 1 0 0,22 30 532 0 0,-26-38-586 0 0,5 4 110 0 0,0 1 0 0 0,0-1 1 0 0,1 0-1 0 0,0 0 1 0 0,0-1-1 0 0,1 0 0 0 0,0 0 1 0 0,0-1-1 0 0,0 0 1 0 0,10 4-1 0 0,-14-8-28 0 0,-1 1 0 0 0,1-1 0 0 0,0 0 0 0 0,0-1 0 0 0,0 1 0 0 0,6 0 0 0 0,-9-1-70 0 0,1 0 0 0 0,-1 0 0 0 0,0 0-1 0 0,0 0 1 0 0,0 0 0 0 0,0-1 0 0 0,0 1 0 0 0,0 0 0 0 0,0 0 0 0 0,1-1 0 0 0,-1 1-1 0 0,0-1 1 0 0,0 1 0 0 0,0-1 0 0 0,0 1 0 0 0,-1-1 0 0 0,1 0 0 0 0,0 1 0 0 0,0-1 0 0 0,0 0-1 0 0,0 0 1 0 0,-1 0 0 0 0,1 1 0 0 0,0-1 0 0 0,-1 0 0 0 0,1 0 0 0 0,0-2 0 0 0,2-8 223 0 0,0 0 0 0 0,-1 0 1 0 0,-1 0-1 0 0,1-20 1 0 0,-1 18-188 0 0,-1 0 0 0 0,-1-1 0 0 0,0 1 0 0 0,-1 0 0 0 0,-3-16 0 0 0,2 21-26 0 0,1 0 75 0 0,0 1-1 0 0,1-1 0 0 0,-1 0 1 0 0,1-9-1 0 0,1 16-98 0 0,7 4-322 0 0,24 26 18 0 0,-15-13 224 0 0,10 9 60 0 0,35 32-3 0 0,-54-52-11 0 0,1 0 0 0 0,-1 0 1 0 0,1 0-1 0 0,0-1 0 0 0,0 0 0 0 0,1 0 1 0 0,8 2-1 0 0,-14-5 25 0 0,1-1 1 0 0,-1 1-1 0 0,0-1 1 0 0,0 1-1 0 0,6-1 0 0 0,-9 0-26 0 0,1 0-1 0 0,0 0 1 0 0,-1 0-1 0 0,1-1 0 0 0,0 1 1 0 0,0 0-1 0 0,-1 0 0 0 0,1 0 1 0 0,0 0-1 0 0,-1-1 1 0 0,1 1-1 0 0,-1 0 0 0 0,1-1 1 0 0,0 1-1 0 0,-1 0 0 0 0,1-1 1 0 0,-1 1-1 0 0,1-1 1 0 0,-1 1-1 0 0,1-1 0 0 0,-1 1 1 0 0,1-1-1 0 0,-1 1 0 0 0,1-1 1 0 0,-1 0-1 0 0,0 1 1 0 0,1-1-1 0 0,-1 1 0 0 0,0-1 1 0 0,1-1-1 0 0,-1-4 5 0 0,2-8-33 0 0,1-1-1 0 0,4-13 1 0 0,-7 28 7 0 0,0-1 0 0 0,1 1 0 0 0,-1 0-1 0 0,0-1 1 0 0,0 1 0 0 0,1 0 0 0 0,-1-1 0 0 0,0 1 0 0 0,1 0-1 0 0,-1 0 1 0 0,0 0 0 0 0,1-1 0 0 0,-1 1 0 0 0,1 0 0 0 0,-1 0-1 0 0,0 0 1 0 0,1 0 0 0 0,-1-1 0 0 0,1 1 0 0 0,-1 0-1 0 0,0 0 1 0 0,1 0 0 0 0,-1 0 0 0 0,1 0 0 0 0,-1 0 0 0 0,1 0-1 0 0,-1 0 1 0 0,0 1 0 0 0,1-1 0 0 0,-1 0 0 0 0,1 0 0 0 0,-1 0-1 0 0,0 0 1 0 0,1 0 0 0 0,0 1 0 0 0,15 8-296 0 0,29 22 116 0 0,-23-14-186 0 0,1-2 0 0 0,32 17 1 0 0,-46-28-140 0 0,0 0 1 0 0,15 3 0 0 0,-21-6-145 0 0,0 0-1 0 0,0-1 1 0 0,0 1 0 0 0,0-1 0 0 0,0 0 0 0 0,1 0-1 0 0,-1 0 1 0 0,0 0 0 0 0,0 0 0 0 0,0-1 0 0 0,6-1 0 0 0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4:24.2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1 284 2128 0 0,'0'0'13299'0'0,"29"7"-11814"0"0,93 18-213 0 0,-80-18-446 0 0,-24-7 91 0 0,-11-1-557 0 0,-3 1-149 0 0,1-1 0 0 0,-1 0-1 0 0,0 0 1 0 0,0 0 0 0 0,0 0 0 0 0,0-1 0 0 0,0 0 0 0 0,-1 0-1 0 0,1 0 1 0 0,0 0 0 0 0,-1 0 0 0 0,1-1 0 0 0,-1 1 0 0 0,0-1-1 0 0,0 0 1 0 0,0 0 0 0 0,0 0 0 0 0,0 0 0 0 0,3-7 0 0 0,-2 3-12 0 0,-1 1 1 0 0,0-1-1 0 0,0 0 1 0 0,-1 0 0 0 0,0 0-1 0 0,0-1 1 0 0,-1 1-1 0 0,1 0 1 0 0,-2-1-1 0 0,1-10 1 0 0,-1 14-156 0 0,0-13 157 0 0,0 1 1 0 0,-4-20-1 0 0,3 31-172 0 0,0 0 1 0 0,0 0-1 0 0,-1 0 0 0 0,0 0 1 0 0,0 0-1 0 0,0 1 0 0 0,0-1 1 0 0,-1 1-1 0 0,0-1 1 0 0,0 1-1 0 0,-4-5 0 0 0,6 8-27 0 0,-7-8 43 0 0,0 1 0 0 0,-17-12 0 0 0,23 18-48 0 0,1 1-1 0 0,-1-1 1 0 0,0 1 0 0 0,0 0 0 0 0,-1 0-1 0 0,1 0 1 0 0,0 0 0 0 0,0 0-1 0 0,0 0 1 0 0,-1 1 0 0 0,1-1 0 0 0,0 1-1 0 0,-1-1 1 0 0,1 1 0 0 0,0 0 0 0 0,-1 0-1 0 0,1 0 1 0 0,-1 0 0 0 0,1 1 0 0 0,-4 0-1 0 0,4 0-4 0 0,0 0-1 0 0,1 0 1 0 0,-1 1-1 0 0,0-1 1 0 0,1 0-1 0 0,-1 1 1 0 0,1-1-1 0 0,-1 1 0 0 0,1-1 1 0 0,0 1-1 0 0,-2 3 1 0 0,0 0-1 0 0,1 0 1 0 0,-1 0 0 0 0,-1 6-1 0 0,1-1 12 0 0,0 0-1 0 0,1 0 0 0 0,0 1 1 0 0,1-1-1 0 0,0 0 1 0 0,1 15-1 0 0,0-19 3 0 0,1 1 1 0 0,0-1-1 0 0,0 1 0 0 0,1-1 0 0 0,0 1 1 0 0,0-1-1 0 0,1 0 0 0 0,-1 0 0 0 0,1 0 1 0 0,0 0-1 0 0,5 6 0 0 0,0-2 21 0 0,1 1-1 0 0,0-1 1 0 0,1 0 0 0 0,0-1-1 0 0,0 0 1 0 0,1 0-1 0 0,0-2 1 0 0,1 1 0 0 0,-1-1-1 0 0,2-1 1 0 0,-1 0-1 0 0,1-1 1 0 0,-1 0 0 0 0,2-1-1 0 0,19 4 1 0 0,-19-6-277 0 0,0-1 1 0 0,-1 0 0 0 0,1-1 0 0 0,20-3 0 0 0,-30 2-65 0 0,0 1 0 0 0,-1-1 0 0 0,1-1 0 0 0,0 1 0 0 0,-1 0 1 0 0,1-1-1 0 0,-1 0 0 0 0,5-3 0 0 0,24-20-5132 0 0,-18 14 1484 0 0,6-9-4651 0 0,-10 12 2602 0 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4:24.9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177 63 4969 0 0,'0'0'20730'0'0,"-23"-10"-20442"0"0,-69-31-76 0 0,63 30-93 0 0,29 11-116 0 0,0 0 0 0 0,-1 0 0 0 0,1 0 0 0 0,0 0 0 0 0,0 0 0 0 0,-1 0 1 0 0,1-1-1 0 0,0 1 0 0 0,0 0 0 0 0,-1 0 0 0 0,1 0 0 0 0,0 0 1 0 0,-1 0-1 0 0,1 0 0 0 0,0 1 0 0 0,0-1 0 0 0,-1 0 0 0 0,1 0 0 0 0,0 0 1 0 0,0 0-1 0 0,-1 0 0 0 0,1 0 0 0 0,0 0 0 0 0,0 1 0 0 0,-1-1 1 0 0,-1 1 20 0 0,0 0-18 0 0,1 0 1 0 0,-1 0-1 0 0,1 0 0 0 0,0 0 0 0 0,-1 0 0 0 0,1 1 0 0 0,0-1 1 0 0,0 0-1 0 0,0 1 0 0 0,0-1 0 0 0,0 0 0 0 0,0 1 0 0 0,0-1 1 0 0,0 1-1 0 0,0 0 0 0 0,1-1 0 0 0,-1 1 0 0 0,1 0 0 0 0,-1 1 0 0 0,0 4 30 0 0,0 0 0 0 0,0 1 0 0 0,2 9 0 0 0,-1-7 35 0 0,0-5-38 0 0,1 0 0 0 0,-1-1 0 0 0,1 1 0 0 0,1-1 0 0 0,-1 1 0 0 0,0 0-1 0 0,1-1 1 0 0,0 0 0 0 0,0 1 0 0 0,1-1 0 0 0,-1 0 0 0 0,1 0 0 0 0,0-1 0 0 0,3 5 0 0 0,7 6 71 0 0,1-1 0 0 0,17 14-1 0 0,-24-21-67 0 0,-2-2-2 0 0,1 1-1 0 0,-1-1 1 0 0,1 0-1 0 0,0-1 1 0 0,0 0 0 0 0,1 0-1 0 0,-1 0 1 0 0,0 0-1 0 0,1-1 1 0 0,0 0-1 0 0,-1-1 1 0 0,1 1 0 0 0,0-1-1 0 0,0-1 1 0 0,0 1-1 0 0,0-1 1 0 0,10-1-1 0 0,-15 0-22 0 0,1 1 0 0 0,-1-1 0 0 0,0 1 0 0 0,0-1 0 0 0,0 0-1 0 0,0 0 1 0 0,0 0 0 0 0,0 0 0 0 0,0 0 0 0 0,-1-1 0 0 0,1 1 0 0 0,0 0-1 0 0,-1-1 1 0 0,1 1 0 0 0,-1-1 0 0 0,1 0 0 0 0,-1 0 0 0 0,0 1-1 0 0,1-1 1 0 0,-1 0 0 0 0,0 0 0 0 0,0 0 0 0 0,-1 0 0 0 0,1 0 0 0 0,1-4-1 0 0,0-3-21 0 0,0-1-1 0 0,-1 1 1 0 0,0-1-1 0 0,-1-13 0 0 0,0 16 9 0 0,0 0-1 0 0,-1-1 1 0 0,0 1-1 0 0,0 0 0 0 0,0 0 1 0 0,-5-13-1 0 0,5 17 4 0 0,-1-1-1 0 0,2 0 1 0 0,-1 1-1 0 0,0-1 1 0 0,0-6-1 0 0,1 10-32 0 0,0 3-304 0 0,1 1 310 0 0,0 1 0 0 0,-1 0 0 0 0,2 0 0 0 0,-1-1 1 0 0,0 1-1 0 0,1-1 0 0 0,0 1 0 0 0,0-1 0 0 0,0 0 1 0 0,6 8-1 0 0,5 6 75 0 0,15 16 0 0 0,-25-31-64 0 0,7 8 39 0 0,-1-2 0 0 0,2 1 0 0 0,20 15-1 0 0,-26-21-10 0 0,0-1 0 0 0,1 0 0 0 0,-1-1-1 0 0,1 1 1 0 0,-1-1 0 0 0,1 0-1 0 0,0 0 1 0 0,-1-1 0 0 0,1 1 0 0 0,0-1-1 0 0,9 0 1 0 0,-13-1-6 0 0,0 0 0 0 0,0 0 1 0 0,0 0-1 0 0,0 0 0 0 0,0-1 1 0 0,0 1-1 0 0,0-1 0 0 0,-1 1 0 0 0,1-1 1 0 0,0 1-1 0 0,0-1 0 0 0,0 0 0 0 0,-1 0 1 0 0,3-1-1 0 0,-2 0-3 0 0,0 0 0 0 0,-1 0 0 0 0,1 0 0 0 0,-1-1 1 0 0,1 1-1 0 0,-1 0 0 0 0,1-1 0 0 0,-1 1 0 0 0,1-5 0 0 0,2-4-10 0 0,-1 0-1 0 0,-1-1 1 0 0,0 1 0 0 0,1-15-1 0 0,-1 10-3 0 0,-2 14 15 0 0,0 1 0 0 0,0 0 0 0 0,0-1 0 0 0,1 1 0 0 0,-1 0 0 0 0,0-1 0 0 0,1 1 0 0 0,-1 0-1 0 0,1-1 1 0 0,0 1 0 0 0,-1 0 0 0 0,2-1 0 0 0,-1 1-11 0 0,-1 1 0 0 0,1-1 0 0 0,0 1 1 0 0,-1-1-1 0 0,1 1 0 0 0,0-1 0 0 0,-1 1 0 0 0,1 0 0 0 0,0-1 1 0 0,-1 1-1 0 0,1 0 0 0 0,0 0 0 0 0,0 0 0 0 0,0 0 0 0 0,-1-1 1 0 0,1 1-1 0 0,0 0 0 0 0,0 0 0 0 0,0 0 0 0 0,-1 1 0 0 0,1-1 1 0 0,1 0-1 0 0,-1 1-5 0 0,0-1 0 0 0,1 1 0 0 0,-1 0 0 0 0,0-1 0 0 0,1 1 0 0 0,-1 0 0 0 0,0 0 1 0 0,0 0-1 0 0,0 0 0 0 0,0 0 0 0 0,2 3 0 0 0,6 5-25 0 0,29 16 17 0 0,-30-19 29 0 0,0-1 0 0 0,1 1 0 0 0,0-2 0 0 0,0 1 0 0 0,0-1 0 0 0,0 0 0 0 0,11 2 0 0 0,-12-4 8 0 0,0 0 0 0 0,0-1 1 0 0,0 0-1 0 0,0 0 0 0 0,0-1 1 0 0,0 0-1 0 0,0 0 0 0 0,0-1 1 0 0,10-2-1 0 0,-8 0-5 0 0,0-1-1 0 0,0-1 1 0 0,-1 0-1 0 0,0 0 1 0 0,1-1-1 0 0,8-8 1 0 0,-16 13-17 0 0,0 0-184 0 0,0-1 0 0 0,0 1 0 0 0,0-1 1 0 0,0 1-1 0 0,0 0 0 0 0,0 0 0 0 0,1 0 0 0 0,-1 0 0 0 0,0 0 0 0 0,1 1 1 0 0,-1-1-1 0 0,1 1 0 0 0,-1-1 0 0 0,1 1 0 0 0,-1 0 0 0 0,1 0 0 0 0,2 0 1 0 0,-4 1-52 0 0,0-1 0 0 0,-1 0 0 0 0,1 1 1 0 0,0-1-1 0 0,0 1 0 0 0,0-1 0 0 0,-1 1 1 0 0,1 0-1 0 0,0-1 0 0 0,-1 1 1 0 0,1 0-1 0 0,-1-1 0 0 0,1 1 0 0 0,0 0 1 0 0,-1 0-1 0 0,0 0 0 0 0,1-1 0 0 0,-1 1 1 0 0,1 1-1 0 0,6 19-7592 0 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4:25.3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366 63 4441 0 0,'0'0'18941'0'0,"-28"-11"-18917"0"0,-84-32-5 0 0,88 35-15 0 0,24 8-4 0 0,0 0 0 0 0,0 0 0 0 0,0-1 0 0 0,-1 1 0 0 0,1 0 0 0 0,0 0 1 0 0,0 0-1 0 0,0 0 0 0 0,0 0 0 0 0,0 0 0 0 0,0 0 0 0 0,0 0 0 0 0,0 0 0 0 0,0 0 0 0 0,0 0 0 0 0,0 0 0 0 0,-1 0 0 0 0,1 0 0 0 0,0 0 1 0 0,0 0-1 0 0,0 0 0 0 0,0 0 0 0 0,0 0 0 0 0,0 0 0 0 0,0 0 0 0 0,0 0 0 0 0,0 0 0 0 0,0 0 0 0 0,-1 0 0 0 0,1 0 0 0 0,0 0 0 0 0,0 0 1 0 0,0 0-1 0 0,0 0 0 0 0,0 0 0 0 0,0 1 0 0 0,0-1 0 0 0,0 0 0 0 0,0 0 0 0 0,0 0 0 0 0,0 0 0 0 0,0 0 0 0 0,0 0 0 0 0,0 0 0 0 0,-1 0 1 0 0,1 0-1 0 0,0 0 0 0 0,0 0 0 0 0,0 0 0 0 0,0 1 0 0 0,0-1 0 0 0,0 0 0 0 0,0 4 34 0 0,0 0 0 0 0,1 1 0 0 0,-1-1 0 0 0,1 0 0 0 0,0 0 0 0 0,0 0 0 0 0,0 1-1 0 0,1-1 1 0 0,-1 0 0 0 0,1-1 0 0 0,0 1 0 0 0,0 0 0 0 0,0 0 0 0 0,1-1 0 0 0,-1 1 0 0 0,1-1 0 0 0,5 5 0 0 0,9 9 85 0 0,1-1 0 0 0,29 21 0 0 0,43 21 33 0 0,-83-53-144 0 0,41 25 0 0 0,-48-30-25 0 0,1 1 1 0 0,-1-1-1 0 0,1 1 0 0 0,-1 0 0 0 0,1-1 0 0 0,-1 1 1 0 0,0 0-1 0 0,1-1 0 0 0,-1 1 0 0 0,0 0 0 0 0,1-1 1 0 0,-1 1-1 0 0,0 0 0 0 0,0 0 0 0 0,0-1 0 0 0,1 1 1 0 0,-1 0-1 0 0,0 0 0 0 0,0-1 0 0 0,0 1 0 0 0,0 0 1 0 0,-1 0-1 0 0,1-1 0 0 0,0 1 0 0 0,0 0 0 0 0,0 0 1 0 0,0-1-1 0 0,-1 1 0 0 0,1 0 0 0 0,0-1 0 0 0,-1 1 1 0 0,1 0-1 0 0,-1-1 0 0 0,1 1 0 0 0,-1 0 0 0 0,1-1 0 0 0,-1 1 1 0 0,1-1-1 0 0,-1 1 0 0 0,1-1 0 0 0,-1 1 0 0 0,0-1 1 0 0,1 0-1 0 0,-2 1 0 0 0,-7 3-17 0 0,0 0 0 0 0,0-1 0 0 0,0 0 1 0 0,0-1-1 0 0,-17 2 0 0 0,-49 1-6 0 0,31-4-65 0 0,-36 3-717 0 0,-17 1-3007 0 0,35 1-4047 0 0,40-1-2414 0 0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4:25.9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12835 0 0,'0'0'11710'0'0,"0"18"-11682"0"0,0 57 60 0 0,0-64-63 0 0,1-1-1 0 0,0 1 1 0 0,1 0 0 0 0,0-1-1 0 0,1 1 1 0 0,6 14-1 0 0,-2-6 14 0 0,10 25 78 0 0,2-1 0 0 0,25 41 0 0 0,3 5-92 0 0,-26-48-459 0 0,0 0-1786 0 0,-9-13-2589 0 0,-5-22-238 0 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4:26.3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178 1 8402 0 0,'0'0'16558'0'0,"-8"0"-16158"0"0,3 0-342 0 0,-14 0 407 0 0,-31 3-1 0 0,48-2-429 0 0,-43 8 451 0 0,41-8-461 0 0,0 0 0 0 0,1 1 0 0 0,-1-1 0 0 0,0 1 0 0 0,0-1 0 0 0,1 1 1 0 0,-1 0-1 0 0,-5 6 0 0 0,8-8-18 0 0,0 1 1 0 0,0 0-1 0 0,1 0 0 0 0,-1 0 1 0 0,0 0-1 0 0,1-1 0 0 0,-1 1 1 0 0,0 0-1 0 0,1 0 1 0 0,-1 1-1 0 0,1-1 0 0 0,0 0 1 0 0,-1 0-1 0 0,1 0 0 0 0,0 0 1 0 0,0 0-1 0 0,-1 0 1 0 0,1 0-1 0 0,0 0 0 0 0,1 2 1 0 0,-1-1 15 0 0,0-1 0 0 0,1 1 0 0 0,-1-1 0 0 0,1 0 0 0 0,0 1 0 0 0,-1-1 0 0 0,1 0 0 0 0,0 1 0 0 0,0-1 0 0 0,0 0 0 0 0,0 0 0 0 0,0 0 0 0 0,2 2 0 0 0,1 0 48 0 0,1 1 0 0 0,0-1 0 0 0,0 0 0 0 0,0 0 0 0 0,0-1 0 0 0,1 0 0 0 0,5 2 0 0 0,33 7 97 0 0,1-3-1 0 0,64 4 0 0 0,-72-8-161 0 0,7-1-3 0 0,-27-3-690 0 0,-1 1 0 0 0,1 1 0 0 0,22 5 0 0 0,-21 1-2887 0 0,-9 0-4518 0 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4:29.5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14123 0 0,'0'0'8138'0'0,"0"30"-13643"0"0,0-23 1192 0 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4:29.3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15755 0 0,'0'0'7101'0'0,"0"7"-6981"0"0,1-3-97 0 0,-1 0 8 0 0,0 0 1 0 0,0 0-1 0 0,1 0 1 0 0,0 0-1 0 0,-1 0 1 0 0,2-1-1 0 0,-1 1 1 0 0,0 0-1 0 0,1 0 1 0 0,2 4-1 0 0,2 0 43 0 0,0 1 0 0 0,0 1 0 0 0,6 11 0 0 0,-8-14-505 0 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4:29.9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333 110 9362 0 0,'0'0'15886'0'0,"-25"-19"-15682"0"0,-78-54-49 0 0,78 57-94 0 0,17 15-11 0 0,6 1-41 0 0,-1 1 1 0 0,1 0-1 0 0,0 1 1 0 0,-1-1 0 0 0,1 0-1 0 0,0 1 1 0 0,0-1 0 0 0,0 1-1 0 0,0 0 1 0 0,0-1 0 0 0,0 1-1 0 0,0 0 1 0 0,0 0-1 0 0,1 0 1 0 0,-1 1 0 0 0,1-1-1 0 0,0 0 1 0 0,0 1 0 0 0,-1-1-1 0 0,2 0 1 0 0,-1 1 0 0 0,0-1-1 0 0,0 5 1 0 0,-1 2 5 0 0,1 1-1 0 0,0-1 1 0 0,0 1 0 0 0,1-1 0 0 0,2 13 0 0 0,-2-19-7 0 0,1 0 0 0 0,0 1 0 0 0,0-1 0 0 0,0 0 0 0 0,0 0 0 0 0,0-1 0 0 0,1 1 0 0 0,-1 0 0 0 0,4 4 0 0 0,20 23 64 0 0,-17-22-56 0 0,17 17 52 0 0,1-1 0 0 0,1-2 1 0 0,31 20-1 0 0,-50-36-57 0 0,-6-5-17 0 0,0 0 0 0 0,-1 0 0 0 0,1 0 0 0 0,-1 0 0 0 0,1 0 0 0 0,-1 0 0 0 0,1 1 0 0 0,-1-1 0 0 0,0 1 0 0 0,0-1 0 0 0,0 1 0 0 0,0-1 0 0 0,0 1 0 0 0,0-1 0 0 0,0 1 0 0 0,0 0 0 0 0,0 0 0 0 0,-1-1 0 0 0,1 1 0 0 0,-1 0 0 0 0,1 3 0 0 0,-1-5 1 0 0,-1 1 0 0 0,1-1 0 0 0,0 1 1 0 0,0-1-1 0 0,0 1 0 0 0,-1-1 0 0 0,1 1 0 0 0,0-1 1 0 0,-1 0-1 0 0,1 1 0 0 0,0-1 0 0 0,-1 1 1 0 0,1-1-1 0 0,-1 0 0 0 0,1 0 0 0 0,0 1 0 0 0,-1-1 1 0 0,1 0-1 0 0,-1 0 0 0 0,1 1 0 0 0,-1-1 1 0 0,1 0-1 0 0,-1 0 0 0 0,0 0 0 0 0,-14 4-37 0 0,15-4 41 0 0,-18 2-60 0 0,1 0 0 0 0,-1-1 1 0 0,-24-3-1 0 0,-53-9 146 0 0,31 2-3495 0 0,0 5-5410 0 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4:30.6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314 50 10954 0 0,'0'0'9204'0'0,"-31"-8"-8023"0"0,-97-24-197 0 0,86 23-369 0 0,28 9-110 0 0,4 0-240 0 0,-3 0 50 0 0,-19 0 291 0 0,30 0-576 0 0,0 0 0 0 0,0 0 1 0 0,0 1-1 0 0,1-1 0 0 0,-1 1 1 0 0,0-1-1 0 0,0 1 0 0 0,0 0 1 0 0,1 0-1 0 0,-1 0 0 0 0,0 0 1 0 0,1 0-1 0 0,-3 2 0 0 0,3-2-10 0 0,-1 1 1 0 0,1 0-1 0 0,-1 0 0 0 0,1 0 0 0 0,0 0 0 0 0,-1 0 0 0 0,1 0 0 0 0,0 0 1 0 0,1 0-1 0 0,-1 0 0 0 0,0 1 0 0 0,0-1 0 0 0,1 0 0 0 0,0 1 0 0 0,-1-1 1 0 0,1 0-1 0 0,0 1 0 0 0,0-1 0 0 0,1 5 0 0 0,-1-5-5 0 0,0 0-1 0 0,1 0 1 0 0,-1-1-1 0 0,1 1 1 0 0,0 0-1 0 0,-1 0 1 0 0,1-1-1 0 0,0 1 1 0 0,0 0-1 0 0,0-1 1 0 0,0 1-1 0 0,0-1 1 0 0,1 1-1 0 0,-1-1 1 0 0,0 1-1 0 0,4 1 1 0 0,3 4 88 0 0,17 9 0 0 0,-16-10-52 0 0,-1-1-17 0 0,1 0-1 0 0,0-1 1 0 0,0 0 0 0 0,1 0-1 0 0,-1-1 1 0 0,1 0 0 0 0,14 1-1 0 0,0 0 96 0 0,46-1 0 0 0,-69-3-123 0 0,1 0 0 0 0,-1 0 0 0 0,1 0 0 0 0,-1 0 0 0 0,1-1 0 0 0,-1 1-1 0 0,0 0 1 0 0,1-1 0 0 0,-1 1 0 0 0,0 0 0 0 0,1-1 0 0 0,-1 0 0 0 0,0 1 0 0 0,0-1 0 0 0,1 0 0 0 0,-1 0 0 0 0,0 1 0 0 0,0-1 0 0 0,0 0 0 0 0,0 0-1 0 0,0 0 1 0 0,0-1 0 0 0,0 1 0 0 0,0 0 0 0 0,-1 0 0 0 0,1 0 0 0 0,0-2 0 0 0,1-1-3 0 0,-1-1 1 0 0,0 0 0 0 0,0 1-1 0 0,0-1 1 0 0,-1 0-1 0 0,0-9 1 0 0,1 6-125 0 0,3 13-304 0 0,1 4 341 0 0,10 18-28 0 0,-11-20 120 0 0,0 1 1 0 0,10 12 0 0 0,-8-13-391 0 0,39 44 139 0 0,-19-30-3905 0 0,-20-18 1270 0 0,-1 1-1 0 0,1-1 1 0 0,7 2-1 0 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4:31.2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191 1 9130 0 0,'0'0'15135'0'0,"-26"4"-14820"0"0,-78 12-64 0 0,71-10-102 0 0,25-2-20 0 0,5-1-69 0 0,2-2-45 0 0,0-1-1 0 0,0 1 1 0 0,-1 0-1 0 0,1 0 1 0 0,0 0-1 0 0,0 0 1 0 0,0 0-1 0 0,0 1 1 0 0,0-1-1 0 0,1 0 1 0 0,-1 0-1 0 0,0 1 1 0 0,0-1-1 0 0,1 0 1 0 0,-1 1-1 0 0,1-1 1 0 0,-1 1-1 0 0,1-1 1 0 0,0 0-1 0 0,-1 1 1 0 0,1-1-1 0 0,0 1 1 0 0,0-1-1 0 0,0 1 1 0 0,0-1-1 0 0,1 3 1 0 0,0-1-5 0 0,0 0-1 0 0,0 0 1 0 0,0 0 0 0 0,1 0 0 0 0,-1-1 0 0 0,1 1 0 0 0,0 0-1 0 0,-1-1 1 0 0,1 1 0 0 0,1-1 0 0 0,2 3 0 0 0,12 11-199 0 0,1-2 0 0 0,0 0 0 0 0,1-1 1 0 0,0-1-1 0 0,1-1 0 0 0,0-1 0 0 0,1 0 1 0 0,27 8-1 0 0,-26-12-1396 0 0,1-1 0 0 0,35 4 0 0 0,11-4-8236 0 0,-56-4 6765 0 0,-1-1-3292 0 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4:31.5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117 30 7674 0 0,'0'0'15668'0'0,"-18"3"-15352"0"0,-53 9-65 0 0,50-6-63 0 0,21-6-184 0 0,0 0 0 0 0,-1 1 0 0 0,1-1 0 0 0,0 0 0 0 0,0 0 0 0 0,0 0 0 0 0,0 0 0 0 0,0 0 0 0 0,-1 0 0 0 0,1 0 0 0 0,0 1-1 0 0,0-1 1 0 0,0 0 0 0 0,0 0 0 0 0,0 0 0 0 0,0 0 0 0 0,0 0 0 0 0,0 1 0 0 0,-1-1 0 0 0,1 0 0 0 0,0 0 0 0 0,0 0 0 0 0,0 0 0 0 0,0 1 0 0 0,0-1 0 0 0,0 0-1 0 0,0 0 1 0 0,0 0 0 0 0,0 0 0 0 0,0 1 0 0 0,0-1 0 0 0,0 0 0 0 0,0 0 0 0 0,0 4 61 0 0,-1-1-13 0 0,1 0 1 0 0,-1 0 0 0 0,0 1-1 0 0,1-1 1 0 0,0 0-1 0 0,-1 0 1 0 0,1 1-1 0 0,1-1 1 0 0,-1 0 0 0 0,0 1-1 0 0,1-1 1 0 0,0 0-1 0 0,-1 0 1 0 0,1 1-1 0 0,1-1 1 0 0,-1 0 0 0 0,3 5-1 0 0,-1-4-9 0 0,-1 0-1 0 0,1 0 1 0 0,0-1 0 0 0,0 1-1 0 0,1-1 1 0 0,-1 0-1 0 0,1 0 1 0 0,0 0 0 0 0,-1 0-1 0 0,1-1 1 0 0,0 1 0 0 0,6 2-1 0 0,2-1 57 0 0,-1 0 0 0 0,1 0 0 0 0,-1-1-1 0 0,1-1 1 0 0,0 0 0 0 0,0 0 0 0 0,0-2 0 0 0,1 1 0 0 0,22-3-1 0 0,-33 2-71 0 0,0-1-1 0 0,0 1 1 0 0,0-1-1 0 0,0 0 1 0 0,0 1-1 0 0,0-1 1 0 0,0 0-1 0 0,0 0 0 0 0,0 0 1 0 0,0-1-1 0 0,0 1 1 0 0,0 0-1 0 0,-1-1 1 0 0,1 1-1 0 0,-1-1 1 0 0,1 0-1 0 0,-1 1 0 0 0,1-1 1 0 0,-1 0-1 0 0,0 0 1 0 0,0 0-1 0 0,0 0 1 0 0,0 0-1 0 0,0 0 1 0 0,0 0-1 0 0,0-4 1 0 0,0 2-16 0 0,0 1-1 0 0,-1-1 1 0 0,0 0 0 0 0,1 1 0 0 0,-1-1 0 0 0,0 0 0 0 0,-1 0 0 0 0,1 1 0 0 0,-1-1 0 0 0,0 1 0 0 0,0-1 0 0 0,0 0 0 0 0,0 1 0 0 0,0 0 0 0 0,-4-6 0 0 0,0 0-17 0 0,-1 1 1 0 0,0 0 0 0 0,-1 0-1 0 0,-14-14 1 0 0,18 19-44 0 0,-1 0 1 0 0,0 0-1 0 0,0 1 0 0 0,0-1 1 0 0,0 1-1 0 0,0 0 1 0 0,-1 0-1 0 0,1 1 0 0 0,0-1 1 0 0,-1 1-1 0 0,1 0 1 0 0,-10-1-1 0 0,8 1-339 0 0,0 1 0 0 0,0 0 0 0 0,0 0-1 0 0,0 1 1 0 0,0 0 0 0 0,0 0 0 0 0,0 0 0 0 0,0 1 0 0 0,0-1-1 0 0,1 1 1 0 0,-1 1 0 0 0,1-1 0 0 0,-10 7 0 0 0,14-9 228 0 0,-20 15-5853 0 0,10-3-2063 0 0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4:32.0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5313 0 0,'0'0'20614'0'0,"1"0"-20588"0"0,-1 0 0 0 0,0 0 0 0 0,1 0 0 0 0,-1 0 0 0 0,0 0 0 0 0,1 0 0 0 0,-1 0 0 0 0,0 0 0 0 0,1 0 0 0 0,-1 0 0 0 0,0 0 0 0 0,1 0-1 0 0,-1 0 1 0 0,1 0 0 0 0,-1 0 0 0 0,0 0 0 0 0,1 0 0 0 0,0 1 0 0 0,3 3-72 0 0,0 0 0 0 0,0 0-1 0 0,1 0 1 0 0,7 4-1 0 0,-7-4 34 0 0,19 13-16 0 0,-7-4-23 0 0,1 0 0 0 0,1-1 1 0 0,0-1-1 0 0,31 13 0 0 0,-45-23 23 0 0,1 1 0 0 0,-1-1 0 0 0,1 0 0 0 0,-1 0 0 0 0,1 0 0 0 0,0-1 0 0 0,-1 0 0 0 0,1 0 0 0 0,10-2 0 0 0,-15 1 23 0 0,0 1 0 0 0,0 0 0 0 0,0-1 0 0 0,-1 1 0 0 0,1-1 0 0 0,0 1 0 0 0,0-1 0 0 0,-1 1 0 0 0,1-1 0 0 0,0 1-1 0 0,-1-1 1 0 0,1 0 0 0 0,-1 1 0 0 0,1-1 0 0 0,0 0 0 0 0,-1 0 0 0 0,0 0 0 0 0,1-1 0 0 0,6-18-113 0 0,-4 8 95 0 0,-2 6 30 0 0,1 0 1 0 0,-1 0 0 0 0,0 0-1 0 0,-1-1 1 0 0,0-9 0 0 0,0 16-6 0 0,0-1 1 0 0,0 0 0 0 0,1 1-1 0 0,-1-1 1 0 0,0 1-1 0 0,0-1 1 0 0,0 0 0 0 0,0 1-1 0 0,1-1 1 0 0,-1 1 0 0 0,0-1-1 0 0,0 1 1 0 0,1-1-1 0 0,-1 1 1 0 0,0-1 0 0 0,1 1-1 0 0,-1-1 1 0 0,1 1-1 0 0,-1-1 1 0 0,1 1 0 0 0,-1-1-1 0 0,1 1 1 0 0,-1 0 0 0 0,1-1-1 0 0,-1 1 1 0 0,1 0-1 0 0,-1 0 1 0 0,1-1 0 0 0,-1 1-1 0 0,1 0 1 0 0,0 0-1 0 0,-1 0 1 0 0,1 0 0 0 0,-1 0-1 0 0,1 0 1 0 0,0 0 0 0 0,-1 0-1 0 0,1 0 1 0 0,0 0-1 0 0,-1 0 1 0 0,1 0 0 0 0,-1 0-1 0 0,1 0 1 0 0,0 1-1 0 0,3 0-99 0 0,0-1-1 0 0,-1 2 1 0 0,1-1-1 0 0,-1 0 1 0 0,7 4-1 0 0,4 4-271 0 0,-1 1-1 0 0,23 22 1 0 0,-18-15-467 0 0,30 27-3348 0 0,-22-20-892 0 0,-12-8-2906 0 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4:32.8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207 19 8594 0 0,'0'0'15566'0'0,"-30"-4"-15446"0"0,-88-10-40 0 0,113 14-75 0 0,1 0 1 0 0,-1 0 0 0 0,1 0-1 0 0,-6 1 1 0 0,10-1-5 0 0,0 0 0 0 0,-1 0 0 0 0,1 0 0 0 0,0 0 0 0 0,-1 0 0 0 0,1 1 0 0 0,-1-1 0 0 0,1 0 0 0 0,0 0 0 0 0,-1 0 1 0 0,1 1-1 0 0,0-1 0 0 0,0 0 0 0 0,-1 0 0 0 0,1 1 0 0 0,0-1 0 0 0,0 0 0 0 0,-1 0 0 0 0,1 1 0 0 0,0 0 0 0 0,0-1 0 0 0,-4 7 30 0 0,0 1 1 0 0,1 0-1 0 0,0 0 1 0 0,0 0-1 0 0,1 1 1 0 0,0-1-1 0 0,1 1 1 0 0,0-1-1 0 0,0 1 1 0 0,1 11-1 0 0,0-16-16 0 0,0 1 0 0 0,1-1 0 0 0,0 0 0 0 0,0 0 0 0 0,0 0 0 0 0,0 0 0 0 0,1 0 0 0 0,-1 0 0 0 0,1 0-1 0 0,0-1 1 0 0,0 1 0 0 0,1 0 0 0 0,-1-1 0 0 0,4 4 0 0 0,5 5 72 0 0,0-1-1 0 0,19 14 1 0 0,-15-13 20 0 0,8 3 12 0 0,-18-12-77 0 0,-1 0 0 0 0,1 0 1 0 0,6 6-1 0 0,-5-1-13 0 0,-6-7-28 0 0,0-1 0 0 0,0 0 0 0 0,0 1 0 0 0,0-1 0 0 0,0 0 0 0 0,0 1 0 0 0,0-1 0 0 0,0 0 0 0 0,0 1 0 0 0,0-1 0 0 0,0 0 0 0 0,-1 1 0 0 0,1-1 0 0 0,0 0 0 0 0,0 0 1 0 0,0 1-1 0 0,0-1 0 0 0,-1 0 0 0 0,1 0 0 0 0,0 1 0 0 0,0-1 0 0 0,-1 0 0 0 0,1 0 0 0 0,0 0 0 0 0,0 1 0 0 0,-1-1 0 0 0,1 0 0 0 0,0 0 0 0 0,0 0 0 0 0,-1 0 0 0 0,-17 11 278 0 0,-28 3 265 0 0,23-5 437 0 0,39-9-491 0 0,-7-2-509 0 0,-2 1-1 0 0,12-5 0 0 0,7-1-37 0 0,36-3 39 0 0,44-10-20 0 0,-88 15 34 0 0,0 0-1 0 0,0-2 0 0 0,27-12 1 0 0,-39 16 8 0 0,0 0 0 0 0,-1-1 0 0 0,0 1 1 0 0,0-1-1 0 0,0 0 0 0 0,5-6 0 0 0,-8 7-1 0 0,0 1 0 0 0,0 0 0 0 0,0-1 0 0 0,-1 0 0 0 0,1 1 0 0 0,-1-1 0 0 0,1 0 0 0 0,-1 0-1 0 0,0 0 1 0 0,0 0 0 0 0,-1 0 0 0 0,1 0 0 0 0,0 0 0 0 0,-1-6 0 0 0,0 3 3 0 0,1 1-15 0 0,-2 1 0 0 0,1-1 0 0 0,-2-8 1 0 0,2 12 2 0 0,-1-1 0 0 0,1 0 0 0 0,-1 0 0 0 0,0 0 0 0 0,0 0 1 0 0,0 1-1 0 0,0-1 0 0 0,0 1 0 0 0,0-1 0 0 0,0 0 0 0 0,-1 1 0 0 0,-1-2 1 0 0,-11-10-27 0 0,11 8 29 0 0,-1 1 0 0 0,0 1 0 0 0,0-1 0 0 0,0 1 0 0 0,-1-1 0 0 0,1 1 0 0 0,-1 0 0 0 0,0 1 0 0 0,0-1 0 0 0,0 1 0 0 0,-7-3 0 0 0,9 5-6 0 0,-1-1-10 0 0,0 0 0 0 0,0 0 0 0 0,1 1 0 0 0,-1-1 0 0 0,-6 1-1 0 0,9 0 15 0 0,0 0 0 0 0,0 0-1 0 0,0 1 1 0 0,0-1 0 0 0,0 0-1 0 0,0 1 1 0 0,0-1 0 0 0,1 1-1 0 0,-1-1 1 0 0,0 0-1 0 0,0 1 1 0 0,0 0 0 0 0,0-1-1 0 0,1 1 1 0 0,-1 0 0 0 0,0-1-1 0 0,1 1 1 0 0,-1 0-1 0 0,0 0 1 0 0,1-1 0 0 0,-1 1-1 0 0,1 0 1 0 0,-1 0 0 0 0,1 0-1 0 0,-1 2 1 0 0,-2 5-18 0 0,1 0 0 0 0,0 0 0 0 0,0 1 0 0 0,-1 9 0 0 0,3-15 28 0 0,0 0 0 0 0,0 1 0 0 0,0-1 0 0 0,0 0 0 0 0,0 1 0 0 0,1-1 1 0 0,0 0-1 0 0,-1 0 0 0 0,1 1 0 0 0,0-1 0 0 0,1 0 0 0 0,-1 0 0 0 0,3 5 0 0 0,3 0 22 0 0,0 0 0 0 0,0 0 0 0 0,0 0 0 0 0,1-1 0 0 0,0 0 1 0 0,1-1-1 0 0,0 0 0 0 0,17 10 0 0 0,3-2 38 0 0,50 16 1 0 0,-59-24-453 0 0,0-1 1 0 0,41 5 0 0 0,-27-6-2735 0 0,-1-1-3997 0 0,-24-3 4295 0 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4:33.7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88 1 10122 0 0,'0'0'12926'0'0,"-15"7"-12816"0"0,-42 23 1 0 0,56-30-103 0 0,0 1 0 0 0,-1 0 0 0 0,1 0 0 0 0,0 0 0 0 0,0 0 0 0 0,0 0 0 0 0,0 0 1 0 0,0 0-1 0 0,0 0 0 0 0,0 0 0 0 0,-2 3 0 0 0,3-4-2 0 0,0 1 0 0 0,0-1 0 0 0,0 1 0 0 0,0-1 0 0 0,0 1 1 0 0,0 0-1 0 0,0-1 0 0 0,0 1 0 0 0,0-1 0 0 0,0 1 0 0 0,0 0 0 0 0,0-1 0 0 0,0 1 1 0 0,0 0-1 0 0,1 4 41 0 0,-1 0 3 0 0,0 1 0 0 0,1 0 0 0 0,-1 0 0 0 0,1 0 0 0 0,0 0 1 0 0,1 0-1 0 0,0-1 0 0 0,0 1 0 0 0,0 0 0 0 0,0-1 0 0 0,1 0 0 0 0,0 1 0 0 0,0-1 0 0 0,0-1 0 0 0,6 7 1 0 0,-2-2 20 0 0,0 0 0 0 0,1-1 1 0 0,1 0-1 0 0,0-1 1 0 0,0 0-1 0 0,0 0 0 0 0,0-1 1 0 0,1 0-1 0 0,0 0 1 0 0,18 6-1 0 0,-12-6 35 0 0,1-1 1 0 0,-1-1-1 0 0,1-1 0 0 0,0 0 1 0 0,0-1-1 0 0,26 0 0 0 0,-34-2-11 0 0,0 0 0 0 0,15-3-1 0 0,-21 3-62 0 0,0-1-1 0 0,0 0 0 0 0,0 0 0 0 0,1 0 1 0 0,-1-1-1 0 0,0 1 0 0 0,-1-1 1 0 0,1 0-1 0 0,0 0 0 0 0,4-4 0 0 0,-2 2 5 0 0,-1 0-1 0 0,0 0 0 0 0,0-1 1 0 0,0 0-1 0 0,-1 0 1 0 0,0 0-1 0 0,0 0 0 0 0,0-1 1 0 0,-1 1-1 0 0,1-1 0 0 0,-1 1 1 0 0,-1-1-1 0 0,1 0 1 0 0,-1 0-1 0 0,0 0 0 0 0,1-9 1 0 0,0-71 495 0 0,-2 86-506 0 0,0 16-725 0 0,0-12 691 0 0,0 0 0 0 0,1 0 1 0 0,0 0-1 0 0,0-1 0 0 0,0 1 0 0 0,0 0 1 0 0,1-1-1 0 0,2 6 0 0 0,18 27 137 0 0,-17-28-113 0 0,1 1 15 0 0,1 0 1 0 0,0-1-1 0 0,1 0 0 0 0,0 0 1 0 0,0-1-1 0 0,1 0 1 0 0,0 0-1 0 0,0-1 1 0 0,0 0-1 0 0,19 8 1 0 0,-25-12-9 0 0,1-1 0 0 0,-1 1 0 0 0,1-1 0 0 0,-1 0 0 0 0,1 0 0 0 0,0-1 0 0 0,-1 1 0 0 0,1-1 1 0 0,0 0-1 0 0,-1 1 0 0 0,1-2 0 0 0,4 1 0 0 0,-6-1-17 0 0,1 1 1 0 0,-1-1-1 0 0,0 0 0 0 0,0 0 0 0 0,0 0 1 0 0,1 0-1 0 0,-1 0 0 0 0,0 0 1 0 0,-1-1-1 0 0,1 1 0 0 0,0 0 1 0 0,0-1-1 0 0,0 0 0 0 0,-1 1 0 0 0,1-1 1 0 0,-1 0-1 0 0,1 0 0 0 0,-1 0 1 0 0,1-2-1 0 0,1-3-48 0 0,1 1 1 0 0,-2-1-1 0 0,1 0 1 0 0,-1 0-1 0 0,2-14 1 0 0,-2 5-54 0 0,-1-25 0 0 0,-1 41 94 0 0,0-1 0 0 0,0 1 0 0 0,0 0-1 0 0,0-1 1 0 0,0 1 0 0 0,0-1 0 0 0,0 1-1 0 0,0-1 1 0 0,0 1 0 0 0,1 0 0 0 0,-1-1 0 0 0,0 1-1 0 0,0-1 1 0 0,0 1 0 0 0,0-1 0 0 0,0 1 0 0 0,1 0-1 0 0,-1-1 1 0 0,0 1 0 0 0,0 0 0 0 0,1-1 0 0 0,-1 1-1 0 0,0 0 1 0 0,1-1 0 0 0,-1 1 0 0 0,1-1 0 0 0,0 1-24 0 0,-1 0 0 0 0,1 0 0 0 0,0 0 1 0 0,-1 0-1 0 0,1 0 0 0 0,0 0 0 0 0,-1 1 1 0 0,1-1-1 0 0,-1 0 0 0 0,1 0 0 0 0,0 0 1 0 0,-1 0-1 0 0,1 1 0 0 0,-1-1 0 0 0,1 0 1 0 0,0 1-1 0 0,4 2-154 0 0,0 1 0 0 0,0 0 0 0 0,4 4 0 0 0,-7-5 242 0 0,13 10-16 0 0,0-1-1 0 0,0 0 0 0 0,23 13 0 0 0,-31-21-368 0 0,1 0 0 0 0,0-1 0 0 0,0 1 0 0 0,0-2 0 0 0,1 1 0 0 0,-1-1 0 0 0,1 0-1 0 0,-1-1 1 0 0,17 1 0 0 0,-18-2-856 0 0,8 0-2737 0 0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4:34.3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9538 0 0,'0'0'11449'0'0,"12"32"-11684"0"0,37 106 263 0 0,-7-25 23 0 0,24 84 76 0 0,-41-117-187 0 0,-20-67-335 0 0,6 23 0 0 0,-11-36 354 0 0,0 0-1 0 0,0 0 1 0 0,0 1 0 0 0,0-1-1 0 0,0 0 1 0 0,0 0-1 0 0,0 0 1 0 0,0 0-1 0 0,0 0 1 0 0,0 0-1 0 0,0 0 1 0 0,0 1 0 0 0,0-1-1 0 0,0 0 1 0 0,0 0-1 0 0,0 0 1 0 0,0 0-1 0 0,0 0 1 0 0,0 0-1 0 0,0 1 1 0 0,0-1 0 0 0,0 0-1 0 0,0 0 1 0 0,0 0-1 0 0,0 0 1 0 0,0 0-1 0 0,0 0 1 0 0,0 0-1 0 0,0 0 1 0 0,0 1 0 0 0,-1-1-1 0 0,1 0 1 0 0,0 0-1 0 0,0 0 1 0 0,0 0-1 0 0,0 0 1 0 0,0 0-1 0 0,0 0 1 0 0,-5-2-213 0 0,-4-7 539 0 0,1-4-116 0 0,-1 0 0 0 0,2 0 0 0 0,0-1 0 0 0,0 0 1 0 0,2 0-1 0 0,-6-20 0 0 0,9 25 36 0 0,1 0 1 0 0,0 0-1 0 0,1 0 0 0 0,0 0 1 0 0,2-12-1 0 0,-2 20-166 0 0,0 0-1 0 0,0-1 1 0 0,0 1 0 0 0,1 0 0 0 0,-1 0-1 0 0,1 0 1 0 0,-1 0 0 0 0,0 0-1 0 0,1 0 1 0 0,0-1 0 0 0,-1 1-1 0 0,1 0 1 0 0,0 1 0 0 0,0-1-1 0 0,-1 0 1 0 0,1 0 0 0 0,0 0-1 0 0,2-1 1 0 0,-1 1-6 0 0,0 0 0 0 0,0-1 0 0 0,0 1 0 0 0,1 1 0 0 0,-1-1 0 0 0,1 0-1 0 0,-1 0 1 0 0,5 0 0 0 0,-1 1-42 0 0,0-1-1 0 0,0 1 1 0 0,1 0-1 0 0,-1 1 0 0 0,0 0 1 0 0,10 2-1 0 0,4 4 37 0 0,-1 0-1 0 0,25 14 0 0 0,-17-8 113 0 0,-1 1 333 0 0,30 22 1 0 0,-30-19-114 0 0,-13-8-122 0 0,0 1 0 0 0,21 22 0 0 0,-30-27-223 0 0,15 17 127 0 0,-1-1-2886 0 0,-16-19 2808 0 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4:34.5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0 12099 0 0,'0'0'8897'0'0,"-9"19"-12425"0"0,4-6 1375 0 0,3 1-1608 0 0,1-4-599 0 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4:34.9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36 5617 0 0,'0'0'17221'0'0,"18"13"-17146"0"0,57 42-24 0 0,-45-30-6 0 0,-19-10 6 0 0,-3-3-9 0 0,-4-7-25 0 0,3 5 42 0 0,1 0 0 0 0,16 16 0 0 0,-10-13 17 0 0,-12-10-38 0 0,2 0 0 0 0,-1 0 0 0 0,0 0 0 0 0,6 4 0 0 0,-5-6 74 0 0,-1 1-1 0 0,1 0 1 0 0,-1-1-1 0 0,1 1 0 0 0,-1-1 1 0 0,1 0-1 0 0,0 0 1 0 0,0-1-1 0 0,0 1 0 0 0,-1-1 1 0 0,1 0-1 0 0,7 0 1 0 0,-10 0-77 0 0,0-1 0 0 0,0 1 1 0 0,0 0-1 0 0,1-1 0 0 0,-1 1 1 0 0,0-1-1 0 0,0 1 0 0 0,0-1 0 0 0,0 1 1 0 0,0-1-1 0 0,0 0 0 0 0,0 1 1 0 0,0-1-1 0 0,0 0 0 0 0,0 0 1 0 0,-1 0-1 0 0,1 0 0 0 0,0 0 1 0 0,0-1-1 0 0,13-23 340 0 0,-11 20-316 0 0,7-18-22 0 0,-2 0 0 0 0,0 0-1 0 0,-2-1 1 0 0,5-28 0 0 0,-8 40-853 0 0,-1 1 0 0 0,2 0 0 0 0,6-16 1 0 0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4:35.3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0 202 0 0 0,'0'0'19423'0'0,"29"-17"-18638"0"0,89-54-31 0 0,-90 52-398 0 0,-21 11-12 0 0,-4 0 118 0 0,0 1 1 0 0,-1-1-1 0 0,0 0 1 0 0,0 0-1 0 0,0 0 1 0 0,-1 0-1 0 0,0-15 0 0 0,-1 22-460 0 0,-1 1 0 0 0,1-1 0 0 0,0 1-1 0 0,0-1 1 0 0,0 1 0 0 0,-1-1 0 0 0,1 1 0 0 0,0 0-1 0 0,-1-1 1 0 0,1 1 0 0 0,0-1 0 0 0,-1 1-1 0 0,1 0 1 0 0,-1 0 0 0 0,1-1 0 0 0,0 1-1 0 0,-1 0 1 0 0,1-1 0 0 0,-1 1 0 0 0,1 0-1 0 0,-1 0 1 0 0,1 0 0 0 0,-1 0 0 0 0,1-1 0 0 0,-1 1-1 0 0,1 0 1 0 0,-1 0 0 0 0,1 0 0 0 0,-1 0-1 0 0,1 0 1 0 0,-1 0 0 0 0,1 0 0 0 0,-1 1-1 0 0,0-1 1 0 0,-1 0-29 0 0,-1 0 0 0 0,1 0 0 0 0,0 1 0 0 0,-1-1 0 0 0,1 1 0 0 0,0-1 0 0 0,-2 2 0 0 0,-4 3 6 0 0,2 0 0 0 0,-1 0 0 0 0,0 0 0 0 0,1 1 0 0 0,0 0 0 0 0,1 1 0 0 0,-1-1 0 0 0,1 1 0 0 0,0 0 0 0 0,1 0 0 0 0,0 0 0 0 0,0 1 0 0 0,0 0 0 0 0,1 0 0 0 0,-2 8 0 0 0,3-5 38 0 0,0-1 1 0 0,1 0-1 0 0,0 1 1 0 0,1-1-1 0 0,2 21 1 0 0,-1-28 16 0 0,0 0 0 0 0,0 1 0 0 0,1-1 0 0 0,-1 0 0 0 0,1 0 0 0 0,-1 0 0 0 0,1 0 0 0 0,0 0 0 0 0,0 0 0 0 0,4 4 0 0 0,0-1 85 0 0,0 0 0 0 0,1 0 1 0 0,7 5-1 0 0,-1-3 6 0 0,0-1 0 0 0,1 0 0 0 0,-1-1 0 0 0,1-1 0 0 0,1 0 0 0 0,-1-1 0 0 0,18 3 0 0 0,-2-3-81 0 0,-1-1 0 0 0,1-2 1 0 0,36-3-1 0 0,-61 2-70 0 0,33-3-659 0 0,-3 1-3782 0 0,-13 2-6939 0 0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4:36.6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121 210 5953 0 0,'0'0'10483'0'0,"4"17"-10010"0"0,12 53-90 0 0,-14-63-262 0 0,-1-1 1 0 0,1 1 0 0 0,1-1 0 0 0,3 9-1 0 0,0-3 128 0 0,1 3 28 0 0,10 16 0 0 0,3 6 29 0 0,-19-36-292 0 0,-1 0-1 0 0,1 1 0 0 0,-1-1 0 0 0,1 0 1 0 0,0 0-1 0 0,0 0 0 0 0,0 0 1 0 0,0-1-1 0 0,1 2 0 0 0,4 6 113 0 0,-8-13 340 0 0,-1 0 1 0 0,0 0-1 0 0,0 0 0 0 0,-1 0 0 0 0,-4-4 1 0 0,-26-27-499 0 0,3 2 327 0 0,-49-73 1152 0 0,73 96-1227 0 0,1 0 1 0 0,0 0-1 0 0,0-1 0 0 0,1 0 1 0 0,0 0-1 0 0,1 0 0 0 0,1-1 1 0 0,0 0-1 0 0,0 1 1 0 0,2-1-1 0 0,-1-15 0 0 0,1 24-128 0 0,1-1 1 0 0,1 0-1 0 0,-1 1 0 0 0,1-1 0 0 0,-1 1 0 0 0,3-6 0 0 0,-2 8-80 0 0,0 0 0 0 0,0 0 0 0 0,0 0 0 0 0,1 0 0 0 0,-1 0 0 0 0,0 0 0 0 0,1 0 0 0 0,-1 1 0 0 0,1-1 0 0 0,0 1 0 0 0,0-1 0 0 0,0 1 0 0 0,-1 0 0 0 0,5-2-1 0 0,-1 0-53 0 0,0 1-1 0 0,0 0 1 0 0,0 0-1 0 0,0 0 0 0 0,0 0 1 0 0,1 1-1 0 0,-1 0 1 0 0,1 0-1 0 0,-1 1 1 0 0,7 0-1 0 0,-4 0 24 0 0,0 1 1 0 0,0 0 0 0 0,1 0-1 0 0,-1 1 1 0 0,0 0-1 0 0,9 4 1 0 0,-5-1-392 0 0,1 1 0 0 0,-1 1 1 0 0,13 8-1 0 0,-11-5-2090 0 0,24 21 0 0 0,-22-16-1016 0 0,14 13-7237 0 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4:37.4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282 88 5529 0 0,'0'0'17347'0'0,"-34"-7"-16766"0"0,-102-24-33 0 0,92 22-208 0 0,29 9-37 0 0,6 0-156 0 0,5 0-84 0 0,1 0 0 0 0,0 0 1 0 0,0 0 0 0 0,-1 0-1 0 0,1 0 1 0 0,0 1 0 0 0,-5 1-1 0 0,7-2-51 0 0,0 1 0 0 0,0-1-1 0 0,1 1 1 0 0,-1-1-1 0 0,0 1 1 0 0,0-1 0 0 0,1 1-1 0 0,-1 0 1 0 0,0-1-1 0 0,1 1 1 0 0,-1 0 0 0 0,1-1-1 0 0,-1 1 1 0 0,1 0-1 0 0,-1 0 1 0 0,1 0 0 0 0,0 0-1 0 0,-1-1 1 0 0,1 1-1 0 0,0 0 1 0 0,-1 0 0 0 0,1 0-1 0 0,0 0 1 0 0,0 0-1 0 0,0 0 1 0 0,0 0 0 0 0,0 1-1 0 0,0 7 84 0 0,0-1 0 0 0,3 14 0 0 0,-2-19-66 0 0,-1 0-1 0 0,1 1 1 0 0,0-1-1 0 0,1 0 1 0 0,-1 0-1 0 0,0-1 1 0 0,1 1-1 0 0,0 0 1 0 0,-1 0-1 0 0,4 2 1 0 0,1 3 22 0 0,1-1 0 0 0,0 0-1 0 0,0-1 1 0 0,1 1 0 0 0,0-2 0 0 0,0 1 0 0 0,0-1 0 0 0,0 0-1 0 0,1 0 1 0 0,0-1 0 0 0,0-1 0 0 0,1 1 0 0 0,-1-2 0 0 0,0 1-1 0 0,1-1 1 0 0,0 0 0 0 0,12 0 0 0 0,-15-2 13 0 0,0-1 1 0 0,-1 1-1 0 0,1-1 0 0 0,0 0 1 0 0,10-4-1 0 0,-15 5-47 0 0,0-1 0 0 0,0 0 0 0 0,0 0 0 0 0,0 0-1 0 0,0 0 1 0 0,-1 0 0 0 0,1 0 0 0 0,0 0 0 0 0,0 0 0 0 0,-1-1 0 0 0,1 1 0 0 0,-1-1 0 0 0,0 1 0 0 0,1-1-1 0 0,-1 0 1 0 0,0 0 0 0 0,0 1 0 0 0,0-1 0 0 0,0 0 0 0 0,0 0 0 0 0,0 0 0 0 0,0-3 0 0 0,0-1 9 0 0,2-2-2 0 0,-2-1 0 0 0,1 1 1 0 0,-1-1-1 0 0,0 1 0 0 0,-1-1 0 0 0,-1-15 1 0 0,-4-2 76 0 0,-11-32 0 0 0,15 44 71 0 0,1 14-153 0 0,0 0-22 0 0,0 0 0 0 0,0 0 0 0 0,0 0 0 0 0,0 0 0 0 0,0 0 0 0 0,0 0 0 0 0,0 0 0 0 0,0 0-1 0 0,0 1 1 0 0,0-1 0 0 0,0 0 0 0 0,0 0 0 0 0,0 0 0 0 0,0 0 0 0 0,0 0 0 0 0,0 0 0 0 0,0 0 0 0 0,0 0 0 0 0,0 1 0 0 0,0-1 0 0 0,0 0 0 0 0,0 0 0 0 0,0 0-1 0 0,0 0 1 0 0,0 0 0 0 0,0 0 0 0 0,0 0 0 0 0,0 0 0 0 0,0 0 0 0 0,0 1 0 0 0,0-1 0 0 0,0 0 0 0 0,0 0 0 0 0,1 0 0 0 0,-1 0 0 0 0,0 0 0 0 0,0 0-1 0 0,0 0 1 0 0,0 0 0 0 0,0 0 0 0 0,0 0 0 0 0,0 0 0 0 0,0 0 0 0 0,0 0 0 0 0,1 0 0 0 0,-1 0 0 0 0,0 0 0 0 0,0 0 0 0 0,0 0 0 0 0,9 9-65 0 0,-1 0 1 0 0,11 13 0 0 0,8 10-33 0 0,2-4 116 0 0,41 32 0 0 0,-52-48-8 0 0,0 1 1 0 0,1-2-1 0 0,0-1 0 0 0,21 9 1 0 0,-28-14 6 0 0,0-1 0 0 0,0-1 1 0 0,0 0-1 0 0,0 0 1 0 0,1-1-1 0 0,-1-1 1 0 0,1 0-1 0 0,21-2 0 0 0,-33 1-6 0 0,1 0 0 0 0,-1 0 0 0 0,1-1 0 0 0,0 1 0 0 0,-1-1 0 0 0,1 1 0 0 0,-1-1 0 0 0,1 0 0 0 0,-1 1 0 0 0,1-1 0 0 0,-1 0 0 0 0,0 0 0 0 0,0 0 0 0 0,1 0 0 0 0,-1 0-1 0 0,0 0 1 0 0,0-1 0 0 0,0 1 0 0 0,0 0 0 0 0,0-1 0 0 0,0 1 0 0 0,0 0 0 0 0,-1-1 0 0 0,1 1 0 0 0,0-1 0 0 0,-1 1 0 0 0,1-1 0 0 0,0-2 0 0 0,0-5 3 0 0,1 1 0 0 0,-1-1 1 0 0,-1 1-1 0 0,0-12 1 0 0,0 11-7 0 0,0 3-6 0 0,0 0 0 0 0,-1 1-1 0 0,0-1 1 0 0,0 0 0 0 0,0 1-1 0 0,0-1 1 0 0,-1 1 0 0 0,0-1-1 0 0,0 1 1 0 0,-4-7-1 0 0,4 7-313 0 0,7 8 163 0 0,10 14 75 0 0,-12-14 55 0 0,85 82-13 0 0,-86-83 33 0 0,0 0-1 0 0,0-1 0 0 0,0 1 1 0 0,0-1-1 0 0,1 0 0 0 0,-1 1 1 0 0,0-1-1 0 0,1 0 1 0 0,-1-1-1 0 0,1 1 0 0 0,0 0 1 0 0,4 0-1 0 0,-7-1 17 0 0,7-4 98 0 0,-7 3-113 0 0,1 0 0 0 0,0 0 0 0 0,-1-1 0 0 0,1 1 0 0 0,-1 0 0 0 0,1 0 0 0 0,0 1 0 0 0,0-1 0 0 0,0 0 0 0 0,-1 0 0 0 0,1 0 0 0 0,0 0 0 0 0,0 1 0 0 0,0-1 0 0 0,0 0 0 0 0,0 1 0 0 0,0-1 0 0 0,1 1 0 0 0,-1-1 0 0 0,0 1 0 0 0,0 0 0 0 0,0-1 0 0 0,0 1 0 0 0,2 0 0 0 0,4-1-67 0 0,1 0 0 0 0,12 0-1 0 0,-15 1 19 0 0,7 1-25 0 0,1 0-1 0 0,-1 0 0 0 0,0 2 1 0 0,14 3-1 0 0,48 19-304 0 0,-40-13-122 0 0,22 5-970 0 0,-18-8-3105 0 0,-30-7 2697 0 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4:38.3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232 214 2369 0 0,'0'0'20393'0'0,"-20"-19"-19789"0"0,-64-59-89 0 0,80 74-461 0 0,0 1 0 0 0,0 0-1 0 0,-8-4 1 0 0,1 4 130 0 0,5 3-87 0 0,0 0 0 0 0,0 1 0 0 0,1-1-1 0 0,-1 1 1 0 0,-7 2 0 0 0,11-2-79 0 0,0 0-1 0 0,-1 0 1 0 0,1 0 0 0 0,0 0-1 0 0,0 0 1 0 0,0 1-1 0 0,0-1 1 0 0,0 1 0 0 0,0-1-1 0 0,1 1 1 0 0,-1 0-1 0 0,0-1 1 0 0,1 1 0 0 0,-1 0-1 0 0,-1 4 1 0 0,0 0 9 0 0,0 0 1 0 0,1 0-1 0 0,-1 0 1 0 0,1 1 0 0 0,1-1-1 0 0,-1 1 1 0 0,1-1-1 0 0,0 1 1 0 0,1-1-1 0 0,0 1 1 0 0,0 8-1 0 0,1-11-11 0 0,-1-1-1 0 0,1 0 0 0 0,0 0 1 0 0,0 0-1 0 0,1 0 0 0 0,-1 0 1 0 0,1 0-1 0 0,-1 0 0 0 0,1 0 1 0 0,0 0-1 0 0,0-1 0 0 0,0 1 1 0 0,3 2-1 0 0,1 1 84 0 0,1 0-1 0 0,0 0 1 0 0,14 9 0 0 0,-16-13-23 0 0,0 0 0 0 0,0 0-1 0 0,0 0 1 0 0,1 0 0 0 0,-1-1 0 0 0,1 0 0 0 0,-1 0-1 0 0,1-1 1 0 0,-1 1 0 0 0,1-1 0 0 0,-1-1 0 0 0,7 0-1 0 0,-9 1-51 0 0,-1-1 0 0 0,1 1 0 0 0,-1-1 0 0 0,1 0 0 0 0,-1 0-1 0 0,1 0 1 0 0,-1-1 0 0 0,0 1 0 0 0,1 0 0 0 0,-1-1-1 0 0,0 1 1 0 0,2-3 0 0 0,24-26 134 0 0,-20 21-121 0 0,5-6-11 0 0,-10 10-30 0 0,1 0 0 0 0,0 0 0 0 0,5-4 0 0 0,-8 9-15 0 0,-1 0 0 0 0,1-1 0 0 0,-1 1 0 0 0,0-1 0 0 0,1 1 0 0 0,-1 0 0 0 0,1 0 0 0 0,-1-1-1 0 0,1 1 1 0 0,-1 0 0 0 0,1 0 0 0 0,0-1 0 0 0,-1 1 0 0 0,1 0 0 0 0,-1 0 0 0 0,1 0 0 0 0,-1 0 0 0 0,1 0 0 0 0,0 0 0 0 0,-1 0-1 0 0,1 0 1 0 0,-1 0 0 0 0,1 0 0 0 0,0 0 0 0 0,-1 0 0 0 0,1 0 0 0 0,-1 1 0 0 0,1-1 0 0 0,-1 0 0 0 0,1 0 0 0 0,-1 1-1 0 0,1-1 1 0 0,-1 0 0 0 0,1 1 0 0 0,-1-1 0 0 0,1 1 0 0 0,2 2-89 0 0,-1 0 1 0 0,0-1-1 0 0,0 1 0 0 0,-1 0 0 0 0,3 5 0 0 0,0 0 90 0 0,1 2-42 0 0,-1-1-1 0 0,4 13 0 0 0,4 11-6 0 0,-6-18 34 0 0,-2 1-1 0 0,5 21 1 0 0,-4-15 1 0 0,0 7 3 0 0,-2 0 1 0 0,-1 1-1 0 0,-3 55 0 0 0,1-82 27 0 0,-1 5-32 0 0,0 0 1 0 0,0 0-1 0 0,-1 0 1 0 0,0-1 0 0 0,-5 14-1 0 0,5-17 9 0 0,1-1 1 0 0,-1 0 0 0 0,1 0 1 0 0,-1 0-1 0 0,1 0 0 0 0,-1-1 0 0 0,0 1 0 0 0,0-1 1 0 0,0 1-1 0 0,0-1 0 0 0,-1 0 0 0 0,1 0 0 0 0,-1 0 1 0 0,1 0-1 0 0,-1 0 0 0 0,0 0 0 0 0,1-1 0 0 0,-1 0 0 0 0,0 1 1 0 0,0-1-1 0 0,0 0 0 0 0,0 0 0 0 0,0-1 0 0 0,-1 1 1 0 0,-3 0-1 0 0,1-1 19 0 0,-1 1 0 0 0,0-1 1 0 0,1-1-1 0 0,-1 1 0 0 0,1-1 1 0 0,0 0-1 0 0,-1-1 0 0 0,1 0 1 0 0,0 0-1 0 0,-11-5 0 0 0,7 2 34 0 0,0 0 0 0 0,0 0 0 0 0,1-2 0 0 0,0 1-1 0 0,0-1 1 0 0,1 0 0 0 0,0-1 0 0 0,0 1 0 0 0,1-2 0 0 0,0 1-1 0 0,0-1 1 0 0,-5-10 0 0 0,8 12-16 0 0,-19-38 63 0 0,20 40-66 0 0,1-1 0 0 0,0 0 0 0 0,1 0 1 0 0,-1-1-1 0 0,1 1 0 0 0,0-7 0 0 0,1 7-15 0 0,0 0-1 0 0,0 0 1 0 0,0 0-1 0 0,1 1 1 0 0,0-1-1 0 0,0 0 1 0 0,0 0-1 0 0,3-5 1 0 0,-2 7-27 0 0,0 0 0 0 0,0 0 0 0 0,1 0 0 0 0,-1 0 0 0 0,1 1 0 0 0,0-1 1 0 0,0 1-1 0 0,0 0 0 0 0,1-1 0 0 0,-1 2 0 0 0,5-4 0 0 0,7-4-135 0 0,0 1-1 0 0,1 0 1 0 0,0 1-1 0 0,33-11 1 0 0,72-12-334 0 0,-45 14 215 0 0,-4-1 71 0 0,44-12-32 0 0,-93 23 291 0 0,-1-2-1 0 0,41-20 1 0 0,-58 26 31 0 0,0 0 1 0 0,-1 0-1 0 0,1 0 1 0 0,-1-1-1 0 0,1 0 1 0 0,-1 0-1 0 0,0 0 0 0 0,-1 0 1 0 0,1-1-1 0 0,-1 1 1 0 0,3-6-1 0 0,-4 7-19 0 0,-1 0-1 0 0,1 0 1 0 0,-1 0 0 0 0,0-1-1 0 0,0 1 1 0 0,-1 0 0 0 0,1 0-1 0 0,-1-1 1 0 0,1 1-1 0 0,-1 0 1 0 0,0-1 0 0 0,0 1-1 0 0,-1 0 1 0 0,1 0 0 0 0,-1-1-1 0 0,1 1 1 0 0,-1 0-1 0 0,0 0 1 0 0,-3-6 0 0 0,3 5-50 0 0,-1 1 0 0 0,0 0 1 0 0,0-1-1 0 0,-1 1 0 0 0,1 0 0 0 0,-1 0 1 0 0,1 1-1 0 0,-1-1 0 0 0,0 0 1 0 0,0 1-1 0 0,0 0 0 0 0,0 0 1 0 0,0 0-1 0 0,-1 0 0 0 0,1 0 0 0 0,-1 0 1 0 0,1 1-1 0 0,-1 0 0 0 0,1 0 1 0 0,-1 0-1 0 0,0 0 0 0 0,0 0 0 0 0,1 1 1 0 0,-5 0-1 0 0,5-1-8 0 0,0 1-1 0 0,0 0 1 0 0,1 0-1 0 0,-1 0 1 0 0,0 1-1 0 0,0-1 1 0 0,1 0-1 0 0,-1 1 1 0 0,0 0 0 0 0,1 0-1 0 0,-1 0 1 0 0,1 0-1 0 0,-1 0 1 0 0,1 0-1 0 0,0 1 1 0 0,-1-1-1 0 0,1 1 1 0 0,0 0-1 0 0,0 0 1 0 0,0 0 0 0 0,0 0-1 0 0,0 0 1 0 0,0 0-1 0 0,-1 3 1 0 0,-1 1 2 0 0,0-1 0 0 0,1 1-1 0 0,0 0 1 0 0,0 0 0 0 0,1 0 0 0 0,-1 1 0 0 0,1-1 0 0 0,1 1 0 0 0,-1-1 0 0 0,1 1 0 0 0,0-1 0 0 0,1 1 0 0 0,-1 0 0 0 0,1-1 0 0 0,1 1-1 0 0,1 9 1 0 0,-1-12 17 0 0,0 0-1 0 0,0 0 0 0 0,1 0 1 0 0,0-1-1 0 0,-1 1 0 0 0,1-1 0 0 0,1 1 1 0 0,-1-1-1 0 0,5 6 0 0 0,-2-3 8 0 0,1-1 0 0 0,-1 0-1 0 0,1 0 1 0 0,8 5 0 0 0,2 0-58 0 0,0-1 1 0 0,1-1-1 0 0,0 0 1 0 0,0-1-1 0 0,0-1 0 0 0,1-1 1 0 0,0 0-1 0 0,0-1 1 0 0,0-1-1 0 0,1-1 1 0 0,21 0-1 0 0,-33-2-618 0 0,29 0-1094 0 0,-24 0-1673 0 0,0 0-3297 0 0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4:41.0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218 29 3081 0 0,'0'0'15899'0'0,"24"-4"-15603"0"0,72-15-66 0 0,-68 14-94 0 0,-28 5-130 0 0,1 0 0 0 0,-1 0-1 0 0,0 0 1 0 0,0 0 0 0 0,1 0 0 0 0,-1 0 0 0 0,0 0-1 0 0,0 0 1 0 0,1 0 0 0 0,-1 0 0 0 0,0 0 0 0 0,0 0-1 0 0,0 0 1 0 0,1 0 0 0 0,-1 0 0 0 0,0 0 0 0 0,0 1-1 0 0,1-1 1 0 0,-1 0 0 0 0,0 0 0 0 0,0 0-1 0 0,0 0 1 0 0,1 0 0 0 0,-1 0 0 0 0,0 1 0 0 0,0-1-1 0 0,0 0 1 0 0,4 3 81 0 0,-3-2-77 0 0,-1 0-1 0 0,1 0 1 0 0,-1-1-1 0 0,1 1 1 0 0,0 0 0 0 0,-1 0-1 0 0,0 0 1 0 0,1 0-1 0 0,-1 0 1 0 0,1 0 0 0 0,-1 0-1 0 0,0 0 1 0 0,0 0 0 0 0,0 0-1 0 0,0 0 1 0 0,1 0-1 0 0,-1 0 1 0 0,0 0 0 0 0,-1 0-1 0 0,1 0 1 0 0,0 0-1 0 0,0 1 1 0 0,-1 3 28 0 0,0-1 0 0 0,0 0 0 0 0,0 1 0 0 0,-3 4 0 0 0,-2 5 109 0 0,1-3-42 0 0,1-1 0 0 0,-2 0-1 0 0,1 0 1 0 0,-1 0 0 0 0,-9 10 0 0 0,11-15-45 0 0,1-1-1 0 0,-1 0 1 0 0,-1 0 0 0 0,1 0 0 0 0,0-1 0 0 0,-1 1 0 0 0,0-1-1 0 0,0 0 1 0 0,0-1 0 0 0,0 1 0 0 0,0-1 0 0 0,0 0-1 0 0,-1 0 1 0 0,1 0 0 0 0,-1-1 0 0 0,1 0 0 0 0,-1 0-1 0 0,0-1 1 0 0,-10 1 0 0 0,15-1-56 0 0,-25 0 142 0 0,-27-4 0 0 0,45 3-114 0 0,-1 0 1 0 0,1-1-1 0 0,0 0 0 0 0,0-1 1 0 0,1 1-1 0 0,-1-2 1 0 0,-11-5-1 0 0,14 6-3 0 0,-3-2 180 0 0,0 0 0 0 0,-12-11-1 0 0,18 14-127 0 0,0 1 0 0 0,0-1 0 0 0,0 0-1 0 0,1 0 1 0 0,-1 0 0 0 0,1 0-1 0 0,0 0 1 0 0,-1-1 0 0 0,1 1 0 0 0,0 0-1 0 0,0-1 1 0 0,1 1 0 0 0,-1 0 0 0 0,0-1-1 0 0,0-3 1 0 0,1 2 123 0 0,-1 0 0 0 0,1 0 1 0 0,0 0-1 0 0,1-1 0 0 0,0-6 1 0 0,0 9-170 0 0,-1 0 0 0 0,1 1 0 0 0,0-1 0 0 0,0 0 0 0 0,0 0 0 0 0,0 1 0 0 0,0-1 1 0 0,0 0-1 0 0,1 1 0 0 0,-1-1 0 0 0,0 1 0 0 0,1 0 0 0 0,-1-1 0 0 0,3 0 0 0 0,2-2-51 0 0,0 1-1 0 0,0-1 1 0 0,0 1-1 0 0,1 0 1 0 0,-1 1-1 0 0,1 0 1 0 0,10-3-1 0 0,49-5-940 0 0,-59 10 723 0 0,5-1-1482 0 0,17 0-1 0 0,-25 1-940 0 0,1 1 0 0 0,-1-1 1 0 0,9 3-1 0 0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4:42.8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429 278 0 0 0,'0'0'19918'0'0,"-27"-28"-19260"0"0,-85-87-80 0 0,78 82-220 0 0,26 26-61 0 0,1 2-87 0 0,-42-32 1068 0 0,42 32-1224 0 0,0 1 0 0 0,0 1 1 0 0,-1-1-1 0 0,1 1 0 0 0,-12-3 0 0 0,-16-3 22 0 0,24 4-50 0 0,4 2-4 0 0,3 2 10 0 0,2 1-14 0 0,0 0-1 0 0,0 0 1 0 0,1 0 0 0 0,-1 0-1 0 0,0-1 1 0 0,0 1 0 0 0,1-1-1 0 0,-1 1 1 0 0,0-1-1 0 0,1 0 1 0 0,-1 1 0 0 0,0-1-1 0 0,-1-2 1 0 0,1 3-19 0 0,0 0 0 0 0,1-1 1 0 0,-1 1-1 0 0,0 0 0 0 0,1 0 0 0 0,-1 0 0 0 0,0 0 0 0 0,-1 1 0 0 0,0-1-54 0 0,2 0 50 0 0,1 0-1 0 0,-1 0 0 0 0,1 0 0 0 0,-1 0 1 0 0,0 0-1 0 0,1 0 0 0 0,-1 0 1 0 0,0 0-1 0 0,1 0 0 0 0,-1 1 0 0 0,1-1 1 0 0,-1 0-1 0 0,1 0 0 0 0,-1 1 0 0 0,0-1 1 0 0,1 0-1 0 0,-1 1 0 0 0,1-1 0 0 0,-1 0 1 0 0,1 1-1 0 0,0-1 0 0 0,-1 1 0 0 0,1-1 1 0 0,-1 1-1 0 0,1-1 0 0 0,0 1 0 0 0,-1-1 1 0 0,1 1-1 0 0,0 0 0 0 0,0-1 1 0 0,-1 1-1 0 0,1-1 0 0 0,0 2 0 0 0,-5 8-72 0 0,3-6 76 0 0,0-1-1 0 0,1 0 1 0 0,-1 0-1 0 0,1 1 1 0 0,0-1 0 0 0,0 1-1 0 0,0-1 1 0 0,1 1-1 0 0,-1 3 1 0 0,1 36 89 0 0,0-25-33 0 0,0-1 13 0 0,1 0-1 0 0,0 0 0 0 0,7 30 1 0 0,15 37 164 0 0,3-1-1 0 0,70 150 1 0 0,56 87-16 0 0,-149-313-229 0 0,21 50 23 0 0,-21-49-68 0 0,-1 0-1 0 0,0 0 0 0 0,0 0 0 0 0,-1 0 1 0 0,1 13-1 0 0,-2-21 17 0 0,0 0 1 0 0,-1 0-1 0 0,1 0 0 0 0,0 1 1 0 0,0-1-1 0 0,-1 0 0 0 0,1 0 1 0 0,0 1-1 0 0,-1-1 0 0 0,1 0 1 0 0,0 0-1 0 0,0 0 0 0 0,-1 0 0 0 0,1 0 1 0 0,0 0-1 0 0,-1 0 0 0 0,1 1 1 0 0,0-1-1 0 0,-1 0 0 0 0,1 0 1 0 0,0 0-1 0 0,-1 0 0 0 0,1 0 1 0 0,0 0-1 0 0,-1-1 0 0 0,1 1 1 0 0,0 0-1 0 0,-1 0 0 0 0,-12-3-962 0 0,10 2 692 0 0,0-1 0 0 0,1 0 1 0 0,-1 0-1 0 0,0 0 0 0 0,1 0 0 0 0,0-1 1 0 0,-1 1-1 0 0,-1-3 0 0 0,-18-26-3405 0 0,11 14 1193 0 0,-12-19-5201 0 0,14 23 2137 0 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4:43.0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337 54 8970 0 0,'0'0'12151'0'0,"-32"-5"-11729"0"0,-97-20-118 0 0,59 10 72 0 0,63 14-770 0 0,-53-6 1131 0 0,41 7-3306 0 0,0 1-3901 0 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4:45.3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141 184 5929 0 0,'0'0'16322'0'0,"-4"-11"-15427"0"0,-10-34-132 0 0,14 43-635 0 0,0 0-1 0 0,-1 1 0 0 0,0-1 1 0 0,1 0-1 0 0,-1 1 1 0 0,0-1-1 0 0,0 1 0 0 0,0-1 1 0 0,0 1-1 0 0,0-1 1 0 0,0 1-1 0 0,0 0 1 0 0,-1-1-1 0 0,1 1 0 0 0,-2-2 1 0 0,0 1 240 0 0,3 2-344 0 0,-1 0 0 0 0,1 0 0 0 0,0 0 0 0 0,0 0 0 0 0,0 0 0 0 0,-1 0 0 0 0,1-1 0 0 0,0 1 0 0 0,0 0 0 0 0,-1 0 0 0 0,1 0 0 0 0,0 0 0 0 0,0 0 0 0 0,-1 0 0 0 0,1 0 0 0 0,0 0 0 0 0,0 0 0 0 0,-1 0 0 0 0,1 0 0 0 0,0 0 0 0 0,0 0 0 0 0,-1 1 0 0 0,1-1 0 0 0,0 0 0 0 0,0 0 0 0 0,0 0 0 0 0,-1 0 0 0 0,1 0 0 0 0,0 0 1 0 0,0 1-1 0 0,0-1 0 0 0,-1 0 0 0 0,1 0 0 0 0,-7 11 51 0 0,0 12-208 0 0,4-2 160 0 0,2-1-1 0 0,0 0 1 0 0,1 1 0 0 0,1-1-1 0 0,1 0 1 0 0,8 35 0 0 0,16 89 58 0 0,-25-134-82 0 0,2 11 1 0 0,0-7 389 0 0,-2-12 441 0 0,-2-8-297 0 0,-11-44-38 0 0,3 1-476 0 0,-3 0-1 0 0,-26-71 1 0 0,-1-5 14 0 0,36 114-42 0 0,0 4-9 0 0,2-1 0 0 0,-1 1 0 0 0,1 0 0 0 0,-1-15 1 0 0,6 24-353 0 0,-1 0 310 0 0,-1 0 0 0 0,0 0 0 0 0,1 0 0 0 0,-1 0 0 0 0,0 1 0 0 0,0-1 0 0 0,3 6 0 0 0,6 7-44 0 0,39 44 55 0 0,106 98-1 0 0,-128-134 70 0 0,0-2-1 0 0,2 0 1 0 0,1-2-1 0 0,0-1 1 0 0,1-2-1 0 0,46 17 0 0 0,-70-31 28 0 0,0 0 1 0 0,0 0-1 0 0,0-1 0 0 0,1 0 0 0 0,-1-1 0 0 0,0 0 0 0 0,10-1 0 0 0,-17 1-33 0 0,0 0 1 0 0,1 0 0 0 0,-1-1 0 0 0,0 1 0 0 0,0 0-1 0 0,1-1 1 0 0,-1 1 0 0 0,0-1 0 0 0,0 0 0 0 0,0 1-1 0 0,0-1 1 0 0,0 0 0 0 0,0 1 0 0 0,0-1-1 0 0,0 0 1 0 0,0 0 0 0 0,0 0 0 0 0,0 0 0 0 0,0 0-1 0 0,-1 0 1 0 0,1 0 0 0 0,0-1 0 0 0,-1 1 0 0 0,1 0-1 0 0,-1 0 1 0 0,1 0 0 0 0,-1-1 0 0 0,0 1 0 0 0,1-2-1 0 0,0-5 37 0 0,0 0 1 0 0,0 1-1 0 0,-1-16 0 0 0,-1 11-39 0 0,1-2-14 0 0,-2 1 0 0 0,0-1 0 0 0,0 1 0 0 0,-1 0 0 0 0,-1 0 0 0 0,0 0 0 0 0,-7-14 0 0 0,-47-84-83 0 0,52 100 72 0 0,-6-10-119 0 0,4 4-378 0 0,-2 1 0 0 0,0 1 0 0 0,0-1-1 0 0,-17-17 1 0 0,26 32 150 0 0,0 0 1 0 0,0 0-1 0 0,-1 0 0 0 0,1 0 1 0 0,0 0-1 0 0,0 0 0 0 0,-1 1 0 0 0,1-1 1 0 0,-1 0-1 0 0,1 1 0 0 0,-3-1 0 0 0,-2 0-3870 0 0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4:45.8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1 10282 0 0,'0'0'11367'0'0,"-1"6"-11179"0"0,0-3-181 0 0,-6 22 265 0 0,6-23-231 0 0,1 0 1 0 0,0 0-1 0 0,0 0 0 0 0,0 0 0 0 0,0 0 0 0 0,0 0 1 0 0,0 0-1 0 0,1 1 0 0 0,-1-1 0 0 0,1 0 0 0 0,-1 0 0 0 0,1 0 1 0 0,1 1-1 0 0,7 13-169 0 0,0-1-1 0 0,2-1 1 0 0,0 0 0 0 0,0-1 0 0 0,18 17-1 0 0,-28-29 7 0 0,16 12-4365 0 0,-4-7-5108 0 0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4:46.0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1 9578 0 0,'0'0'10106'0'0,"-6"31"-19668"0"0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4:46.5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0 9874 0 0,'0'0'12992'0'0,"0"2"-12882"0"0,-1-1-132 0 0,1 0 0 0 0,-1 1 0 0 0,1-1 1 0 0,0 0-1 0 0,-1 1 0 0 0,1-1 1 0 0,0 0-1 0 0,0 1 0 0 0,0-1 0 0 0,0 0 1 0 0,0 1-1 0 0,0-1 0 0 0,1 1 1 0 0,-1-1-1 0 0,0 0 0 0 0,1 1 1 0 0,-1-1-1 0 0,1 0 0 0 0,-1 0 0 0 0,2 2 1 0 0,2 5 98 0 0,12 15 0 0 0,-10-13-30 0 0,6 4 17 0 0,0 1 0 0 0,1-1 1 0 0,0-1-1 0 0,17 13 0 0 0,-18-17-33 0 0,-9-7-11 0 0,0 0 0 0 0,0 0 1 0 0,0 0-1 0 0,-1 1 1 0 0,1-1-1 0 0,-1 1 0 0 0,4 5 1 0 0,-6-8 461 0 0,1 0-456 0 0,-1 0-1 0 0,0 0 0 0 0,0 0 1 0 0,1 0-1 0 0,-1 0 0 0 0,0 0 1 0 0,0 0-1 0 0,0 0 0 0 0,1 0 1 0 0,-1 0-1 0 0,0 0 0 0 0,0-1 1 0 0,0 1-1 0 0,1 0 0 0 0,-1 0 1 0 0,0 0-1 0 0,0 0 1 0 0,0 0-1 0 0,0-1 0 0 0,1 1 1 0 0,-1 0-1 0 0,0 0 0 0 0,0 0 1 0 0,0-1-1 0 0,0 1 0 0 0,0 0 1 0 0,0 0-1 0 0,0 0 0 0 0,1-1 1 0 0,-1 1-1 0 0,1-172 376 0 0,0 172-407 0 0,-1 0-1 0 0,0-1 1 0 0,0 1-1 0 0,0 0 1 0 0,0 0-1 0 0,0-1 0 0 0,0 1 1 0 0,1 0-1 0 0,-1 0 1 0 0,0 0-1 0 0,0-1 1 0 0,0 1-1 0 0,1 0 1 0 0,-1 0-1 0 0,0 0 0 0 0,0-1 1 0 0,0 1-1 0 0,1 0 1 0 0,-1 0-1 0 0,0 0 1 0 0,0 0-1 0 0,1 0 1 0 0,-1 0-1 0 0,0 0 0 0 0,1-1 1 0 0,-1 1-1 0 0,0 0 1 0 0,0 0-1 0 0,1 0 1 0 0,-1 0-1 0 0,0 0 1 0 0,1 0-1 0 0,-1 0 0 0 0,0 1 1 0 0,0-1-1 0 0,1 0 1 0 0,13 3-372 0 0,-2 4 275 0 0,0 1 0 0 0,0 0 0 0 0,-1 0 0 0 0,11 11 0 0 0,7 5 94 0 0,-23-19-27 0 0,142 101-2171 0 0,-141-102-3388 0 0,-18-19-2157 0 0,8 11 4918 0 0,-4-3-2503 0 0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4:46.8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11434 0 0,'0'0'11592'0'0,"15"23"-11493"0"0,48 76-10 0 0,-53-84-60 0 0,-2 1 0 0 0,9 20-1 0 0,-7-14 4 0 0,7 16 18 0 0,38 70 68 0 0,47 80-2023 0 0,-100-185 1676 0 0,0 2-448 0 0,0 0 0 0 0,0-1 0 0 0,0 0 0 0 0,1 1 0 0 0,0-1 0 0 0,5 5 1 0 0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4:47.2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0 219 2441 0 0,'0'0'16962'0'0,"28"10"-16465"0"0,88 27-79 0 0,-77-26-144 0 0,-23-10-39 0 0,-5 0-94 0 0,6 0 150 0 0,-1 0-1 0 0,1-1 1 0 0,33-5-1 0 0,-41 3-179 0 0,0 0-1 0 0,0 0 1 0 0,0-1-1 0 0,-1 0 1 0 0,1-1-1 0 0,-1 0 1 0 0,0 0-1 0 0,14-11 1 0 0,-18 12-68 0 0,10-7 173 0 0,-1-1 0 0 0,15-14 0 0 0,-25 21-149 0 0,1 0 1 0 0,-1 0 0 0 0,0 0-1 0 0,0 0 1 0 0,-1-1 0 0 0,1 1-1 0 0,-1-1 1 0 0,0 0 0 0 0,0 0 0 0 0,0 0-1 0 0,1-9 1 0 0,-1 2 37 0 0,0 0 1 0 0,-1 1-1 0 0,0-1 0 0 0,-1 0 1 0 0,-1 0-1 0 0,-3-20 0 0 0,4 31-106 0 0,0 0-1 0 0,0 0 1 0 0,-1 0-1 0 0,1 0 1 0 0,-1 0-1 0 0,1 0 1 0 0,-1 0-1 0 0,1 0 1 0 0,-1 0-1 0 0,0 0 0 0 0,1 1 1 0 0,-1-1-1 0 0,0 0 1 0 0,0 0-1 0 0,1 1 1 0 0,-1-1-1 0 0,0 0 1 0 0,0 1-1 0 0,0-1 1 0 0,0 1-1 0 0,-2-2 0 0 0,0 2-30 0 0,0-1 0 0 0,-1 0 0 0 0,1 1 0 0 0,0 0-1 0 0,-6 0 1 0 0,7 0 22 0 0,0 0 0 0 0,-1 0 0 0 0,1 1-1 0 0,0-1 1 0 0,0 1 0 0 0,0-1 0 0 0,0 1-1 0 0,0 0 1 0 0,0 0 0 0 0,0 0 0 0 0,0 0 0 0 0,1 0-1 0 0,-1 0 1 0 0,0 1 0 0 0,0-1 0 0 0,1 1-1 0 0,-1-1 1 0 0,-2 4 0 0 0,-1 3-4 0 0,-1-1 1 0 0,-7 15-1 0 0,11-18 16 0 0,0 1-4 0 0,0-1-1 0 0,0 1 0 0 0,1 0 1 0 0,-1-1-1 0 0,0 6 1 0 0,-1 6 1 0 0,2-11 17 0 0,-1 0 0 0 0,1 0-1 0 0,1 0 1 0 0,-1 1 0 0 0,1-1 0 0 0,0 0-1 0 0,0 0 1 0 0,1 1 0 0 0,-1-1-1 0 0,1 0 1 0 0,0 0 0 0 0,1 0-1 0 0,-1 0 1 0 0,1 0 0 0 0,0 0 0 0 0,0-1-1 0 0,1 1 1 0 0,-1 0 0 0 0,1-1-1 0 0,0 0 1 0 0,7 8 0 0 0,-1-2 48 0 0,1 0 0 0 0,0-1 0 0 0,1 0 0 0 0,0-1 0 0 0,0 0 0 0 0,1 0-1 0 0,13 5 1 0 0,-5-3 8 0 0,0-1-1 0 0,1-2 1 0 0,35 10-1 0 0,-42-15-108 0 0,0-1 0 0 0,-1 0-1 0 0,25-1 1 0 0,-12 0-370 0 0,-23 0 214 0 0,0 0 0 0 0,1-1 0 0 0,-1 1 0 0 0,0-1-1 0 0,0 1 1 0 0,1-1 0 0 0,-1 0 0 0 0,0 0 0 0 0,0 0 0 0 0,0-1-1 0 0,4-2 1 0 0,-5 3-156 0 0,-1 0-1 0 0,1 0 1 0 0,0-1-1 0 0,-1 1 1 0 0,0-1-1 0 0,1 0 1 0 0,-1 1-1 0 0,0-1 1 0 0,0 0 0 0 0,0 1-1 0 0,0-1 1 0 0,0 0-1 0 0,0 0 1 0 0,-1 0-1 0 0,1 0 1 0 0,0 0-1 0 0,-1 0 1 0 0,0 0-1 0 0,1-3 1 0 0,-1-31-11067 0 0,0 30 6663 0 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4:48.2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74 44 1432 0 0,'0'0'22238'0'0,"11"-2"-21875"0"0,35-9-115 0 0,-46 11-244 0 0,0 0 0 0 0,0 0-1 0 0,0 0 1 0 0,0 0 0 0 0,0 0 0 0 0,0 0-1 0 0,1 0 1 0 0,-1 0 0 0 0,0 0 0 0 0,0 0-1 0 0,0 0 1 0 0,0 0 0 0 0,0 0 0 0 0,0 0-1 0 0,0 0 1 0 0,0 0 0 0 0,1 0 0 0 0,-1 0-1 0 0,0 0 1 0 0,0 0 0 0 0,0 0 0 0 0,0 0-1 0 0,0 0 1 0 0,0 0 0 0 0,0-1-1 0 0,0 1 1 0 0,0 0 0 0 0,1 0 0 0 0,-1 0-1 0 0,0 0 1 0 0,0 0 0 0 0,0 0 0 0 0,0 0-1 0 0,0 0 1 0 0,0 0 0 0 0,0-1 0 0 0,0 1-1 0 0,0 0 1 0 0,0 0 0 0 0,0 0 0 0 0,0 0-1 0 0,0 0 1 0 0,0 0 0 0 0,0 0 0 0 0,0 0-1 0 0,0-1 1 0 0,0 1 0 0 0,0 0 0 0 0,0 0-1 0 0,0 0 1 0 0,0 0 0 0 0,0 0 0 0 0,0 0-1 0 0,0 0 1 0 0,0-1 0 0 0,-8-3 122 0 0,-13-1 17 0 0,17 5-125 0 0,-23 0 53 0 0,26 0-72 0 0,-1 0-1 0 0,1 1 1 0 0,-1-1 0 0 0,1 0-1 0 0,-1 1 1 0 0,1-1-1 0 0,-1 1 1 0 0,1 0 0 0 0,0-1-1 0 0,-1 1 1 0 0,1 0-1 0 0,0 0 1 0 0,0 0-1 0 0,-1 0 1 0 0,0 1 0 0 0,-4 5 8 0 0,1 1 1 0 0,0-1 0 0 0,1 1 0 0 0,0 0 0 0 0,0 0-1 0 0,0 0 1 0 0,1 1 0 0 0,-3 11 0 0 0,3-3 48 0 0,0-1 0 0 0,1 1 0 0 0,0 26 0 0 0,3-37-29 0 0,-1-1 0 0 0,1 1 0 0 0,0-1 0 0 0,1 1-1 0 0,-1-1 1 0 0,1 0 0 0 0,0 1 0 0 0,0-1 0 0 0,1 0 0 0 0,4 6-1 0 0,-4-5 24 0 0,1-1 0 0 0,0 0 0 0 0,0 1 0 0 0,1-2 0 0 0,0 1 0 0 0,0 0 0 0 0,0-1 0 0 0,7 5 0 0 0,-9-7 4 0 0,-1-1 0 0 0,1 0 0 0 0,-1 0 0 0 0,1 0 0 0 0,-1 0 0 0 0,1 0 0 0 0,0-1 0 0 0,-1 1 0 0 0,1-1 1 0 0,0 0-1 0 0,0 0 0 0 0,2 0 0 0 0,-3 0-20 0 0,0 0 0 0 0,0 0 1 0 0,-1-1-1 0 0,1 1 0 0 0,0-1 0 0 0,-1 1 0 0 0,1-1 1 0 0,0 0-1 0 0,-1 0 0 0 0,1 1 0 0 0,-1-1 1 0 0,1 0-1 0 0,-1 0 0 0 0,0 0 0 0 0,1-1 0 0 0,-1 1 1 0 0,0 0-1 0 0,2-2 0 0 0,2-6-21 0 0,1 0 1 0 0,-2 0-1 0 0,1 0 0 0 0,-1 0 0 0 0,3-12 1 0 0,-1-1-5 0 0,4-26 1 0 0,-10 46-35 0 0,0 1 0 0 0,1-1 0 0 0,-1 1 0 0 0,1-1 0 0 0,-1 1 0 0 0,1-1 1 0 0,-1 1-1 0 0,1-1 0 0 0,0 1 0 0 0,0-1 0 0 0,0 1 0 0 0,0 0 0 0 0,0 0 0 0 0,2-2 0 0 0,-1 6-122 0 0,-1-1-1 0 0,1 1 0 0 0,-1 1 0 0 0,2 5 0 0 0,-2-7 85 0 0,102 266-252 0 0,-89-234 311 0 0,-9-22-11 0 0,0-1 0 0 0,-1 1 0 0 0,0 0 0 0 0,-1 0 0 0 0,0 0 1 0 0,1 25-1 0 0,-3-36-1 0 0,-1 0 0 0 0,0 1-1 0 0,0-1 1 0 0,-1 0 0 0 0,1 1 0 0 0,0-1 0 0 0,0 0 0 0 0,-1 0-1 0 0,1 1 1 0 0,-1-1 0 0 0,0 2 0 0 0,1-3 5 0 0,-1 1 0 0 0,0-1 0 0 0,1 1 0 0 0,-1 0 0 0 0,0-1-1 0 0,1 0 1 0 0,-1 1 0 0 0,0-1 0 0 0,0 1 0 0 0,1-1 0 0 0,-1 0 0 0 0,0 0 0 0 0,0 1 0 0 0,0-1 0 0 0,1 0 0 0 0,-1 0-1 0 0,0 0 1 0 0,0 0 0 0 0,0 0 0 0 0,-1 0 0 0 0,-3 0 9 0 0,0 0 0 0 0,0 0 0 0 0,0 0 0 0 0,0-1 0 0 0,1 0 0 0 0,-1 0 0 0 0,0 0 0 0 0,0 0 0 0 0,0-1-1 0 0,-7-3 1 0 0,2-1 17 0 0,0 0 0 0 0,1-1 0 0 0,-1 0 0 0 0,1 0 0 0 0,0-1-1 0 0,1 0 1 0 0,-11-14 0 0 0,15 16-41 0 0,0 0-1 0 0,0 0 0 0 0,0 0 1 0 0,1-1-1 0 0,0 1 1 0 0,0-1-1 0 0,1 0 0 0 0,0 0 1 0 0,0 0-1 0 0,0 0 1 0 0,1-1-1 0 0,0 1 1 0 0,0-9-1 0 0,2 13-33 0 0,-1-1-1 0 0,1 0 1 0 0,0 1-1 0 0,0-1 1 0 0,0 0-1 0 0,1 1 1 0 0,-1 0-1 0 0,1-1 1 0 0,0 1-1 0 0,0 0 1 0 0,0 0-1 0 0,4-6 0 0 0,2 0-222 0 0,0 1-1 0 0,18-15 0 0 0,-13 13 30 0 0,0 2 0 0 0,1-1-1 0 0,-1 2 1 0 0,2 0-1 0 0,24-9 1 0 0,81-17-345 0 0,-83 24 504 0 0,-21 5 75 0 0,0 1 88 0 0,0-2 0 0 0,0 1-1 0 0,-1-2 1 0 0,15-7 0 0 0,-27 12-2 0 0,1-1 0 0 0,-1 0 1 0 0,0 0-1 0 0,0 0 0 0 0,0 0 0 0 0,-1-1 0 0 0,1 1 0 0 0,-1-1 0 0 0,1 1 0 0 0,-1-1 1 0 0,0 0-1 0 0,0 0 0 0 0,0 0 0 0 0,0 0 0 0 0,0 0 0 0 0,-1-1 0 0 0,1 1 0 0 0,-1 0 1 0 0,0-1-1 0 0,0 1 0 0 0,0-1 0 0 0,-1 1 0 0 0,1-1 0 0 0,-1-3 0 0 0,0 0 35 0 0,1 4-88 0 0,-1 1-1 0 0,0-1 0 0 0,0 0 1 0 0,0 1-1 0 0,0-1 1 0 0,-1 0-1 0 0,1 1 0 0 0,-1-1 1 0 0,1 1-1 0 0,-1-1 1 0 0,0 1-1 0 0,0 0 0 0 0,0-1 1 0 0,0 1-1 0 0,-1 0 1 0 0,1-1-1 0 0,-3-1 0 0 0,3 2-32 0 0,0 1 0 0 0,0-1 0 0 0,-1 1 0 0 0,1 0-1 0 0,0 0 1 0 0,-1 0 0 0 0,1-1 0 0 0,-1 2 0 0 0,0-1 0 0 0,1 0-1 0 0,-1 0 1 0 0,0 0 0 0 0,1 1 0 0 0,-1-1 0 0 0,0 1 0 0 0,0-1-1 0 0,1 1 1 0 0,-1 0 0 0 0,0 0 0 0 0,0-1 0 0 0,0 2-1 0 0,0-1 1 0 0,1 0 0 0 0,-1 0 0 0 0,0 0 0 0 0,0 1 0 0 0,0-1-1 0 0,1 1 1 0 0,-1-1 0 0 0,0 1 0 0 0,1 0 0 0 0,-1 0 0 0 0,0 0-1 0 0,1 0 1 0 0,-1 0 0 0 0,1 0 0 0 0,-1 0 0 0 0,1 0 0 0 0,0 1-1 0 0,0-1 1 0 0,-1 0 0 0 0,1 1 0 0 0,0-1 0 0 0,0 1-1 0 0,0 0 1 0 0,-1 2 0 0 0,-1 3 16 0 0,-1 0-1 0 0,1 0 0 0 0,1 1 1 0 0,-1-1-1 0 0,1 1 1 0 0,1 0-1 0 0,-1 0 0 0 0,0 13 1 0 0,1-7 27 0 0,1-11-9 0 0,-1 1 1 0 0,1 0 0 0 0,0 0-1 0 0,0 0 1 0 0,0 0 0 0 0,0-1-1 0 0,1 1 1 0 0,0 0 0 0 0,0 0-1 0 0,0-1 1 0 0,0 1 0 0 0,0 0-1 0 0,3 3 1 0 0,0 1 50 0 0,1-1-1 0 0,0 0 1 0 0,1 0 0 0 0,-1-1-1 0 0,1 1 1 0 0,1-1 0 0 0,7 6-1 0 0,-9-9 1 0 0,-1 0 0 0 0,1 0-1 0 0,0 0 1 0 0,-1-1-1 0 0,1 0 1 0 0,1 0 0 0 0,-1 0-1 0 0,0 0 1 0 0,0-1 0 0 0,0 0-1 0 0,1 0 1 0 0,9 0-1 0 0,-13-1-38 0 0,5 0 30 0 0,-1 1 1 0 0,1-2 0 0 0,-1 1 0 0 0,1-1 0 0 0,0 0 0 0 0,-1 0-1 0 0,0-1 1 0 0,1 0 0 0 0,8-4 0 0 0,17-8 60 0 0,29-17-3 0 0,-54 27-86 0 0,0 0 1 0 0,-1-1-1 0 0,1 0 1 0 0,-1 0-1 0 0,11-12 0 0 0,-16 16-27 0 0,0-1 0 0 0,0 1 0 0 0,0 0 0 0 0,-1-1-1 0 0,1 1 1 0 0,0-1 0 0 0,-1 1 0 0 0,1-1-1 0 0,-1 1 1 0 0,1-1 0 0 0,-1 0 0 0 0,0 1 0 0 0,0-1-1 0 0,1 0 1 0 0,-1 1 0 0 0,-1-1 0 0 0,1 0-1 0 0,0 1 1 0 0,0-1 0 0 0,0 1 0 0 0,-1-1 0 0 0,1 0-1 0 0,-1 1 1 0 0,1-1 0 0 0,-1 1 0 0 0,-1-3 0 0 0,-2-3-48 0 0,-1 0 1 0 0,0 0 0 0 0,0 0 0 0 0,-7-6-1 0 0,-2-3 67 0 0,4 3-28 0 0,4 6 14 0 0,0-1 1 0 0,-5-8 0 0 0,10 13-8 0 0,-1 0 0 0 0,1 0 0 0 0,0 0 0 0 0,0-1 0 0 0,0 1 0 0 0,0 0 0 0 0,0 0 0 0 0,1-1 0 0 0,-1-5 0 0 0,1 6-91 0 0,0 1 0 0 0,0-1 0 0 0,0 1 0 0 0,0-1 0 0 0,1 1-1 0 0,-1 0 1 0 0,1-1 0 0 0,1-3 0 0 0,-2 5-21 0 0,1 0 0 0 0,-1 1 0 0 0,1-1 0 0 0,0 0-1 0 0,0 1 1 0 0,-1-1 0 0 0,1 0 0 0 0,0 1 0 0 0,0-1 0 0 0,0 1 0 0 0,0-1 0 0 0,-1 1 0 0 0,1 0 0 0 0,0-1 0 0 0,0 1-1 0 0,0 0 1 0 0,0 0 0 0 0,0 0 0 0 0,0-1 0 0 0,0 1 0 0 0,0 0 0 0 0,0 0 0 0 0,0 0 0 0 0,1 1 0 0 0,2-1-640 0 0,1 0 1 0 0,-1 1 0 0 0,1 0 0 0 0,-1 0 0 0 0,0 0 0 0 0,0 1-1 0 0,1-1 1 0 0,-1 1 0 0 0,0 0 0 0 0,0 0 0 0 0,-1 1-1 0 0,8 4 1 0 0,1 3-2122 0 0,-1 1 0 0 0,13 13 0 0 0,-24-24 2833 0 0,8 9-2718 0 0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4:48.6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387 274 0 0 0,'0'0'13950'0'0,"-22"-30"-12553"0"0,-70-97-183 0 0,55 81-380 0 0,18 29-2 0 0,10 10-491 0 0,-10-7 955 0 0,-25-15 1 0 0,43 29-1284 0 0,1-1 1 0 0,-1 1 0 0 0,0 0-1 0 0,1-1 1 0 0,-1 1-1 0 0,0-1 1 0 0,1 1 0 0 0,-1 0-1 0 0,0 0 1 0 0,0 0 0 0 0,1-1-1 0 0,-1 1 1 0 0,0 0 0 0 0,0 0-1 0 0,1 0 1 0 0,-1 0 0 0 0,0 0-1 0 0,0 0 1 0 0,0 0 0 0 0,1 1-1 0 0,-1-1 1 0 0,0 0 0 0 0,0 0-1 0 0,1 0 1 0 0,-1 1 0 0 0,0-1-1 0 0,1 0 1 0 0,-1 1 0 0 0,0-1-1 0 0,1 1 1 0 0,-1-1 0 0 0,1 1-1 0 0,-1-1 1 0 0,0 1 0 0 0,1-1-1 0 0,-1 1 1 0 0,1 0 0 0 0,0-1-1 0 0,-1 1 1 0 0,1 0 0 0 0,-1-1-1 0 0,1 1 1 0 0,0 0 0 0 0,-1 1-1 0 0,-5 25 69 0 0,4-19-24 0 0,0 0 1 0 0,0 0 0 0 0,0 14-1 0 0,2-10 2 0 0,1 1-1 0 0,0-1 0 0 0,1 0 0 0 0,0 0 0 0 0,1 0 0 0 0,0 0 1 0 0,1 0-1 0 0,0 0 0 0 0,1-1 0 0 0,10 19 0 0 0,-8-18 3 0 0,0-1 0 0 0,0 0 0 0 0,1 0 0 0 0,0-1 0 0 0,1 0 0 0 0,0 0 0 0 0,15 11 0 0 0,22 16 180 0 0,-45-36-247 0 0,0-1 0 0 0,-1 1 0 0 0,1-1 0 0 0,-1 0 1 0 0,1 1-1 0 0,-1-1 0 0 0,1 1 0 0 0,-1-1 0 0 0,1 1 0 0 0,-1-1 1 0 0,0 1-1 0 0,1 0 0 0 0,-1-1 0 0 0,0 1 0 0 0,1-1 0 0 0,-1 1 1 0 0,0 0-1 0 0,0-1 0 0 0,0 1 0 0 0,1 0 0 0 0,-1-1 0 0 0,0 1 1 0 0,0 0-1 0 0,0-1 0 0 0,0 1 0 0 0,0 0 0 0 0,0 0 0 0 0,-1-1 1 0 0,1 1-1 0 0,0 0 0 0 0,0-1 0 0 0,0 1 0 0 0,-1 0 0 0 0,1-1 1 0 0,0 1-1 0 0,0-1 0 0 0,-1 1 0 0 0,1-1 0 0 0,-1 1 0 0 0,1 0 1 0 0,-1-1-1 0 0,1 1 0 0 0,0-1 0 0 0,-2 1 0 0 0,-1 2-4 0 0,-1 0 0 0 0,1-1 0 0 0,-1 0 0 0 0,0 0 0 0 0,-6 3 0 0 0,-15 5-419 0 0,-1-2 0 0 0,-43 9 0 0 0,18-7-3207 0 0,-4 1-5904 0 0,41-7 789 0 0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4:52.8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0 248 1016 0 0,'0'0'12806'0'0,"7"1"-12193"0"0,-1 0-505 0 0,1 0 221 0 0,0 0 0 0 0,-1 0 0 0 0,1-1 0 0 0,0 0 0 0 0,0 0 0 0 0,10-2 0 0 0,6-4 1212 0 0,38-15-1 0 0,-52 17-1193 0 0,0 0 0 0 0,0-1 0 0 0,0 0 0 0 0,-1 0 1 0 0,1-1-1 0 0,12-12 0 0 0,-18 14-237 0 0,0 0 1 0 0,-1 1 0 0 0,1-1 0 0 0,-1-1-1 0 0,0 1 1 0 0,0 0 0 0 0,0 0-1 0 0,0-1 1 0 0,-1 1 0 0 0,0-1-1 0 0,0 0 1 0 0,0 1 0 0 0,0-1-1 0 0,-1 0 1 0 0,0 1 0 0 0,0-1 0 0 0,0 0-1 0 0,-1 0 1 0 0,0-4 0 0 0,0 6-88 0 0,0 0 0 0 0,0-1 0 0 0,0 1 0 0 0,0 0 1 0 0,0 0-1 0 0,-1 0 0 0 0,0 1 0 0 0,1-1 0 0 0,-1 0 0 0 0,-4-3 1 0 0,2 1 12 0 0,-1 0 1 0 0,1 1-1 0 0,-1 0 1 0 0,-9-6-1 0 0,8 7-24 0 0,0 0-1 0 0,0 0 1 0 0,-1 1-1 0 0,1 0 1 0 0,0 0 0 0 0,-1 1-1 0 0,0-1 1 0 0,1 2 0 0 0,-1-1-1 0 0,0 1 1 0 0,1 0-1 0 0,-1 0 1 0 0,-12 3 0 0 0,15-2-10 0 0,0 0 0 0 0,1 1 0 0 0,-1-1 0 0 0,1 1-1 0 0,-1 0 1 0 0,1 0 0 0 0,0 1 0 0 0,0-1 0 0 0,0 1 0 0 0,0-1 0 0 0,-3 5 0 0 0,-7 5 51 0 0,8-6-54 0 0,0 0 1 0 0,0 1-1 0 0,0 0 1 0 0,-6 13-1 0 0,9-16 5 0 0,0 1 7 0 0,0 0-1 0 0,1 0 1 0 0,-1 1-1 0 0,1-1 1 0 0,1 0-1 0 0,-1 0 1 0 0,1 1-1 0 0,0-1 1 0 0,1 9-1 0 0,-1-1 61 0 0,0-8-53 0 0,1 1 1 0 0,0-1-1 0 0,0 0 0 0 0,1 1 1 0 0,-1-1-1 0 0,1 0 0 0 0,0 0 1 0 0,0 0-1 0 0,6 9 0 0 0,3 7 42 0 0,-6-12-28 0 0,0 0 1 0 0,1 0 0 0 0,0 0-1 0 0,0-1 1 0 0,1 0-1 0 0,14 13 1 0 0,-14-15 1 0 0,0-1 1 0 0,0 0-1 0 0,11 5 0 0 0,1 2 22 0 0,-11-8-32 0 0,0-1 0 0 0,-1 0 0 0 0,1-1 0 0 0,0 0 0 0 0,0 0 0 0 0,1 0 0 0 0,-1-1 0 0 0,0 0 0 0 0,13-1 0 0 0,-21 0-83 0 0,8 0-97 0 0,-1 0 0 0 0,0 0 0 0 0,0-1 1 0 0,8-2-1 0 0,-13 2-236 0 0,0 1-1 0 0,0-1 1 0 0,0 0 0 0 0,0 0 0 0 0,-1 1 0 0 0,1-1 0 0 0,0-1-1 0 0,2-1 1 0 0,-3 2-296 0 0,0 0-1 0 0,0 0 1 0 0,0 0-1 0 0,-1 0 1 0 0,1 0-1 0 0,0 0 1 0 0,-1 0-1 0 0,1-1 1 0 0,0 1 0 0 0,-1 0-1 0 0,0 0 1 0 0,1-1-1 0 0,-1 1 1 0 0,1-2-1 0 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4:53.0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11082 0 0,'0'0'14423'0'0,"0"1"-14425"0"0,0 9-1598 0 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4:53.6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208 128 6161 0 0,'0'0'17916'0'0,"-28"-22"-17709"0"0,-86-63-67 0 0,88 67-97 0 0,19 15-13 0 0,6 3-27 0 0,0 0-1 0 0,0 0 0 0 0,0 0 1 0 0,0 0-1 0 0,0 1 0 0 0,1-1 1 0 0,-1 0-1 0 0,0 0 0 0 0,0 1 1 0 0,0-1-1 0 0,0 0 0 0 0,0 1 1 0 0,0-1-1 0 0,1 1 0 0 0,-1-1 1 0 0,0 1-1 0 0,-1 1 0 0 0,1-1-3 0 0,0 1 0 0 0,0 0 1 0 0,0-1-1 0 0,0 1 0 0 0,0 0 0 0 0,0 0 0 0 0,0-1 0 0 0,0 3 0 0 0,0 1 24 0 0,-1 0 1 0 0,1 0-1 0 0,0 1 1 0 0,0-1 0 0 0,1 0-1 0 0,-1 0 1 0 0,1 0-1 0 0,1 1 1 0 0,-1-1 0 0 0,1 0-1 0 0,-1 0 1 0 0,1 0-1 0 0,1 0 1 0 0,-1 0 0 0 0,1 0-1 0 0,0 0 1 0 0,0 0-1 0 0,0 0 1 0 0,1-1 0 0 0,0 1-1 0 0,0-1 1 0 0,4 5-1 0 0,1 0 27 0 0,-1-1 0 0 0,2 0 0 0 0,-1 0 0 0 0,1 0 0 0 0,0-1-1 0 0,1-1 1 0 0,11 6 0 0 0,-16-9 38 0 0,1 0-1 0 0,0-1 1 0 0,0 0-1 0 0,0 0 1 0 0,0-1-1 0 0,0 0 1 0 0,0 0-1 0 0,1 0 0 0 0,5 0 1 0 0,-10-2-59 0 0,-1 0 1 0 0,0 1-1 0 0,0-1 0 0 0,0 0 1 0 0,0 1-1 0 0,0-1 1 0 0,0 0-1 0 0,-1 0 0 0 0,1 0 1 0 0,0 0-1 0 0,0 0 1 0 0,0 0-1 0 0,-1 0 0 0 0,1 0 1 0 0,-1 0-1 0 0,1-1 0 0 0,-1 1 1 0 0,1-2-1 0 0,8-24 170 0 0,-7 17-171 0 0,-2 1 0 0 0,1-11 0 0 0,-1 19-36 0 0,0 0-42 0 0,3 18-986 0 0,1 13 928 0 0,3 0 1 0 0,11 35 0 0 0,-2-18-69 0 0,-2 0-1 0 0,12 77 1 0 0,-25-121 111 0 0,-1 0 1 0 0,0 1-1 0 0,1-1 1 0 0,-2 0 0 0 0,1 0-1 0 0,0 0 1 0 0,0 1-1 0 0,-2 2 1 0 0,2-5-20 0 0,-1 0-1 0 0,1 0 1 0 0,-1 0 0 0 0,1 0 0 0 0,-1 0-1 0 0,0 0 1 0 0,1 0 0 0 0,-1 0 0 0 0,0-1 0 0 0,0 1-1 0 0,0 0 1 0 0,1 0 0 0 0,-1-1 0 0 0,0 1-1 0 0,0 0 1 0 0,0-1 0 0 0,0 1 0 0 0,0-1-1 0 0,0 0 1 0 0,0 1 0 0 0,-1-1 0 0 0,1 0-1 0 0,0 1 1 0 0,0-1 0 0 0,-2 0 0 0 0,-2 0-751 0 0,0 1 0 0 0,0-1 0 0 0,-1 0 0 0 0,1-1 0 0 0,0 1 0 0 0,-7-3 0 0 0,8 2-500 0 0,0 0 0 0 0,0 0 0 0 0,1-1 0 0 0,-1 0-1 0 0,1 0 1 0 0,-1 0 0 0 0,1 0 0 0 0,-5-4 0 0 0,2 0-3277 0 0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4:53.8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17 8866 0 0,'0'0'17562'0'0,"0"-3"-17719"0"0,4-7-106 0 0,-3 7-313 0 0,-3 3-749 0 0,0 0-1 0 0,0 0 1 0 0,0 0 0 0 0,0 0-1 0 0,1 1 1 0 0,-1-1 0 0 0,0 0-1 0 0,0 1 1 0 0,-2 0 0 0 0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4:59.6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116 18 2569 0 0,'0'0'14847'0'0,"40"-2"-11956"0"0,-24 3-2796 0 0,-1-1 1 0 0,0 2-1 0 0,0 0 0 0 0,0 1 1 0 0,-1 0-1 0 0,1 2 0 0 0,16 6 1 0 0,-13-4-21 0 0,-1 1 1 0 0,0 0-1 0 0,-1 1 0 0 0,21 15 1 0 0,-33-20-50 0 0,1 0 0 0 0,-1-1 0 0 0,0 1 1 0 0,0 1-1 0 0,0-1 0 0 0,0 0 0 0 0,-1 1 0 0 0,1 0 1 0 0,-1 0-1 0 0,-1 0 0 0 0,1 0 0 0 0,-1 0 0 0 0,0 1 1 0 0,0-1-1 0 0,0 1 0 0 0,-1 0 0 0 0,1-1 0 0 0,-1 8 1 0 0,0-9 15 0 0,-1 1 1 0 0,0 0 0 0 0,0-1-1 0 0,0 1 1 0 0,-1-1 0 0 0,0 1-1 0 0,1-1 1 0 0,-2 1 0 0 0,1-1-1 0 0,0 1 1 0 0,-1-1 0 0 0,0 0-1 0 0,0 0 1 0 0,0 0 0 0 0,-1 0 0 0 0,1 0-1 0 0,-1 0 1 0 0,0 0 0 0 0,-4 4-1 0 0,1-2 75 0 0,0-1 0 0 0,0 1 0 0 0,-1-1 0 0 0,1 0-1 0 0,-1 0 1 0 0,0-1 0 0 0,0 0 0 0 0,-1 0 0 0 0,1 0-1 0 0,-1-1 1 0 0,0-1 0 0 0,0 1 0 0 0,0-1 0 0 0,-13 2 0 0 0,11-3-1 0 0,1 0 0 0 0,0-1 1 0 0,-1 0-1 0 0,1-1 0 0 0,-1 1 1 0 0,1-2-1 0 0,0 1 0 0 0,0-1 1 0 0,-1-1-1 0 0,2 0 0 0 0,-1 0 1 0 0,-10-5-1 0 0,-7-8 111 0 0,1 0 0 0 0,0-2 0 0 0,-32-30 0 0 0,54 44-197 0 0,-1 0 0 0 0,1 0-1 0 0,-1 0 1 0 0,1 0 0 0 0,0 0 0 0 0,1-1 0 0 0,-1 0-1 0 0,1 1 1 0 0,0-1 0 0 0,0 0 0 0 0,-1-7 0 0 0,1 4-2 0 0,1 0 0 0 0,0 0 1 0 0,1 0-1 0 0,-1 0 0 0 0,2 0 1 0 0,1-15-1 0 0,-1 19-35 0 0,0 0 0 0 0,0 0 0 0 0,0 0 0 0 0,0 1-1 0 0,1-1 1 0 0,0 0 0 0 0,0 1 0 0 0,0-1 0 0 0,0 1 0 0 0,0-1-1 0 0,1 1 1 0 0,0 0 0 0 0,3-3 0 0 0,1 0-254 0 0,0 0 1 0 0,1 0-1 0 0,0 0 1 0 0,13-6-1 0 0,-16 10-251 0 0,0 0-1 0 0,0 1 1 0 0,1-1-1 0 0,-1 1 1 0 0,0 0-1 0 0,1 0 1 0 0,-1 1 0 0 0,8-1-1 0 0,-5 2-2482 0 0,-1-1 0 0 0,1 1 1 0 0,7 1-1 0 0,-3 2-6538 0 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5:00.0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36 10354 0 0,'0'0'12938'0'0,"-1"-5"-13517"0"0,0-18 67 0 0,1 23 304 0 0,0-1 1 0 0,1 1-1 0 0,-1-1 1 0 0,0 1-1 0 0,0-1 1 0 0,0 1-1 0 0,0-1 0 0 0,0 1 1 0 0,1-1-1 0 0,-1 1 1 0 0,0-1-1 0 0,0 1 1 0 0,1-1-1 0 0,0 0 1 0 0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5:00.2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46 1064 0 0,'79'-38'2981'0'0,"-75"37"-2511"0"0,-1-1 0 0 0,1 1-1 0 0,0 0 1 0 0,6-1 0 0 0,1 3 1473 0 0,-4 1-1001 0 0,10 1 2035 0 0,1-1 0 0 0,20 0 1 0 0,-38-2-2798 0 0,14 0-135 0 0,-9 0-287 0 0,9 0-74 0 0,-1 0 1 0 0,1 1-1 0 0,24 5 1 0 0,-25-3-210 0 0,25 1 0 0 0,-20-2-2433 0 0,-5-2-3623 0 0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5:01.0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195 246 5009 0 0,'0'0'20695'0'0,"-11"-19"-20533"0"0,-31-58-88 0 0,32 57-95 0 0,10 33-295 0 0,-6 38 249 0 0,16 62 215 0 0,-5-71-104 0 0,6 22-56 0 0,-7-45 28 0 0,0-1 1 0 0,1 36 0 0 0,-6-54 5 0 0,1 0 1 0 0,0 1-1 0 0,-1-1 1 0 0,1 0-1 0 0,-1 0 1 0 0,1 1-1 0 0,-1-1 1 0 0,1 0-1 0 0,-1 0 1 0 0,1 0-1 0 0,-1 0 1 0 0,1 1-1 0 0,-1-1 1 0 0,0 0-1 0 0,1 0 1 0 0,-1 0-1 0 0,1 0 1 0 0,-1 0-1 0 0,1 0 1 0 0,-1-1-1 0 0,1 1 1 0 0,-1 0 0 0 0,1 0-1 0 0,-1 0 1 0 0,1 0-1 0 0,-2-1 1 0 0,-4-4 105 0 0,0 1 0 0 0,1-2 0 0 0,-1 1 0 0 0,1-1-1 0 0,0 1 1 0 0,-4-8 0 0 0,-24-40 116 0 0,30 49-210 0 0,-7-15 52 0 0,0 0 1 0 0,1-1-1 0 0,1 0 0 0 0,-10-39 0 0 0,13 38-49 0 0,0-1 1 0 0,2 0-1 0 0,0-35 0 0 0,3 57-40 0 0,0-1 0 0 0,0 1 0 0 0,0 0 0 0 0,0-1 0 0 0,0 1 0 0 0,0-1 0 0 0,0 1 0 0 0,0 0 0 0 0,0-1 1 0 0,0 1-1 0 0,0 0 0 0 0,1-1 0 0 0,-1 1 0 0 0,0 0 0 0 0,0-1 0 0 0,0 1 0 0 0,1 0 0 0 0,-1-1 0 0 0,0 1 0 0 0,0 0 0 0 0,1-1 0 0 0,-1 1 0 0 0,0 0 0 0 0,1 0 0 0 0,0-1 0 0 0,0 1-14 0 0,0-1 1 0 0,0 1 0 0 0,0 0-1 0 0,0 0 1 0 0,0 0 0 0 0,0 0-1 0 0,0 0 1 0 0,0 0 0 0 0,0 0-1 0 0,1 0 1 0 0,2 1-50 0 0,0 0 1 0 0,0 0-1 0 0,0 0 0 0 0,5 3 1 0 0,17 10-25 0 0,-1 1-1 0 0,-1 1 1 0 0,25 23-1 0 0,24 16 65 0 0,-52-42 36 0 0,1 0 1 0 0,-1-1-1 0 0,2-1 1 0 0,0-2-1 0 0,37 12 0 0 0,-55-20 28 0 0,0 0 0 0 0,0 0 0 0 0,10 0 0 0 0,-14 0-24 0 0,0-1 0 0 0,0 0 0 0 0,0 0-1 0 0,0-1 1 0 0,0 1 0 0 0,-1 0 0 0 0,1 0 0 0 0,0 0-1 0 0,0-1 1 0 0,0 1 0 0 0,0 0 0 0 0,0-1 0 0 0,-1 1-1 0 0,1-1 1 0 0,0 1 0 0 0,0-1 0 0 0,-1 1 0 0 0,1-1-1 0 0,0 1 1 0 0,0-1 0 0 0,-1 0 0 0 0,1 1 0 0 0,-1-1 0 0 0,1 0-1 0 0,-1 0 1 0 0,1 0 0 0 0,-1 1 0 0 0,1-2 0 0 0,1-6 18 0 0,0 1 1 0 0,-1-1 0 0 0,0 0 0 0 0,0 1 0 0 0,-1-1 0 0 0,0 0 0 0 0,-1-9-1 0 0,-1 0-40 0 0,-1 0-1 0 0,-5-19 1 0 0,-28-98 68 0 0,34 122-102 0 0,-1-18-1 0 0,-1-5-1463 0 0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5:01.4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488 117 5121 0 0,'0'0'19636'0'0,"-31"-18"-19240"0"0,-95-54-85 0 0,121 68-264 0 0,-1 1 0 0 0,0 0 0 0 0,1 0 0 0 0,-10-3 0 0 0,-1 4 263 0 0,-58-4-4 0 0,-40 12-1292 0 0,109-6 743 0 0,-41 5-3488 0 0,17-2-3308 0 0,20-1 1340 0 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5:02.1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78 21 5929 0 0,'0'0'15646'0'0,"-11"-4"-15611"0"0,-35-11-14 0 0,46 15-18 0 0,-1 0 0 0 0,1-1-1 0 0,0 1 1 0 0,-1 0-1 0 0,1 0 1 0 0,-1 0 0 0 0,1 0-1 0 0,0 0 1 0 0,-1-1 0 0 0,1 1-1 0 0,-1 0 1 0 0,1 0-1 0 0,-1 0 1 0 0,1 0 0 0 0,-1 0-1 0 0,1 0 1 0 0,-1 0-1 0 0,1 1 1 0 0,0-1 0 0 0,-1 0-1 0 0,1 0 1 0 0,-1 0 0 0 0,1 0-1 0 0,-1 0 1 0 0,1 1-1 0 0,0-1 1 0 0,-1 0 0 0 0,1 0-1 0 0,0 1 1 0 0,-1 0 0 0 0,1 6 67 0 0,0-6-51 0 0,-3 15 184 0 0,2-11-107 0 0,0 1 1 0 0,0-1 0 0 0,0 7-1 0 0,1 6 209 0 0,0 0-1 0 0,2-1 0 0 0,0 1 0 0 0,5 21 0 0 0,19 36 313 0 0,-17-50-487 0 0,0 6 15 0 0,-5-16-209 0 0,-1-4 487 0 0,-2-6 1573 0 0,-7-148-1460 0 0,2 18-530 0 0,4 102-22 0 0,0 23-56 0 0,4 12-1094 0 0,49 176-61 0 0,-41-144-292 0 0,1 12-3255 0 0,-7-21-4258 0 0,-4-23-863 0 0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5:02.7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387 59 1160 0 0,'0'0'17297'0'0,"-3"-6"-16690"0"0,-8-19-64 0 0,11 24-434 0 0,-1 1 0 0 0,1-1 0 0 0,0 0 0 0 0,-1 1-1 0 0,1-1 1 0 0,-1 1 0 0 0,1-1 0 0 0,-1 0 0 0 0,1 1 0 0 0,-1-1 0 0 0,0 1 0 0 0,1 0 0 0 0,-1-1 0 0 0,1 1 0 0 0,-1-1 0 0 0,0 1 0 0 0,0 0-1 0 0,1 0 1 0 0,-1-1 0 0 0,0 1 0 0 0,-1 0 0 0 0,-15 0-387 0 0,11 1 456 0 0,-138 4 281 0 0,47-8 400 0 0,48-5-3184 0 0,38 6-3134 0 0,-23-9 0 0 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5:11.1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106 0 0 0 0,'0'0'12548'0'0,"3"0"-11532"0"0,33 1 5340 0 0,-9 0-1481 0 0,-9-1-5297 0 0,-16 0 429 0 0,1 0 0 0 0,0 1 0 0 0,0-1 0 0 0,-1 1 0 0 0,1-1 0 0 0,-1 1 0 0 0,1 0 0 0 0,-1 0 0 0 0,6 3 0 0 0,19 16 4 0 0,-9-7 6 0 0,-6-4-23 0 0,0 0 1 0 0,0 1 0 0 0,-1 0-1 0 0,-1 0 1 0 0,0 1 0 0 0,0 1-1 0 0,10 16 1 0 0,-18-25-7 0 0,-1-1 0 0 0,0 1 0 0 0,0 0-1 0 0,0 0 1 0 0,0 0 0 0 0,0 0 0 0 0,-1-1 0 0 0,1 1 0 0 0,-1 0 0 0 0,0 0 0 0 0,1 0 0 0 0,-2 6 0 0 0,1-7 9 0 0,0 0 0 0 0,-1 0 1 0 0,1 0-1 0 0,-1 0 0 0 0,1 0 1 0 0,-1 0-1 0 0,0 0 0 0 0,0 0 1 0 0,0-1-1 0 0,0 1 0 0 0,0 0 1 0 0,0 0-1 0 0,0-1 0 0 0,-1 1 1 0 0,1-1-1 0 0,0 1 0 0 0,-1-1 0 0 0,-2 2 1 0 0,-3 1 44 0 0,0 0-1 0 0,0-1 1 0 0,0 0 0 0 0,0-1 0 0 0,0 1 0 0 0,-1-1-1 0 0,-12 1 1 0 0,-4-1 133 0 0,-27-1 1 0 0,37-1-141 0 0,1 0 17 0 0,1-1-1 0 0,0-1 1 0 0,0 0 0 0 0,-15-4-1 0 0,-47-21 243 0 0,71 26-238 0 0,-1-1 1 0 0,1 0-1 0 0,0 0 1 0 0,-1 0-1 0 0,1-1 0 0 0,0 1 1 0 0,0-1-1 0 0,1 1 0 0 0,-4-5 1 0 0,5 6-34 0 0,0 0 0 0 0,0 0 1 0 0,1 0-1 0 0,-1 0 0 0 0,0 0 1 0 0,1 0-1 0 0,-1 0 0 0 0,1 0 0 0 0,-1 0 1 0 0,1 0-1 0 0,0 0 0 0 0,-1 0 1 0 0,1-1-1 0 0,0 1 0 0 0,0 0 0 0 0,0 0 1 0 0,0 0-1 0 0,0-1 0 0 0,0 1 1 0 0,0 0-1 0 0,0 0 0 0 0,1 0 1 0 0,-1 0-1 0 0,0-1 0 0 0,1 1 0 0 0,-1 0 1 0 0,1 0-1 0 0,-1 0 0 0 0,1 0 1 0 0,-1 0-1 0 0,1 0 0 0 0,1-1 0 0 0,4-4-83 0 0,0 0-1 0 0,0 1 1 0 0,1 0-1 0 0,-1 0 1 0 0,1 0-1 0 0,1 1 0 0 0,-1 0 1 0 0,0 1-1 0 0,13-5 1 0 0,-4 3-1338 0 0,16-3 0 0 0,15 1-6690 0 0,-35 6 2272 0 0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5:11.6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0 144 6833 0 0,'0'0'14989'0'0,"2"5"-14913"0"0,1 4 39 0 0,1 1 0 0 0,-1-1 0 0 0,2-1 0 0 0,-1 1-1 0 0,2-1 1 0 0,10 15 0 0 0,43 30 483 0 0,-57-51-517 0 0,0-1 1 0 0,0 1 0 0 0,0-1-1 0 0,1 0 1 0 0,-1 0 0 0 0,0 0-1 0 0,1 0 1 0 0,-1 0 0 0 0,1 0-1 0 0,-1-1 1 0 0,1 1 0 0 0,-1-1-1 0 0,1 0 1 0 0,-1 0 0 0 0,1 1-1 0 0,3-2 1 0 0,-5 1-56 0 0,-1 0-1 0 0,0 0 1 0 0,1 0-1 0 0,-1 0 1 0 0,0-1 0 0 0,1 1-1 0 0,-1 0 1 0 0,0 0-1 0 0,0 0 1 0 0,1 0-1 0 0,-1-1 1 0 0,0 1 0 0 0,0 0-1 0 0,0 0 1 0 0,1-1-1 0 0,-1 1 1 0 0,0 0 0 0 0,0 0-1 0 0,0-1 1 0 0,1 1-1 0 0,-1 0 1 0 0,0 0 0 0 0,0-1-1 0 0,0 1 1 0 0,0 0-1 0 0,0-1 1 0 0,0 1 0 0 0,0 0-1 0 0,0-1 1 0 0,0 1-1 0 0,0-1 1 0 0,0-12 213 0 0,0 9-167 0 0,0-4-12 0 0,-1 1 0 0 0,0-1 0 0 0,0 0 0 0 0,-1 0 0 0 0,-3-11 0 0 0,-19-37 285 0 0,6 14 20 0 0,14 31-210 0 0,0 0-1 0 0,-2-12 0 0 0,6 20-117 0 0,-1 0-1 0 0,1 0 0 0 0,-1 0 0 0 0,1 0 0 0 0,0 0 1 0 0,0-1-1 0 0,1 1 0 0 0,-1 0 0 0 0,0 0 0 0 0,1 0 1 0 0,0 0-1 0 0,1-4 0 0 0,-1 5-47 0 0,0 1 0 0 0,0 0 0 0 0,1-1 0 0 0,-1 1 0 0 0,0 0 0 0 0,0 0 0 0 0,1 0 0 0 0,-1 0 0 0 0,1 0 1 0 0,-1 0-1 0 0,1 0 0 0 0,-1 0 0 0 0,1 0 0 0 0,-1 1 0 0 0,1-1 0 0 0,0 1 0 0 0,-1-1 0 0 0,1 1 0 0 0,2 0 0 0 0,3-1-152 0 0,1 0 1 0 0,-1 1-1 0 0,8 0 0 0 0,-10 1-10 0 0,0 0-1 0 0,-1 0 0 0 0,0 0 1 0 0,1 0-1 0 0,-1 1 0 0 0,0 0 0 0 0,0 0 1 0 0,0 0-1 0 0,0 0 0 0 0,7 6 0 0 0,0 1-1698 0 0,0 1-1 0 0,10 11 0 0 0,-9-8-4172 0 0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5:12.4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430 0 3913 0 0,'0'0'15577'0'0,"1"3"-14697"0"0,-1-2-801 0 0,0 0 1 0 0,0 0 0 0 0,0-1-1 0 0,0 1 1 0 0,0 0-1 0 0,0 0 1 0 0,0 0 0 0 0,0 0-1 0 0,0 0 1 0 0,0-1 0 0 0,0 1-1 0 0,0 0 1 0 0,-1 0 0 0 0,1 0-1 0 0,0 0 1 0 0,-1-1-1 0 0,1 1 1 0 0,0 0 0 0 0,-1 0-1 0 0,1-1 1 0 0,-1 1 0 0 0,1 0-1 0 0,-1-1 1 0 0,0 1-1 0 0,1 0 1 0 0,-1-1 0 0 0,1 1-1 0 0,-1-1 1 0 0,0 1 0 0 0,0-1-1 0 0,1 1 1 0 0,-1-1-1 0 0,0 0 1 0 0,0 1 0 0 0,0-1-1 0 0,1 0 1 0 0,-2 0 0 0 0,-13 5 555 0 0,1-1 1 0 0,-1 0-1 0 0,0-2 1 0 0,-25 3-1 0 0,-64-5-346 0 0,54-1-163 0 0,-31 1 850 0 0,41-1-3741 0 0,20 1-2403 0 0,0 0-3657 0 0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5:13.1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88 130 10170 0 0,'0'0'13979'0'0,"-1"4"-14190"0"0,-3 14 269 0 0,1 0 0 0 0,1 1 0 0 0,1-1 0 0 0,0 1 1 0 0,3 27-1 0 0,0-38-13 0 0,0 0 0 0 0,0 0 1 0 0,1-1-1 0 0,0 1 1 0 0,8 14-1 0 0,-7-14-27 0 0,2 10 988 0 0,-8-27-131 0 0,-7-14-751 0 0,-1 1 0 0 0,-19-29 0 0 0,3 2-18 0 0,6 1 29 0 0,9 21 10 0 0,10 24-117 0 0,0 0 0 0 0,1 0 0 0 0,-1 0-1 0 0,1 0 1 0 0,-1 0 0 0 0,1 0-1 0 0,0-5 1 0 0,0 2 7 0 0,9 7-253 0 0,-5 1 168 0 0,0-1-1 0 0,-1 1 0 0 0,1 0 1 0 0,-1 1-1 0 0,0-1 1 0 0,1 1-1 0 0,-1-1 1 0 0,0 1-1 0 0,2 3 0 0 0,5 3 6 0 0,2 2 38 0 0,32 29-20 0 0,87 60 0 0 0,-96-78 51 0 0,1-2-1 0 0,72 29 1 0 0,-104-47 6 0 0,0-1 1 0 0,0 0-1 0 0,1 1 1 0 0,-1-1 0 0 0,1-1-1 0 0,-1 1 1 0 0,0-1-1 0 0,1 0 1 0 0,-1 0-1 0 0,1 0 1 0 0,5-1-1 0 0,-9 0-16 0 0,1 1 0 0 0,-1-1 0 0 0,0 1 0 0 0,0-1 0 0 0,0 0 0 0 0,0 1 0 0 0,-1-1-1 0 0,1 0 1 0 0,0 0 0 0 0,0 1 0 0 0,0-1 0 0 0,-1 0 0 0 0,1 0 0 0 0,0 0 0 0 0,-1 0 0 0 0,1 0-1 0 0,0 0 1 0 0,-1 0 0 0 0,0 0 0 0 0,1-1 0 0 0,-1 1 0 0 0,0 0 0 0 0,1 0 0 0 0,-1-2-1 0 0,1-4 13 0 0,0 0-1 0 0,-1-14 1 0 0,0 14-16 0 0,-2-13-8 0 0,1 0 1 0 0,-2-1-1 0 0,-1 2 1 0 0,-7-24-1 0 0,7 28 5 0 0,-27-128-281 0 0,31 142 205 0 0,-1-1 0 0 0,1 0 1 0 0,0 1-1 0 0,0-1 0 0 0,-1 1 0 0 0,1-1 0 0 0,-1 1 0 0 0,1-1 0 0 0,-1 1 0 0 0,0 0 1 0 0,0-1-1 0 0,1 1 0 0 0,-1 0 0 0 0,0 0 0 0 0,0-1 0 0 0,0 1 0 0 0,-2-1 0 0 0,1 1-361 0 0,0 0 0 0 0,0 0 0 0 0,0 0 0 0 0,0 1 0 0 0,0-1 0 0 0,0 1-1 0 0,0-1 1 0 0,0 1 0 0 0,0 0 0 0 0,0 0 0 0 0,-4 0 0 0 0,-8 1-3662 0 0,5 2-1490 0 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5:13.7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913 78 0 0 0,'0'0'20208'0'0,"-11"-9"-19581"0"0,-37-27-33 0 0,46 35-521 0 0,0-1 1 0 0,0 1 0 0 0,-1-1-1 0 0,1 1 1 0 0,-1 0 0 0 0,1 0-1 0 0,-1 0 1 0 0,0 0 0 0 0,1 0-1 0 0,-1 0 1 0 0,0 1 0 0 0,-4-1-1 0 0,-2 0 179 0 0,-1-1 47 0 0,-23-4 332 0 0,-1 2 0 0 0,-38-1-1 0 0,-108 20-261 0 0,65-3-247 0 0,-79-5 518 0 0,111-8-4740 0 0,10 1-7978 0 0,59 0 2296 0 0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5:14.3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65 4097 0 0,'0'0'21094'0'0,"-1"-7"-20722"0"0,0-23-101 0 0,1 30-257 0 0,0-1 1 0 0,0 0 0 0 0,0 0-1 0 0,0 0 1 0 0,1 0 0 0 0,-1 0-1 0 0,0 1 1 0 0,1-1 0 0 0,-1 0-1 0 0,0 0 1 0 0,1 0 0 0 0,-1 1 0 0 0,1-1-1 0 0,-1 0 1 0 0,1 1 0 0 0,0-1-1 0 0,-1 0 1 0 0,1 1 0 0 0,0-1-1 0 0,-1 1 1 0 0,1-1 0 0 0,0 1-1 0 0,0-1 1 0 0,-1 1 0 0 0,1 0-1 0 0,0-1 1 0 0,0 1 0 0 0,0 0 0 0 0,0 0-1 0 0,-1-1 1 0 0,3 1 0 0 0,1-1 43 0 0,3-1-43 0 0,0 0 1 0 0,0 1 0 0 0,0 0 0 0 0,0 0 0 0 0,0 1-1 0 0,0 0 1 0 0,0 0 0 0 0,7 1 0 0 0,-5 0-5 0 0,2 0-4 0 0,0 1 0 0 0,-1 0 0 0 0,1 1 0 0 0,-1 0 1 0 0,1 1-1 0 0,-1 0 0 0 0,0 1 0 0 0,15 9 0 0 0,-22-12-12 0 0,-1 0-1 0 0,1 0 1 0 0,-1 0-1 0 0,0 0 1 0 0,0 0-1 0 0,0 1 1 0 0,0-1-1 0 0,0 1 1 0 0,0-1-1 0 0,-1 1 1 0 0,1 0-1 0 0,-1-1 1 0 0,1 1-1 0 0,-1 0 1 0 0,1 5-1 0 0,-1 0-18 0 0,0 0 0 0 0,0 0-1 0 0,0 0 1 0 0,-1-1 0 0 0,-1 9 0 0 0,0-13 23 0 0,1 0 0 0 0,-1-1 0 0 0,0 1 0 0 0,0 0 0 0 0,0-1 0 0 0,0 1 0 0 0,0-1 0 0 0,0 1 0 0 0,-3 3 0 0 0,-18 22-60 0 0,8-12 49 0 0,5-4 26 0 0,6-9-9 0 0,0 0-1 0 0,1 0 1 0 0,-1 0-1 0 0,1 1 1 0 0,-3 5-1 0 0,2-3-9 0 0,0 0 0 0 0,-1 0 0 0 0,-8 10 0 0 0,8-11 5 0 0,3-5 6 0 0,1 1 0 0 0,-1 0 0 0 0,0 0 0 0 0,0 0 0 0 0,1-1 0 0 0,-1 1 0 0 0,0 0 0 0 0,1 0 0 0 0,-1 0 0 0 0,1 0 0 0 0,-1 0 0 0 0,1 0 0 0 0,0 0 0 0 0,-1 0 0 0 0,1 3 460 0 0,14-5-144 0 0,1-1-1 0 0,22-4 0 0 0,3-1-311 0 0,110 1-36 0 0,-115 7-108 0 0,-16-1-61 0 0,-1 2 0 0 0,0 0 0 0 0,23 6 0 0 0,-1 2-6775 0 0,-21-5-405 0 0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5:15.6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91 16219 0 0,'0'0'6466'0'0,"1"0"-6518"0"0,0 0 18 0 0,-1 0-1 0 0,1-1 1 0 0,0 1-1 0 0,-1 0 1 0 0,1 0-1 0 0,-1 0 1 0 0,1-1-1 0 0,0 1 1 0 0,-1 0-1 0 0,1-1 1 0 0,0 0-1 0 0,1-11-2490 0 0,5-6-12634 0 0,1 12 12635 0 0,0 2 2013 0 0,0 0-1 0 0,0 1 0 0 0,14-4 2 0 0,-10 4 1786 0 0,24-2 0 0 0,64 4 7842 0 0,-85 2-8167 0 0,14 1 865 0 0,48 10 1 0 0,-33-4-707 0 0,-28-4-712 0 0,-10-3-196 0 0,0 1 1 0 0,0-1 0 0 0,7 0 0 0 0,-13-1-243 0 0,1-1-560 0 0,-1 0 457 0 0,0 1 0 0 0,1-1 0 0 0,-1 0 0 0 0,1 1 0 0 0,-1-1 0 0 0,1 0 0 0 0,0 1 0 0 0,-1-1 0 0 0,1 1 0 0 0,0-1 0 0 0,-1 1 0 0 0,1-1 0 0 0,0 1 0 0 0,-1-1-1 0 0,1 1 1 0 0,0 0 0 0 0,0-1 0 0 0,0 1 0 0 0,-1 0 0 0 0,2 0 0 0 0,24-7-326 0 0,-21 6 349 0 0,50-9 45 0 0,-9 3 519 0 0,42-8-125 0 0,-78 14-647 0 0,20-3-7909 0 0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5:16.8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69 4049 0 0,'0'0'8568'0'0,"-3"-4"-11403"0"0,3 8 2898 0 0,1 2 880 0 0,5-5 2425 0 0,-6-2-3238 0 0,0 1-1 0 0,1 0 0 0 0,-1-1 0 0 0,1 1 0 0 0,-1-1 0 0 0,0 1 0 0 0,0-1 1 0 0,1 1-1 0 0,-1-1 0 0 0,0 1 0 0 0,0-1 0 0 0,0 1 0 0 0,1-1 0 0 0,-1 0 1 0 0,0 1-1 0 0,0-1 0 0 0,0 1 0 0 0,0-1 0 0 0,0 0 0 0 0,1-12 1587 0 0,-1 12-1391 0 0,0 1-292 0 0,0-1 0 0 0,1 1 1 0 0,-1-1-1 0 0,0 1 0 0 0,0-1 0 0 0,1 1 1 0 0,-1-1-1 0 0,0 1 0 0 0,0-1 0 0 0,0 1 0 0 0,0-1 1 0 0,0 1-1 0 0,0-1 0 0 0,0 1 0 0 0,0-1 1 0 0,0 0-1 0 0,0 1 0 0 0,0-1 0 0 0,0 1 1 0 0,-1-1-1 0 0,-2-14 71 0 0,0 7-6 0 0,3 7-70 0 0,0 1 0 0 0,-1-1 0 0 0,1 0 0 0 0,0 0 1 0 0,0 0-1 0 0,-1 1 0 0 0,1-1 0 0 0,-1 0 0 0 0,1 0 0 0 0,0 0 0 0 0,-1 1 0 0 0,1-1 0 0 0,-1 0 0 0 0,0 1 1 0 0,0-2-1 0 0,-3-2 653 0 0,4 14-748 0 0,-1-1 172 0 0,0-1 0 0 0,0 1 0 0 0,1 0 1 0 0,0 0-1 0 0,1-1 0 0 0,0 1 0 0 0,0 0 0 0 0,1-1 0 0 0,0 1 0 0 0,1-1 0 0 0,0 0 0 0 0,0 0 0 0 0,1 0 0 0 0,0 0 0 0 0,5 8 0 0 0,15 18 194 0 0,9 14-314 0 0,-30-45 556 0 0,-2-2-63 0 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5:17.0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444 37 4617 0 0,'0'0'15649'0'0,"-34"-3"-14933"0"0,-107-12-155 0 0,69 6 83 0 0,59 6-518 0 0,-16 0-59 0 0,0 0 1 0 0,-37 2 0 0 0,46 1-507 0 0,16 0-57 0 0,0 1 1 0 0,1-1 0 0 0,-1 1 0 0 0,-5 0 0 0 0,-7 5-7486 0 0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5:18.0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73 142 4729 0 0,'0'0'14048'0'0,"-3"6"-13649"0"0,-6 18-61 0 0,8-22-231 0 0,0 0 1 0 0,1 0 0 0 0,-1 0-1 0 0,1 0 1 0 0,0 0 0 0 0,-1 0-1 0 0,1 0 1 0 0,0 0 0 0 0,0 3-1 0 0,0 5 249 0 0,0-6-302 0 0,0-1 1 0 0,0 0 0 0 0,0 1-1 0 0,0-1 1 0 0,1 0 0 0 0,0 1-1 0 0,-1-1 1 0 0,1 0 0 0 0,0 0-1 0 0,1 0 1 0 0,-1 0 0 0 0,0 0-1 0 0,4 6 1 0 0,1-1 26 0 0,-1 0-1 0 0,1-1 0 0 0,11 11 1 0 0,-17-18-46 0 0,0 0-1 0 0,0 0 1 0 0,0 0 0 0 0,-1 0 0 0 0,1 0 0 0 0,0 0-1 0 0,0 0 1 0 0,0 0 0 0 0,0 0 0 0 0,0 0 0 0 0,0 0-1 0 0,0 0 1 0 0,0 0 0 0 0,0 0 0 0 0,0 0 0 0 0,0 0-1 0 0,0 0 1 0 0,0 0 0 0 0,0 0 0 0 0,-1 0 0 0 0,1 0-1 0 0,0 0 1 0 0,0 0 0 0 0,0 0 0 0 0,0 0 0 0 0,0 0-1 0 0,0 0 1 0 0,0 0 0 0 0,0 0 0 0 0,0 0 0 0 0,0 0-1 0 0,0 1 1 0 0,0-1 0 0 0,0 0 0 0 0,0 0 0 0 0,0 0 0 0 0,0 0-1 0 0,0 0 1 0 0,0 0 0 0 0,0 0 0 0 0,0 0 0 0 0,0 0-1 0 0,0 0 1 0 0,0 0 0 0 0,0 0 0 0 0,0 0 0 0 0,0 0-1 0 0,0 0 1 0 0,0 1 0 0 0,0-1 0 0 0,0 0 0 0 0,0 0-1 0 0,0 0 1 0 0,0 0 0 0 0,0 0 0 0 0,0 0 0 0 0,-7-4 339 0 0,6 2-333 0 0,0 0 1 0 0,0 1-1 0 0,0-1 1 0 0,-1 0 0 0 0,1 1-1 0 0,-1-1 1 0 0,1 1 0 0 0,-1-1-1 0 0,0 1 1 0 0,0 0-1 0 0,1-1 1 0 0,-1 1 0 0 0,-3-1-1 0 0,5 13-250 0 0,0-7 213 0 0,0 1 1 0 0,1-1-1 0 0,-1 1 1 0 0,1-1-1 0 0,0 0 0 0 0,0 1 1 0 0,1-1-1 0 0,-1 0 0 0 0,1 0 1 0 0,4 7-1 0 0,1 0 48 0 0,1-1-1 0 0,13 14 0 0 0,-11-13-5 0 0,18 18 141 0 0,-28-29-171 0 0,0 0 0 0 0,0 0 0 0 0,0 0 0 0 0,1 1 0 0 0,-1-1 0 0 0,0 0 0 0 0,0 0 0 0 0,0 0 0 0 0,0 0 0 0 0,1 1 0 0 0,-1-1 0 0 0,0 0 0 0 0,0 0 0 0 0,0 0 0 0 0,1 0 0 0 0,-1 0 0 0 0,0 0 0 0 0,0 0 0 0 0,1 0 0 0 0,-1 0 0 0 0,0 0 0 0 0,0 0 0 0 0,0 0 0 0 0,1 0 0 0 0,-1 0 0 0 0,0 0 0 0 0,0 0 0 0 0,1 0 0 0 0,-1 0 0 0 0,0 0 0 0 0,1 0 0 0 0,-1 0 19 0 0,0 0 1 0 0,0-1-1 0 0,0 1 1 0 0,0 0-1 0 0,0 0 0 0 0,0-1 1 0 0,0 1-1 0 0,1 0 1 0 0,-1-1-1 0 0,0 1 1 0 0,0 0-1 0 0,0 0 0 0 0,0-1 1 0 0,0 1-1 0 0,0 0 1 0 0,-1 0-1 0 0,1-1 0 0 0,0 1 1 0 0,0 0-1 0 0,0 0 1 0 0,0-1-1 0 0,0 1 0 0 0,0 0 1 0 0,0 0-1 0 0,0-1 1 0 0,-1 1-1 0 0,-67-103 114 0 0,16 29-65 0 0,46 63-53 0 0,1 0 0 0 0,0 0-1 0 0,0 0 1 0 0,1-1 0 0 0,0 0-1 0 0,-2-14 1 0 0,3 13 13 0 0,1 3 6 0 0,0 0 1 0 0,1 1 0 0 0,-1-15 0 0 0,2 21-45 0 0,0 1 11 0 0,0 0-1 0 0,0-1 1 0 0,0 1-1 0 0,0-1 1 0 0,1 1-1 0 0,-1 0 1 0 0,2-5-1 0 0,-2 7-23 0 0,1-1-1 0 0,-1 0 0 0 0,1 0 0 0 0,-1 1 1 0 0,1-1-1 0 0,0 1 0 0 0,-1-1 0 0 0,1 1 1 0 0,0-1-1 0 0,-1 1 0 0 0,1-1 0 0 0,0 1 1 0 0,-1-1-1 0 0,1 1 0 0 0,0 0 1 0 0,0-1-1 0 0,0 1 0 0 0,0 0 0 0 0,-1 0 1 0 0,1 0-1 0 0,0 0 0 0 0,0 0 0 0 0,0 0 1 0 0,0 0-1 0 0,1 0 0 0 0,2 0-46 0 0,-1 1 0 0 0,1-1-1 0 0,0 1 1 0 0,-1 0 0 0 0,1 0-1 0 0,0 0 1 0 0,-1 1 0 0 0,0-1 0 0 0,5 3-1 0 0,30 22-87 0 0,-22-15 107 0 0,60 43-29 0 0,79 49-17 0 0,-113-79 97 0 0,-17-8-3 0 0,1-2-1 0 0,39 16 0 0 0,-58-28 13 0 0,-5-1 9 0 0,-1 0 1 0 0,1 0-1 0 0,0-1 0 0 0,-1 1 1 0 0,1-1-1 0 0,0 0 1 0 0,2 1-1 0 0,-4-13 373 0 0,0 3-405 0 0,-1 0 0 0 0,0 1 1 0 0,0-1-1 0 0,-1 1 0 0 0,0 0 0 0 0,-1-1 1 0 0,1 1-1 0 0,-5-8 0 0 0,-6-8-17 0 0,-18-27 0 0 0,2 5 5 0 0,-23-44-428 0 0,50 86 243 0 0,-1 0 0 0 0,1 1-1 0 0,0 0 1 0 0,-1-1 0 0 0,-5-4-1 0 0,-5 1-3171 0 0,-4 4-6231 0 0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5:18.5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748 60 0 0 0,'0'0'20714'0'0,"-1"-5"-20073"0"0,-5-15-105 0 0,5 19-484 0 0,0-1 0 0 0,0 1 0 0 0,0 0 0 0 0,0 0 0 0 0,-1 0 0 0 0,1 0 0 0 0,0 0 0 0 0,-1 0 0 0 0,1 1 0 0 0,0-1 0 0 0,-1 0 0 0 0,1 1 0 0 0,-1-1 0 0 0,1 1 0 0 0,-1-1 0 0 0,1 1 0 0 0,-3-1 0 0 0,-2 0 146 0 0,-9-4 118 0 0,-1 1-1 0 0,1 1 1 0 0,-27-1-1 0 0,-50 2 71 0 0,73 2-356 0 0,-65 6 112 0 0,24 0-119 0 0,-104-2-184 0 0,55-8-2787 0 0,88 2 1273 0 0,-39-3-9688 0 0,48 5 2642 0 0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5:19.2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30 4169 0 0,'0'0'19063'0'0,"5"-4"-18663"0"0,16-11-47 0 0,-19 13-291 0 0,0 1 0 0 0,1 0-1 0 0,-1 0 1 0 0,1 0 0 0 0,-1 1-1 0 0,1-1 1 0 0,-1 0 0 0 0,1 1-1 0 0,-1 0 1 0 0,1-1 0 0 0,-1 1 0 0 0,5 1-1 0 0,3-2 21 0 0,7 0 123 0 0,1 0 0 0 0,29 3 0 0 0,-45-1-206 0 0,-1-1-1 0 0,1 0 1 0 0,-1 1 0 0 0,1-1-1 0 0,0 1 1 0 0,-1-1-1 0 0,1 1 1 0 0,-1 0-1 0 0,1 0 1 0 0,-1 0 0 0 0,0 0-1 0 0,1 0 1 0 0,-1 0-1 0 0,0 0 1 0 0,1 0 0 0 0,-1 0-1 0 0,0 0 1 0 0,0 1-1 0 0,0-1 1 0 0,0 1 0 0 0,0-1-1 0 0,-1 1 1 0 0,1-1-1 0 0,0 1 1 0 0,-1-1 0 0 0,1 1-1 0 0,-1-1 1 0 0,1 4-1 0 0,0 2-30 0 0,0 0 0 0 0,-1 0-1 0 0,0 0 1 0 0,-1 0 0 0 0,-1 13-1 0 0,-11 31-28 0 0,12-44 56 0 0,-1-1 0 0 0,0 1-1 0 0,-1 0 1 0 0,0-1 0 0 0,0 1-1 0 0,0-1 1 0 0,0 0 0 0 0,-1 0 0 0 0,0-1-1 0 0,-1 1 1 0 0,1-1 0 0 0,-1 0 0 0 0,0 0-1 0 0,0 0 1 0 0,-1 0 0 0 0,1-1 0 0 0,-1 0-1 0 0,-7 3 1 0 0,-7 4-4 0 0,20-10 9 0 0,-1-1 1 0 0,0 0 0 0 0,1 0-1 0 0,-1 0 1 0 0,1 1-1 0 0,-1-1 1 0 0,1 0 0 0 0,-1 1-1 0 0,1-1 1 0 0,-1 0-1 0 0,1 1 1 0 0,-1-1 0 0 0,1 1-1 0 0,-1-1 1 0 0,1 1 0 0 0,-1-1-1 0 0,1 1 1 0 0,0-1-1 0 0,-1 1 1 0 0,1-1 0 0 0,0 1-1 0 0,0-1 1 0 0,-1 1-1 0 0,1 0 1 0 0,0 0 0 0 0,0 0 11 0 0,10 1 699 0 0,34 3-470 0 0,177 19 83 0 0,-196-22-372 0 0,-5 0-390 0 0,-1-1 0 0 0,37-3 0 0 0,-43-3-1280 0 0,-5-1-4327 0 0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5:21.8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357 15 5297 0 0,'0'0'16898'0'0,"-2"-3"-16659"0"0,2 3-216 0 0,-1-1 0 0 0,1 0 0 0 0,-1 0 0 0 0,1 1-1 0 0,-1-1 1 0 0,1 0 0 0 0,-1 1 0 0 0,0-1 0 0 0,0 1 0 0 0,1-1 0 0 0,-1 0 0 0 0,0 1-1 0 0,0 0 1 0 0,1-1 0 0 0,-3 0 0 0 0,-17 0 561 0 0,2 1-276 0 0,-1 1 0 0 0,1 1 1 0 0,-27 7-1 0 0,-1-1-336 0 0,-81 5 1 0 0,100-11-673 0 0,14-1-1105 0 0,4 1-2103 0 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5:22.2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 1 5561 0 0,'0'0'17835'0'0,"-6"7"-17679"0"0,6-7-155 0 0,-3 4 28 0 0,0 0 0 0 0,0 0 0 0 0,0 0 0 0 0,0 1 0 0 0,1-1 0 0 0,0 1 0 0 0,0-1 0 0 0,0 1 0 0 0,1 0 0 0 0,-1 0 0 0 0,1-1 0 0 0,0 1-1 0 0,0 10 1 0 0,2 6 44 0 0,0-1 0 0 0,2 1 0 0 0,6 29-1 0 0,23 57 75 0 0,-1-7-934 0 0,-29-90-241 0 0,0 1-1 0 0,0 13 0 0 0,-1 6-8938 0 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5:37.10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39 11 7322 0 0,'0'0'13943'0'0,"-6"0"-13270"0"0,-23 0 123 0 0,27 14 298 0 0,2 1-849 0 0,-1-10-194 0 0,1-1 0 0 0,0 1-1 0 0,0 0 1 0 0,0 0 0 0 0,1 0 0 0 0,-1-1 0 0 0,1 1 0 0 0,1 0-1 0 0,1 5 1 0 0,4 4 94 0 0,-1 1 0 0 0,-1 0-1 0 0,6 23 1 0 0,-5-18-72 0 0,-4-16-32 0 0,-1 1 1 0 0,0-1-1 0 0,0 0 1 0 0,0 1-1 0 0,0 0 0 0 0,0 4 1 0 0,-1-9-13 0 0,0 0 0 0 0,0 1 0 0 0,0-1 0 0 0,1 0 1 0 0,-1 0-1 0 0,0 0 0 0 0,0 0 0 0 0,0 1 0 0 0,0-1 0 0 0,1 0 1 0 0,-1 0-1 0 0,0 0 0 0 0,0 0 0 0 0,0 0 0 0 0,1 0 0 0 0,-1 1 0 0 0,0-1 1 0 0,0 0-1 0 0,1 0 0 0 0,-1 0 0 0 0,0 0 0 0 0,0 0 0 0 0,1 0 1 0 0,-1 0-1 0 0,0 0 0 0 0,0 0 0 0 0,1 0 0 0 0,-1 0 0 0 0,0 0 0 0 0,0 0 1 0 0,0 0-1 0 0,1 0 0 0 0,-1 0 0 0 0,0-1 0 0 0,0 1 0 0 0,1 0 1 0 0,-1 0-1 0 0,0 0 0 0 0,0 0 0 0 0,0 0 0 0 0,1-1 0 0 0,-1 1 0 0 0,0 0 1 0 0,0 0-1 0 0,0 0 0 0 0,0 0 0 0 0,1-1 0 0 0,-1 1 0 0 0,0 0 1 0 0,0 0-1 0 0,0 0 0 0 0,0-1 0 0 0,0 1 0 0 0,0 0 0 0 0,0 0 0 0 0,0-1 1 0 0,0 1-1 0 0,1-3 23 0 0,0 0 0 0 0,0 0 0 0 0,-1 0 0 0 0,1 0 0 0 0,-1-4 0 0 0,0 3-34 0 0,0 1-1 0 0,1-1 1 0 0,-1 1-1 0 0,1 0 1 0 0,1-4-1 0 0,1-4 8 0 0,1-1 0 0 0,1-21 0 0 0,-3 19-14 0 0,6-18 1 0 0,-4 12 7 0 0,-3 16-10 0 0,0 0-1 0 0,0-1 1 0 0,0 1 0 0 0,0 0-1 0 0,1 0 1 0 0,-1 0 0 0 0,1 0-1 0 0,3-4 1 0 0,-5 8-9 0 0,0-1 1 0 0,1 1-1 0 0,-1-1 0 0 0,0 1 0 0 0,1 0 1 0 0,-1-1-1 0 0,0 1 0 0 0,1-1 1 0 0,-1 1-1 0 0,0 0 0 0 0,1 0 0 0 0,-1-1 1 0 0,1 1-1 0 0,-1 0 0 0 0,0 0 1 0 0,1-1-1 0 0,-1 1 0 0 0,1 0 0 0 0,-1 0 1 0 0,1 0-1 0 0,-1 0 0 0 0,1 0 1 0 0,-1 0-1 0 0,1 0 0 0 0,-1 0 1 0 0,1 0-1 0 0,-1 0 0 0 0,1 0 0 0 0,-1 0 1 0 0,2 0-1 0 0,-1 1-7 0 0,1 0 1 0 0,-1 0-1 0 0,0 0 0 0 0,1 0 0 0 0,-1 0 1 0 0,0 0-1 0 0,2 2 0 0 0,3 3-4 0 0,53 54 4 0 0,22 19 30 0 0,-66-68-24 0 0,1 0 0 0 0,22 11 0 0 0,-13-8 1 0 0,-21-11-50 0 0,0-1 0 0 0,0 1 0 0 0,1-1 0 0 0,-1 0 1 0 0,0-1-1 0 0,1 1 0 0 0,0-1 0 0 0,-1 0 0 0 0,1 0 0 0 0,9 1 0 0 0,-14-4-247 0 0,1 0 0 0 0,-1 0 0 0 0,0 0 0 0 0,1 0 0 0 0,-1 0 0 0 0,0 0 0 0 0,0 0 0 0 0,0 0 0 0 0,-1-3 0 0 0,-1 1 79 0 0,1 1 0 0 0,-1-1 0 0 0,0 1 1 0 0,0 0-1 0 0,0 0 0 0 0,0 0 0 0 0,-1 0 1 0 0,1 0-1 0 0,-1 0 0 0 0,-6-4 0 0 0,1-2-140 0 0,5 7 331 0 0,1 0 0 0 0,0 0 0 0 0,0 0-1 0 0,1-1 1 0 0,-1 1 0 0 0,0-1 0 0 0,1 1 0 0 0,-1-1 0 0 0,1 0 0 0 0,0 1 0 0 0,-1-4 0 0 0,2 6 109 0 0,2 0-41 0 0,1 0-1 0 0,0 1 0 0 0,-1-1 1 0 0,1 0-1 0 0,-1 0 0 0 0,1 0 1 0 0,3-1-1 0 0,3 1 55 0 0,70 4 619 0 0,-1 0 151 0 0,-71-4-735 0 0,-1 0 1 0 0,1 0 0 0 0,0-1-1 0 0,0 0 1 0 0,11-4 0 0 0,-16 5-92 0 0,-1-1 1 0 0,1 0 0 0 0,0 1-1 0 0,-1-1 1 0 0,1 0 0 0 0,-1 0-1 0 0,1 0 1 0 0,-1 0 0 0 0,0 0-1 0 0,0 0 1 0 0,1 0 0 0 0,-1 0-1 0 0,0-1 1 0 0,0 1-1 0 0,0 0 1 0 0,0-1 0 0 0,0 1-1 0 0,0-1 1 0 0,-1 1 0 0 0,1-1-1 0 0,0 0 1 0 0,-1 1 0 0 0,1-1-1 0 0,-1 0 1 0 0,0 1-1 0 0,1-1 1 0 0,-1 0 0 0 0,0-1-1 0 0,0-2-5 0 0,-1 1 0 0 0,1 0-1 0 0,-1 0 1 0 0,0 0 0 0 0,0 0-1 0 0,0 0 1 0 0,-1 0 0 0 0,1 0-1 0 0,-1 0 1 0 0,0 0 0 0 0,0 1-1 0 0,0-1 1 0 0,-1 1 0 0 0,1-1-1 0 0,-1 1 1 0 0,0 0 0 0 0,0 0 0 0 0,0 0-1 0 0,-6-4 1 0 0,4 3-14 0 0,1 1 1 0 0,-1 0-1 0 0,0 0 1 0 0,0 0-1 0 0,-1 1 1 0 0,1 0-1 0 0,-1 0 0 0 0,1 0 1 0 0,-1 0-1 0 0,1 1 1 0 0,-8-1-1 0 0,12 2-21 0 0,0 0 1 0 0,0 0-1 0 0,0 1 0 0 0,0-1 0 0 0,0 0 0 0 0,0 0 0 0 0,0 1 0 0 0,0-1 1 0 0,0 1-1 0 0,1-1 0 0 0,-1 1 0 0 0,0-1 0 0 0,0 1 0 0 0,0-1 1 0 0,1 1-1 0 0,-1 0 0 0 0,0-1 0 0 0,0 1 0 0 0,1 0 0 0 0,-1 0 0 0 0,1-1 1 0 0,-1 1-1 0 0,1 0 0 0 0,-1 0 0 0 0,1 0 0 0 0,-1 0 0 0 0,1 0 0 0 0,0 0 1 0 0,-1 0-1 0 0,1 0 0 0 0,0 1 0 0 0,-1 4-3 0 0,0 1 0 0 0,0-1 0 0 0,1 12 0 0 0,1-10 10 0 0,-1-4-1 0 0,0 1 0 0 0,1 0 1 0 0,0 0-1 0 0,0-1 0 0 0,0 1 0 0 0,1-1 1 0 0,0 1-1 0 0,-1-1 0 0 0,2 1 0 0 0,-1-1 1 0 0,4 5-1 0 0,1 0 21 0 0,0 1 0 0 0,0-2 1 0 0,15 14-1 0 0,-11-13-4 0 0,1-1 1 0 0,0-1-1 0 0,0 0 0 0 0,0 0 1 0 0,1-1-1 0 0,0-1 1 0 0,0 0-1 0 0,21 4 0 0 0,-25-7-15 0 0,0 0 0 0 0,0 0 0 0 0,0-2 0 0 0,0 1 0 0 0,1-1-1 0 0,17-2 1 0 0,-25 2-38 0 0,0-1-1 0 0,0 0 0 0 0,0 0 0 0 0,-1 0 1 0 0,1 0-1 0 0,0 0 0 0 0,0 0 1 0 0,-1 0-1 0 0,1 0 0 0 0,-1-1 0 0 0,1 1 1 0 0,-1-1-1 0 0,1 1 0 0 0,-1-1 1 0 0,0 1-1 0 0,0-1 0 0 0,0 0 0 0 0,0 0 1 0 0,0 0-1 0 0,0 1 0 0 0,0-1 0 0 0,0-4 1 0 0,2-3-1421 0 0,-1 0 0 0 0,-1 0 0 0 0,2-14 0 0 0,-3 19 509 0 0,0 2 56 0 0,0 0 0 0 0,0 0 0 0 0,0 0 0 0 0,-1 0 0 0 0,1 0 0 0 0,-1 1 0 0 0,1-1 0 0 0,-1 0 0 0 0,0 0 0 0 0,0 0 0 0 0,1 1 0 0 0,-1-1 0 0 0,-2-2 0 0 0,0 0-1986 0 0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5:37.66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260 111 0 0 0,'0'0'20186'0'0,"-3"-13"-19377"0"0,1 0-554 0 0,-1 1 0 0 0,-6-18-1 0 0,7 28-203 0 0,1 0 0 0 0,0 0-1 0 0,0 0 1 0 0,-1 1 0 0 0,1-1-1 0 0,-1 1 1 0 0,1-1 0 0 0,-1 1-1 0 0,1 0 1 0 0,-1-1 0 0 0,0 1-1 0 0,0 0 1 0 0,0 0 0 0 0,0 0-1 0 0,0 0 1 0 0,0 1 0 0 0,0-1-1 0 0,0 0 1 0 0,0 1 0 0 0,0-1 0 0 0,0 1-1 0 0,-3 0 1 0 0,-5-2 208 0 0,-10-3 232 0 0,-1 2 1 0 0,0 0 0 0 0,-1 1 0 0 0,-21 1 0 0 0,40 1-471 0 0,1 0-1 0 0,-1 0 1 0 0,1 0 0 0 0,-1 1-1 0 0,1-1 1 0 0,-1 1 0 0 0,1-1-1 0 0,-1 1 1 0 0,1 0 0 0 0,0 0 0 0 0,-1 0-1 0 0,1 0 1 0 0,0 1 0 0 0,0-1-1 0 0,0 1 1 0 0,0-1 0 0 0,0 1 0 0 0,0 0-1 0 0,0-1 1 0 0,1 1 0 0 0,-1 0-1 0 0,0 0 1 0 0,1 0 0 0 0,0 0 0 0 0,-1 1-1 0 0,1-1 1 0 0,0 0 0 0 0,0 1-1 0 0,0-1 1 0 0,1 0 0 0 0,-1 1-1 0 0,1-1 1 0 0,-1 1 0 0 0,1-1 0 0 0,0 6-1 0 0,-1-1 73 0 0,1 0-1 0 0,1 14 1 0 0,-1-19-70 0 0,1 1 1 0 0,-1-1 0 0 0,1 1-1 0 0,0-1 1 0 0,0 1 0 0 0,0-1-1 0 0,0 0 1 0 0,0 1 0 0 0,0-1-1 0 0,1 0 1 0 0,1 3 0 0 0,3 1 15 0 0,0 1 1 0 0,0-1 0 0 0,1 0-1 0 0,0-1 1 0 0,0 1 0 0 0,0-1-1 0 0,1-1 1 0 0,0 1 0 0 0,-1-1-1 0 0,1-1 1 0 0,1 0 0 0 0,-1 0-1 0 0,0 0 1 0 0,1-1 0 0 0,0 0-1 0 0,-1-1 1 0 0,1 0 0 0 0,10 0-1 0 0,-15-1-16 0 0,0 0 0 0 0,0 0-1 0 0,0 0 1 0 0,8-3 0 0 0,-10 3-12 0 0,0-1 1 0 0,0 0-1 0 0,0 0 1 0 0,0 0-1 0 0,0 0 1 0 0,0-1-1 0 0,-1 1 1 0 0,1-1-1 0 0,0 1 1 0 0,2-4-1 0 0,-1 2-1 0 0,-1 0 1 0 0,1 0-1 0 0,-1 0 0 0 0,0 0 0 0 0,0 0 0 0 0,0-1 0 0 0,0 1 0 0 0,-1-1 0 0 0,1 0 0 0 0,-1 1 1 0 0,0-1-1 0 0,0 0 0 0 0,0 0 0 0 0,-1 0 0 0 0,1 0 0 0 0,-1-6 0 0 0,0 10-20 0 0,0 10-308 0 0,3 13 290 0 0,0 0 1 0 0,2 0-1 0 0,1 0 0 0 0,11 28 0 0 0,42 86-40 0 0,-3-9-268 0 0,-54-124 311 0 0,-2-1 0 0 0,1 0 0 0 0,0 1 0 0 0,-1-1 0 0 0,1 0 0 0 0,-1 1 0 0 0,0 3-1 0 0,0-4-10 0 0,-1-2 33 0 0,0-1 0 0 0,1 0 0 0 0,-1 0 0 0 0,0 1 0 0 0,1-1 0 0 0,-1 0 0 0 0,1 0 0 0 0,-1 0-1 0 0,0 0 1 0 0,1 0 0 0 0,-1 0 0 0 0,0 0 0 0 0,0 0 0 0 0,1 0 0 0 0,-1 0 0 0 0,-1 0 0 0 0,1 0-4 0 0,-6-1 3 0 0,1 0-1 0 0,-1-1 0 0 0,1 1 0 0 0,0-1 0 0 0,-1-1 1 0 0,1 1-1 0 0,0-1 0 0 0,1 0 0 0 0,-11-7 0 0 0,-11-5-4 0 0,13 8-293 0 0,0 0 0 0 0,1-2 0 0 0,0 0 0 0 0,0 0 0 0 0,1-1 0 0 0,0-1 0 0 0,0 0 0 0 0,-15-20 0 0 0,24 27-488 0 0,0-1-1 0 0,0 0 1 0 0,1 0-1 0 0,-1 0 1 0 0,1 0-1 0 0,-2-7 1 0 0,3 8-1184 0 0,0-1 0 0 0,0 1 0 0 0,1-1 0 0 0,-1 0 0 0 0,1 0-1 0 0,0 1 1 0 0,1-8 0 0 0,1 6-873 0 0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5:38.12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314 45 0 0 0,'0'0'15995'0'0,"-31"-8"-14325"0"0,-97-21-255 0 0,84 21-533 0 0,27 8-93 0 0,4 1-323 0 0,8-1-273 0 0,0 0 0 0 0,0 1 0 0 0,0-1 0 0 0,0 1 0 0 0,0 0 0 0 0,0 1 0 0 0,0-1 0 0 0,-7 4 0 0 0,10-4-147 0 0,0 0 0 0 0,0 0 1 0 0,0 0-1 0 0,1 0 0 0 0,-1 1 1 0 0,1-1-1 0 0,-1 0 1 0 0,1 1-1 0 0,-1-1 0 0 0,1 1 1 0 0,0 0-1 0 0,0-1 1 0 0,-1 1-1 0 0,1 0 0 0 0,0 0 1 0 0,1 0-1 0 0,-1-1 0 0 0,0 1 1 0 0,1 0-1 0 0,-1 0 1 0 0,1 0-1 0 0,-1 0 0 0 0,1 0 1 0 0,0 4-1 0 0,0-4-19 0 0,2 28 482 0 0,-2-28-471 0 0,1 0 1 0 0,0 1-1 0 0,-1-1 0 0 0,1 0 1 0 0,0 0-1 0 0,0 0 0 0 0,1 0 1 0 0,-1 0-1 0 0,0 0 0 0 0,4 3 1 0 0,2 2 7 0 0,0 0-1 0 0,1 0 1 0 0,0-1 0 0 0,1 0 0 0 0,-1-1 0 0 0,1 0 0 0 0,0 0 0 0 0,0-1 0 0 0,1 0 0 0 0,-1-1 0 0 0,16 4-1 0 0,-17-6-32 0 0,0 0 0 0 0,0 0 0 0 0,12-2 0 0 0,-15 1-7 0 0,-1 0-1 0 0,0-1 0 0 0,0 0 0 0 0,0 0 0 0 0,0 0 0 0 0,0 0 0 0 0,0 0 0 0 0,4-3 0 0 0,-5 2-5 0 0,-1 0-1 0 0,1 0 1 0 0,-1 0 0 0 0,1 0-1 0 0,-1 0 1 0 0,0-1 0 0 0,0 1-1 0 0,0 0 1 0 0,0-1 0 0 0,-1 0-1 0 0,1 0 1 0 0,-1 1 0 0 0,1-1-1 0 0,-1 0 1 0 0,0 0 0 0 0,0 0-1 0 0,0-4 1 0 0,0 1-5 0 0,0 0 0 0 0,0 0 0 0 0,-1-1 0 0 0,0 1 0 0 0,0 0-1 0 0,-1-1 1 0 0,-1-7 0 0 0,0 60-222 0 0,3-40 226 0 0,1-1-1 0 0,-1 1 0 0 0,1-1 0 0 0,0 1 1 0 0,1-1-1 0 0,-1 0 0 0 0,1 0 0 0 0,0 0 1 0 0,4 6-1 0 0,4 3-159 0 0,22 21-1 0 0,-31-32 34 0 0,0-1-1 0 0,1 0 1 0 0,0 0-1 0 0,-1 0 1 0 0,1 0-1 0 0,5 2 0 0 0,-7-4-172 0 0,0 1 0 0 0,1-1 0 0 0,-1 1-1 0 0,0-1 1 0 0,1 0 0 0 0,-1 0-1 0 0,1 1 1 0 0,-1-1 0 0 0,0 0-1 0 0,1 0 1 0 0,2-1 0 0 0,-3 1-22 0 0,-1-1 1 0 0,1 1-1 0 0,-1-1 1 0 0,1 1-1 0 0,-1-1 1 0 0,1 0 0 0 0,-1 1-1 0 0,1-1 1 0 0,-1 0-1 0 0,1 1 1 0 0,-1-1-1 0 0,0 0 1 0 0,1 1-1 0 0,-1-1 1 0 0,0 0-1 0 0,0 0 1 0 0,0 1-1 0 0,1-1 1 0 0,-1 0 0 0 0,0 0-1 0 0,0 0 1 0 0,0 1-1 0 0,0-1 1 0 0,0 0-1 0 0,-1-1 1 0 0,-1-22-7571 0 0,-2 17 3580 0 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5:38.7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40 0 4705 0 0,'0'0'17933'0'0,"9"13"-17706"0"0,2 3-154 0 0,-2-4-10 0 0,-1 1 0 0 0,0 0 0 0 0,-1 0 0 0 0,9 21 0 0 0,83 187 381 0 0,-76-172-437 0 0,-16-35-31 0 0,0 1-73 0 0,0 1-1 0 0,0-1 1 0 0,-2 1-1 0 0,7 27 1 0 0,-12-39-246 0 0,1-1 1 0 0,-1 0-1 0 0,0 0 1 0 0,1 1-1 0 0,-2-1 1 0 0,1 0-1 0 0,-1 6 0 0 0,0-9 117 0 0,0 1-1 0 0,0 0 0 0 0,0-1 1 0 0,0 1-1 0 0,0-1 0 0 0,0 0 0 0 0,0 1 1 0 0,0-1-1 0 0,0 0 0 0 0,0 0 1 0 0,-1 0-1 0 0,1 0 0 0 0,0 0 1 0 0,0 0-1 0 0,0 0 0 0 0,0 0 1 0 0,-2 0-1 0 0,-2-1-516 0 0,-4 0-410 0 0,0 0 0 0 0,0-1 0 0 0,0-1 1 0 0,0 1-1 0 0,0-2 0 0 0,1 1 1 0 0,-13-7-1 0 0,-6-2-882 0 0,1 0 1250 0 0,0 0-1 0 0,-46-32 1 0 0,72 44 867 0 0,-11-10 158 0 0,10 10-41 0 0,1 0 0 0 0,0-1 0 0 0,-1 1 0 0 0,1-1 0 0 0,0 1 0 0 0,0-1 0 0 0,-1 1 0 0 0,1 0 0 0 0,0-1 0 0 0,0 1 0 0 0,0-1 0 0 0,0 1-1 0 0,-1-1 1 0 0,1 1 0 0 0,0-1 0 0 0,0 1 0 0 0,0-1 0 0 0,0 1 0 0 0,0-1 0 0 0,0 1 0 0 0,0-1 0 0 0,1 1 0 0 0,-1-1 0 0 0,0 1 0 0 0,0-1 0 0 0,0 0 0 0 0,1 1-12 0 0,-1-1 0 0 0,1 1 0 0 0,-1-1-1 0 0,1 1 1 0 0,-1 0 0 0 0,1 0 0 0 0,-1-1 0 0 0,1 1 0 0 0,0 0 0 0 0,-1 0 0 0 0,1 0 0 0 0,-1-1 0 0 0,1 1 0 0 0,0 0 0 0 0,-1 0 0 0 0,1 0 0 0 0,0 0 0 0 0,15 0 1281 0 0,-11 1-892 0 0,64-1 3427 0 0,35 8-2104 0 0,-74-5-1489 0 0,55-1 1 0 0,-80-3-361 0 0,0 0 0 0 0,-1 0 0 0 0,1 0 0 0 0,0-1 0 0 0,-1 1 0 0 0,1-1 0 0 0,-1 0 0 0 0,0-1 0 0 0,1 1 0 0 0,-1-1 0 0 0,0 0 0 0 0,4-3 0 0 0,-2 1 79 0 0,0-1 1 0 0,0 0-1 0 0,-1 0 0 0 0,0 0 0 0 0,0-1 0 0 0,6-9 1 0 0,-10 13 43 0 0,0 0 1 0 0,0 1-1 0 0,0-1 1 0 0,0 0 0 0 0,-1 0-1 0 0,1 0 1 0 0,-1 1 0 0 0,0-1-1 0 0,0-5 1 0 0,0 8 165 0 0,0 11-393 0 0,0-3 61 0 0,1 0-1 0 0,0 0 0 0 0,0 0 0 0 0,1 0 0 0 0,0 0 1 0 0,1 0-1 0 0,-1-1 0 0 0,5 8 0 0 0,-2-4 19 0 0,1-1-1 0 0,0 0 1 0 0,1 0-1 0 0,14 16 1 0 0,13 4 7 0 0,-31-26-115 0 0,1-1 1 0 0,0 0-1 0 0,0 0 0 0 0,0 0 1 0 0,0-1-1 0 0,0 0 0 0 0,0 1 1 0 0,1-1-1 0 0,-1-1 0 0 0,1 1 1 0 0,-1-1-1 0 0,1 1 0 0 0,5-1 0 0 0,-10-1-6 0 0,0 0 0 0 0,0 0 0 0 0,0 0 0 0 0,1 0 0 0 0,-1 0 0 0 0,0 0 0 0 0,0-1 0 0 0,0 1 0 0 0,0 0 0 0 0,1 0 0 0 0,-1 0 0 0 0,0 0 0 0 0,0-1 0 0 0,0 1 0 0 0,0 0 0 0 0,0 0 0 0 0,0 0 0 0 0,0-1-1 0 0,0 1 1 0 0,1 0 0 0 0,-1 0 0 0 0,0 0 0 0 0,0-1 0 0 0,0 1 0 0 0,0 0 0 0 0,0 0 0 0 0,0 0 0 0 0,0-1 0 0 0,0 1 0 0 0,0 0 0 0 0,0 0 0 0 0,-1 0 0 0 0,1-1 0 0 0,0 1 0 0 0,0 0 0 0 0,-3-10-3148 0 0,-10-7-5041 0 0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5:38.99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75 27 9930 0 0,'0'0'14495'0'0,"-6"-5"-14515"0"0,-19-15-16 0 0,25 20 33 0 0,0 0-1 0 0,0-1 1 0 0,-1 1 0 0 0,1 0-1 0 0,0 0 1 0 0,-1 0-1 0 0,1 0 1 0 0,0 0-1 0 0,-1 0 1 0 0,1 0 0 0 0,0 0-1 0 0,-1-1 1 0 0,1 1-1 0 0,0 0 1 0 0,-1 1-1 0 0,1-1 1 0 0,0 0 0 0 0,-1 0-1 0 0,1 0 1 0 0,0 0-1 0 0,0 0 1 0 0,-1 0 0 0 0,1 0-1 0 0,0 0 1 0 0,-1 0-1 0 0,1 1 1 0 0,0-1-1 0 0,-1 0 1 0 0,1 0 0 0 0,0 0-1 0 0,-1 1 1 0 0,-5 8-153 0 0,5-7 94 0 0,-3 3-367 0 0,1 1 0 0 0,0-1 0 0 0,0 1 0 0 0,0 0 0 0 0,-1 8 0 0 0,0 1-3809 0 0,1 0-4182 0 0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5:39.40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38 2873 0 0,'0'0'20125'0'0,"14"18"-19834"0"0,43 54-67 0 0,-48-62-105 0 0,0 0-1 0 0,10 10 1 0 0,-5-6-3 0 0,-8-8-75 0 0,1 0 0 0 0,10 8-1 0 0,3 2 25 0 0,-13-10-57 0 0,0-1-1 0 0,9 7 1 0 0,-13-11 58 0 0,-1 1 1 0 0,1-1-1 0 0,0 1 0 0 0,0-1 0 0 0,0 0 1 0 0,0 0-1 0 0,0 0 0 0 0,0-1 1 0 0,0 1-1 0 0,3 0 0 0 0,-6-17 515 0 0,0 2-530 0 0,0 1 0 0 0,-1 0 0 0 0,-1 0 0 0 0,-5-19 0 0 0,1 11-28 0 0,1-1-1 0 0,1-1 0 0 0,1 1 1 0 0,0-25-1 0 0,1 24-833 0 0,2 38-10967 0 0,0-13 10766 0 0,0 0 0 0 0,0 1 0 0 0,1-1 0 0 0,-1 0 0 0 0,0 0 0 0 0,1 1 0 0 0,0-1 0 0 0,-1 0 0 0 0,1 0 0 0 0,2 4 0 0 0,1-2-1139 0 0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5:39.72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46 209 112 0 0,'0'0'20802'0'0,"23"-16"-20023"0"0,69-48-141 0 0,-89 62-591 0 0,0 0-1 0 0,-1 0 0 0 0,1-1 1 0 0,0 0-1 0 0,2-3 0 0 0,-5 6-34 0 0,0 0-1 0 0,0 0 0 0 0,1-1 0 0 0,-1 1 0 0 0,0 0 0 0 0,0-1 1 0 0,0 1-1 0 0,0 0 0 0 0,0-1 0 0 0,0 1 0 0 0,0 0 0 0 0,0-1 1 0 0,0 1-1 0 0,0 0 0 0 0,0-1 0 0 0,0 1 0 0 0,0 0 0 0 0,0-1 1 0 0,0 1-1 0 0,0-1 0 0 0,0 1 0 0 0,0-1 0 0 0,-3-4 156 0 0,1-1-1 0 0,-1 0 1 0 0,0 1 0 0 0,0 0-1 0 0,-1-1 1 0 0,0 1-1 0 0,0 1 1 0 0,0-1 0 0 0,0 0-1 0 0,-6-3 1 0 0,3 2-20 0 0,0 1-1 0 0,-1-1 1 0 0,1 1 0 0 0,-1 1-1 0 0,-1 0 1 0 0,-9-4-1 0 0,16 7-136 0 0,1 0-1 0 0,-1 1 1 0 0,0-1-1 0 0,0 1 1 0 0,1 0-1 0 0,-1-1 1 0 0,0 1-1 0 0,0 0 1 0 0,1 0-1 0 0,-1 0 1 0 0,0 0-1 0 0,0 0 1 0 0,0 1-1 0 0,1-1 1 0 0,-1 1-1 0 0,0-1 0 0 0,0 1 1 0 0,-1 0-1 0 0,1 0-6 0 0,0 1-1 0 0,0-1 0 0 0,1 1 1 0 0,-1-1-1 0 0,0 1 0 0 0,1-1 1 0 0,0 1-1 0 0,-1 0 0 0 0,1 0 1 0 0,0 0-1 0 0,0 0 0 0 0,-2 3 0 0 0,0 5 8 0 0,0-1-1 0 0,0 1 0 0 0,1 0 0 0 0,1 0 1 0 0,-1 11-1 0 0,1-13-1 0 0,0-1 1 0 0,1 0-1 0 0,0 0 1 0 0,0 0-1 0 0,1 0 1 0 0,0 0-1 0 0,0 0 1 0 0,1 0-1 0 0,0 0 1 0 0,0 0-1 0 0,0-1 1 0 0,1 1-1 0 0,5 8 1 0 0,4 4 31 0 0,1-1 1 0 0,0 0 0 0 0,2-1 0 0 0,0-1 0 0 0,21 17 0 0 0,-25-23-4 0 0,2-1 0 0 0,-1-1 1 0 0,25 13-1 0 0,-28-18-18 0 0,-1 0 1 0 0,0 0-1 0 0,1 0 0 0 0,-1-1 1 0 0,1 0-1 0 0,0-1 1 0 0,17 1-1 0 0,-21-2-101 0 0,-1 0 0 0 0,1 0 0 0 0,0 0 0 0 0,0-1 0 0 0,0 1 0 0 0,-1-1 0 0 0,1-1 0 0 0,0 1 0 0 0,-1 0 0 0 0,1-1 0 0 0,-1 0 0 0 0,0 0 0 0 0,1-1 0 0 0,-1 1 0 0 0,0-1 0 0 0,6-5 0 0 0,-9 7-116 0 0,0 1 0 0 0,-1-1 0 0 0,1 1 0 0 0,-1-1 0 0 0,1 0 0 0 0,-1 1 0 0 0,1-1 0 0 0,-1 0 0 0 0,1 1 0 0 0,-1-1 0 0 0,1-1 0 0 0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5:41.37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296 258 8 0 0,'0'0'20915'0'0,"-23"-32"-19948"0"0,-68-102-107 0 0,86 127-707 0 0,0-1 0 0 0,0 1 0 0 0,-1 0 1 0 0,-10-9-1 0 0,1 3 423 0 0,3 3 152 0 0,-14-9 0 0 0,26 19-717 0 0,-1-1 0 0 0,1 1 1 0 0,-1-1-1 0 0,0 1 0 0 0,1 0 0 0 0,-1-1 0 0 0,1 1 0 0 0,-1 0 1 0 0,0 0-1 0 0,1-1 0 0 0,-1 1 0 0 0,0 0 0 0 0,0 0 0 0 0,1 0 1 0 0,-1 0-1 0 0,0 0 0 0 0,1 0 0 0 0,-1 0 0 0 0,0 0 0 0 0,1 0 1 0 0,-1 0-1 0 0,0 0 0 0 0,0 1 0 0 0,1-1 0 0 0,-1 0 0 0 0,1 0 1 0 0,-1 1-1 0 0,0-1 0 0 0,1 0 0 0 0,-1 1 0 0 0,1-1 1 0 0,-1 1-1 0 0,0-1 0 0 0,1 1 0 0 0,-1-1 0 0 0,1 1 0 0 0,0-1 1 0 0,-1 1-1 0 0,1-1 0 0 0,-1 1 0 0 0,0 1 0 0 0,-1 2-15 0 0,1 1 0 0 0,-1 0 0 0 0,0 0 0 0 0,-1 9 0 0 0,1-4 39 0 0,-1 9-20 0 0,0 0 0 0 0,1 0 0 0 0,1 0 0 0 0,1 0 0 0 0,1 0-1 0 0,4 24 1 0 0,0-13 23 0 0,19 56 1 0 0,18 26 18 0 0,-42-111-57 0 0,137 290 26 0 0,-100-219-26 0 0,-32-62-17 0 0,-1 1 0 0 0,0-1-1 0 0,0 0 1 0 0,3 19 0 0 0,-9-37-2660 0 0,-1 1 1676 0 0,0 1-1 0 0,1-1 0 0 0,-2-11 1 0 0,3 12-50 0 0,1 0 1 0 0,-1 0-1 0 0,1-1 1 0 0,1 1-1 0 0,-1 0 1 0 0,1 0-1 0 0,0 0 1 0 0,0 0-1 0 0,1 0 0 0 0,0 0 1 0 0,0 0-1 0 0,0 0 1 0 0,1 1-1 0 0,4-8 1 0 0,-1 3 703 0 0,4-7-180 0 0,14-18 1 0 0,-20 30 2086 0 0,1 0-1 0 0,0 0 1 0 0,10-14 6723 0 0,-15 19-8186 0 0,-9 0 1475 0 0,8 0-1475 0 0,-60-4 3916 0 0,-91-9-1018 0 0,10-4-2565 0 0,112 16-1331 0 0,45-2-6972 0 0,-10 2 5814 0 0,131-13-9052 0 0,-95 14 9996 0 0,57 5 1 0 0,-69-1 2343 0 0,1 0 0 0 0,-1 3 1 0 0,-1 0-1 0 0,1 2 1 0 0,-1 0-1 0 0,0 3 0 0 0,32 17 1 0 0,-60-29-1164 0 0,7 3 690 0 0,-1 1 0 0 0,1 0 0 0 0,-1 0 0 0 0,0 0 0 0 0,0 1 0 0 0,-1 0 1 0 0,0 0-1 0 0,6 7 0 0 0,-8 0 5497 0 0,-8-13-4885 0 0,-11-9-967 0 0,-23-20 0 0 0,20 15-328 0 0,12 9-52 0 0,1-1 0 0 0,-1 1 0 0 0,1-1 0 0 0,1 0 0 0 0,-6-9-1 0 0,-21-39 41 0 0,31 54-60 0 0,-14-27 14 0 0,-23-55-1 0 0,38 83-16 0 0,0-1-1 0 0,0 1 0 0 0,0 0 1 0 0,0 0-1 0 0,0 0 1 0 0,0-1-1 0 0,0 1 0 0 0,0 0 1 0 0,0 0-1 0 0,0-1 1 0 0,0 1-1 0 0,0 0 0 0 0,0 0 1 0 0,0 0-1 0 0,0-1 1 0 0,0 1-1 0 0,0 0 0 0 0,0 0 1 0 0,0-1-1 0 0,0 1 1 0 0,0 0-1 0 0,0 0 0 0 0,0 0 1 0 0,0-1-1 0 0,0 1 1 0 0,1 0-1 0 0,-1 0 0 0 0,0 0 1 0 0,0 0-1 0 0,0-1 1 0 0,0 1-1 0 0,0 0 0 0 0,1 0 1 0 0,-1 0-1 0 0,9-1-108 0 0,10 9-14 0 0,9 8 115 0 0,0-1-1 0 0,1-1 0 0 0,1-2 0 0 0,55 17 0 0 0,-52-22 14 0 0,0-2 0 0 0,-1-1 1 0 0,41 0-1 0 0,-62-4 16 0 0,0 0 0 0 0,0-1-1 0 0,14-3 1 0 0,-21 3-12 0 0,0 0-1 0 0,0-1 0 0 0,0 1 1 0 0,0-1-1 0 0,0 0 1 0 0,0 0-1 0 0,-1 0 0 0 0,1-1 1 0 0,0 1-1 0 0,-1-1 1 0 0,4-3-1 0 0,-6 4 1 0 0,1-1 0 0 0,0 0 0 0 0,-1 1 0 0 0,1-1 0 0 0,-1 0 0 0 0,0 1 0 0 0,0-1 0 0 0,0 0 0 0 0,0 0 0 0 0,-1 0 0 0 0,1 0 0 0 0,-1 0 0 0 0,0 0 0 0 0,1 0 0 0 0,-1 0 0 0 0,-1 0 0 0 0,1 0 0 0 0,0 0 0 0 0,-1 0 0 0 0,0 0 0 0 0,1 0 0 0 0,-3-4 0 0 0,1 3-5 0 0,-1-1 0 0 0,1 1 0 0 0,-1 1 0 0 0,0-1 0 0 0,-1 0 0 0 0,1 1 0 0 0,-1-1 0 0 0,1 1 0 0 0,-1 0 0 0 0,0 0 0 0 0,0 1 0 0 0,0-1 0 0 0,-8-2 1 0 0,6 2-1 0 0,-1 1 0 0 0,1-1 0 0 0,-1 2 0 0 0,0-1 1 0 0,0 1-1 0 0,1 0 0 0 0,-1 0 0 0 0,-14 1 1 0 0,18 0-5 0 0,1 1 0 0 0,-1-1 1 0 0,1 1-1 0 0,-1 0 1 0 0,1-1-1 0 0,0 1 1 0 0,-1 0-1 0 0,1 1 1 0 0,0-1-1 0 0,-1 0 1 0 0,1 1-1 0 0,0-1 1 0 0,0 1-1 0 0,0-1 1 0 0,0 1-1 0 0,1 0 1 0 0,-4 4-1 0 0,3-3 0 0 0,0 0-1 0 0,0 0 1 0 0,0 0 0 0 0,1 0-1 0 0,-1 1 1 0 0,1-1-1 0 0,0 1 1 0 0,0-1-1 0 0,0 1 1 0 0,1-1 0 0 0,-1 1-1 0 0,0 5 1 0 0,1-4 2 0 0,0 0 0 0 0,0 1-1 0 0,1-1 1 0 0,-1 0 0 0 0,1 0 0 0 0,0 1 0 0 0,1-1 0 0 0,-1 0 0 0 0,1 0 0 0 0,0 0 0 0 0,4 7-1 0 0,2-1-14 0 0,0 1-1 0 0,0-2 1 0 0,2 1-1 0 0,-1-1 1 0 0,1 0-1 0 0,1-1 1 0 0,-1 0-1 0 0,2-1 1 0 0,-1 0-1 0 0,1-1 1 0 0,0 0-1 0 0,1-1 1 0 0,24 9-1 0 0,-24-12-530 0 0,-1-1-1 0 0,0 0 1 0 0,1 0 0 0 0,0-1-1 0 0,-1-1 1 0 0,1 0 0 0 0,-1 0-1 0 0,14-3 1 0 0,-21 2-623 0 0,0-1 1 0 0,0 1-1 0 0,-1-1 1 0 0,1 0-1 0 0,8-4 1 0 0,-9 3-988 0 0,0 1 1 0 0,-1 0 0 0 0,7-7-1 0 0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5:41.82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121 82 3041 0 0,'0'0'21696'0'0,"-17"-14"-21334"0"0,-49-40-149 0 0,49 42-107 0 0,16 12-100 0 0,1 0-1 0 0,-1-1 1 0 0,0 1 0 0 0,1 0 0 0 0,-1 0 0 0 0,1 0 0 0 0,-1 0-1 0 0,1-1 1 0 0,-1 1 0 0 0,1 0 0 0 0,-1 0 0 0 0,0 0 0 0 0,1 0-1 0 0,-2 0 1 0 0,2 1-1 0 0,0-1-1 0 0,-1 0 0 0 0,1 1 0 0 0,0-1 1 0 0,-1 0-1 0 0,1 1 0 0 0,0-1 0 0 0,-1 0 1 0 0,1 1-1 0 0,0-1 0 0 0,0 1 0 0 0,0-1 1 0 0,-1 1-1 0 0,1-1 0 0 0,0 0 0 0 0,0 1 1 0 0,0-1-1 0 0,0 1 0 0 0,0-1 0 0 0,0 1 1 0 0,0-1-1 0 0,0 1 0 0 0,0-1 1 0 0,0 1-1 0 0,-1 4 8 0 0,0 0 9 0 0,0 0 0 0 0,0 0 0 0 0,0 0 0 0 0,0 0 0 0 0,1 0 0 0 0,0 1 0 0 0,0-1 0 0 0,0 0 0 0 0,1 0-1 0 0,0 0 1 0 0,0 0 0 0 0,0 0 0 0 0,0 0 0 0 0,1 0 0 0 0,0 0 0 0 0,0 0 0 0 0,3 5 0 0 0,6 8 49 0 0,0 0 1 0 0,26 30-1 0 0,-26-35-60 0 0,-6-6-5 0 0,1-1 1 0 0,-1 0 0 0 0,1 0-1 0 0,8 5 1 0 0,-11-9 6 0 0,-1 0 1 0 0,1 0 0 0 0,1 0-1 0 0,-1-1 1 0 0,0 1-1 0 0,0-1 1 0 0,0 0 0 0 0,1 0-1 0 0,-1 0 1 0 0,1 0-1 0 0,-1-1 1 0 0,6 1 0 0 0,-8-1-4 0 0,0 0 1 0 0,0 0-1 0 0,-1 0 1 0 0,1 0-1 0 0,0-1 1 0 0,0 1-1 0 0,-1 0 1 0 0,1-1-1 0 0,0 1 1 0 0,0 0-1 0 0,-1-1 1 0 0,1 1-1 0 0,0-1 1 0 0,-1 1-1 0 0,1-1 1 0 0,0 1-1 0 0,-1-1 1 0 0,1 1-1 0 0,0-2 1 0 0,0 0 0 0 0,1 0 1 0 0,-1 0 0 0 0,0 0 0 0 0,0 0 0 0 0,0 0 0 0 0,1-4 0 0 0,-1-1-6 0 0,1 0 1 0 0,-1 0-1 0 0,0-14 1 0 0,-1 7-1 0 0,1 7 2 0 0,-1 0-1 0 0,0 0 1 0 0,-1 0 0 0 0,1 0 0 0 0,-1 1 0 0 0,-4-12 0 0 0,0 2-3 0 0,3 9-8 0 0,0 0-1 0 0,-6-10 1 0 0,7 16 9 0 0,0-1 0 0 0,0 1-1 0 0,0-1 1 0 0,0 0 0 0 0,1 1 0 0 0,-1-1 0 0 0,1 0 0 0 0,-1 0 0 0 0,1 0 0 0 0,-1 0 0 0 0,1 1 0 0 0,0-4 0 0 0,0 5 7 0 0,0 10-270 0 0,-1 18 200 0 0,1-10 52 0 0,0 0 0 0 0,1 0 0 0 0,5 30 0 0 0,4-12 8 0 0,1 1 0 0 0,2-2 0 0 0,34 66 0 0 0,12-6-33 0 0,-16-29-141 0 0,-40-62 40 0 0,1 2 111 0 0,-9-7-4495 0 0,-1-1 3730 0 0,1-1 0 0 0,1 0 0 0 0,-1 0 0 0 0,0-1 0 0 0,1 1 0 0 0,-5-6 1 0 0,-6-3-1966 0 0,-22-20-5357 0 0,27 22 2850 0 0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5:42.4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 1 4001 0 0,'0'0'18692'0'0,"-3"0"-18552"0"0,2 0-133 0 0,1-1 0 0 0,-1 1 0 0 0,1 0 0 0 0,0 0 1 0 0,-1 0-1 0 0,1 0 0 0 0,-1 0 0 0 0,1 0 0 0 0,-1 0 0 0 0,1 0 0 0 0,0 0 1 0 0,-1 0-1 0 0,1 0 0 0 0,-1 0 0 0 0,1 0 0 0 0,-1 1 0 0 0,1-1 0 0 0,0 0 1 0 0,-1 0-1 0 0,0 1 0 0 0,6 6 165 0 0,3 3-83 0 0,1 3-27 0 0,2-1-1 0 0,-1 0 1 0 0,2 0 0 0 0,0-1 0 0 0,0 0 0 0 0,16 10 0 0 0,-24-19-56 0 0,0 0-1 0 0,0 1 1 0 0,0-2 0 0 0,1 1-1 0 0,-1-1 1 0 0,1 1 0 0 0,-1-1-1 0 0,1 0 1 0 0,0-1-1 0 0,-1 1 1 0 0,1-1 0 0 0,6 0-1 0 0,-9 0-5 0 0,-1-1-1 0 0,0 1 1 0 0,0 0 0 0 0,1-1-1 0 0,-1 1 1 0 0,0-1-1 0 0,0 0 1 0 0,0 1-1 0 0,0-1 1 0 0,0 0-1 0 0,0 1 1 0 0,0-1-1 0 0,0 0 1 0 0,0 0-1 0 0,0 0 1 0 0,0 0 0 0 0,0 0-1 0 0,0 0 1 0 0,-1 0-1 0 0,1 0 1 0 0,0-1-1 0 0,-1 1 1 0 0,1 0-1 0 0,0-3 1 0 0,0 0-13 0 0,1 0-1 0 0,-1 0 1 0 0,0-1 0 0 0,0 1 0 0 0,-1 0 0 0 0,1-5-1 0 0,-1-46-43 0 0,-3 41 142 0 0,3 14-54 0 0,1 0-66 0 0,0 1 29 0 0,0-1 0 0 0,0 0 0 0 0,0 1 0 0 0,0-1 0 0 0,0 1 1 0 0,0-1-1 0 0,-1 1 0 0 0,1-1 0 0 0,0 1 0 0 0,0 0 0 0 0,0-1 0 0 0,-1 1 0 0 0,1 0 1 0 0,0 0-1 0 0,0 0 0 0 0,-1 0 0 0 0,1 0 0 0 0,-1-1 0 0 0,1 3 0 0 0,6 5-14 0 0,14 13-365 0 0,33 24 0 0 0,-44-37 8 0 0,-8-6 66 0 0,0 0 1 0 0,1-1 0 0 0,-1 1-1 0 0,0-1 1 0 0,1 0 0 0 0,-1 0-1 0 0,1 0 1 0 0,-1 0 0 0 0,4 1-1 0 0,8-1-10995 0 0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5:43.11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111 154 2056 0 0,'0'0'20952'0'0,"-2"-16"-20624"0"0,-6-46-35 0 0,8 58-242 0 0,-1 0 1 0 0,1 1-1 0 0,-1-1 1 0 0,0 0-1 0 0,0 1 0 0 0,-2-5 1 0 0,1 3 45 0 0,-3-6 132 0 0,-1-5 32 0 0,6 15-261 0 0,0 1 0 0 0,0-1 0 0 0,0 1-1 0 0,0-1 1 0 0,0 1 0 0 0,0-1 0 0 0,0 1 0 0 0,-1-1 0 0 0,1 0 0 0 0,0 1 0 0 0,0-1 0 0 0,0 1-1 0 0,-1 0 1 0 0,1-1 0 0 0,0 1 0 0 0,-1-1 0 0 0,1 1 0 0 0,0-1 0 0 0,-1 1 0 0 0,1 0 0 0 0,0-1-1 0 0,-1 1 1 0 0,1 0 0 0 0,-1-1 0 0 0,1 1 0 0 0,-1 0 0 0 0,1 0 0 0 0,-1-1 0 0 0,1 1 0 0 0,-1 0-1 0 0,1 0 1 0 0,-1 0 0 0 0,1 0 0 0 0,-1-1 0 0 0,1 1 0 0 0,-1 0 0 0 0,1 0 0 0 0,-1 0-1 0 0,1 0 1 0 0,-1 0 0 0 0,0 1 0 0 0,-1-1-8 0 0,1 1-1 0 0,0-1 1 0 0,0 1 0 0 0,-1 0-1 0 0,1-1 1 0 0,0 1 0 0 0,0 0-1 0 0,0 0 1 0 0,0 0-1 0 0,0 0 1 0 0,0 0 0 0 0,0 0-1 0 0,0 0 1 0 0,0 0 0 0 0,0 2-1 0 0,-9 15-3 0 0,-11 30 0 0 0,16-36 21 0 0,3-7-5 0 0,0 0 1 0 0,0-1 0 0 0,1 1 0 0 0,0 0 0 0 0,0 1-1 0 0,0-1 1 0 0,0 7 0 0 0,1-8 15 0 0,0 0-1 0 0,1 0 1 0 0,-1 0 0 0 0,1 0 0 0 0,0 0-1 0 0,0 0 1 0 0,0-1 0 0 0,1 1-1 0 0,-1 0 1 0 0,1-1 0 0 0,0 1 0 0 0,0-1-1 0 0,0 0 1 0 0,0 0 0 0 0,1 0-1 0 0,-1 0 1 0 0,1 0 0 0 0,4 4 0 0 0,9 7 109 0 0,0 0-1 0 0,25 16 1 0 0,-27-21-85 0 0,-8-5-17 0 0,0 0 0 0 0,0-1-1 0 0,6 4 1 0 0,7 1 39 0 0,27 7 1 0 0,-38-13-16 0 0,1 0 0 0 0,-1-1 0 0 0,1 0 0 0 0,0 0 0 0 0,16-2 0 0 0,-23 1-41 0 0,0 0 1 0 0,-1-1 0 0 0,1 1-1 0 0,0-1 1 0 0,-1 1-1 0 0,1-1 1 0 0,0 0-1 0 0,-1 0 1 0 0,1 0 0 0 0,-1 0-1 0 0,1 0 1 0 0,-1 0-1 0 0,0 0 1 0 0,1 0 0 0 0,-1-1-1 0 0,0 1 1 0 0,0 0-1 0 0,0-1 1 0 0,0 1-1 0 0,0-1 1 0 0,1-2 0 0 0,0 1 2 0 0,-1-1 0 0 0,1 1 0 0 0,-1-1 1 0 0,0 0-1 0 0,0 0 0 0 0,0 1 0 0 0,-1-1 1 0 0,1-7-1 0 0,-1-5-2 0 0,1 9-11 0 0,-1 1 1 0 0,0-1-1 0 0,-1 1 1 0 0,1-1-1 0 0,-1 1 1 0 0,-3-12 0 0 0,3 15 2 0 0,-1-1 11 0 0,1 0 0 0 0,-1 0 1 0 0,1 0-1 0 0,0-1 1 0 0,0-4-1 0 0,1 8-21 0 0,2 13-94 0 0,4-3 94 0 0,0-1-1 0 0,0 0 1 0 0,1 1 0 0 0,0-2 0 0 0,8 9 0 0 0,44 31 13 0 0,-47-37-12 0 0,-5-5 7 0 0,0 1 1 0 0,11 5-1 0 0,-15-10-1 0 0,0 1 0 0 0,0-1 0 0 0,1 0-1 0 0,-1 1 1 0 0,1-2 0 0 0,-1 1-1 0 0,1 0 1 0 0,-1-1 0 0 0,6 1 0 0 0,-8-2-2 0 0,1 1 1 0 0,0 0-1 0 0,0 0 1 0 0,-1-1-1 0 0,1 1 1 0 0,-1-1-1 0 0,1 0 1 0 0,0 1-1 0 0,-1-1 1 0 0,1 0-1 0 0,-1 0 1 0 0,1 0-1 0 0,-1 0 1 0 0,0 0-1 0 0,1 0 1 0 0,-1 0-1 0 0,0-1 1 0 0,0 1-1 0 0,0 0 1 0 0,1-2 0 0 0,12-11-211 0 0,-13 13 136 0 0,0 1 0 0 0,0-1 0 0 0,0 1 0 0 0,-1-1 0 0 0,1 1 0 0 0,0 0 0 0 0,0 0 0 0 0,0-1 0 0 0,0 1 0 0 0,0 0 0 0 0,0 0 0 0 0,-1 0 0 0 0,1 0 0 0 0,0 0 0 0 0,0 0 0 0 0,0 0 0 0 0,0 0 0 0 0,0 0 0 0 0,0 1 0 0 0,0-1 0 0 0,0 0 1 0 0,-1 0-1 0 0,2 1 0 0 0,0 0-257 0 0,0 0 1 0 0,-1 0 0 0 0,1 0 0 0 0,-1 0 0 0 0,0 0 0 0 0,1 0-1 0 0,-1 1 1 0 0,0-1 0 0 0,1 0 0 0 0,1 3 0 0 0,-1 0-1097 0 0,6 10-4590 0 0,-6-5-858 0 0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5:43.81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176 160 1624 0 0,'0'0'20193'0'0,"-17"-23"-19547"0"0,-51-72-91 0 0,44 66-196 0 0,24 28-336 0 0,-1 1 0 0 0,0-1 0 0 0,1 1-1 0 0,-1-1 1 0 0,1 1 0 0 0,-1-1 0 0 0,0 1 0 0 0,1 0 0 0 0,-1-1 0 0 0,0 1 0 0 0,0 0 0 0 0,-1-1 0 0 0,-3-1 98 0 0,3 1-78 0 0,0 1 1 0 0,0-1-1 0 0,1 0 1 0 0,-1 1-1 0 0,0-1 1 0 0,0 1-1 0 0,0 0 1 0 0,-3 0-1 0 0,5 0-38 0 0,-1 0 0 0 0,0 0 0 0 0,0 0 0 0 0,1 0 0 0 0,-1 0 0 0 0,0 1 0 0 0,1-1-1 0 0,-1 0 1 0 0,1 1 0 0 0,-1-1 0 0 0,0 0 0 0 0,1 1 0 0 0,-1-1 0 0 0,1 0 0 0 0,-1 1 0 0 0,1-1 0 0 0,-1 1 0 0 0,1-1 0 0 0,-1 1-1 0 0,1 0 1 0 0,0-1 0 0 0,-1 1 0 0 0,1-1 0 0 0,0 1 0 0 0,-1 0 0 0 0,1 0 0 0 0,-4 8 20 0 0,1 1 0 0 0,0-1 0 0 0,1 0 0 0 0,0 1 0 0 0,1-1 0 0 0,-1 13 0 0 0,2-2 47 0 0,-1-4-1 0 0,3 18 1 0 0,-1-29-58 0 0,0 0 0 0 0,0 1 0 0 0,0-1 0 0 0,1 0 0 0 0,0 0 0 0 0,0 0 0 0 0,3 6 1 0 0,1-1 31 0 0,0 0 1 0 0,0-1 0 0 0,1 1 0 0 0,0-1-1 0 0,1-1 1 0 0,0 0 0 0 0,0 0 0 0 0,1 0-1 0 0,0-1 1 0 0,0 0 0 0 0,0-1 0 0 0,1 0-1 0 0,0 0 1 0 0,1-1 0 0 0,-1-1 0 0 0,1 0-1 0 0,14 4 1 0 0,-17-6 17 0 0,1-1-1 0 0,-1 0 1 0 0,10 0-1 0 0,-14-1-47 0 0,-1 0 1 0 0,1 0-1 0 0,-1-1 1 0 0,0 1-1 0 0,1-1 1 0 0,-1 0-1 0 0,0 0 1 0 0,0 0-1 0 0,0 0 0 0 0,6-4 1 0 0,2-2-1 0 0,-2 2 2 0 0,0-1 0 0 0,-1 0 0 0 0,1-1-1 0 0,-1 0 1 0 0,-1 0 0 0 0,14-16 0 0 0,-4-1-2 0 0,-7 9 4 0 0,-1 1 0 0 0,10-21 0 0 0,-12 26-23 0 0,-7 8 7 0 0,1 0 0 0 0,0 0-1 0 0,0 1 1 0 0,-1-1 0 0 0,1 0-1 0 0,-1 0 1 0 0,1 0-1 0 0,-1 0 1 0 0,1 0 0 0 0,-1 0-1 0 0,0 0 1 0 0,1 0 0 0 0,-1-1-1 0 0,1 2-13 0 0,-1 0 0 0 0,1 0-1 0 0,0 0 1 0 0,-1 0 0 0 0,1 0-1 0 0,0 0 1 0 0,-1 0 0 0 0,1 0-1 0 0,0 1 1 0 0,-1-1 0 0 0,1 0 0 0 0,-1 0-1 0 0,1 1 1 0 0,0-1 0 0 0,2 4-3 0 0,0 1 0 0 0,0-1 1 0 0,-1 0-1 0 0,0 1 0 0 0,3 5 0 0 0,-1-1-1 0 0,3 6 15 0 0,1-1 1 0 0,1 0-1 0 0,0-1 0 0 0,21 24 1 0 0,-23-30-5 0 0,15 11 1 0 0,-4-3-15 0 0,-14-13 9 0 0,-1 1-1 0 0,1-1 1 0 0,0 1 0 0 0,4 1-1 0 0,-4-2-58 0 0,-3-2-68 0 0,0-8-3463 0 0,-2 4 2382 0 0,0-1 0 0 0,-1 0 1 0 0,0 1-1 0 0,0-1 0 0 0,0 1 0 0 0,0 0 0 0 0,-1-1 0 0 0,0 1 1 0 0,-6-6-1 0 0,-3-8-3956 0 0,4 7 240 0 0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5:43.9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38 59 2064 0 0,'0'0'14404'0'0,"-6"-12"-16140"0"0,-18-32 1147 0 0,24 44 572 0 0,0 0-1 0 0,0 0 1 0 0,0-1-1 0 0,0 1 1 0 0,0 0 0 0 0,0 0-1 0 0,0 0 1 0 0,0 0 0 0 0,0 0-1 0 0,0 0 1 0 0,0 0-1 0 0,0 0 1 0 0,0 0 0 0 0,0-1-1 0 0,0 1 1 0 0,0 0 0 0 0,0 0-1 0 0,0 0 1 0 0,0 0-1 0 0,0 0 1 0 0,0 0 0 0 0,0 0-1 0 0,-1 0 1 0 0,1 0-1 0 0,0 0 1 0 0,0 0 0 0 0,0 0-1 0 0,0 0 1 0 0,0-1 0 0 0,0 1-1 0 0,0 0 1 0 0,0 0-1 0 0,0 0 1 0 0,-1 0 0 0 0,1 0-1 0 0,0 0 1 0 0,0 0-1 0 0,0 0 1 0 0,0 0 0 0 0,0 0-1 0 0,0 0 1 0 0,0 0 0 0 0,0 0-1 0 0,-1 0 1 0 0,1 0-1 0 0,0 1 1 0 0,0-1 0 0 0,0 0-1 0 0,0 0 1 0 0,0 0-1 0 0,0 0 1 0 0,0 0 0 0 0,0 0-1 0 0,0 0 1 0 0,-1 0 0 0 0,1 0-1 0 0,0 0 1 0 0,0 0-1 0 0,0 0 1 0 0,0 1 0 0 0,-2 9-1485 0 0,1 16-4118 0 0,1-25 4824 0 0,0 7-4369 0 0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5:44.31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78 215 672 0 0,'0'0'19806'0'0,"8"-25"-19268"0"0,19-76-105 0 0,-26 96-396 0 0,0 1 0 0 0,0 0 0 0 0,-1-1 0 0 0,0-5 0 0 0,0 9-23 0 0,0 1 0 0 0,0-1 0 0 0,0 0 0 0 0,0 0 1 0 0,-1 0-1 0 0,1 0 0 0 0,0 1 0 0 0,0-1 0 0 0,-1 0 0 0 0,1 0 0 0 0,-1 0 0 0 0,-4-6 163 0 0,1 1-1 0 0,-1 0 1 0 0,0 0-1 0 0,-12-10 1 0 0,16 15-150 0 0,-1 0 1 0 0,1 0 0 0 0,-1 0-1 0 0,1 0 1 0 0,-1 0 0 0 0,0 0-1 0 0,1 1 1 0 0,-1-1 0 0 0,0 1-1 0 0,0-1 1 0 0,-3 0 0 0 0,4 1-27 0 0,0 0 0 0 0,0 0 1 0 0,0 1-1 0 0,0-1 0 0 0,-1 0 1 0 0,1 0-1 0 0,0 1 0 0 0,0-1 0 0 0,0 1 1 0 0,0-1-1 0 0,0 1 0 0 0,0-1 1 0 0,0 1-1 0 0,1-1 0 0 0,-1 1 0 0 0,0 0 1 0 0,0 0-1 0 0,0-1 0 0 0,1 1 1 0 0,-1 0-1 0 0,-1 2 0 0 0,-2 3 8 0 0,0 0-1 0 0,1 1 1 0 0,-1 0-1 0 0,1 0 1 0 0,1 0-1 0 0,-1 0 1 0 0,1 0-1 0 0,-2 15 1 0 0,3-11 11 0 0,0 0 1 0 0,0 0 0 0 0,2 1 0 0 0,-1-1 0 0 0,4 17 0 0 0,-3-22 2 0 0,1 1 0 0 0,1-1 1 0 0,-1 0-1 0 0,1 1 1 0 0,0-1-1 0 0,0-1 0 0 0,0 1 1 0 0,8 9-1 0 0,-2-4 33 0 0,1 0 0 0 0,0-1-1 0 0,12 9 1 0 0,-16-15-17 0 0,0 0 0 0 0,1 0 0 0 0,0-1 0 0 0,0 1 0 0 0,0-1 0 0 0,11 2 1 0 0,-6 0 6 0 0,-2-3-29 0 0,0 0 0 0 0,0 0 1 0 0,0-1-1 0 0,0 0 0 0 0,0-1 0 0 0,12-1 0 0 0,-2 1-16 0 0,-16 0-56 0 0,-1 0 0 0 0,1-1-1 0 0,-1 1 1 0 0,0-1-1 0 0,1 0 1 0 0,-1 1-1 0 0,0-2 1 0 0,1 1-1 0 0,-1 0 1 0 0,0-1-1 0 0,0 1 1 0 0,0-1-1 0 0,0 0 1 0 0,-1 0-1 0 0,1 0 1 0 0,4-4-1 0 0,-4 3-708 0 0,-1 0 0 0 0,1-1 0 0 0,0 1-1 0 0,-1-1 1 0 0,2-4 0 0 0,-1 3-2210 0 0,-1 0 0 0 0,0 0 0 0 0,2-10-1 0 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5:44.64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290 140 4865 0 0,'0'0'18241'0'0,"-22"-25"-18195"0"0,-65-72-33 0 0,84 94-12 0 0,0 0 0 0 0,1 0 0 0 0,-1 1 0 0 0,-6-4-1 0 0,9 5 1 0 0,0 1-1 0 0,0 0 0 0 0,0 0 0 0 0,0 0 0 0 0,-1 0 0 0 0,1 0 0 0 0,0 0 1 0 0,0 0-1 0 0,0 0 0 0 0,0 0 0 0 0,0 0 0 0 0,0 0 0 0 0,-1 0 0 0 0,1 0 0 0 0,0 0 1 0 0,0 0-1 0 0,0 0 0 0 0,0 0 0 0 0,0 0 0 0 0,0 0 0 0 0,0 0 0 0 0,0 0 1 0 0,-1 0-1 0 0,1 0 0 0 0,0 1 0 0 0,0-1 0 0 0,0 0 0 0 0,0 0 0 0 0,0 0 1 0 0,0 0-1 0 0,0 0 0 0 0,0 0 0 0 0,0 0 0 0 0,-1 0 0 0 0,1 0 0 0 0,0 0 1 0 0,0 1-1 0 0,0-1 0 0 0,0 0 0 0 0,0 0 0 0 0,0 0 0 0 0,0 0 0 0 0,0 0 1 0 0,0 0-1 0 0,0 0 0 0 0,0 1 0 0 0,0-1 0 0 0,0 0 0 0 0,0 0 0 0 0,0 0 0 0 0,0 0 1 0 0,0 0-1 0 0,0 0 0 0 0,-2 13 34 0 0,1 0-1 0 0,0 0 1 0 0,0-1 0 0 0,1 1 0 0 0,3 21 0 0 0,2-10 5 0 0,0 0 1 0 0,8 22-1 0 0,-4-20-4 0 0,1 0 0 0 0,1-1-1 0 0,21 32 1 0 0,-23-43-7 0 0,-7-11-19 0 0,1 0 0 0 0,-1 1-1 0 0,0 0 1 0 0,3 6 0 0 0,-1 0 10 0 0,-3-9-21 0 0,0 1 0 0 0,-1 0 0 0 0,1-1 0 0 0,0 1 0 0 0,-1 0 0 0 0,1 0 0 0 0,-1-1 0 0 0,0 1 0 0 0,1 0 0 0 0,-1 2 0 0 0,0-2-11 0 0,0-1 0 0 0,0 1-1 0 0,0-1 1 0 0,0 1-1 0 0,-1 0 1 0 0,1-1-1 0 0,0 1 1 0 0,-1-1 0 0 0,1 1-1 0 0,-1-1 1 0 0,1 1-1 0 0,-1-1 1 0 0,0 0 0 0 0,0 1-1 0 0,0-1 1 0 0,1 0-1 0 0,-1 0 1 0 0,0 1-1 0 0,-1-1 1 0 0,1 0 0 0 0,0 0-1 0 0,0 0 1 0 0,0 0-1 0 0,-1 0 1 0 0,1-1-1 0 0,0 1 1 0 0,-1 0 0 0 0,1 0-1 0 0,-1-1 1 0 0,1 1-1 0 0,-3 0 1 0 0,-27 8-1470 0 0,-55 10 0 0 0,10-8-5290 0 0,46-8 1511 0 0,9 0-3014 0 0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5:47.88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50 146 0 0 0,'0'0'7183'0'0,"-2"-10"-6102"0"0,-6-32-46 0 0,7 37-360 0 0,0 0-1 0 0,0 0 0 0 0,-1 0 1 0 0,1 1-1 0 0,-3-7 0 0 0,0 3 535 0 0,2 3-355 0 0,0 1 0 0 0,0-1-1 0 0,0 1 1 0 0,-1-1 0 0 0,1 1 0 0 0,-7-7 0 0 0,9 11-627 0 0,0-1 0 0 0,-1 1 0 0 0,1 0 0 0 0,0 0 0 0 0,0-1 0 0 0,-1 1 0 0 0,1 0 0 0 0,0-1 0 0 0,0 1 0 0 0,-1-1 0 0 0,1 1 0 0 0,0 0 0 0 0,0-1 0 0 0,0 1 0 0 0,0-1 0 0 0,0 1 0 0 0,0 0 0 0 0,0-1 0 0 0,-1 1 0 0 0,1-1 0 0 0,0 1 0 0 0,0 0 0 0 0,1-1 0 0 0,-1 1 0 0 0,0-1 0 0 0,0 1 0 0 0,0 0 0 0 0,0-1 0 0 0,4 0 2770 0 0,3 6-3944 0 0,82 130 962 0 0,-31-43 55 0 0,34 37 19 0 0,60 93 221 0 0,-132-190-220 0 0,45 53 0 0 0,-59-76-62 0 0,-6-8-26 0 0,1 0 1 0 0,-1 0-1 0 0,0 0 1 0 0,1-1-1 0 0,-1 1 1 0 0,1 0 0 0 0,-1 0-1 0 0,1-1 1 0 0,0 1-1 0 0,-1 0 1 0 0,1-1-1 0 0,0 1 1 0 0,-1-1-1 0 0,1 1 1 0 0,0-1 0 0 0,0 1-1 0 0,-1-1 1 0 0,1 1-1 0 0,0-1 1 0 0,0 0-1 0 0,0 1 1 0 0,0-1-1 0 0,1 0 1 0 0,-2 0 21 0 0,0-5-1671 0 0,0 0 149 0 0,0 0 0 0 0,0 0 0 0 0,-1-1 0 0 0,-2-7 1 0 0,-5-2-8632 0 0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5:48.44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364 83 3921 0 0,'0'0'21375'0'0,"-3"-14"-20912"0"0,-13-39-87 0 0,15 46-257 0 0,-1 0-100 0 0,2 6 820 0 0,1 1-823 0 0,1 0 225 0 0,-3 0 116 0 0,-5 6-165 0 0,-28 28 197 0 0,26-24-323 0 0,1 1 0 0 0,0 0 0 0 0,1 1 0 0 0,0-1-1 0 0,1 1 1 0 0,-6 17 0 0 0,-14 79 130 0 0,8-31-46 0 0,6-35-68 0 0,-22 56-1 0 0,20-64-55 0 0,-6 15 17 0 0,4-14 4 0 0,10-22-22 0 0,-1-1 0 0 0,-13 25 0 0 0,4-17 10 0 0,0 0 1 0 0,-22 22-1 0 0,14-18-43 0 0,23-23 0 0 0,0-1-20 0 0,0 0 16 0 0,0 0 0 0 0,0 0-1 0 0,0 1 1 0 0,0-1 0 0 0,0 0-1 0 0,0 0 1 0 0,0 0 0 0 0,0 0 0 0 0,0 0-1 0 0,0 1 1 0 0,1-1 0 0 0,-1 0 0 0 0,0 0-1 0 0,0 0 1 0 0,0 0 0 0 0,0 0 0 0 0,0 0-1 0 0,0 1 1 0 0,1-1 0 0 0,-1 0 0 0 0,0 0-1 0 0,0 0 1 0 0,0 0 0 0 0,0 0 0 0 0,0 0-1 0 0,1 0 1 0 0,-1 0 0 0 0,0 0-1 0 0,0 0 1 0 0,0 0 0 0 0,0 0 0 0 0,1 0-1 0 0,-1 0 1 0 0,0 0 0 0 0,14 0-1175 0 0,16 0-4427 0 0,-11-3-5824 0 0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5:48.83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284 4 0 0 0,'0'0'24288'0'0,"2"1"-23621"0"0,7 5-169 0 0,-14-4 239 0 0,-24-7 433 0 0,24 4-1123 0 0,-29-3 289 0 0,0 2 1 0 0,-57 2-1 0 0,35 1-607 0 0,41-1-838 0 0,-4 0-1745 0 0,12 0-2106 0 0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5:49.25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74 0 8226 0 0,'0'0'17725'0'0,"-11"3"-17572"0"0,-33 9 10 0 0,43-12-152 0 0,0 0 0 0 0,0 1 0 0 0,0-1 1 0 0,0 0-1 0 0,0 1 0 0 0,0-1 0 0 0,0 1 0 0 0,1-1 1 0 0,-1 1-1 0 0,0-1 0 0 0,0 1 0 0 0,0 0 0 0 0,1-1 0 0 0,-1 1 1 0 0,0 0-1 0 0,1 0 0 0 0,-1 0 0 0 0,1-1 0 0 0,-1 1 0 0 0,1 0 1 0 0,-1 0-1 0 0,1 0 0 0 0,0 0 0 0 0,-1 0 0 0 0,1 0 0 0 0,0 0 1 0 0,0 0-1 0 0,0 0 0 0 0,-1 0 0 0 0,1 0 0 0 0,0 0 0 0 0,0 0 1 0 0,1 0-1 0 0,-1 0 0 0 0,0 0 0 0 0,0 1 0 0 0,1 3 72 0 0,-2 16 136 0 0,0-15-144 0 0,1 1 0 0 0,0-1 1 0 0,0 1-1 0 0,1-1 0 0 0,0 1 0 0 0,2 9 1 0 0,10 21 186 0 0,22 39 0 0 0,-24-52-270 0 0,-6-13-3274 0 0,6 3-7937 0 0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5:50.18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279 16 0 0 0,'0'0'16326'0'0,"7"-2"-14644"0"0,20-5-206 0 0,-21 1 3934 0 0,-11 6-2870 0 0,3 0-3606 0 0,-25 11 1145 0 0,11-5-53 0 0,0 0 1 0 0,0-2-1 0 0,0 0 1 0 0,-1-1-1 0 0,0 0 1 0 0,-20-1-1 0 0,12-1-297 0 0,10 0-477 0 0,-17-2 0 0 0,28 0 536 0 0,-1 1-1 0 0,1-1 1 0 0,-1 0 0 0 0,1 0-1 0 0,-1-1 1 0 0,1 1 0 0 0,-9-5-1 0 0,2 0-2161 0 0,-1-1-2981 0 0,1 0-3298 0 0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5:50.56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420 20 3985 0 0,'0'0'21120'0'0,"-6"-3"-20806"0"0,-15-8-60 0 0,19 10-205 0 0,0 0-1 0 0,0 0 0 0 0,0 1 1 0 0,0-1-1 0 0,0 1 0 0 0,0-1 0 0 0,0 1 1 0 0,0 0-1 0 0,0 0 0 0 0,0 0 0 0 0,0 0 1 0 0,0 0-1 0 0,-2 1 0 0 0,-4 0 86 0 0,-97 0 619 0 0,-124-4-1690 0 0,208 3-3469 0 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5:51.5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38 51 3345 0 0,'0'0'21271'0'0,"-7"-8"-20850"0"0,-17-26-91 0 0,18 25 453 0 0,7 10-774 0 0,1-1 0 0 0,0 0 0 0 0,-1 1 0 0 0,1-1 0 0 0,-1 1 0 0 0,1-1 0 0 0,-1 1 0 0 0,1 0 0 0 0,-1-1 0 0 0,1 1 0 0 0,-1 0 0 0 0,0 0 0 0 0,2 2 0 0 0,18 18 46 0 0,-11-11 17 0 0,9 12 217 0 0,-1 0 0 0 0,24 39 0 0 0,-17-24-84 0 0,22 33 122 0 0,34 47 125 0 0,-25-47-213 0 0,94 94 1 0 0,-117-130-225 0 0,-30-30-5 0 0,0-1 0 0 0,0 1 1 0 0,-1 0-1 0 0,1 0 0 0 0,-1 1 1 0 0,0-1-1 0 0,3 7 0 0 0,-5-9-677 0 0,-1-7-268 0 0,-6-10-856 0 0,-15-8-1824 0 0,7 8-234 0 0,2-2-3496 0 0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5:52.0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286 110 5113 0 0,'0'0'20758'0'0,"-11"-18"-20346"0"0,-34-55-73 0 0,34 54 558 0 0,11 41-817 0 0,-1-17-70 0 0,-1 1 0 0 0,0-1 1 0 0,0 0-1 0 0,0 0 0 0 0,-5 8 0 0 0,-5 11 75 0 0,-2 5 45 0 0,2-8-7 0 0,0 6 177 0 0,-15 53 0 0 0,-2 51 101 0 0,17-69-247 0 0,-28 85-1 0 0,26-98-113 0 0,11-34-7 0 0,-1 0-1 0 0,-8 18 1 0 0,10-29-187 0 0,0 1 1 0 0,0 0 0 0 0,1-1 0 0 0,0 1-1 0 0,0 0 1 0 0,0 0 0 0 0,0-1 0 0 0,1 1-1 0 0,0 0 1 0 0,0 7 0 0 0,1-10-458 0 0,-1-1 1 0 0,0 0-1 0 0,1 1 0 0 0,0-1 1 0 0,-1 0-1 0 0,1 0 0 0 0,0 1 1 0 0,1 0-1 0 0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5:53.2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164 162 4993 0 0,'0'0'21497'0'0,"-5"-1"-21056"0"0,-2 0-268 0 0,4 0 18 0 0,0 0 1 0 0,-1 0-1 0 0,1 1 0 0 0,0 0 0 0 0,-6 0 0 0 0,9 0-188 0 0,-1 0 0 0 0,1 1 0 0 0,-1-1 0 0 0,1 0-1 0 0,0 1 1 0 0,-1-1 0 0 0,1 1 0 0 0,0-1 0 0 0,-1 0-1 0 0,1 1 1 0 0,0-1 0 0 0,-1 1 0 0 0,1-1 0 0 0,0 1-1 0 0,0-1 1 0 0,0 1 0 0 0,0-1 0 0 0,-1 1 0 0 0,1-1-1 0 0,0 1 1 0 0,0-1 0 0 0,0 2 0 0 0,-2 13 47 0 0,1 13 95 0 0,2 47-1 0 0,7-27-71 0 0,-5-31-52 0 0,-1 0 0 0 0,1 18-1 0 0,-3-18 14 0 0,1-13-32 0 0,0 1 0 0 0,-1-1 1 0 0,0 0-1 0 0,0 0 0 0 0,0 0 0 0 0,-1 0 1 0 0,0 1-1 0 0,1-1 0 0 0,-4 7 0 0 0,4-10 4 0 0,0-1 0 0 0,-1 1 0 0 0,1-1 0 0 0,0 1 0 0 0,-1-1 0 0 0,1 1 0 0 0,0-1 0 0 0,-1 0 0 0 0,1 1 0 0 0,0-1 0 0 0,-1 0 0 0 0,1 1 0 0 0,-1-1 0 0 0,1 0 0 0 0,-1 1 0 0 0,0-1 11 0 0,1 0 0 0 0,0 0 0 0 0,0 0 1 0 0,-1 0-1 0 0,1 0 0 0 0,0 0 0 0 0,-1 0 1 0 0,1 0-1 0 0,0 0 0 0 0,0 0 0 0 0,-1 0 0 0 0,1 0 1 0 0,0 0-1 0 0,0-1 0 0 0,-1 1 0 0 0,1 0 0 0 0,0 0 1 0 0,0 0-1 0 0,0 0 0 0 0,-1 0 0 0 0,1-1 0 0 0,0 1 1 0 0,-9-15 430 0 0,8 13-497 0 0,-8-20 146 0 0,-9-34 0 0 0,8 23-56 0 0,-48-163 37 0 0,54 182-73 0 0,1-1 1 0 0,0 0-1 0 0,1 0 0 0 0,0-22 0 0 0,2 37 20 0 0,2 0-38 0 0,0 1 1 0 0,0 0-1 0 0,0 0 1 0 0,0 0 0 0 0,0 0 0 0 0,0 0 0 0 0,0 0 0 0 0,0 0 0 0 0,-1 1 0 0 0,1-1 0 0 0,0 1 0 0 0,-1-1 0 0 0,3 4 0 0 0,5 4-25 0 0,101 75 28 0 0,-30-37 20 0 0,-37-22-18 0 0,39 18 14 0 0,-46-27-3 0 0,35 16-6 0 0,-44-23 40 0 0,-25-9-27 0 0,1 1 0 0 0,-1-1-1 0 0,1 1 1 0 0,-1-1 0 0 0,0 0 0 0 0,1 0-1 0 0,-1 0 1 0 0,1 0 0 0 0,-1-1 0 0 0,3 0-1 0 0,-5 1-2 0 0,1-1 0 0 0,0 1 0 0 0,-1-1 0 0 0,1 0 0 0 0,-1 1 0 0 0,1-1 0 0 0,-1 0 0 0 0,1 0 0 0 0,-1 1 0 0 0,0-1 0 0 0,1 0 0 0 0,-1 0 0 0 0,0 1-1 0 0,1-1 1 0 0,-1 0 0 0 0,0 0 0 0 0,0 0 0 0 0,0 0 0 0 0,0 0 0 0 0,0-1 0 0 0,1-23 83 0 0,-1 20-83 0 0,0-8-1 0 0,-1 1 0 0 0,0-1 0 0 0,0 0 0 0 0,-1 1 0 0 0,-1-1 0 0 0,-7-21 0 0 0,-36-101-44 0 0,42 119-51 0 0,3 13-98 0 0,1 1 0 0 0,-1-1 0 0 0,1 1 0 0 0,-1-1-1 0 0,0 1 1 0 0,0 0 0 0 0,0-1 0 0 0,-1 1 0 0 0,1 0 0 0 0,-3-4 0 0 0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5:54.16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309 11 2489 0 0,'0'0'22895'0'0,"-19"-2"-22284"0"0,-57-4-74 0 0,-24 3 1111 0 0,76 3-1591 0 0,21 0-60 0 0,1 1 1 0 0,0-1 0 0 0,0 1 0 0 0,-1-1-1 0 0,1 1 1 0 0,0 0 0 0 0,0 0-1 0 0,0 0 1 0 0,-4 2 0 0 0,-13 5-246 0 0,1 0-721 0 0,2-1-3143 0 0,5-4-4130 0 0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5:54.58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 13 7722 0 0,'0'0'19265'0'0,"-6"-3"-19081"0"0,-15-6-29 0 0,21 9-152 0 0,0 0 0 0 0,0 0 0 0 0,0 0 0 0 0,0 0 0 0 0,-1 0 0 0 0,1 0 0 0 0,0 0 0 0 0,0 0 0 0 0,0 0 0 0 0,-1 0 0 0 0,1 0 0 0 0,0 0 0 0 0,0 0 0 0 0,0 0-1 0 0,0 0 1 0 0,-1 0 0 0 0,1 0 0 0 0,0 0 0 0 0,0 0 0 0 0,0 0 0 0 0,0 0 0 0 0,0 0 0 0 0,-1 1 0 0 0,1-1 0 0 0,0 0 0 0 0,0 0 0 0 0,0 0 0 0 0,0 0 0 0 0,0 0 0 0 0,0 0 0 0 0,-1 1 0 0 0,1-1 0 0 0,0 0 0 0 0,0 0 0 0 0,0 0 0 0 0,0 0 0 0 0,0 1 0 0 0,0-1 0 0 0,0 0 0 0 0,0 0 0 0 0,0 0 0 0 0,0 0 0 0 0,0 1 0 0 0,0 8 87 0 0,0-7-54 0 0,0 3 8 0 0,0 0 0 0 0,0-1 0 0 0,1 1-1 0 0,-1-1 1 0 0,1 1 0 0 0,0-1 0 0 0,0 1 0 0 0,0-1-1 0 0,1 0 1 0 0,0 1 0 0 0,0-1 0 0 0,3 5 0 0 0,-1-3-2 0 0,6 11 75 0 0,21 25 0 0 0,-22-31-180 0 0,0 2-1 0 0,-1-1 1 0 0,8 17 0 0 0,-15-28 36 0 0,7 22-1326 0 0,-2-4-3033 0 0,-4-11-2273 0 0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5:56.09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 18 0 0 0,'0'0'19159'0'0,"-3"-3"-18190"0"0,-6-8-271 0 0,7 8 629 0 0,3 12-1243 0 0,0-6-63 0 0,0-1 0 0 0,1 1 0 0 0,-1 0 0 0 0,0 0 0 0 0,0 1 0 0 0,0-1 0 0 0,-1 0 0 0 0,1 0 0 0 0,-1 0-1 0 0,0 6 1 0 0,0-6 29 0 0,1-1 0 0 0,-1 1 0 0 0,1-1 0 0 0,0 1-1 0 0,0-1 1 0 0,0 0 0 0 0,0 1 0 0 0,2 3 0 0 0,4 7 328 0 0,-1 1-69 0 0,1-1 0 0 0,0 0 1 0 0,1 0-1 0 0,17 19 0 0 0,-1 1-73 0 0,210 265 519 0 0,-169-222-695 0 0,-63-75-63 0 0,-1 1 1 0 0,0 0 0 0 0,0-1-1 0 0,0 1 1 0 0,0 0-1 0 0,0 0 1 0 0,0 0-1 0 0,0 0 1 0 0,-1 0-1 0 0,1 0 1 0 0,0 3 0 0 0,-1-5-61 0 0,0-4-2714 0 0,-1 2 1929 0 0,0 0 0 0 0,0-1-1 0 0,1 1 1 0 0,-1 0 0 0 0,-1-1 0 0 0,1 1-1 0 0,0 0 1 0 0,0 0 0 0 0,-3-2-1 0 0,-3-7-5723 0 0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5:56.6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330 85 6545 0 0,'0'0'19882'0'0,"-6"-14"-19677"0"0,0-3-149 0 0,0 1 38 0 0,-11-21 86 0 0,17 40-177 0 0,1 0 0 0 0,-1 0 0 0 0,0 0 0 0 0,0 0 0 0 0,0-1 0 0 0,-1 1 0 0 0,1 0 0 0 0,-1 0 0 0 0,1 0 0 0 0,-2 3 0 0 0,-1 3 30 0 0,-1 0-1 0 0,-6 13 0 0 0,5-8 38 0 0,4-11-38 0 0,0 0 1 0 0,-1 0 0 0 0,1 0 0 0 0,-1 0 0 0 0,1 0-1 0 0,-1-1 1 0 0,0 1 0 0 0,-2 2 0 0 0,-4 5 82 0 0,0 0 1 0 0,1 1 0 0 0,0-1 0 0 0,1 2 0 0 0,1-1 0 0 0,-9 23-1 0 0,2 4 109 0 0,-7 44 0 0 0,1-7-14 0 0,12-52-162 0 0,1-1-16 0 0,-2 0 0 0 0,0 0 0 0 0,-16 33 0 0 0,12-35-58 0 0,0-1 0 0 0,-1 0 0 0 0,-1-1 0 0 0,-23 25 1 0 0,34-41-92 0 0,-1 1 0 0 0,1-1 1 0 0,0 1-1 0 0,-3 4 1 0 0,1 2-2661 0 0,4-2-2951 0 0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5:57.1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238 1 280 0 0,'0'0'23677'0'0,"-12"4"-22909"0"0,-37 12-144 0 0,40-13-324 0 0,-1 0-1 0 0,1-2 0 0 0,-18 3 0 0 0,22-4-251 0 0,-1 1 1 0 0,0 0-1 0 0,-8 2 0 0 0,6-1-248 0 0,-1 0 0 0 0,1 0 0 0 0,0-1 0 0 0,-15 0 1 0 0,5-2-4028 0 0,1-1-5034 0 0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5:57.8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77 4641 0 0,'0'0'20754'0'0,"0"-13"-20606"0"0,-1-37-54 0 0,1 49-91 0 0,0 0 0 0 0,0 1 0 0 0,0-1 0 0 0,0 0 0 0 0,0 0 0 0 0,0 1 0 0 0,1-1 0 0 0,-1 0 0 0 0,0 0 0 0 0,0 1 0 0 0,1-1 0 0 0,-1 0 0 0 0,0 0 0 0 0,1 1 0 0 0,0-2 0 0 0,5 2 11 0 0,-5 0-10 0 0,5 0 4 0 0,-3 0-5 0 0,0 0 1 0 0,0 0-1 0 0,0 0 0 0 0,0 1 1 0 0,0-1-1 0 0,-1 0 1 0 0,1 1-1 0 0,0 0 0 0 0,0 0 1 0 0,3 1-1 0 0,12 8 4 0 0,-2-2-27 0 0,29 20 0 0 0,-40-25 11 0 0,-1 0 1 0 0,-1 0 0 0 0,1 1-1 0 0,0-1 1 0 0,-1 1 0 0 0,1 0-1 0 0,-1 1 1 0 0,-1-1 0 0 0,1 0-1 0 0,0 1 1 0 0,2 6 0 0 0,-4-6 3 0 0,1 0 0 0 0,-1 0 0 0 0,-1 0 0 0 0,1 0 0 0 0,-1 1 0 0 0,0-1 0 0 0,0 0 0 0 0,0 0 0 0 0,-1 0 0 0 0,0 0 0 0 0,0 0 0 0 0,0 0 0 0 0,-1 0 0 0 0,1 0 0 0 0,-1 0 0 0 0,0 0 0 0 0,-1 0 0 0 0,-5 8 0 0 0,-44 47-24 0 0,33-43 53 0 0,16-15-23 0 0,0 0 1 0 0,1 0-1 0 0,-1 0 1 0 0,0 1-1 0 0,1-1 1 0 0,0 1-1 0 0,-4 5 1 0 0,6-8-2 0 0,-7 16 49 0 0,7-16-43 0 0,0 1-1 0 0,-1 0 1 0 0,1-1-1 0 0,0 1 1 0 0,0 0-1 0 0,0-1 1 0 0,0 1 0 0 0,1 0-1 0 0,-1-1 1 0 0,0 1-1 0 0,0 0 1 0 0,0-1-1 0 0,0 1 1 0 0,1-1-1 0 0,-1 1 1 0 0,0 0-1 0 0,0-1 1 0 0,1 1 0 0 0,-1-1-1 0 0,1 1 1 0 0,-1-1-1 0 0,0 1 1 0 0,1-1-1 0 0,0 2 1 0 0,4 1 46 0 0,-1 0-1 0 0,1 0 1 0 0,0-1 0 0 0,0 1-1 0 0,0-1 1 0 0,1 0 0 0 0,-1 0 0 0 0,0-1-1 0 0,1 1 1 0 0,9 0 0 0 0,7 0 22 0 0,32-1 1 0 0,-31-2-45 0 0,-4 1-161 0 0,0-1 1 0 0,-1-1-1 0 0,22-5 0 0 0,-13-1-1312 0 0,-18 5-1304 0 0,0-1-3317 0 0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5:58.39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209 19 9098 0 0,'0'0'14670'0'0,"-18"-3"-14624"0"0,-52-9-30 0 0,47 9-5 0 0,18 3-7 0 0,1 2-5 0 0,-27 8-213 0 0,15-8-526 0 0,-9 1-4120 0 0,9-5-4416 0 0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5:58.63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317 67 4505 0 0,'0'0'16841'0'0,"-31"-10"-16576"0"0,-98-32-155 0 0,87 29-81 0 0,29 12-19 0 0,5 1-7 0 0,-2 0-115 0 0,1 0-1 0 0,-1 0 0 0 0,1 1 1 0 0,-10 1-1 0 0,1 3-2745 0 0,0 2-3791 0 0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5:59.5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69 146 2489 0 0,'0'0'20753'0'0,"-11"-22"-20229"0"0,-33-68-38 0 0,31 65-50 0 0,13 25-423 0 0,0 0 0 0 0,0-1 0 0 0,0 1-1 0 0,0 0 1 0 0,0 0 0 0 0,0-1 0 0 0,0 1 0 0 0,0 0 0 0 0,-1-1 0 0 0,1 1 0 0 0,0 0-1 0 0,0 0 1 0 0,1-1 0 0 0,-1 1 0 0 0,0 0 0 0 0,0 0 0 0 0,0-1 0 0 0,0 1 0 0 0,0 0 0 0 0,0-1-1 0 0,0 1 1 0 0,0 0 0 0 0,0 0 0 0 0,1 0 0 0 0,-1-1 0 0 0,0 1 0 0 0,0 0 0 0 0,0 0-1 0 0,0-1 1 0 0,1 1 0 0 0,-1 0 0 0 0,10 0 623 0 0,10 11 204 0 0,-12-5-830 0 0,0 0-1 0 0,0 1 0 0 0,0 0 0 0 0,-1 0 0 0 0,10 14 0 0 0,28 45 67 0 0,-42-61-73 0 0,92 149 237 0 0,53 49 70 0 0,-86-125-225 0 0,27 32 35 0 0,-59-72-110 0 0,10 10-12 0 0,-35-42 6 0 0,1 1 0 0 0,5 8 0 0 0,-9-12-19 0 0,-1-1 1 0 0,1 1-1 0 0,-1-1 1 0 0,0 1 0 0 0,0 0-1 0 0,0 0 1 0 0,0-1-1 0 0,0 1 1 0 0,-1 0-1 0 0,1 5 1 0 0,-1-8-54 0 0,-1-1-31 0 0,0 1 0 0 0,-1-1 1 0 0,1 0-1 0 0,0 0 0 0 0,0 0 0 0 0,0 0 0 0 0,0 0 1 0 0,-2-2-1 0 0,-3-3-270 0 0,-5-5-1392 0 0,-1 0 1 0 0,2-1-1 0 0,-1-1 0 0 0,-14-23 0 0 0,7 9-5255 0 0,8 12-852 0 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5:59.96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269 130 5025 0 0,'0'0'20539'0'0,"-10"-21"-20232"0"0,-30-66-115 0 0,30 66-60 0 0,9 21-121 0 0,0 1 0 0 0,0-1 1 0 0,-1 1-1 0 0,1 0 0 0 0,0 0 0 0 0,0-1 0 0 0,0 1 1 0 0,0 0-1 0 0,0 0 0 0 0,0 0 0 0 0,0 0 0 0 0,0 0 1 0 0,1 0-1 0 0,-1 0 0 0 0,-1 2 0 0 0,0 0-11 0 0,0 0-1 0 0,0 1 1 0 0,0 0 0 0 0,-2 6-1 0 0,-14 37 25 0 0,-1 22 119 0 0,-8 35 180 0 0,13-45-141 0 0,8-39-91 0 0,-5 32 1 0 0,-3 37 163 0 0,-2-4-168 0 0,13-69-67 0 0,0 1 1 0 0,-10 23 0 0 0,3-8-30 0 0,1-8-140 0 0,5-17-613 0 0,2 0-1 0 0,-4 13 0 0 0,4-12-1111 0 0,-1-1-1714 0 0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6:00.71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44 178 7466 0 0,'0'0'18210'0'0,"-4"-2"-18088"0"0,-14-9-41 0 0,18 11-77 0 0,-1 0-1 0 0,1 0 1 0 0,0 0-1 0 0,-1 0 1 0 0,1 0 0 0 0,-1 0-1 0 0,1 0 1 0 0,0 0 0 0 0,-1 0-1 0 0,1 0 1 0 0,-1 0 0 0 0,1 0-1 0 0,0 1 1 0 0,-1-1 0 0 0,1 0-1 0 0,-1 0 1 0 0,1 0 0 0 0,0 0-1 0 0,-1 1 1 0 0,1-1 0 0 0,0 0-1 0 0,-1 0 1 0 0,1 1 0 0 0,0-1-1 0 0,-1 0 1 0 0,1 1 0 0 0,0-1-1 0 0,0 0 1 0 0,-1 1-1 0 0,1-1 1 0 0,0 0 0 0 0,0 1-1 0 0,0-1 1 0 0,0 0 0 0 0,-1 1-1 0 0,1 0 1 0 0,0 0 10 0 0,-2 3 3 0 0,0 1-1 0 0,1 0 1 0 0,-1 0 0 0 0,1 0-1 0 0,1 0 1 0 0,-1 0-1 0 0,1 0 1 0 0,0 9 0 0 0,-1-4 3 0 0,1-1 1 0 0,0 1 0 0 0,1 0 0 0 0,0-1-1 0 0,1 1 1 0 0,0-1 0 0 0,0 1 0 0 0,6 11-1 0 0,26 45 96 0 0,-18-38-69 0 0,0 3 1 0 0,-13-45 1244 0 0,-4-9-1210 0 0,0 0 0 0 0,-1 0 0 0 0,-7-32 0 0 0,3 28-62 0 0,-22-116 136 0 0,27 102-152 0 0,6 44-157 0 0,7 8 97 0 0,0 0 1 0 0,0 1-1 0 0,10 13 1 0 0,17 19 18 0 0,-6-13-15 0 0,64 45-1 0 0,-72-60 52 0 0,0 0 1 0 0,1-2-1 0 0,47 19 0 0 0,-67-31 21 0 0,1 0-1 0 0,-1-1 0 0 0,1 0 0 0 0,-1 0 0 0 0,1-1 1 0 0,11 0-1 0 0,-17 0-15 0 0,-1 0 2 0 0,1 0 0 0 0,-1 0-1 0 0,1-1 1 0 0,-1 1 0 0 0,1 0 0 0 0,-1-1 0 0 0,1 1 0 0 0,-1 0-1 0 0,1-1 1 0 0,-1 1 0 0 0,1-1 0 0 0,-1 1 0 0 0,0-1 0 0 0,1 1-1 0 0,-1-1 1 0 0,0 1 0 0 0,1-1 0 0 0,-1 1 0 0 0,0-1 0 0 0,0 1-1 0 0,0-1 1 0 0,1 1 0 0 0,-1-1 0 0 0,0 0 0 0 0,0 1 0 0 0,0-1-1 0 0,0 1 1 0 0,0-1 0 0 0,0 0 0 0 0,0 0 0 0 0,0-24 80 0 0,-1 23-74 0 0,1-5-7 0 0,-1-1 1 0 0,-1 1 0 0 0,1 0-1 0 0,-1 0 1 0 0,-1 1 0 0 0,-3-10-1 0 0,-24-39-64 0 0,3 4 28 0 0,-28-73-1580 0 0,49 114 300 0 0,0-1 1 0 0,-9-12-1 0 0,3 9-3419 0 0,0 2-4045 0 0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6:01.60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423 23 0 0 0,'0'0'20075'0'0,"-18"0"-19033"0"0,-58 1-210 0 0,44-2 86 0 0,-59-11 1 0 0,62 8-642 0 0,-30-2 0 0 0,48 5-91 0 0,0 1 0 0 0,0 0 0 0 0,-20 4 0 0 0,27-3-570 0 0,-1 0 1 0 0,0 1-1 0 0,1 0 0 0 0,-6 2 0 0 0,6-2-1630 0 0,0 1 0 0 0,0-1 0 0 0,0 1 0 0 0,-6 6 0 0 0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6:02.50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73 1312 0 0,'0'0'22592'0'0,"2"-10"-22359"0"0,2-5-151 0 0,6-14 0 0 0,-9 28-74 0 0,0-1 0 0 0,-1 1 0 0 0,1 0 1 0 0,0 0-1 0 0,0 0 0 0 0,0 0 0 0 0,0 0 0 0 0,0 0 0 0 0,0 0 0 0 0,0 0 0 0 0,0 0 0 0 0,0 1 0 0 0,0-1 0 0 0,0 0 0 0 0,0 1 0 0 0,1-1 0 0 0,-1 1 1 0 0,0-1-1 0 0,0 1 0 0 0,1 0 0 0 0,-1-1 0 0 0,0 1 0 0 0,1 0 0 0 0,-1 0 0 0 0,1 0 0 0 0,-1 0 0 0 0,0 0 0 0 0,1 0 0 0 0,0 1 0 0 0,3-1 9 0 0,23-1 96 0 0,-11 1-45 0 0,1-1 1 0 0,-1 2-1 0 0,30 5 1 0 0,-22 0 66 0 0,1 2 0 0 0,-1 0 1 0 0,45 22-1 0 0,-69-29-134 0 0,1-1-1 0 0,-1 1 1 0 0,1 0-1 0 0,-1 0 0 0 0,0 0 1 0 0,0 0-1 0 0,1 0 1 0 0,-1 0-1 0 0,0 1 1 0 0,0-1-1 0 0,0 0 1 0 0,0 0-1 0 0,0 1 1 0 0,-1-1-1 0 0,1 1 1 0 0,0-1-1 0 0,-1 0 1 0 0,1 1-1 0 0,-1 0 1 0 0,1-1-1 0 0,-1 1 1 0 0,0-1-1 0 0,1 1 1 0 0,-1-1-1 0 0,0 1 1 0 0,0 0-1 0 0,0-1 0 0 0,0 1 1 0 0,-1-1-1 0 0,1 1 1 0 0,0 0-1 0 0,-1-1 1 0 0,1 1-1 0 0,-2 2 1 0 0,-1 3 2 0 0,0-1 1 0 0,-1 1-1 0 0,0-1 1 0 0,0 0-1 0 0,-1 0 1 0 0,-5 6-1 0 0,-3 1-11 0 0,0-1 0 0 0,-1 0 0 0 0,-21 13-1 0 0,16-12 24 0 0,-21 19-1 0 0,38-30-9 0 0,-1 0-1 0 0,1 1 0 0 0,0-1 0 0 0,0 1 0 0 0,0 0 0 0 0,0 0 0 0 0,0 0 0 0 0,0 0 0 0 0,1 0 0 0 0,0 0 0 0 0,-1 0 0 0 0,1 0 0 0 0,0 1 0 0 0,1-1 0 0 0,-1 0 0 0 0,0 1 1 0 0,1-1-1 0 0,0 0 0 0 0,0 1 0 0 0,0 3 0 0 0,1-6 8 0 0,-1 0 1 0 0,0 1 0 0 0,0-1-1 0 0,1 0 1 0 0,-1 0 0 0 0,1 0-1 0 0,-1 0 1 0 0,1 0 0 0 0,0 0-1 0 0,-1 0 1 0 0,1 0-1 0 0,0 0 1 0 0,-1-1 0 0 0,1 1-1 0 0,0 0 1 0 0,0 0 0 0 0,0-1-1 0 0,0 1 1 0 0,0 0-1 0 0,0-1 1 0 0,0 1 0 0 0,0-1-1 0 0,1 1 1 0 0,29 10 312 0 0,-28-11-294 0 0,16 4 92 0 0,1-1 0 0 0,0-1 0 0 0,0 0 0 0 0,34-3 0 0 0,-13 0-92 0 0,56 1-489 0 0,-33 0-4143 0 0,-46 1-1875 0 0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6:03.25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16428 0 0,'0'0'6425'0'0,"7"84"-14027"0"0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6:03.41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12123 0 0,'0'0'4545'0'0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6:03.53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44 0 6529 0 0,'-44'110'4025'0'0,"58"-94"-752"0"0,-1 3-600 0 0,-3 1-617 0 0,2-3-656 0 0,1-1-464 0 0,-3 1-343 0 0,-3-1-321 0 0,0-2-136 0 0,-3 0-112 0 0,-3-5-64 0 0,-1 3 40 0 0,0-3-104 0 0,-3-2-168 0 0,-8-2-809 0 0,6-2-3080 0 0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7:30.91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24 0 0 0,'0'0'11657'0'0,"0"-4"-9782"0"0,0-15 5489 0 0,0 33-7452 0 0,1-8 176 0 0,-1 0 0 0 0,1 0 1 0 0,1 0-1 0 0,-1 0 0 0 0,1 0 0 0 0,0 0 0 0 0,0-1 0 0 0,1 1 0 0 0,-1-1 0 0 0,1 0 0 0 0,4 6 0 0 0,0 2 65 0 0,-6-11-117 0 0,0 1-1 0 0,0-1 0 0 0,1 1 0 0 0,-1-1 0 0 0,1 0 1 0 0,3 4-1 0 0,6 6 95 0 0,-8-8-66 0 0,1 0 0 0 0,-1 0-1 0 0,9 6 1 0 0,2 0 55 0 0,48 30 295 0 0,-53-36-355 0 0,-1 1 1 0 0,2-1-1 0 0,-1-1 0 0 0,0 0 0 0 0,14 3 0 0 0,-19-5 8 0 0,-1-1-1 0 0,0 1 0 0 0,1-1 1 0 0,-1 0-1 0 0,0 0 1 0 0,0 0-1 0 0,1 0 0 0 0,-1-1 1 0 0,5-1-1 0 0,-6 1-21 0 0,0 1 0 0 0,0-1-1 0 0,0 0 1 0 0,-1 0 0 0 0,1 0 0 0 0,0-1 0 0 0,-1 1 0 0 0,1 0-1 0 0,-1-1 1 0 0,1 1 0 0 0,-1-1 0 0 0,0 1 0 0 0,0-1 0 0 0,1 1-1 0 0,-1-1 1 0 0,1-3 0 0 0,2-5 35 0 0,0-1 0 0 0,0 0 0 0 0,-1 1 0 0 0,2-22-1 0 0,-2 17-38 0 0,6-21 0 0 0,-8 32-25 0 0,3-11 112 0 0,-4 14-53 0 0,0-1 404 0 0,1 0-749 0 0,2 5-102 0 0,-1 0 282 0 0,-1 0 0 0 0,0 1 0 0 0,1-1 0 0 0,0 7 0 0 0,4 9 76 0 0,40 86 29 0 0,18 41 65 0 0,3 2-77 0 0,-64-141-18 0 0,-1-1 1 0 0,1 1-1 0 0,-1-1 1 0 0,-1 1 0 0 0,1 0-1 0 0,-1 0 1 0 0,-1-1-1 0 0,1 1 1 0 0,-1 13 0 0 0,-1-19 8 0 0,1 0 0 0 0,-1 1 0 0 0,1-1 0 0 0,-1 0 1 0 0,0 0-1 0 0,1 1 0 0 0,-1-1 0 0 0,0 0 0 0 0,0 0 1 0 0,0 0-1 0 0,0 0 0 0 0,0 0 0 0 0,0 0 0 0 0,0 0 1 0 0,0 0-1 0 0,0-1 0 0 0,0 1 0 0 0,-1 0 0 0 0,1 0 1 0 0,0-1-1 0 0,-3 1 0 0 0,0 1 15 0 0,0-1-1 0 0,0 0 1 0 0,-1 0 0 0 0,1 0 0 0 0,0 0-1 0 0,-6-1 1 0 0,2 0 43 0 0,-2 0 53 0 0,1 0 0 0 0,-13-2 0 0 0,18 1-82 0 0,1 0-1 0 0,0 1 1 0 0,0-1 0 0 0,-1-1-1 0 0,1 1 1 0 0,0 0 0 0 0,0-1-1 0 0,0 0 1 0 0,0 0-1 0 0,-3-2 1 0 0,-16-14 103 0 0,13 11-64 0 0,0 0 0 0 0,1 0 1 0 0,1 0-1 0 0,-1-1 0 0 0,-7-10 0 0 0,13 15-32 0 0,1 0 0 0 0,0 0 0 0 0,-1 0 1 0 0,1 0-1 0 0,0 0 0 0 0,0 0 0 0 0,1-1 0 0 0,-1 1 0 0 0,1-6 1 0 0,-1 3 10 0 0,1 0 0 0 0,1 0 0 0 0,-1 0 0 0 0,3-10 0 0 0,-2 13-77 0 0,1-1 1 0 0,-1 1-1 0 0,1-1 1 0 0,0 1-1 0 0,0 0 1 0 0,0 0-1 0 0,0 0 1 0 0,1 0 0 0 0,-1 0-1 0 0,1 0 1 0 0,0 1-1 0 0,4-4 1 0 0,2 0-400 0 0,-1 0 0 0 0,1 0 0 0 0,12-5 0 0 0,-14 8-280 0 0,22-12-1983 0 0,-27 14 1615 0 0,0 0 0 0 0,0-1 1 0 0,0 1-1 0 0,0-1 0 0 0,0 1 0 0 0,1-3 0 0 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7:31.33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160 78 3585 0 0,'0'0'20201'0'0,"-20"-13"-19882"0"0,-58-38-72 0 0,59 39-152 0 0,13 11-13 0 0,5 1-62 0 0,0 1 1 0 0,-1-1-1 0 0,1 0 0 0 0,0 1 0 0 0,-1 0 0 0 0,1-1 1 0 0,0 1-1 0 0,0 0 0 0 0,-1 0 0 0 0,1-1 0 0 0,0 1 0 0 0,0 0 1 0 0,0 0-1 0 0,0 0 0 0 0,0 1 0 0 0,0-1 0 0 0,0 0 1 0 0,1 0-1 0 0,-2 2 0 0 0,0 1 18 0 0,0-1-1 0 0,0 1 1 0 0,0 0-1 0 0,1 0 1 0 0,0-1-1 0 0,-1 6 1 0 0,1-6 1 0 0,1 1 0 0 0,-1-1 0 0 0,1 1 0 0 0,0-1 0 0 0,0 1 0 0 0,1-1 1 0 0,-1 1-1 0 0,1-1 0 0 0,-1 1 0 0 0,1-1 0 0 0,1 1 0 0 0,-1-1 0 0 0,0 0 0 0 0,1 0 0 0 0,-1 1 0 0 0,1-1 0 0 0,0 0 0 0 0,2 3 0 0 0,4 2 78 0 0,0-1-1 0 0,0 1 1 0 0,0-1-1 0 0,15 9 0 0 0,-11-8-69 0 0,-1-2 0 0 0,1 0 0 0 0,0 0 0 0 0,1-1 0 0 0,-1-1 0 0 0,1 0 0 0 0,0 0 0 0 0,0-1-1 0 0,0-1 1 0 0,1-1 0 0 0,14 1 0 0 0,-27-2-36 0 0,0 0 0 0 0,-1 0 0 0 0,1 0 0 0 0,0 0 0 0 0,0 0 0 0 0,-1 0 0 0 0,1 0 0 0 0,0 0 0 0 0,-1 0 0 0 0,1 0 0 0 0,0-1 0 0 0,-1 1 0 0 0,1 0 0 0 0,0 0 0 0 0,-1-1 0 0 0,1 1 0 0 0,0-1 0 0 0,-1 1 0 0 0,1 0 0 0 0,-1-1 0 0 0,1 1 0 0 0,-1-1 0 0 0,1 1 0 0 0,-1-1 0 0 0,1 0 0 0 0,-1 0 0 0 0,1-1-1 0 0,-1 0-1 0 0,1 1 1 0 0,-1-1 0 0 0,0 0-1 0 0,0 0 1 0 0,1 0 0 0 0,-2 0-1 0 0,1-2 1 0 0,0-5-72 0 0,0 4 23 0 0,-1 0 1 0 0,1-1 0 0 0,-1 1 0 0 0,0 0 0 0 0,0 0 0 0 0,-1 0 0 0 0,1 0-1 0 0,-1 1 1 0 0,0-1 0 0 0,0 0 0 0 0,-1 1 0 0 0,0-1 0 0 0,1 1 0 0 0,-7-7-1 0 0,2 3-39 0 0,1 1-1 0 0,-1 0 1 0 0,0 1-1 0 0,-1 0 1 0 0,1 0-1 0 0,-1 0 0 0 0,0 1 1 0 0,-1 0-1 0 0,1 1 1 0 0,-17-6-1 0 0,15 6-790 0 0,0 1 0 0 0,-1 1 0 0 0,1 0 0 0 0,-1 1 0 0 0,-18-1 0 0 0,20 2-575 0 0,-16 0-6149 0 0,13 3-2524 0 0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7:31.80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14195 0 0,'0'0'12719'0'0,"0"0"-12719"0"0,0 0-1 0 0,0 0 1 0 0,0 0 0 0 0,0 1 0 0 0,-1-1-1 0 0,1 0 1 0 0,0 0 0 0 0,0 0 0 0 0,0 1 0 0 0,0-1-1 0 0,0 0 1 0 0,0 0 0 0 0,0 1 0 0 0,0-1 0 0 0,0 0-1 0 0,0 0 1 0 0,0 0 0 0 0,0 1 0 0 0,0-1 0 0 0,0 0-1 0 0,0 0 1 0 0,0 0 0 0 0,0 1 0 0 0,0-1 0 0 0,1 0-1 0 0,-1 0 1 0 0,0 0 0 0 0,0 1 0 0 0,0-1-1 0 0,0 0 1 0 0,0 0 0 0 0,3 3-8 0 0,1 0-1 0 0,-1 0 1 0 0,0 0-1 0 0,1-1 1 0 0,-1 0-1 0 0,6 3 1 0 0,1 2 19 0 0,30 19-7 0 0,-17-11-193 0 0,0 0-1 0 0,0-1 0 0 0,1-1 1 0 0,32 11-1 0 0,-50-23 130 0 0,-1 1 0 0 0,1-1-1 0 0,0 0 1 0 0,0-1 0 0 0,-1 1 0 0 0,1-1 0 0 0,9-1-1 0 0,-15 1 56 0 0,1 0 0 0 0,-1 0-1 0 0,1 0 1 0 0,-1-1 0 0 0,1 1-1 0 0,-1 0 1 0 0,1 0 0 0 0,-1-1-1 0 0,0 1 1 0 0,1 0-1 0 0,-1 0 1 0 0,1-1 0 0 0,-1 1-1 0 0,0 0 1 0 0,1-1 0 0 0,-1 1-1 0 0,0-1 1 0 0,0 1 0 0 0,1-1-1 0 0,-1 1 1 0 0,0 0-1 0 0,0-1 1 0 0,1 1 0 0 0,-1-2-1 0 0,3-13-183 0 0,-2 6 126 0 0,0 1 55 0 0,0-1 1 0 0,0 0-1 0 0,-1 0 1 0 0,0 0-1 0 0,-1 1 1 0 0,-2-18-1 0 0,0 9 134 0 0,3 11 61 0 0,2 5-416 0 0,4 10-651 0 0,1 1 764 0 0,72 70-1173 0 0,-50-56-3426 0 0,2-3-5716 0 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7:33.22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287 64 10658 0 0,'0'0'12758'0'0,"-30"-10"-12212"0"0,-91-32-155 0 0,82 31-155 0 0,38 11-223 0 0,1 0-1 0 0,-1 0 0 0 0,1 0 0 0 0,-1-1 0 0 0,0 1 0 0 0,1 0 0 0 0,-1 1 0 0 0,0-1 0 0 0,1 0 0 0 0,-1 0 0 0 0,1 0 0 0 0,-1 0 0 0 0,0 0 0 0 0,1 1 0 0 0,-1-1 0 0 0,1 0 0 0 0,-2 1 0 0 0,-2 1 69 0 0,-1 0-30 0 0,-1 1 0 0 0,1 0 0 0 0,0 0 0 0 0,0 0 0 0 0,1 1 0 0 0,-1 0 0 0 0,1-1 0 0 0,-1 2 0 0 0,1-1 0 0 0,1 0 0 0 0,-1 1 1 0 0,0 0-1 0 0,1 0 0 0 0,0 0 0 0 0,0 0 0 0 0,-3 9 0 0 0,5-10-25 0 0,-1 0-1 0 0,1 0 1 0 0,0 0 0 0 0,1 0 0 0 0,-1 0 0 0 0,1 0-1 0 0,-1 0 1 0 0,1 1 0 0 0,1-1 0 0 0,-1 0 0 0 0,0 0-1 0 0,1 0 1 0 0,0 0 0 0 0,0 1 0 0 0,0-1-1 0 0,1 0 1 0 0,-1-1 0 0 0,1 1 0 0 0,0 0 0 0 0,0 0-1 0 0,0-1 1 0 0,1 1 0 0 0,3 4 0 0 0,3 1 34 0 0,0 1 1 0 0,0-1-1 0 0,1-1 0 0 0,0 0 1 0 0,1 0-1 0 0,0-1 1 0 0,0 0-1 0 0,0-1 1 0 0,1 0-1 0 0,0-1 1 0 0,18 5-1 0 0,-22-8 18 0 0,0-1 0 0 0,-1 0-1 0 0,1-1 1 0 0,8 0 0 0 0,-9 0 25 0 0,-6 0-87 0 0,1 0-1 0 0,-1 0 0 0 0,0 0 1 0 0,0 0-1 0 0,1-1 0 0 0,-1 1 1 0 0,0 0-1 0 0,0-1 0 0 0,0 1 1 0 0,1-1-1 0 0,-1 0 0 0 0,0 1 1 0 0,0-1-1 0 0,0 0 0 0 0,0 1 1 0 0,0-1-1 0 0,1-1 0 0 0,0 0-6 0 0,-1 0 1 0 0,1-1-1 0 0,-1 1 0 0 0,0 0 0 0 0,1 0 0 0 0,-1-1 0 0 0,0 1 0 0 0,1-3 0 0 0,0-3-37 0 0,-1 0 0 0 0,1 0-1 0 0,-1 1 1 0 0,0-15-1 0 0,-1-10-123 0 0,0 32 74 0 0,0 0 23 0 0,1 0 0 0 0,-1 0 0 0 0,0 1 0 0 0,1-1 1 0 0,-1 0-1 0 0,1 0 0 0 0,-1 0 0 0 0,0 1 1 0 0,1-1-1 0 0,-1 0 0 0 0,0 1 0 0 0,1-1 1 0 0,-1 0-1 0 0,0 1 0 0 0,1-1 0 0 0,-1 0 1 0 0,0 1-1 0 0,0-1 0 0 0,1 0 0 0 0,-1 1 0 0 0,0-1 1 0 0,0 1-1 0 0,0-1 0 0 0,0 1 0 0 0,0-1 1 0 0,1 0-1 0 0,-1 1 0 0 0,0 0 0 0 0,2 17-449 0 0,-2-13 357 0 0,5 28 97 0 0,2-1 1 0 0,1 0-1 0 0,20 51 0 0 0,-13-41 16 0 0,13 56 1 0 0,-27-91-28 0 0,0 0 1 0 0,-1 12-1 0 0,0-14 15 0 0,0-4 39 0 0,0-1 1 0 0,0 1-1 0 0,0-1 1 0 0,0 1-1 0 0,-1-1 1 0 0,1 1-1 0 0,0 0 1 0 0,0-1-1 0 0,0 1 1 0 0,-1-1-1 0 0,1 0 1 0 0,0 1-1 0 0,0-1 1 0 0,-1 1-1 0 0,1-1 1 0 0,0 1-1 0 0,-1-1 1 0 0,1 0-1 0 0,-1 1 1 0 0,1-1-1 0 0,-1 1 1 0 0,-14 4-133 0 0,6-4 96 0 0,1 0 0 0 0,-11-1 0 0 0,14 0 60 0 0,-4 0 15 0 0,-1-1-1 0 0,1 0 1 0 0,-1-1 0 0 0,1 0-1 0 0,0 0 1 0 0,-1-1-1 0 0,1 0 1 0 0,1-1 0 0 0,-1 0-1 0 0,0 0 1 0 0,1-1-1 0 0,0 0 1 0 0,0-1 0 0 0,1 1-1 0 0,-1-1 1 0 0,1-1 0 0 0,0 1-1 0 0,1-1 1 0 0,-8-11-1 0 0,13 17-34 0 0,1 0-1 0 0,-1 0 0 0 0,0 0 0 0 0,0 0 0 0 0,1 0 0 0 0,-1 0 0 0 0,0-1 0 0 0,1 1 1 0 0,0 0-1 0 0,-1 0 0 0 0,1-1 0 0 0,0 1 0 0 0,-1 0 0 0 0,1-1 0 0 0,0 1 1 0 0,0 0-1 0 0,0-1 0 0 0,0 1 0 0 0,0 0 0 0 0,1-1 0 0 0,-1-1 0 0 0,1 1-40 0 0,0 0 0 0 0,0 1-1 0 0,0-1 1 0 0,0 0-1 0 0,0 0 1 0 0,1 0-1 0 0,-1 1 1 0 0,1-1 0 0 0,-1 0-1 0 0,1 1 1 0 0,3-3-1 0 0,2-1-130 0 0,1 0 1 0 0,0 1-1 0 0,0 0 0 0 0,1 0 0 0 0,10-2 0 0 0,178-40-611 0 0,-100 27 687 0 0,-77 14 165 0 0,0 0 0 0 0,19-8 1 0 0,-33 11 45 0 0,0-1 0 0 0,0 0 0 0 0,0 0 0 0 0,0-1 0 0 0,-1 1 0 0 0,1-1 0 0 0,-1-1 0 0 0,0 1 0 0 0,-1-1 0 0 0,6-6 0 0 0,-8 8 16 0 0,0 0 0 0 0,0 0 1 0 0,0 0-1 0 0,-1 0 0 0 0,0 0 1 0 0,0-1-1 0 0,0 1 0 0 0,0 0 0 0 0,1-8 1 0 0,-1 3 204 0 0,-1-1 0 0 0,-1-16 0 0 0,0 22-290 0 0,0-1 0 0 0,1 1 0 0 0,-2 0 0 0 0,1-1 0 0 0,0 1 0 0 0,-1 0 0 0 0,1 0 0 0 0,-1 0 0 0 0,0 0-1 0 0,-2-3 1 0 0,-6-9 222 0 0,9 14-250 0 0,1 0 0 0 0,-1 0 1 0 0,1 0-1 0 0,-1 0 0 0 0,0 0 0 0 0,1 0 0 0 0,-1 0 0 0 0,0 0 0 0 0,1 1 0 0 0,-1-1 1 0 0,0 0-1 0 0,0 0 0 0 0,0 1 0 0 0,0-1 0 0 0,0 0 0 0 0,0 1 0 0 0,0-1 1 0 0,0 1-1 0 0,-2-1 0 0 0,-3 11-462 0 0,4 0 385 0 0,0 1-1 0 0,1-1 1 0 0,0 1-1 0 0,1 12 1 0 0,-1-8 78 0 0,3 32 51 0 0,-1-42-54 0 0,-1 0 1 0 0,1 0-1 0 0,1 0 1 0 0,-1 0-1 0 0,1 0 1 0 0,0 0-1 0 0,2 5 1 0 0,5 5 62 0 0,15 22 0 0 0,-20-32-56 0 0,1 0 0 0 0,-1-1 1 0 0,0 1-1 0 0,1-1 0 0 0,0 0 1 0 0,0 0-1 0 0,10 5 0 0 0,-10-6 23 0 0,1 0 0 0 0,0-1-1 0 0,0 0 1 0 0,0 0-1 0 0,0 0 1 0 0,0-1-1 0 0,0 0 1 0 0,1 0 0 0 0,-1 0-1 0 0,0-1 1 0 0,8 0-1 0 0,-9 0-20 0 0,0 0-2 0 0,-1 0-1 0 0,0 0 1 0 0,1 0-1 0 0,-1-1 1 0 0,1 1-1 0 0,-1-1 0 0 0,0 0 1 0 0,1 0-1 0 0,-1-1 1 0 0,5-1-1 0 0,3-3 34 0 0,-11 6-48 0 0,0-1 1 0 0,0 1 0 0 0,1-1 0 0 0,-1 1 0 0 0,0-1 0 0 0,0 1-1 0 0,0-1 1 0 0,0 0 0 0 0,0 0 0 0 0,0 1 0 0 0,0-1-1 0 0,0 0 1 0 0,0 0 0 0 0,-1 0 0 0 0,1 0 0 0 0,0 0 0 0 0,0 0-1 0 0,-1 0 1 0 0,1 0 0 0 0,-1-1 0 0 0,1 1 0 0 0,-1 0 0 0 0,1-2-1 0 0,4-19-95 0 0,-1 1-1 0 0,-1-1 0 0 0,-1-24 0 0 0,0 16 120 0 0,-1 27-16 0 0,-1 0 1 0 0,1 0 0 0 0,0-1 0 0 0,0 1 0 0 0,0 0 0 0 0,2-4 0 0 0,3-6 141 0 0,-6 13-156 0 0,0 0 0 0 0,0-1 0 0 0,0 1 0 0 0,1 0 0 0 0,-1 0 0 0 0,0-1 0 0 0,0 1 0 0 0,0 0 0 0 0,1-1 0 0 0,-1 1 0 0 0,0 0 0 0 0,1 0 0 0 0,-1 0 0 0 0,0-1 0 0 0,1 1 0 0 0,-1 0 0 0 0,0 0 0 0 0,0 0 0 0 0,1 0 0 0 0,-1 0 0 0 0,1 0 0 0 0,-1 0 0 0 0,0 0 0 0 0,1-1 1 0 0,-1 1-1 0 0,0 0 0 0 0,1 0 0 0 0,-1 1 0 0 0,0-1 0 0 0,1 0 0 0 0,-1 0 0 0 0,0 0 0 0 0,1 0 0 0 0,-1 0 0 0 0,0 0 0 0 0,1 0 0 0 0,-1 0 0 0 0,1 1 0 0 0,0-1-56 0 0,0 1 0 0 0,1 0 0 0 0,-1-1 0 0 0,1 1 0 0 0,-1 0 0 0 0,0 0 0 0 0,2 2 0 0 0,78 100-186 0 0,-28-45 602 0 0,-42-77 1174 0 0,-10 15-1542 0 0,0 1-1 0 0,0 0 1 0 0,1 0 0 0 0,-1-1 0 0 0,1 1 0 0 0,0 0 0 0 0,0 1 0 0 0,3-5 0 0 0,-5 6-22 0 0,1 1-1 0 0,-1-1 0 0 0,1 0 1 0 0,-1 1-1 0 0,1-1 0 0 0,0 1 1 0 0,-1-1-1 0 0,1 0 0 0 0,0 1 0 0 0,-1 0 1 0 0,1-1-1 0 0,0 1 0 0 0,-1-1 1 0 0,1 1-1 0 0,0 0 0 0 0,0-1 1 0 0,0 1-1 0 0,0 0 0 0 0,-1 0 1 0 0,1 0-1 0 0,0 0 0 0 0,0 0 1 0 0,0 0-1 0 0,0 0 0 0 0,-1 0 1 0 0,1 0-1 0 0,0 0 0 0 0,0 0 0 0 0,0 0 1 0 0,0 1-1 0 0,-1-1 0 0 0,1 0 1 0 0,0 1-1 0 0,0-1 0 0 0,-1 0 1 0 0,1 1-1 0 0,0-1 0 0 0,-1 1 1 0 0,1-1-1 0 0,1 2 0 0 0,6 5-276 0 0,-7-5 87 0 0,1-1 0 0 0,0 1 0 0 0,0 0 0 0 0,0 0 0 0 0,-1 0 0 0 0,1 0 0 0 0,-1 0 0 0 0,0 0 0 0 0,0 0 0 0 0,1 0 0 0 0,0 5 0 0 0,2 17-4726 0 0,-4-8-2142 0 0,0-11 3193 0 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7:34.00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76 405 688 0 0,'0'0'20284'0'0,"12"-18"-19865"0"0,40-58-81 0 0,-50 72-305 0 0,0 1 1 0 0,0 0 0 0 0,-1-1 0 0 0,1 1 0 0 0,-1-1-1 0 0,2-6 1 0 0,-3 8-20 0 0,0 1-1 0 0,0 0 1 0 0,0 0-1 0 0,0 0 1 0 0,0 0-1 0 0,0 0 1 0 0,0 0-1 0 0,-1 0 1 0 0,1-1 0 0 0,0 1-1 0 0,-1 0 1 0 0,0-1-1 0 0,-1-4 45 0 0,-5-12 186 0 0,-1 1 0 0 0,-1 0-1 0 0,0 0 1 0 0,-1 0 0 0 0,-1 1-1 0 0,-23-26 1 0 0,33 40-201 0 0,-1 0 0 0 0,0 0 0 0 0,0 0-1 0 0,0 0 1 0 0,0 0 0 0 0,0 1 0 0 0,-1-1 0 0 0,-3-1-1 0 0,6 3-67 0 0,-1-1 0 0 0,0 1 0 0 0,1 0 0 0 0,-1 0 0 0 0,0 0 0 0 0,1-1 0 0 0,-1 1 0 0 0,0 0-1 0 0,1 0 1 0 0,-1 0 0 0 0,0 0 0 0 0,0 0 0 0 0,1 1 0 0 0,-1-1 0 0 0,0 0 0 0 0,1 0 0 0 0,-1 0-1 0 0,0 1 1 0 0,1-1 0 0 0,-1 0 0 0 0,0 1 0 0 0,1-1 0 0 0,-1 0 0 0 0,1 1 0 0 0,-1-1-1 0 0,1 1 1 0 0,-1-1 0 0 0,1 1 0 0 0,-1-1 0 0 0,1 1 0 0 0,-1-1 0 0 0,1 1 0 0 0,0-1 0 0 0,-1 1-1 0 0,0 1 1 0 0,-1 3-7 0 0,-1 1 0 0 0,1-1 0 0 0,0 1 0 0 0,1-1 0 0 0,-1 1 0 0 0,1 0-1 0 0,-1 6 1 0 0,1 2 131 0 0,2 25 1 0 0,-1-35-58 0 0,1 0 1 0 0,0 0 0 0 0,0 1-1 0 0,0-1 1 0 0,1 0 0 0 0,-1-1-1 0 0,1 1 1 0 0,0 0 0 0 0,0 0 0 0 0,4 4-1 0 0,3 4 217 0 0,15 16 0 0 0,-14-20-145 0 0,0 1 1 0 0,0-2-1 0 0,1 1 1 0 0,12 6-1 0 0,-10-6-36 0 0,7 3-5 0 0,0-1 0 0 0,1-1 0 0 0,0-1 0 0 0,1-1 0 0 0,0 0-1 0 0,0-2 1 0 0,30 4 0 0 0,21-7 189 0 0,-51-2-144 0 0,-20 0-57 0 0,1 0 0 0 0,-1 0 0 0 0,1 0 1 0 0,-1 0-1 0 0,1 0 0 0 0,-1-1 0 0 0,1 0 0 0 0,-1 1 0 0 0,1-1 0 0 0,-1 0 0 0 0,1 0 0 0 0,-1 0 0 0 0,0 0 0 0 0,0-1 1 0 0,0 1-1 0 0,0-1 0 0 0,0 1 0 0 0,0-1 0 0 0,0 0 0 0 0,0 0 0 0 0,-1 0 0 0 0,1 0 0 0 0,0 0 0 0 0,-1 0 0 0 0,0 0 0 0 0,1 0 1 0 0,-1 0-1 0 0,0-1 0 0 0,0 1 0 0 0,-1-1 0 0 0,1 1 0 0 0,0-1 0 0 0,-1 1 0 0 0,1-1 0 0 0,-1-4 0 0 0,0-7 17 0 0,0-1-1 0 0,-2 0 0 0 0,1 0 1 0 0,-2 1-1 0 0,0 0 0 0 0,-5-16 1 0 0,-9-30-105 0 0,14 48 9 0 0,0 0 0 0 0,1 0 0 0 0,-2-17 0 0 0,1 8-65 0 0,2 4-399 0 0,0 0 0 0 0,2-31-1 0 0,-1 47 355 0 0,0 1-1 0 0,0-1 1 0 0,0 1-1 0 0,0-1 0 0 0,0 0 1 0 0,0 1-1 0 0,0-1 1 0 0,0 0-1 0 0,0 1 0 0 0,1-1 1 0 0,-1 1-1 0 0,0-1 1 0 0,0 1-1 0 0,1-1 0 0 0,-1 0 1 0 0,0 1-1 0 0,1-1 1 0 0,-1 1-1 0 0,1-1 0 0 0,-1 1 1 0 0,0 0-1 0 0,1-1 1 0 0,-1 1-1 0 0,1-1 0 0 0,0 1 1 0 0,-1 0-1 0 0,1 0 1 0 0,-1-1-1 0 0,1 1 0 0 0,-1 0 1 0 0,1 0-1 0 0,0-1 1 0 0,-1 1-1 0 0,1 0 0 0 0,0 0 1 0 0,-1 0-1 0 0,1 0 1 0 0,-1 0-1 0 0,1 0 0 0 0,0 0 1 0 0,-1 0-1 0 0,1 0 1 0 0,0 0-1 0 0,-1 1 0 0 0,1-1 1 0 0,-1 0-1 0 0,2 1 1 0 0,0 0-569 0 0,1 0 1 0 0,-1 0-1 0 0,0 0 1 0 0,0 0-1 0 0,0 0 1 0 0,0 1 0 0 0,0-1-1 0 0,0 1 1 0 0,0-1-1 0 0,2 3 1 0 0,4 7-4524 0 0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7:34.55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116 103 5905 0 0,'0'0'17247'0'0,"-17"-17"-17273"0"0,-53-52-88 0 0,53 53-49 0 0,16 20 99 0 0,1 0 1 0 0,-1 0-1 0 0,0 1 0 0 0,-1 4 0 0 0,0-5 99 0 0,1 1-1 0 0,0 0 0 0 0,0-1 0 0 0,0 7 0 0 0,1-7-4 0 0,0 6 90 0 0,0 1 0 0 0,3 12 0 0 0,-3-20-75 0 0,1 1 0 0 0,0 0 0 0 0,0-1 0 0 0,1 0 0 0 0,-1 1 0 0 0,1-1 0 0 0,0 0 0 0 0,0 1 0 0 0,4 4 0 0 0,0-1 135 0 0,-1 0-20 0 0,0-1 0 0 0,11 10 1 0 0,-14-15-62 0 0,0 1 0 0 0,-1-1 0 0 0,1 0 1 0 0,0 1-1 0 0,0-1 0 0 0,1 0 0 0 0,-1 0 0 0 0,0-1 0 0 0,0 1 1 0 0,0 0-1 0 0,1-1 0 0 0,-1 1 0 0 0,0-1 0 0 0,3 0 0 0 0,-4 0-74 0 0,-1 0 0 0 0,0-1 0 0 0,1 1 0 0 0,-1-1 0 0 0,1 1 0 0 0,-1 0 0 0 0,0-1 0 0 0,1 1 0 0 0,-1-1 0 0 0,0 1 0 0 0,0-1 0 0 0,1 1 0 0 0,-1-1 0 0 0,0 1 0 0 0,0-1 0 0 0,0 1 0 0 0,0-1 0 0 0,0 1 0 0 0,1-1 0 0 0,-1 1 0 0 0,0-2 0 0 0,2-7 80 0 0,2 1-137 0 0,-1 1 0 0 0,0-1-1 0 0,-1 0 1 0 0,0-1 0 0 0,2-11-1 0 0,2-9 15 0 0,-6 28 13 0 0,0 1-1 0 0,0 0 1 0 0,0 0-1 0 0,0 0 1 0 0,0-1 0 0 0,0 1-1 0 0,0 0 1 0 0,0 0-1 0 0,1-1 1 0 0,-1 1-1 0 0,0 0 1 0 0,0 0-1 0 0,0 0 1 0 0,0 0-1 0 0,0-1 1 0 0,1 1 0 0 0,-1 0-1 0 0,0 0 1 0 0,0 0-1 0 0,0 0 1 0 0,1 0-1 0 0,-1-1 1 0 0,0 1-1 0 0,0 0 1 0 0,1 0-1 0 0,-1 0 1 0 0,0 0-1 0 0,0 0 1 0 0,0 0 0 0 0,1 0-1 0 0,8 2-335 0 0,10 11-205 0 0,-16-11 561 0 0,70 51-330 0 0,-56-40 44 0 0,-12-8-526 0 0,1-1 1 0 0,-1 0-1 0 0,1 0 0 0 0,11 5 1 0 0,-8-7-3481 0 0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7:36.00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35 762 8186 0 0,'0'0'16869'0'0,"5"-33"-16603"0"0,14-107-38 0 0,-16 124-137 0 0,-1 0-1 0 0,-1-31 1 0 0,-2 28-21 0 0,-5-101 118 0 0,-5-5-161 0 0,4 38 66 0 0,3 33-51 0 0,-4-31-16 0 0,6 65-1230 0 0,-9 45-667 0 0,8-16 1816 0 0,0 0 0 0 0,1-1 1 0 0,0 1-1 0 0,0 0 0 0 0,0 14 1 0 0,1-4 91 0 0,3 31 0 0 0,0-37 12 0 0,0-1-1 0 0,1 1 0 0 0,1-1 0 0 0,0 0 1 0 0,6 14-1 0 0,-1-7 75 0 0,1 1 1 0 0,16 20-1 0 0,-5-11-17 0 0,1-2-1 0 0,2-1 1 0 0,1-1 0 0 0,0 0-1 0 0,2-2 1 0 0,55 36-1 0 0,-76-55-55 0 0,1 0 0 0 0,-1-1 1 0 0,1 0-1 0 0,0 0 0 0 0,0 0 0 0 0,11 2 0 0 0,-17-4 21 0 0,0-1 0 0 0,0 0 0 0 0,0 0 0 0 0,0 1 0 0 0,0-1 0 0 0,1 0 0 0 0,-1 0 0 0 0,0 0 0 0 0,2-1 0 0 0,-3 1-39 0 0,1 0-1 0 0,-1-1 1 0 0,1 1 0 0 0,-1-1-1 0 0,1 1 1 0 0,-1 0 0 0 0,1-1 0 0 0,-1 1-1 0 0,1-1 1 0 0,-1 1 0 0 0,0-1-1 0 0,1 0 1 0 0,-1 1 0 0 0,0-1-1 0 0,1 1 1 0 0,-1-1 0 0 0,0 0 0 0 0,1 0-1 0 0,1-9 105 0 0,1-1 0 0 0,1-19 0 0 0,-2 15-118 0 0,0-2-28 0 0,-1 1 1 0 0,-2-20 0 0 0,0 17-1 0 0,-1-9-1 0 0,-2 0 0 0 0,-11-45 0 0 0,10 52 19 0 0,-21-74-8 0 0,3 16 40 0 0,22 75-230 0 0,0 0 1 0 0,0 1-1 0 0,-1-1 1 0 0,1 1-1 0 0,-1-1 1 0 0,0 1-1 0 0,-2-3 1 0 0,-1 22 100 0 0,1 0 0 0 0,1 0 1 0 0,1 1-1 0 0,0-1 1 0 0,1 1-1 0 0,1 17 1 0 0,2-17 146 0 0,0 0 1 0 0,2 1 0 0 0,0-1 0 0 0,9 26 0 0 0,-1-13 100 0 0,25 44 1 0 0,-29-59-87 0 0,1-1 0 0 0,1 0 0 0 0,0-1 0 0 0,1 1 0 0 0,0-2-1 0 0,1 0 1 0 0,1 0 0 0 0,0-1 0 0 0,0-1 0 0 0,1 0 0 0 0,16 8 0 0 0,-20-13 20 0 0,0-1 1 0 0,0 0-1 0 0,14 4 1 0 0,-19-7-33 0 0,0 0 0 0 0,0 0 0 0 0,0 0-1 0 0,0-1 1 0 0,0 0 0 0 0,0 0 0 0 0,0 0 0 0 0,0-1 0 0 0,6 0 0 0 0,-8 0-52 0 0,0-1 1 0 0,-1 1-1 0 0,1 0 0 0 0,-1-1 1 0 0,1 1-1 0 0,-1-1 1 0 0,1 0-1 0 0,-1 0 0 0 0,0 0 1 0 0,0 0-1 0 0,0 0 1 0 0,0 0-1 0 0,0-1 1 0 0,0 1-1 0 0,-1-1 0 0 0,1 1 1 0 0,-1-1-1 0 0,0 0 1 0 0,0 1-1 0 0,0-1 0 0 0,2-5 1 0 0,-1-2-54 0 0,0 0 0 0 0,0 0 0 0 0,-1-1-1 0 0,0-17 1 0 0,-1 28 43 0 0,1-17-53 0 0,-2-1 0 0 0,-5-33-1 0 0,2 25 369 0 0,4 26-316 0 0,0 11-1092 0 0,4 12 1123 0 0,1-1 1 0 0,1 1-1 0 0,1-1 1 0 0,1-1 0 0 0,1 1-1 0 0,1-1 1 0 0,0-1-1 0 0,2 0 1 0 0,22 30 0 0 0,-31-47 85 0 0,0 1 1 0 0,0 0-1 0 0,7 4 1 0 0,-9-7-47 0 0,0 0 1 0 0,0 0-1 0 0,0-1 1 0 0,0 1 0 0 0,0-1-1 0 0,0 1 1 0 0,0-1 0 0 0,1 1-1 0 0,0-1 1 0 0,-1 0-39 0 0,-1 1 0 0 0,1-1 0 0 0,-1 0 1 0 0,1 0-1 0 0,-1 0 0 0 0,0-1 0 0 0,1 1 0 0 0,-1 0 0 0 0,1 0 1 0 0,-1 0-1 0 0,1 0 0 0 0,-1 0 0 0 0,0 0 0 0 0,1-1 0 0 0,-1 1 0 0 0,0 0 1 0 0,1 0-1 0 0,-1-1 0 0 0,0 1 0 0 0,1 0 0 0 0,-1 0 0 0 0,0-1 1 0 0,1 1-1 0 0,-1 0 0 0 0,1-1 0 0 0,3-7 43 0 0,0 1-1 0 0,0 0 1 0 0,-1-1 0 0 0,0 0 0 0 0,3-11-1 0 0,6-42-237 0 0,-3 12 42 0 0,-8 46 129 0 0,0 0 0 0 0,0 1 0 0 0,0-1-1 0 0,0 1 1 0 0,2-4 0 0 0,-3 6-28 0 0,0-1-1 0 0,0 1 1 0 0,1 0-1 0 0,-1 0 1 0 0,0-1-1 0 0,0 1 1 0 0,0 0-1 0 0,1-1 1 0 0,-1 1-1 0 0,0 0 1 0 0,0 0-1 0 0,1-1 1 0 0,-1 1-1 0 0,0 0 1 0 0,0 0-1 0 0,1 0 1 0 0,-1 0-1 0 0,0-1 1 0 0,1 1-1 0 0,-1 0 1 0 0,0 0-1 0 0,1 0 1 0 0,-1 0-1 0 0,0 0 1 0 0,1 0-1 0 0,-1 0 1 0 0,0 0-1 0 0,1 0 1 0 0,-1 0-1 0 0,1 0 1 0 0,-1 0-1 0 0,0 0 1 0 0,1 0-1 0 0,-1 0 1 0 0,0 0-1 0 0,1 0 1 0 0,-1 0-1 0 0,0 1 1 0 0,1-1-1 0 0,-1 0 1 0 0,0 0-1 0 0,0 0 1 0 0,1 1-1 0 0,-1-1 1 0 0,0 0-1 0 0,0 0 1 0 0,1 1-1 0 0,-1-1 1 0 0,0 0-1 0 0,0 0 1 0 0,1 1-1 0 0,-1-1 1 0 0,0 0-1 0 0,0 1 1 0 0,0 0-1 0 0,14 26-914 0 0,-5-6 695 0 0,58 131 27 0 0,-12 6 187 0 0,-41-118 13 0 0,-1 0-52 0 0,-1-1 1 0 0,9 65 0 0 0,-20-102 39 0 0,-1-1 0 0 0,0 0 0 0 0,0 1 0 0 0,1-1 0 0 0,-1 0 0 0 0,0 1 0 0 0,0-1 0 0 0,-1 0 0 0 0,1 1 0 0 0,0-1 0 0 0,0 0 0 0 0,-1 1 1 0 0,1-1-1 0 0,-1 0 0 0 0,1 0 0 0 0,-1 1 0 0 0,1-1 0 0 0,-1 0 0 0 0,0 0 0 0 0,-1 2 0 0 0,1-2-7 0 0,-1 0 1 0 0,0 0-1 0 0,1-1 1 0 0,-1 1-1 0 0,0 0 1 0 0,0-1-1 0 0,1 1 0 0 0,-1-1 1 0 0,0 1-1 0 0,0-1 1 0 0,0 0-1 0 0,0 0 0 0 0,1 0 1 0 0,-3 0-1 0 0,-3-1 50 0 0,1 1-1 0 0,-1-1 1 0 0,1 0 0 0 0,-1-1-1 0 0,1 1 1 0 0,0-1-1 0 0,0-1 1 0 0,0 1 0 0 0,0-1-1 0 0,0 0 1 0 0,0 0-1 0 0,-5-5 1 0 0,-6-5 63 0 0,1-1 1 0 0,-20-22 0 0 0,30 30-82 0 0,0-1-1 0 0,1 0 1 0 0,0 0 0 0 0,0 0 0 0 0,0 0 0 0 0,1-1 0 0 0,1 0 0 0 0,-1 0 0 0 0,1 0-1 0 0,0 0 1 0 0,1 0 0 0 0,0-1 0 0 0,1 1 0 0 0,-1-1 0 0 0,1 1 0 0 0,1-1 0 0 0,0 1-1 0 0,1-14 1 0 0,-1 21-89 0 0,1-1 1 0 0,-1 0-1 0 0,1 0 0 0 0,-1 1 0 0 0,1-1 0 0 0,-1 1 0 0 0,1-1 0 0 0,0 1 1 0 0,0-1-1 0 0,0 1 0 0 0,0-1 0 0 0,0 1 0 0 0,0 0 0 0 0,0-1 0 0 0,0 1 1 0 0,1 0-1 0 0,-1 0 0 0 0,0 0 0 0 0,1 0 0 0 0,-1 0 0 0 0,1 0 0 0 0,-1 0 1 0 0,1 1-1 0 0,-1-1 0 0 0,4 0 0 0 0,-1-1-858 0 0,0 2 0 0 0,0-1 0 0 0,0 0 0 0 0,4 0 0 0 0,15 2-8366 0 0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7:36.66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168 1 10290 0 0,'0'0'13502'0'0,"10"29"-13392"0"0,29 94 2 0 0,-34-105-74 0 0,0 1 0 0 0,2 24-1 0 0,-3-18 4 0 0,59 209 355 0 0,-49-190-361 0 0,19 71-581 0 0,-18-58-3325 0 0,2-93-11391 0 0,-13 25 14539 0 0,0 1 0 0 0,1-1-1 0 0,0 1 1 0 0,8-10 0 0 0,-5 7 71 0 0,8-17 0 0 0,-7 11 1374 0 0,-1 2 1896 0 0,-1-1-1 0 0,6-20 1 0 0,-12 36-1769 0 0,-1 0-1 0 0,1 1 1 0 0,-1-1-1 0 0,0 0 0 0 0,0 0 1 0 0,0 0-1 0 0,0 1 1 0 0,0-1-1 0 0,0-2 1 0 0,-1 3-664 0 0,1 0 1 0 0,0 0-1 0 0,-1 1 1 0 0,1-1-1 0 0,0 0 1 0 0,-1 1-1 0 0,1-1 1 0 0,-1 1-1 0 0,1-1 1 0 0,-1 1-1 0 0,1-1 1 0 0,-1 1-1 0 0,0-1 1 0 0,1 1-1 0 0,-1-1 0 0 0,1 1 1 0 0,-1 0-1 0 0,0-1 1 0 0,0 1-1 0 0,1 0 1 0 0,-1 0-1 0 0,-1-1 1 0 0,-20-3 528 0 0,0 0 0 0 0,0 1 0 0 0,0 1 1 0 0,-35 2-1 0 0,36 1-428 0 0,-57-1-209 0 0,-123 15 0 0 0,186-13-379 0 0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7:37.08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107 60 13507 0 0,'0'0'12387'0'0,"-18"-11"-12370"0"0,-53-30-38 0 0,56 33 0 0 0,12 9-2 0 0,4 3 34 0 0,-1 1 1 0 0,1-1 0 0 0,0 1 0 0 0,0-1 0 0 0,0 0 0 0 0,1 1 0 0 0,-1-1 0 0 0,1 0 0 0 0,4 8 0 0 0,4 2 143 0 0,13 17 0 0 0,-15-21-107 0 0,5 7 16 0 0,28 27 0 0 0,-36-39-106 0 0,0 0 0 0 0,1-1 0 0 0,0 1 0 0 0,0-1 0 0 0,0-1 0 0 0,0 1 0 0 0,0-1 0 0 0,1 0 0 0 0,9 2 0 0 0,-15-4 42 0 0,1-1 0 0 0,-1 1 0 0 0,0-1 0 0 0,1 0 0 0 0,-1 0 1 0 0,1 0-1 0 0,-1 0 0 0 0,1 0 0 0 0,-1 0 0 0 0,1 0 0 0 0,-1 0 0 0 0,1 0 0 0 0,-1-1 0 0 0,1 1 0 0 0,1-1 1 0 0,-2 0 4 0 0,0 0 1 0 0,0 0 0 0 0,-1 1 0 0 0,1-1 0 0 0,0 0 0 0 0,-1 0-1 0 0,1 0 1 0 0,0 0 0 0 0,-1 0 0 0 0,1 0 0 0 0,-1 0 0 0 0,0 0-1 0 0,1 0 1 0 0,-1 0 0 0 0,0 0 0 0 0,1 0 0 0 0,-1 0-1 0 0,0 0 1 0 0,0 0 0 0 0,0-2 0 0 0,1-13 11 0 0,1 6 12 0 0,-2-1 0 0 0,1 1 0 0 0,-1-1 0 0 0,-1 1 0 0 0,-2-12 0 0 0,0 12 37 0 0,1 13-557 0 0,2 18-395 0 0,0-15 1056 0 0,0-1-158 0 0,1 1 1 0 0,-1 0-1 0 0,1 0 0 0 0,0-1 0 0 0,1 1 0 0 0,3 10 0 0 0,2-1-142 0 0,9 15 0 0 0,-2-6-564 0 0,-12-20 154 0 0,0 1-1 0 0,1-1 1 0 0,0 0-1 0 0,0-1 1 0 0,0 1 0 0 0,0 0-1 0 0,1-1 1 0 0,5 5 0 0 0,4 0-4594 0 0,2-2-4059 0 0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7:37.36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12603 0 0,'0'0'13360'0'0,"15"34"-13256"0"0,49 108-15 0 0,-11-17 49 0 0,7 28 27 0 0,5 16-830 0 0,-28-55-5082 0 0,-30-93 2194 0 0,-1-9-2027 0 0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7:37.86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26 100 10682 0 0,'0'0'14717'0'0,"-2"-1"-14705"0"0,1 1-12 0 0,1 0 1 0 0,0 0-1 0 0,-1 0 1 0 0,1 0-1 0 0,0 0 1 0 0,0 0-1 0 0,-1 0 1 0 0,1 0 0 0 0,0 0-1 0 0,-1 0 1 0 0,1 0-1 0 0,0 0 1 0 0,-1 0-1 0 0,1 0 1 0 0,0 0-1 0 0,-1 0 1 0 0,1 0-1 0 0,0 0 1 0 0,-1 0-1 0 0,1 0 1 0 0,0 1-1 0 0,0-1 1 0 0,-1 0-1 0 0,1 0 1 0 0,0 0-1 0 0,0 0 1 0 0,-1 1 0 0 0,1-1-1 0 0,0 0 1 0 0,0 0-1 0 0,-1 1 1 0 0,1-1-1 0 0,-4 14 94 0 0,2-2-19 0 0,-1 0 43 0 0,2-1-1 0 0,-1 0 0 0 0,1 0 0 0 0,0 0 0 0 0,3 20 0 0 0,-2-29-89 0 0,1 1 0 0 0,0-1-1 0 0,0 0 1 0 0,0 1 0 0 0,0-1 0 0 0,0 0-1 0 0,0 0 1 0 0,1 0 0 0 0,-1 0-1 0 0,1 0 1 0 0,0 0 0 0 0,1 2 0 0 0,1-1 20 0 0,-1 0 0 0 0,1 0 0 0 0,0 0 0 0 0,0 0 1 0 0,5 2-1 0 0,-1-1 32 0 0,1-1 1 0 0,-1-1-1 0 0,1 1 0 0 0,0-1 1 0 0,14 1-1 0 0,-3-2 16 0 0,28-1-1 0 0,-40-1-82 0 0,-1 0 0 0 0,0 0 1 0 0,1-1-1 0 0,-1 0 0 0 0,0 0 0 0 0,0 0 0 0 0,9-6 0 0 0,-4 2-17 0 0,0-1-1 0 0,0-1 0 0 0,11-9 1 0 0,-20 14 8 0 0,1-1 1 0 0,0 0-1 0 0,-1 0 1 0 0,0 0-1 0 0,1 0 0 0 0,-2 0 1 0 0,1-1-1 0 0,0 1 1 0 0,-1-1-1 0 0,0 0 0 0 0,0 1 1 0 0,1-8-1 0 0,-1 4 6 0 0,0 0-1 0 0,-1 0 0 0 0,0-1 1 0 0,0 1-1 0 0,-1 0 0 0 0,-2-16 1 0 0,0 15 3 0 0,0 1 0 0 0,-1 0 0 0 0,0 0 0 0 0,0 0 0 0 0,-1 0 0 0 0,-6-10 1 0 0,9 16-18 0 0,0 0 0 0 0,0 1 0 0 0,-1-1 0 0 0,1 1 0 0 0,0-1 0 0 0,0 1 0 0 0,-1-1 0 0 0,1 1 0 0 0,-1 0 0 0 0,1 0 0 0 0,-1 0 0 0 0,0 0 0 0 0,1 0 0 0 0,-1 0 0 0 0,0 0 0 0 0,0 0 0 0 0,1 1 0 0 0,-4-2 0 0 0,4 3-17 0 0,0-1 0 0 0,0 1 0 0 0,0-1 0 0 0,1 0 0 0 0,-1 1 0 0 0,0 0 0 0 0,1-1 0 0 0,-1 1 0 0 0,0-1 0 0 0,1 1 0 0 0,-1 0 0 0 0,0 0 0 0 0,1-1 0 0 0,-1 1 0 0 0,1 0 0 0 0,-1 1 0 0 0,1-1 2 0 0,-4 6-12 0 0,0 0 1 0 0,0 0 0 0 0,1 0-1 0 0,0 1 1 0 0,-2 10-1 0 0,4-15 45 0 0,1 1 0 0 0,-1-1 0 0 0,1 0-1 0 0,0 1 1 0 0,-1-1 0 0 0,2 1-1 0 0,-1-1 1 0 0,0 0 0 0 0,1 1 0 0 0,-1-1-1 0 0,1 0 1 0 0,0 1 0 0 0,0-1-1 0 0,0 0 1 0 0,3 4 0 0 0,3 5 53 0 0,0-1 1 0 0,1 1 0 0 0,1-2-1 0 0,0 1 1 0 0,0-1-1 0 0,1-1 1 0 0,0 1-1 0 0,14 8 1 0 0,-2-3-57 0 0,1-2 0 0 0,1 0 0 0 0,0-2 0 0 0,0 0 0 0 0,1-2 1 0 0,0-1-1 0 0,37 7 0 0 0,-10-7-4452 0 0,2-6-4419 0 0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7:39.76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41 4249 0 0,'2'-3'22026'0'0,"-2"8"-21937"0"0,1 0 1 0 0,-1 0-1 0 0,1 0 0 0 0,0 0 0 0 0,1 0 1 0 0,-1-1-1 0 0,1 1 0 0 0,2 5 0 0 0,4 5 34 0 0,11 15 0 0 0,-16-24-57 0 0,7 6 29 0 0,0 0 0 0 0,0 0 0 0 0,2-1 0 0 0,-1 0 0 0 0,1-1 0 0 0,26 17 0 0 0,-36-25-40 0 0,0-1-1 0 0,-1 0 0 0 0,1 0 1 0 0,0-1-1 0 0,0 1 0 0 0,-1 0 1 0 0,1-1-1 0 0,0 1 0 0 0,0-1 1 0 0,0 1-1 0 0,2-1 0 0 0,-2-16 661 0 0,1 3-690 0 0,0-1-1 0 0,-2 0 0 0 0,1 1 0 0 0,-2-1 0 0 0,-1-19 1 0 0,0 2-19 0 0,1-60 197 0 0,1 91-204 0 0,-1-1 0 0 0,1 1 0 0 0,0 0-1 0 0,-1-1 1 0 0,1 1 0 0 0,0 0 0 0 0,0 0 0 0 0,-1-1 0 0 0,1 1 0 0 0,0 0-1 0 0,-1 0 1 0 0,1 0 0 0 0,0 0 0 0 0,0 0 0 0 0,-1 0 0 0 0,1 0 0 0 0,1 1-1 0 0,17 2-176 0 0,-8 2 75 0 0,0 2 0 0 0,17 12 0 0 0,-14-9 50 0 0,-6-4 38 0 0,-1 0 0 0 0,10 10 0 0 0,0 1-4 0 0,-1-2-116 0 0,-1 2 1 0 0,17 22 0 0 0,-18-21-1033 0 0,-10-12-441 0 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7:39.96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95 0 8834 0 0,'0'0'15036'0'0,"-1"18"-14873"0"0,-5 56-26 0 0,6-72-125 0 0,0 0 0 0 0,0 1-1 0 0,-1-1 1 0 0,1 0-1 0 0,-1 1 1 0 0,1-1-1 0 0,-1 0 1 0 0,0 0 0 0 0,-2 4-1 0 0,3-6-5 0 0,-8 12-24 0 0,0 0 0 0 0,-19 21 0 0 0,10-17-3286 0 0,-3-2-4605 0 0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7:40.48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13987 0 0,'0'0'11382'0'0,"2"18"-11418"0"0,9 58 148 0 0,-8-61-49 0 0,1 0 0 0 0,0 0-1 0 0,10 22 1 0 0,-4-13 27 0 0,9 19 59 0 0,1-2 0 0 0,2-1 0 0 0,34 49 0 0 0,-34-51-556 0 0,-15-24-889 0 0,14 18 0 0 0,-18-28-136 0 0,1 0 0 0 0,-1 0-1 0 0,1 0 1 0 0,6 4 0 0 0,-7-7-735 0 0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7:40.81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94 1 11907 0 0,'0'0'12151'0'0,"-10"5"-11797"0"0,-32 17-63 0 0,40-22-266 0 0,1 1 0 0 0,-1 0 1 0 0,1-1-1 0 0,-1 1 0 0 0,1 0 1 0 0,-1 0-1 0 0,1 0 0 0 0,0 0 1 0 0,-1 1-1 0 0,1-1 0 0 0,0 0 1 0 0,0 0-1 0 0,0 1 0 0 0,0-1 1 0 0,-1 3-1 0 0,-2 2 60 0 0,2-3-32 0 0,0 0 0 0 0,0 0 0 0 0,1 0-1 0 0,-1 0 1 0 0,1 0 0 0 0,0 0-1 0 0,0 1 1 0 0,0-1 0 0 0,0 0-1 0 0,1 1 1 0 0,-1-1 0 0 0,1 0 0 0 0,0 6-1 0 0,0-6-8 0 0,0-1 0 0 0,0 1 0 0 0,1 0 0 0 0,-1-1 0 0 0,1 1 0 0 0,0-1 0 0 0,0 1 0 0 0,0-1 0 0 0,0 1 0 0 0,0-1 0 0 0,0 0 0 0 0,1 1 0 0 0,-1-1 0 0 0,1 0 0 0 0,0 0 0 0 0,-1 0 0 0 0,5 3 0 0 0,5 3 92 0 0,1 0 0 0 0,0-1 1 0 0,1 0-1 0 0,0-1 0 0 0,24 8 0 0 0,72 14 173 0 0,-69-19-260 0 0,18 3-1526 0 0,76 6 0 0 0,-133-18 1324 0 0,17 3-2920 0 0,-7 0-5677 0 0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7:41.98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 34 1344 0 0,'0'0'16901'0'0,"-2"-6"-16377"0"0,-1 0-356 0 0,-4-15 2220 0 0,6 23-2451 0 0,1 0 36 0 0,0 0-1 0 0,0 0 1 0 0,0 1 0 0 0,0-1 0 0 0,0 0 0 0 0,0 0 0 0 0,0 1 0 0 0,1-1 0 0 0,-1 0 0 0 0,2 2 0 0 0,11 25 316 0 0,-11-25-247 0 0,1 1 0 0 0,-1 0 1 0 0,0 0-1 0 0,0 0 0 0 0,2 8 0 0 0,-4-10-124 0 0,1 0 0 0 0,-1 0 1 0 0,0 0-1 0 0,0 0 0 0 0,0 5 0 0 0,-4 1-2947 0 0,-6-1-4720 0 0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7:42.95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 10 6961 0 0,'0'0'18520'0'0,"-2"-2"-18358"0"0,-7-5-57 0 0,8 8-92 0 0,1-1 0 0 0,0 1 0 0 0,-1 0 0 0 0,1 0 0 0 0,0 0 0 0 0,0 0 0 0 0,-1 0 0 0 0,1 0 0 0 0,0 0 0 0 0,0 0 0 0 0,0 0 0 0 0,0 0 0 0 0,0 0 0 0 0,1 0 1 0 0,-1 0-1 0 0,0 1 0 0 0,5 10 57 0 0,-1-2 34 0 0,1 0-1 0 0,8 15 1 0 0,11 12 85 0 0,-10-15-63 0 0,27 33 0 0 0,-23-34-65 0 0,-10-11-5 0 0,0-1-1 0 0,1 1 1 0 0,0-2 0 0 0,17 14-1 0 0,-26-22-27 0 0,0 0-1 0 0,1 1 1 0 0,-1-1 0 0 0,1 0-1 0 0,-1 1 1 0 0,1-1 0 0 0,-1 0-1 0 0,1 0 1 0 0,-1 1 0 0 0,1-1-1 0 0,0 0 1 0 0,-1 0-1 0 0,1 0 1 0 0,-1 0 0 0 0,1 0-1 0 0,-1 0 1 0 0,1 0 0 0 0,0 0-1 0 0,-1 0 1 0 0,1 0 0 0 0,-1 0-1 0 0,1 0 1 0 0,-1 0 0 0 0,1 0-1 0 0,-1 0 1 0 0,1-1-1 0 0,0 1 1 0 0,-1 0 0 0 0,1 0-1 0 0,-1-1 1 0 0,1 1 0 0 0,-1 0-1 0 0,0-1 1 0 0,1 1 0 0 0,-1-1-1 0 0,1 1 1 0 0,-1 0 0 0 0,0-1-1 0 0,1 1 1 0 0,-1-1-1 0 0,0 1 1 0 0,1-1 0 0 0,-1 1-1 0 0,0-1 1 0 0,0 1 0 0 0,1-1-1 0 0,-1 0 1 0 0,0 0 0 0 0,2-4 20 0 0,-1 0 0 0 0,0-1 0 0 0,0 1 1 0 0,0-7-1 0 0,0 6-30 0 0,7-97 79 0 0,-8 88-86 0 0,0 13-1 0 0,-1 0-1 0 0,1 1 1 0 0,0-1-1 0 0,0 0 1 0 0,0 0-1 0 0,0 1 1 0 0,1-1-1 0 0,-1 0 1 0 0,0 1-1 0 0,1-1 1 0 0,-1 0-1 0 0,1 1 0 0 0,-1-1 1 0 0,1 0-1 0 0,2-2 1 0 0,-3 4-23 0 0,0 0-1 0 0,1-1 1 0 0,-1 1 0 0 0,1 0 0 0 0,-1 0-1 0 0,1 0 1 0 0,-1 0 0 0 0,1-1-1 0 0,-1 1 1 0 0,1 0 0 0 0,-1 0 0 0 0,1 0-1 0 0,-1 0 1 0 0,1 0 0 0 0,-1 0 0 0 0,1 1-1 0 0,-1-1 1 0 0,1 0 0 0 0,-1 0-1 0 0,1 0 1 0 0,-1 0 0 0 0,0 0 0 0 0,1 1-1 0 0,-1-1 1 0 0,1 0 0 0 0,-1 0 0 0 0,1 1-1 0 0,-1-1 1 0 0,1 1 0 0 0,11 9-158 0 0,-12-10 169 0 0,15 15-68 0 0,92 85-34 0 0,-94-90 126 0 0,-1-1 0 0 0,2 0-1 0 0,-1-1 1 0 0,1-1 0 0 0,0 0 0 0 0,1-1-1 0 0,17 6 1 0 0,-31-12-8 0 0,1 1 0 0 0,-1-1-1 0 0,1 1 1 0 0,-1-1 0 0 0,0 0 0 0 0,1 0-1 0 0,-1 0 1 0 0,1 0 0 0 0,-1 0 0 0 0,1 0-1 0 0,-1 0 1 0 0,1 0 0 0 0,-1 0 0 0 0,1-1 0 0 0,-1 1-1 0 0,1-1 1 0 0,-1 1 0 0 0,0-1 0 0 0,1 1-1 0 0,-1-1 1 0 0,0 0 0 0 0,0 0 0 0 0,1 0-1 0 0,-1 1 1 0 0,0-1 0 0 0,1-2 0 0 0,1-1 7 0 0,-1 1 1 0 0,0-1-1 0 0,0 0 1 0 0,0-1 0 0 0,0 1-1 0 0,2-8 1 0 0,-1 3 3 0 0,-1-3-57 0 0,1-1-1 0 0,-2 1 0 0 0,0 0 0 0 0,0-1 1 0 0,-1-15-1 0 0,-1 11-86 0 0,12 21-802 0 0,-7 1 791 0 0,0 0 0 0 0,1 0 0 0 0,-1 0-1 0 0,3 6 1 0 0,7 9 46 0 0,3 0-764 0 0,2-1-1 0 0,20 18 0 0 0,-11-16-2888 0 0,3-3-3296 0 0,-25-15 1902 0 0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7:43.34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203 104 11562 0 0,'0'0'14350'0'0,"-26"-15"-14218"0"0,-80-42-60 0 0,76 43-55 0 0,30 14-18 0 0,-1 0 0 0 0,1 0 0 0 0,-1-1 0 0 0,0 1 0 0 0,1 0 0 0 0,-1 0 0 0 0,1 0 0 0 0,-1 0 0 0 0,1 0 0 0 0,-1 0 0 0 0,1 0 0 0 0,-1 0 0 0 0,1 0 0 0 0,-1 0 0 0 0,0 1 0 0 0,-3-1-22 0 0,2 1 16 0 0,1-1 1 0 0,0 1 0 0 0,-1-1-1 0 0,1 1 1 0 0,0 0 0 0 0,0-1 0 0 0,0 1-1 0 0,-1 0 1 0 0,1 0 0 0 0,0 0 0 0 0,0 0-1 0 0,0 0 1 0 0,0 0 0 0 0,0 0-1 0 0,1 0 1 0 0,-1 0 0 0 0,0 1 0 0 0,0-1-1 0 0,1 0 1 0 0,-1 0 0 0 0,1 1 0 0 0,-1-1-1 0 0,1 1 1 0 0,-1-1 0 0 0,1 2 0 0 0,-1 2 13 0 0,0-1 0 0 0,0 1 0 0 0,1 0 0 0 0,-1 0 0 0 0,1 0 0 0 0,1 6 0 0 0,-1-7 15 0 0,2 0 1 0 0,-1 0-1 0 0,0 0 0 0 0,1-1 1 0 0,-1 1-1 0 0,1 0 0 0 0,0-1 0 0 0,0 1 1 0 0,5 4-1 0 0,-2-1 46 0 0,1-1 0 0 0,-1 0 0 0 0,12 8 0 0 0,-5-5-5 0 0,0 0-1 0 0,0-1 1 0 0,18 8 0 0 0,-23-13-21 0 0,1 0 1 0 0,-1-1-1 0 0,1 0 0 0 0,0 0 1 0 0,-1 0-1 0 0,1-1 0 0 0,15 0 0 0 0,-21-1-31 0 0,0 0 0 0 0,0-1 0 0 0,0 1-1 0 0,0 0 1 0 0,0-1 0 0 0,0 0-1 0 0,0 1 1 0 0,0-1 0 0 0,0 0-1 0 0,0 0 1 0 0,-1 0 0 0 0,1 0-1 0 0,0 0 1 0 0,0-1 0 0 0,-1 1 0 0 0,1 0-1 0 0,-1-1 1 0 0,1 0 0 0 0,-1 1-1 0 0,0-1 1 0 0,0 0 0 0 0,0 1-1 0 0,1-1 1 0 0,-2 0 0 0 0,1 0-1 0 0,0 0 1 0 0,0 0 0 0 0,0-3 0 0 0,2-4-62 0 0,-1 0 1 0 0,-1 1 0 0 0,1-1-1 0 0,-2-1 1 0 0,1-10-1 0 0,-1 14-37 0 0,-1 1-1 0 0,1 0 1 0 0,-1-1-1 0 0,0 1 1 0 0,-1 0-1 0 0,1 0 0 0 0,-1 0 1 0 0,0 0-1 0 0,0 0 1 0 0,0 0-1 0 0,-1 0 1 0 0,0 1-1 0 0,-5-7 1 0 0,5 7-365 0 0,0 1 0 0 0,0 0 0 0 0,0 0 0 0 0,0 0 0 0 0,0 1 0 0 0,-1-1 0 0 0,0 1 0 0 0,1-1 0 0 0,-1 1 0 0 0,0 1 0 0 0,0-1 0 0 0,0 0 0 0 0,0 1 1 0 0,0 0-1 0 0,0 0 0 0 0,-1 0 0 0 0,-5 0 0 0 0,-21 1-9769 0 0,20 0 2764 0 0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7:44.25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154 502 11602 0 0,'0'0'12230'0'0,"-24"1"-12162"0"0,-73 6-6 0 0,94-7-55 0 0,0 0 0 0 0,0 1-1 0 0,0 0 1 0 0,0-1-1 0 0,-5 3 1 0 0,8-3-5 0 0,0 0 1 0 0,-1 1-1 0 0,1-1 1 0 0,0 0-1 0 0,-1 0 1 0 0,1 1-1 0 0,0-1 0 0 0,0 0 1 0 0,-1 1-1 0 0,1-1 1 0 0,0 0-1 0 0,0 1 1 0 0,-1-1-1 0 0,1 0 1 0 0,0 1-1 0 0,0-1 0 0 0,0 0 1 0 0,-1 1-1 0 0,1-1-1 0 0,-1 5 57 0 0,0 0-1 0 0,0-1 1 0 0,0 1 0 0 0,1 0-1 0 0,0-1 1 0 0,-1 1-1 0 0,2 0 1 0 0,-1 0 0 0 0,0-1-1 0 0,1 1 1 0 0,0 0-1 0 0,0-1 1 0 0,1 1 0 0 0,-1-1-1 0 0,1 1 1 0 0,0-1-1 0 0,0 0 1 0 0,0 1 0 0 0,1-1-1 0 0,3 4 1 0 0,-2-2 4 0 0,0-1-1 0 0,1 0 1 0 0,0-1 0 0 0,0 1-1 0 0,0-1 1 0 0,0 0 0 0 0,0 0-1 0 0,1 0 1 0 0,0-1 0 0 0,0 0 0 0 0,0 0-1 0 0,0-1 1 0 0,0 1 0 0 0,8 1-1 0 0,-7-3-28 0 0,-1 0-1 0 0,1 0 1 0 0,0-1 0 0 0,0 1-1 0 0,9-2 1 0 0,-13 1-27 0 0,-1-1 0 0 0,1 1 0 0 0,0-1 0 0 0,-1 1 0 0 0,1-1 0 0 0,-1 0 0 0 0,1 0 0 0 0,-1 0 0 0 0,0 0 0 0 0,1-1 0 0 0,-1 1 0 0 0,0 0 0 0 0,0-1 0 0 0,0 0 0 0 0,0 0 0 0 0,3-2 0 0 0,-2-1-30 0 0,0 0 1 0 0,1-1 0 0 0,-2 0 0 0 0,1 1 0 0 0,-1-1-1 0 0,1 0 1 0 0,-2 0 0 0 0,1 0 0 0 0,-1 0 0 0 0,1-12-1 0 0,0-6-90 0 0,-4-37-1 0 0,2 45 101 0 0,-3-10-16 0 0,-1 1 0 0 0,-9-35 1 0 0,7 37 13 0 0,-9-30 41 0 0,-3 0 1 0 0,-48-99 0 0 0,58 136 138 0 0,1-1 0 0 0,1 1 0 0 0,-6-26 0 0 0,11 39-750 0 0,1 10 150 0 0,2 14-14 0 0,3 9 427 0 0,2 0 0 0 0,2 0 1 0 0,16 40-1 0 0,47 83 148 0 0,-58-125-63 0 0,1-1 0 0 0,2 0-1 0 0,33 43 1 0 0,-30-47-7 0 0,-5-6-31 0 0,-1-1 0 0 0,34 27 0 0 0,-38-34-2 0 0,1-2 0 0 0,0 0 1 0 0,23 12-1 0 0,-33-19-11 0 0,-1 1 0 0 0,1-1-1 0 0,0 1 1 0 0,0-1 0 0 0,0 0 0 0 0,0 0-1 0 0,0 1 1 0 0,0-1 0 0 0,0 0 0 0 0,0 0-1 0 0,0 0 1 0 0,0 0 0 0 0,0 0 0 0 0,0 0-1 0 0,0 0 1 0 0,0-1 0 0 0,0 1 0 0 0,0 0-1 0 0,0 0 1 0 0,0-1 0 0 0,0 1 0 0 0,-1-1-1 0 0,1 1 1 0 0,0-1 0 0 0,0 1 0 0 0,0-1-1 0 0,0 1 1 0 0,-1-1 0 0 0,1 0 0 0 0,0 1-1 0 0,-1-1 1 0 0,1 0 0 0 0,0 0 0 0 0,-1 1-1 0 0,1-1 1 0 0,-1 0 0 0 0,1 0 0 0 0,-1 0-1 0 0,0 0 1 0 0,1 0 0 0 0,-1-1 0 0 0,2-5 8 0 0,0 1 0 0 0,-1-1 1 0 0,0 0-1 0 0,0-12 0 0 0,-1 16-32 0 0,0-1 12 0 0,2-76-39 0 0,-3 70 51 0 0,0-1-1 0 0,0 1 0 0 0,-1 0 1 0 0,0 0-1 0 0,-6-15 0 0 0,6 15 20 0 0,1 9-235 0 0,2 6-139 0 0,1 4 265 0 0,0-1-1 0 0,1 0 0 0 0,0 0 1 0 0,0 0-1 0 0,6 10 0 0 0,-1-3 124 0 0,0 1 31 0 0,0 0 1 0 0,2-1 0 0 0,0 0 0 0 0,14 17-1 0 0,-18-25 11 0 0,1 0 0 0 0,-1-1 0 0 0,1 0-1 0 0,0 0 1 0 0,1 0 0 0 0,-1-1-1 0 0,1 0 1 0 0,0-1 0 0 0,0 0 0 0 0,11 4-1 0 0,-18-8-54 0 0,0 0-1 0 0,1 1 0 0 0,-1-1 1 0 0,0 0-1 0 0,1 1 0 0 0,-1-1 0 0 0,0 0 1 0 0,1 0-1 0 0,-1 0 0 0 0,0 0 1 0 0,1 0-1 0 0,-1-1 0 0 0,0 1 1 0 0,1 0-1 0 0,-1-1 0 0 0,0 1 0 0 0,0 0 1 0 0,1-1-1 0 0,-1 0 0 0 0,0 1 1 0 0,0-1-1 0 0,0 0 0 0 0,0 0 0 0 0,1 1 1 0 0,-1-1-1 0 0,0 0 0 0 0,-1 0 1 0 0,3-2-1 0 0,0-2-2 0 0,0 0-1 0 0,0-1 1 0 0,0 1-1 0 0,-1 0 1 0 0,2-8-1 0 0,0 2-34 0 0,-1 3-9 0 0,-1 0 0 0 0,0 0 0 0 0,0-9 0 0 0,2-4-27 0 0,-3 8 5 0 0,-1 11 37 0 0,0 0 0 0 0,1 1-1 0 0,-1-1 1 0 0,0 0-1 0 0,0 0 1 0 0,1 0-1 0 0,-1 1 1 0 0,1-1-1 0 0,0 0 1 0 0,1-2 0 0 0,-2 3 5 0 0,1 2-89 0 0,1-1 0 0 0,-1 0 0 0 0,0 0 0 0 0,0 1 0 0 0,1-1 0 0 0,-1 1 0 0 0,0-1 0 0 0,0 1 1 0 0,0 0-1 0 0,0-1 0 0 0,0 1 0 0 0,0 0 0 0 0,0 0 0 0 0,1 1 0 0 0,14 17-140 0 0,-3-4 193 0 0,10 8 20 0 0,-13-13 30 0 0,-1-1 0 0 0,1 0 1 0 0,1 0-1 0 0,19 11 1 0 0,-1-1-2605 0 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7:45.22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40 391 4641 0 0,'0'0'13706'0'0,"5"11"-13420"0"0,16 36 18 0 0,-20-44-181 0 0,1 1 0 0 0,0-1 0 0 0,0 0 0 0 0,0 1 0 0 0,3 3 0 0 0,7 1 682 0 0,-3-3-278 0 0,-6-3-361 0 0,-1-1 0 0 0,1 0 0 0 0,-1 0 0 0 0,1 0 0 0 0,0 0 1 0 0,-1-1-1 0 0,1 1 0 0 0,0-1 0 0 0,-1 0 0 0 0,1 0 0 0 0,0 0 0 0 0,5 0 0 0 0,-1 0 469 0 0,-6-1-583 0 0,-1 1 1 0 0,1 0-1 0 0,-1 0 0 0 0,0-1 0 0 0,1 1 1 0 0,-1 0-1 0 0,1-1 0 0 0,-1 1 0 0 0,0-1 1 0 0,1 1-1 0 0,-1 0 0 0 0,0-1 1 0 0,0 1-1 0 0,1-1 0 0 0,-1 1 0 0 0,0-1 1 0 0,0 1-1 0 0,0-1 0 0 0,0 1 0 0 0,1-1 1 0 0,-1 1-1 0 0,0-1 0 0 0,0 1 1 0 0,0-1-1 0 0,0 1 0 0 0,0-1 0 0 0,-1 0 1 0 0,1-21 703 0 0,0 16-671 0 0,0-9 50 0 0,0 0 0 0 0,-2 0-1 0 0,1 0 1 0 0,-7-24 0 0 0,-69-168 163 0 0,25 77-193 0 0,49 124-96 0 0,-1-4-41 0 0,4 10-56 0 0,0 1-864 0 0,-5 86-277 0 0,5-84 1227 0 0,-2 28 13 0 0,2 1 1 0 0,8 54-1 0 0,1-36 27 0 0,23 68 0 0 0,-21-85 20 0 0,2-2 1 0 0,1 1 0 0 0,20 30-1 0 0,-19-36 34 0 0,28 33 1 0 0,-34-48-195 0 0,1 0 0 0 0,1 0 0 0 0,0-1 0 0 0,22 15 0 0 0,-31-23-38 0 0,-1-1 0 0 0,1 0 0 0 0,0 0 0 0 0,0 0 0 0 0,-1-1 1 0 0,1 1-1 0 0,0 0 0 0 0,0-1 0 0 0,0 1 0 0 0,0-1 0 0 0,0 1 0 0 0,0-1 0 0 0,0 0 0 0 0,0 0 0 0 0,0 0 0 0 0,0 0 1 0 0,0 0-1 0 0,0 0 0 0 0,0-1 0 0 0,0 1 0 0 0,0-1 0 0 0,-1 1 0 0 0,4-2 0 0 0,-2 0-553 0 0,0 0 0 0 0,0 1 0 0 0,-1-1 0 0 0,1 0 0 0 0,3-4 0 0 0,10-13-7382 0 0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7:45.55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84 1 4745 0 0,'0'0'18972'0'0,"-13"8"-18748"0"0,-41 25-17 0 0,53-32-194 0 0,-1 0 1 0 0,1 0-1 0 0,-1 0 0 0 0,1 1 1 0 0,0-1-1 0 0,0 0 1 0 0,-1 1-1 0 0,1-1 0 0 0,0 0 1 0 0,-1 3-1 0 0,2-3-2 0 0,0 0-1 0 0,-1-1 0 0 0,1 1 0 0 0,0 0 0 0 0,0 0 1 0 0,0 0-1 0 0,0-1 0 0 0,0 1 0 0 0,0 0 0 0 0,0 0 1 0 0,0 0-1 0 0,1 0 0 0 0,-1 4 55 0 0,0-2-29 0 0,0 3 47 0 0,0 0 0 0 0,0-1 0 0 0,0 1 0 0 0,1-1 0 0 0,0 1 0 0 0,0-1 0 0 0,0 1 0 0 0,4 9 0 0 0,1-4 38 0 0,0 0-1 0 0,1 0 1 0 0,0-1-1 0 0,1 1 1 0 0,0-2-1 0 0,1 1 1 0 0,12 10-1 0 0,-11-11-32 0 0,1 0 1 0 0,0-1-1 0 0,22 13 0 0 0,-30-19-54 0 0,1 0-1 0 0,0-1 1 0 0,-1 1-1 0 0,1-1 1 0 0,0 0-1 0 0,0 0 1 0 0,0 0-1 0 0,0 0 1 0 0,0-1-1 0 0,0 1 1 0 0,0-1-1 0 0,0 0 1 0 0,0-1-1 0 0,0 1 1 0 0,0-1-1 0 0,0 1 1 0 0,8-3-1 0 0,-10 1-15 0 0,0 1-1 0 0,1-1 0 0 0,-1 1 1 0 0,0-1-1 0 0,0 0 0 0 0,0 1 1 0 0,0-1-1 0 0,0 0 0 0 0,0 0 1 0 0,-1-1-1 0 0,1 1 0 0 0,-1 0 0 0 0,1-1 1 0 0,-1 1-1 0 0,1-3 0 0 0,0 0-18 0 0,0-1-1 0 0,0 1 1 0 0,0 0 0 0 0,-1-1-1 0 0,0 0 1 0 0,1-7-1 0 0,-2 2-67 0 0,0-1 0 0 0,-2-19-1 0 0,1 26 39 0 0,0 0-1 0 0,0 1 1 0 0,0-1-1 0 0,-1 0 0 0 0,0 0 1 0 0,0 1-1 0 0,0-1 1 0 0,-5-6-1 0 0,1 1-74 0 0,3 6-39 0 0,1 1-1 0 0,0-1 0 0 0,-1 0 0 0 0,1 1 0 0 0,-1-1 0 0 0,0 1 0 0 0,0 0 0 0 0,-1 0 1 0 0,1 0-1 0 0,-1 1 0 0 0,1-1 0 0 0,-1 1 0 0 0,0 0 0 0 0,-4-2 0 0 0,-1 1-1620 0 0,-1 1-1 0 0,-16-2 1 0 0,-4 2-6867 0 0,17 2-1920 0 0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07:46.61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125 254 11210 0 0,'0'0'16849'0'0,"-2"1"-16619"0"0,1 1-215 0 0,0-1-1 0 0,0 0 1 0 0,0 0 0 0 0,1 1 0 0 0,-1-1 0 0 0,0 0 0 0 0,0 1 0 0 0,1-1 0 0 0,-1 1-1 0 0,1-1 1 0 0,0 0 0 0 0,-1 1 0 0 0,1-1 0 0 0,0 1 0 0 0,0 0 0 0 0,0-1 0 0 0,0 1-1 0 0,0-1 1 0 0,0 3 0 0 0,0 9-13 0 0,0 7 64 0 0,0 0 0 0 0,1 1-1 0 0,1-1 1 0 0,7 29 0 0 0,19 57 150 0 0,-25-94-196 0 0,-1 0 0 0 0,-1 0 0 0 0,0 0 0 0 0,0 20 0 0 0,-1-24 403 0 0,-1-16 373 0 0,-3-4-572 0 0,-9-19 0 0 0,5 10-173 0 0,-26-61 20 0 0,-36-103 38 0 0,62 156-20 0 0,1 0 1 0 0,1 0 0 0 0,2 0-1 0 0,-2-58 1 0 0,6 87-89 0 0,0 0 0 0 0,0-1 0 0 0,0 1 0 0 0,0 0 0 0 0,0-1 0 0 0,0 1 0 0 0,0 0 0 0 0,0-1 1 0 0,0 1-1 0 0,0-1 0 0 0,0 1 0 0 0,0 0 0 0 0,0-1 0 0 0,0 1 0 0 0,1 0 0 0 0,-1-1 0 0 0,0 1 0 0 0,0 0 0 0 0,0 0 1 0 0,1-1-1 0 0,-1 1 0 0 0,0 0 0 0 0,0-1 0 0 0,1 1 0 0 0,-1 0 0 0 0,0 0 0 0 0,1 0 0 0 0,-1-1 0 0 0,0 1 1 0 0,1 0-1 0 0,-1 0 0 0 0,1 0 0 0 0,-1 0-16 0 0,1 0 1 0 0,-1 0 0 0 0,1 0-1 0 0,-1 0 1 0 0,1 0-1 0 0,-1 0 1 0 0,1 0 0 0 0,-1 0-1 0 0,1 1 1 0 0,-1-1-1 0 0,1 0 1 0 0,-1 0 0 0 0,1 1-1 0 0,-1-1 1 0 0,0 0-1 0 0,1 1 1 0 0,-1-1 0 0 0,0 0-1 0 0,1 1 1 0 0,-1-1 0 0 0,0 0-1 0 0,1 1 1 0 0,-1 0-1 0 0,4 4-49 0 0,0 1-1 0 0,1-1 0 0 0,6 6 1 0 0,3 4 17 0 0,175 172 6 0 0,17-21 98 0 0,-59-61-74 0 0,-138-100 19 0 0,-1 0 0 0 0,10 4 1 0 0,0 0 3 0 0,-16-8 5 0 0,-1 0 0 0 0,1-1 0 0 0,-1 1-1 0 0,1 0 1 0 0,0-1 0 0 0,-1 0 0 0 0,1 1 0 0 0,0-1 0 0 0,0 0 0 0 0,-1 0 0 0 0,3 0-1 0 0,-3 0-2 0 0,0 0-1 0 0,-1 0 0 0 0,1 0 0 0 0,-1 0 0 0 0,1 0 0 0 0,0-1 0 0 0,-1 1 0 0 0,1 0 1 0 0,-1 0-1 0 0,1-1 0 0 0,-1 1 0 0 0,1 0 0 0 0,-1-1 0 0 0,1 1 0 0 0,-1 0 0 0 0,1-1 0 0 0,-1 1 1 0 0,0-1-1 0 0,1 1 0 0 0,-1-1 0 0 0,0 1 0 0 0,1-1 0 0 0,-1 1 0 0 0,0-1 0 0 0,1 1 1 0 0,-1-1-1 0 0,0 1 0 0 0,0-1 0 0 0,0 0 0 0 0,0 1 0 0 0,0-1 0 0 0,1 0 0 0 0,0-18-3 0 0,0 1 0 0 0,-1 0 0 0 0,-1-1 0 0 0,-1 1-1 0 0,0 0 1 0 0,-10-33 0 0 0,-70-246-121 0 0,80 290 105 0 0,-11-62-476 0 0,8 44-67 0 0,3 19-71 0 0,1 0 0 0 0,0 0 0 0 0,0-9 1 0 0,1 15 617 0 0,-2-5-3148 0 0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0:39.1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 0 0 0,'0'0'13579'0'0,"0"-5"-12163"0"0,0-14-265 0 0,0 19-1065 0 0,0-1 0 0 0,0 1-1 0 0,0 0 1 0 0,1-1 0 0 0,-1 1 0 0 0,0-1-1 0 0,0 1 1 0 0,0 0 0 0 0,0-1 0 0 0,0 1-1 0 0,1 0 1 0 0,-1-1 0 0 0,0 1 0 0 0,0 0-1 0 0,0-1 1 0 0,1 1 0 0 0,-1 0 0 0 0,0-1-1 0 0,1 1 1 0 0,-1 0 0 0 0,0 0 0 0 0,1-1-1 0 0,-1 1 1 0 0,0 0 0 0 0,1 0 0 0 0,-1 0-1 0 0,0-1 1 0 0,1 1 0 0 0,12-2 783 0 0,-9 2-447 0 0,-1 0-85 0 0,-2-1-116 0 0,1 1 0 0 0,0-1 0 0 0,0 1 0 0 0,0 0 0 0 0,0 0 0 0 0,0-1 0 0 0,0 1 0 0 0,0 1 0 0 0,2-1 0 0 0,-4 2-213 0 0,0-1 0 0 0,0 1 0 0 0,0 0 0 0 0,0-1 0 0 0,0 1 0 0 0,0 0 0 0 0,0-1 0 0 0,0 1-1 0 0,-2 2 1 0 0,2-2 0 0 0,-5 24 30 0 0,3-17-3 0 0,0 0 0 0 0,0 0 1 0 0,1 13-1 0 0,0-5 46 0 0,1 16 425 0 0,0-30-436 0 0,1-1 0 0 0,-1 0 0 0 0,0 0-1 0 0,1 1 1 0 0,0-1 0 0 0,0 0 0 0 0,-1 0-1 0 0,1 0 1 0 0,0 0 0 0 0,1 0-1 0 0,1 3 1 0 0,5 6 327 0 0,-8-10-350 0 0,1 0 1 0 0,0 1-1 0 0,0-1 1 0 0,0 0-1 0 0,0 0 1 0 0,0 0-1 0 0,0 1 1 0 0,0-1-1 0 0,0 0 0 0 0,1 0 1 0 0,-1-1-1 0 0,0 1 1 0 0,1 0-1 0 0,-1 0 1 0 0,1-1-1 0 0,-1 1 1 0 0,3 0-1 0 0,-3 0 524 0 0,8 1-3455 0 0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0:39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68 0 0 0,'0'0'22469'0'0,"-1"-5"-21904"0"0,-3-14-118 0 0,4 18-427 0 0,0 1 0 0 0,0 0 0 0 0,0-1 0 0 0,0 1 0 0 0,1 0 0 0 0,-1 0 0 0 0,0-1 0 0 0,0 1 0 0 0,0 0 0 0 0,0 0 0 0 0,0-1 0 0 0,1 1 0 0 0,-1 0 0 0 0,0 0 0 0 0,0 0 0 0 0,1-1 0 0 0,-1 1 0 0 0,0 0 0 0 0,0 0 0 0 0,1 0 0 0 0,-1 0 0 0 0,0 0 0 0 0,0-1 0 0 0,1 1 0 0 0,-1 0 0 0 0,0 0 0 0 0,1 0 0 0 0,-1 0 0 0 0,0 0 0 0 0,0 0 0 0 0,1 0 0 0 0,-1 0 0 0 0,0 0 0 0 0,1 0 0 0 0,12 1 190 0 0,-12-1-201 0 0,3 0-5 0 0,-1 0 0 0 0,1 1-1 0 0,0-1 1 0 0,0 1 0 0 0,-1 0 0 0 0,1 0 0 0 0,-1 0 0 0 0,1 1 0 0 0,3 1 0 0 0,-8-3 350 0 0,1 0-341 0 0,-1 0 0 0 0,1 0 0 0 0,0 0-1 0 0,0 0 1 0 0,-1 0 0 0 0,1 0 0 0 0,0 0 0 0 0,0 0 0 0 0,0-1 0 0 0,-1 1-1 0 0,1 0 1 0 0,0 0 0 0 0,0 0 0 0 0,-1 0 0 0 0,1 0 0 0 0,0-1 0 0 0,0 1-1 0 0,0 0 1 0 0,0 0 0 0 0,-1 0 0 0 0,1-1 0 0 0,0 1 0 0 0,0 0 0 0 0,0 0-1 0 0,0-1 1 0 0,0 1 0 0 0,0 0 0 0 0,0 0 0 0 0,0-1 0 0 0,0 1 0 0 0,0 0-1 0 0,0 0 1 0 0,0-1 0 0 0,0 1 0 0 0,0 0 0 0 0,0 0 0 0 0,0-1-1 0 0,0 1 1 0 0,0 0 0 0 0,0-1 0 0 0,-4-39 351 0 0,4 39-29 0 0,1 1-458 0 0,1 1 0 0 0,-1-1 0 0 0,0 0 1 0 0,0 0-1 0 0,0 1 0 0 0,0-1 0 0 0,0 0 1 0 0,0 1-1 0 0,0-1 0 0 0,0 1 0 0 0,0 0 0 0 0,0-1 1 0 0,0 1-1 0 0,-1 0 0 0 0,1-1 0 0 0,0 1 0 0 0,0 0 1 0 0,-1 0-1 0 0,1 0 0 0 0,0 0 0 0 0,-1 0 0 0 0,1 0 1 0 0,-1 0-1 0 0,1 0 0 0 0,-1 0 0 0 0,1 0 0 0 0,-1 1 0 0 0,4 15-3817 0 0,-3-2-3787 0 0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0:40.6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214 23 0 0 0,'0'0'20792'0'0,"-2"-1"-20385"0"0,-2 0-179 0 0,-8-3 11 0 0,1 0 0 0 0,-1 1-1 0 0,0 0 1 0 0,0 1 0 0 0,-17-1 0 0 0,-45 1 909 0 0,73 3-1127 0 0,0-1 1 0 0,0 1-1 0 0,0-1 0 0 0,0 1 1 0 0,1-1-1 0 0,-1 1 1 0 0,0 0-1 0 0,0-1 0 0 0,0 1 1 0 0,0 0-1 0 0,1 0 1 0 0,-1 0-1 0 0,-1 1 0 0 0,-6 7 123 0 0,7-8-118 0 0,0 0 0 0 0,0 0 1 0 0,0 1-1 0 0,0-1 1 0 0,1 0-1 0 0,-1 1 1 0 0,0-1-1 0 0,0 1 1 0 0,1-1-1 0 0,-2 3 1 0 0,2-2-6 0 0,0-1 1 0 0,-1 0 0 0 0,1 0 0 0 0,-1 1 0 0 0,1-1 0 0 0,-1 0 0 0 0,1 0 0 0 0,-1 0-1 0 0,0 0 1 0 0,0 0 0 0 0,-1 2 0 0 0,2-2 1 0 0,-1 0 1 0 0,1 0-1 0 0,0 0 0 0 0,-1 0 0 0 0,1 0 1 0 0,0 1-1 0 0,0-1 0 0 0,0 0 1 0 0,0 0-1 0 0,0 2 0 0 0,-1 6 89 0 0,0-5-57 0 0,0 1 0 0 0,1-1 0 0 0,-1 1 0 0 0,1 0-1 0 0,0-1 1 0 0,0 1 0 0 0,1 0 0 0 0,-1-1 0 0 0,1 1 0 0 0,0 0 0 0 0,0-1 0 0 0,0 1-1 0 0,4 6 1 0 0,-4-9-39 0 0,0 0 0 0 0,0 0-1 0 0,-1 1 1 0 0,1-1 0 0 0,0 0-1 0 0,0 4 1 0 0,-1-3-11 0 0,0-1-1 0 0,1 0 1 0 0,-1 0 0 0 0,1 0-1 0 0,0 1 1 0 0,-1-1-1 0 0,2 2 1 0 0,7 20 14 0 0,-6-14-6 0 0,-2-3 9 0 0,-1-7-20 0 0,0 0 0 0 0,0 0 0 0 0,0 1 0 0 0,0-1 0 0 0,0 0 0 0 0,0 0 0 0 0,0 0 0 0 0,0 0 0 0 0,0 1 0 0 0,0-1 0 0 0,0 0 0 0 0,0 0 0 0 0,0 0 0 0 0,0 0 0 0 0,0 0 0 0 0,0 1 0 0 0,0-1 0 0 0,1 0 0 0 0,-1 0 0 0 0,0 0 0 0 0,0 0 0 0 0,0 0 0 0 0,0 0 0 0 0,0 1 0 0 0,0-1 0 0 0,0 0 0 0 0,1 0 0 0 0,-1 0 0 0 0,0 0 0 0 0,0 0 0 0 0,0 0 0 0 0,0 0 0 0 0,1 0-1 0 0,-1 0 1 0 0,0 0 0 0 0,0 0 0 0 0,0 0 0 0 0,0 0 0 0 0,0 0 0 0 0,1 0 0 0 0,-1 0 0 0 0,0 0 0 0 0,0 0 0 0 0,0 0 0 0 0,0 0 0 0 0,1 0 0 0 0,-1 0 0 0 0,0 0 0 0 0,0 0 0 0 0,0 0 0 0 0,1 0 699 0 0,13 0 129 0 0,118 0-269 0 0,-103 0-5989 0 0,-1 0-5845 0 0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0:43.6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19 0 0 0,'0'0'16669'0'0,"-1"-3"-15961"0"0,-6-10-109 0 0,5 10 1641 0 0,2 20-879 0 0,3-10-1195 0 0,0-1 0 0 0,1 0 0 0 0,5 8 0 0 0,-8-12-132 0 0,45 72 487 0 0,-34-51-482 0 0,-10-17-35 0 0,2 0 1 0 0,-1 0-1 0 0,8 10 1 0 0,-10-14-5 0 0,0 0 1 0 0,1 0-1 0 0,-1 0 0 0 0,0 0 1 0 0,-1 0-1 0 0,1 0 0 0 0,0 0 1 0 0,0 2-1 0 0,4 8 12 0 0,-1-6 353 0 0,-3-4-366 0 0,1 0-1 0 0,0 1 1 0 0,-1-1-1 0 0,1 1 1 0 0,1 2-1 0 0,-3-3 0 0 0,0-2 4 0 0,4 1 892 0 0,-4-8-327 0 0,0 1-558 0 0,0 0 0 0 0,1-1 0 0 0,0 1 0 0 0,0 0 0 0 0,2-7 0 0 0,8-30 63 0 0,-10 33-37 0 0,2 0 0 0 0,-1 0 0 0 0,7-13 0 0 0,-6 14 46 0 0,-1 4-21 0 0,0 1 1 0 0,0 0-1 0 0,4-7 0 0 0,-3 6-11 0 0,1 1 0 0 0,0 0 0 0 0,0 0 0 0 0,0 0 0 0 0,0 0 0 0 0,1 0 0 0 0,-1 1 0 0 0,1 0-1 0 0,0 0 1 0 0,0 0 0 0 0,9-3 0 0 0,-10 4-53 0 0,-1 1 0 0 0,1 0 1 0 0,-1 0-1 0 0,1 0 0 0 0,-1 0 0 0 0,1 0 0 0 0,0 1 0 0 0,-1-1 0 0 0,6 1 1 0 0,-7 0-2 0 0,0 1 1 0 0,0-1 0 0 0,0 0 0 0 0,0 0 0 0 0,-1 1 0 0 0,1-1 0 0 0,0 1 0 0 0,0-1 0 0 0,-1 1 0 0 0,1 0 0 0 0,0 0 0 0 0,-1 0-1 0 0,1 0 1 0 0,0 0 0 0 0,1 1 0 0 0,22 17-63 0 0,-15-10 53 0 0,-1 0 0 0 0,0 0 0 0 0,-1 1 0 0 0,0 0-1 0 0,11 20 1 0 0,-11-16-12 0 0,9 26-1 0 0,-8-17 43 0 0,-8-20-81 0 0,-1-2 41 0 0,0-1 0 0 0,0 1 0 0 0,0-1 0 0 0,0 1 0 0 0,0-1 0 0 0,1 1 0 0 0,-1-1 0 0 0,0 1 0 0 0,0-1 0 0 0,0 0 0 0 0,1 1 0 0 0,-1-1 0 0 0,0 1 0 0 0,0-1 0 0 0,1 0 0 0 0,-1 1 0 0 0,0-1 0 0 0,1 0 0 0 0,-1 1 0 0 0,0-1 0 0 0,1 0 0 0 0,-1 0 1 0 0,1 1-1 0 0,-1-1 0 0 0,1 0 0 0 0,-1 0 0 0 0,0 0 0 0 0,1 1 0 0 0,-1-1 0 0 0,1 0 0 0 0,-1 0 0 0 0,2 0 0 0 0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2:22.82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3428 12 0 0 0,'0'0'3493'0'0,"20"0"14041"0"0,-88-6-17844 0 0,45 3 488 0 0,3 2-11 0 0,-26 1 0 0 0,15 1-79 0 0,15-1-38 0 0,2 1 29 0 0,-18-3 0 0 0,21 1-39 0 0,1 1 0 0 0,-16 1 1 0 0,-1 0 92 0 0,-141-1 1438 0 0,155 1-1523 0 0,1 0-1 0 0,-14 3 0 0 0,-14 2 45 0 0,-92 0 328 0 0,43-1-241 0 0,-5-1 139 0 0,0 1-70 0 0,-17 3-170 0 0,-2 1-38 0 0,-65-6 122 0 0,28-3-71 0 0,83-3-61 0 0,29 0-20 0 0,-161-13 231 0 0,26 7-42 0 0,89 6-119 0 0,-1-1-51 0 0,-61-1 29 0 0,-55 7 39 0 0,116 1-89 0 0,15 1-17 0 0,-35 1 24 0 0,-4-5-18 0 0,40 3 15 0 0,-80 3-5 0 0,-151-5-1049 0 0,286 0-744 0 0,5 0-3077 0 0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2:23.71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238 11 0 0 0,'0'0'547'0'0,"9"-2"645"0"0,1 0-615 0 0,9-3 37 0 0,-2 4 12931 0 0,-30 1-9712 0 0,1 3-3822 0 0,6-1 0 0 0,0 0 0 0 0,0-1 0 0 0,-10 1 0 0 0,-102 8-873 0 0,71-5-1705 0 0,1-1-3573 0 0,24-4-3710 0 0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2:38.11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4058 44 0 0 0,'9'-2'444'0'0,"1"-1"0"0"0,-1 0-1 0 0,14-6 1 0 0,-20 7 292 0 0,0 1-1 0 0,1-1 1 0 0,0 1-1 0 0,-1 0 0 0 0,7-1 1 0 0,19-10 4002 0 0,-18 6 1314 0 0,-12 6-5830 0 0,-21 5 953 0 0,-106-1 1336 0 0,98-4-2066 0 0,-126 0 1396 0 0,145 1-1726 0 0,-16 2 1 0 0,-3 2 15 0 0,-124-4 686 0 0,79-2-521 0 0,-143 1 269 0 0,128 7-480 0 0,27 0-27 0 0,-15 0-1 0 0,40-4-39 0 0,-123 4 103 0 0,114-3-124 0 0,-3-1 84 0 0,-25 1-69 0 0,40-1 6 0 0,-356 1 307 0 0,215-6-229 0 0,65 7-67 0 0,45-1-12 0 0,-67-3 36 0 0,-32 3-26 0 0,137-3-28 0 0,15-1 13 0 0,-22 4 1 0 0,-13-1-9 0 0,12 1 8 0 0,8-2-16 0 0,21-1 4 0 0,-1-1 1 0 0,1 1-1 0 0,-8 2 0 0 0,6-1 1 0 0,1-1 1 0 0,-1 0-1 0 0,-11 0 0 0 0,-11 1 1 0 0,-7 2 66 0 0,-67-3 0 0 0,52-2-40 0 0,-955 1 320 0 0,900 1 89 0 0,78-2-1873 0 0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1:15.5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38 141 4089 0 0,'0'0'13108'0'0,"-1"-5"-11809"0"0,-1-14-225 0 0,2 18-892 0 0,0 0 0 0 0,0 0 1 0 0,0 0-1 0 0,-1 0 1 0 0,1 0-1 0 0,0 1 0 0 0,-1-1 1 0 0,1 0-1 0 0,-1 0 1 0 0,1 0-1 0 0,-1 1 0 0 0,1-1 1 0 0,-1 0-1 0 0,1 1 1 0 0,-2-2-1 0 0,-2 2 1438 0 0,4 7-1424 0 0,3 7-156 0 0,1 0 0 0 0,0-1 0 0 0,1 1 0 0 0,9 15 0 0 0,-4-6 16 0 0,6 16-3 0 0,-2 1 1 0 0,-2-1-1 0 0,10 53 0 0 0,-20-69-30 0 0,0 0 0 0 0,-2 33 0 0 0,0-26 18 0 0,0-26-38 0 0,-1-1 0 0 0,1 0 0 0 0,-1 0 0 0 0,0 0 1 0 0,-2 6-1 0 0,2-7 23 0 0,0 1 0 0 0,1 0 0 0 0,-1 0-1 0 0,0-1 1 0 0,0 6 0 0 0,1-6 371 0 0,-1-4 446 0 0,-1-5-222 0 0,1-10-451 0 0,-1 1 0 0 0,-3-17-1 0 0,0 5-146 0 0,-63-284 8 0 0,58 276-33 0 0,3 16 42 0 0,2-1 1 0 0,0 0 0 0 0,1 0-1 0 0,-1-37 1 0 0,6 58-60 0 0,0 0-1 0 0,0 0 1 0 0,0 1 0 0 0,0-1 0 0 0,0 1-1 0 0,0-1 1 0 0,0 1 0 0 0,0-1-1 0 0,0 1 1 0 0,1 1 0 0 0,59 56-139 0 0,-37-32 190 0 0,43 32 1 0 0,-30-30-42 0 0,4 4 23 0 0,2-2-1 0 0,49 27 1 0 0,-52-37 52 0 0,80 29 1 0 0,-113-47-8 0 0,-1 0 0 0 0,0-1 0 0 0,1 0-1 0 0,-1-1 1 0 0,12 0 0 0 0,-17 0-46 0 0,-1 0-1 0 0,0 0 0 0 0,1 0 0 0 0,-1-1 1 0 0,1 1-1 0 0,-1 0 0 0 0,1 0 0 0 0,-1-1 1 0 0,1 1-1 0 0,-1 0 0 0 0,0-1 1 0 0,1 1-1 0 0,-1-1 0 0 0,0 1 0 0 0,1 0 1 0 0,-1-1-1 0 0,0 1 0 0 0,0-1 1 0 0,1 1-1 0 0,-1-1 0 0 0,0 1 0 0 0,0 0 1 0 0,0-1-1 0 0,0 1 0 0 0,1-1 0 0 0,-1 1 1 0 0,0-1-1 0 0,0 1 0 0 0,0-1 1 0 0,0 0-1 0 0,0 0 0 0 0,0-21 130 0 0,0 16-115 0 0,0-5-27 0 0,-1 0 0 0 0,1 1 0 0 0,-2-1 1 0 0,1 0-1 0 0,-2 1 0 0 0,-5-18 0 0 0,-50-98-46 0 0,33 74-213 0 0,22 47 71 0 0,1-1 0 0 0,-2 1 1 0 0,1 0-1 0 0,-1 0 1 0 0,1 0-1 0 0,-1 0 1 0 0,-1 1-1 0 0,1 0 0 0 0,-10-8 1 0 0,10 10-496 0 0,1-1 0 0 0,-1 1 0 0 0,0 0 0 0 0,0 1 0 0 0,-9-4 0 0 0,9 4-716 0 0,0 1 0 0 0,0-1-1 0 0,0 1 1 0 0,0-1 0 0 0,-1 1-1 0 0,-6 1 1 0 0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1:19.2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1 278 0 0 0,'0'0'13670'0'0,"24"-5"-12745"0"0,76-15-94 0 0,-92 19-528 0 0,0 0 0 0 0,-1-1-1 0 0,14-5 1 0 0,-13 4 60 0 0,-2 1 15 0 0,0 0 0 0 0,1-1 0 0 0,-1 0 1 0 0,0 0-1 0 0,0-1 0 0 0,-1 0 0 0 0,1 0 1 0 0,-1 0-1 0 0,0 0 0 0 0,0-1 0 0 0,0 0 1 0 0,0 0-1 0 0,-1 0 0 0 0,0-1 0 0 0,0 0 1 0 0,-1 1-1 0 0,1-1 0 0 0,4-12 1 0 0,-3 0-118 0 0,-1 0 1 0 0,-1 0-1 0 0,0 0 1 0 0,-1 0 0 0 0,-2-28-1 0 0,0 45-282 0 0,0 1-1 0 0,-1-1 1 0 0,1 1 0 0 0,0-1-1 0 0,-1 1 1 0 0,1-1 0 0 0,-1 1-1 0 0,1 0 1 0 0,-1-1-1 0 0,1 1 1 0 0,-1 0 0 0 0,1 0-1 0 0,-1-1 1 0 0,1 1 0 0 0,-1 0-1 0 0,1 0 1 0 0,-1 0 0 0 0,0-1-1 0 0,1 1 1 0 0,-1 0-1 0 0,1 0 1 0 0,-1 0 0 0 0,1 0-1 0 0,-2 0 1 0 0,-15 0-178 0 0,17 0 195 0 0,-31-1-101 0 0,14 0 87 0 0,-27 3-1 0 0,40-2 17 0 0,1 1 0 0 0,0 0-1 0 0,0 0 1 0 0,0 0-1 0 0,0 1 1 0 0,0-1 0 0 0,0 1-1 0 0,0-1 1 0 0,0 1-1 0 0,-3 3 1 0 0,-7 4 2 0 0,-17 14 38 0 0,6 1-15 0 0,22-22-18 0 0,-1 0 1 0 0,0 0-1 0 0,1 0 0 0 0,-1 1 1 0 0,1-1-1 0 0,-1 1 0 0 0,1 0 1 0 0,0-1-1 0 0,0 1 0 0 0,0 0 1 0 0,1 0-1 0 0,-2 4 0 0 0,0-2 7 0 0,3-5-12 0 0,-1 1 1 0 0,1-1-1 0 0,0 1 0 0 0,0-1 1 0 0,-1 0-1 0 0,1 1 1 0 0,0-1-1 0 0,0 1 0 0 0,0-1 1 0 0,0 1-1 0 0,-1-1 1 0 0,1 1-1 0 0,0-1 0 0 0,0 1 1 0 0,0-1-1 0 0,0 1 1 0 0,0 0-1 0 0,0 47 356 0 0,1-47-342 0 0,-1 0 0 0 0,0 0-1 0 0,0 0 1 0 0,1 1 0 0 0,-1-1 0 0 0,1-1-1 0 0,-1 1 1 0 0,1 0 0 0 0,-1 0 0 0 0,1 0-1 0 0,0 0 1 0 0,0 1 0 0 0,5 6 82 0 0,-2-2-7 0 0,0-1-1 0 0,0 1 1 0 0,1 0 0 0 0,0-1-1 0 0,0 0 1 0 0,1 0 0 0 0,-1-1-1 0 0,1 1 1 0 0,11 5 0 0 0,8 3 113 0 0,1-2-1 0 0,51 15 1 0 0,57 5-2 0 0,-107-26-628 0 0,-1-1 0 0 0,1-1 0 0 0,0-1 0 0 0,32-3 0 0 0,-58 1 202 0 0,0 0 0 0 0,0 0-1 0 0,-1 0 1 0 0,1 0 0 0 0,0 0 0 0 0,0 0 0 0 0,0-1 0 0 0,-1 1 0 0 0,1 0 0 0 0,0 0 0 0 0,0-1-1 0 0,-1 1 1 0 0,1-1 0 0 0,0 1 0 0 0,-1-1 0 0 0,1 1 0 0 0,0-1 0 0 0,-1 1 0 0 0,1-1 0 0 0,-1 1 0 0 0,1-1-1 0 0,-1 0 1 0 0,1 1 0 0 0,0-2 0 0 0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1:19.7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371 1 8002 0 0,'0'0'13769'0'0,"-7"1"-13622"0"0,-48 10 145 0 0,10-3 104 0 0,-58 2-1 0 0,28-8-3442 0 0,1-1-8344 0 0,62-1 2828 0 0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1:20.3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77 8 5905 0 0,'0'0'15524'0'0,"-3"-2"-16062"0"0,0 0 487 0 0,-5-2-105 0 0,5 6 73 0 0,4 5-6 0 0,6 21 102 0 0,21 54 0 0 0,-19-58 5 0 0,5 12 48 0 0,1 0 0 0 0,2-2 0 0 0,25 40 0 0 0,-33-60-56 0 0,0 0-1 0 0,0 0 0 0 0,-2 1 0 0 0,12 30 0 0 0,-18-41-18 0 0,0-1-1 0 0,-1 1 1 0 0,1-1 0 0 0,-1 1 0 0 0,0-1-1 0 0,0 1 1 0 0,0-1 0 0 0,0 1 0 0 0,0-1 0 0 0,-1 1-1 0 0,-1 4 1 0 0,1-6 4 0 0,0 0 0 0 0,0 0 0 0 0,0 0 0 0 0,0 0 1 0 0,0 0-1 0 0,-1 0 0 0 0,1-1 0 0 0,-1 1 0 0 0,1 0 0 0 0,-1-1 0 0 0,0 1 0 0 0,0-1 0 0 0,0 0 0 0 0,1 1 0 0 0,-1-1 0 0 0,0 0 1 0 0,-1 0-1 0 0,-1 1 0 0 0,-5 0 27 0 0,0 1 0 0 0,-1-1 1 0 0,1-1-1 0 0,-1 0 0 0 0,1 0 1 0 0,-1 0-1 0 0,1-2 0 0 0,-1 1 1 0 0,1-1-1 0 0,-16-3 0 0 0,16 1 32 0 0,0 0-1 0 0,1 0 1 0 0,-16-8-1 0 0,21 9-1 0 0,-1 0 0 0 0,1 0 0 0 0,-1 0 1 0 0,1-1-1 0 0,0 0 0 0 0,0 1 0 0 0,0-1 0 0 0,0 0 0 0 0,0-1 0 0 0,-3-4 0 0 0,5 7-30 0 0,0-1-1 0 0,0 0 1 0 0,1 0 0 0 0,-1 0-1 0 0,0 0 1 0 0,1 0-1 0 0,-1 0 1 0 0,1 0 0 0 0,0 0-1 0 0,-1 0 1 0 0,1-1 0 0 0,0 1-1 0 0,0 0 1 0 0,0 0 0 0 0,1 0-1 0 0,-1 0 1 0 0,0 0 0 0 0,1 0-1 0 0,0 0 1 0 0,-1 0-1 0 0,1 0 1 0 0,0 0 0 0 0,0 0-1 0 0,0 0 1 0 0,0 0 0 0 0,0 1-1 0 0,0-1 1 0 0,1 0 0 0 0,-1 1-1 0 0,1-1 1 0 0,-1 1 0 0 0,1-1-1 0 0,-1 1 1 0 0,3-1-1 0 0,4-4-237 0 0,0 1-1 0 0,1 1 1 0 0,-1-1-1 0 0,1 2 0 0 0,0-1 1 0 0,11-2-1 0 0,65-15-4295 0 0,-28 11-4211 0 0,-43 7 1023 0 0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1:20.5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 77 15315 0 0,'0'0'10471'0'0,"-3"-15"-12320"0"0,-7-44 569 0 0,9 56-318 0 0,0 5 200 0 0,-1 11-1485 0 0,-2 10-4680 0 0,1-12-1652 0 0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1:21.0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86 7690 0 0,'0'0'15907'0'0,"24"-14"-15767"0"0,76-42-61 0 0,-73 41-46 0 0,-21 15-9 0 0,-2 1-27 0 0,-3-1-13 0 0,0 0 0 0 0,-1 0-1 0 0,1 0 1 0 0,-1 1-1 0 0,1-1 1 0 0,-1 0 0 0 0,1 0-1 0 0,0 1 1 0 0,-1-1-1 0 0,1 0 1 0 0,-1 1 0 0 0,1-1-1 0 0,-1 1 1 0 0,0-1-1 0 0,1 1 1 0 0,-1-1 0 0 0,1 0-1 0 0,-1 1 1 0 0,0 0-1 0 0,1-1 1 0 0,-1 1 0 0 0,0-1-1 0 0,0 1 1 0 0,1-1-1 0 0,-1 1 1 0 0,0-1 0 0 0,0 1-1 0 0,0 0 1 0 0,0-1-1 0 0,0 1 1 0 0,0 0 0 0 0,0 0-1 0 0,0 28-445 0 0,0-19 379 0 0,0 7-21 0 0,1-10 90 0 0,-1 1-1 0 0,0-1 1 0 0,0 0 0 0 0,-1 1 0 0 0,0-1 0 0 0,-1 0-1 0 0,-2 9 1 0 0,2-10 17 0 0,0 0 0 0 0,-1 12 0 0 0,-2 6 4 0 0,3-17 111 0 0,0-1 98 0 0,0 0-1 0 0,1 0 0 0 0,-1 0 0 0 0,2 1 1 0 0,-2 9-1 0 0,17-16 1105 0 0,88-8-996 0 0,-37 2-1944 0 0,-52 5 19 0 0,-1-1-2536 0 0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1:21.3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12267 0 0,'0'0'9560'0'0,"6"10"-9548"0"0,-1-1-5 0 0,7 10 27 0 0,20 27 1 0 0,-17-29-423 0 0,29 26-1 0 0,-27-28-1070 0 0,6 5-3071 0 0,-9-9-2885 0 0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1:21.5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3889 0 0,'0'0'12370'0'0,"21"24"-12233"0"0,62 76-13 0 0,-48-57 60 0 0,-30-37-543 0 0,16 18 251 0 0,-5-12-7894 0 0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1:22.1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373 46 5201 0 0,'0'0'13400'0'0,"4"-6"-13298"0"0,11-19 10 0 0,-11 19 473 0 0,-38 4 1201 0 0,-186-4-2219 0 0,127 6-6694 0 0,63 0 2508 0 0,12 0-4388 0 0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1:22.6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 5577 0 0,'0'0'17411'0'0,"1"-2"-18751"0"0,-1 2 1340 0 0,0 0-1 0 0,0 0 1 0 0,1 0-1 0 0,-1 0 1 0 0,0 0-1 0 0,0 0 1 0 0,0 0-1 0 0,0 0 1 0 0,0 0-1 0 0,1 0 1 0 0,-1 1-1 0 0,0-1 1 0 0,0 0-1 0 0,0 0 1 0 0,0 0-1 0 0,0 0 1 0 0,1 0-1 0 0,-1 0 1 0 0,0 0-1 0 0,0 0 1 0 0,0 0-1 0 0,0 1 1 0 0,0-1-1 0 0,0 0 1 0 0,0 0-1 0 0,0 0 1 0 0,0 0-1 0 0,0 0 1 0 0,1 0-1 0 0,-1 1 1 0 0,0-1-1 0 0,0 0 1 0 0,0 0-1 0 0,0 0 1 0 0,0 0-1 0 0,0 1 1 0 0,5 11 3 0 0,7 23 0 0 0,1 4 19 0 0,9 19-15 0 0,-5-14-4 0 0,26 53 0 0 0,3-23-1152 0 0,-11-19-3207 0 0,-25-40 1735 0 0,3 5-4177 0 0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1:22.9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80 1 10914 0 0,'0'0'11195'0'0,"-8"3"-11189"0"0,-27 8-4 0 0,33-11-1 0 0,1 0-1 0 0,-1 1 1 0 0,1-1 0 0 0,-1 1 0 0 0,1 0-1 0 0,0 0 1 0 0,-1-1 0 0 0,1 1 0 0 0,0 0 0 0 0,0 0-1 0 0,-1 0 1 0 0,1 0 0 0 0,0 0 0 0 0,0 0 0 0 0,0 1-1 0 0,0-1 1 0 0,1 0 0 0 0,-2 3 0 0 0,-3 3 6 0 0,4-6-7 0 0,0 1 0 0 0,0-1-1 0 0,0 1 1 0 0,1-1 0 0 0,-1 0-1 0 0,1 1 1 0 0,-1-1 0 0 0,1 1 0 0 0,-1-1-1 0 0,1 1 1 0 0,0 0 0 0 0,0 2-1 0 0,1 20 57 0 0,-1-22-33 0 0,1 0 0 0 0,0 0-1 0 0,0 0 1 0 0,0 0-1 0 0,0 0 1 0 0,0 0 0 0 0,0 0-1 0 0,1 0 1 0 0,-1 0-1 0 0,0-1 1 0 0,1 1 0 0 0,0-1-1 0 0,-1 1 1 0 0,1-1-1 0 0,3 2 1 0 0,3 3 117 0 0,0-1 0 0 0,11 6 0 0 0,-5-5 96 0 0,0 0 0 0 0,1-1 0 0 0,-1-1 0 0 0,1 0 0 0 0,19 2 0 0 0,22 0-1428 0 0,-1-5-6572 0 0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1:23.4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69 9602 0 0,'0'0'13686'0'0,"9"11"-14164"0"0,-5-6 485 0 0,1 0 0 0 0,0 0 0 0 0,0 0-1 0 0,0-1 1 0 0,1 0 0 0 0,-1 0 0 0 0,1 0 0 0 0,0-1-1 0 0,0 1 1 0 0,0-1 0 0 0,7 2 0 0 0,-9-4 14 0 0,-1 0 1 0 0,1 0-1 0 0,-1-1 1 0 0,1 1-1 0 0,-1-1 1 0 0,1 0-1 0 0,-1 0 1 0 0,1 0 0 0 0,-1 0-1 0 0,6-2 1 0 0,-6 2-11 0 0,-1-1 0 0 0,1 0 0 0 0,-1 0 0 0 0,0 0 0 0 0,1 0 0 0 0,-1-1 0 0 0,0 1 0 0 0,0-1 1 0 0,0 1-1 0 0,0-1 0 0 0,0 0 0 0 0,0 0 0 0 0,-1 1 0 0 0,1-1 0 0 0,2-5 0 0 0,0 1 21 0 0,-1 0-1 0 0,-1-1 1 0 0,1 0-1 0 0,-1 1 1 0 0,-1-1-1 0 0,3-13 1 0 0,0-3 238 0 0,4 7 213 0 0,-4 9-68 0 0,-3 7-440 0 0,1-1 0 0 0,0 1 0 0 0,-1 0 1 0 0,1 0-1 0 0,0 0 0 0 0,-1 0 0 0 0,1 0 1 0 0,2 1-1 0 0,3 3-79 0 0,0 1 0 0 0,0 0 0 0 0,11 11 0 0 0,4 2 97 0 0,55 44-1705 0 0,-72-58 136 0 0,-1 0 1 0 0,1 1-1 0 0,5 8 1 0 0,-3-5-3826 0 0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1:24.8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475 23 5937 0 0,'0'0'15054'0'0,"1"-4"-14411"0"0,5-15 3252 0 0,-11 25-4325 0 0,-4 5 367 0 0,0 0 0 0 0,-15 14 0 0 0,8-9 58 0 0,1 2 28 0 0,-25 37 0 0 0,21-27-5 0 0,-4 9 25 0 0,1 2 0 0 0,-29 71 0 0 0,17-33-9 0 0,9-11-10 0 0,6-15 4 0 0,15-41-44 0 0,-35 75 99 0 0,34-75-176 0 0,-1 0 1 0 0,0-1-1 0 0,-1 1 0 0 0,0-1 1 0 0,-1-1-1 0 0,-8 9 1 0 0,13-14-228 0 0,-1 0 0 0 0,0-1 1 0 0,0 1-1 0 0,0-1 0 0 0,0 0 1 0 0,0 0-1 0 0,0 0 0 0 0,-7 1 1 0 0,-4 1-3264 0 0,0-3-3343 0 0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1:25.9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96 4809 0 0,'0'0'19924'0'0,"-1"-3"-19538"0"0,-1-2-261 0 0,2 4-43 0 0,-1-1 1 0 0,1 0 0 0 0,-1 1 0 0 0,1-1 0 0 0,0 0 0 0 0,0 1 0 0 0,-1-4 0 0 0,2 4-22 0 0,-1 0 1 0 0,1 0 0 0 0,0 0-1 0 0,-1 0 1 0 0,1 0 0 0 0,0 0-1 0 0,0 1 1 0 0,-1-1-1 0 0,1 0 1 0 0,0 1 0 0 0,0-1-1 0 0,0 0 1 0 0,0 1 0 0 0,1-1-1 0 0,15-8 119 0 0,15-3-170 0 0,0 2 0 0 0,1 1 0 0 0,48-7 0 0 0,-76 15-54 0 0,0 0 1 0 0,0 0-1 0 0,0 1 1 0 0,1 0-1 0 0,-1 0 0 0 0,8 1 1 0 0,-12 0 21 0 0,1 0 0 0 0,-1 0 0 0 0,0 0 0 0 0,0 0 0 0 0,0 1 0 0 0,0-1 0 0 0,0 0 1 0 0,0 1-1 0 0,0-1 0 0 0,0 0 0 0 0,0 1 0 0 0,0-1 0 0 0,-1 1 0 0 0,1-1 0 0 0,-1 1 0 0 0,1 0 0 0 0,-1-1 0 0 0,1 3 1 0 0,3 8-90 0 0,-2-5 80 0 0,0-1 0 0 0,0 1-1 0 0,0 0 1 0 0,-1 0 0 0 0,-1 0 0 0 0,1 0-1 0 0,-1 0 1 0 0,-1 13 0 0 0,1-2-29 0 0,-1-14 48 0 0,1 1 1 0 0,-1 0 0 0 0,0-1-1 0 0,0 1 1 0 0,0-1 0 0 0,-1 0-1 0 0,0 1 1 0 0,0-1 0 0 0,-3 5 0 0 0,-25 37-120 0 0,25-40 105 0 0,-4 6 0 0 0,6-10 22 0 0,1 1-1 0 0,0-1 0 0 0,0 1 1 0 0,0 0-1 0 0,0 0 0 0 0,0 0 1 0 0,1 0-1 0 0,-2 3 0 0 0,-8 22-10 0 0,10-21 65 0 0,0 1 0 0 0,0 10 0 0 0,1-18 75 0 0,103-6 3164 0 0,-66 2-4000 0 0,0 2 0 0 0,39 3 0 0 0,-71-1-99 0 0,1 1 0 0 0,-1 0 0 0 0,0 1 0 0 0,8 2 0 0 0,9 6-7525 0 0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1:28.1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28 144 0 0,'0'0'21175'0'0,"-1"-4"-20449"0"0,0-15-236 0 0,1 14 239 0 0,0 6-758 0 0,0 0 9 0 0,-1 1 1 0 0,1-1-1 0 0,0 0 1 0 0,0 0-1 0 0,0 0 1 0 0,1 0-1 0 0,-1 0 1 0 0,0 0 0 0 0,0 0-1 0 0,1 1 1 0 0,0 1-2 0 0,2 11 25 0 0,0-1 0 0 0,8 19 1 0 0,-5-16-1 0 0,5 21 0 0 0,1 12-27 0 0,-5-19 8 0 0,6 42 0 0 0,3 29 35 0 0,-7-55-2 0 0,-6-35-3 0 0,0 1 0 0 0,-2 0 0 0 0,2 16 0 0 0,4-4-41 0 0,5-50-17361 0 0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1:28.4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233 0 10826 0 0,'0'0'11557'0'0,"-29"0"-11351"0"0,-91 1-47 0 0,109-1-141 0 0,-14 0 53 0 0,19 2-6 0 0,3 1-34 0 0,0-2-15 0 0,0 1 0 0 0,0 0 1 0 0,0 0-1 0 0,1 0 0 0 0,-1 0 0 0 0,1 1 1 0 0,-1-1-1 0 0,1 1 0 0 0,0-1 0 0 0,-4 6 1 0 0,5-6 12 0 0,0 0 1 0 0,0-1-1 0 0,1 1 1 0 0,-1 0-1 0 0,0 0 1 0 0,0 3 0 0 0,1-4-10 0 0,0-1 1 0 0,0 1 0 0 0,0-1 0 0 0,0 1 0 0 0,0 0 0 0 0,0-1 0 0 0,0 1-1 0 0,0 0 1 0 0,0-1 0 0 0,0 1 0 0 0,1-1 0 0 0,-1 1 0 0 0,0-1-1 0 0,1 1 1 0 0,-1-1 0 0 0,0 1 0 0 0,1-1 0 0 0,-1 1 0 0 0,0-1 0 0 0,1 1-1 0 0,-1-1 1 0 0,1 1 0 0 0,-1-1 0 0 0,1 1 0 0 0,15 10 278 0 0,1-1 0 0 0,-1 0 1 0 0,1-1-1 0 0,34 12 0 0 0,78 16-98 0 0,-41-23-689 0 0,-58-12-1449 0 0,-24-2-2979 0 0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1:31.4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138 93 64 0 0,'0'0'18987'0'0,"4"0"-18336"0"0,2 0-401 0 0,1 0 822 0 0,-7 0-1040 0 0,-2-1 66 0 0,0-1 0 0 0,0 1 0 0 0,-1 0 0 0 0,2-1 0 0 0,-1 1 0 0 0,-3-3 0 0 0,-6-6 38 0 0,-40-31 284 0 0,45 36-267 0 0,1 0 1 0 0,-9-12-1 0 0,14 17-172 0 0,0 0 1 0 0,-1-1-1 0 0,1 1 0 0 0,0 0 0 0 0,0 0 0 0 0,0 0 0 0 0,-1 0 1 0 0,1 0-1 0 0,0 0 0 0 0,0-1 0 0 0,0 1 0 0 0,-1 0 1 0 0,1 0-1 0 0,0 0 0 0 0,0 0 0 0 0,-1 0 0 0 0,1 0 0 0 0,0 0 1 0 0,0 0-1 0 0,-1 0 0 0 0,1 0 0 0 0,0 0 0 0 0,0 0 0 0 0,-1 0 1 0 0,1 0-1 0 0,0 0 0 0 0,0 0 0 0 0,-1 0 0 0 0,1 0 1 0 0,0 1-1 0 0,0-1 0 0 0,0 0 0 0 0,-1 0 0 0 0,1 0 0 0 0,0 0 1 0 0,0 0-1 0 0,0 1 0 0 0,-1-1 0 0 0,1 0 0 0 0,0 0 1 0 0,0 0-1 0 0,0 1 0 0 0,0-1 0 0 0,0 0 0 0 0,0 0 0 0 0,-1 0 1 0 0,1 1-1 0 0,0-1 0 0 0,0 0 0 0 0,0 0 0 0 0,0 1 0 0 0,-6 11-411 0 0,-2 13 422 0 0,0 1 0 0 0,2-1 1 0 0,-4 31-1 0 0,7 26 186 0 0,3-76-145 0 0,0-4 13 0 0,1 1 1 0 0,-1-1 0 0 0,1 1-1 0 0,-1-1 1 0 0,1 1-1 0 0,0-1 1 0 0,0 1 0 0 0,0-1-1 0 0,0 0 1 0 0,0 0 0 0 0,1 1-1 0 0,-1-1 1 0 0,0 0-1 0 0,1 0 1 0 0,0 0 0 0 0,0 0-1 0 0,-1-1 1 0 0,1 1 0 0 0,0 0-1 0 0,0-1 1 0 0,1 0 0 0 0,-1 1-1 0 0,0-1 1 0 0,4 2-1 0 0,1-1 110 0 0,-1 1-1 0 0,1-1 0 0 0,-1 0 1 0 0,1 0-1 0 0,0-1 0 0 0,0 0 1 0 0,13 1-1 0 0,-7-2 43 0 0,0-1 1 0 0,0 1-1 0 0,25-6 1 0 0,-33 5-168 0 0,-1-1 1 0 0,1 0 0 0 0,-1 0 0 0 0,1 0 0 0 0,-1 0 0 0 0,0 0-1 0 0,0-1 1 0 0,0 0 0 0 0,0 0 0 0 0,-1 0 0 0 0,1 0-1 0 0,-1 0 1 0 0,6-8 0 0 0,-5 5-106 0 0,0 1-1 0 0,0-1 1 0 0,-1 0-1 0 0,0 0 1 0 0,0 0 0 0 0,-1 0-1 0 0,0 0 1 0 0,0-1-1 0 0,0 1 1 0 0,-1-1-1 0 0,0 1 1 0 0,0-1 0 0 0,-1 0-1 0 0,0-12 1 0 0,0 17-113 0 0,-1-1 0 0 0,1 1 0 0 0,-1 0 0 0 0,1-1 0 0 0,-1 1 0 0 0,0 0 0 0 0,0 0-1 0 0,0 0 1 0 0,0 0 0 0 0,0 0 0 0 0,-1 0 0 0 0,1 0 0 0 0,0 0 0 0 0,-1 1 0 0 0,0-1 0 0 0,1 0 0 0 0,-1 1 0 0 0,0-1 0 0 0,0 1 0 0 0,0 0 0 0 0,0-1 0 0 0,-3 0 0 0 0,-1-1-1669 0 0,0 1-1 0 0,0 0 1 0 0,0 0 0 0 0,-1 0 0 0 0,1 1-1 0 0,-12-1 1 0 0,8 1-4908 0 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1:31.6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 0 5817 0 0,'0'0'13786'0'0,"-2"16"-13602"0"0,-7 50-13 0 0,4-45-52 0 0,0-16-35 0 0,1 0-29 0 0,-24 33-610 0 0,17-26-2352 0 0,0-2-3362 0 0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1:32.0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14283 0 0,'0'0'9598'0'0,"15"22"-9677"0"0,50 70 74 0 0,-21-24-6 0 0,-30-47-855 0 0,18 39 0 0 0,-27-48-1679 0 0,0 0 0 0 0,4 21 0 0 0,-5-20-2896 0 0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1:33.4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1 119 152 0 0,'0'0'17190'0'0,"14"-17"-16967"0"0,46-54-95 0 0,-57 67-120 0 0,0 1 1 0 0,1-1-1 0 0,-1 1 0 0 0,6-4 0 0 0,-8 7-7 0 0,0 0 0 0 0,0-1 0 0 0,-1 1 0 0 0,1 0 0 0 0,0-1 0 0 0,0 1 0 0 0,0 0 0 0 0,0 0 0 0 0,0 0 0 0 0,0-1 0 0 0,1 1 0 0 0,5 0-3 0 0,7-3-55 0 0,0 1 0 0 0,22 0 0 0 0,-32 2 3 0 0,1 0 1 0 0,-1 1-1 0 0,1-1 1 0 0,-1 1-1 0 0,1 0 1 0 0,-1 0-1 0 0,1 0 0 0 0,-1 1 1 0 0,0 0-1 0 0,1-1 1 0 0,5 5-1 0 0,-9-5-6 0 0,0 0 0 0 0,0 0-1 0 0,0 0 1 0 0,0 0 0 0 0,-1 0 0 0 0,1 0-1 0 0,0 0 1 0 0,-1 0 0 0 0,1 0 0 0 0,0 0-1 0 0,-1 0 1 0 0,1 0 0 0 0,-1 1-1 0 0,0-1 1 0 0,1 0 0 0 0,-1 2 0 0 0,1 22-630 0 0,-1-17 567 0 0,-1 2 56 0 0,0 0 0 0 0,-1 0 0 0 0,0-1 0 0 0,-1 1 0 0 0,0 0 0 0 0,-4 9 0 0 0,-2 8 54 0 0,2-5 65 0 0,2 1-1 0 0,0 0 0 0 0,1 0 1 0 0,2 0-1 0 0,0 0 1 0 0,3 31-1 0 0,1-40 7 0 0,0-1-1 0 0,1 0 0 0 0,0 0 1 0 0,1-1-1 0 0,1 1 1 0 0,6 11-1 0 0,0 2 45 0 0,-5-13-1 0 0,13 23-1 0 0,-2-6-2 0 0,10 13 62 0 0,-19-32-137 0 0,-1 0 1 0 0,0 0-1 0 0,8 21 0 0 0,-14-29-47 0 0,0-1 0 0 0,0 1-1 0 0,-1 0 1 0 0,1 0-1 0 0,-1 0 1 0 0,0 0-1 0 0,0 0 1 0 0,0 0-1 0 0,0 0 1 0 0,-1 0-1 0 0,1 0 1 0 0,-1 3-1 0 0,0-4-68 0 0,0 0 0 0 0,1 0 0 0 0,-1 0-1 0 0,0 0 1 0 0,0-1 0 0 0,0 1-1 0 0,0 0 1 0 0,0 0 0 0 0,-1-1-1 0 0,1 1 1 0 0,0 0 0 0 0,-1-1-1 0 0,0 0 1 0 0,1 1 0 0 0,-1-1-1 0 0,0 0 1 0 0,-2 2 0 0 0,-5 1-2389 0 0,0 0 1 0 0,-20 5-1 0 0,16-5-4103 0 0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1:34.0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222 58 6737 0 0,'0'0'11177'0'0,"-24"-9"-11139"0"0,-74-30-18 0 0,94 38-18 0 0,0-1-1 0 0,0 1 1 0 0,0-1 0 0 0,0 1-1 0 0,0 0 1 0 0,-6 0 0 0 0,8 1-6 0 0,0 0 0 0 0,0 0 0 0 0,0 0 0 0 0,0 1 0 0 0,0-1 0 0 0,0 1 1 0 0,0 0-1 0 0,0-1 0 0 0,1 1 0 0 0,-1 0 0 0 0,0 0 0 0 0,0 0 0 0 0,1 0 0 0 0,-4 2 0 0 0,3 0 2 0 0,-1 0-1 0 0,1-1 0 0 0,-1 1 1 0 0,1 0-1 0 0,0 0 0 0 0,0 0 0 0 0,-2 6 1 0 0,1-2 57 0 0,0 1-1 0 0,1-1 1 0 0,0 1 0 0 0,0-1 0 0 0,1 1 0 0 0,0 0 0 0 0,0 9 0 0 0,1-9 13 0 0,1 0 0 0 0,0 0 0 0 0,0 0 1 0 0,0-1-1 0 0,1 1 0 0 0,0 0 1 0 0,1-1-1 0 0,-1 1 0 0 0,6 9 0 0 0,4 6-5 0 0,-1 0 0 0 0,-1 0 0 0 0,9 36 0 0 0,-10-18-119 0 0,-2 1 0 0 0,-1 0-1 0 0,-1 69 1 0 0,-5-110 95 0 0,0 0 0 0 0,0 0 0 0 0,0 0 0 0 0,0-1 0 0 0,0 1 0 0 0,0 0 0 0 0,0 0 0 0 0,0 0 0 0 0,0 0 0 0 0,1-1 0 0 0,-1 1 0 0 0,0 0 0 0 0,1 0 0 0 0,-1 0 0 0 0,0-1 0 0 0,1 1 0 0 0,-1 0 0 0 0,1 0 0 0 0,-1-1 0 0 0,1 1 0 0 0,0-1 0 0 0,-1 1 0 0 0,1 0 0 0 0,0-1 0 0 0,-1 1 0 0 0,1-1 0 0 0,0 1 0 0 0,0-1 0 0 0,-1 0 0 0 0,1 1 0 0 0,0-1 0 0 0,0 0 0 0 0,0 0 0 0 0,0 1 0 0 0,-1-1 0 0 0,1 0 0 0 0,0 0 0 0 0,0 0-1 0 0,0 0 1 0 0,0 0 0 0 0,0 0 0 0 0,1-1 0 0 0,-1 1-55 0 0,187 5 1509 0 0,-95 7-3272 0 0,-64-6-2302 0 0,33 11 0 0 0,-45-11-6143 0 0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1:34.9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1 6169 0 0,'0'0'6491'0'0,"-2"12"-5809"0"0,-8 37-32 0 0,10-44-452 0 0,-1 0 0 0 0,0 0 0 0 0,1-1 0 0 0,0 1 0 0 0,0 0 0 0 0,1 0 0 0 0,-1 0 0 0 0,1 0 0 0 0,0-1 0 0 0,0 1-1 0 0,0 0 1 0 0,3 5 0 0 0,0-4-34 0 0,-1 0 0 0 0,1 0 0 0 0,0-1 0 0 0,0 1 0 0 0,1-1 0 0 0,6 6 0 0 0,31 26 479 0 0,-38-33-534 0 0,1 0 1 0 0,0-1 0 0 0,1 0 0 0 0,-1 0 0 0 0,0 0-1 0 0,12 3 1 0 0,-16-6-89 0 0,0 1 1 0 0,-1-1-1 0 0,1 0 0 0 0,0 0 1 0 0,0 1-1 0 0,0-1 0 0 0,0 0 0 0 0,-1 0 1 0 0,1 0-1 0 0,0 0 0 0 0,0 0 0 0 0,0 0 1 0 0,0 0-1 0 0,0 0 0 0 0,-1 0 1 0 0,1-1-1 0 0,0 1 0 0 0,0 0 0 0 0,0 0 1 0 0,-1-1-1 0 0,1 1 0 0 0,0-1 1 0 0,0 1-1 0 0,-1-1 0 0 0,1 1 0 0 0,0-1 1 0 0,-1 1-1 0 0,1-1 0 0 0,0 1 1 0 0,-1-1-1 0 0,1-1 0 0 0,0 0-5 0 0,0-1 0 0 0,0 0 0 0 0,0 1 0 0 0,-1-1-1 0 0,0 0 1 0 0,1 0 0 0 0,-1 1 0 0 0,0-4 0 0 0,0-5-221 0 0,0 3 188 0 0,1-1 0 0 0,-2 1-1 0 0,1 0 1 0 0,-1 0 0 0 0,0 0 0 0 0,-4-11 0 0 0,0 2 515 0 0,1 0 0 0 0,0 0 0 0 0,1-1 0 0 0,-1-25 0 0 0,22 44-218 0 0,-13 1-350 0 0,-1 1 0 0 0,0-1 1 0 0,1 1-1 0 0,-1 0 0 0 0,0 0 0 0 0,6 6 1 0 0,-1-1-1 0 0,84 64-25 0 0,20 16 21 0 0,-109-85-27 0 0,27 26-322 0 0,-28-25-186 0 0,0-1-1 0 0,-1 1 1 0 0,1-1-1 0 0,2 6 1 0 0,-5-8-208 0 0,1 1 0 0 0,-1 0 0 0 0,1 0 0 0 0,-1-1 0 0 0,0 1 0 0 0,0 0 0 0 0,0-1 0 0 0,0 3 0 0 0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1:35.9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149 9 5489 0 0,'0'0'18053'0'0,"6"-1"-17911"0"0,16-5-64 0 0,-16 4-64 0 0,-7 2-71 0 0,0 0 0 0 0,0 0 0 0 0,1 0 0 0 0,-1 0 1 0 0,0 1-1 0 0,0-1 0 0 0,1 0 0 0 0,-1 0 0 0 0,0 0 0 0 0,1 1 0 0 0,-1-1 1 0 0,0 0-1 0 0,1 1 0 0 0,-1-1 0 0 0,0 1 0 0 0,-10 12 38 0 0,-15 14 0 0 0,21-23 27 0 0,0 1 0 0 0,0-2 0 0 0,0 1 0 0 0,-1 0 1 0 0,-6 2-1 0 0,-4 3 45 0 0,12-6 259 0 0,4-3-280 0 0,0 0 0 0 0,-1 1 0 0 0,1-1 0 0 0,0 0 0 0 0,0 0 0 0 0,0 0 0 0 0,0 0 0 0 0,-1 1 0 0 0,1-1 0 0 0,0 0 0 0 0,0 0 0 0 0,0 0 0 0 0,-1 0-1 0 0,1 0 1 0 0,0 0 0 0 0,0 0 0 0 0,-1 0 0 0 0,1 0 0 0 0,0 0 0 0 0,0 0 0 0 0,0 0 0 0 0,-1 0 0 0 0,1 0 0 0 0,0 0 0 0 0,0 0 0 0 0,-1 0 0 0 0,-1 1-51 0 0,1 0 1 0 0,-1-1-1 0 0,0 1 0 0 0,1 0 0 0 0,-1 0 0 0 0,1 0 1 0 0,-1 0-1 0 0,1 0 0 0 0,0 0 0 0 0,-1 1 1 0 0,1-1-1 0 0,0 0 0 0 0,0 1 0 0 0,0-1 0 0 0,0 1 1 0 0,-1 1-1 0 0,-5 6-17 0 0,5-7 35 0 0,-5 6-16 0 0,1-1 1 0 0,-6 10-1 0 0,11-14 19 0 0,-1-1-1 0 0,1 1 0 0 0,-1 0 0 0 0,1 0 1 0 0,0 0-1 0 0,0 0 0 0 0,1 0 0 0 0,-1 0 1 0 0,0 0-1 0 0,1 6 0 0 0,0 2-1 0 0,-1-3-3 0 0,2-1 0 0 0,0 13 0 0 0,0-17 16 0 0,0 0-1 0 0,0 0 1 0 0,0 0 0 0 0,0 0-1 0 0,0 0 1 0 0,1 0 0 0 0,-1-1-1 0 0,1 1 1 0 0,3 4-1 0 0,2 1 37 0 0,1 0 0 0 0,0 0 0 0 0,1-1 0 0 0,-1 0 0 0 0,11 6 0 0 0,2 0 20 0 0,29 13-1 0 0,-25-14-110 0 0,1 0-1 0 0,1-2 1 0 0,0-1 0 0 0,36 7-1 0 0,-36-15-3262 0 0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1:36.1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28 8818 0 0,'0'0'11669'0'0,"29"-5"-11680"0"0,87-12-50 0 0,-106 15-5 0 0,1 0 0 0 0,-1 1 1 0 0,12 1-1 0 0,-12 0-138 0 0,24 0-1799 0 0,-23 0-1351 0 0,1 0-3542 0 0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1:37.0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225 18 4953 0 0,'0'0'13874'0'0,"-25"-2"-13721"0"0,-77-10-50 0 0,92 10-80 0 0,-1 1 0 0 0,-18 0 0 0 0,18 2-27 0 0,9-1 1 0 0,0 0 0 0 0,0 0 0 0 0,0 0 0 0 0,1 0 0 0 0,-1 0 0 0 0,0 1 0 0 0,0-1 0 0 0,1 1 0 0 0,-1-1-1 0 0,0 1 1 0 0,1 0 0 0 0,-1 0 0 0 0,-2 1 0 0 0,3-1 4 0 0,0 0-1 0 0,0 0 1 0 0,0 0-1 0 0,1 0 0 0 0,-1 0 1 0 0,0 0-1 0 0,1 0 1 0 0,-1 1-1 0 0,1-1 1 0 0,-1 0-1 0 0,1 0 0 0 0,0 0 1 0 0,-1 1-1 0 0,1-1 1 0 0,0 0-1 0 0,0 1 1 0 0,0-1-1 0 0,0 3 0 0 0,0 2 62 0 0,1 0 0 0 0,0 0 0 0 0,0 0 0 0 0,0 0 0 0 0,1 0 0 0 0,0 0 0 0 0,5 11-1 0 0,-1-6 23 0 0,0 0-1 0 0,15 20 1 0 0,-6-11-32 0 0,-1 0 0 0 0,21 40 0 0 0,-30-49-65 0 0,-1 0-1 0 0,0 0 0 0 0,0 0 1 0 0,-1 0-1 0 0,-1 1 0 0 0,0-1 1 0 0,0 1-1 0 0,0 14 0 0 0,-2 57 61 0 0,0-82-7 0 0,0-1 0 0 0,0 1 1 0 0,1 0-1 0 0,-1-1 0 0 0,0 1 0 0 0,1 0 1 0 0,-1 0-1 0 0,1-1 0 0 0,-1 1 0 0 0,1-1 1 0 0,-1 1-1 0 0,1 0 0 0 0,-1-1 0 0 0,1 1 1 0 0,0-1-1 0 0,-1 1 0 0 0,1-1 0 0 0,0 0 1 0 0,-1 1-1 0 0,1-1 0 0 0,1 1 0 0 0,19 8 675 0 0,-14-7-621 0 0,12 5-218 0 0,-1-2 0 0 0,1 0 1 0 0,0-1-1 0 0,1-1 0 0 0,-1-1 1 0 0,34 0-1 0 0,-52-3-116 0 0,0 1 0 0 0,0 0 1 0 0,0 0-1 0 0,0 0 0 0 0,0-1 0 0 0,0 1 0 0 0,0 0 0 0 0,-1-1 1 0 0,1 1-1 0 0,0-1 0 0 0,0 1 0 0 0,0-1 0 0 0,-1 0 0 0 0,1 1 1 0 0,0-1-1 0 0,-1 0 0 0 0,1 1 0 0 0,0-1 0 0 0,0-1 0 0 0,5-10-7125 0 0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1:37.4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100 120 2320 0 0,'0'0'18999'0'0,"-12"-19"-18657"0"0,-34-56-128 0 0,31 53-114 0 0,15 22-100 0 0,0 0 0 0 0,-1 0 0 0 0,1 0 0 0 0,0 0 1 0 0,0 0-1 0 0,0-1 0 0 0,0 1 0 0 0,0 0 0 0 0,0 0 0 0 0,0 0 0 0 0,-1 0 0 0 0,1 0 0 0 0,0 0 0 0 0,0 0 0 0 0,0 0 0 0 0,0 0 0 0 0,0 0 0 0 0,-1 0 1 0 0,1-1-1 0 0,0 1 0 0 0,0 0 0 0 0,0 0 0 0 0,0 0 0 0 0,0 0 0 0 0,-1 0 0 0 0,1 0 0 0 0,0 0 0 0 0,0 0 0 0 0,0 0 0 0 0,0 0 0 0 0,-1 1 0 0 0,1-1 1 0 0,0 0-1 0 0,0 0 0 0 0,0 0 0 0 0,0 0 0 0 0,0 0 0 0 0,-1 0 0 0 0,-3 1-97 0 0,3 0 79 0 0,0 0 1 0 0,0 0 0 0 0,0 0-1 0 0,1 1 1 0 0,-1-1-1 0 0,0 0 1 0 0,0 0 0 0 0,1 1-1 0 0,-1-1 1 0 0,0 0-1 0 0,0 2 1 0 0,1-2 11 0 0,-2 6 18 0 0,1 1 1 0 0,-1 0-1 0 0,1 0 1 0 0,1 0-1 0 0,-1 0 0 0 0,1 0 1 0 0,2 9-1 0 0,-2-15-3 0 0,1 3 20 0 0,0 0 1 0 0,0 1-1 0 0,0-1 0 0 0,1-1 0 0 0,-1 1 1 0 0,1 0-1 0 0,1 0 0 0 0,-1-1 0 0 0,1 1 1 0 0,-1-1-1 0 0,1 1 0 0 0,1-1 0 0 0,-1 0 1 0 0,5 4-1 0 0,5 4 95 0 0,1 0 0 0 0,27 18 0 0 0,-35-26-89 0 0,1 1 0 0 0,0-1 0 0 0,0 0 0 0 0,0-1 0 0 0,1 0 0 0 0,-1 0 0 0 0,1 0 1 0 0,0-1-1 0 0,0 0 0 0 0,0-1 0 0 0,0 0 0 0 0,11 0 0 0 0,-15 0-7 0 0,-1-1 0 0 0,1 0 0 0 0,0-1 0 0 0,-1 1 0 0 0,1-1 0 0 0,5-1 0 0 0,-7 1-26 0 0,-1 0 1 0 0,0 1-1 0 0,0-1 0 0 0,1 0 1 0 0,-1 0-1 0 0,0 0 0 0 0,0 0 1 0 0,0 0-1 0 0,0 0 0 0 0,0 0 0 0 0,0 0 1 0 0,-1 0-1 0 0,1 0 0 0 0,0 0 1 0 0,0-1-1 0 0,-1 1 0 0 0,1 0 0 0 0,-1-1 1 0 0,1 1-1 0 0,-1 0 0 0 0,1-2 1 0 0,0-4-96 0 0,1 0 1 0 0,-1 0-1 0 0,-1 0 0 0 0,1 0 1 0 0,-1 0-1 0 0,0 0 1 0 0,-1 0-1 0 0,1 0 1 0 0,-2 0-1 0 0,1 0 1 0 0,-1 0-1 0 0,0 1 0 0 0,0-1 1 0 0,0 0-1 0 0,-1 1 1 0 0,0 0-1 0 0,-1-1 1 0 0,0 1-1 0 0,-7-10 1 0 0,4 8-542 0 0,1 0 1 0 0,-1 0-1 0 0,-1 1 1 0 0,0 0-1 0 0,0 0 1 0 0,-13-8-1 0 0,13 10-1329 0 0,0 1 0 0 0,-1-1 0 0 0,0 2 0 0 0,-9-4 0 0 0,9 6-5224 0 0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1:37.6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126 1 9706 0 0,'0'0'7442'0'0,"-16"16"-7334"0"0,-50 51-23 0 0,44-43-51 0 0,17-16-162 0 0,0 2-589 0 0,-5 9-4598 0 0,8-14 2236 0 0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1:38.0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14891 0 0,'0'0'4584'0'0,"9"24"-4559"0"0,28 72-56 0 0,-30-80-198 0 0,11 19 0 0 0,-16-32-138 0 0,-1 1 1 0 0,1-1-1 0 0,0 1 0 0 0,-1-1 1 0 0,0 1-1 0 0,0 0 1 0 0,1 5-1 0 0,0 0-1223 0 0,2 13-5884 0 0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1:38.5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34 5561 0 0,'0'0'7791'0'0,"31"-5"-7585"0"0,96-17-73 0 0,-81 16-60 0 0,-31 6-18 0 0,-2 0-22 0 0,26 0 45 0 0,2-1 302 0 0,45 6 0 0 0,-85-5-395 0 0,-1 0 0 0 0,0 0 1 0 0,1 0-1 0 0,-1 0 1 0 0,0 0-1 0 0,1 0 0 0 0,-1 0 1 0 0,1 0-1 0 0,-1 0 0 0 0,0 0 1 0 0,1 0-1 0 0,-1 1 0 0 0,0-1 1 0 0,1 0-1 0 0,-1 0 0 0 0,0 0 1 0 0,1 0-1 0 0,-1 1 0 0 0,0-1 1 0 0,0 0-1 0 0,1 0 0 0 0,-1 1 1 0 0,0-1-1 0 0,0 0 0 0 0,1 0 1 0 0,-1 1-1 0 0,0-1 0 0 0,0 0 1 0 0,0 1-1 0 0,0-1 0 0 0,1 0 1 0 0,-1 1-1 0 0,0-1 1 0 0,0 1-1 0 0,0-1 0 0 0,0 0 1 0 0,0 1-1 0 0,0-1 0 0 0,0 0 1 0 0,0 1-1 0 0,0-1 0 0 0,0 0 1 0 0,0 1-1 0 0,0-1 0 0 0,0 1 1 0 0,0-1-1 0 0,0 0 0 0 0,0 1 1 0 0,-1-1-1 0 0,1 0 0 0 0,0 1 1 0 0,0-1-1 0 0,0 0 0 0 0,-1 0 1 0 0,1 1-1 0 0,0-1 0 0 0,-1 1 1 0 0,-1 2-256 0 0,-1 1 0 0 0,0 0 0 0 0,-6 4 0 0 0,7-5 227 0 0,-4 2 59 0 0,0 1 0 0 0,1-1 0 0 0,0 1 0 0 0,0 1-1 0 0,0-1 1 0 0,1 1 0 0 0,0-1 0 0 0,1 1-1 0 0,-1 0 1 0 0,1 1 0 0 0,-4 14 0 0 0,4-8 40 0 0,0 0 0 0 0,2 0 0 0 0,0 1 0 0 0,0-1 0 0 0,1 0 1 0 0,1 1-1 0 0,0-1 0 0 0,1 0 0 0 0,5 17 0 0 0,-6-24-25 0 0,3 10 61 0 0,1-1 0 0 0,9 22 0 0 0,6 8 24 0 0,11 22 33 0 0,-30-66-145 0 0,4 7 9 0 0,0 1-1 0 0,-1-1 1 0 0,0 1-1 0 0,4 18 1 0 0,-7-26-26 0 0,-1-1 0 0 0,0 0 0 0 0,0 1 0 0 0,0-1 0 0 0,0 0 0 0 0,0 1 0 0 0,0-1-1 0 0,-1 0 1 0 0,1 1 0 0 0,0-1 0 0 0,-1 0 0 0 0,1 1 0 0 0,-1-1 0 0 0,1 0 0 0 0,-1 0 0 0 0,0 0 0 0 0,0 1 0 0 0,0 0 0 0 0,-1 0-1 0 0,0-1 0 0 0,1 1 0 0 0,-1-1 1 0 0,0 0-1 0 0,0 1 0 0 0,0-1 0 0 0,0 0 1 0 0,0 0-1 0 0,0 0 0 0 0,0-1 0 0 0,-3 2 1 0 0,-15 2-898 0 0,0-1 0 0 0,-1 0 1 0 0,-32-1-1 0 0,22-1-3644 0 0,15 0-941 0 0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1:42.6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 35 0 0 0,'0'0'16766'0'0,"-4"-5"-15424"0"0,-10-17-178 0 0,6 14 2669 0 0,8 13-1449 0 0,1 0-2808 0 0,0-2 456 0 0,-1-1 0 0 0,1 1 0 0 0,0-1 0 0 0,0 1 0 0 0,0-1 0 0 0,0 1 0 0 0,1-1 0 0 0,-1 0 0 0 0,3 3 0 0 0,1 4 104 0 0,184 267 1554 0 0,-121-184-1538 0 0,-14-17-60 0 0,47 64 44 0 0,-59-82-34 0 0,2-3 0 0 0,57 56 0 0 0,-96-105-82 0 0,-1-1 21 0 0,-1 0 0 0 0,1 0 0 0 0,0-1 1 0 0,1 1-1 0 0,-1-1 0 0 0,6 3 0 0 0,-9-6 59 0 0,0-1-158 0 0,-1-1-1 0 0,1 1 1 0 0,-1-1 0 0 0,0 0 0 0 0,0 0 0 0 0,0 1-1 0 0,0-1 1 0 0,0 0 0 0 0,0 1 0 0 0,-1-4 0 0 0,1 1-251 0 0,-2-1 0 0 0,1 1 0 0 0,0 0 0 0 0,-1 0 0 0 0,0 0 1 0 0,0 0-1 0 0,-3-4 0 0 0,-21-26-2754 0 0,15 21 1414 0 0,-24-27-4576 0 0,15 18 188 0 0,7 8-2183 0 0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1:43.0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314 90 5297 0 0,'0'0'21371'0'0,"-2"-13"-20893"0"0,-5-41-69 0 0,3 35-21 0 0,4 19-367 0 0,-1-1 0 0 0,1 1 0 0 0,0 0 0 0 0,0 0 0 0 0,0 0 0 0 0,0 0-1 0 0,0-1 1 0 0,-1 1 0 0 0,1 0 0 0 0,0 0 0 0 0,0 0 0 0 0,0 0 0 0 0,0 0 0 0 0,-1 0 0 0 0,1-1 0 0 0,0 1-1 0 0,0 0 1 0 0,0 0 0 0 0,-1 0 0 0 0,1 0 0 0 0,0 0 0 0 0,0 0 0 0 0,0 0 0 0 0,-1 0 0 0 0,1 0 0 0 0,0 0-1 0 0,0 0 1 0 0,-1 0 0 0 0,1 0 0 0 0,0 0 226 0 0,-12 32-403 0 0,-13 45 213 0 0,-43 199-48 0 0,50-186 18 0 0,-4 36-28 0 0,16-88 6 0 0,3-17 5 0 0,-1 0 0 0 0,-1 1-1 0 0,0-1 1 0 0,-13 29-1 0 0,15-46-10 0 0,1 0 1 0 0,-1 0-1 0 0,1 0 0 0 0,-1 0 1 0 0,0 0-1 0 0,-1-1 0 0 0,1 1 0 0 0,0-1 1 0 0,-6 4-1 0 0,7-5-219 0 0,-1-1 0 0 0,1 0 0 0 0,0 1 0 0 0,0-1 0 0 0,0 0 0 0 0,-1 0 0 0 0,1 0 0 0 0,-1 0 0 0 0,1-1 0 0 0,0 1 0 0 0,-1-1 1 0 0,1 0-1 0 0,-1 1 0 0 0,1-1 0 0 0,-1 0 0 0 0,0 0 0 0 0,1-1 0 0 0,-1 1 0 0 0,-3-1 0 0 0,5 0-255 0 0,0 1 1 0 0,-1-1 0 0 0,1 0-1 0 0,0 1 1 0 0,0-1 0 0 0,0 0-1 0 0,0 0 1 0 0,0 0-1 0 0,0 0 1 0 0,0 0 0 0 0,0 0-1 0 0,0 0 1 0 0,0 0 0 0 0,0-1-1 0 0,1 1 1 0 0,-1 0-1 0 0,1 0 1 0 0,-2-3 0 0 0,-1-2-4017 0 0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1:43.4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32 13859 0 0,'0'0'13874'0'0,"-3"-7"-13854"0"0,-10-16-34 0 0,11 21-30 0 0,1 6 12 0 0,1 9-1 0 0,0-11 29 0 0,1 21 21 0 0,1 0 0 0 0,0 0 0 0 0,11 35 1 0 0,25 67 77 0 0,-38-125-95 0 0,21 62 83 0 0,36 71 1 0 0,-48-115-61 0 0,0 2 0 0 0,11 33 0 0 0,-17-45-34 0 0,0 5-904 0 0,-22-47-18173 0 0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1:43.8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206 1 12931 0 0,'0'0'11933'0'0,"-9"6"-11562"0"0,-1 0-275 0 0,-6 4 173 0 0,-21 19 1 0 0,18-12-42 0 0,-31 38 0 0 0,39-43-135 0 0,-16 14 1 0 0,3-4 119 0 0,24-22-201 0 0,-1 1 1 0 0,1-1 0 0 0,0 0 0 0 0,0 0-1 0 0,0 0 1 0 0,0 1 0 0 0,-1-1 0 0 0,1 0-1 0 0,0 0 1 0 0,0 1 0 0 0,0-1 0 0 0,0 0-1 0 0,0 0 1 0 0,0 1 0 0 0,-1-1 0 0 0,1 0-1 0 0,0 0 1 0 0,0 1 0 0 0,0-1 0 0 0,0 0-1 0 0,0 0 1 0 0,0 1 0 0 0,0-1 0 0 0,0 0-1 0 0,0 0 1 0 0,0 1 0 0 0,0-1 0 0 0,1 0-1 0 0,-1 0 1 0 0,0 1 0 0 0,0-1 0 0 0,0 0-1 0 0,0 0 1 0 0,0 1 0 0 0,0-1-1 0 0,1 0 1 0 0,11 8 313 0 0,20 1-19 0 0,-29-8-291 0 0,291 43 263 0 0,-239-41-1330 0 0,-31-3-4805 0 0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1:44.2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306 39 5609 0 0,'0'0'21026'0'0,"0"-2"-20914"0"0,0 0-97 0 0,-1-6 35 0 0,0 7-49 0 0,1 1 0 0 0,-1 0 0 0 0,1-1 0 0 0,-1 1 0 0 0,0 0 0 0 0,1 0 0 0 0,-1-1 0 0 0,1 1 0 0 0,-1 0 0 0 0,0 0 0 0 0,1 0 0 0 0,-1 0 0 0 0,0 0 0 0 0,1 0 0 0 0,-1 0 0 0 0,0 0 0 0 0,0 0 0 0 0,-4 0-5 0 0,-1 0 1 0 0,1 0-1 0 0,0 1 1 0 0,0-1 0 0 0,-1 1-1 0 0,-8 4 1 0 0,1-1-381 0 0,1 0 1 0 0,-1-1 0 0 0,0 0 0 0 0,0-1-1 0 0,1 0 1 0 0,-1-1 0 0 0,-1-1-1 0 0,1 0 1 0 0,0-1 0 0 0,0 0-1 0 0,-18-4 1 0 0,23 2-647 0 0,0 1 0 0 0,1-1 0 0 0,-1-1 0 0 0,-9-5 1 0 0,14 7-367 0 0,-1 0 0 0 0,1 0 0 0 0,0-1 0 0 0,1 1 0 0 0,-1-1 0 0 0,-4-5 1 0 0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1:44.5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378 59 6673 0 0,'0'0'18395'0'0,"-22"-10"-18343"0"0,-69-28-32 0 0,65 28-14 0 0,18 9-3 0 0,2 2-3 0 0,-11 0-687 0 0,1 1-1 0 0,-1 1 0 0 0,1 1 1 0 0,0 0-1 0 0,-22 9 1 0 0,-22 5-2508 0 0,34-13-2706 0 0,7-1-4787 0 0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1:49.6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40 2264 0 0,'0'0'12757'0'0,"-4"-5"-11673"0"0,-13-14-56 0 0,16 18-554 0 0,0-1 0 0 0,0 1 0 0 0,0 0-1 0 0,0 0 1 0 0,1-1 0 0 0,-1 1 0 0 0,0-1 0 0 0,0-2 0 0 0,1 4-400 0 0,0 0 0 0 0,0 0 0 0 0,0 0 0 0 0,0 0 0 0 0,0 0 0 0 0,1 0 0 0 0,-1 0 0 0 0,0 0 0 0 0,0-1 0 0 0,0 1 0 0 0,0 0 0 0 0,0 0 0 0 0,1 0 0 0 0,-1 0 0 0 0,0 0 0 0 0,0 0 0 0 0,0 0 0 0 0,0 0 0 0 0,1 0 0 0 0,-1 0 0 0 0,0 0 0 0 0,0 0 0 0 0,0 0 0 0 0,0 0 0 0 0,1 0 1 0 0,-1 0-1 0 0,0 1 0 0 0,0-1 0 0 0,0 0 0 0 0,0 0 0 0 0,1 0 0 0 0,-1 0 0 0 0,0 0 0 0 0,0 0 0 0 0,0 0 0 0 0,0 0 0 0 0,0 1 0 0 0,0-1 0 0 0,1 0 0 0 0,20 15 772 0 0,141 122-626 0 0,-35-34-97 0 0,-44-31-58 0 0,-79-67-68 0 0,-4-4 0 0 0,1-1 0 0 0,-1 0 1 0 0,0 1-1 0 0,1-1 0 0 0,-1 1 1 0 0,0-1-1 0 0,1 0 0 0 0,-1 1 1 0 0,1-1-1 0 0,-1 0 0 0 0,1 1 1 0 0,-1-1-1 0 0,1 0 0 0 0,-1 0 1 0 0,1 1-1 0 0,-1-1 0 0 0,1 0 1 0 0,1 0-1 0 0,-2 0-119 0 0,-6-6-4933 0 0,-2-2 938 0 0,1 0 0 0 0,-9-11 0 0 0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1:49.8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212 0 7306 0 0,'0'0'18640'0'0,"-5"1"-18372"0"0,1 1-207 0 0,-1-1 0 0 0,1 0 0 0 0,0 1 0 0 0,0 0 0 0 0,0 0 0 0 0,0 0 0 0 0,0 0 0 0 0,-7 6 0 0 0,-2 5 21 0 0,1 1 0 0 0,0 1-1 0 0,0 0 1 0 0,1 0 0 0 0,1 1-1 0 0,-10 21 1 0 0,-11 25 8 0 0,27-56-411 0 0,-16 26 172 0 0,18-29-1216 0 0,-1 0 0 0 0,0 0 0 0 0,1 0 0 0 0,-5 2 0 0 0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1:50.5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173 90 8714 0 0,'0'0'16881'0'0,"-18"-15"-16832"0"0,-53-44-41 0 0,54 45-11 0 0,12 12-9 0 0,3 3-10 0 0,0-1 18 0 0,-1 0 0 0 0,1 1 0 0 0,-1-1 0 0 0,1 1 0 0 0,0 0 0 0 0,-1-1 0 0 0,1 1 0 0 0,0 0 0 0 0,0 1 0 0 0,-1-1 1 0 0,1 0-1 0 0,0 1 0 0 0,0-1 0 0 0,1 1 0 0 0,-1-1 0 0 0,0 1 0 0 0,0 0 0 0 0,1 0 0 0 0,-3 3 0 0 0,-2 4-35 0 0,5-8 39 0 0,1 0-1 0 0,-1 0 1 0 0,0 0 0 0 0,0 0 0 0 0,1 0-1 0 0,-1 1 1 0 0,1-1 0 0 0,-1 0-1 0 0,1 0 1 0 0,-1 0 0 0 0,1 3-1 0 0,-2 118 22 0 0,2-74-18 0 0,5 29-7 0 0,-1-21 0 0 0,-1-3 5 0 0,1 31 5 0 0,-3-70 8 0 0,0 0 0 0 0,0 0 1 0 0,2-1-1 0 0,5 20 0 0 0,-6-20 14 0 0,-2-12-19 0 0,0 0-1 0 0,0 0 1 0 0,0 0 0 0 0,0 0 0 0 0,1 0 0 0 0,-1 0 0 0 0,0 0 0 0 0,1 0 0 0 0,-1 0 0 0 0,0 0 0 0 0,1 0 0 0 0,-1 0 0 0 0,1 0 0 0 0,0 0-1 0 0,-1 0 1 0 0,1 0 0 0 0,0 0 0 0 0,0 0 0 0 0,1 1 90 0 0,0 0-1 0 0,1-1 1 0 0,-1 1-1 0 0,0-1 1 0 0,0 0-1 0 0,1 0 1 0 0,-1 1-1 0 0,1-2 1 0 0,-1 1-1 0 0,1 0 1 0 0,-1 0-1 0 0,1-1 1 0 0,3 1-1 0 0,33 0 287 0 0,76-7-1 0 0,-3-1-1217 0 0,-91 6-1112 0 0,-9 0-2933 0 0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1:50.9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162 98 10362 0 0,'0'0'13326'0'0,"-24"-15"-13313"0"0,-69-41-34 0 0,72 46 10 0 0,21 10 11 0 0,0 0 0 0 0,-1-1-1 0 0,1 1 1 0 0,0 0 0 0 0,0 0 0 0 0,0 0-1 0 0,0 0 1 0 0,0 0 0 0 0,0 0 0 0 0,0 0-1 0 0,-1 0 1 0 0,1 0 0 0 0,0 0 0 0 0,0 0-1 0 0,0 0 1 0 0,0 0 0 0 0,0 0 0 0 0,0 0-1 0 0,-1 0 1 0 0,1 0 0 0 0,0 0 0 0 0,0 0-1 0 0,0 0 1 0 0,0 0 0 0 0,0 0 0 0 0,0 0-1 0 0,0 0 1 0 0,-1 1 0 0 0,1-1 0 0 0,0 0-1 0 0,0 0 1 0 0,0 0 0 0 0,0 0 0 0 0,0 0-1 0 0,0 0 1 0 0,0 0 0 0 0,0 0 0 0 0,0 0-1 0 0,0 0 1 0 0,-1 1 0 0 0,1-1 0 0 0,0 0-1 0 0,-4 10 25 0 0,1 1-1 0 0,0-1 1 0 0,0 1-1 0 0,1 0 0 0 0,0 0 1 0 0,1 0-1 0 0,0 0 1 0 0,2 14-1 0 0,0-14 34 0 0,0-1-1 0 0,1 0 1 0 0,0 0-1 0 0,1 0 1 0 0,0 0 0 0 0,1 0-1 0 0,6 11 1 0 0,-8-15-8 0 0,0-2 4 0 0,0 0 1 0 0,1-1 0 0 0,-1 1 0 0 0,1-1 0 0 0,0 1 0 0 0,0-1 0 0 0,0 0 0 0 0,0 0 0 0 0,0 0 0 0 0,1-1 0 0 0,-1 1 0 0 0,1-1 0 0 0,0 0-1 0 0,-1 0 1 0 0,1 0 0 0 0,0 0 0 0 0,0-1 0 0 0,1 0 0 0 0,7 2 0 0 0,2 0 64 0 0,-1-1 1 0 0,1-1-1 0 0,0 0 0 0 0,0-1 1 0 0,14-2-1 0 0,-21 1-75 0 0,-1 0 1 0 0,1 0-1 0 0,-1-1 1 0 0,1 0-1 0 0,-1 0 0 0 0,0-1 1 0 0,0 1-1 0 0,0-2 1 0 0,0 1-1 0 0,6-5 1 0 0,-8 5-25 0 0,0 0 1 0 0,0 0 0 0 0,0-1-1 0 0,-1 1 1 0 0,1-1 0 0 0,-1 0-1 0 0,0 0 1 0 0,0 0 0 0 0,0-1 0 0 0,-1 1-1 0 0,0-1 1 0 0,0 0 0 0 0,3-7-1 0 0,-3 3-46 0 0,0 1-1 0 0,-1 0 0 0 0,0 0 0 0 0,0 0 1 0 0,0-1-1 0 0,-3-15 0 0 0,1 18-23 0 0,0 0 0 0 0,0 0-1 0 0,-1 0 1 0 0,0 0 0 0 0,0 0 0 0 0,-1 1-1 0 0,0-1 1 0 0,0 1 0 0 0,-6-10 0 0 0,5 11-87 0 0,0-1 0 0 0,0 1 0 0 0,0 0 0 0 0,-1 0 0 0 0,1 0 0 0 0,-1 1 0 0 0,0 0 0 0 0,0 0 0 0 0,0 0 0 0 0,0 0 0 0 0,-1 1 0 0 0,1 0 0 0 0,-1 0 0 0 0,0 0 0 0 0,1 1 0 0 0,-1 0 0 0 0,0 0 0 0 0,-11 0 0 0 0,7 1-910 0 0,0 0-1 0 0,-1 1 1 0 0,1 0 0 0 0,-11 2 0 0 0,10 0-2829 0 0,-1 1 0 0 0,-22 9 0 0 0,22-8-2835 0 0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1:51.5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 10066 0 0,'0'0'9910'0'0,"30"-2"-10087"0"0,93-5 158 0 0,-119 7 18 0 0,0 0 0 0 0,0 0-1 0 0,0 0 1 0 0,0 0 0 0 0,0 1-1 0 0,0 0 1 0 0,0-1 0 0 0,0 1 0 0 0,0 1-1 0 0,4 1 1 0 0,-7-2 1 0 0,7 2 0 0 0,21 11-6 0 0,30 20 1 0 0,-51-29 13 0 0,-1 0 0 0 0,1 1 0 0 0,-1 0 1 0 0,0 1-1 0 0,0 0 0 0 0,-1 0 0 0 0,0 0 0 0 0,7 12 0 0 0,-11-15 4 0 0,0 0-1 0 0,-1 0 0 0 0,1 0 1 0 0,-1 1-1 0 0,0-1 0 0 0,-1 0 1 0 0,1 0-1 0 0,-1 1 1 0 0,0 6-1 0 0,0-4 62 0 0,0 0 0 0 0,-1 0 0 0 0,0 0 0 0 0,-4 14 0 0 0,-12 23 483 0 0,12-32-434 0 0,0 0-1 0 0,1 0 1 0 0,0 0-1 0 0,0 1 1 0 0,2 0-1 0 0,-2 15 1 0 0,3-10-59 0 0,-1 35 141 0 0,3-46-156 0 0,-1 0 0 0 0,1-1 1 0 0,0 1-1 0 0,1 0 0 0 0,3 9 0 0 0,1 0 102 0 0,1-1 0 0 0,0 0 0 0 0,1-1 0 0 0,12 17 0 0 0,-18-28-148 0 0,0-1 1 0 0,0 1-1 0 0,0 0 1 0 0,-1 0-1 0 0,0 0 1 0 0,1 0 0 0 0,-1 0-1 0 0,0 0 1 0 0,0 0-1 0 0,-1 0 1 0 0,1 0-1 0 0,-1 1 1 0 0,1 3 0 0 0,-2-6-6 0 0,1-1 1 0 0,0 1 0 0 0,0 0 0 0 0,-1 0-1 0 0,1-1 1 0 0,-1 1 0 0 0,1 0 0 0 0,-1 0 0 0 0,1-1-1 0 0,-1 1 1 0 0,1 0 0 0 0,-1-1 0 0 0,0 1-1 0 0,1-1 1 0 0,-1 1 0 0 0,0-1 0 0 0,1 1 0 0 0,-1-1-1 0 0,-1 1 1 0 0,-19 8 70 0 0,16-7-23 0 0,-17 7 68 0 0,-1-1 0 0 0,0-2 0 0 0,-39 6 0 0 0,-26 8-5485 0 0,72-15-295 0 0,3-2-5054 0 0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2:01.3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50 0 0 0,'0'0'19043'0'0,"1"-7"-17962"0"0,2-1-576 0 0,2-8-145 0 0,-4-2 3323 0 0,-1 45-1913 0 0,-1-15-1720 0 0,1 0 1 0 0,0 1-1 0 0,1-1 0 0 0,0 0 0 0 0,6 23 0 0 0,18 55 162 0 0,-20-69-213 0 0,-1 0-1 0 0,0 1 1 0 0,-1 0 0 0 0,-1 23-1 0 0,-3-46-182 0 0,1 0 0 0 0,-1 0 0 0 0,1 1 0 0 0,-1-1 0 0 0,0 0 0 0 0,1 0 0 0 0,-1 1 0 0 0,0-1 0 0 0,0 1 0 0 0,1-1 0 0 0,-1 1 0 0 0,0-1 0 0 0,-1 0 0 0 0,-5-3-1259 0 0,-2-3-1308 0 0,-4-4-2825 0 0,6 3-1194 0 0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2:01.6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512 55 4305 0 0,'0'0'21155'0'0,"-9"-5"-20733"0"0,-31-14-74 0 0,35 17-251 0 0,1 0-1 0 0,-1 0 1 0 0,0 1 0 0 0,0 0 0 0 0,1 0 0 0 0,-1 0 0 0 0,0 0 0 0 0,0 1 0 0 0,0 0 0 0 0,0 0 0 0 0,-6 1 0 0 0,-7-1-23 0 0,3 1-35 0 0,1 0 0 0 0,-16 4 0 0 0,15-2 6 0 0,0-1 0 0 0,-18 0 0 0 0,9-1-34 0 0,0-2 0 0 0,0-1-1 0 0,-34-6 1 0 0,-10-7-1197 0 0,21 6-4296 0 0,33 8-714 0 0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2:05.0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23 6345 0 0,'0'0'12880'0'0,"-1"-3"-11799"0"0,-7-13 1332 0 0,8 16-2308 0 0,0 0 0 0 0,0 0 0 0 0,0 0-1 0 0,0 0 1 0 0,0 0 0 0 0,0 0 0 0 0,0-1-1 0 0,0 1 1 0 0,0 0 0 0 0,0 0 0 0 0,0 0-1 0 0,0 0 1 0 0,0 0 0 0 0,0-1 0 0 0,0 1-1 0 0,0 0 1 0 0,0 0 0 0 0,0 0 0 0 0,0 0-1 0 0,0 0 1 0 0,0-1 419 0 0,0 1-419 0 0,5 1 439 0 0,6 6-1005 0 0,39 31 412 0 0,153 105 167 0 0,-149-107-67 0 0,15 9-43 0 0,-58-37-46 0 0,2 1-762 0 0,-6-7-2952 0 0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2:05.3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259 0 9562 0 0,'0'0'15177'0'0,"-12"3"-15029"0"0,-34 12-42 0 0,44-15-95 0 0,0 1-1 0 0,0 0 0 0 0,-1 0 1 0 0,1 0-1 0 0,0 0 0 0 0,0 1 0 0 0,0-1 1 0 0,0 1-1 0 0,1-1 0 0 0,-1 1 1 0 0,0-1-1 0 0,0 1 0 0 0,1 0 0 0 0,-1 0 1 0 0,1 0-1 0 0,-2 2 0 0 0,-1 3 26 0 0,-11 16 62 0 0,2 0 0 0 0,-19 45 0 0 0,5-8 39 0 0,21-50-73 0 0,0 1 1 0 0,0-1-1 0 0,-8 9 0 0 0,-7 2-3677 0 0,18-18 1466 0 0,0-1 1 0 0,0 0-1 0 0,-1 0 1 0 0,1 0-1 0 0,-4 2 0 0 0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2:06.1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152 114 8850 0 0,'0'0'16827'0'0,"-6"-19"-16737"0"0,-21-53-43 0 0,17 51-39 0 0,10 21-9 0 0,0 0 1 0 0,0 0-1 0 0,0 0 1 0 0,0 0 0 0 0,0 0-1 0 0,-1-1 1 0 0,1 1-1 0 0,0 0 1 0 0,0 0-1 0 0,0 0 1 0 0,0 0-1 0 0,0 0 1 0 0,0 0-1 0 0,-1 0 1 0 0,1 0-1 0 0,0 0 1 0 0,0 0 0 0 0,0-1-1 0 0,0 1 1 0 0,-1 0-1 0 0,1 0 1 0 0,0 0-1 0 0,0 0 1 0 0,0 0-1 0 0,0 0 1 0 0,-1 0-1 0 0,1 0 1 0 0,0 0-1 0 0,0 1 1 0 0,0-1 0 0 0,0 0-1 0 0,-1 0 1 0 0,1 0-1 0 0,0 0 1 0 0,0 0-1 0 0,-3 1-16 0 0,-3-1-6 0 0,1 0 0 0 0,-1 1 1 0 0,0 0-1 0 0,1 0 0 0 0,-1 1 0 0 0,1 0 0 0 0,-1 0 0 0 0,1 0 0 0 0,0 0 1 0 0,-1 1-1 0 0,1 0 0 0 0,1 0 0 0 0,-9 7 0 0 0,11-9 15 0 0,1 1 0 0 0,-1-1 0 0 0,1 1 0 0 0,0 0 0 0 0,0 0 0 0 0,-1 0 0 0 0,1 0 0 0 0,0 0 0 0 0,1 0 0 0 0,-1 0 0 0 0,0 0 0 0 0,0 0 0 0 0,1 0 0 0 0,-1 4 0 0 0,0 3-3 0 0,1 0 0 0 0,0 12 1 0 0,1-4 18 0 0,-1-11-6 0 0,1 1 0 0 0,0-1-1 0 0,0 0 1 0 0,4 10 0 0 0,0 0 0 0 0,6 24 0 0 0,-4-17-1 0 0,3 25 0 0 0,-1-6-13 0 0,1 10-7 0 0,3 42 12 0 0,-5-33 9 0 0,-4-34 5 0 0,0 34-1 0 0,-1-29-18 0 0,-3-30 39 0 0,1 0 0 0 0,-1 1 0 0 0,1-1 0 0 0,0 0 0 0 0,0 1-1 0 0,0-1 1 0 0,0 0 0 0 0,0 0 0 0 0,0 0 0 0 0,1 0 0 0 0,1 2 0 0 0,-2-3 13 0 0,1 0 1 0 0,-1 0 0 0 0,1 0-1 0 0,-1 0 1 0 0,1-1-1 0 0,-1 1 1 0 0,1-1-1 0 0,0 1 1 0 0,-1-1-1 0 0,1 1 1 0 0,0-1 0 0 0,3 0-1 0 0,24 1 227 0 0,-19-2-176 0 0,177 1-79 0 0,-185 1-1008 0 0,11-2 2192 0 0,-8-1-4858 0 0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2:06.4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 0 11682 0 0,'0'0'12431'0'0,"-4"1"-12463"0"0,1-1 31 0 0,3 0 1 0 0,-1 0 1 0 0,0 0-1 0 0,0 0 1 0 0,0 1-1 0 0,1-1 1 0 0,-1 0-1 0 0,0 0 1 0 0,0 0-1 0 0,1 1 0 0 0,-1-1 1 0 0,0 0-1 0 0,0 1 1 0 0,1-1-1 0 0,-1 0 1 0 0,0 1-1 0 0,1-1 1 0 0,-1 1-1 0 0,1-1 1 0 0,-1 1-1 0 0,0-1 0 0 0,1 1 1 0 0,-1 0-1 0 0,1-1 1 0 0,0 1-1 0 0,-1 0 1 0 0,1-1-1 0 0,-1 1 1 0 0,1 0-1 0 0,0 0 1 0 0,0-1-1 0 0,-1 2 0 0 0,1 77 226 0 0,1-74-186 0 0,0 1 0 0 0,0 0 0 0 0,0 0 0 0 0,1-1 0 0 0,0 1 0 0 0,0-1 0 0 0,5 9 0 0 0,2 2 158 0 0,11 15 0 0 0,-15-24-118 0 0,0-1-1 0 0,9 8 1 0 0,-7-7 1 0 0,-5-6-61 0 0,0 1-1 0 0,0-1 1 0 0,0 0-1 0 0,0 1 1 0 0,0-1-1 0 0,0 0 1 0 0,3 1 0 0 0,4-1-3076 0 0,-13-13-6506 0 0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2:07.0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69 4417 0 0,'0'0'16901'0'0,"10"-12"-16893"0"0,30-33-33 0 0,-39 44 23 0 0,-1 0 1 0 0,1 0-1 0 0,0 1 1 0 0,-1-1-1 0 0,1 0 1 0 0,0 0-1 0 0,0 1 1 0 0,-1-1-1 0 0,1 0 1 0 0,0 1-1 0 0,0-1 1 0 0,0 1 0 0 0,0-1-1 0 0,0 1 1 0 0,0 0-1 0 0,0-1 1 0 0,0 1-1 0 0,0 0 1 0 0,0 0-1 0 0,2 0 1 0 0,163 6 25 0 0,-92 0 391 0 0,-74 8-850 0 0,-7 82 380 0 0,7-66 63 0 0,1-1-1 0 0,2 1 1 0 0,0-1-1 0 0,10 34 1 0 0,2-5 33 0 0,9 31 20 0 0,-17-63-36 0 0,3 26 1 0 0,-4-21 25 0 0,-5-28-35 0 0,1 15 3 0 0,-2-17-19 0 0,0-1-1 0 0,0 1 1 0 0,0-1-1 0 0,0 1 1 0 0,0 0-1 0 0,-1-1 1 0 0,1 1-1 0 0,0-1 1 0 0,0 1-1 0 0,-1 0 1 0 0,1-1 0 0 0,0 1-1 0 0,0-1 1 0 0,-1 1-1 0 0,1-1 1 0 0,-1 1-1 0 0,1-1 1 0 0,0 0-1 0 0,-1 1 1 0 0,1-1-1 0 0,-1 1 1 0 0,1-1-1 0 0,-1 0 1 0 0,1 1-1 0 0,-1-1 1 0 0,0 0-1 0 0,-31 21-96 0 0,14-14-1274 0 0,0 0-1 0 0,0-1 1 0 0,-23 4 0 0 0,22-6-3693 0 0,5-1-5013 0 0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2:25.7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320 4 744 0 0,'0'0'7328'0'0,"4"0"-6230"0"0,46-3 4416 0 0,-39 10 2252 0 0,-13-7-7703 0 0,1 0-1 0 0,0 0 0 0 0,0 1 1 0 0,0-1-1 0 0,0 0 1 0 0,-1 1-1 0 0,1-1 1 0 0,0 1-1 0 0,-1 0 1 0 0,-9 3 368 0 0,-8 1 130 0 0,2-1-6 0 0,-28 3 0 0 0,-145 1 361 0 0,108-7-4268 0 0,74-5-889 0 0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2:26.1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 0 8426 0 0,'0'0'15682'0'0,"-4"3"-15632"0"0,3-2-38 0 0,-1 1 0 0 0,0-1 0 0 0,0 1 0 0 0,1-1 0 0 0,-1 1 0 0 0,1 0 0 0 0,0 0-1 0 0,-1-1 1 0 0,1 1 0 0 0,0 0 0 0 0,0 0 0 0 0,0 0 0 0 0,0 0 0 0 0,1 0 0 0 0,-1 1-1 0 0,0-1 1 0 0,1 0 0 0 0,0 0 0 0 0,-1 4 0 0 0,0 18 199 0 0,0 0-1 0 0,1 1 1 0 0,8 45 0 0 0,-5-57-114 0 0,1-1 1 0 0,11 23-1 0 0,-6-14-8 0 0,4 0-24 0 0,-11-18-540 0 0,0 0 0 0 0,0 0-1 0 0,0 0 1 0 0,0 0-1 0 0,0 0 1 0 0,-1 0-1 0 0,2 6 1 0 0,0-4-2295 0 0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2:26.5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7434 0 0,'0'0'10953'0'0,"33"4"-10291"0"0,105 13-179 0 0,-132-16-440 0 0,1 0-1 0 0,-1 0 1 0 0,1 1-1 0 0,-1 0 1 0 0,0 0-1 0 0,0 1 0 0 0,10 4 1 0 0,-16-6-36 0 0,22 12 115 0 0,0 1 1 0 0,-2 1-1 0 0,1 1 1 0 0,-2 1-1 0 0,0 0 1 0 0,-2 1-1 0 0,0 2 1 0 0,-1-1-1 0 0,0 2 0 0 0,13 24 1 0 0,-16-21-21 0 0,0 0 1 0 0,-2 1-1 0 0,9 29 1 0 0,-14-35-72 0 0,-2 1 0 0 0,0-1 0 0 0,-1 1 0 0 0,0 0 0 0 0,-2 20 0 0 0,0-32-28 0 0,-1 1 0 0 0,-1-1 0 0 0,1 0 0 0 0,-1 0 0 0 0,-1 0 0 0 0,0 0 0 0 0,0 0 1 0 0,0 0-1 0 0,-5 9 0 0 0,2-7-140 0 0,0-1 0 0 0,-1 0 1 0 0,0 0-1 0 0,0-1 1 0 0,-1 0-1 0 0,0 0 0 0 0,-1 0 1 0 0,0-1-1 0 0,0 0 1 0 0,-17 11-1 0 0,11-10-334 0 0,-1-1 0 0 0,1 0 0 0 0,-1-1 0 0 0,-1 0 0 0 0,1-1 0 0 0,-24 4 0 0 0,-1-2-4964 0 0,13-3-5095 0 0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2:27.2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207 58 4657 0 0,'0'0'20588'0'0,"-4"-10"-20401"0"0,-11-28-82 0 0,11 28-46 0 0,2 16-334 0 0,-1 2 239 0 0,-1 0-1 0 0,1 0 0 0 0,-9 12 1 0 0,-1 2 68 0 0,-32 52 35 0 0,19-33-26 0 0,14-19 24 0 0,0 1 1 0 0,2 0-1 0 0,1 0 1 0 0,0 1-1 0 0,2 0 1 0 0,-7 40 0 0 0,13-55-32 0 0,0 0 1 0 0,0 1 0 0 0,1-1 0 0 0,0 0 0 0 0,1 1 0 0 0,0-1 0 0 0,1 0-1 0 0,-1 0 1 0 0,2 0 0 0 0,-1 0 0 0 0,1 0 0 0 0,1 0 0 0 0,0-1 0 0 0,0 1-1 0 0,0-1 1 0 0,1 0 0 0 0,0 0 0 0 0,1-1 0 0 0,0 1 0 0 0,11 9 0 0 0,10 8-232 0 0,1-1-1 0 0,34 22 1 0 0,-35-29-2666 0 0,32 15-1 0 0,-36-20-2717 0 0,-5-2-5504 0 0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2:27.8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73 2513 0 0,'0'0'23184'0'0,"3"-12"-22857"0"0,9-36-124 0 0,-8 36-111 0 0,-1 11-112 0 0,-2 6-115 0 0,9 48 45 0 0,27 79 1 0 0,-19-73 87 0 0,9 31 33 0 0,19 66 45 0 0,-45-151-72 0 0,-1-1 0 0 0,1 1 0 0 0,0 7 0 0 0,-1-10-5 0 0,0 0-1 0 0,-1-1 0 0 0,1 1 1 0 0,0 0-1 0 0,0-1 1 0 0,-1 1-1 0 0,1 0 1 0 0,-1-1-1 0 0,0 1 0 0 0,1-1 1 0 0,-1 1-1 0 0,0-1 1 0 0,-1 2-1 0 0,-2 3-68 0 0,4-5-22 0 0,0-1 1 0 0,0 1 0 0 0,-1-1-1 0 0,1 1 1 0 0,0-1 0 0 0,-1 1-1 0 0,1-1 1 0 0,0 1 0 0 0,-1-1-1 0 0,1 1 1 0 0,-1-1-1 0 0,1 0 1 0 0,-1 1 0 0 0,1-1-1 0 0,0 0 1 0 0,-1 1 0 0 0,0-1-1 0 0,1 0 1 0 0,-1 0 0 0 0,1 1-1 0 0,-1-1 1 0 0,1 0-1 0 0,-1 0 1 0 0,1 0 0 0 0,-1 0-1 0 0,0 0 1 0 0,0 0 0 0 0,-3-39-14443 0 0,2 28 10302 0 0,0 0-458 0 0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2:28.3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131 61 8362 0 0,'0'0'15966'0'0,"-13"-10"-15683"0"0,-37-29-103 0 0,49 38-174 0 0,-14-9 123 0 0,13 11-107 0 0,1-1-22 0 0,1 0 1 0 0,-1 0-1 0 0,0 1 1 0 0,0-1-1 0 0,1 0 1 0 0,-1 1-1 0 0,0-1 1 0 0,0 0-1 0 0,1 1 0 0 0,-1-1 1 0 0,0 1-1 0 0,1-1 1 0 0,-1 1-1 0 0,1 0 1 0 0,-1-1-1 0 0,0 1 1 0 0,1-1-1 0 0,-1 1 0 0 0,1 0 1 0 0,-1 0-1 0 0,-9 19 25 0 0,9-17-16 0 0,-1 5 14 0 0,0-1 1 0 0,1 1 0 0 0,0-1 0 0 0,0 1 0 0 0,0 10-1 0 0,1-17-19 0 0,0-1 0 0 0,0 1 1 0 0,0 0-1 0 0,0 0 0 0 0,-1 0 0 0 0,1 0 0 0 0,0-1 0 0 0,-1 1 0 0 0,1 0 0 0 0,0 0 0 0 0,-1-1 0 0 0,1 1 0 0 0,-1 0 0 0 0,1-1 0 0 0,-1 1 0 0 0,0 0 0 0 0,1-1 0 0 0,-1 1 1 0 0,0-1-1 0 0,1 1 0 0 0,-2 0 0 0 0,2-1 44 0 0,0 0-46 0 0,0 0 0 0 0,0 0 0 0 0,-1 1 1 0 0,1-1-1 0 0,0 0 0 0 0,0 0 1 0 0,0 1-1 0 0,0-1 0 0 0,-1 0 0 0 0,1 0 1 0 0,0 0-1 0 0,0 0 0 0 0,0 1 0 0 0,-1-1 1 0 0,1 0-1 0 0,0 0 0 0 0,0 0 0 0 0,0 0 1 0 0,-1 0-1 0 0,1 0 0 0 0,-1 1 0 0 0,-1 0 161 0 0,9 1 86 0 0,50 9 272 0 0,23 4-364 0 0,192 14-1756 0 0,-256-26-809 0 0,-4 3-6300 0 0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2:31.6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54 72 9450 0 0,'0'0'14223'0'0,"-7"-11"-13531"0"0,-23-32-96 0 0,29 42-525 0 0,1-1 0 0 0,-1 1 0 0 0,0 0 0 0 0,0-1 0 0 0,0 1 0 0 0,0 0 0 0 0,0 0 0 0 0,0 0 0 0 0,0 0 0 0 0,0 0 0 0 0,-2-1 0 0 0,-1-1 470 0 0,60 69 647 0 0,-26-28-1184 0 0,310 340 79 0 0,-310-345-83 0 0,44 42 5 0 0,-65-66-2 0 0,5 3 4 0 0,15 16 0 0 0,-20-21-112 0 0,-8-6-42 0 0,-2-5-1771 0 0,0 2 1632 0 0,-1-1-1 0 0,1 1 0 0 0,-1 0 0 0 0,0 0 1 0 0,1 0-1 0 0,-1 0 0 0 0,-2-2 0 0 0,-6-7-1162 0 0,-1-3-1860 0 0,-13-25-1 0 0,-3-17-6599 0 0,21 43 4699 0 0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2:31.9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269 90 3769 0 0,'0'0'20804'0'0,"-8"-14"-20168"0"0,-26-43-67 0 0,33 55-518 0 0,-1 0 1 0 0,1 1 0 0 0,0-1 0 0 0,-1 0 0 0 0,1 1 0 0 0,-1-1 0 0 0,1 1 0 0 0,-3-2 0 0 0,4 3-32 0 0,-1-1-1 0 0,1 1 1 0 0,-1 0-1 0 0,1 0 1 0 0,-1 0-1 0 0,1 0 1 0 0,-1 0-1 0 0,0-1 1 0 0,1 1-1 0 0,-1 0 1 0 0,1 0-1 0 0,-1 0 1 0 0,1 0-1 0 0,-1 0 1 0 0,0 1-1 0 0,-2-1 110 0 0,1-1-88 0 0,0 1 1 0 0,0 0-1 0 0,0 0 1 0 0,1 0 0 0 0,-1 0-1 0 0,0 0 1 0 0,0 0-1 0 0,0 1 1 0 0,0-1-1 0 0,0 1 1 0 0,1-1-1 0 0,-1 1 1 0 0,0 0 0 0 0,0-1-1 0 0,1 1 1 0 0,-1 0-1 0 0,0 0 1 0 0,1 0-1 0 0,-1 0 1 0 0,1 1 0 0 0,0-1-1 0 0,-1 0 1 0 0,1 1-1 0 0,0-1 1 0 0,0 1-1 0 0,0-1 1 0 0,-2 4 0 0 0,-1 3-17 0 0,0 0 1 0 0,0 1 0 0 0,1-1 0 0 0,-3 14 0 0 0,5-15 26 0 0,-5 20 56 0 0,2 0-1 0 0,1 1 0 0 0,0 41 0 0 0,-3 34 108 0 0,3-81-206 0 0,2-11 10 0 0,0 0 0 0 0,-5 19 0 0 0,1-15 23 0 0,-15 45-11 0 0,17-53-38 0 0,0 0 0 0 0,-1 0 0 0 0,0 0 0 0 0,0-1-1 0 0,-9 12 1 0 0,4-8-966 0 0,0 0 0 0 0,-13 22 0 0 0,20-26-772 0 0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2:32.6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5 118 8018 0 0,'0'0'12930'0'0,"0"6"-12816"0"0,-1-2-94 0 0,-3 58 663 0 0,5-61-651 0 0,-1 0 1 0 0,0 1 0 0 0,1-1 0 0 0,-1 0-1 0 0,1 1 1 0 0,0-1 0 0 0,-1 0 0 0 0,1 0-1 0 0,0 1 1 0 0,0-1 0 0 0,0 0 0 0 0,0 0 0 0 0,0 0-1 0 0,0 0 1 0 0,0 0 0 0 0,0-1 0 0 0,0 1-1 0 0,0 0 1 0 0,0 0 0 0 0,2 0 0 0 0,27 13 330 0 0,-30-14-354 0 0,9 4 88 0 0,1-1 0 0 0,-1-1 0 0 0,0 0 0 0 0,16 2 0 0 0,38-2 277 0 0,-46-2-260 0 0,-10-1-49 0 0,0 1-1 0 0,0-1 1 0 0,0 0 0 0 0,-1 0-1 0 0,1-1 1 0 0,-1 0-1 0 0,1 0 1 0 0,-1-1-1 0 0,11-5 1 0 0,-14 6-24 0 0,0 0-1 0 0,0 1 1 0 0,0-1 0 0 0,-1 0 0 0 0,1-1 0 0 0,-1 1 0 0 0,0 0-1 0 0,1-1 1 0 0,-1 1 0 0 0,0-1 0 0 0,0 0 0 0 0,-1 0-1 0 0,1 1 1 0 0,-1-1 0 0 0,1 0 0 0 0,-1-1 0 0 0,0 1 0 0 0,0 0-1 0 0,0 0 1 0 0,-1 0 0 0 0,1-1 0 0 0,0-4 0 0 0,-2 3-31 0 0,1 0 1 0 0,-1 0 0 0 0,0-1-1 0 0,-1 1 1 0 0,1 0-1 0 0,-1 0 1 0 0,0 0 0 0 0,0 0-1 0 0,-1 0 1 0 0,1 1 0 0 0,-1-1-1 0 0,0 1 1 0 0,-1-1-1 0 0,1 1 1 0 0,-1 0 0 0 0,-4-4-1 0 0,-3-2-14 0 0,-1 0-1 0 0,0 1 0 0 0,0 1 1 0 0,-22-12-1 0 0,28 17-26 0 0,0 1 0 0 0,0 0 0 0 0,0 0 0 0 0,-1 0 0 0 0,1 1 0 0 0,0 0 1 0 0,-1 0-1 0 0,1 1 0 0 0,-12 0 0 0 0,17 0 23 0 0,0 0-1 0 0,0 0 1 0 0,0 1 0 0 0,0-1 0 0 0,1 1-1 0 0,-1-1 1 0 0,0 0 0 0 0,0 1 0 0 0,0-1 0 0 0,0 1-1 0 0,1 0 1 0 0,-1-1 0 0 0,0 1 0 0 0,1 0 0 0 0,-1-1-1 0 0,0 1 1 0 0,1 0 0 0 0,-1 0 0 0 0,1 0-1 0 0,-1-1 1 0 0,1 1 0 0 0,0 0 0 0 0,-1 0 0 0 0,1 0-1 0 0,-1 1 1 0 0,-4 24-81 0 0,4-14 85 0 0,1-11 3 0 0,0 1 0 0 0,0 0 1 0 0,0-1-1 0 0,0 1 0 0 0,-1 0 0 0 0,1-1 0 0 0,0 1 0 0 0,-1-1 0 0 0,1 1 1 0 0,-2 2-1 0 0,0 3-14 0 0,2-6 4 0 0,0-1 0 0 0,0 0-1 0 0,0 1 1 0 0,0-1 0 0 0,0 1 0 0 0,-1-1 0 0 0,1 1-1 0 0,0-1 1 0 0,0 1 0 0 0,0-1 0 0 0,0 0 0 0 0,-1 1-1 0 0,1-1 1 0 0,0 1 0 0 0,0-1 0 0 0,-1 0 0 0 0,1 1-1 0 0,0-1 1 0 0,-1 0 0 0 0,1 1 0 0 0,0-1 0 0 0,-1 0-1 0 0,1 0 1 0 0,-1 1 0 0 0,-2 0-561 0 0,0 0-1 0 0,0 0 1 0 0,0 0-1 0 0,0-1 1 0 0,0 1 0 0 0,-1-1-1 0 0,1 0 1 0 0,0 0-1 0 0,-4 0 1 0 0,-15-4-9395 0 0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2:33.1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297 3 3441 0 0,'0'0'19292'0'0,"5"2"-18905"0"0,-4-2-362 0 0,0 1 0 0 0,0-1 0 0 0,1 1 0 0 0,-1 0 0 0 0,0-1 0 0 0,0 1 0 0 0,-1 0 0 0 0,1-1 1 0 0,0 1-1 0 0,0 0 0 0 0,1 1 0 0 0,-2-2-17 0 0,0 0 1 0 0,0 1 0 0 0,-1-1-1 0 0,1 0 1 0 0,0 0-1 0 0,0 0 1 0 0,0 1-1 0 0,0-1 1 0 0,0 0-1 0 0,-1 0 1 0 0,1 0-1 0 0,0 0 1 0 0,0 0 0 0 0,0 1-1 0 0,-1-1 1 0 0,1 0-1 0 0,0 0 1 0 0,0 0-1 0 0,0 0 1 0 0,-1 0-1 0 0,1 0 1 0 0,0 0 0 0 0,0 0-1 0 0,-1 0 1 0 0,1 0-1 0 0,0 0 1 0 0,0 0-1 0 0,-1 0 1 0 0,1 0-1 0 0,0 0 1 0 0,0 0-1 0 0,-1 0 1 0 0,1 0 0 0 0,0 0-1 0 0,-44-4 488 0 0,23 2-359 0 0,20 2-130 0 0,-169-10 280 0 0,120 10-1257 0 0,28 0-5427 0 0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2:33.3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352 91 8138 0 0,'0'0'10650'0'0,"-180"-79"-10490"0"0,156 74-96 0 0,-2-2-56 0 0,-1 7-64 0 0,-1 0-184 0 0,-1 0-856 0 0,8 0-1753 0 0,5 0-8353 0 0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2:35.5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30 4153 0 0,'0'0'11257'0'0,"-3"-5"-10569"0"0,-11-19 5241 0 0,17 24-5110 0 0,2 3-1379 0 0,35 35 479 0 0,2 3 107 0 0,2 3 8 0 0,-23-22-10 0 0,35 29-1 0 0,-35-33 6 0 0,13 11 53 0 0,71 46 0 0 0,-51-37-246 0 0,-51-36 1523 0 0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2:35.7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275 1 4401 0 0,'0'0'16457'0'0,"-27"10"-16153"0"0,-87 34-69 0 0,77-29-114 0 0,27-8-37 0 0,3-1-47 0 0,-2 1-23 0 0,0 0 0 0 0,1 1 0 0 0,0 0-1 0 0,-11 14 1 0 0,3 4-2649 0 0,12-15-819 0 0,4-10 2830 0 0,0-1 0 0 0,-1 1-1 0 0,1 0 1 0 0,0 0 0 0 0,-1 0-1 0 0,1 0 1 0 0,0 0 0 0 0,-1 0-1 0 0,1 0 1 0 0,-1 0 0 0 0,0-1-1 0 0,0 2 1 0 0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2:36.2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334 71 7826 0 0,'0'0'12813'0'0,"-34"-11"-12105"0"0,-102-32-201 0 0,89 28-203 0 0,31 14-90 0 0,6 1-135 0 0,-1 0 17 0 0,4 0-65 0 0,1 0 1 0 0,0 0-1 0 0,-9 1 0 0 0,14 0-30 0 0,-1-1 0 0 0,1 0-1 0 0,-1 1 1 0 0,1-1 0 0 0,-1 1-1 0 0,1 0 1 0 0,-1-1 0 0 0,1 1-1 0 0,0 0 1 0 0,-1 0 0 0 0,1 0-1 0 0,0 0 1 0 0,0 0 0 0 0,-1 0-1 0 0,1 0 1 0 0,0 0 0 0 0,0 1-1 0 0,-1 0 1 0 0,-1 4 15 0 0,0 0 1 0 0,1 0-1 0 0,-1 0 1 0 0,1 0-1 0 0,0 0 1 0 0,1 1-1 0 0,0-1 1 0 0,-1 0-1 0 0,2 1 1 0 0,-1-1-1 0 0,1 1 1 0 0,0-1-1 0 0,1 1 1 0 0,-1-1-1 0 0,1 1 1 0 0,0-1-1 0 0,1 0 1 0 0,4 12-1 0 0,10 14 64 0 0,34 48-1 0 0,29 25 143 0 0,-4-4-116 0 0,-68-92-106 0 0,0 1-1 0 0,-2 0 1 0 0,1 1-1 0 0,-1-1 1 0 0,0 1 0 0 0,-1 0-1 0 0,-1 0 1 0 0,0 0-1 0 0,0 0 1 0 0,-1 1-1 0 0,0-1 1 0 0,0 14 0 0 0,-2-11-5 0 0,1-11 7 0 0,-1 0-1 0 0,0 1 1 0 0,0-1 0 0 0,0 0 0 0 0,0 1-1 0 0,0-1 1 0 0,-1 0 0 0 0,0 1 0 0 0,1-1-1 0 0,-1 0 1 0 0,0 0 0 0 0,-1 0 0 0 0,1 0-1 0 0,-2 3 1 0 0,3-5 19 0 0,-1-1 0 0 0,1 1 0 0 0,0-1 0 0 0,-1 1 0 0 0,1-1 0 0 0,0 1 0 0 0,-1 0 0 0 0,1-1-1 0 0,0 1 1 0 0,0-1 0 0 0,0 1 0 0 0,0 0 0 0 0,0 0 0 0 0,0 0-3 0 0,0-1 0 0 0,0 0-1 0 0,0 0 1 0 0,0 0 0 0 0,0 0-1 0 0,0 1 1 0 0,0-1 0 0 0,0 0 0 0 0,0 0-1 0 0,0 0 1 0 0,0 0 0 0 0,0 0-1 0 0,0 1 1 0 0,1-1 0 0 0,-1 0-1 0 0,0 0 1 0 0,0 0 0 0 0,0 0 0 0 0,0 0-1 0 0,0 0 1 0 0,0 0 0 0 0,1 1-1 0 0,-1-1 1 0 0,0 0 0 0 0,0 0 0 0 0,0 0-1 0 0,0 0 1 0 0,1 0 0 0 0,-1 0-1 0 0,0 0 1 0 0,0 0 0 0 0,0 0 0 0 0,0 0-1 0 0,1 0 1 0 0,-1 0 0 0 0,0 0-1 0 0,0 0 1 0 0,0 0 0 0 0,0 0-1 0 0,0 0 1 0 0,1 0 0 0 0,-1 0 0 0 0,0 0-1 0 0,0 0 1 0 0,0-1 0 0 0,0 1-1 0 0,1 0 1 0 0,-1 0 0 0 0,0 0 0 0 0,0 0-1 0 0,22-10-1458 0 0,28-18 0 0 0,-27 13-2949 0 0,-1-1-3377 0 0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2:36.6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177 122 3793 0 0,'0'0'18481'0'0,"-29"-11"-18485"0"0,29 11 4 0 0,-118-43 3 0 0,116 42-2 0 0,-1 0 0 0 0,1 1 0 0 0,-1-1 1 0 0,1 1-1 0 0,-1-1 0 0 0,0 1 0 0 0,-4 0 0 0 0,6 0 0 0 0,1 0 0 0 0,0 0-1 0 0,0 0 1 0 0,0 0-1 0 0,-1 0 1 0 0,1 1-1 0 0,0-1 1 0 0,0 0-1 0 0,0 0 1 0 0,-1 0 0 0 0,1 0-1 0 0,0 0 1 0 0,0 1-1 0 0,0-1 1 0 0,0 0-1 0 0,0 0 1 0 0,-1 0 0 0 0,1 0-1 0 0,0 1 1 0 0,0-1-1 0 0,0 0 1 0 0,0 0-1 0 0,0 1 1 0 0,0-1-1 0 0,0 0 1 0 0,0 0 0 0 0,0 0-1 0 0,0 1 1 0 0,0-1-1 0 0,0 0 1 0 0,0 0-1 0 0,0 1 1 0 0,0-1 0 0 0,0 0-1 0 0,0 9 43 0 0,0 0-1 0 0,1 0 0 0 0,0 0 1 0 0,1 0-1 0 0,-1-1 1 0 0,2 1-1 0 0,-1 0 0 0 0,1-1 1 0 0,1 0-1 0 0,-1 0 1 0 0,2 0-1 0 0,-1 0 0 0 0,1 0 1 0 0,9 10-1 0 0,-5-6 2 0 0,1-1 0 0 0,1-1 0 0 0,0 0 0 0 0,0-1 0 0 0,1 0-1 0 0,0-1 1 0 0,1 0 0 0 0,0 0 0 0 0,0-2 0 0 0,0 0 0 0 0,1 0 0 0 0,0-1 0 0 0,0-1-1 0 0,0 0 1 0 0,1-1 0 0 0,-1-1 0 0 0,1 0 0 0 0,23 0 0 0 0,-34-2-9 0 0,0-1 0 0 0,0 1 0 0 0,0-1 1 0 0,0 0-1 0 0,0 0 0 0 0,0 0 0 0 0,0 0 0 0 0,0-1 1 0 0,-1 1-1 0 0,1-1 0 0 0,0 0 0 0 0,-1 0 0 0 0,0-1 1 0 0,1 1-1 0 0,-1-1 0 0 0,0 1 0 0 0,4-6 1 0 0,-4 4-15 0 0,0 0 1 0 0,0 0 0 0 0,-1-1-1 0 0,1 1 1 0 0,-1 0 0 0 0,-1-1-1 0 0,1 0 1 0 0,0 1 0 0 0,-1-1-1 0 0,0 0 1 0 0,0 0 0 0 0,-1 0 0 0 0,1-9-1 0 0,-1 4-38 0 0,-1 0-1 0 0,-1 1 0 0 0,1-1 0 0 0,-1 1 1 0 0,-1-1-1 0 0,0 1 0 0 0,0 0 1 0 0,-1 0-1 0 0,0 0 0 0 0,-8-13 1 0 0,4 11-36 0 0,1 0 1 0 0,-1 1-1 0 0,-1 0 1 0 0,0 0-1 0 0,-1 1 1 0 0,0 0-1 0 0,-13-9 0 0 0,17 14-151 0 0,0 1-1 0 0,-1 0 0 0 0,1 1 1 0 0,0 0-1 0 0,-1 0 0 0 0,0 0 1 0 0,0 1-1 0 0,1 0 0 0 0,-1 0 0 0 0,0 0 1 0 0,0 1-1 0 0,0 0 0 0 0,0 1 1 0 0,0 0-1 0 0,-9 2 0 0 0,10-1-656 0 0,1 0-1 0 0,0 0 1 0 0,0 1 0 0 0,0 0-1 0 0,0 0 1 0 0,1 0 0 0 0,-1 0-1 0 0,1 1 1 0 0,-6 6-1 0 0,-3 2-3844 0 0,0-3-2793 0 0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2:37.1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9 11658 0 0,'0'0'11627'0'0,"14"-2"-11883"0"0,45-4 161 0 0,-57 6 90 0 0,-1 0 0 0 0,1 0 0 0 0,-1 0 0 0 0,0 0 0 0 0,1 0 0 0 0,-1 0 1 0 0,0 1-1 0 0,1-1 0 0 0,-1 0 0 0 0,0 1 0 0 0,1-1 0 0 0,-1 1 0 0 0,0 0 0 0 0,1-1 0 0 0,-1 1 0 0 0,0 0 0 0 0,0 0 0 0 0,0-1 0 0 0,0 1 0 0 0,0 0 0 0 0,0 0 0 0 0,0 0 0 0 0,0 0 0 0 0,0 1 0 0 0,-1-1 0 0 0,1 0 0 0 0,1 3 0 0 0,1 1-16 0 0,52 86-182 0 0,-22-36 127 0 0,-17-20 29 0 0,-1 0 0 0 0,-2 1 0 0 0,10 43 0 0 0,-15-40-41 0 0,-2 0-1 0 0,2 49 0 0 0,-7-25 49 0 0,-1-63 49 0 0,0 0 1 0 0,0 0-1 0 0,0 1 0 0 0,0-1 1 0 0,0 0-1 0 0,1 0 1 0 0,-1 0-1 0 0,0 0 0 0 0,0 1 1 0 0,0-1-1 0 0,0 0 1 0 0,0 0-1 0 0,0 0 0 0 0,0 1 1 0 0,0-1-1 0 0,1 0 1 0 0,-1 0-1 0 0,0 0 0 0 0,0 0 1 0 0,0 0-1 0 0,0 1 1 0 0,0-1-1 0 0,1 0 0 0 0,-1 0 1 0 0,0 0-1 0 0,0 0 1 0 0,0 0-1 0 0,1 0 0 0 0,-1 0 1 0 0,0 0-1 0 0,0 0 1 0 0,0 0-1 0 0,1 0 0 0 0,-1 0 1 0 0,0 0-1 0 0,-1 1 2 0 0,-2 0-203 0 0,-29 7-788 0 0,0-1 1 0 0,-52 5-1 0 0,12-7-2882 0 0,12-1-3796 0 0,42-2-41 0 0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2:37.6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0 11779 0 0,'0'0'9075'0'0,"-1"9"-8993"0"0,0 1-56 0 0,-1 2 53 0 0,1 0 0 0 0,1 0 0 0 0,1 24 0 0 0,2-24 30 0 0,0 1 0 0 0,1-1 1 0 0,7 16-1 0 0,-1-3 23 0 0,23 60-692 0 0,-23-65-1833 0 0,-2-6-1980 0 0,-2-5-1474 0 0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2:37.8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291 32 11138 0 0,'0'0'11859'0'0,"-191"-32"-11827"0"0,174 32-24 0 0,-6 0-72 0 0,0 4-464 0 0,4 3-1033 0 0,2-2-2031 0 0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2:38.8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73 79 0 0 0,'0'0'13572'0'0,"-8"-9"-12682"0"0,-24-28-27 0 0,29 32-160 0 0,-1 1 0 0 0,0-1 0 0 0,-1 1 0 0 0,-6-5 0 0 0,5 4 473 0 0,27 25 3493 0 0,24 21-5061 0 0,-11-10 434 0 0,65 52 15 0 0,71 36-50 0 0,-159-111-547 0 0,1-1 1 0 0,0 0 0 0 0,1-1 0 0 0,0 0-1 0 0,26 7 1 0 0,-39-13 275 0 0,1 1 0 0 0,-1-1 0 0 0,1 0 0 0 0,0 0 0 0 0,-1 0-1 0 0,1 0 1 0 0,0 0 0 0 0,-1 0 0 0 0,1 0 0 0 0,0 0 0 0 0,-1 0 0 0 0,1 0-1 0 0,-1 0 1 0 0,1 0 0 0 0,1-1 0 0 0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2:39.1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332 1 6337 0 0,'0'0'16316'0'0,"-30"11"-16075"0"0,-91 35-82 0 0,92-31-102 0 0,20-7-8 0 0,9-8-47 0 0,-13 17 85 0 0,1 0 1 0 0,1 0-1 0 0,-14 30 0 0 0,18-33-439 0 0,0 0-1 0 0,0-1 0 0 0,-15 19 0 0 0,4-10-3783 0 0,-2-4-4562 0 0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2:39.7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246 140 9722 0 0,'0'0'14997'0'0,"-30"-23"-14916"0"0,-92-70-34 0 0,92 72-38 0 0,21 18-6 0 0,8 3-4 0 0,-1 0 0 0 0,0 0 0 0 0,0 1 0 0 0,0-1 0 0 0,0 0 1 0 0,0 1-1 0 0,0-1 0 0 0,1 1 0 0 0,-1 0 0 0 0,0-1 0 0 0,0 1 1 0 0,1 0-1 0 0,-1 0 0 0 0,1 0 0 0 0,-1 0 0 0 0,1 1 0 0 0,-3 2 1 0 0,2-2-4 0 0,0 1 1 0 0,0 0 0 0 0,0 0 0 0 0,0-1-1 0 0,1 1 1 0 0,0 1 0 0 0,-1-1-1 0 0,1 0 1 0 0,-1 5 0 0 0,0 5-8 0 0,1 1 0 0 0,0 0-1 0 0,1 25 1 0 0,0-36 12 0 0,1 5 9 0 0,0 1 0 0 0,1 0 0 0 0,0-1 0 0 0,0 1 0 0 0,6 12 0 0 0,21 42 54 0 0,-16-37-46 0 0,51 115 38 0 0,-55-120-55 0 0,-1-1-1 0 0,-1 1 0 0 0,-1 1 0 0 0,-1-1 0 0 0,0 1 0 0 0,-2 0 0 0 0,2 37 1 0 0,-7 5 407 0 0,3-63-359 0 0,1-1-1 0 0,-1 1 1 0 0,0-1 0 0 0,1 0 0 0 0,-1 1 0 0 0,1-1 0 0 0,-1 0 0 0 0,1 0-1 0 0,-1 0 1 0 0,3 0 0 0 0,28 0-209 0 0,2 1 375 0 0,48-6 0 0 0,-69 3-968 0 0,0-1 0 0 0,17-5-1 0 0,-21 5-799 0 0,1-1-1 0 0,-1-1 0 0 0,16-9 1 0 0,-8 3-7542 0 0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2:40.0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1 10842 0 0,'0'0'11608'0'0,"-1"8"-11629"0"0,1-1 34 0 0,-1-2-2 0 0,0 0 1 0 0,1 0-1 0 0,-1 0 0 0 0,1-1 0 0 0,1 1 0 0 0,-1 0 0 0 0,1 0 0 0 0,-1 0 1 0 0,1-1-1 0 0,3 7 0 0 0,10 24 62 0 0,2-1 1 0 0,24 36-1 0 0,-30-51-689 0 0,-9-15-309 0 0,1 0 1 0 0,0-1-1 0 0,1 1 1 0 0,-1 0 0 0 0,4 4-1 0 0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2:40.5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50 8714 0 0,'0'0'14536'0'0,"4"-9"-14644"0"0,-1 2 85 0 0,1-1-1 0 0,8-12 1 0 0,-12 20 21 0 0,1-1 0 0 0,-1 1 0 0 0,1-1 0 0 0,-1 1 1 0 0,1 0-1 0 0,-1-1 0 0 0,1 1 0 0 0,-1 0 0 0 0,1-1 0 0 0,-1 1 1 0 0,1 0-1 0 0,-1 0 0 0 0,1-1 0 0 0,-1 1 0 0 0,1 0 1 0 0,0 0-1 0 0,-1 0 0 0 0,1 0 0 0 0,-1 0 0 0 0,1 0 0 0 0,-1 0 1 0 0,1 0-1 0 0,1 0 0 0 0,12 6-23 0 0,-8-3 19 0 0,103 43 7 0 0,-90-38 60 0 0,1-1 0 0 0,1-1 0 0 0,-1 0 0 0 0,1-2-1 0 0,0 0 1 0 0,0-2 0 0 0,28 0 0 0 0,-49-2-21 0 0,-8 4-958 0 0,0 1 903 0 0,1 0 0 0 0,-1 1-1 0 0,1 0 1 0 0,0 0 0 0 0,0 0-1 0 0,1 1 1 0 0,0 0 0 0 0,0 0-1 0 0,1 1 1 0 0,0-1-1 0 0,0 1 1 0 0,0 1 0 0 0,1-1-1 0 0,1 0 1 0 0,-1 1 0 0 0,1 0-1 0 0,1 0 1 0 0,0 0-1 0 0,0 0 1 0 0,-1 16 0 0 0,3 69 104 0 0,1-85-77 0 0,0 0 0 0 0,1 0 0 0 0,0 0 0 0 0,0 0 0 0 0,4 9 0 0 0,21 43 65 0 0,-25-57-67 0 0,11 20 64 0 0,1-1 0 0 0,19 24 1 0 0,-31-44-72 0 0,-1 0 1 0 0,1 0 0 0 0,-1 0 0 0 0,1 0 0 0 0,0 3 0 0 0,-2-5-16 0 0,1-1 0 0 0,-1 1 0 0 0,0 0 1 0 0,0 0-1 0 0,1-1 0 0 0,-1 1 0 0 0,0 0 0 0 0,0 0 0 0 0,0-1 1 0 0,0 1-1 0 0,0 0 0 0 0,0 0 0 0 0,0-1 0 0 0,0 1 0 0 0,-1 0 0 0 0,1 0 1 0 0,0-1-1 0 0,0 1 0 0 0,0 0 0 0 0,-1-1 0 0 0,1 1 0 0 0,0 0 0 0 0,-1-1 1 0 0,1 1-1 0 0,-1 0 0 0 0,1-1 0 0 0,-1 1 0 0 0,1-1 0 0 0,-2 2 0 0 0,-9 2-700 0 0,-1 1 1 0 0,0-1-1 0 0,0-1 0 0 0,0 0 0 0 0,0-1 0 0 0,-20 2 0 0 0,-18 3-8181 0 0,35-5 346 0 0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2:41.9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67 132 376 0 0,'0'0'17410'0'0,"-8"-13"-16221"0"0,-22-41-76 0 0,9 10 2369 0 0,20 42-3024 0 0,-1-1 0 0 0,1 0-1 0 0,0 0 1 0 0,-1-6 775 0 0,9 11-1245 0 0,-3-1 14 0 0,-1 1 0 0 0,0 0 0 0 0,0 0 0 0 0,0 1 0 0 0,0-1 0 0 0,0 1 0 0 0,3 3 0 0 0,17 21 9 0 0,-22-25-9 0 0,86 100 31 0 0,14 18 47 0 0,1 17 14 0 0,90 116 10 0 0,-186-246-107 0 0,4 6 20 0 0,0-1 1 0 0,13 23-1 0 0,-22-33-333 0 0,-3-7-117 0 0,-4-9-429 0 0,-50-79-6076 0 0,21 30-2355 0 0,25 47 2220 0 0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2:42.3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338 112 5881 0 0,'0'0'20850'0'0,"-3"-18"-20379"0"0,-8-55-70 0 0,7 54 214 0 0,3 17-375 0 0,1 3-53 0 0,0 10-97 0 0,-1-3-84 0 0,0 0-1 0 0,0 0 1 0 0,-1 0-1 0 0,-3 9 1 0 0,-1 6 20 0 0,1-7-20 0 0,0 0 0 0 0,-1 0-1 0 0,-9 15 1 0 0,-4 11 20 0 0,-10 28 47 0 0,-18 47 41 0 0,-4 29 14 0 0,22-63-163 0 0,28-80 31 0 0,-49 132-1 0 0,43-121-777 0 0,0 0 0 0 0,-1 0-1 0 0,-11 16 1 0 0,14-21-640 0 0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2:42.7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 1 11747 0 0,'0'0'13650'0'0,"-2"6"-13558"0"0,1-4-87 0 0,-3 6 69 0 0,1 0 0 0 0,0 0 0 0 0,0 0 0 0 0,1 0 0 0 0,0 1 0 0 0,-1 15 0 0 0,3-8 38 0 0,0 1 1 0 0,1-1-1 0 0,1 1 0 0 0,0-1 0 0 0,1 0 1 0 0,6 17-1 0 0,24 49 247 0 0,-11-30-505 0 0,-20-47-61 0 0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2:43.2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346 1 6785 0 0,'0'0'14126'0'0,"-12"0"-13358"0"0,-86 5 794 0 0,25 1-654 0 0,-14 0-761 0 0,29-8-2846 0 0,57 2 2110 0 0,-1 0 0 0 0,1-1 0 0 0,-1 1 0 0 0,1 0 0 0 0,-1-1 0 0 0,1 0 0 0 0,0 1 0 0 0,-1-1 0 0 0,1 0 0 0 0,-3-1 0 0 0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2:43.5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342 59 11763 0 0,'0'0'9871'0'0,"-31"-10"-9392"0"0,-94-27-219 0 0,84 26-161 0 0,28 10-43 0 0,4 2-30 0 0,0-1-258 0 0,-1-1-1 0 0,0 2 1 0 0,0 0-1 0 0,1 0 0 0 0,-1 1 1 0 0,0 0-1 0 0,-16 6 1 0 0,15-3-1243 0 0,-6 2-4828 0 0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2:44.1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2 6489 0 0,'0'0'15634'0'0,"-3"-1"-15588"0"0,-5 1-21 0 0,6 1 30 0 0,12 10 114 0 0,-3-3-85 0 0,21 18 105 0 0,1-1 0 0 0,1-1 0 0 0,37 22 0 0 0,-31-22-102 0 0,82 45-15 0 0,-43-26-456 0 0,-31-21-1279 0 0,-21-11-1451 0 0,-17-9 1870 0 0,-3-2-981 0 0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2:44.3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204 1 8490 0 0,'0'0'15893'0'0,"-20"6"-15780"0"0,-63 22-30 0 0,79-27-74 0 0,1 1 0 0 0,0-1 0 0 0,-1 1 0 0 0,1 0 0 0 0,-6 4 0 0 0,8-6-7 0 0,1 1 1 0 0,-1 0 0 0 0,0-1 0 0 0,1 1 0 0 0,-1 0 0 0 0,1 0 0 0 0,0-1-1 0 0,-1 1 1 0 0,1 0 0 0 0,-1 0 0 0 0,1 0 0 0 0,0 1 0 0 0,-3 4 14 0 0,-8 14-171 0 0,2 1 0 0 0,0 0 0 0 0,-11 38-1 0 0,18-54-701 0 0,1-1-1 0 0,-1 1 0 0 0,-4 7 0 0 0,1-4-3503 0 0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2:44.9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312 25 12611 0 0,'0'0'9710'0'0,"-32"-4"-9319"0"0,-104-11-133 0 0,118 12-152 0 0,-26 1 0 0 0,36 2-76 0 0,-2 0-8 0 0,6-1-17 0 0,-1 1 1 0 0,1 0-1 0 0,-1 0 0 0 0,1 1 0 0 0,0-1 1 0 0,-1 1-1 0 0,1 0 0 0 0,0 0 0 0 0,-1 0 0 0 0,-6 4 1 0 0,11-5-6 0 0,-1 1 0 0 0,0-1 0 0 0,1 0 0 0 0,-1 1 0 0 0,1-1 0 0 0,-1 1 0 0 0,1-1 0 0 0,-1 1 1 0 0,1-1-1 0 0,0 1 0 0 0,-1-1 0 0 0,1 1 0 0 0,-1-1 0 0 0,1 1 0 0 0,0 0 0 0 0,0-1 0 0 0,-1 1 0 0 0,1 0 0 0 0,0-1 1 0 0,0 1-1 0 0,0 0 0 0 0,0 0 0 0 0,0 1 7 0 0,0-1 0 0 0,0 1 0 0 0,0-1 0 0 0,0 1 0 0 0,1-1 1 0 0,-1 0-1 0 0,1 1 0 0 0,-1-1 0 0 0,1 0 0 0 0,0 2 0 0 0,3 3 45 0 0,0-1-1 0 0,0 0 1 0 0,7 8 0 0 0,-11-13-50 0 0,92 100 198 0 0,-53-51-184 0 0,-17-20-17 0 0,-11-15-4 0 0,0 1 0 0 0,-1 0 0 0 0,0 1 0 0 0,-2 0 0 0 0,0 1 0 0 0,0 0 0 0 0,6 23 0 0 0,-10-28-14 0 0,-1-1 0 0 0,0 1 1 0 0,-1 0-1 0 0,-1 0 0 0 0,1 18 1 0 0,-2-4 15 0 0,0-15 11 0 0,-1 0 1 0 0,1 0-1 0 0,-5 21 0 0 0,4-28-1 0 0,0 0-1 0 0,1 1 1 0 0,0-1 0 0 0,0 8-1 0 0,1-1 116 0 0,-1-10-96 0 0,0 0 1 0 0,0 0-1 0 0,0-1 0 0 0,1 1 1 0 0,-1 0-1 0 0,0-1 0 0 0,0 1 1 0 0,1 0-1 0 0,-1 0 0 0 0,1-1 1 0 0,-1 1-1 0 0,1-1 0 0 0,-1 1 0 0 0,1 0 1 0 0,-1-1-1 0 0,1 1 0 0 0,-1-1 1 0 0,1 1-1 0 0,-1-1 0 0 0,1 0 1 0 0,0 1-1 0 0,-1-1 0 0 0,1 1 1 0 0,0-1-1 0 0,0 0 0 0 0,-1 0 1 0 0,1 0-1 0 0,1 1 0 0 0,24 3 734 0 0,-22-4-735 0 0,1 1 22 0 0,2 0-43 0 0,-1-1 1 0 0,1 1 0 0 0,-1-1 0 0 0,1 0-1 0 0,-1-1 1 0 0,1 0 0 0 0,-1 0-1 0 0,1 0 1 0 0,7-3 0 0 0,-9 2-99 0 0,-1 0-218 0 0,0 1-1 0 0,-1-1 1 0 0,1 0-1 0 0,0 0 0 0 0,-1-1 1 0 0,0 1-1 0 0,1-1 1 0 0,-1 1-1 0 0,5-7 0 0 0,-5 5-1182 0 0,0-1-1 0 0,0 1 0 0 0,4-8 0 0 0,0-6-7696 0 0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2:45.3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139 139 8210 0 0,'0'0'15974'0'0,"-19"-13"-15910"0"0,-56-42-64 0 0,56 43-2 0 0,13 10 3 0 0,6 3-1 0 0,-1-1 0 0 0,0 0 1 0 0,1 0-1 0 0,-1 1 1 0 0,0-1-1 0 0,1 0 0 0 0,-1 1 1 0 0,1-1-1 0 0,-1 1 1 0 0,0-1-1 0 0,1 1 0 0 0,-1-1 1 0 0,1 1-1 0 0,-1-1 1 0 0,1 1-1 0 0,0-1 1 0 0,-1 1-1 0 0,1 0 0 0 0,0-1 1 0 0,-1 1-1 0 0,1 1 1 0 0,-6 16 9 0 0,5-13-9 0 0,1-2 12 0 0,-1 1 1 0 0,1-1-1 0 0,-1 0 1 0 0,1 0-1 0 0,0 0 1 0 0,0 0-1 0 0,0 1 1 0 0,1-1-1 0 0,-1 0 1 0 0,1 0 0 0 0,0 0-1 0 0,0 0 1 0 0,0 0-1 0 0,0 0 1 0 0,0 0-1 0 0,2 3 1 0 0,0-2 12 0 0,0 0 1 0 0,0 0-1 0 0,1 0 1 0 0,-1 0-1 0 0,1-1 1 0 0,0 1-1 0 0,0-1 0 0 0,0 0 1 0 0,8 4-1 0 0,1 0 46 0 0,-1-2 0 0 0,1 1 0 0 0,0-2-1 0 0,0 1 1 0 0,1-2 0 0 0,-1 0 0 0 0,1 0 0 0 0,0-2-1 0 0,0 1 1 0 0,0-2 0 0 0,15-1 0 0 0,-25 1-44 0 0,-1 0 1 0 0,0 0-1 0 0,1-1 0 0 0,-1 1 1 0 0,0-1-1 0 0,0 0 1 0 0,0 0-1 0 0,0 0 0 0 0,0 0 1 0 0,0-1-1 0 0,0 1 1 0 0,0-1-1 0 0,0 0 0 0 0,-1 0 1 0 0,1 0-1 0 0,0 0 1 0 0,1-2-1 0 0,-1 1-2 0 0,-1 0 1 0 0,0 0-1 0 0,0-1 0 0 0,-1 1 0 0 0,1 0 1 0 0,-1-1-1 0 0,1 1 0 0 0,-1 0 1 0 0,0-1-1 0 0,-1 0 0 0 0,1 1 0 0 0,0-1 1 0 0,-1 0-1 0 0,0-5 0 0 0,0 2-53 0 0,-1 1-1 0 0,0 0 0 0 0,0 0 1 0 0,0 0-1 0 0,-1 0 0 0 0,1 0 1 0 0,-2 1-1 0 0,1-1 0 0 0,-1 0 1 0 0,1 1-1 0 0,-1 0 0 0 0,-1 0 1 0 0,1 0-1 0 0,-1 0 0 0 0,0 0 1 0 0,0 0-1 0 0,-1 1 0 0 0,1 0 0 0 0,-1 0 1 0 0,0 0-1 0 0,-5-3 0 0 0,3 3-543 0 0,1 1 0 0 0,-1-1 0 0 0,0 1 0 0 0,0 0 0 0 0,0 1 0 0 0,0 0 0 0 0,-12-2 0 0 0,13 3-954 0 0,0 0 1 0 0,-1 1 0 0 0,1 0 0 0 0,-1 0-1 0 0,1 1 1 0 0,-1-1 0 0 0,1 1 0 0 0,-12 4-1 0 0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2:45.8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47 9962 0 0,'0'0'12782'0'0,"19"-9"-12785"0"0,57-24-5 0 0,-74 32 7 0 0,0 0 0 0 0,0 0 0 0 0,0 1 0 0 0,0-1 0 0 0,0 1 0 0 0,0 0 0 0 0,0 0 0 0 0,0-1 0 0 0,1 1 0 0 0,-1 0 0 0 0,4 1 0 0 0,-5 0-1 0 0,0-1 0 0 0,0 1 0 0 0,0-1 0 0 0,0 1 0 0 0,1-1 0 0 0,-1 1 0 0 0,-1 0 0 0 0,1 0 0 0 0,0 0 0 0 0,0-1-1 0 0,1 3 1 0 0,3 1-10 0 0,23 17-13 0 0,-16-13 20 0 0,0 1 0 0 0,0 1 0 0 0,11 12 1 0 0,-14-11-12 0 0,0-1 1 0 0,-1 1-1 0 0,0 1 1 0 0,10 21-1 0 0,-12-23 10 0 0,-2 1 0 0 0,1-1-1 0 0,-1 1 1 0 0,-1 0 0 0 0,4 22 0 0 0,-5-4-25 0 0,-1 36 0 0 0,-1-38-10 0 0,4 49 1 0 0,5-35 121 0 0,-6-32-75 0 0,0 0 0 0 0,1 1-1 0 0,5 9 1 0 0,-5-13 1 0 0,-1 2 22 0 0,1-1 0 0 0,7 10 0 0 0,-11-16-31 0 0,1-1 1 0 0,-1 1-1 0 0,1-1 1 0 0,-1 1 0 0 0,1 0-1 0 0,-1-1 1 0 0,0 1 0 0 0,1 0-1 0 0,-1-1 1 0 0,0 1 0 0 0,1 0-1 0 0,-1-1 1 0 0,0 1 0 0 0,0 0-1 0 0,0 0 1 0 0,1-1-1 0 0,-1 1 1 0 0,0 0 0 0 0,0 0-1 0 0,0-1 1 0 0,0 1 0 0 0,0 0-1 0 0,-1 0 1 0 0,1 1 0 0 0,-1-2-5 0 0,1 1 0 0 0,-1 0 0 0 0,0 0 0 0 0,1 0 0 0 0,-1 0 1 0 0,0-1-1 0 0,0 1 0 0 0,1 0 0 0 0,-1-1 0 0 0,0 1 0 0 0,0-1 1 0 0,0 1-1 0 0,0-1 0 0 0,0 1 0 0 0,-1-1 0 0 0,-4 2-29 0 0,-1 0 1 0 0,1-1-1 0 0,0 0 0 0 0,-10 1 0 0 0,-29 0-1017 0 0,-6 0-2578 0 0,18 0-2682 0 0,15-1-2956 0 0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2:46.9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331 10 9786 0 0,'0'0'13191'0'0,"-30"0"-12932"0"0,-92-1-75 0 0,108 1-126 0 0,1 0 0 0 0,-16-3 1 0 0,18 1-10 0 0,-6 0 118 0 0,-24 0 0 0 0,13 5-2712 0 0,24-2 681 0 0,0 0 0 0 0,0 1 0 0 0,0-1-1 0 0,-6 4 1 0 0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2:47.6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1 6457 0 0,'0'0'17205'0'0,"-1"0"-17202"0"0,1 0 0 0 0,0 0 0 0 0,0 0 0 0 0,0 0 0 0 0,0 1 0 0 0,0-1 0 0 0,0 0 0 0 0,0 0 0 0 0,-1 0 0 0 0,1 0-1 0 0,0 1 1 0 0,0-1 0 0 0,0 0 0 0 0,0 0 0 0 0,0 0 0 0 0,0 0 0 0 0,0 1 0 0 0,0-1 0 0 0,0 0 0 0 0,0 0 0 0 0,0 0 0 0 0,0 1 0 0 0,0-1-1 0 0,0 0 1 0 0,0 0 0 0 0,0 0 0 0 0,0 0 0 0 0,0 1 0 0 0,1-1 0 0 0,-1 0 0 0 0,0 0 0 0 0,0 0 0 0 0,0 0 0 0 0,0 1 0 0 0,0-1-1 0 0,0 0 1 0 0,0 0 0 0 0,1 0 0 0 0,-1 0 0 0 0,0 0 0 0 0,0 0 0 0 0,0 1 0 0 0,0-1 0 0 0,0 0 0 0 0,1 0 0 0 0,-1 0 0 0 0,0 0-1 0 0,144 99-25 0 0,97 69-70 0 0,-196-137-948 0 0,-40-28-66 0 0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2:47.8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254 1 6113 0 0,'0'0'17060'0'0,"-19"12"-16841"0"0,-62 38-67 0 0,54-31-62 0 0,19-10-13 0 0,4-3-42 0 0,-37 56 395 0 0,2-2-2117 0 0,37-58 1085 0 0,0 0 0 0 0,0 0 0 0 0,1 0 0 0 0,-1-1-1 0 0,-1 1 1 0 0,1 0 0 0 0,-3 1 0 0 0,-10 3-10427 0 0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2:48.4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303 50 10570 0 0,'0'0'12355'0'0,"-32"-8"-12103"0"0,-99-24-76 0 0,88 23-86 0 0,41 9-83 0 0,1 0 1 0 0,0 0 0 0 0,-1 0 0 0 0,1 0-1 0 0,-1 0 1 0 0,1 0 0 0 0,0 0 0 0 0,-3 1-1 0 0,-2 0 15 0 0,0 1-10 0 0,0 0-1 0 0,0 1 0 0 0,1 0 0 0 0,-1 0 0 0 0,1 0 0 0 0,-1 0 0 0 0,1 1 1 0 0,0 0-1 0 0,0 0 0 0 0,-8 10 0 0 0,12-14 1 0 0,0 1 0 0 0,1 0 0 0 0,-1 0 0 0 0,0 0 0 0 0,1 1 0 0 0,-1-1 0 0 0,1 0 0 0 0,-1 0 0 0 0,1 0 0 0 0,0 0 0 0 0,-1 1 0 0 0,1-1 0 0 0,0 0 0 0 0,0 0-1 0 0,0 0 1 0 0,0 1 0 0 0,0-1 0 0 0,0 0 0 0 0,0 0 0 0 0,0 1 0 0 0,0-1 0 0 0,1 0 0 0 0,-1 0 0 0 0,0 0 0 0 0,1 0 0 0 0,-1 1 0 0 0,1-1 0 0 0,-1 0 0 0 0,1 0 0 0 0,0 0 0 0 0,1 1 0 0 0,2 4 71 0 0,1-1-1 0 0,0-1 1 0 0,0 1 0 0 0,8 5 0 0 0,-8-6-92 0 0,43 39 128 0 0,-27-23-94 0 0,-5-3-6 0 0,0 0 0 0 0,-2 0 0 0 0,0 2 0 0 0,-1 0 0 0 0,14 27 0 0 0,-20-32-26 0 0,0 1 1 0 0,-1 0-1 0 0,-1 0 1 0 0,0 0 0 0 0,-1 1-1 0 0,-1-1 1 0 0,1 18 0 0 0,-1-3-11 0 0,-2 0 1 0 0,-6 54 0 0 0,5-76 16 0 0,-5 60 13 0 0,4-56-4 0 0,1-10-6 0 0,-1-1 0 0 0,1 1 1 0 0,0 0-1 0 0,0-1 0 0 0,0 1 1 0 0,0 0-1 0 0,0-1 1 0 0,0 1-1 0 0,0 0 0 0 0,1-1 1 0 0,-1 1-1 0 0,0-1 0 0 0,1 1 1 0 0,-1-1-1 0 0,1 1 1 0 0,0-1-1 0 0,1 2 0 0 0,2 2 62 0 0,0-1 0 0 0,1 0 0 0 0,0 0 0 0 0,0-1 0 0 0,0 1 0 0 0,1-1 0 0 0,-1 0 0 0 0,1-1 0 0 0,-1 0 0 0 0,1 1 0 0 0,0-2 0 0 0,0 1 0 0 0,10 1 0 0 0,8 0 30 0 0,0-1 0 0 0,26-1 0 0 0,-46-1-99 0 0,3 0-59 0 0,0 0 1 0 0,0 0-1 0 0,-1-1 0 0 0,1 0 1 0 0,12-4-1 0 0,-18 5-177 0 0,1-1 0 0 0,-1 0 0 0 0,1 1 0 0 0,-1-1 0 0 0,1 0 0 0 0,-1 0 0 0 0,1 0 0 0 0,-1 0 0 0 0,0 0 0 0 0,1 0 0 0 0,-1 0 0 0 0,0 0 0 0 0,0-1 0 0 0,0 1 0 0 0,0 0 0 0 0,0-1 0 0 0,0 1 0 0 0,0-1 0 0 0,0 1 0 0 0,-1-1 0 0 0,1 1 0 0 0,-1-1 0 0 0,1 0 0 0 0,-1 1 0 0 0,0-1 0 0 0,1 0 0 0 0,-1 1 0 0 0,0-3 0 0 0,0-17-9338 0 0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2:48.8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37 4233 0 0,'0'0'21042'0'0,"-3"-7"-21048"0"0,-7-23-10 0 0,9 38 11 0 0,1 0 0 0 0,-1 0-1 0 0,3 12 1 0 0,4 5 36 0 0,2-1 0 0 0,1 0 1 0 0,1-1-1 0 0,18 33 0 0 0,-25-51-18 0 0,0 0 0 0 0,0-1 0 0 0,0 1 0 0 0,6 6 0 0 0,5-1-1690 0 0,-13-9 940 0 0,1-1 1 0 0,-1 1 0 0 0,1-1 0 0 0,-1 1 0 0 0,1-1 0 0 0,-1 0 0 0 0,1 1-1 0 0,2-1 1 0 0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2:49.4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95 5769 0 0,'0'0'17000'0'0,"1"-16"-16875"0"0,3-45-77 0 0,-4 60-47 0 0,0 0-1 0 0,0 0 0 0 0,0 0 0 0 0,0 0 1 0 0,0 0-1 0 0,1 0 0 0 0,-1 0 1 0 0,0 0-1 0 0,1 0 0 0 0,-1 0 1 0 0,1 0-1 0 0,-1 0 0 0 0,1 0 1 0 0,0-1-1 0 0,0 2-1 0 0,-1 0 0 0 0,0 0 1 0 0,1-1-1 0 0,-1 1 0 0 0,1 0 1 0 0,-1 0-1 0 0,0 0 0 0 0,1 0 1 0 0,-1 0-1 0 0,0 0 0 0 0,1 0 1 0 0,-1 0-1 0 0,1 0 0 0 0,-1 0 1 0 0,0 0-1 0 0,1 0 0 0 0,-1 0 1 0 0,1 0-1 0 0,-1 1 0 0 0,4-1-10 0 0,16 2-18 0 0,-1 0 0 0 0,0 1-1 0 0,0 1 1 0 0,24 8-1 0 0,40 7 84 0 0,-45-15 189 0 0,60-1 1 0 0,-98-3-210 0 0,1 0 0 0 0,-1 1 0 0 0,1-1 0 0 0,-1 0 0 0 0,0 0 0 0 0,1 0 0 0 0,-1 0 0 0 0,1 0 0 0 0,-1 0 0 0 0,1 0 0 0 0,-1 0 0 0 0,1-1 0 0 0,-1 1 0 0 0,0 0 0 0 0,1 0 0 0 0,-1 0 0 0 0,1 0 0 0 0,-1-1 0 0 0,0 1 0 0 0,1 0 0 0 0,-1 0 0 0 0,0-1 0 0 0,1 1 0 0 0,-1 0 0 0 0,0 0 0 0 0,1-1 0 0 0,-1 1 0 0 0,0-1 0 0 0,1 1 0 0 0,-1 0 0 0 0,0-1 0 0 0,0 1 0 0 0,0 0 0 0 0,1-1 0 0 0,-1 1 0 0 0,0-1 0 0 0,0 1 1 0 0,0-1-1 0 0,0 1 0 0 0,0 0 0 0 0,0-1 0 0 0,0 0 0 0 0,0 1 107 0 0,-2 0-218 0 0,0 0 43 0 0,0 1 0 0 0,0 0 1 0 0,0-1-1 0 0,0 1 0 0 0,0 0 0 0 0,0 0 0 0 0,0 0 0 0 0,0 0 0 0 0,0 0 0 0 0,0 0 0 0 0,1 1 0 0 0,-1-1 0 0 0,0 1 0 0 0,1-1 0 0 0,-2 3 0 0 0,-3 3 25 0 0,1-1-1 0 0,-8 14 1 0 0,6-7 9 0 0,1-1 0 0 0,1 1 0 0 0,0-1 0 0 0,1 1 0 0 0,0 1 1 0 0,-3 22-1 0 0,5-17 3 0 0,0 0 0 0 0,2 0 0 0 0,0 1 0 0 0,4 22 0 0 0,-2-28 4 0 0,1 0 0 0 0,0 0 0 0 0,2-1 0 0 0,-1 0 0 0 0,8 15 0 0 0,38 61-3 0 0,-48-85 1 0 0,43 61 60 0 0,-38-56-49 0 0,-6-8-19 0 0,0 0 1 0 0,0 1-1 0 0,0-1 0 0 0,0 0 1 0 0,0 1-1 0 0,-1-1 0 0 0,1 1 1 0 0,0-1-1 0 0,-1 1 0 0 0,0 0 1 0 0,1-1-1 0 0,-1 1 0 0 0,0-1 1 0 0,1 1-1 0 0,-1 0 1 0 0,0-1-1 0 0,0 1 0 0 0,-1 0 1 0 0,1 1-1 0 0,-1-1 0 0 0,0 0-1 0 0,1 0 1 0 0,-1 0-1 0 0,0 0 1 0 0,0 0 0 0 0,-1-1-1 0 0,1 1 1 0 0,0 0-1 0 0,0-1 1 0 0,-1 1 0 0 0,1-1-1 0 0,-4 3 1 0 0,-3 2-604 0 0,-1-1 0 0 0,1-1-1 0 0,-1 1 1 0 0,-18 5 0 0 0,-4 1-3510 0 0,9-5-2452 0 0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3:03.53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726 200 0 0 0,'0'0'5365'0'0,"31"0"-4263"0"0,98 0-34 0 0,-48 0 2209 0 0,-74 0-2141 0 0,1-1 0 0 0,-1 1 0 0 0,14-4 1 0 0,-19 4-724 0 0,0-1-1 0 0,0 1 1 0 0,0-1 0 0 0,0 0 0 0 0,0 0 0 0 0,0 0-1 0 0,0 0 1 0 0,-1 0 0 0 0,1 0 0 0 0,0 0 0 0 0,0-1 0 0 0,-1 1-1 0 0,1-1 1 0 0,-1 1 0 0 0,0-1 0 0 0,1 0 0 0 0,1-2 0 0 0,-4 2 16 0 0,-5 2-262 0 0,-10 4-161 0 0,8-1 96 0 0,-20 1 14 0 0,0-1-1 0 0,0-1 1 0 0,-40-2 0 0 0,30 0-50 0 0,-106-4 87 0 0,-63 1 78 0 0,184 4-223 0 0,0 1-1 0 0,0 2 0 0 0,-27 6 1 0 0,35-6 54 0 0,-1-2 1 0 0,0 1 0 0 0,-31-1-1 0 0,12-1 85 0 0,13-1 232 0 0,-30-2-1 0 0,46 1-250 0 0,0 0-1 0 0,0 0 0 0 0,0-1 0 0 0,0 0 0 0 0,-7-4 0 0 0,12 6-102 0 0,-1-1 0 0 0,1 1 0 0 0,0 0-1 0 0,-1 0 1 0 0,1-1 0 0 0,0 1 0 0 0,-1 0-1 0 0,-1 0 1 0 0,2 0-4 0 0,0 1 0 0 0,0-1 0 0 0,0 0 0 0 0,0 0 0 0 0,0 0 0 0 0,0-1 0 0 0,1 1 0 0 0,-1 0 0 0 0,0 0 0 0 0,0 0 0 0 0,0-1 0 0 0,0 1 0 0 0,0 0 0 0 0,1-1 0 0 0,-3 0 0 0 0,0 0 208 0 0,3 1-208 0 0,0 0-1 0 0,0 0 1 0 0,0 0 0 0 0,0 0-1 0 0,0 0 1 0 0,0 0-1 0 0,0 0 1 0 0,-1 0-1 0 0,1 0 1 0 0,0 0 0 0 0,0 0-1 0 0,0 0 1 0 0,0 0-1 0 0,0 0 1 0 0,0 0-1 0 0,0 0 1 0 0,-1 0 0 0 0,1 0-1 0 0,0 0 1 0 0,0 0-1 0 0,0 0 1 0 0,0 0-1 0 0,0 0 1 0 0,0-1-1 0 0,0 1 1 0 0,0 0 0 0 0,-1 0-1 0 0,1 0 1 0 0,0 0-1 0 0,0 0 1 0 0,0 0-1 0 0,0 0 1 0 0,0 0 0 0 0,0-1-1 0 0,0 1 1 0 0,0 0-1 0 0,0 0 1 0 0,0 0-1 0 0,0 0 1 0 0,0 0 0 0 0,0 0-1 0 0,0 0 1 0 0,0-1-1 0 0,0 1 1 0 0,0 0-1 0 0,0 0 1 0 0,0 0 0 0 0,0 0-1 0 0,0 0 1 0 0,0 0-1 0 0,0 0 1 0 0,0-1-1 0 0,0 1 1 0 0,0 0 0 0 0,0 0-1 0 0,0 0 1 0 0,0 0-1 0 0,0 0 1 0 0,0 0-1 0 0,1 0 1 0 0,-1 0-1 0 0,0-1 1 0 0,0 1 0 0 0,0 0-1 0 0,0 0 1 0 0,0 0-1 0 0,0 0 1 0 0,0 0-1 0 0,3-3 4 0 0,-1 0-1 0 0,1 0 1 0 0,-1 1-1 0 0,1-1 1 0 0,0 1-1 0 0,0 0 0 0 0,0-1 1 0 0,0 1-1 0 0,6-2 1 0 0,37-14-94 0 0,-13 5 45 0 0,52-19-15 0 0,-2 2 82 0 0,-66 23-42 0 0,-11 4 5 0 0,1 0-1 0 0,0 0 1 0 0,-1 0 0 0 0,1 0 0 0 0,-1-1-1 0 0,0 0 1 0 0,0-1 0 0 0,8-7-1 0 0,2-2 48 0 0,-16 13-58 0 0,-3 3-556 0 0,-17 10 108 0 0,-29 22 414 0 0,33-25 40 0 0,-1 0 1 0 0,1-1 0 0 0,-30 11-1 0 0,21-12 1 0 0,1-1 0 0 0,-1-1 0 0 0,-26 1-1 0 0,37-4 9 0 0,-99 7-25 0 0,112-9 10 0 0,-1 1-1 0 0,1-1 0 0 0,0 0 1 0 0,0 0-1 0 0,0 1 1 0 0,-1-1-1 0 0,1 1 0 0 0,0-1 1 0 0,0 1-1 0 0,0-1 1 0 0,0 1-1 0 0,0 0 0 0 0,0 0 1 0 0,0-1-1 0 0,0 1 1 0 0,0 0-1 0 0,0 0 0 0 0,0 0 1 0 0,0 0-1 0 0,1 0 1 0 0,-1 0-1 0 0,0 0 0 0 0,1 0 1 0 0,-1 1-1 0 0,0 0 0 0 0,0 3-21 0 0,0-1-1 0 0,0 0 0 0 0,1 0 0 0 0,-1 1 0 0 0,1 7 0 0 0,0-6 22 0 0,0-4 6 0 0,-1 0 0 0 0,1 0 0 0 0,0 0 0 0 0,0 0 0 0 0,1 0 0 0 0,-1 0 0 0 0,0 0 0 0 0,1 0 0 0 0,-1 0 0 0 0,1 0 0 0 0,-1 0 0 0 0,1-1 0 0 0,0 1 0 0 0,0 0 0 0 0,0 0 0 0 0,1 1 0 0 0,2 2 23 0 0,-1-1 0 0 0,1 0 0 0 0,0 0 0 0 0,0 0 0 0 0,0-1 0 0 0,0 0 0 0 0,1 0 0 0 0,-1 0 0 0 0,1 0 0 0 0,0 0 0 0 0,0-1 1 0 0,6 2-1 0 0,160 30 582 0 0,-169-34-624 0 0,17 3-569 0 0,0 0 0 0 0,0 1 1 0 0,-1 1-1 0 0,34 14 0 0 0,-49-18-68 0 0,0 1 1 0 0,-1 0-1 0 0,1 0 0 0 0,0 0 0 0 0,2 3 0 0 0,6 6-7622 0 0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3:04.52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330 386 6705 0 0,'0'0'15413'0'0,"-32"-5"-14761"0"0,-95-17-113 0 0,118 20-412 0 0,0 0-1 0 0,0 1 1 0 0,0 0 0 0 0,-10 1-1 0 0,9 0 73 0 0,5 0-94 0 0,-26 2 400 0 0,29-1-484 0 0,-1-1 0 0 0,1 1 1 0 0,0 0-1 0 0,0 0 0 0 0,-1 0 1 0 0,1 0-1 0 0,0 0 0 0 0,0 0 1 0 0,0 0-1 0 0,-3 4 0 0 0,2-3-11 0 0,-1 1 0 0 0,1 0-1 0 0,0 1 1 0 0,0-1 0 0 0,0 0-1 0 0,0 1 1 0 0,1 0 0 0 0,-1-1-1 0 0,1 1 1 0 0,0 0-1 0 0,0 0 1 0 0,1 1 0 0 0,-1-1-1 0 0,1 0 1 0 0,0 0 0 0 0,-1 6-1 0 0,1 0 33 0 0,0-1 0 0 0,1 0 0 0 0,0 1-1 0 0,2 13 1 0 0,0-17-9 0 0,-1-1 0 0 0,1 1-1 0 0,-1-1 1 0 0,1 0 0 0 0,1 1-1 0 0,-1-1 1 0 0,1 0-1 0 0,6 8 1 0 0,-2-4 21 0 0,1 0-1 0 0,0-1 1 0 0,0 0-1 0 0,1-1 1 0 0,0 0-1 0 0,0 0 1 0 0,1-1 0 0 0,0 0-1 0 0,0 0 1 0 0,0-1-1 0 0,1-1 1 0 0,0 0-1 0 0,-1 0 1 0 0,1-1-1 0 0,1 0 1 0 0,-1-1 0 0 0,0 0-1 0 0,20 0 1 0 0,-22-2-19 0 0,-3 0 34 0 0,1 0 1 0 0,0-1-1 0 0,10-1 0 0 0,-14 2-49 0 0,-1-1-1 0 0,0 0 0 0 0,0 0 1 0 0,0 1-1 0 0,0-1 0 0 0,-1 0 0 0 0,1-1 1 0 0,0 1-1 0 0,0 0 0 0 0,-1 0 1 0 0,1-1-1 0 0,0 1 0 0 0,-1-1 1 0 0,1 0-1 0 0,1-2 0 0 0,-1 0 6 0 0,1-1-1 0 0,-1 1 1 0 0,0-1-1 0 0,0 0 0 0 0,0 1 1 0 0,-1-1-1 0 0,1 0 1 0 0,-1 0-1 0 0,0-7 1 0 0,0-6 8 0 0,-1-24 1 0 0,0 16-15 0 0,-1 10-14 0 0,0-1-1 0 0,-2 1 1 0 0,1 0 0 0 0,-8-21-1 0 0,-25-63 42 0 0,-81-151 75 0 0,97 213-50 0 0,19 38-79 0 0,0 0-1 0 0,0 0 0 0 0,0 0 1 0 0,0 0-1 0 0,0 0 0 0 0,0 0 1 0 0,0 0-1 0 0,0 0 0 0 0,0 0 1 0 0,0 0-1 0 0,0 0 1 0 0,0 0-1 0 0,0 0 0 0 0,0 0 1 0 0,0 0-1 0 0,0 0 0 0 0,0 0 1 0 0,-1 0-1 0 0,1 0 0 0 0,0 0 1 0 0,0 0-1 0 0,0 0 0 0 0,0 0 1 0 0,0 0-1 0 0,0 0 1 0 0,0 0-1 0 0,0 0 0 0 0,0 0 1 0 0,0 0-1 0 0,0 0 0 0 0,0 0 1 0 0,0 0-1 0 0,0 0 0 0 0,0 0 1 0 0,0 0-1 0 0,0 0 0 0 0,0 0 1 0 0,0 0-1 0 0,0 0 1 0 0,0 0-1 0 0,0 0 0 0 0,0 0 1 0 0,0 0-1 0 0,0 0 0 0 0,0 0 1 0 0,-1 0-1 0 0,2 8-147 0 0,3 14 62 0 0,12 27 68 0 0,28 54 0 0 0,30 45 3 0 0,-60-121 14 0 0,-2-5 8 0 0,32 56-9 0 0,27 37-223 0 0,-65-109-1047 0 0,-8-25-8769 0 0,-8-3 871 0 0,3 14 2786 0 0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3:04.85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214 2 8722 0 0,'0'0'18142'0'0,"-23"0"-17768"0"0,-68-1-50 0 0,58 1-106 0 0,21 3-58 0 0,7-1-111 0 0,2-1-32 0 0,0 0 0 0 0,0 0 1 0 0,0 1-1 0 0,1-1 0 0 0,-1 1 1 0 0,0-1-1 0 0,1 1 0 0 0,0 0 1 0 0,-1 0-1 0 0,1 0 0 0 0,0 1 1 0 0,0-1-1 0 0,0 0 0 0 0,0 1 1 0 0,0 0-1 0 0,1-1 0 0 0,-1 1 0 0 0,1 0 1 0 0,-1 3-1 0 0,1-4 3 0 0,0 1 0 0 0,0-1 0 0 0,1 1 0 0 0,-1-1 0 0 0,1 1 0 0 0,0-1 0 0 0,0 1 0 0 0,0-1 0 0 0,0 1 0 0 0,0-1 0 0 0,1 1 0 0 0,-1-1 0 0 0,1 1 0 0 0,-1-1 0 0 0,1 1-1 0 0,0-1 1 0 0,0 1 0 0 0,0-1 0 0 0,0 0 0 0 0,1 0 0 0 0,-1 0 0 0 0,0 1 0 0 0,3 1 0 0 0,2 2 51 0 0,0-1 1 0 0,0 1-1 0 0,1-1 0 0 0,-1-1 0 0 0,10 5 1 0 0,37 17 148 0 0,-34-18-173 0 0,-2-1-10 0 0,0-1-1 0 0,1-1 1 0 0,0 0 0 0 0,33 4-1 0 0,-25-7-155 0 0,1 0 0 0 0,45-4-1 0 0,-65 1-5 0 0,1 0-1 0 0,-1 0 1 0 0,11-4-1 0 0,-15 4-324 0 0,0 0 0 0 0,0-1 0 0 0,-1 1 0 0 0,1-1 0 0 0,2-1-1 0 0,-4 2-219 0 0,0 1 0 0 0,0-1 0 0 0,0 0-1 0 0,0 0 1 0 0,0 0 0 0 0,-1 0 0 0 0,1 0-1 0 0,0 0 1 0 0,-1 0 0 0 0,1 0-1 0 0,-1 0 1 0 0,1 0 0 0 0,0-2 0 0 0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3:05.48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198 58 8042 0 0,'0'0'15783'0'0,"-30"-10"-15582"0"0,-89-28-75 0 0,86 29-70 0 0,32 10-52 0 0,-1 0 0 0 0,1 0 1 0 0,0 0-1 0 0,0 1 0 0 0,0-1 1 0 0,0 0-1 0 0,0 1 0 0 0,0-1 1 0 0,0 1-1 0 0,0-1 0 0 0,1 1 1 0 0,-1-1-1 0 0,0 1 0 0 0,1 0 1 0 0,-1-1-1 0 0,1 1 0 0 0,0 0 1 0 0,0-1-1 0 0,0 1 0 0 0,0 3 1 0 0,-1 4 74 0 0,2 1 1 0 0,1 12-1 0 0,-2-19-47 0 0,1 1 1 0 0,1-1-1 0 0,-1 1 0 0 0,0 0 0 0 0,1-1 0 0 0,0 0 0 0 0,-1 1 1 0 0,2-1-1 0 0,-1 0 0 0 0,4 5 0 0 0,5 4 105 0 0,14 11-1 0 0,-22-20-116 0 0,11 9 39 0 0,1 0-1 0 0,0-1 1 0 0,1 0 0 0 0,0-2-1 0 0,0 0 1 0 0,1 0-1 0 0,30 9 1 0 0,-30-13-464 0 0,-1-1 0 0 0,1 0 0 0 0,-1-2 0 0 0,1 0 1 0 0,20 0-1 0 0,-30-2-890 0 0,1 0 1 0 0,-1-1-1 0 0,15-2 1 0 0,-18 2-617 0 0,1-1 1 0 0,-1 1 0 0 0,0-1-1 0 0,6-4 1 0 0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3:05.80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107 41 9162 0 0,'0'0'12609'0'0,"-10"9"-12363"0"0,-28 28 19 0 0,37-36-241 0 0,0 0 0 0 0,0 0-1 0 0,0 0 1 0 0,1-1 0 0 0,-1 1-1 0 0,0 0 1 0 0,1 0 0 0 0,-1 0-1 0 0,1 0 1 0 0,-1 0 0 0 0,1 0 0 0 0,-1 0-1 0 0,1 0 1 0 0,0 1 0 0 0,0-1-1 0 0,-1 0 1 0 0,1 2 0 0 0,0-3 5 0 0,0 1-1 0 0,1 0 1 0 0,-1-1 0 0 0,0 1 0 0 0,1 0-1 0 0,-1-1 1 0 0,0 1 0 0 0,1 0 0 0 0,-1-1-1 0 0,1 1 1 0 0,-1-1 0 0 0,1 1 0 0 0,-1-1-1 0 0,2 2 1 0 0,1 1 108 0 0,2 2-4 0 0,0 1 0 0 0,0-1 0 0 0,0-1-1 0 0,0 1 1 0 0,1-1 0 0 0,-1 0 0 0 0,1 0 0 0 0,1 0 0 0 0,-1-1-1 0 0,0 0 1 0 0,12 4 0 0 0,-9-4-23 0 0,0-1 1 0 0,0 0-1 0 0,0 0 0 0 0,1-1 1 0 0,-1 0-1 0 0,1-1 0 0 0,-1 0 1 0 0,13-1-1 0 0,-20 0-82 0 0,-1 1 0 0 0,1-1 1 0 0,-1 1-1 0 0,1-1 0 0 0,-1 1 0 0 0,1-1 0 0 0,-1 0 0 0 0,1 0 0 0 0,-1 0 1 0 0,1 0-1 0 0,-1 0 0 0 0,0 0 0 0 0,0 0 0 0 0,0 0 0 0 0,1 0 0 0 0,-1-1 1 0 0,0 1-1 0 0,-1 0 0 0 0,1-1 0 0 0,0 1 0 0 0,0-1 0 0 0,0 1 0 0 0,-1-1 0 0 0,1 1 1 0 0,-1-1-1 0 0,0 0 0 0 0,1 1 0 0 0,-1-1 0 0 0,0 1 0 0 0,0-1 0 0 0,0-2 1 0 0,0 0-26 0 0,0 1 0 0 0,0-1 0 0 0,0 1 0 0 0,0-1 1 0 0,-1 1-1 0 0,0-1 0 0 0,0 1 0 0 0,0-1 0 0 0,0 1 0 0 0,0 0 1 0 0,-1 0-1 0 0,1 0 0 0 0,-1-1 0 0 0,-3-3 0 0 0,-4-3-74 0 0,-1 0 0 0 0,0 0 0 0 0,-21-16 0 0 0,24 22-7 0 0,0 0 0 0 0,0 0 0 0 0,0 0 0 0 0,0 1 0 0 0,0 0 0 0 0,-1 1 0 0 0,0 0 0 0 0,-12-2 0 0 0,15 3-124 0 0,0 0 1 0 0,-1 1 0 0 0,1 0 0 0 0,-1 0 0 0 0,1 0-1 0 0,-1 1 1 0 0,1-1 0 0 0,-1 1 0 0 0,1 1 0 0 0,-7 1-1 0 0,9-1-412 0 0,0-1-1 0 0,0 1 0 0 0,0 0 0 0 0,0 0 1 0 0,0 0-1 0 0,1 0 0 0 0,-4 3 0 0 0,3-2-826 0 0,1 0 0 0 0,0 0-1 0 0,0 0 1 0 0,0 0 0 0 0,0 0 0 0 0,0 0-1 0 0,-2 6 1 0 0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3:06.45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 2 11338 0 0,'0'0'15764'0'0,"-1"-1"-15758"0"0,61 49-610 0 0,-40-34 453 0 0,42 22 0 0 0,-54-32 82 0 0,1-1 1 0 0,-1 0-1 0 0,1 0 0 0 0,0 0 1 0 0,0-1-1 0 0,0-1 0 0 0,0 0 1 0 0,12 1-1 0 0,-19-2 72 0 0,0 0 0 0 0,0 0 1 0 0,0 0-1 0 0,-1-1 0 0 0,1 1 0 0 0,0 0 0 0 0,0-1 0 0 0,0 1 1 0 0,0-1-1 0 0,-1 0 0 0 0,1 0 0 0 0,0 1 0 0 0,-1-1 0 0 0,2-1 1 0 0,-1 0 3 0 0,-1 1 1 0 0,0 0-1 0 0,0 0 1 0 0,0-1-1 0 0,0 1 1 0 0,-1 0-1 0 0,1-1 1 0 0,0 1 0 0 0,0-1-1 0 0,-1 1 1 0 0,1-1-1 0 0,-1 1 1 0 0,0-1-1 0 0,1 0 1 0 0,-1 1 0 0 0,0-3-1 0 0,2-36 172 0 0,-3 37-149 0 0,1-1 0 0 0,0 1-1 0 0,-1 0 1 0 0,1-1 0 0 0,-1 1-1 0 0,0 0 1 0 0,0 0 0 0 0,0 0 0 0 0,-3-6-1 0 0,12 24-1613 0 0,10 13 1580 0 0,-4-12 130 0 0,25 23 1 0 0,-33-34-101 0 0,-1-1 0 0 0,1 0-1 0 0,-1 0 1 0 0,1-1 0 0 0,0 0 0 0 0,1 0 0 0 0,-1 0 0 0 0,0-1 0 0 0,8 2 0 0 0,-7-2 3 0 0,-2-1 40 0 0,0 1 1 0 0,1-1-1 0 0,-1-1 0 0 0,7 1 1 0 0,-10-1-53 0 0,-1 0 0 0 0,1 0 0 0 0,0-1 0 0 0,-1 1 0 0 0,1 0 0 0 0,0-1 1 0 0,-1 0-1 0 0,1 1 0 0 0,-1-1 0 0 0,1 0 0 0 0,-1 0 0 0 0,1 1 0 0 0,-1-1 1 0 0,0 0-1 0 0,1-1 0 0 0,-1 1 0 0 0,2-2 0 0 0,5-8 15 0 0,0 0 0 0 0,0 0 0 0 0,-1-1 0 0 0,-1 0 0 0 0,7-16 0 0 0,-13 28-51 0 0,0-1-1 0 0,1 0 1 0 0,-1 1 0 0 0,1-1-1 0 0,-1 1 1 0 0,1-1-1 0 0,-1 0 1 0 0,1 1 0 0 0,-1-1-1 0 0,1 1 1 0 0,-1-1-1 0 0,1 1 1 0 0,-1 0 0 0 0,1-1-1 0 0,0 1 1 0 0,-1 0-1 0 0,1-1 1 0 0,0 1-1 0 0,-1 0 1 0 0,1 0 0 0 0,0-1-1 0 0,0 1 1 0 0,-1 0-1 0 0,1 0 1 0 0,0 0 0 0 0,0 0-1 0 0,-1 0 1 0 0,1 0-1 0 0,0 0 1 0 0,-1 0 0 0 0,1 1-1 0 0,0-1 1 0 0,0 0-1 0 0,-1 0 1 0 0,1 0 0 0 0,0 1-1 0 0,-1-1 1 0 0,2 1-1 0 0,2 1-106 0 0,0 0-1 0 0,0 0 0 0 0,0 1 0 0 0,6 4 0 0 0,51 43-2197 0 0,-45-36-305 0 0,2 2-2702 0 0,-7-4-1764 0 0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3:06.88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55 235 6705 0 0,'0'0'10340'0'0,"9"31"-10117"0"0,29 96-49 0 0,-36-118-130 0 0,1 0 0 0 0,0 0 0 0 0,7 15 0 0 0,-5-15 23 0 0,3 12 44 0 0,-6-15-67 0 0,1 0-1 0 0,0 0 1 0 0,4 9 0 0 0,1 2 1858 0 0,-10-26-1456 0 0,-2-3-454 0 0,-1 1 0 0 0,-8-16 1 0 0,4 9-43 0 0,-61-142-301 0 0,57 131 200 0 0,-10-35 1 0 0,19 50 0 0 0,0 0 0 0 0,1 0 1 0 0,1-1-1 0 0,-1-25 0 0 0,3 32 81 0 0,-1 1-5 0 0,2 1-1 0 0,-1-1 1 0 0,0 0-1 0 0,1 1 0 0 0,2-8 1 0 0,-2 12 31 0 0,0-1 0 0 0,0 1 0 0 0,0 0 0 0 0,0 0 1 0 0,0 0-1 0 0,0 0 0 0 0,1 0 0 0 0,-1 1 0 0 0,1-1 0 0 0,-1 0 0 0 0,1 1 0 0 0,0-1 1 0 0,0 1-1 0 0,0-1 0 0 0,-1 1 0 0 0,1 0 0 0 0,0 0 0 0 0,5-2 0 0 0,-3 1-2 0 0,0 1 0 0 0,1 0 0 0 0,0 0 0 0 0,-1 0 0 0 0,1 0 0 0 0,0 1 0 0 0,0-1 0 0 0,-1 1 0 0 0,1 0 0 0 0,0 1 0 0 0,0-1 0 0 0,-1 1 0 0 0,7 2 0 0 0,-6-2 46 0 0,1 1 1 0 0,-1 0-1 0 0,0 1 1 0 0,0-1-1 0 0,0 1 1 0 0,0 0-1 0 0,0 0 0 0 0,0 0 1 0 0,-1 1-1 0 0,6 5 1 0 0,-8-7-42 0 0,0 1 1 0 0,0 0 0 0 0,0-1-1 0 0,0 1 1 0 0,0 0 0 0 0,0 0 0 0 0,-1 0-1 0 0,0 0 1 0 0,0 1 0 0 0,1-1 0 0 0,-2 0-1 0 0,1 0 1 0 0,0 1 0 0 0,-1-1-1 0 0,1 0 1 0 0,-1 1 0 0 0,0-1 0 0 0,0 0-1 0 0,-1 1 1 0 0,1-1 0 0 0,-2 5-1 0 0,1-3-14 0 0,-1-1-1 0 0,1 1 0 0 0,-1 0 0 0 0,-1-1 0 0 0,1 1 0 0 0,-1-1 0 0 0,1 0 0 0 0,-1 1 1 0 0,-1-1-1 0 0,1-1 0 0 0,0 1 0 0 0,-1 0 0 0 0,-6 4 0 0 0,2-2-568 0 0,-1-1-1 0 0,1 0 0 0 0,-15 6 1 0 0,-10 2-5193 0 0,22-8-1141 0 0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3:07.34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156 97 4833 0 0,'0'0'17573'0'0,"-16"-1"-17478"0"0,-46-2-51 0 0,41 3-34 0 0,17 2-27 0 0,2 1 14 0 0,1-2 4 0 0,0 0-1 0 0,0 1 0 0 0,0-1 0 0 0,0 1 1 0 0,0 0-1 0 0,0-1 0 0 0,1 1 0 0 0,-1 0 1 0 0,1 0-1 0 0,-1-1 0 0 0,1 1 0 0 0,-1 0 0 0 0,1 3 1 0 0,0 24 226 0 0,0-27-195 0 0,1 1 0 0 0,0-1 0 0 0,0 0 0 0 0,0 0 0 0 0,0 0 0 0 0,0 0 0 0 0,0 0 0 0 0,1 0 0 0 0,-1-1 0 0 0,1 1 0 0 0,-1 0 0 0 0,1-1 0 0 0,0 1 0 0 0,0-1 0 0 0,2 2 0 0 0,7 6 163 0 0,-8-6-70 0 0,0 0 0 0 0,0 0-1 0 0,0-1 1 0 0,0 0 0 0 0,1 0 0 0 0,-1 0 0 0 0,1 0-1 0 0,0 0 1 0 0,0 0 0 0 0,0-1 0 0 0,-1 0 0 0 0,1 0-1 0 0,0 0 1 0 0,0 0 0 0 0,1-1 0 0 0,-1 0 0 0 0,0 1-1 0 0,6-2 1 0 0,-8 1-67 0 0,0-1-1 0 0,0 0 1 0 0,0 1 0 0 0,0-1-1 0 0,-1 0 1 0 0,1 0 0 0 0,0 0-1 0 0,-1 0 1 0 0,1 0-1 0 0,0 0 1 0 0,-1-1 0 0 0,0 1-1 0 0,1 0 1 0 0,-1-1 0 0 0,0 1-1 0 0,0-1 1 0 0,1 0 0 0 0,-1 1-1 0 0,1-3 1 0 0,0-1-9 0 0,1 0 0 0 0,-1 0 0 0 0,0-1 0 0 0,0 1 0 0 0,1-8 0 0 0,-2 7-120 0 0,0 0 0 0 0,-1 1 0 0 0,0-1 0 0 0,0 0 0 0 0,0 1 0 0 0,-1-1 0 0 0,0 1 0 0 0,0-1 0 0 0,0 0 0 0 0,-1 1 0 0 0,1 0-1 0 0,-1-1 1 0 0,-1 1 0 0 0,1 0 0 0 0,-1 0 0 0 0,0 0 0 0 0,0 0 0 0 0,0 1 0 0 0,-1-1 0 0 0,1 1 0 0 0,-1 0 0 0 0,-7-6 0 0 0,6 7-277 0 0,1-1 0 0 0,-1 1 0 0 0,0 0 0 0 0,0 0 1 0 0,-1 1-1 0 0,1-1 0 0 0,-1 1 0 0 0,1 0 0 0 0,-1 1 0 0 0,0-1 1 0 0,1 1-1 0 0,-1 0 0 0 0,-11 0 0 0 0,14 1 56 0 0,-3 0-1170 0 0,0 0 0 0 0,0 0-1 0 0,-9 3 1 0 0,12-3 308 0 0,1 1 1 0 0,-1 0-1 0 0,0 0 0 0 0,1 0 0 0 0,0 1 0 0 0,-4 1 0 0 0,-2 1-5415 0 0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3:07.82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 36 8194 0 0,'0'0'18630'0'0,"0"0"-18633"0"0,-1 0 1 0 0,1 0-1 0 0,0 0 0 0 0,0 0 0 0 0,0 0 0 0 0,0 0 0 0 0,0-1 0 0 0,0 1 0 0 0,0 0 0 0 0,0 0 0 0 0,0 0 0 0 0,0 0 0 0 0,0 0 0 0 0,0 0 0 0 0,0 0 0 0 0,0 0 1 0 0,0 0-1 0 0,0 0 0 0 0,0-1 0 0 0,0 1 0 0 0,0 0 0 0 0,0 0 0 0 0,0 0 0 0 0,0 0 0 0 0,0 0 0 0 0,0 0 0 0 0,0 0 0 0 0,0 0 0 0 0,0 0 0 0 0,0 0 0 0 0,0 0 1 0 0,0-1-1 0 0,0 1 0 0 0,0 0 0 0 0,0 0 0 0 0,1 0 0 0 0,-1 0 0 0 0,0 0 0 0 0,0 0 0 0 0,0 0 0 0 0,0 0 0 0 0,0 0 0 0 0,0 0 0 0 0,0 0 0 0 0,3 1-59 0 0,0 1-1 0 0,0-1 0 0 0,0 1 0 0 0,0 0 0 0 0,-1 0 0 0 0,1 0 0 0 0,0 0 1 0 0,-1 0-1 0 0,3 4 0 0 0,11 8 37 0 0,-12-9 48 0 0,2-1 0 0 0,-1 0 0 0 0,0-1 1 0 0,1 0-1 0 0,-1 0 0 0 0,1 0 1 0 0,0 0-1 0 0,0-1 0 0 0,0 0 0 0 0,1 0 1 0 0,-1-1-1 0 0,0 1 0 0 0,12 0 1 0 0,-16-2-1 0 0,-1 0 0 0 0,1 0 0 0 0,-1 0 0 0 0,0 0 0 0 0,1 0 0 0 0,-1-1 0 0 0,1 1 0 0 0,-1 0 0 0 0,0-1 0 0 0,1 1 0 0 0,-1-1 1 0 0,1 1-1 0 0,-1-1 0 0 0,0 0 0 0 0,2-1 0 0 0,-2 0 1 0 0,1 0 0 0 0,0 0 0 0 0,-1 0 0 0 0,0 0 0 0 0,0 0 0 0 0,1-1 0 0 0,0-3 0 0 0,5-21-28 0 0,-6 23 9 0 0,-1 0 1 0 0,1 1-1 0 0,0-1 0 0 0,0 0 0 0 0,1 1 1 0 0,-1-1-1 0 0,4-4 0 0 0,-1 1 2 0 0,-4 6-14 0 0,1 0 1 0 0,-1 1-1 0 0,0-1 0 0 0,1 1 0 0 0,-1-1 1 0 0,0 0-1 0 0,1 1 0 0 0,-1-1 0 0 0,1 1 1 0 0,-1-1-1 0 0,1 1 0 0 0,0-1 0 0 0,-1 1 1 0 0,1-1-1 0 0,-1 1 0 0 0,1 0 0 0 0,0-1 1 0 0,-1 1-1 0 0,1 0 0 0 0,0 0 0 0 0,0-1 1 0 0,-1 1-1 0 0,1 0 0 0 0,0 0 0 0 0,-1 0 1 0 0,1 0-1 0 0,0 0 0 0 0,0 0 0 0 0,1 0 1 0 0,1 1-62 0 0,1-1 1 0 0,-1 1-1 0 0,1 0 1 0 0,-1 1-1 0 0,1-1 1 0 0,-1 0-1 0 0,0 1 1 0 0,1 0-1 0 0,-1 0 1 0 0,0 0-1 0 0,0 0 1 0 0,4 5-1 0 0,6 2-14 0 0,40 30-71 0 0,52 34-2147 0 0,-102-71 1712 0 0,1 0-1 0 0,0 0 1 0 0,0-1-1 0 0,6 3 1 0 0,-4-3-3664 0 0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3:08.48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0 182 1536 0 0,'0'0'18020'0'0,"23"-11"-17422"0"0,69-34-22 0 0,-71 33-296 0 0,-15 6-1 0 0,-6 6-275 0 0,3-6 330 0 0,0 0 0 0 0,0-1 0 0 0,0 1 0 0 0,-1-1 0 0 0,0 0 1 0 0,-1 1-1 0 0,1-1 0 0 0,-1 0 0 0 0,-1 0 0 0 0,1 0 1 0 0,-1-9-1 0 0,0 16-334 0 0,-1-1 0 0 0,1 0 1 0 0,0 0-1 0 0,0 0 0 0 0,-1 0 1 0 0,1 0-1 0 0,-1 0 0 0 0,1 1 1 0 0,-1-1-1 0 0,1 0 1 0 0,-1 0-1 0 0,1 1 0 0 0,-1-1 1 0 0,0 0-1 0 0,1 1 0 0 0,-1-1 1 0 0,0 1-1 0 0,0-1 0 0 0,1 1 1 0 0,-1-1-1 0 0,0 1 0 0 0,0-1 1 0 0,0 1-1 0 0,-1-1 0 0 0,2 1-27 0 0,-1 0-1 0 0,0-1 1 0 0,0 1-1 0 0,0 0 1 0 0,0 0-1 0 0,0-1 1 0 0,1 1-1 0 0,-1 0 0 0 0,0 0 1 0 0,0 0-1 0 0,0 0 1 0 0,0 0-1 0 0,0 0 1 0 0,0 0-1 0 0,0 1 1 0 0,1-1-1 0 0,-1 0 1 0 0,0 0-1 0 0,0 1 1 0 0,0-1-1 0 0,0 1 1 0 0,1-1-1 0 0,-1 0 0 0 0,0 1 1 0 0,0 0-1 0 0,0 0 1 0 0,-2 3-6 0 0,0 0 0 0 0,0 0 0 0 0,0 1-1 0 0,1-1 1 0 0,0 1 0 0 0,0 0 0 0 0,0 0 0 0 0,0 0 0 0 0,-1 7 0 0 0,2-2 40 0 0,0 0 0 0 0,0 1 1 0 0,1-1-1 0 0,1 11 0 0 0,-1-18 11 0 0,1 0 0 0 0,-1 0 0 0 0,1 0 0 0 0,0 0 0 0 0,0 0 0 0 0,1-1 0 0 0,-1 1 0 0 0,0 0 0 0 0,1-1 0 0 0,0 1 0 0 0,3 3 0 0 0,5 9 140 0 0,-9-12-111 0 0,1-1 1 0 0,0 0 0 0 0,0 1 0 0 0,0-1 0 0 0,0 0 0 0 0,1 0-1 0 0,-1 0 1 0 0,1 0 0 0 0,-1 0 0 0 0,1-1 0 0 0,0 1-1 0 0,5 1 1 0 0,-3-1 139 0 0,0 0-1 0 0,1-1 1 0 0,-1 0-1 0 0,0 0 1 0 0,1 0-1 0 0,8 0 1 0 0,-12-2-141 0 0,-1 1 0 0 0,1-1 0 0 0,-1 1 1 0 0,1-1-1 0 0,-1 0 0 0 0,0 1 0 0 0,1-1 1 0 0,-1 0-1 0 0,0 0 0 0 0,1 0 1 0 0,-1 0-1 0 0,0 0 0 0 0,0 0 0 0 0,0-1 1 0 0,2-1-1 0 0,14-22 146 0 0,4-8-159 0 0,-21 33-51 0 0,0 0-1 0 0,0-1 1 0 0,0 1-1 0 0,0 0 1 0 0,0 0-1 0 0,0-1 0 0 0,0 1 1 0 0,0 0-1 0 0,0 0 1 0 0,1-1-1 0 0,-1 1 1 0 0,0 0-1 0 0,0 0 1 0 0,0-1-1 0 0,0 1 1 0 0,1 0-1 0 0,-1 0 0 0 0,0 0 1 0 0,0 0-1 0 0,0-1 1 0 0,1 1-1 0 0,-1 0 1 0 0,0 0-1 0 0,0 0 1 0 0,1 0-1 0 0,-1 0 1 0 0,0-1-1 0 0,0 1 0 0 0,1 0 1 0 0,-1 0-1 0 0,0 0 1 0 0,0 0-1 0 0,1 0 1 0 0,-1 0-1 0 0,0 0 1 0 0,0 0-1 0 0,1 0 1 0 0,-1 0-1 0 0,0 0 1 0 0,0 0-1 0 0,1 0 0 0 0,-1 0 1 0 0,0 1-1 0 0,1-1 1 0 0,-1 0-1 0 0,0 0 1 0 0,0 0-1 0 0,1 0 1 0 0,7 13-1556 0 0,-3-5 1876 0 0,-2-3-305 0 0,0-2 15 0 0,-1 0 1 0 0,0 0-1 0 0,0 0 1 0 0,1 0-1 0 0,0-1 1 0 0,-1 1 0 0 0,6 2-1 0 0,0 0 42 0 0,-6-3-22 0 0,0 0 0 0 0,1-1 0 0 0,0 1 0 0 0,-1-1 0 0 0,1 0 0 0 0,0 1 0 0 0,-1-2 0 0 0,1 1 0 0 0,4 1 0 0 0,18 0 37 0 0,0-1 0 0 0,-1-1 1 0 0,1-1-1 0 0,42-8 0 0 0,-61 8-240 0 0,0 0-1 0 0,0 1 0 0 0,0 0 1 0 0,0 0-1 0 0,0 0 0 0 0,0 1 1 0 0,11 2-1 0 0,-16-3-127 0 0,1 1-1 0 0,0 0 1 0 0,0-1 0 0 0,-1 1-1 0 0,1 0 1 0 0,0 0 0 0 0,-1 0-1 0 0,1 1 1 0 0,-1-1-1 0 0,1 0 1 0 0,1 3 0 0 0,-1-2-283 0 0,-1 0 0 0 0,0-1 0 0 0,0 1 0 0 0,-1 0 0 0 0,1 0 0 0 0,0 0 0 0 0,-1 0 0 0 0,1 0 0 0 0,-1 0 0 0 0,1 0 0 0 0,-1 0 0 0 0,0 0 0 0 0,0 2 0 0 0,0 10-9310 0 0,0-8 6721 0 0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3:08.94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13 60 8522 0 0,'0'0'12060'0'0,"-2"-9"-12356"0"0,-6-31-91 0 0,6 30-148 0 0,3 39-1660 0 0,-1-20 2208 0 0,1 0 1 0 0,1 11-1 0 0,6 35 84 0 0,1 6 209 0 0,8 33 378 0 0,-1-5-176 0 0,-5-18-155 0 0,-3-17-146 0 0,-5-18-59 0 0,-2-24-57 0 0,4 18 0 0 0,2 16-658 0 0,-7-45 407 0 0,0-1 1 0 0,1 0-1 0 0,-1 1 1 0 0,0-1-1 0 0,0 0 1 0 0,0 1 0 0 0,1-1-1 0 0,-1 0 1 0 0,0 1-1 0 0,1-1 1 0 0,-1 0-1 0 0,0 1 1 0 0,0-1-1 0 0,1 0 1 0 0,-1 0-1 0 0,1 1 1 0 0,-1-1 0 0 0,0 0-1 0 0,1 0 1 0 0,-1 0-1 0 0,0 0 1 0 0,1 0-1 0 0,-1 1 1 0 0,1-1-1 0 0,0 0 1 0 0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3:09.09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511 2 7202 0 0,'0'0'10306'0'0,"-191"-2"-9970"0"0,149 4-120 0 0,-3 1-40 0 0,-3 6-168 0 0,-4 0-336 0 0,-4 1-1513 0 0,11-1-3528 0 0,13-2-5337 0 0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3:41.23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510 27 0 0 0,'0'0'10046'0'0,"15"-2"-8927"0"0,45-5-85 0 0,-57 7-786 0 0,-1 0 0 0 0,0 0 0 0 0,1-1 0 0 0,-1 1 1 0 0,0-1-1 0 0,0 1 0 0 0,1-1 0 0 0,2-1 0 0 0,-1 0 582 0 0,5-4 2499 0 0,-9 6-3274 0 0,0 0 0 0 0,0 0-1 0 0,1 0 1 0 0,-1 0 0 0 0,0 0 0 0 0,0-1-1 0 0,0 1 1 0 0,0 0 0 0 0,0 0-1 0 0,0 0 1 0 0,0 0 0 0 0,0 0-1 0 0,0 0 1 0 0,1 0 0 0 0,-1 0-1 0 0,0 0 1 0 0,0 0 0 0 0,0 0 0 0 0,0 0-1 0 0,0-1 1 0 0,0 1 0 0 0,0 0-1 0 0,0 0 1 0 0,0 0 0 0 0,0 0-1 0 0,0 0 1 0 0,0 0 0 0 0,0 0-1 0 0,0 0 1 0 0,0-1 0 0 0,0 1-1 0 0,0 0 1 0 0,0 0 0 0 0,0 0 0 0 0,0 0-1 0 0,0 0 1 0 0,0 0 0 0 0,0 0-1 0 0,0-1 1 0 0,0 1 0 0 0,0 0-1 0 0,0 0 1 0 0,0 0 0 0 0,0 0-1 0 0,0 0 1 0 0,0 0 0 0 0,0 0 0 0 0,-12 0 92 0 0,-24 5 0 0 0,-2 0 364 0 0,-166-4 1004 0 0,106-2-1118 0 0,51 1-1516 0 0,-23-1 4021 0 0,34 1-3189 0 0,1-1-3497 0 0,-12 1-9732 0 0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3:41.90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27 174 2497 0 0,'0'0'15840'0'0,"12"-7"-15481"0"0,1-2-238 0 0,1 0 138 0 0,26-13 0 0 0,32-11 1359 0 0,18-9-213 0 0,-54 25-798 0 0,-24 11-113 0 0,22-12-1 0 0,-34 18-469 0 0,1 0 0 0 0,-1-1 0 0 0,1 1 0 0 0,-1 0 0 0 0,1-1 1 0 0,-1 1-1 0 0,1 0 0 0 0,-1-1 0 0 0,1 1 0 0 0,-1-1 0 0 0,0 1 0 0 0,1-1 1 0 0,-1 1-1 0 0,0-1 0 0 0,1 1 0 0 0,-1-1 0 0 0,0 0 0 0 0,0 1 0 0 0,1-2 1 0 0,-1 2 104 0 0,-1 0-340 0 0,0 0 159 0 0,0 1-1 0 0,0-1 1 0 0,0 0 0 0 0,0 0 0 0 0,1 0 0 0 0,-1 0-1 0 0,0 0 1 0 0,0 0 0 0 0,-2 0 0 0 0,-8 1 23 0 0,10-1 29 0 0,-84 34-62 0 0,34-8 50 0 0,40-21 15 0 0,0 0 1 0 0,-1 0 0 0 0,0-1 0 0 0,-18 4-1 0 0,21-6-1 0 0,-65 11 71 0 0,70-12-78 0 0,0 0 0 0 0,0 0 0 0 0,1 0-1 0 0,-1 0 1 0 0,0 0 0 0 0,1 1 0 0 0,-6 3 0 0 0,8-4-8 0 0,1 1 1 0 0,-1-1-1 0 0,1 1 1 0 0,-1-1-1 0 0,1 1 1 0 0,0-1-1 0 0,-1 1 1 0 0,1 0-1 0 0,0-1 1 0 0,0 1-1 0 0,0 0 1 0 0,0-1-1 0 0,1 4 1 0 0,-1 0-33 0 0,0-4 47 0 0,1 1 1 0 0,-1-1 0 0 0,0 0 0 0 0,1 1-1 0 0,-1-1 1 0 0,1 1 0 0 0,0-1-1 0 0,-1 0 1 0 0,1 1 0 0 0,0-1 0 0 0,0 0-1 0 0,0 0 1 0 0,-1 0 0 0 0,1 0 0 0 0,1 1-1 0 0,-1-1 1 0 0,2 1 0 0 0,24 16 154 0 0,-21-15-138 0 0,13 7 91 0 0,1-1 0 0 0,33 10 0 0 0,-37-13-57 0 0,32 8 60 0 0,-27-8-58 0 0,25 10 1 0 0,-28-9-561 0 0,20 4 1 0 0,-27-8-1049 0 0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3:43.15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18 4817 0 0,'0'0'17784'0'0,"2"-3"-17311"0"0,4-8-159 0 0,-5 8-118 0 0,-1 5-200 0 0,1 0-1 0 0,-1 0 1 0 0,0 0 0 0 0,0 0 0 0 0,0 0 0 0 0,0 0-1 0 0,0 0 1 0 0,0 3 0 0 0,-1 2 15 0 0,3 28 114 0 0,2 1 0 0 0,1-1 0 0 0,1-1 0 0 0,15 44 1 0 0,41 93 220 0 0,-48-137-244 0 0,35 60 0 0 0,-45-87-54 0 0,7 11-126 0 0,-10-18 136 0 0,-1 1 1 0 0,1-1-1 0 0,-1 1 0 0 0,1-1 0 0 0,-1 1 1 0 0,1-1-1 0 0,0 1 0 0 0,-1-1 0 0 0,1 0 1 0 0,-1 1-1 0 0,1-1 0 0 0,0 0 0 0 0,-1 1 1 0 0,1-1-1 0 0,0 0 0 0 0,0 0 0 0 0,-1 0 1 0 0,1 0-1 0 0,0 0 0 0 0,0 0 0 0 0,-1 1 1 0 0,2-2-1 0 0,-1 1-16 0 0,0-1-1 0 0,0 1 1 0 0,0-1 0 0 0,0 1-1 0 0,0-1 1 0 0,0 0 0 0 0,-1 1-1 0 0,1-1 1 0 0,0 0 0 0 0,-1 0 0 0 0,1 0-1 0 0,0 1 1 0 0,0-2 0 0 0,9-15 174 0 0,-8 13-159 0 0,9-17 61 0 0,15-42-1 0 0,-19 44-94 0 0,-2-1-2 0 0,-4 16-15 0 0,0-1 0 0 0,1 1-1 0 0,-1 0 1 0 0,3-5-1 0 0,1-1-26 0 0,-4 8 33 0 0,0-1 0 0 0,0 1 0 0 0,0 0 0 0 0,0 0 0 0 0,0 0 0 0 0,3-4 0 0 0,-3 6-29 0 0,-1 0 1 0 0,1-1-1 0 0,-1 1 1 0 0,0 0-1 0 0,1 0 0 0 0,-1-1 1 0 0,1 1-1 0 0,-1 0 1 0 0,1 0-1 0 0,-1 0 1 0 0,1 0-1 0 0,-1 0 1 0 0,1 0-1 0 0,-1 0 1 0 0,1 0-1 0 0,-1 0 0 0 0,1 0 1 0 0,-1 0-1 0 0,1 0 1 0 0,-1 0-1 0 0,1 0 1 0 0,-1 0-1 0 0,1 0 1 0 0,-1 1-1 0 0,1-1 0 0 0,-1 0 1 0 0,1 0-1 0 0,-1 0 1 0 0,1 1-1 0 0,-1-1 1 0 0,0 0-1 0 0,1 1 1 0 0,-1-1-1 0 0,0 0 1 0 0,1 1-1 0 0,-1-1 0 0 0,0 1 1 0 0,1 0-1 0 0,5 6-164 0 0,11 14 0 0 0,-4-2 129 0 0,10 11 30 0 0,-14-17 12 0 0,19 19 0 0 0,-19-22 13 0 0,-4-5 0 0 0,0 0 0 0 0,0 0 0 0 0,0 0 1 0 0,1-1-1 0 0,0 0 0 0 0,0 0 1 0 0,0 0-1 0 0,7 2 0 0 0,-7-3 0 0 0,1-1 0 0 0,0-1 0 0 0,0 1 0 0 0,0-1 0 0 0,0-1 0 0 0,0 1 0 0 0,0-1 0 0 0,0 0 0 0 0,7-1 0 0 0,-12 0-36 0 0,0 1 0 0 0,0-1 1 0 0,0 1-1 0 0,0-1 0 0 0,0 0 1 0 0,-1 0-1 0 0,1 0 0 0 0,0 0 1 0 0,0 0-1 0 0,-1 0 0 0 0,1 0 1 0 0,-1 0-1 0 0,1-1 0 0 0,-1 1 1 0 0,0-1-1 0 0,1 1 0 0 0,0-3 1 0 0,3-3-341 0 0,-1 0 0 0 0,7-15 0 0 0,-8 16 143 0 0,2-14-210 0 0,-4 18 412 0 0,-1-1-1 0 0,1 1 1 0 0,-1-1-1 0 0,1 1 1 0 0,0-1-1 0 0,0 1 1 0 0,3-4-1 0 0,-4 5 46 0 0,10-9 42 0 0,-10 10-71 0 0,1 0 1 0 0,-1 0-1 0 0,0-1 1 0 0,1 1 0 0 0,-1 0-1 0 0,0 0 1 0 0,1 0-1 0 0,-1 0 1 0 0,0 0-1 0 0,1 0 1 0 0,-1 0-1 0 0,0 0 1 0 0,1 0 0 0 0,-1 0-1 0 0,0 0 1 0 0,1 1-1 0 0,-1-1 1 0 0,0 0-1 0 0,1 0 1 0 0,-1 0-1 0 0,0 0 1 0 0,1 0-1 0 0,-1 1 1 0 0,0-1 0 0 0,0 0-1 0 0,1 0 1 0 0,-1 0-1 0 0,0 1 1 0 0,0-1-1 0 0,1 0 1 0 0,-1 1-1 0 0,0-1 1 0 0,0 0 0 0 0,0 0-1 0 0,1 1 1 0 0,-1-1-1 0 0,0 0 1 0 0,0 1-1 0 0,7 12-13 0 0,1 0 0 0 0,1-1-1 0 0,0 0 1 0 0,0 0 0 0 0,1-1-1 0 0,13 12 1 0 0,-20-21-130 0 0,0 1 0 0 0,-1-1 0 0 0,1 0 0 0 0,1 0 0 0 0,-1 0 1 0 0,0 0-1 0 0,0-1 0 0 0,1 1 0 0 0,-1-1 0 0 0,1 0 0 0 0,-1 0 0 0 0,1 0 0 0 0,3 0 0 0 0,-5-15-10819 0 0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3:43.30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8154 0 0,'0'0'13393'0'0,"2"3"-15792"0"0,0-1 2230 0 0,-1 0 0 0 0,0 0 0 0 0,0 0 0 0 0,0 0 0 0 0,0 1 0 0 0,0-1 0 0 0,-1 0 0 0 0,1 1 0 0 0,-1 2 0 0 0,4 26-7168 0 0,-4-30 6593 0 0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3:44.23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191 49 4353 0 0,'0'0'15603'0'0,"-9"-8"-15521"0"0,-28-24-40 0 0,37 32-39 0 0,-1-1-1 0 0,0 0 0 0 0,0 0 0 0 0,0 0 1 0 0,0 1-1 0 0,0-1 0 0 0,0 1 0 0 0,0-1 0 0 0,0 0 1 0 0,0 1-1 0 0,0 0 0 0 0,0-1 0 0 0,-1 1 1 0 0,1 0-1 0 0,0-1 0 0 0,0 1 0 0 0,0 0 1 0 0,0 0-1 0 0,-1 0 0 0 0,1 0 0 0 0,0 0 1 0 0,-2 1-1 0 0,-3 0 17 0 0,-4-1 72 0 0,1 2 1 0 0,-1-1-1 0 0,1 1 0 0 0,0 1 1 0 0,-17 6-1 0 0,22-7-14 0 0,1 0 0 0 0,-1-1 0 0 0,1 1 0 0 0,0 0 0 0 0,-6 5 0 0 0,3-2 61 0 0,5-4-114 0 0,0 0-1 0 0,1-1 0 0 0,-1 1 1 0 0,1 0-1 0 0,-1 0 1 0 0,1-1-1 0 0,-1 1 0 0 0,1 0 1 0 0,-1 0-1 0 0,1 0 1 0 0,0 0-1 0 0,-1 0 0 0 0,1 0 1 0 0,0 0-1 0 0,0 0 1 0 0,0-1-1 0 0,0 1 0 0 0,0 0 1 0 0,0 0-1 0 0,0 0 1 0 0,0 2-1 0 0,0-2 10 0 0,1 1 0 0 0,-1-1 0 0 0,0 0 0 0 0,1 1 1 0 0,-1-1-1 0 0,1 0 0 0 0,-1 0 0 0 0,1 1 0 0 0,-1-1 0 0 0,1 0 0 0 0,0 0 0 0 0,0 0 0 0 0,0 0 0 0 0,0 0 0 0 0,1 2 0 0 0,8 4 177 0 0,14 10 55 0 0,31 11-129 0 0,14 7-134 0 0,-57-27-28 0 0,-1-2 11 0 0,18 15 0 0 0,-26-19-3 0 0,-1 0 0 0 0,0 0 0 0 0,1 0 0 0 0,-1 1 1 0 0,0-1-1 0 0,0 1 0 0 0,-1 0 0 0 0,1-1 0 0 0,0 1 0 0 0,-1 0 0 0 0,0 0 0 0 0,2 4 0 0 0,-3-7 22 0 0,0 1-1 0 0,1-1 0 0 0,-1 1 0 0 0,0-1 0 0 0,0 1 0 0 0,0-1 0 0 0,0 0 0 0 0,0 1 0 0 0,0-1 0 0 0,0 1 0 0 0,0-1 0 0 0,0 1 0 0 0,0-1 0 0 0,0 1 0 0 0,0-1 0 0 0,0 1 0 0 0,0-1 0 0 0,0 1 0 0 0,0-1 0 0 0,0 0 0 0 0,-1 1 0 0 0,1-1 0 0 0,0 1 1 0 0,0-1-1 0 0,0 0 0 0 0,-1 1 0 0 0,1-1 0 0 0,0 1 0 0 0,-1-1 0 0 0,1 0 0 0 0,-1 1 804 0 0,-5 9-1700 0 0,6-9 895 0 0,-1 0 1 0 0,0 0 0 0 0,1 1 0 0 0,-1-1 0 0 0,1 0-1 0 0,-1 0 1 0 0,1 0 0 0 0,0 0 0 0 0,0 1 0 0 0,-1-1-1 0 0,1 0 1 0 0,0 2 0 0 0,0 19-53 0 0,0-15 53 0 0,0-4-4 0 0,0 1-1 0 0,0-1 1 0 0,0 0 0 0 0,0 0 0 0 0,1 1-1 0 0,-1-1 1 0 0,1 0 0 0 0,0 0 0 0 0,0 0 0 0 0,0 0-1 0 0,0 0 1 0 0,3 4 0 0 0,0-1-117 0 0,-1-1 0 0 0,0 1-1 0 0,0 0 1 0 0,-1 0 0 0 0,0 0 0 0 0,2 8 0 0 0,-3-13-29 0 0,-1 0-1 0 0,0 0 1 0 0,0-1 0 0 0,0 1 0 0 0,0 0-1 0 0,1 0 1 0 0,-1 0 0 0 0,-1 0-1 0 0,1 0 1 0 0,0 0 0 0 0,0 0-1 0 0,0 0 1 0 0,0-1 0 0 0,-1 1 0 0 0,1 0-1 0 0,0 0 1 0 0,-1 0 0 0 0,1 0-1 0 0,-1-1 1 0 0,1 1 0 0 0,-1 0-1 0 0,1 0 1 0 0,-1-1 0 0 0,1 1 0 0 0,-1 0-1 0 0,0-1 1 0 0,1 1 0 0 0,-1-1-1 0 0,0 1 1 0 0,1-1 0 0 0,-1 1 0 0 0,0-1-1 0 0,-1 1 1 0 0,-2 0-714 0 0,0 0 1 0 0,0 0-1 0 0,-1 0 1 0 0,1 0-1 0 0,-8-1 0 0 0,-47 1-8647 0 0,48-1 7366 0 0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3:44.92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47 1 7826 0 0,'0'0'13086'0'0,"-7"13"-12832"0"0,1-1-176 0 0,1-3-23 0 0,0-1 0 0 0,1 1 0 0 0,1 0 0 0 0,0 0 0 0 0,0 0 0 0 0,0 0 0 0 0,1 0 0 0 0,-1 15 0 0 0,1 7 101 0 0,1 0-1 0 0,2 0 1 0 0,1 0-1 0 0,1-1 1 0 0,2 1-1 0 0,12 41 1 0 0,-6-39-114 0 0,1-1 0 0 0,2-1 1 0 0,30 51-1 0 0,-44-81-28 0 0,1 0 0 0 0,0 0 0 0 0,-1 0 1 0 0,1 0-1 0 0,0 0 0 0 0,0 0 0 0 0,0 0 0 0 0,0 0 0 0 0,-1 0 0 0 0,1 0 1 0 0,0 0-1 0 0,1-1 0 0 0,-1 1 0 0 0,0 0 0 0 0,0-1 0 0 0,0 1 1 0 0,0-1-1 0 0,0 1 0 0 0,1-1 0 0 0,-1 1 0 0 0,0-1 0 0 0,0 0 0 0 0,1 0 1 0 0,-1 0-1 0 0,0 0 0 0 0,1 0 0 0 0,-1 0 0 0 0,0 0 0 0 0,0 0 1 0 0,1 0-1 0 0,-1 0 0 0 0,0-1 0 0 0,0 1 0 0 0,1-1 0 0 0,-1 1 0 0 0,0-1 1 0 0,0 1-1 0 0,0-1 0 0 0,0 0 0 0 0,0 1 0 0 0,0-1 0 0 0,0 0 1 0 0,2-1-1 0 0,0-1-136 0 0,4-3 409 0 0,-7 6-315 0 0,0 0 0 0 0,1 0 0 0 0,-1-1 0 0 0,0 1 0 0 0,0 0 0 0 0,0 0-1 0 0,0 0 1 0 0,0 0 0 0 0,0 0 0 0 0,0 0 0 0 0,0 0 0 0 0,0 0 0 0 0,0 0 0 0 0,0 0 0 0 0,1 0 0 0 0,-1 0 0 0 0,0 0 0 0 0,0 0 0 0 0,0 0 0 0 0,0 0 0 0 0,0 0 0 0 0,0 0 0 0 0,0 0 0 0 0,0 0 0 0 0,1 0 0 0 0,-1 0 0 0 0,0 0 0 0 0,0 0 0 0 0,0 0-1 0 0,0 0 1 0 0,0 0 0 0 0,0 0 0 0 0,0 0 0 0 0,0 0 0 0 0,0 0 0 0 0,1 0 0 0 0,-1 0 0 0 0,0 0 0 0 0,0 0 0 0 0,0 0 0 0 0,0 0 0 0 0,0 1 0 0 0,0-1 0 0 0,0 0 0 0 0,0 0 0 0 0,0 0 0 0 0,0 0 0 0 0,0 0 0 0 0,0 0 0 0 0,0 0 0 0 0,0 0 0 0 0,0 0-1 0 0,0 1 1 0 0,0-1 0 0 0,1 0 0 0 0,-1 0 0 0 0,0 0 0 0 0,0 0 0 0 0,0 0 0 0 0,0 0 0 0 0,0 0 0 0 0,-1 0 0 0 0,1 1 0 0 0,1 0 13 0 0,-1 1 1 0 0,1 0-1 0 0,0 0 1 0 0,-1 0-1 0 0,1-1 1 0 0,0 1-1 0 0,0 0 1 0 0,2 2-1 0 0,3 5 86 0 0,-4-6-10 0 0,0-1-1 0 0,0 0 1 0 0,1 0 0 0 0,-1-1-1 0 0,1 1 1 0 0,-1 0-1 0 0,1-1 1 0 0,-1 0 0 0 0,1 1-1 0 0,0-1 1 0 0,0 0 0 0 0,0 0-1 0 0,0-1 1 0 0,5 2 0 0 0,11-1 71 0 0,0 0 0 0 0,0-1 0 0 0,0-1 0 0 0,0-1 1 0 0,0-1-1 0 0,19-5 0 0 0,-17 2-86 0 0,6-1 56 0 0,37-16 1 0 0,-57 20-93 0 0,-1 0 0 0 0,0-1 0 0 0,0 1 0 0 0,0-1 0 0 0,0 0 0 0 0,-1 0 1 0 0,1-1-1 0 0,-1 0 0 0 0,0 0 0 0 0,-1 0 0 0 0,6-6 0 0 0,-9 8-24 0 0,0 0 0 0 0,0 0 0 0 0,1 0-1 0 0,-2 0 1 0 0,1 0 0 0 0,0 0 0 0 0,-1 0 0 0 0,1-1-1 0 0,-1 1 1 0 0,0 0 0 0 0,0 0 0 0 0,0-4 0 0 0,-1-2-129 0 0,1 8 118 0 0,0 0 0 0 0,0-1 0 0 0,0 1 0 0 0,0 0 0 0 0,-1 0 0 0 0,1 0 0 0 0,0 0 0 0 0,-1 0 0 0 0,1 0 0 0 0,-1 0-1 0 0,0 0 1 0 0,1 0 0 0 0,-1 0 0 0 0,0 0 0 0 0,1 0 0 0 0,-1 0 0 0 0,0 0 0 0 0,-1-1 0 0 0,0 1-25 0 0,0-1 1 0 0,-1 1-1 0 0,1 0 1 0 0,0-1-1 0 0,-1 1 1 0 0,1 0-1 0 0,0 0 1 0 0,-5 0 0 0 0,4 0-2 0 0,0 1 0 0 0,0-1 0 0 0,0 1 1 0 0,0 0-1 0 0,0 0 0 0 0,0 0 1 0 0,-4 1-1 0 0,5-1 29 0 0,1 1-1 0 0,0-1 1 0 0,-1 0-1 0 0,1 1 1 0 0,0-1 0 0 0,0 1-1 0 0,-1 0 1 0 0,1-1-1 0 0,0 1 1 0 0,0 0 0 0 0,0 0-1 0 0,0 0 1 0 0,0 0-1 0 0,0 0 1 0 0,-1 1 0 0 0,-1 3-10 0 0,0 0 0 0 0,1 0 0 0 0,0 1-1 0 0,0-1 1 0 0,1 0 0 0 0,-1 1 0 0 0,1-1 0 0 0,0 1 0 0 0,0 11 0 0 0,1-9 58 0 0,0 1-1 0 0,1-1 1 0 0,-1 0 0 0 0,2 0-1 0 0,-1 1 1 0 0,4 9-1 0 0,-2-11 19 0 0,0 0 0 0 0,0 0 0 0 0,1-1-1 0 0,-1 1 1 0 0,2-1 0 0 0,-1 0-1 0 0,1 0 1 0 0,0 0 0 0 0,0 0 0 0 0,6 4-1 0 0,-7-6-9 0 0,1-1 0 0 0,-1 0 0 0 0,1 0 0 0 0,0 0 0 0 0,0 0 0 0 0,0-1 0 0 0,0 0 0 0 0,0 0-1 0 0,1 0 1 0 0,-1-1 0 0 0,0 1 0 0 0,1-1 0 0 0,0-1 0 0 0,6 1 0 0 0,-10-1-81 0 0,1 1-1 0 0,0-1 1 0 0,-1 0 0 0 0,1 0 0 0 0,-1-1-1 0 0,1 1 1 0 0,0-1 0 0 0,-1 1 0 0 0,1-1-1 0 0,-1 0 1 0 0,1 0 0 0 0,-1 0 0 0 0,0 0-1 0 0,1 0 1 0 0,-1 0 0 0 0,0-1 0 0 0,0 1-1 0 0,0-1 1 0 0,0 0 0 0 0,0 0 0 0 0,0 0-1 0 0,1-2 1 0 0,2 0-950 0 0,-1-1-1 0 0,1 0 1 0 0,-1-1-1 0 0,-1 1 1 0 0,1-1-1 0 0,-1 0 1 0 0,0 0 0 0 0,0 0-1 0 0,-1 0 1 0 0,3-9-1 0 0,-2 1-3396 0 0,0 4-2126 0 0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3:45.22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316 14 7170 0 0,'0'0'13584'0'0,"-5"-3"-13440"0"0,-17-7-96 0 0,21 10-51 0 0,1 0 0 0 0,0 0 0 0 0,0 0 0 0 0,-1 0 1 0 0,1 0-1 0 0,0 0 0 0 0,0 0 0 0 0,-1 0 0 0 0,1 0 0 0 0,0 0 1 0 0,0 0-1 0 0,-1 0 0 0 0,1 0 0 0 0,0 0 0 0 0,0 0 0 0 0,-1 0 0 0 0,1 0 1 0 0,0 1-1 0 0,0-1 0 0 0,0 0 0 0 0,-1 0 0 0 0,1 0 0 0 0,0 0 1 0 0,0 0-1 0 0,0 1 0 0 0,0-1 0 0 0,-1 0 0 0 0,1 0 0 0 0,0 0 0 0 0,0 1 1 0 0,0-1-1 0 0,0 0 0 0 0,0 0 0 0 0,-1 0 0 0 0,1 1 0 0 0,0-1 1 0 0,0 0-1 0 0,0 0 0 0 0,0 1 0 0 0,0-1 0 0 0,0 0 0 0 0,0 0 0 0 0,0 1 1 0 0,0-1-1 0 0,0 0 0 0 0,0 0 0 0 0,0 1 0 0 0,0 13-59 0 0,1-13 74 0 0,-1 7 42 0 0,1 0 0 0 0,0 0-1 0 0,1 0 1 0 0,0 0 0 0 0,0 0 0 0 0,1-1-1 0 0,6 14 1 0 0,0-3 78 0 0,23 33 0 0 0,-5-14-42 0 0,22 32-10 0 0,-47-65-77 0 0,0-1-14 0 0,0-1-1 0 0,0 1 1 0 0,0 0-1 0 0,-1-1 1 0 0,0 1-1 0 0,1 0 0 0 0,-1 0 1 0 0,0 0-1 0 0,-1 0 1 0 0,2 6-1 0 0,-2-9 11 0 0,0 1 0 0 0,-1 0 0 0 0,1-1 0 0 0,0 1 0 0 0,-1 0 0 0 0,1-1 0 0 0,0 1-1 0 0,-1-1 1 0 0,1 1 0 0 0,-1-1 0 0 0,1 1 0 0 0,-1-1 0 0 0,1 1 0 0 0,-1-1 0 0 0,0 1 0 0 0,1-1 0 0 0,-1 0-1 0 0,1 1 1 0 0,-1-1 0 0 0,0 0 0 0 0,0 1 0 0 0,-17 5 77 0 0,-11 0 9 0 0,-1-2 0 0 0,0-1 0 0 0,-39-1 0 0 0,47-1-137 0 0,-24-1-404 0 0,-53 3-901 0 0,35 3-6498 0 0,45-3-2572 0 0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3:45.79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12195 0 0,'0'0'4473'0'0,"6"33"-4236"0"0,20 103-26 0 0,-13-83-69 0 0,-3-31-17 0 0,-3-9-70 0 0,22 44 109 0 0,14 30-445 0 0,-36-72-248 0 0,1-1-1 0 0,8 14 1 0 0,10 5-8557 0 0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3:45.96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373 33 9794 0 0,'0'0'12935'0'0,"-31"-6"-12884"0"0,-94-15-23 0 0,79 16-30 0 0,44 5-4 0 0,1 0 1 0 0,-1 0 0 0 0,0 0-1 0 0,0 1 1 0 0,0-1 0 0 0,0 0-1 0 0,-2 2 1 0 0,-6 0-38 0 0,-66 18-2207 0 0,27-5-6995 0 0,30-9-1668 0 0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3:46.64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261 27 9194 0 0,'0'0'12059'0'0,"-20"-4"-11681"0"0,-62-14-92 0 0,76 17-227 0 0,0-1 0 0 0,0 1 0 0 0,0 1 0 0 0,0-1 0 0 0,-9 1 0 0 0,5 1 41 0 0,6-1-69 0 0,0 0-1 0 0,0 0 0 0 0,0 1 0 0 0,0-1 0 0 0,1 1 0 0 0,-1 0 0 0 0,0 0 0 0 0,0 0 0 0 0,1 1 0 0 0,-1 0 0 0 0,0-1 0 0 0,1 1 1 0 0,0 0-1 0 0,-1 1 0 0 0,1-1 0 0 0,0 0 0 0 0,0 1 0 0 0,0 0 0 0 0,1 0 0 0 0,-1 0 0 0 0,1 0 0 0 0,-1 0 0 0 0,1 0 1 0 0,-3 8-1 0 0,1-4-10 0 0,1 1 0 0 0,1-1 0 0 0,-1 1 0 0 0,1 0 0 0 0,1 0 0 0 0,0 0 0 0 0,0 0 0 0 0,0 0 0 0 0,1 1 0 0 0,0-1 0 0 0,1 0 0 0 0,-1 0 0 0 0,2 0 0 0 0,3 13 0 0 0,1 0 21 0 0,1-1-1 0 0,1 0 1 0 0,1-1-1 0 0,16 27 0 0 0,1-6-332 0 0,2 0 0 0 0,2-2-1 0 0,58 58 1 0 0,-70-79-1482 0 0,1-1 0 0 0,25 14-1 0 0,-24-16-3174 0 0,-13-9 370 0 0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3:46.87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266 1 10530 0 0,'0'0'11613'0'0,"-26"0"-11563"0"0,-81 3-21 0 0,76 0-11 0 0,23 0-6 0 0,2 0-10 0 0,-18 6-80 0 0,-13 5-471 0 0,13-8-3165 0 0,22-5 2592 0 0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3:47.43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46 142 760 0 0,'0'0'15126'0'0,"29"21"-14540"0"0,90 62-112 0 0,-89-61-100 0 0,-30-22-316 0 0,0 0-1 0 0,0 0 1 0 0,0 1 0 0 0,0-1 0 0 0,0 0 0 0 0,0 0-1 0 0,0 0 1 0 0,0 0 0 0 0,0 0 0 0 0,0 0 0 0 0,0 0-1 0 0,0 1 1 0 0,0-1 0 0 0,0 0 0 0 0,-1 0 0 0 0,1 0-1 0 0,0 0 1 0 0,0 0 0 0 0,0 0 0 0 0,0 0 0 0 0,0 0-1 0 0,0 0 1 0 0,0 1 0 0 0,0-1 0 0 0,0 0 0 0 0,0 0-1 0 0,-1 0 1 0 0,1 0 0 0 0,0 0 0 0 0,0 0 0 0 0,0 0-1 0 0,0 0 1 0 0,0 0 0 0 0,0 0 0 0 0,0 0 0 0 0,-1 0-1 0 0,1 0 1 0 0,0 0 0 0 0,0 0 0 0 0,-7-2 802 0 0,-5-5-498 0 0,8 4-275 0 0,0 0 1 0 0,0 0-1 0 0,-5-6 1 0 0,-6-6-17 0 0,-45-40 4 0 0,-10-8-116 0 0,65 59 92 0 0,0 0 0 0 0,0 0 1 0 0,1 0-1 0 0,0-1 1 0 0,0 1-1 0 0,-5-8 591 0 0,13 12-718 0 0,0 1-1 0 0,0 0 1 0 0,0 0-1 0 0,0 0 1 0 0,0 0-1 0 0,4 2 1 0 0,7 3-26 0 0,8 1 32 0 0,-8-2 94 0 0,1-1 0 0 0,0 0 0 0 0,23 2 1 0 0,-25-5 8 0 0,72 3 241 0 0,-73-4-209 0 0,0-1 1 0 0,0-1-1 0 0,-1 0 0 0 0,20-5 0 0 0,-6-2 276 0 0,42-20 1 0 0,-66 28-304 0 0,-1 0 0 0 0,1 0 0 0 0,0 0 1 0 0,-1 0-1 0 0,1 0 0 0 0,-1 0 0 0 0,0-1 0 0 0,1 1 0 0 0,-1 0 0 0 0,0-1 1 0 0,0 1-1 0 0,0-1 0 0 0,0 1 0 0 0,0-1 0 0 0,0 0 0 0 0,1-2 0 0 0,-1 0 50 0 0,0 0-1 0 0,0 0 0 0 0,-1 0 1 0 0,1 0-1 0 0,-1-8 0 0 0,0 11-94 0 0,-1 1 0 0 0,1-1 0 0 0,0 1-1 0 0,0-1 1 0 0,-1 1 0 0 0,1-1 0 0 0,0 1 0 0 0,-1-1-1 0 0,1 1 1 0 0,0 0 0 0 0,-1-1 0 0 0,1 1-1 0 0,-1 0 1 0 0,1-1 0 0 0,-1 1 0 0 0,1 0 0 0 0,-1-1-1 0 0,1 1 1 0 0,-1 0 0 0 0,1 0 0 0 0,-1 0 0 0 0,1-1-1 0 0,-1 1 1 0 0,0 0 0 0 0,-15-2-260 0 0,13 2 237 0 0,0 0 0 0 0,0 0-1 0 0,0 0 1 0 0,0 1 0 0 0,0-1 0 0 0,1 1-1 0 0,-1 0 1 0 0,0 0 0 0 0,0 0-1 0 0,1 0 1 0 0,-1 0 0 0 0,0 1-1 0 0,1-1 1 0 0,0 1 0 0 0,-1 0 0 0 0,1 0-1 0 0,0 0 1 0 0,0 0 0 0 0,0 0-1 0 0,0 0 1 0 0,0 0 0 0 0,0 1-1 0 0,0-1 1 0 0,-1 5 0 0 0,1-3 0 0 0,0-1-1 0 0,0 1 1 0 0,0 0-1 0 0,1 0 1 0 0,0 1 0 0 0,0-1-1 0 0,0 0 1 0 0,0 0 0 0 0,1 0-1 0 0,-1 1 1 0 0,1-1 0 0 0,1 9-1 0 0,-1-12 36 0 0,1 1 1 0 0,-1-1-1 0 0,1 0 0 0 0,0 0 1 0 0,-1 1-1 0 0,1-1 0 0 0,0 0 1 0 0,0 0-1 0 0,0 0 0 0 0,0 0 0 0 0,0 0 1 0 0,0 0-1 0 0,0 0 0 0 0,0 0 1 0 0,0 0-1 0 0,3 1 0 0 0,22 12 79 0 0,-21-12-75 0 0,11 5-72 0 0,-1-2 0 0 0,1 0 0 0 0,0 0-1 0 0,0-2 1 0 0,31 4 0 0 0,20-4-2924 0 0,-3-5-5403 0 0,-50 0 3916 0 0,-3 1-2017 0 0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3:47.97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163 72 4305 0 0,'0'0'16461'0'0,"-10"-12"-16561"0"0,-31-36-71 0 0,31 38 72 0 0,6 8-2 0 0,2 3 65 0 0,-1-1 0 0 0,1 1 1 0 0,0-1-1 0 0,0 1 0 0 0,-1 0 0 0 0,1 0 1 0 0,0 0-1 0 0,0 1 0 0 0,0-1 0 0 0,0 0 1 0 0,-2 3-1 0 0,-22 20 4 0 0,25-23 30 0 0,-3 3 19 0 0,0 1 0 0 0,1 0 0 0 0,-5 7 0 0 0,-2 4 43 0 0,8-14-2 0 0,0 1 0 0 0,1 0 0 0 0,-1 0 0 0 0,1 0 0 0 0,0 0 0 0 0,0 0 0 0 0,0 0 0 0 0,0 0 0 0 0,1 0 0 0 0,-1 0 0 0 0,1 0 0 0 0,0 6 0 0 0,0-9-30 0 0,0 0 0 0 0,0 0 1 0 0,0 1-1 0 0,0-1 0 0 0,0 0 1 0 0,0 0-1 0 0,0 0 0 0 0,0 1 1 0 0,0-1-1 0 0,1 0 0 0 0,-1 0 1 0 0,0 0-1 0 0,0 1 0 0 0,0-1 1 0 0,0 0-1 0 0,0 0 0 0 0,1 0 1 0 0,-1 1-1 0 0,0-1 0 0 0,0 0 1 0 0,0 0-1 0 0,1 0 0 0 0,-1 0 0 0 0,0 0 1 0 0,0 0-1 0 0,0 0 0 0 0,1 1 1 0 0,-1-1-1 0 0,0 0 0 0 0,0 0 1 0 0,1 0-1 0 0,11 0 953 0 0,-10-1-845 0 0,1 1 0 0 0,-1-1-1 0 0,1 0 1 0 0,0 0-1 0 0,-1 0 1 0 0,5-2-1 0 0,1-3 20 0 0,-1 1-81 0 0,0-1-1 0 0,0 0 1 0 0,8-9 0 0 0,-12 11-52 0 0,-1 1-1 0 0,1 0 1 0 0,0-1 0 0 0,-1 0-1 0 0,0 0 1 0 0,3-7 0 0 0,-5 11-25 0 0,0-1 0 0 0,0 1 0 0 0,0-1 0 0 0,0 1 0 0 0,1-1 0 0 0,-1 1 0 0 0,0-1 0 0 0,0 1 0 0 0,0-1 0 0 0,1 1 0 0 0,-1-1 0 0 0,0 1 0 0 0,1 0 0 0 0,-1-1 0 0 0,0 1 0 0 0,1-1 0 0 0,-1 1 0 0 0,1 0 0 0 0,0-1 0 0 0,-1 1-36 0 0,0 0 0 0 0,1 0 0 0 0,-1 1 0 0 0,0-1-1 0 0,0 0 1 0 0,1 0 0 0 0,-1 0 0 0 0,0 1 0 0 0,0-1 0 0 0,1 0 0 0 0,-1 1 0 0 0,0-1 0 0 0,0 0 0 0 0,0 0 0 0 0,0 1 0 0 0,0-1 0 0 0,1 0 0 0 0,-1 1-1 0 0,0-1 1 0 0,0 0 0 0 0,0 1 0 0 0,4 26-1016 0 0,-4-26 1195 0 0,4 30-153 0 0,2 0 1 0 0,19 58-1 0 0,-13-56 66 0 0,1 0 0 0 0,30 53 0 0 0,-32-68-30 0 0,23 38 29 0 0,-16-27-1407 0 0,-17-26-932 0 0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3:48.76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179 0 10074 0 0,'0'0'9794'0'0,"-28"4"-9720"0"0,-86 11-38 0 0,109-14-33 0 0,0 0 0 0 0,-1 0 1 0 0,-8 4-1 0 0,14-5-3 0 0,-1 0 0 0 0,1 0 1 0 0,0 0-1 0 0,0 0 0 0 0,-1 0 0 0 0,1 0 0 0 0,0 1 1 0 0,0-1-1 0 0,0 0 0 0 0,-1 0 0 0 0,1 0 0 0 0,0 1 0 0 0,0-1 1 0 0,0 0-1 0 0,-1 0 0 0 0,1 0 0 0 0,0 1 0 0 0,0-1 1 0 0,0 0-1 0 0,0 0 0 0 0,0 1 0 0 0,0-1 0 0 0,0 0 1 0 0,-1 1-1 0 0,1-1 0 0 0,0 0 0 0 0,0 0 0 0 0,0 1 1 0 0,0 2 0 0 0,-1-1 5 0 0,1-1 1 0 0,0 1 0 0 0,-1 0 0 0 0,1 0 0 0 0,0 0-1 0 0,0 0 1 0 0,0 0 0 0 0,0 0 0 0 0,1 0 0 0 0,-1 0 0 0 0,0 0-1 0 0,1 0 1 0 0,-1 0 0 0 0,1 0 0 0 0,0 0 0 0 0,0-1-1 0 0,0 1 1 0 0,0 0 0 0 0,0-1 0 0 0,0 1 0 0 0,0 0 0 0 0,0-1-1 0 0,0 1 1 0 0,1-1 0 0 0,-1 0 0 0 0,3 2 0 0 0,3 3-17 0 0,1 0 1 0 0,-1-1 0 0 0,1 0-1 0 0,10 5 1 0 0,-6-5-716 0 0,0 0 0 0 0,0-1-1 0 0,0 0 1 0 0,1-1 0 0 0,23 3 0 0 0,62-1-11476 0 0,-83-5 8618 0 0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3:49.06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100 40 2761 0 0,'0'0'15963'0'0,"-10"2"-15704"0"0,-27 10-31 0 0,36-12-213 0 0,0 0 1 0 0,0 0 0 0 0,1 1 0 0 0,-1-1-1 0 0,0 0 1 0 0,1 1 0 0 0,-1-1-1 0 0,0 0 1 0 0,1 1 0 0 0,-1-1 0 0 0,0 1-1 0 0,1-1 1 0 0,-1 1 0 0 0,1-1-1 0 0,-1 1 1 0 0,1 0 0 0 0,-1-1 0 0 0,1 1-1 0 0,0 0 1 0 0,-1-1 0 0 0,1 1-1 0 0,0 0 1 0 0,0-1 0 0 0,-1 1 0 0 0,1 0-1 0 0,0-1 1 0 0,0 1 0 0 0,0 0-1 0 0,0 0 1 0 0,0-1 0 0 0,0 1 0 0 0,0 0-1 0 0,0 0 1 0 0,0-1 0 0 0,0 1-1 0 0,0 0 1 0 0,1 1 0 0 0,-1 2 122 0 0,0 0-56 0 0,0-1 0 0 0,1 0 1 0 0,-1 1-1 0 0,1-1 0 0 0,0 0 1 0 0,0 0-1 0 0,0 1 0 0 0,0-1 1 0 0,0 0-1 0 0,1 0 0 0 0,-1 0 1 0 0,1 0-1 0 0,0 0 1 0 0,0-1-1 0 0,0 1 0 0 0,0 0 1 0 0,0-1-1 0 0,1 0 0 0 0,-1 1 1 0 0,1-1-1 0 0,0 0 0 0 0,-1 0 1 0 0,7 2-1 0 0,-2 0 33 0 0,0-1-1 0 0,0-1 1 0 0,1 1-1 0 0,-1-1 1 0 0,1 0-1 0 0,-1-1 1 0 0,1 0-1 0 0,0 0 1 0 0,8 0 0 0 0,-11-1-21 0 0,0 0 0 0 0,0 0 0 0 0,0-1-1 0 0,0 0 1 0 0,0 0 0 0 0,9-2 0 0 0,-13 2-64 0 0,1 0 0 0 0,0 0-1 0 0,-1 0 1 0 0,1 0 0 0 0,-1 0 0 0 0,1 0-1 0 0,-1-1 1 0 0,1 1 0 0 0,-1 0-1 0 0,0-1 1 0 0,0 1 0 0 0,0-1-1 0 0,0 1 1 0 0,0-1 0 0 0,0 0-1 0 0,0 1 1 0 0,0-1 0 0 0,-1 0-1 0 0,1 0 1 0 0,0 1 0 0 0,-1-3 0 0 0,1 1-59 0 0,0 0 1 0 0,0-1 0 0 0,-1 1 0 0 0,0 0 0 0 0,0 0 0 0 0,1-1 0 0 0,-2 1 0 0 0,1 0 0 0 0,0 0-1 0 0,-1 0 1 0 0,1-1 0 0 0,-1 1 0 0 0,0 0 0 0 0,0 0 0 0 0,0 0 0 0 0,-1 0 0 0 0,1 0 0 0 0,-1 0 0 0 0,0 1-1 0 0,1-1 1 0 0,-1 0 0 0 0,0 1 0 0 0,-1-1 0 0 0,1 1 0 0 0,0 0 0 0 0,-4-3 0 0 0,-2-1-144 0 0,0 0 0 0 0,0 1 0 0 0,-1 0 1 0 0,0 0-1 0 0,0 1 0 0 0,0 0 1 0 0,0 1-1 0 0,-19-5 0 0 0,21 7-643 0 0,-1-1 0 0 0,0 2 1 0 0,1-1-1 0 0,-16 2 0 0 0,17 0-621 0 0,0 0 0 0 0,0 0 0 0 0,1 0 1 0 0,-1 1-1 0 0,1 0 0 0 0,-1 0 0 0 0,-5 3 0 0 0,3-1-5077 0 0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3:49.73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4 6921 0 0,'0'0'15293'0'0,"3"1"-15350"0"0,44 32-400 0 0,-20-12 421 0 0,2-2 1 0 0,37 19 0 0 0,-60-36 39 0 0,-1 0 0 0 0,1-1 0 0 0,-1 1 0 0 0,1-1 0 0 0,9 1 0 0 0,-12-2 11 0 0,0 0 0 0 0,0 1 0 0 0,0-1 0 0 0,0-1 0 0 0,0 1-1 0 0,1 0 1 0 0,-1-1 0 0 0,0 0 0 0 0,0 0 0 0 0,0 0 0 0 0,0 0-1 0 0,3-2 1 0 0,-4 2-18 0 0,0-1-1 0 0,-1 1 1 0 0,1-1-1 0 0,-1 0 0 0 0,1 0 1 0 0,-1 0-1 0 0,0 0 1 0 0,0 0-1 0 0,0 0 1 0 0,0 0-1 0 0,0 0 0 0 0,0 0 1 0 0,-1 0-1 0 0,1-1 1 0 0,-1 1-1 0 0,1 0 1 0 0,-1 0-1 0 0,0-3 0 0 0,1-6-181 0 0,-1 0 1 0 0,-2-15-1 0 0,2 24 165 0 0,-1 0 1 0 0,1 0-1 0 0,-1 0 1 0 0,1 0 0 0 0,-1 0-1 0 0,1 0 1 0 0,-1 0-1 0 0,0 0 1 0 0,-1-2 0 0 0,-4-3-2647 0 0,21 25 1856 0 0,-13-16 857 0 0,-1 1 0 0 0,1 0 0 0 0,1-1 0 0 0,-1 1 0 0 0,0-1 0 0 0,1 0 0 0 0,-1 0 0 0 0,1 0 0 0 0,0 0 0 0 0,-1 0 0 0 0,1-1 0 0 0,0 1 0 0 0,6 1 0 0 0,0 1 170 0 0,1-2-1 0 0,17 3 1 0 0,19-1 1227 0 0,-37-11-1077 0 0,-7 7-513 0 0,0-1 0 0 0,0 1 1 0 0,0 0-1 0 0,-1 0 1 0 0,1 0-1 0 0,0 0 0 0 0,0 0 1 0 0,0 1-1 0 0,0-1 0 0 0,0 1 1 0 0,0-1-1 0 0,0 1 1 0 0,-1-1-1 0 0,1 1 0 0 0,0 0 1 0 0,0 0-1 0 0,-1 0 0 0 0,4 2 1 0 0,1 3-269 0 0,0-1 1 0 0,0 1 0 0 0,7 8-1 0 0,1 3-2213 0 0,-4-7-250 0 0,-9-7 1708 0 0,1-1-1 0 0,0 0 1 0 0,0 0 0 0 0,0 0-1 0 0,3 2 1 0 0,0-1-2528 0 0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3:50.21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1 214 7186 0 0,'0'0'7517'0'0,"9"31"-7402"0"0,28 100-10 0 0,-35-124-96 0 0,1 5 45 0 0,0 0 0 0 0,7 16 0 0 0,-6-20-15 0 0,31 65 745 0 0,-36-86 4107 0 0,-6-13-4839 0 0,-12-27-29 0 0,-33-99 24 0 0,45 128 9 0 0,1-2 0 0 0,2 1 1 0 0,0-1-1 0 0,1-31 0 0 0,3 48-59 0 0,0-1 0 0 0,0 0 0 0 0,1 1 0 0 0,1 0 0 0 0,4-18 0 0 0,-5 25-33 0 0,0 0 1 0 0,0 0-1 0 0,0-1 0 0 0,0 1 1 0 0,0 0-1 0 0,0 0 1 0 0,1 0-1 0 0,-1 0 0 0 0,1 0 1 0 0,-1 1-1 0 0,1-1 1 0 0,0 0-1 0 0,0 1 0 0 0,0-1 1 0 0,0 1-1 0 0,0-1 1 0 0,0 1-1 0 0,0 0 0 0 0,0 0 1 0 0,0 0-1 0 0,1 0 0 0 0,-1 1 1 0 0,0-1-1 0 0,1 0 1 0 0,-1 1-1 0 0,0 0 0 0 0,1 0 1 0 0,3-1-1 0 0,1 1-74 0 0,0 1-1 0 0,0-1 1 0 0,0 1-1 0 0,0 0 1 0 0,-1 1-1 0 0,1-1 1 0 0,0 1-1 0 0,-1 1 1 0 0,1-1-1 0 0,-1 1 1 0 0,0 0-1 0 0,0 1 1 0 0,9 5-1 0 0,-7-2-36 0 0,1 0-1 0 0,-1 0 0 0 0,-1 1 0 0 0,12 13 0 0 0,-16-16 55 0 0,0-1 0 0 0,-1 1 0 0 0,1 0 0 0 0,-1-1 0 0 0,0 1 0 0 0,0 0 0 0 0,0 1 0 0 0,-1-1 0 0 0,0 0 0 0 0,0 0 0 0 0,1 8 0 0 0,-2-8-72 0 0,0 0 0 0 0,0 0 0 0 0,0 0 0 0 0,-1 0 0 0 0,-1 7 0 0 0,1-9 26 0 0,0-1-1 0 0,0 0 1 0 0,0 0 0 0 0,0 1 0 0 0,0-1 0 0 0,0 0 0 0 0,-1 0 0 0 0,1 0 0 0 0,-1 0 0 0 0,1 0 0 0 0,-1-1-1 0 0,0 1 1 0 0,-2 2 0 0 0,-34 19-6114 0 0,25-14-1314 0 0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3:50.85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62 2264 0 0,'0'0'14676'0'0,"6"-9"-14447"0"0,22-28-20 0 0,-28 36-165 0 0,1-1-1 0 0,1 1 0 0 0,-1 0 1 0 0,0 0-1 0 0,0-1 0 0 0,0 1 1 0 0,1 0-1 0 0,-1 0 0 0 0,1 0 1 0 0,-1 0-1 0 0,2 0 0 0 0,-2 0-41 0 0,0 1-1 0 0,0 0 1 0 0,0 0-1 0 0,0 0 1 0 0,0 0-1 0 0,0 0 1 0 0,0 0-1 0 0,0 0 1 0 0,0 0-1 0 0,0 0 1 0 0,1 0-1 0 0,6 1-137 0 0,-6 0 74 0 0,1-1 0 0 0,-1 1 0 0 0,1 0 1 0 0,0-1-1 0 0,-1 1 0 0 0,1 1 0 0 0,-1-1 0 0 0,0 0 1 0 0,1 0-1 0 0,-1 1 0 0 0,0-1 0 0 0,0 1 1 0 0,0 0-1 0 0,0 0 0 0 0,0 0 0 0 0,0 0 0 0 0,-1 0 1 0 0,3 3-1 0 0,3 5-141 0 0,-1 0 0 0 0,10 20 0 0 0,-12-21-122 0 0,0 0-1 0 0,4 16 1 0 0,-4 5-3672 0 0,-3-20-104 0 0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3:51.69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113 49 1240 0 0,'0'0'11861'0'0,"-8"-8"-11957"0"0,-24-25-77 0 0,31 33 152 0 0,1-1 1 0 0,-1 1-1 0 0,1-1 1 0 0,0 0-1 0 0,-1 1 0 0 0,0 0 1 0 0,1-1-1 0 0,-1 1 0 0 0,1-1 1 0 0,-1 1-1 0 0,0 0 0 0 0,1-1 1 0 0,-1 1-1 0 0,1 0 1 0 0,-1 0-1 0 0,0-1 0 0 0,0 1 1 0 0,1 0-1 0 0,-1 0 0 0 0,0 0 1 0 0,1 0-1 0 0,-1 0 0 0 0,0 0 1 0 0,1 0-1 0 0,-1 0 0 0 0,0 0 1 0 0,-1 0-1 0 0,1 1 8 0 0,1 0-1 0 0,-1-1 1 0 0,0 1-1 0 0,0 0 0 0 0,0 0 1 0 0,1 0-1 0 0,-1 0 1 0 0,0-1-1 0 0,1 1 0 0 0,-1 0 1 0 0,0 2-1 0 0,-2 1-50 0 0,-19 25-717 0 0,9-15-1888 0 0,7-2-2079 0 0,6-7 919 0 0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4:46.54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991 26 0 0 0,'0'0'8024'0'0,"14"0"-7153"0"0,4-2-560 0 0,43-1 5675 0 0,-68 3-5133 0 0,-14 0-897 0 0,-17 5 887 0 0,-32 2 808 0 0,-52-6 668 0 0,63-2-1564 0 0,-93-11 747 0 0,90 4-1067 0 0,-213-5 1046 0 0,101 17-992 0 0,161-3-472 0 0,1 1 0 0 0,-21 6 0 0 0,5-1-144 0 0,27-7-8 0 0,0 0 1 0 0,0 0-1 0 0,0 0 0 0 0,0 1 0 0 0,0-1 1 0 0,0 0-1 0 0,0 1 0 0 0,0-1 1 0 0,0 1-1 0 0,0-1 0 0 0,0 1 0 0 0,0 0 1 0 0,1-1-1 0 0,-1 1 0 0 0,0 0 0 0 0,1-1 1 0 0,-2 3-1 0 0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4:47.73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736 205 0 0 0,'0'0'4534'0'0,"-17"-3"-4362"0"0,-54-9 11 0 0,50 8 1032 0 0,13-4 4001 0 0,-8 0-3535 0 0,0 2 0 0 0,-33-10 0 0 0,-37-1-469 0 0,39 8-316 0 0,-170-34 1313 0 0,191 36-2049 0 0,21 5-125 0 0,0 0-1 0 0,0 1 1 0 0,1 0-1 0 0,-1 0 1 0 0,-6 0-1 0 0,11 0 18 0 0,-1 1 1 0 0,1-1-1 0 0,-1 1 0 0 0,1 0 1 0 0,0-1-1 0 0,-1 1 0 0 0,1-1 1 0 0,0 1-1 0 0,-1-1 0 0 0,1 0 1 0 0,0 1-1 0 0,0-1 0 0 0,-1 1 0 0 0,1-1 1 0 0,0 1-1 0 0,0-1 0 0 0,0 0 1 0 0,0 1-1 0 0,0-1 0 0 0,0 1 1 0 0,0-2-1 0 0,0 1-50 0 0,0 0-1 0 0,0 1 1 0 0,-1-1-1 0 0,1 0 1 0 0,0 0-1 0 0,0 1 1 0 0,0-1-1 0 0,-1 0 1 0 0,1 0-1 0 0,0 1 1 0 0,-1-1 0 0 0,0 0-1 0 0,-6-10-30 0 0,5 9 11 0 0,1 1 0 0 0,-1-1 0 0 0,0 0 0 0 0,0 1 0 0 0,0 0 0 0 0,0-1 0 0 0,0 1 0 0 0,0 0 0 0 0,0 0 1 0 0,0 0-1 0 0,0 0 0 0 0,0 0 0 0 0,-1 1 0 0 0,1-1 0 0 0,-4 0 0 0 0,-3 0-78 0 0,-1 0 1 0 0,-13 0-1 0 0,19 1 119 0 0,1 0 1 0 0,0 0-1 0 0,0-1 0 0 0,0 1 0 0 0,-1-1 0 0 0,1 0 0 0 0,0 0 0 0 0,-3-1 0 0 0,25 1 971 0 0,2 1-1119 0 0,0 1 1 0 0,31 5-1 0 0,205 55 39 0 0,-209-47 98 0 0,55 17 74 0 0,30 15 663 0 0,-132-46-741 0 0,0 0 1 0 0,-1 0 0 0 0,1 0-1 0 0,0 1 1 0 0,-1-1 0 0 0,1 0-1 0 0,-1 1 1 0 0,1-1 0 0 0,-1 0-1 0 0,1 1 1 0 0,-1-1 0 0 0,1 1-1 0 0,-1-1 1 0 0,1 0 0 0 0,-1 1-1 0 0,1-1 1 0 0,-1 1 0 0 0,0 0-1 0 0,1-1 1 0 0,-1 1 0 0 0,0-1-1 0 0,1 1 1 0 0,-1 0 0 0 0,0-1-1 0 0,0 1 1 0 0,0-1 0 0 0,1 1-1 0 0,-1 0 1 0 0,0-1 0 0 0,0 1 0 0 0,0 0-1 0 0,0-1 1 0 0,0 1 0 0 0,0 0-1 0 0,0-1 1 0 0,-1 1 0 0 0,1 0-1 0 0,0-1 1 0 0,0 1 0 0 0,0 0-1 0 0,-1 0 1 0 0,0 1 65 0 0,0 0-1 0 0,0 0 1 0 0,0 0-1 0 0,-1 0 1 0 0,1 0-1 0 0,-1 0 1 0 0,1 0 0 0 0,-1-1-1 0 0,-3 3 1 0 0,-5 4 284 0 0,-1-2 0 0 0,-1 1 0 0 0,1-2 1 0 0,-14 6-1 0 0,-50 12 634 0 0,0-5-424 0 0,-57 16-628 0 0,121-30-1322 0 0,0 1 0 0 0,-16 8 0 0 0,10-4-7491 0 0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3:31.05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269 122 0 0 0,'0'0'17084'0'0,"-20"-19"-16658"0"0,-61-59-76 0 0,74 72-299 0 0,-11-11 159 0 0,18 17-206 0 0,0 0 0 0 0,0 0 0 0 0,0-1 0 0 0,0 1 0 0 0,-1 0 0 0 0,1 0 0 0 0,0 0 0 0 0,0 0 0 0 0,0 0 0 0 0,0 0 1 0 0,0 0-1 0 0,0 0 0 0 0,0 0 0 0 0,0 0 0 0 0,0 0 0 0 0,-1-1 0 0 0,1 1 0 0 0,0 0 0 0 0,0 0 0 0 0,0 0 0 0 0,0 0 0 0 0,0 0 0 0 0,0 0 0 0 0,0 0 0 0 0,-1 0 0 0 0,1 0 0 0 0,0 0 0 0 0,0 0 0 0 0,0 0 0 0 0,0 0 0 0 0,0 0 0 0 0,0 0 0 0 0,-1 0 0 0 0,1 0 0 0 0,0 0 0 0 0,0 0 0 0 0,0 0 0 0 0,0 1 1 0 0,-4 0 80 0 0,-32-1 618 0 0,11 12-303 0 0,8-3-132 0 0,-7 4 145 0 0,19-9-291 0 0,3-3-88 0 0,0 0 1 0 0,1 1 0 0 0,-1-1-1 0 0,0 0 1 0 0,1 1 0 0 0,-1-1-1 0 0,1 1 1 0 0,0-1 0 0 0,-1 1-1 0 0,1 0 1 0 0,0 0 0 0 0,0 0-1 0 0,-1 3 1 0 0,0-1 35 0 0,1-3-27 0 0,1 0-1 0 0,-1 0 1 0 0,1 0-1 0 0,-1 0 1 0 0,1 0-1 0 0,0 0 1 0 0,-1 0-1 0 0,1 0 1 0 0,0 0-1 0 0,0 0 1 0 0,0 0-1 0 0,0 0 1 0 0,0 0-1 0 0,0 0 1 0 0,0 0-1 0 0,0 0 1 0 0,0 0-1 0 0,0 0 1 0 0,0 0-1 0 0,1 2 1 0 0,5 5 95 0 0,0 0 0 0 0,0-1 1 0 0,1 0-1 0 0,-1 0 0 0 0,12 9 0 0 0,42 28-226 0 0,-53-40 74 0 0,0 0 0 0 0,0 0 0 0 0,0-1 0 0 0,0 0 0 0 0,0 0 0 0 0,1-1 0 0 0,-1 1 0 0 0,1-2 0 0 0,0 1 0 0 0,-1-1 0 0 0,17 0 0 0 0,-24-1 19 0 0,1 0 0 0 0,0 0 0 0 0,0 0 0 0 0,0-1 0 0 0,-1 1-1 0 0,1 0 1 0 0,0-1 0 0 0,0 1 0 0 0,-1 0 0 0 0,1-1 0 0 0,0 1-1 0 0,-1-1 1 0 0,1 1 0 0 0,0-1 0 0 0,-1 0 0 0 0,1 1 0 0 0,-1-1-1 0 0,1 0 1 0 0,0 0 0 0 0,9-18-9 0 0,-7 14-2 0 0,-1 0 21 0 0,0 0-1 0 0,1 0 1 0 0,-2-1-1 0 0,1 1 1 0 0,-1-1-1 0 0,1 1 1 0 0,-1-9-1 0 0,1-15 130 0 0,-2 29-24 0 0,1 0-274 0 0,-1 0 141 0 0,0 0 0 0 0,0 0 0 0 0,0 0 1 0 0,1 0-1 0 0,-1 0 0 0 0,0 0 0 0 0,0 0 0 0 0,0 0 0 0 0,0 1 1 0 0,1-1-1 0 0,-1 0 0 0 0,0 0 0 0 0,0 0 0 0 0,0 0 0 0 0,0 0 1 0 0,0 1-1 0 0,0-1 0 0 0,1 0 0 0 0,-1 0 0 0 0,0 0 0 0 0,0 0 0 0 0,0 1 1 0 0,0-1-1 0 0,0 0 0 0 0,0 0 0 0 0,7 61-66 0 0,-7-56 78 0 0,1 0-1 0 0,0 0 0 0 0,0 1 0 0 0,0-1 0 0 0,3 6 0 0 0,2 12 23 0 0,12 47-17 0 0,-12-44-12 0 0,13 36 1 0 0,-11-40-2 0 0,2 11-23 0 0,6 38 1 0 0,-12-52-64 0 0,-1 1 1 0 0,0 31-1 0 0,-3-50 75 0 0,0-1 0 0 0,0 1-1 0 0,0 0 1 0 0,0 0 0 0 0,0 0 0 0 0,0 0-1 0 0,0-1 1 0 0,-1 1 0 0 0,1 0 0 0 0,0 0-1 0 0,-1 0 1 0 0,1-1 0 0 0,0 1 0 0 0,-1 0-1 0 0,1 0 1 0 0,-1-1 0 0 0,1 1 0 0 0,-1-1-1 0 0,1 1 1 0 0,-1 0 0 0 0,-1 0 0 0 0,1 0 4 0 0,-1 0 1 0 0,1-1 0 0 0,0 1-1 0 0,-1-1 1 0 0,1 1 0 0 0,-1-1 0 0 0,1 0-1 0 0,-1 0 1 0 0,1 1 0 0 0,-1-1 0 0 0,-2 0-1 0 0,0-1 10 0 0,0 1 0 0 0,-1-1-1 0 0,1 0 1 0 0,0 0 0 0 0,0 0-1 0 0,0-1 1 0 0,0 1 0 0 0,-4-3 0 0 0,-3-2 25 0 0,1-1 0 0 0,0-1 0 0 0,0 1 0 0 0,1-1 0 0 0,0-1 0 0 0,0 0 0 0 0,-14-19 0 0 0,20 24 17 0 0,1-1 0 0 0,-1 0 0 0 0,1 0 0 0 0,0 0 0 0 0,1-1 0 0 0,-1 1 0 0 0,1 0 0 0 0,0-1 1 0 0,0 1-1 0 0,1-1 0 0 0,0 1 0 0 0,0-8 0 0 0,0 11-21 0 0,1 0 0 0 0,-1 0 0 0 0,1-1 0 0 0,-1 1 0 0 0,1 0 0 0 0,0 0 0 0 0,0 0 0 0 0,0 0 0 0 0,0 1 0 0 0,0-1 0 0 0,0 0 0 0 0,0 0 0 0 0,1 1 0 0 0,-1-1 0 0 0,1 0 0 0 0,-1 1 0 0 0,1 0 0 0 0,-1-1 0 0 0,1 1 0 0 0,4-2 0 0 0,3-3-11 0 0,1 1 0 0 0,19-7-1 0 0,-23 9-21 0 0,39-13-70 0 0,19-8 97 0 0,-55 20-31 0 0,0-1 0 0 0,-1 0 0 0 0,1 0-1 0 0,-1-1 1 0 0,7-6 0 0 0,-10 7-136 0 0,-1 1 1 0 0,0-1-1 0 0,0 0 0 0 0,5-10 0 0 0,1-1-1547 0 0,-10 15 1137 0 0,1 0 1 0 0,-1 1-1 0 0,1-1 0 0 0,-1 0 0 0 0,0 0 0 0 0,0 1 1 0 0,0-1-1 0 0,1 0 0 0 0,-1 0 0 0 0,0 0 0 0 0,0 1 1 0 0,0-1-1 0 0,0-1 0 0 0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3:32.49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80 332 0 0 0,'0'0'15779'0'0,"9"-25"-15110"0"0,27-76-105 0 0,-27 71-190 0 0,-8 22-35 0 0,-2 2-120 0 0,1-65 1892 0 0,0 69-2068 0 0,0 1 0 0 0,0-1 0 0 0,-1 1 1 0 0,1-1-1 0 0,0 1 0 0 0,-1-1 0 0 0,1 1 0 0 0,-1 0 1 0 0,1-1-1 0 0,-2-1 0 0 0,-1-4 33 0 0,0 0-1 0 0,-2-5 35 0 0,-2 3 44 0 0,-1 0 0 0 0,-9-9 0 0 0,9 10 114 0 0,7 8-261 0 0,0-1 0 0 0,-1 1 0 0 0,1 0 0 0 0,0-1 0 0 0,0 1 0 0 0,0 0 0 0 0,-1 0 0 0 0,1 0 0 0 0,0 0 1 0 0,0 0-1 0 0,-1 0 0 0 0,1 0 0 0 0,0 0 0 0 0,0 1 0 0 0,-1-1 0 0 0,1 0 0 0 0,0 1 0 0 0,0-1 0 0 0,0 1 1 0 0,0-1-1 0 0,0 1 0 0 0,0 0 0 0 0,0-1 0 0 0,-2 2 0 0 0,0 2 0 0 0,-2 2 3 0 0,1 0-1 0 0,-1 0 0 0 0,1 0 0 0 0,-6 12 0 0 0,7-10 39 0 0,1 0-1 0 0,-1 0 1 0 0,1 0 0 0 0,0 0-1 0 0,1 0 1 0 0,0 0-1 0 0,0 0 1 0 0,1 9-1 0 0,0-15-19 0 0,0-1-1 0 0,0 1 0 0 0,0-1 0 0 0,0 1 0 0 0,0-1 0 0 0,0 1 0 0 0,0-1 0 0 0,0 1 0 0 0,1-1 1 0 0,-1 1-1 0 0,1-1 0 0 0,-1 0 0 0 0,1 1 0 0 0,0-1 0 0 0,-1 1 0 0 0,1-1 0 0 0,0 0 1 0 0,0 0-1 0 0,0 0 0 0 0,1 2 0 0 0,8 7 206 0 0,-6-5-131 0 0,1 0 0 0 0,11 8 0 0 0,-15-12-101 0 0,77 49 170 0 0,-75-48-172 0 0,101 51-159 0 0,-82-43 52 0 0,0-2 0 0 0,44 12-1 0 0,-53-18 99 0 0,0 0 0 0 0,1 0 0 0 0,-1-1 0 0 0,0-1 0 0 0,16-1 0 0 0,-28 1 13 0 0,1-1 0 0 0,0 0-1 0 0,0 1 1 0 0,0-1 0 0 0,0 0-1 0 0,0 0 1 0 0,-1 0 0 0 0,1 0-1 0 0,0 0 1 0 0,-1 0 0 0 0,1 0-1 0 0,-1-1 1 0 0,3-2 0 0 0,0 0 14 0 0,-1 0 0 0 0,0-1 1 0 0,0 1-1 0 0,3-6 0 0 0,-6 9-32 0 0,0 0 0 0 0,1 0 0 0 0,-1 0 0 0 0,0 1-1 0 0,0-1 1 0 0,0 0 0 0 0,0 0 0 0 0,0 0 0 0 0,0 0 0 0 0,0 0 0 0 0,0 0-1 0 0,0 1 1 0 0,0-1 0 0 0,0 0 0 0 0,0 0 0 0 0,0 0 0 0 0,-1 0 0 0 0,1 1-1 0 0,-1-2 1 0 0,-11-16 252 0 0,3 6-204 0 0,-2-7-8 0 0,7 14 17 0 0,1-1 1 0 0,-1 0-1 0 0,1 0 0 0 0,0 0 0 0 0,-3-13 1 0 0,4 14 5 0 0,0-1 1 0 0,1 0-1 0 0,0-1 1 0 0,0 1-1 0 0,0 0 1 0 0,1 0-1 0 0,0 0 1 0 0,0 0 0 0 0,3-12-1 0 0,-2 13-35 0 0,1 0 0 0 0,0 1 1 0 0,0-1-1 0 0,0 1 0 0 0,0-1 0 0 0,1 1 0 0 0,0 0 0 0 0,-1 0 1 0 0,2 0-1 0 0,3-4 0 0 0,-5 6-22 0 0,1 0-1 0 0,-1 0 1 0 0,1 0 0 0 0,0 1-1 0 0,0-1 1 0 0,0 0 0 0 0,0 1-1 0 0,0 0 1 0 0,0 0 0 0 0,0 0 0 0 0,0 0-1 0 0,0 0 1 0 0,1 1 0 0 0,-1-1-1 0 0,6 1 1 0 0,70-4-111 0 0,-72 4 66 0 0,-6 0 39 0 0,0 0-1 0 0,0 0 0 0 0,-1 0 0 0 0,1 0 1 0 0,0 0-1 0 0,0 0 0 0 0,-1 0 0 0 0,1 0 1 0 0,0 1-1 0 0,-1-1 0 0 0,1 0 0 0 0,0 0 1 0 0,-1 1-1 0 0,1-1 0 0 0,0 0 0 0 0,-1 1 1 0 0,1-1-1 0 0,-1 1 0 0 0,1-1 0 0 0,0 1 0 0 0,-1-1 1 0 0,1 2-1 0 0,18 22-89 0 0,12 14-6 0 0,-20-23 80 0 0,19 31-1 0 0,-24-36 51 0 0,5 11-15 0 0,-6-13-9 0 0,11 17 1 0 0,0 0-23 0 0,-15-23 9 0 0,0 0 0 0 0,0 0 0 0 0,-1 0 1 0 0,1 0-1 0 0,0 0 0 0 0,-1 1 0 0 0,1-1 0 0 0,-1 0 1 0 0,1 0-1 0 0,-1 0 0 0 0,0 3 0 0 0,0 8-2707 0 0,0-5-1075 0 0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3:33.76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0 0 0,'0'0'9317'0'0,"9"15"-9261"0"0,28 47-70 0 0,8 15-1342 0 0,-39-60-1931 0 0,-5-11-1429 0 0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3:35.24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55 292 0 0 0,'0'0'8991'0'0,"6"-2"-8072"0"0,-4 1-799 0 0,19-5 624 0 0,-19 6-602 0 0,-1-1-1 0 0,1 0 1 0 0,-1 1-1 0 0,0-1 1 0 0,1 0-1 0 0,-1 0 1 0 0,0 0 0 0 0,1 0-1 0 0,-1 0 1 0 0,0 0-1 0 0,0 0 1 0 0,0 0-1 0 0,1-2 1 0 0,12-17 2035 0 0,-11 17-1887 0 0,-1-1 0 0 0,0 1 0 0 0,1-1 0 0 0,-1 1 1 0 0,-1-1-1 0 0,3-6 0 0 0,-2 0 39 0 0,0 0 1 0 0,-1 0 0 0 0,0 0 0 0 0,-2-21-1 0 0,1 10-5 0 0,-1 9-16 0 0,0 1-1 0 0,-1 0 1 0 0,0 1 0 0 0,-1-1-1 0 0,0 0 1 0 0,-8-18 0 0 0,7 21 14 0 0,3 7-211 0 0,0 0 0 0 0,0-1 0 0 0,1 1 0 0 0,-1 0-1 0 0,0-1 1 0 0,1 1 0 0 0,0 0 0 0 0,-1-1 0 0 0,0-2 0 0 0,1 4 34 0 0,-5 0-166 0 0,0 1 1 0 0,0 0-1 0 0,0 0 0 0 0,0 0 0 0 0,0 0 0 0 0,0 1 1 0 0,0 0-1 0 0,1 0 0 0 0,-1 0 0 0 0,0 1 1 0 0,-5 4-1 0 0,7-6 20 0 0,0 1-1 0 0,1 0 1 0 0,-1 0 0 0 0,1 1 0 0 0,-1-1 0 0 0,1 0-1 0 0,0 1 1 0 0,0 0 0 0 0,0-1 0 0 0,-3 5-1 0 0,-1 6 52 0 0,4-10-31 0 0,1 1 0 0 0,0-1 0 0 0,1 1 0 0 0,-1 0 0 0 0,1 0 0 0 0,-1-1 1 0 0,1 1-1 0 0,0 0 0 0 0,1 0 0 0 0,-1-1 0 0 0,1 1 0 0 0,-1 0 0 0 0,1-1 0 0 0,2 5 1 0 0,5 10 70 0 0,-3-8-52 0 0,-1-1-1 0 0,1 0 1 0 0,0 0 0 0 0,1 0-1 0 0,13 15 1 0 0,-5-10-33 0 0,-4-3-43 0 0,16 13-1 0 0,-22-21 30 0 0,-1-1-1 0 0,0 0 1 0 0,1 0 0 0 0,0 0 0 0 0,-1 0 0 0 0,1 0-1 0 0,0-1 1 0 0,0 1 0 0 0,8 0 0 0 0,5 0-31 0 0,1-1 0 0 0,-1 0 1 0 0,1-2-1 0 0,-1 0 0 0 0,1-1 1 0 0,-1-1-1 0 0,28-8 0 0 0,-25 7-16 0 0,0 0-1 0 0,34-2 1 0 0,40 5 48 0 0,-63 1 24 0 0,-1 2 30 0 0,-28-2-42 0 0,1 1-1 0 0,-1-1 0 0 0,0 1 0 0 0,0 0 1 0 0,0-1-1 0 0,0 1 0 0 0,0 0 0 0 0,0 0 0 0 0,0 0 1 0 0,0 1-1 0 0,2 1 0 0 0,-4-3-5 0 0,0 0 0 0 0,0 0-1 0 0,0 0 1 0 0,0 0 0 0 0,0 0 0 0 0,1 0 0 0 0,-1 0-1 0 0,0 0 1 0 0,0 0 0 0 0,0 1 0 0 0,0-1 0 0 0,0 0-1 0 0,0 0 1 0 0,0 0 0 0 0,0 0 0 0 0,0 0-1 0 0,0 0 1 0 0,0 0 0 0 0,0 1 0 0 0,0-1 0 0 0,0 0-1 0 0,0 0 1 0 0,0 0 0 0 0,0 0 0 0 0,0 0-1 0 0,0 0 1 0 0,0 0 0 0 0,0 1 0 0 0,0-1 0 0 0,0 0-1 0 0,0 0 1 0 0,0 0 0 0 0,0 0 0 0 0,0 0-1 0 0,-1 0 1 0 0,1 0 0 0 0,0 0 0 0 0,0 0 0 0 0,0 1-1 0 0,0-1 1 0 0,0 0 0 0 0,0 0 0 0 0,0 0 0 0 0,0 0-1 0 0,-8 3-215 0 0,-8 0-81 0 0,13-3 328 0 0,-1-1 1 0 0,1 1 0 0 0,-1-1-1 0 0,0 0 1 0 0,1 0 0 0 0,0 0-1 0 0,-1 0 1 0 0,1-1 0 0 0,0 0-1 0 0,-1 1 1 0 0,1-1 0 0 0,0 0-1 0 0,-3-4 1 0 0,-5-3 26 0 0,-18-22 0 0 0,24 26-34 0 0,-5-6 54 0 0,1 0 0 0 0,1 0 0 0 0,-14-24 0 0 0,19 28-9 0 0,0 1 0 0 0,0-1-1 0 0,0-1 1 0 0,1 1 0 0 0,0 0-1 0 0,1 0 1 0 0,0-1 0 0 0,-1-14-1 0 0,2 19-57 0 0,0 0 0 0 0,0 1 0 0 0,0-1 0 0 0,1 0 0 0 0,-1 1 0 0 0,1-1 0 0 0,-1 0 0 0 0,1 1 0 0 0,0-1 0 0 0,0 1 0 0 0,0-1 0 0 0,1 1 0 0 0,-1 0 0 0 0,1-1 0 0 0,-1 1 0 0 0,1 0 0 0 0,0 0 0 0 0,-1 0-1 0 0,1 0 1 0 0,0 0 0 0 0,0 0 0 0 0,1 1 0 0 0,-1-1 0 0 0,0 1 0 0 0,1-1 0 0 0,-1 1 0 0 0,5-2 0 0 0,-2 2-102 0 0,0-1-1 0 0,0 1 1 0 0,0 0-1 0 0,0 0 1 0 0,1 1-1 0 0,-1-1 1 0 0,0 1-1 0 0,0 0 1 0 0,1 1-1 0 0,-1-1 1 0 0,0 1-1 0 0,0 0 1 0 0,0 0-1 0 0,0 1 1 0 0,0-1-1 0 0,0 1 1 0 0,0 0-1 0 0,6 4 1 0 0,4 3-729 0 0,-10-6 95 0 0,0 0 0 0 0,0 0 1 0 0,4 4-1 0 0,-7-6 98 0 0,-1 1 0 0 0,0-1-1 0 0,1 0 1 0 0,-1 1-1 0 0,0-1 1 0 0,0 1 0 0 0,2 3-1 0 0,0 1-4301 0 0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3:36.14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97 25 0 0 0,'0'0'16881'0'0,"-9"-4"-16716"0"0,-27-14 22 0 0,36 18-177 0 0,-1-1 0 0 0,1 1 0 0 0,-1 0 0 0 0,1 0 0 0 0,-1 0 0 0 0,1-1 0 0 0,-1 1 0 0 0,1 0 0 0 0,-1 0 0 0 0,1 0 0 0 0,-1 0 0 0 0,1 0 0 0 0,-1 0 0 0 0,1 0 0 0 0,-1 0 0 0 0,1 0 0 0 0,-1 0 0 0 0,1 0 0 0 0,-1 0 0 0 0,1 1-1 0 0,-1-1 1 0 0,1 0 0 0 0,-1 0 0 0 0,1 0 0 0 0,-1 1 0 0 0,1-1 0 0 0,-1 0 0 0 0,1 1 0 0 0,0-1 0 0 0,-1 1 0 0 0,0 0 28 0 0,0 0-1 0 0,1 0 0 0 0,0 1 1 0 0,-1-1-1 0 0,1 0 1 0 0,-1 0-1 0 0,1 1 1 0 0,0 1-1 0 0,-1 3 108 0 0,-4 6 49 0 0,-2 11 65 0 0,-1 2-54 0 0,-2 4-76 0 0,10-28-40 0 0,-1 1 0 0 0,1 0 0 0 0,0 0 0 0 0,0 0 0 0 0,0 0 0 0 0,0 0 0 0 0,0-1 0 0 0,0 1 0 0 0,0 0 0 0 0,1 0 0 0 0,-1 0 1 0 0,1 0-1 0 0,1 2 0 0 0,0 0-46 0 0,0-1 1 0 0,1 1-1 0 0,-1-1 1 0 0,1 1-1 0 0,0-1 1 0 0,0 0-1 0 0,1 0 1 0 0,3 3-1 0 0,31 19-157 0 0,-30-20 79 0 0,14 8-308 0 0,46 21 0 0 0,-65-33 316 0 0,1-1 1 0 0,-1 1-1 0 0,1 0 1 0 0,-1-1-1 0 0,0 0 1 0 0,8 0 0 0 0,-6 0 20 0 0,-5 0 2 0 0,1 0 1 0 0,0-1-1 0 0,-1 1 1 0 0,1 0-1 0 0,0-1 1 0 0,-1 1-1 0 0,1-1 1 0 0,0 1-1 0 0,-1-1 1 0 0,1 1-1 0 0,-1-1 1 0 0,1 1-1 0 0,-1-1 0 0 0,1 1 1 0 0,-1-1-1 0 0,1 0 1 0 0,-1 1-1 0 0,0-1 1 0 0,1 0-1 0 0,-1 0 1 0 0,0 1-1 0 0,0-1 1 0 0,1 0-1 0 0,-1 0 1 0 0,0 1-1 0 0,0-1 1 0 0,0-1-1 0 0,3-26-149 0 0,-3 24 135 0 0,1-7 28 0 0,0 0-1 0 0,-1 0 0 0 0,-1-1 1 0 0,0 1-1 0 0,0 0 0 0 0,-1 0 1 0 0,0 0-1 0 0,-5-11 0 0 0,5 17 87 0 0,1 1 0 0 0,0-1 1 0 0,0 0-1 0 0,0 1 0 0 0,0-8 0 0 0,1 12 269 0 0,3 12-1095 0 0,6 7 533 0 0,1 0-1 0 0,16 25 0 0 0,-7-15-3328 0 0,-2 1-5839 0 0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3:37.03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105 747 0 0 0,'0'0'12899'0'0,"7"-10"-12463"0"0,21-29-77 0 0,-27 37-320 0 0,1 1 1 0 0,-1 0-1 0 0,0-1 1 0 0,0 1-1 0 0,-1-1 1 0 0,1 1-1 0 0,0-1 1 0 0,0 1 0 0 0,-1-1-1 0 0,1 0 1 0 0,-1 1-1 0 0,1-1 1 0 0,-1 0-1 0 0,0-2 1 0 0,1-2 68 0 0,0-3-10 0 0,0 0-1 0 0,-1 0 1 0 0,-1-14 0 0 0,0 2-61 0 0,0 7-7 0 0,-1 0 1 0 0,0 0-1 0 0,-1 1 0 0 0,0-1 0 0 0,-9-20 1 0 0,-4-16 179 0 0,10 27-139 0 0,-40-191 1231 0 0,43 182-827 0 0,4-48 0 0 0,0 30 366 0 0,-1 49-813 0 0,-2 1-371 0 0,1 0 329 0 0,0 0 0 0 0,0-1-1 0 0,0 1 1 0 0,0-1-1 0 0,0 1 1 0 0,0-1 0 0 0,0 0-1 0 0,0 1 1 0 0,0-1 0 0 0,0 0-1 0 0,-2-1 1 0 0,-5-4 113 0 0,6 5-38 0 0,0 0 1 0 0,0 0-1 0 0,1 0 1 0 0,-1 0-1 0 0,0-1 1 0 0,0 1-1 0 0,1 0 1 0 0,-1-1-1 0 0,0 1 1 0 0,1-1-1 0 0,0 0 1 0 0,-1 1-1 0 0,1-1 1 0 0,0 0-1 0 0,0 0 1 0 0,-1-2-1 0 0,-5 33 308 0 0,7 3-270 0 0,-1-13 29 0 0,1 0 1 0 0,1 0-1 0 0,5 33 1 0 0,2-7 48 0 0,-5-25-57 0 0,5 19 1 0 0,2-6-23 0 0,1-1 0 0 0,1 0 0 0 0,2 0 0 0 0,1-1 0 0 0,1-1 0 0 0,27 37 0 0 0,42 38 86 0 0,-74-93-471 0 0,1-1 0 0 0,0 0 0 0 0,1 0 0 0 0,0-1 0 0 0,0-1 0 0 0,17 9 0 0 0,-20-16-4886 0 0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3:37.68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0 0 0,'0'0'8348'0'0,"6"13"-8416"0"0,29 60-326 0 0,-35-72 212 0 0,5 10-593 0 0,-4-3-3810 0 0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3:24.33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 16 0 0 0,'-9'4'19289'0'0,"9"-9"-17933"0"0,-1-9 1011 0 0,6 23-1778 0 0,6 4-281 0 0,1 3-100 0 0,-9-11-161 0 0,0-1 1 0 0,1 1-1 0 0,-1-1 0 0 0,1 0 1 0 0,8 7-1 0 0,8 10 25 0 0,66 110 372 0 0,-80-120-406 0 0,7 14 64 0 0,-10-18-83 0 0,1 0 0 0 0,6 10-1 0 0,-1-3 46 0 0,0 1 0 0 0,8 17 1 0 0,4 8 13 0 0,-2-5-22 0 0,-9-16 21 0 0,-9-16-75 0 0,0 0 0 0 0,0-1 0 0 0,0 1 0 0 0,1-1 1 0 0,-1 1-1 0 0,1-1 0 0 0,-1 0 0 0 0,5 5 0 0 0,-3-4 16 0 0,0 0-1 0 0,0 0 0 0 0,0 1 1 0 0,-1-1-1 0 0,3 6 1 0 0,-1-3-10 0 0,2 3 32 0 0,0-1-1 0 0,1 0 0 0 0,0-1 0 0 0,10 9 1 0 0,1 1-30 0 0,-13-12-127 0 0,2 4 427 0 0,-5-8-1213 0 0,-4-5-2015 0 0,1 2 2331 0 0,0 0 1 0 0,-1 1 0 0 0,1-1-1 0 0,-1 0 1 0 0,0 1-1 0 0,0-1 1 0 0,-2-1-1 0 0,-10-9-7823 0 0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3:25.09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306 16 0 0 0,'0'0'19502'0'0,"1"-2"-19028"0"0,3-12 510 0 0,-14 17-794 0 0,2 4 25 0 0,4-3-34 0 0,0 0-1 0 0,0 0 1 0 0,0 1-1 0 0,-6 8 0 0 0,4-4-18 0 0,5-7-136 0 0,0-1 0 0 0,0 1 0 0 0,0-1 0 0 0,0 1 0 0 0,0-1 0 0 0,0 1 0 0 0,0 1 0 0 0,-12 34 375 0 0,8-27-298 0 0,1 0-1 0 0,1 1 1 0 0,-3 14 0 0 0,-9 26 145 0 0,-3 38-27 0 0,1-30-68 0 0,5-21-83 0 0,10-29-41 0 0,-1-1-1 0 0,-1 0 0 0 0,0 0 1 0 0,-7 13-1 0 0,-23 27 139 0 0,32-46-165 0 0,-18 24 103 0 0,4-5-61 0 0,11-14-9 0 0,4-7-29 0 0,1 1 0 0 0,-1-1 0 0 0,1 1 0 0 0,-1 0 1 0 0,1-1-1 0 0,-1 1 0 0 0,1 0 0 0 0,-1-1 0 0 0,1 1 0 0 0,0 0 0 0 0,-1-1 1 0 0,1 1-1 0 0,0 0 0 0 0,-1 1 0 0 0,0 2 8 0 0,0 0 0 0 0,-1 0-1 0 0,-3 7 1 0 0,-2 6 94 0 0,-10 31 30 0 0,11-36-145 0 0,-2 5-584 0 0,4-7-3204 0 0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3:26.38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21 94 0 0 0,'0'0'9902'0'0,"0"-6"-4797"0"0,0 12-4815 0 0,0-1 0 0 0,0 1 0 0 0,1 0 0 0 0,0 0-1 0 0,0-1 1 0 0,0 1 0 0 0,0 0 0 0 0,3 5 0 0 0,2 2-41 0 0,-1-2-70 0 0,-1-1 0 0 0,4 15 1 0 0,-3-9-116 0 0,-4-14-65 0 0,0 1 0 0 0,0 0 0 0 0,-1-1 0 0 0,1 1 0 0 0,-1 0 0 0 0,1 0 0 0 0,-1 3 1489 0 0,-5-15-434 0 0,1 3-1028 0 0,1 0 0 0 0,1 1 1 0 0,-1-1-1 0 0,1 0 0 0 0,0 0 0 0 0,0 0 0 0 0,-1-8 1 0 0,-6-20 35 0 0,2 15-54 0 0,2 0 0 0 0,-5-27 0 0 0,7 30 44 0 0,0-27 0 0 0,3 42-48 0 0,1 1 0 0 0,-1 0 1 0 0,0 0-1 0 0,0 0 0 0 0,0-1 1 0 0,0 1-1 0 0,1 0 0 0 0,-1 0 1 0 0,0 0-1 0 0,0 0 0 0 0,0 0 0 0 0,1-1 1 0 0,-1 1-1 0 0,0 0 0 0 0,0 0 1 0 0,0 0-1 0 0,1 0 0 0 0,-1 0 0 0 0,0 0 1 0 0,0 0-1 0 0,1 0 0 0 0,-1 0 1 0 0,0 0-1 0 0,0 0 0 0 0,1 0 0 0 0,-1 0 1 0 0,0 0-1 0 0,0 0 0 0 0,1 0 1 0 0,-1 0-1 0 0,0 0 0 0 0,0 0 0 0 0,1 0 1 0 0,-1 0-1 0 0,0 1 0 0 0,10 3-171 0 0,-7 0 110 0 0,1 0 0 0 0,0 1 1 0 0,8 5-1 0 0,5 7-3 0 0,14 19-2 0 0,67 69-142 0 0,-76-86 36 0 0,27 19-1 0 0,-31-24 52 0 0,-16-12 113 0 0,2 1-1 0 0,-1 0 1 0 0,0-1 0 0 0,0 0 0 0 0,1 0 0 0 0,-1 0-1 0 0,1 0 1 0 0,0 0 0 0 0,0-1 0 0 0,-1 1 0 0 0,1-1-1 0 0,0 0 1 0 0,7 1 0 0 0,-10-2 9 0 0,-1 0-1 0 0,1-1 1 0 0,-1 1 0 0 0,1 0 0 0 0,-1 0-1 0 0,1 0 1 0 0,-1 0 0 0 0,0-1 0 0 0,1 1-1 0 0,-1 0 1 0 0,1-1 0 0 0,-1 1 0 0 0,0 0-1 0 0,1-1 1 0 0,-1 1 0 0 0,0 0-1 0 0,1-1 1 0 0,-1 1 0 0 0,0 0 0 0 0,0-1-1 0 0,1 1 1 0 0,-1-1 0 0 0,0 1 0 0 0,0-1-1 0 0,0 1 1 0 0,0-1 0 0 0,1 1-1 0 0,-1-1 1 0 0,0 1 0 0 0,0-1 0 0 0,1-18 6 0 0,-1 17-14 0 0,0-8-10 0 0,-1 1 1 0 0,0-1 0 0 0,0 1-1 0 0,-1 0 1 0 0,0 0 0 0 0,-1 0-1 0 0,-7-17 1 0 0,-27-58-8 0 0,20 37-299 0 0,16 45 441 0 0,0 0 1 0 0,1 0-1 0 0,-1 0 0 0 0,1 0 0 0 0,0 0 0 0 0,0-4 0 0 0,0-2-3872 0 0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3:27.04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251 42 0 0 0,'0'0'21012'0'0,"-3"-7"-20634"0"0,-11-21-94 0 0,10 21 339 0 0,-6 18-455 0 0,-31 55 171 0 0,-2-3-143 0 0,31-47-127 0 0,1 1 0 0 0,0 0 1 0 0,-13 29-1 0 0,-12 57 202 0 0,10-22-1536 0 0,25-80 1024 0 0,1 0 0 0 0,-1 0 0 0 0,0 0 0 0 0,1 0 0 0 0,-1 0 0 0 0,0 0 0 0 0,0 0 0 0 0,0 0 0 0 0,1 0 0 0 0,-3 1 0 0 0,-2 0-3536 0 0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3:27.65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33 0 0 0,'0'0'19371'0'0,"10"-6"-19222"0"0,1-2-95 0 0,18-8 0 0 0,-28 16-49 0 0,0-1 1 0 0,0 1-1 0 0,0-1 0 0 0,0 1 0 0 0,0 0 0 0 0,0 0 1 0 0,1 0-1 0 0,-1-1 0 0 0,0 1 0 0 0,0 0 0 0 0,0 0 0 0 0,1 1 1 0 0,-1-1-1 0 0,0 0 0 0 0,0 0 0 0 0,0 0 0 0 0,0 1 1 0 0,1-1-1 0 0,-1 1 0 0 0,0-1 0 0 0,0 1 0 0 0,0-1 0 0 0,0 1 1 0 0,0 0-1 0 0,1 1 0 0 0,4 1 46 0 0,20 12 207 0 0,40 32 0 0 0,-64-46-255 0 0,0 0 0 0 0,0 1 1 0 0,-1 0-1 0 0,1-1 0 0 0,0 1 0 0 0,-1 0 1 0 0,1 0-1 0 0,-1 0 0 0 0,0 0 1 0 0,1 0-1 0 0,-1 0 0 0 0,0 0 1 0 0,0 1-1 0 0,-1-1 0 0 0,1 0 0 0 0,0 4 1 0 0,-1-5-5 0 0,-1 0 0 0 0,1 0 0 0 0,-1 0 1 0 0,0 0-1 0 0,1 0 0 0 0,-1 0 0 0 0,0 0 0 0 0,0 0 1 0 0,1 0-1 0 0,-1 0 0 0 0,0 0 0 0 0,0-1 0 0 0,0 1 1 0 0,0 0-1 0 0,-2 0 0 0 0,-18 12 94 0 0,20-12-87 0 0,-37 16 228 0 0,23-10-94 0 0,-18 11 1 0 0,32-17-121 0 0,-1 0-1 0 0,1 0 0 0 0,0 0 1 0 0,0 1-1 0 0,-1-1 1 0 0,1 1-1 0 0,0-1 0 0 0,0 1 1 0 0,1-1-1 0 0,-1 1 1 0 0,0-1-1 0 0,0 1 1 0 0,1 0-1 0 0,-1-1 0 0 0,1 1 1 0 0,-1 0-1 0 0,1-1 1 0 0,0 1-1 0 0,0 2 0 0 0,0-3 28 0 0,0 0-1 0 0,-1 1 0 0 0,2-1 1 0 0,-1 0-1 0 0,0 1 0 0 0,0-1 1 0 0,0 0-1 0 0,1 1 0 0 0,-1-1 1 0 0,0 0-1 0 0,1 0 0 0 0,-1 0 1 0 0,1 1-1 0 0,0-1 0 0 0,-1 0 1 0 0,1 0-1 0 0,0 0 0 0 0,0 0 1 0 0,-1 0-1 0 0,1 0 0 0 0,0 0 1 0 0,0 0-1 0 0,0 0 0 0 0,0-1 1 0 0,1 1-1 0 0,0 1 0 0 0,9 2 94 0 0,-1-1 1 0 0,0 0-1 0 0,1-1 0 0 0,0 0 0 0 0,17 1 0 0 0,59-2-46 0 0,-43-2-106 0 0,-16-1 695 0 0,-13 1-3448 0 0,-8 1-2337 0 0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3:28.78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18 47 3945 0 0,'0'0'17043'0'0,"-17"-47"-21171"0"0,18 61 2167 0 0,-1-2-2368 0 0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3:28.57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 1 0 0 0,'0'0'21141'0'0,"0"0"-21112"0"0,-1 0 1 0 0,1 0 0 0 0,0 0 0 0 0,0 0 0 0 0,-1 1-1 0 0,1-1 1 0 0,0 0 0 0 0,0 0 0 0 0,0 0 0 0 0,0 0 0 0 0,-1 1-1 0 0,1-1 1 0 0,0 0 0 0 0,0 0 0 0 0,0 0 0 0 0,0 1 0 0 0,0-1-1 0 0,0 0 1 0 0,-1 0 0 0 0,1 1 0 0 0,0-1 0 0 0,0 13 59 0 0,1-1 0 0 0,0 0 0 0 0,1 1 0 0 0,0-1 0 0 0,1 0 0 0 0,0 0 0 0 0,7 17 0 0 0,1-6-12 0 0,-6-12-73 0 0,0 0 1 0 0,5 17 0 0 0,-9-25-12 0 0,1 0 1 0 0,-1-1-1 0 0,0 1 1 0 0,1 0 0 0 0,-1-1-1 0 0,1 1 1 0 0,3 2 0 0 0,-5-4-12 0 0,0-3-1219 0 0,0 0 517 0 0,0 0 0 0 0,-1 1 0 0 0,1-1 0 0 0,-1 0 0 0 0,0 0 0 0 0,1 1 0 0 0,-1-1 0 0 0,0 1 0 0 0,0-1 0 0 0,0 1 0 0 0,0-1 1 0 0,-1-1-1 0 0,-1 0-1958 0 0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3:29.37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2168 0 0,'0'0'18127'0'0,"0"2"-18062"0"0,0 0-31 0 0,0 0 0 0 0,0 1 0 0 0,0-1 0 0 0,0 1-1 0 0,0-1 1 0 0,0 0 0 0 0,1 1 0 0 0,-1-1 0 0 0,1 0 0 0 0,0 1-1 0 0,0-1 1 0 0,-1 0 0 0 0,1 0 0 0 0,1 0 0 0 0,-1 1 0 0 0,0-1-1 0 0,1 0 1 0 0,1 1 0 0 0,4 6 23 0 0,2 0-1 0 0,13 11 1 0 0,0 0-159 0 0,-15-14 38 0 0,0 0-1 0 0,0 0 1 0 0,1 0-1 0 0,0-1 0 0 0,0 0 1 0 0,1 0-1 0 0,0-1 1 0 0,-1 0-1 0 0,11 2 1 0 0,-17-5 55 0 0,0-1 0 0 0,0 1 0 0 0,0-1 0 0 0,0 0 0 0 0,0 1 0 0 0,1-1 0 0 0,-1 0 0 0 0,0 0 0 0 0,3-1 0 0 0,-4 1 7 0 0,0 0 0 0 0,0-1 0 0 0,0 1 0 0 0,0 0 0 0 0,0-1 0 0 0,-1 1 0 0 0,1-1 0 0 0,0 1 0 0 0,0-1 0 0 0,0 1 0 0 0,-1-1 0 0 0,1 0-1 0 0,0 1 1 0 0,0-1 0 0 0,-1 0 0 0 0,1 0 0 0 0,-1 0 0 0 0,1 1 0 0 0,-1-1 0 0 0,1 0 0 0 0,-1 0 0 0 0,1 0 0 0 0,-1-1 0 0 0,4-9-12 0 0,-2 8 22 0 0,-1-1 0 0 0,0 1 0 0 0,0-1 0 0 0,0 0 1 0 0,1-5-1 0 0,0-84 836 0 0,-2 81-257 0 0,11 13-202 0 0,2 6-440 0 0,1 1 0 0 0,-1 0 1 0 0,21 18-1 0 0,5 3-7 0 0,-12-11-15 0 0,-6-3-232 0 0,0-1 0 0 0,2-1 0 0 0,35 16 0 0 0,-48-25-563 0 0,10 2 289 0 0,-14-4-3011 0 0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3:44.05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0 0 0,'15'18'0'0'0,"-12"-15"0"0"0,-1-1 0 0 0,0 1 0 0 0,1 0 0 0 0,-1 0 0 0 0,0 0 0 0 0,0 0 0 0 0,2 5 0 0 0,1 5 3 0 0,1-1-1 0 0,7 13 1 0 0,8 19 61 0 0,13 27 629 0 0,-3-6-414 0 0,-21-44-259 0 0,-6-12-25 0 0,0 0 0 0 0,5 15 1 0 0,-8-20 8 0 0,0 0 1 0 0,1 0-1 0 0,4 7 0 0 0,3 8 8 0 0,-2-10 8 0 0,-7-8-10 0 0,1-1 1 0 0,-1 1-1 0 0,1-1 1 0 0,-1 1-1 0 0,1-1 1 0 0,-1 1 0 0 0,1-1-1 0 0,-1 1 1 0 0,1 0-1 0 0,-1-1 1 0 0,0 1-1 0 0,0 0 1 0 0,1 0-1 0 0,-1-1 1 0 0,0 1-1 0 0,0 0 1 0 0,1 0-1 0 0,-1 0 4 0 0,0-1 0 0 0,0 0-1 0 0,0 0 1 0 0,0 0 0 0 0,0 0 0 0 0,0 1-1 0 0,0-1 1 0 0,0 0 0 0 0,0 0 0 0 0,0 0-1 0 0,0 0 1 0 0,0 1 0 0 0,0-1 0 0 0,0 0-1 0 0,0 0 1 0 0,0 0 0 0 0,0 0 0 0 0,0 0-1 0 0,1 1 1 0 0,-1-1 0 0 0,0 0-1 0 0,0 0 1 0 0,0 0 0 0 0,0 0 0 0 0,0 0-1 0 0,0 0 1 0 0,1 0 0 0 0,-1 1 0 0 0,0-1-1 0 0,0 0 1 0 0,0 0 0 0 0,9 0 1279 0 0,-6 0-1069 0 0,5 18 892 0 0,-6-14-817 0 0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3:44.91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131 121 0 0 0,'0'0'5429'0'0,"-1"-3"-5480"0"0,0 2-34 0 0,1 1 256 0 0,0 1 209 0 0,0 1 0 0 0,0-1 0 0 0,1 0 0 0 0,-1 0 0 0 0,0 0 1 0 0,1 0-1 0 0,-1 0 0 0 0,0 1 0 0 0,1-1 0 0 0,0 1 0 0 0,15 16 1009 0 0,-3-3-987 0 0,1 3-204 0 0,-11-15-196 0 0,1 1 1 0 0,-1 0-1 0 0,-1 0 1 0 0,4 5-1 0 0,-1-3-161 0 0,-3-4-686 0 0,-6-3 469 0 0,0-2 459 0 0,0 0-1 0 0,1 0 1 0 0,-1 0 0 0 0,1 0-1 0 0,-1 0 1 0 0,-3-6 0 0 0,-7-6 192 0 0,4 5-218 0 0,-21-18-188 0 0,1-2 0 0 0,-42-55 0 0 0,61 68-4708 0 0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4:30.22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147 11 0 0 0,'5'-7'10825'0'0,"25"5"609"0"0,-32 2-11107 0 0,1-1 0 0 0,0 1 0 0 0,0 0-1 0 0,-1-1 1 0 0,1 1 0 0 0,-1 0 0 0 0,1 0-1 0 0,0 0 1 0 0,-1 0 0 0 0,1 0-1 0 0,-2 1 1 0 0,1-1-248 0 0,-34 0 670 0 0,35 0-739 0 0,-1 0-1 0 0,1 0 1 0 0,0 1-1 0 0,-1-1 1 0 0,1 0-1 0 0,0 1 0 0 0,0-1 1 0 0,0 1-1 0 0,0 0 1 0 0,-1-1-1 0 0,1 1 1 0 0,0 0-1 0 0,-1 1 0 0 0,-10 8 54 0 0,3 1 30 0 0,8-11-86 0 0,1 1 0 0 0,-1-1 1 0 0,0 1-1 0 0,1 0 0 0 0,-1-1 0 0 0,1 1 0 0 0,-1 0 1 0 0,1-1-1 0 0,-1 1 0 0 0,1 0 0 0 0,0-1 0 0 0,-1 1 0 0 0,1 0 1 0 0,0 0-1 0 0,-1-1 0 0 0,1 1 0 0 0,0 0 0 0 0,0 1 1 0 0,0-1 5 0 0,-1 1 1 0 0,1-1-1 0 0,0 0 1 0 0,0 0-1 0 0,-1 0 1 0 0,1 1-1 0 0,-1-1 1 0 0,1 0-1 0 0,-1 0 1 0 0,1 0-1 0 0,-1 0 1 0 0,-1 1-1 0 0,1 0 3 0 0,1-1 0 0 0,-1 0 0 0 0,0 0 0 0 0,1 0 0 0 0,-1 0 0 0 0,1 1-1 0 0,-1-1 1 0 0,0 3 0 0 0,0 2 24 0 0,-1 0 0 0 0,1 0-1 0 0,-5 9 1 0 0,-3 8 11 0 0,3-5-21 0 0,4-13-19 0 0,0 1 0 0 0,1 0 1 0 0,-1-1-1 0 0,1 1 0 0 0,-1 11 0 0 0,-1 28 84 0 0,1-27-47 0 0,-6 32 44 0 0,7-28-73 0 0,0-13-9 0 0,1 0 0 0 0,-4 15 0 0 0,0-10-37 0 0,3-11 14 0 0,-1 1 1 0 0,1 0-1 0 0,0 0 1 0 0,1 0-1 0 0,-1 0 1 0 0,1 4-1 0 0,-1 45 37 0 0,2 58 59 0 0,1-100-22 0 0,0 1 0 0 0,6 17 1 0 0,-5-20-61 0 0,-1-2 3 0 0,2 7 29 0 0,5 24 0 0 0,-8-33-14 0 0,0 0 1 0 0,1 0-1 0 0,3 8 1 0 0,1 3-9 0 0,2 2-24 0 0,-6-14 27 0 0,0 1 0 0 0,0-1 0 0 0,2 8 0 0 0,1 5-57 0 0,-3-14 44 0 0,-1 0 0 0 0,0 0 0 0 0,0 0 1 0 0,0 0-1 0 0,-1 0 0 0 0,1 6 0 0 0,-1-4-26 0 0,0-3 27 0 0,0 1 1 0 0,0-1 0 0 0,0 0-1 0 0,0 1 1 0 0,0-1 0 0 0,1 1-1 0 0,-1-1 1 0 0,1 0 0 0 0,-1 1-1 0 0,1-1 1 0 0,1 3 0 0 0,-1-4-7 0 0,0 1 1 0 0,1 0-1 0 0,-1-1 1 0 0,-1 1-1 0 0,1 0 0 0 0,0 0 1 0 0,0-1-1 0 0,-1 1 1 0 0,2 3-1 0 0,-2-2 10 0 0,1-1 0 0 0,-1 0 0 0 0,1 0 0 0 0,0 0 0 0 0,0 0 0 0 0,0 0 0 0 0,0 0 0 0 0,0-1 0 0 0,3 5 0 0 0,17 16 58 0 0,29 27 129 0 0,-47-46-185 0 0,1 0-1 0 0,-1-1 1 0 0,8 5-1 0 0,-7-5-16 0 0,0 0 0 0 0,0 1 0 0 0,6 4 0 0 0,-5-5 696 0 0,-2-1-2772 0 0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4:32.11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63 72 0 0 0,'0'0'9963'0'0,"-3"-4"-9284"0"0,0 0-427 0 0,1 2-83 0 0,1 0 0 0 0,0 1 0 0 0,-1-1 0 0 0,0 0 0 0 0,1 1-1 0 0,-1-1 1 0 0,-3-1 0 0 0,-14-15 2912 0 0,3 2-2098 0 0,10 1 5633 0 0,20 15-6041 0 0,-9 1-568 0 0,0 0 0 0 0,0 0-1 0 0,-1 1 1 0 0,8 2 0 0 0,2 4 39 0 0,-1 1-1 0 0,0 0 0 0 0,18 18 1 0 0,-26-23-30 0 0,4 5 30 0 0,-1 0 1 0 0,1 1-1 0 0,7 12 1 0 0,3 4 119 0 0,2 1 116 0 0,29 49 0 0 0,-43-64-280 0 0,3 5-23 0 0,0 1 0 0 0,8 22 0 0 0,-6-11 31 0 0,-8-22-4 0 0,-1 0 1 0 0,0 0 0 0 0,-1 0 0 0 0,1 1 0 0 0,1 13-1 0 0,-3-18-1 0 0,-1 0 1 0 0,1 0-1 0 0,0 0 0 0 0,2 6 0 0 0,3 8 25 0 0,6 37 220 0 0,-11-48-220 0 0,-1 1 1 0 0,1-1-1 0 0,-2 0 1 0 0,0 10 0 0 0,0 6 77 0 0,2 230 907 0 0,-1-242-1004 0 0,-1 0 0 0 0,-3 15 1 0 0,-1 4 17 0 0,4-26-28 0 0,0 1 1 0 0,0-1 0 0 0,0 0-1 0 0,-2 6 1 0 0,-4 12 7 0 0,-2 4 30 0 0,2-7-22 0 0,5-12-7 0 0,0 0-1 0 0,-1-1 1 0 0,1 0 0 0 0,-1 1 0 0 0,-1-1-1 0 0,-5 8 1 0 0,1 0 3 0 0,0 1 45 0 0,4-8-2059 0 0,4 1-4240 0 0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4:49.4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133 16 0 0 0,'0'0'1930'0'0,"3"0"-838"0"0,46 1 7009 0 0,5 0 4521 0 0,-22-5-11863 0 0,-22 4-579 0 0,-12 0 252 0 0,-19 0 482 0 0,12 0-802 0 0,-154-12 942 0 0,117 10-327 0 0,26 2-3935 0 0,0 0-8812 0 0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4:50.1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256 16 0 0 0,'-3'-5'23862'0'0,"-4"4"-23603"0"0,0 1-1 0 0,-11-4 0 0 0,11 3-128 0 0,0 0 0 0 0,-12-1 0 0 0,-20 1 46 0 0,16 0-1070 0 0,0 1-1 0 0,-36 5 0 0 0,29-2-4707 0 0,16-2-994 0 0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4:52.1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5 136 0 0 0,'0'0'19273'0'0,"-1"-3"-18432"0"0,0-7 470 0 0,-1 1 1 0 0,2-1-1 0 0,-1-13 1 0 0,1 21-1185 0 0,1-1 1 0 0,-1 0-1 0 0,1 1 1 0 0,0-1-1 0 0,-1 1 0 0 0,1-1 1 0 0,0 1-1 0 0,0-1 0 0 0,2-1 1 0 0,3-4 147 0 0,-5 7-234 0 0,0 0 1 0 0,0-1-1 0 0,0 1 1 0 0,0 0 0 0 0,0 0-1 0 0,0 0 1 0 0,0 0 0 0 0,0 0-1 0 0,1 0 1 0 0,-1 1 0 0 0,0-1-1 0 0,3-1 1 0 0,19-6 76 0 0,16-6-124 0 0,-33 13 11 0 0,2-2 7 0 0,0 2 1 0 0,0-1-1 0 0,11 0 1 0 0,-11 2-22 0 0,-1 0 0 0 0,0 0 1 0 0,0 1-1 0 0,0 0 0 0 0,0 0 1 0 0,1 0-1 0 0,7 4 0 0 0,-13-4 7 0 0,1 0-7 0 0,0 0-1 0 0,0 0 1 0 0,0 0 0 0 0,0 0 0 0 0,-1 1 0 0 0,1-1 0 0 0,0 1-1 0 0,-1 0 1 0 0,1 0 0 0 0,-1 0 0 0 0,1 0 0 0 0,-1 0 0 0 0,3 5 0 0 0,0 1-15 0 0,-3-6 15 0 0,-1 0-1 0 0,0 0 1 0 0,0-1-1 0 0,0 1 1 0 0,-1 0 0 0 0,1 0-1 0 0,0 0 1 0 0,-1 0 0 0 0,1 1-1 0 0,-1-1 1 0 0,1 3 0 0 0,-1-3 5 0 0,0 1 0 0 0,1 0 0 0 0,-1-1 0 0 0,1 1 0 0 0,0-1 0 0 0,1 5 0 0 0,2 5-6 0 0,-4-9 15 0 0,3 6-15 0 0,-2 0 0 0 0,1 1 1 0 0,-1-1-1 0 0,-1 0 1 0 0,1 1-1 0 0,-3 15 0 0 0,-5-9-8 0 0,6-14 17 0 0,0 0 0 0 0,0-1 0 0 0,0 1 0 0 0,0 0 0 0 0,1 0 0 0 0,-2 3 0 0 0,1-3 0 0 0,1 1 0 0 0,-1-1 0 0 0,0 0-1 0 0,-1 0 1 0 0,1 1 0 0 0,0-1 0 0 0,-1 0 0 0 0,1 0 0 0 0,-3 2-1 0 0,-2 3-2 0 0,-2 4 19 0 0,0 0 0 0 0,-16 15 0 0 0,-4 0-23 0 0,15-9 18 0 0,7-12-14 0 0,0 0-1 0 0,-8 10 1 0 0,2-3 6 0 0,-9 16-14 0 0,7-5-17 0 0,8-15 40 0 0,5-7-12 0 0,0 0 0 0 0,1 0 0 0 0,-1 0 1 0 0,0 0-1 0 0,1 1 0 0 0,-1-1 0 0 0,0 0 1 0 0,0 3-1 0 0,1-3 1 0 0,0-1 0 0 0,-1 1 0 0 0,1 0 0 0 0,-1 0 0 0 0,1 0 0 0 0,-1 0 0 0 0,1 0 0 0 0,-1-1 0 0 0,1 1 0 0 0,-3 1 0 0 0,3-1 0 0 0,-1-1 0 0 0,1 1 0 0 0,-1 0 0 0 0,1-1 0 0 0,-1 1 0 0 0,1 0 0 0 0,-1 0 0 0 0,1-1-1 0 0,-1 1 1 0 0,1 0 0 0 0,0 0 0 0 0,-1-1 0 0 0,1 1 0 0 0,0 0 0 0 0,0 0 0 0 0,0 0 0 0 0,0 0 0 0 0,0 1-1 0 0,0-2 19 0 0,-1 0-17 0 0,0 0 0 0 0,1 0-2 0 0,-1 0-15 0 0,0 1 8 0 0,0-1 1 0 0,0 1 0 0 0,0 0 0 0 0,0-1-1 0 0,0 1 1 0 0,0 0 0 0 0,0 0 0 0 0,1-1 0 0 0,-1 1-1 0 0,0 0 1 0 0,1 0 0 0 0,-1 0 0 0 0,0 0 0 0 0,1 0-1 0 0,-1 2 1 0 0,-3 3-6 0 0,1-5 17 0 0,3-1-3 0 0,-1 0 1 0 0,1 0 0 0 0,-1 0 0 0 0,1 0-1 0 0,0 1 1 0 0,-1-1 0 0 0,1 0 0 0 0,0 0-1 0 0,-1 0 1 0 0,1 1 0 0 0,0-1 0 0 0,-1 0 0 0 0,1 0-1 0 0,0 1 1 0 0,-1-1 0 0 0,1 0 0 0 0,0 1-1 0 0,0-1 1 0 0,-1 0 0 0 0,1 1 0 0 0,0 0 504 0 0,321 4 1665 0 0,-321-5-2486 0 0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5:11.7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203 9 0 0 0,'15'-4'23559'0'0,"-20"1"-22626"0"0,-10 3-696 0 0,11-1-117 0 0,0 1 0 0 0,0-1 0 0 0,0 1 1 0 0,0 0-1 0 0,0 1 0 0 0,0-1 0 0 0,0 1 0 0 0,0 0 1 0 0,-7 2-1 0 0,4 0-71 0 0,1 0 1 0 0,0 0 0 0 0,-1-1-1 0 0,1 0 1 0 0,-1 0-1 0 0,-9 1 1 0 0,1 0 14 0 0,4 6 48 0 0,6-3-72 0 0,-1-1-13 0 0,0 0-1 0 0,1 1 1 0 0,0 0 0 0 0,0-1 0 0 0,-4 9 0 0 0,6-9 8 0 0,1-1 0 0 0,0 1 0 0 0,0-1 0 0 0,0 1 0 0 0,1 0 0 0 0,-2 9-1 0 0,0 0 34 0 0,1-1 23 0 0,2-11-83 0 0,0 0-1 0 0,-1-1 1 0 0,1 1 0 0 0,0 0 0 0 0,-1 0 0 0 0,1-1 0 0 0,-1 1 0 0 0,-1 3-1 0 0,2-3-1 0 0,-1 0-1 0 0,1 0 1 0 0,-1 0-1 0 0,1 0 0 0 0,0 0 1 0 0,0 0-1 0 0,0 0 0 0 0,0 4 1 0 0,0 9 19 0 0,-1-7 45 0 0,0 0 0 0 0,1 1 1 0 0,1 11-1 0 0,0 0 58 0 0,-1-18-116 0 0,0-1 0 0 0,0 0 0 0 0,0 1 0 0 0,1-1 0 0 0,-1 1 0 0 0,1-1 0 0 0,-1 1-1 0 0,1-1 1 0 0,-1 0 0 0 0,1 1 0 0 0,0-1 0 0 0,0 0 0 0 0,0 0 0 0 0,0 1 0 0 0,0-1 0 0 0,0 0-1 0 0,0 0 1 0 0,0 0 0 0 0,2 1 0 0 0,8 10 142 0 0,-9-10-141 0 0,0 0 1 0 0,0 0-1 0 0,0-1 0 0 0,0 1 0 0 0,0-1 0 0 0,0 1 0 0 0,0-1 0 0 0,5 2 0 0 0,7 5 35 0 0,-8-4-30 0 0,1-1 1 0 0,0 0-1 0 0,0 0 1 0 0,9 3 0 0 0,-4-2-3 0 0,-9-3-16 0 0,11 5 10 0 0,0-1 1 0 0,0-1-1 0 0,1 0 1 0 0,-1-1-1 0 0,1 0 1 0 0,26 1-1 0 0,-26-5-1687 0 0,20-3-1 0 0,-32 4 973 0 0,6-1-5185 0 0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5:12.4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23 0 0 0,'0'8'26514'0'0,"1"-7"-26038"0"0,7-2-455 0 0,1 0 1 0 0,0 0 0 0 0,12-4-1 0 0,-10 2 1 0 0,19-2-1 0 0,-1 2 4 0 0,12-1 63 0 0,-41 4-96 0 0,0 0-1 0 0,1 0 1 0 0,-1 0-1 0 0,0 0 1 0 0,1 0-1 0 0,-1 0 0 0 0,0 0 1 0 0,1 0-1 0 0,-1 0 1 0 0,1 0-1 0 0,-1 0 0 0 0,0 0 1 0 0,1 0-1 0 0,-1 0 1 0 0,0 0-1 0 0,1 0 0 0 0,-1-1 1 0 0,0 1-1 0 0,1 0 1 0 0,-1 0-1 0 0,0 0 0 0 0,1-1 1 0 0,-1 1-1 0 0,0 0 1 0 0,0 0-1 0 0,1-1 1 0 0,-1 1-1 0 0,0 0 0 0 0,0-1 1 0 0,0 1-1 0 0,1 0 1 0 0,-1-1-1 0 0,0 1 0 0 0,0 0 1 0 0,0-1-1 0 0,0 1 1 0 0,0 0-1 0 0,0-1 0 0 0,1 1 1 0 0,-1-1-1 0 0,0 1 1 0 0,0-1-1 0 0,0 1 504 0 0,1 0-548 0 0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5:18.0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116 17 0 0 0,'0'0'640'0'0,"21"-2"12037"0"0,-10-6-9995 0 0,-7 5-1983 0 0,1-1 1760 0 0,-13 6-1736 0 0,6-1-713 0 0,-5 1 24 0 0,1 0 1 0 0,-1 0-1 0 0,1 0 1 0 0,-1-1-1 0 0,0 0 1 0 0,-7 0-1 0 0,-43-4-1083 0 0,39 0-2082 0 0,0-1-3738 0 0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5:53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1 184 0 0 0,'0'0'19587'0'0,"1"-11"-18208"0"0,5-34-230 0 0,-5 26 159 0 0,-6 12 2960 0 0,8 22-4120 0 0,8 19-21 0 0,4 10-74 0 0,-1-1 0 0 0,12 76 0 0 0,-7 3-42 0 0,-7-52-8 0 0,-7-45-5 0 0,-3-11 1 0 0,1 0 0 0 0,-1 21 0 0 0,0-14 731 0 0,0-24-189 0 0,4-22-153 0 0,-4 15-372 0 0,1-1 1 0 0,-1 1-1 0 0,0-13 0 0 0,-1-11-9 0 0,-1-1 0 0 0,-2 1-1 0 0,-10-57 1 0 0,-37-109-7 0 0,26 110 31 0 0,19 74 7 0 0,1-1 1 0 0,1 1 0 0 0,-1-26-1 0 0,3 42-34 0 0,5 0-212 0 0,-2 2 186 0 0,0 0-1 0 0,-1 1 0 0 0,0-1 0 0 0,1 0 0 0 0,-1 1 1 0 0,0-1-1 0 0,0 1 0 0 0,-1 0 0 0 0,3 3 0 0 0,2 3-3 0 0,36 47 8 0 0,3-1 1 0 0,3-2 0 0 0,1-3-1 0 0,3-1 1 0 0,2-3 0 0 0,2-3-1 0 0,96 59 1 0 0,-122-86 29 0 0,0-2 0 0 0,0 0 0 0 0,63 17 0 0 0,-89-30 28 0 0,0 0 0 0 0,0-1-1 0 0,1 1 1 0 0,-1-1 0 0 0,5 0 0 0 0,-9 0-31 0 0,1 0 1 0 0,-1 0 0 0 0,1 0-1 0 0,-1 0 1 0 0,1 0 0 0 0,-1-1-1 0 0,0 1 1 0 0,1 0 0 0 0,-1 0 0 0 0,0-1-1 0 0,1 1 1 0 0,-1 0 0 0 0,0 0-1 0 0,1-1 1 0 0,-1 1 0 0 0,0 0-1 0 0,1-1 1 0 0,-1 1 0 0 0,0 0-1 0 0,0-1 1 0 0,1 1 0 0 0,-1-1-1 0 0,0 1 1 0 0,0-1 0 0 0,0 1-1 0 0,1-1 1 0 0,2-14 64 0 0,-3 11-53 0 0,2-13-5 0 0,0 0 1 0 0,-2-21 0 0 0,0 18-23 0 0,-1 6-4 0 0,0 0 0 0 0,-1 0 0 0 0,-6-25 0 0 0,-18-42-46 0 0,9 31-32 0 0,-11-28-494 0 0,24 68 92 0 0,-1 1 0 0 0,1 1-1 0 0,-2-1 1 0 0,1 1-1 0 0,-1-1 1 0 0,-9-8 0 0 0,12 14-237 0 0,-1 1 1 0 0,1-1 0 0 0,-1 0 0 0 0,1 1-1 0 0,-1 0 1 0 0,-7-4 0 0 0,-13-2-8415 0 0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5:54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477 56 8306 0 0,'0'0'18068'0'0,"0"-5"-17902"0"0,0-22 32 0 0,-16 29-106 0 0,-1 4-97 0 0,0-1 1 0 0,0-1 0 0 0,0 0 0 0 0,0-1-1 0 0,-34 1 1 0 0,-87-10-108 0 0,51-5-1717 0 0,31-2-2567 0 0,28 2-1988 0 0,13 1-2357 0 0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5:54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550 51 7050 0 0,'0'0'17047'0'0,"-16"-7"-16951"0"0,-46-18-34 0 0,41 17-20 0 0,18 9-31 0 0,-5 0 12 0 0,1 0 0 0 0,-1 0 0 0 0,-11 3 0 0 0,11-2-15 0 0,-1 0 1 0 0,-13 1-1 0 0,-26-1-479 0 0,0-1-1 0 0,-79-11 0 0 0,52 0-3445 0 0,25 4-4610 0 0,32 3-1655 0 0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5:55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 10770 0 0,'0'0'16262'0'0,"7"-4"-16220"0"0,23-14-26 0 0,-29 18-16 0 0,0 0-1 0 0,-1 0 1 0 0,1 0 0 0 0,0-1-1 0 0,0 1 1 0 0,-1 0 0 0 0,1 0 0 0 0,0 0-1 0 0,-1 0 1 0 0,1 0 0 0 0,0 0-1 0 0,0 0 1 0 0,-1 1 0 0 0,1-1 0 0 0,0 0-1 0 0,-1 0 1 0 0,1 1 0 0 0,0-1-1 0 0,-1 0 1 0 0,1 1 0 0 0,-1-1 0 0 0,1 0-1 0 0,0 1 1 0 0,-1-1 0 0 0,1 1 0 0 0,-1-1-1 0 0,1 1 1 0 0,-1-1 0 0 0,1 1-1 0 0,-1-1 1 0 0,0 1 0 0 0,1 0 0 0 0,0 0-1 0 0,1 2 0 0 0,3 3-8 0 0,0 1 0 0 0,0-1 0 0 0,-1 1 0 0 0,0 0-1 0 0,0 1 1 0 0,-1-1 0 0 0,1 1 0 0 0,-2-1 0 0 0,1 1 0 0 0,-1 0 0 0 0,1 9-1 0 0,1 10-32 0 0,-2-1-1 0 0,-1 29 0 0 0,-1-50 33 0 0,-2 11 0 0 0,0-1 0 0 0,-1 0 1 0 0,0-1-1 0 0,-1 1 0 0 0,-11 25 0 0 0,14-38 12 0 0,0 2 0 0 0,1 0 1 0 0,-1 0 0 0 0,1 0-1 0 0,-1 0 1 0 0,1 0-1 0 0,1 6 1 0 0,-1 2 39 0 0,0-12-35 0 0,1 1 0 0 0,-1-1 0 0 0,0 1 0 0 0,0-1 0 0 0,1 1 0 0 0,-1-1 0 0 0,0 1 0 0 0,1-1 0 0 0,-1 0 0 0 0,0 1 0 0 0,1-1 0 0 0,-1 1 0 0 0,1-1 0 0 0,-1 0 0 0 0,0 0 0 0 0,1 1 0 0 0,-1-1 0 0 0,1 0 0 0 0,-1 0 0 0 0,2 1 0 0 0,11 3 147 0 0,-12-3-137 0 0,12 2 112 0 0,1 0 0 0 0,-1-1 0 0 0,20 1 0 0 0,42-2 68 0 0,-42-1-127 0 0,-13 0-51 0 0,94-4 159 0 0,-102 2-212 0 0,0 1 0 0 0,0-2 0 0 0,0 0 0 0 0,0 0-1 0 0,-1-1 1 0 0,0 0 0 0 0,14-8 0 0 0,-22 10-205 0 0,0 0 0 0 0,1 0-1 0 0,-1-1 1 0 0,0 1 0 0 0,-1-1-1 0 0,1 0 1 0 0,3-3 0 0 0,-6 5-160 0 0,1 0 0 0 0,0 0 0 0 0,-1 0 1 0 0,1 0-1 0 0,-1 0 0 0 0,1 0 0 0 0,-1 0 1 0 0,0 0-1 0 0,1 0 0 0 0,-1-1 0 0 0,0-1 1 0 0,0 2-142 0 0,0 0 1 0 0,0 0 0 0 0,0 1 0 0 0,0-1 0 0 0,0 0 0 0 0,-1 0 0 0 0,1 0 0 0 0,0 1 0 0 0,-1-1 0 0 0,1 0 0 0 0,0 0 0 0 0,-1 1-1 0 0,1-1 1 0 0,-1 0 0 0 0,1 1 0 0 0,-1-1 0 0 0,-1-1-539 0 0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5:55.3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 6561 0 0,'0'0'15036'0'0,"-6"1"-14816"0"0,3 0-181 0 0,2-1-23 0 0,0 1 1 0 0,0-1-1 0 0,0 0 1 0 0,0 0 0 0 0,0 1-1 0 0,0-1 1 0 0,0 1-1 0 0,0-1 1 0 0,0 1-1 0 0,0-1 1 0 0,0 1 0 0 0,0 0-1 0 0,0-1 1 0 0,0 1-1 0 0,0 0 1 0 0,1 0-1 0 0,-1 0 1 0 0,0-1 0 0 0,1 1-1 0 0,-1 0 1 0 0,0 0-1 0 0,1 0 1 0 0,-1 0 0 0 0,1 0-1 0 0,0 0 1 0 0,-1 1-1 0 0,1-1 1 0 0,0 0-1 0 0,-1 0 1 0 0,1 0 0 0 0,0 1-1 0 0,0 26 242 0 0,2 0-1 0 0,1 0 1 0 0,1-1 0 0 0,10 37-1 0 0,11 20 37 0 0,12 47 3 0 0,-30-96-738 0 0,-7-32-282 0 0,1 0 0 0 0,-1 0 0 0 0,0 0 0 0 0,0 0 1 0 0,0 3-1 0 0,0 1-5496 0 0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5:59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1 193 0 0 0,'0'0'9957'0'0,"0"-6"-8462"0"0,0-19-17 0 0,0 2 12687 0 0,2 17-13811 0 0,2 9 301 0 0,4 10 261 0 0,9 39-838 0 0,39 83 13 0 0,-18-40-36 0 0,8 39-37 0 0,-13-33 49 0 0,-24-78-31 0 0,1 0 1 0 0,17 28-1 0 0,17 17 143 0 0,-44-67-154 0 0,1 0 0 0 0,0 0 0 0 0,0 0 0 0 0,-1 0 0 0 0,1 0 0 0 0,0 0 0 0 0,0 0 0 0 0,0-1 0 0 0,0 1 1 0 0,0 0-1 0 0,0-1 0 0 0,1 1 0 0 0,-1 0 0 0 0,0-1 0 0 0,0 0 0 0 0,0 1 0 0 0,0-1 0 0 0,1 0 0 0 0,-1 1 0 0 0,0-1 0 0 0,0 0 0 0 0,1 0 0 0 0,-1 0 0 0 0,0 0 0 0 0,2 0 0 0 0,-1-1 1 0 0,0 1 1 0 0,0-1-1 0 0,0 0 0 0 0,-1 0 0 0 0,1 0 0 0 0,0 0 0 0 0,-1 0 0 0 0,1 0 0 0 0,-1 0 0 0 0,1 0 0 0 0,-1 0 0 0 0,0-1 1 0 0,1 1-1 0 0,-1-1 0 0 0,0 1 0 0 0,2-4 0 0 0,2-5-32 0 0,0 0-1 0 0,0 0 1 0 0,-1-1 0 0 0,0 0-1 0 0,-1 0 1 0 0,0 0 0 0 0,-1 0-1 0 0,1-12 1 0 0,0-96-105 0 0,-3 83 92 0 0,0-105-94 0 0,2 142-157 0 0,17 20-2 0 0,22 33-1 0 0,-16-20 260 0 0,-23-31 15 0 0,28 35 8 0 0,35 37 0 0 0,-55-65 0 0 0,1 0-1 0 0,1 0 1 0 0,0-1-1 0 0,0 0 1 0 0,0-1-1 0 0,1-1 1 0 0,25 11-1 0 0,-34-17 34 0 0,0 0 0 0 0,1 0 0 0 0,-1 0 0 0 0,1 0 0 0 0,-1-1 0 0 0,6 1-1 0 0,-10-1-33 0 0,1-1 0 0 0,0 1 0 0 0,-1 0 0 0 0,1 0-1 0 0,-1 0 1 0 0,1 0 0 0 0,-1 0 0 0 0,1-1-1 0 0,-1 1 1 0 0,1 0 0 0 0,-1-1 0 0 0,0 1 0 0 0,1 0-1 0 0,-1-1 1 0 0,1 1 0 0 0,-1 0 0 0 0,0-1-1 0 0,1 1 1 0 0,-1-1 0 0 0,0 1 0 0 0,1 0 0 0 0,-1-1-1 0 0,0 1 1 0 0,0-1 0 0 0,0 1 0 0 0,1-2 0 0 0,3-14 48 0 0,-4 13-36 0 0,5-19 22 0 0,-3 13-33 0 0,0 1 1 0 0,-1-1-1 0 0,1-13 1 0 0,-2-19-11 0 0,-1 0-1 0 0,-13-73 1 0 0,-42-162-93 0 0,43 163-489 0 0,10 76-516 0 0,2 33 663 0 0,0-3-2478 0 0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02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1 103 9874 0 0,'0'0'15030'0'0,"0"-4"-14766"0"0,0-6 11 0 0,0 21 70 0 0,0-8-324 0 0,0 0 0 0 0,1 0 0 0 0,-1 0 0 0 0,1 0 0 0 0,0 0 0 0 0,2 3 0 0 0,1 8 51 0 0,2 3 5 0 0,13 27 0 0 0,-11-27-43 0 0,30 77 46 0 0,-30-77 320 0 0,-1 0 0 0 0,7 24 0 0 0,-16-57-311 0 0,0 0 0 0 0,-1 0-1 0 0,0 0 1 0 0,-1 1 0 0 0,-9-21 0 0 0,6 17-48 0 0,5 11-30 0 0,-33-106 95 0 0,32 101 3 0 0,0 0 0 0 0,1 0 0 0 0,0-25 0 0 0,8 39-341 0 0,-4 1 186 0 0,1 0-1 0 0,-1 0 1 0 0,0 0 0 0 0,-1 0-1 0 0,4 5 1 0 0,6 7-32 0 0,24 24 26 0 0,-12-12 35 0 0,1-1 0 0 0,32 25 0 0 0,-50-45 17 0 0,28 22 3 0 0,65 38 1 0 0,-80-54-6 0 0,24 8 0 0 0,-36-16 55 0 0,1-1 1 0 0,0 0-1 0 0,0 0 0 0 0,0 0 1 0 0,0-1-1 0 0,11 0 0 0 0,-18-1-40 0 0,-1 0-1 0 0,1-1 1 0 0,-1 1-1 0 0,1 0 0 0 0,-1-1 1 0 0,1 1-1 0 0,-1 0 1 0 0,1-1-1 0 0,-1 1 0 0 0,1-1 1 0 0,-1 1-1 0 0,0-1 1 0 0,1 1-1 0 0,-1 0 0 0 0,0-1 1 0 0,1 0-1 0 0,-1 1 1 0 0,0-1-1 0 0,0 1 1 0 0,1-1-1 0 0,-1 1 0 0 0,0-1 1 0 0,0 1-1 0 0,0-1 1 0 0,0-1-1 0 0,3-17 112 0 0,-3 3-167 0 0,0 0 0 0 0,-1 1 0 0 0,-1-1 0 0 0,-1 0 0 0 0,0 1 0 0 0,-1 0 0 0 0,0-1 0 0 0,-1 2 0 0 0,-1-1 0 0 0,0 0 0 0 0,-2 1 0 0 0,-12-20 0 0 0,7 15-482 0 0,-21-27-1 0 0,6 19-2734 0 0,21 22-90 0 0,-1-1 0 0 0,-10-5 0 0 0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03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287 59 10322 0 0,'0'0'14113'0'0,"-16"-9"-14043"0"0,-50-30-22 0 0,44 29-24 0 0,13 10-7 0 0,4 0-8 0 0,-3 1-45 0 0,0 0 1 0 0,0 1-1 0 0,1 0 1 0 0,-1 0 0 0 0,0 0-1 0 0,1 1 1 0 0,0 0-1 0 0,0 1 1 0 0,-9 5 0 0 0,6-4-1733 0 0,-1 0 0 0 0,1 0 1 0 0,-17 4-1 0 0,0-2-7743 0 0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03.7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318 1 11122 0 0,'0'0'13131'0'0,"-2"0"-13068"0"0,-27 7-108 0 0,-1-1 1 0 0,0-1-1 0 0,0-2 1 0 0,-45-1-1 0 0,12-5-2997 0 0,21-3-5476 0 0,25 4-2391 0 0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04.6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62 230 5921 0 0,'0'0'14731'0'0,"20"-1"-14617"0"0,60-3 2 0 0,-70 4-31 0 0,-1 0 0 0 0,1-1 0 0 0,0 0 0 0 0,0 0 1 0 0,-1-1-1 0 0,1-1 0 0 0,11-4 0 0 0,-12 4 23 0 0,-7 2-47 0 0,0 0 0 0 0,0 0 0 0 0,0 0 0 0 0,0 0 0 0 0,0-1 0 0 0,0 1 0 0 0,-1 0 0 0 0,1-1 0 0 0,0 1 0 0 0,-1-1 0 0 0,1 0 0 0 0,-1 0 0 0 0,0 1 1 0 0,2-4-1 0 0,-1 1 55 0 0,0 1 0 0 0,-1-1 0 0 0,1 0 1 0 0,-1 0-1 0 0,0 0 0 0 0,0 0 0 0 0,0-7 1 0 0,0 7-57 0 0,-1-1 1 0 0,0 1 0 0 0,0-1 0 0 0,0 1 0 0 0,-1 0-1 0 0,0-1 1 0 0,1 1 0 0 0,-2 0 0 0 0,1 0 0 0 0,0-1-1 0 0,-1 1 1 0 0,0 0 0 0 0,0 1 0 0 0,0-1-1 0 0,-5-7 1 0 0,1 5-35 0 0,0-1 0 0 0,-1 1 0 0 0,0 0 0 0 0,0 1 0 0 0,0 0 0 0 0,-1 0 0 0 0,1 0 0 0 0,-1 1 0 0 0,0 0 0 0 0,-1 1 0 0 0,1 0 0 0 0,-1 0 0 0 0,1 1 0 0 0,-1 0 0 0 0,0 0 0 0 0,0 1 0 0 0,-14 0 0 0 0,18 1-22 0 0,0 1 0 0 0,0 0 0 0 0,0 1 0 0 0,0-1 0 0 0,1 1-1 0 0,-1 0 1 0 0,-8 5 0 0 0,7-3 17 0 0,1 1 1 0 0,0 0-1 0 0,0 0 0 0 0,-7 11 1 0 0,8-12-9 0 0,-6 9 31 0 0,7-10-31 0 0,0 0 1 0 0,0 1-1 0 0,1-1 0 0 0,-1 1 1 0 0,1-1-1 0 0,0 1 0 0 0,0 0 1 0 0,0 0-1 0 0,1 0 0 0 0,-2 5 1 0 0,2-6 8 0 0,0-1 0 0 0,1 1 1 0 0,0 0-1 0 0,-1-1 1 0 0,1 1-1 0 0,0 0 0 0 0,0-1 1 0 0,0 1-1 0 0,1 0 0 0 0,-1-1 1 0 0,1 1-1 0 0,-1 0 1 0 0,1-1-1 0 0,0 1 0 0 0,0-1 1 0 0,0 1-1 0 0,3 3 0 0 0,12 17 95 0 0,-9-11-73 0 0,-3-7-9 0 0,1 1 1 0 0,8 7-1 0 0,4 5 36 0 0,-9-10-25 0 0,0 0 0 0 0,0-1 0 0 0,1 1 0 0 0,0-2 1 0 0,0 1-1 0 0,1-1 0 0 0,0-1 0 0 0,0 0 0 0 0,18 6 0 0 0,64 20 202 0 0,-73-26-214 0 0,0-2 0 0 0,0 1 0 0 0,19-1 0 0 0,-24-2-983 0 0,2 0 1643 0 0,-1-1-1 0 0,27-2 1 0 0,-37 1-1360 0 0,0 0 0 0 0,0 0-1 0 0,-1 0 1 0 0,10-5-1 0 0,-11 5-766 0 0,0-1 0 0 0,0 0-1 0 0,0 0 1 0 0,-1 0-1 0 0,1 0 1 0 0,-1 0 0 0 0,1 0-1 0 0,2-4 1 0 0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05.1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428 5 8370 0 0,'0'0'14860'0'0,"-31"-1"-14528"0"0,-98-2-108 0 0,101 2-156 0 0,-5 1 67 0 0,26 0-120 0 0,-21 3 224 0 0,-33 6-1 0 0,11 0-3739 0 0,25-6-2151 0 0,0-2-3777 0 0,14-1 3530 0 0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05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 6697 0 0,'0'0'14970'0'0,"6"11"-15191"0"0,19 38 234 0 0,-15-27 2 0 0,-1-1 1 0 0,9 30-1 0 0,-4-7 5 0 0,40 83 22 0 0,7 21-168 0 0,-60-142 82 0 0,1 0 0 0 0,-1 0 0 0 0,0 0 1 0 0,0 0-1 0 0,0 0 0 0 0,-1 0 1 0 0,0 0-1 0 0,-2 11 0 0 0,2-16 42 0 0,-1 0 0 0 0,1 0 0 0 0,-1 0 0 0 0,1 0 0 0 0,-1 0 0 0 0,0 0 0 0 0,0 0 0 0 0,1 0-1 0 0,-1-1 1 0 0,0 1 0 0 0,0 0 0 0 0,0 0 0 0 0,0-1 0 0 0,0 1 0 0 0,0-1 0 0 0,0 1 0 0 0,0-1 0 0 0,0 1 0 0 0,0-1 0 0 0,0 1 0 0 0,0-1-1 0 0,0 0 1 0 0,0 0 0 0 0,0 0 0 0 0,-2 1 0 0 0,-1-1 47 0 0,1 1-1 0 0,-1-1 1 0 0,0 0 0 0 0,1 0-1 0 0,-1 0 1 0 0,1 0-1 0 0,-5-2 1 0 0,0 0 42 0 0,0-2 0 0 0,0 1 0 0 0,0-1 0 0 0,1 0 0 0 0,-14-10 1 0 0,-31-30 265 0 0,48 40-301 0 0,0 0 0 0 0,0-1 0 0 0,0 1 0 0 0,0-1 0 0 0,1 1 1 0 0,-1-1-1 0 0,1 0 0 0 0,1 0 0 0 0,-1-1 0 0 0,1 1 0 0 0,0-1 0 0 0,0 1 0 0 0,0-1 0 0 0,1 0 0 0 0,0 1 0 0 0,0-1 0 0 0,0 0 0 0 0,1 0 1 0 0,0-6-1 0 0,0 10-68 0 0,1 0 0 0 0,0 0-1 0 0,-1 0 1 0 0,1 0 0 0 0,0 0 0 0 0,0 0 0 0 0,0 0 0 0 0,0 0 0 0 0,0 0 0 0 0,0 1 0 0 0,1-1 0 0 0,-1 1 0 0 0,1-1 0 0 0,-1 1 0 0 0,1-1 0 0 0,-1 1 0 0 0,1 0 0 0 0,0-1-1 0 0,0 1 1 0 0,-1 0 0 0 0,4-1 0 0 0,2-1-445 0 0,0 0-1 0 0,1 0 0 0 0,-1 1 0 0 0,12-3 1 0 0,-1 2-1670 0 0,0 1-2161 0 0,-6-1-1992 0 0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06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39 14851 0 0,'0'0'10939'0'0,"0"-38"-15444"0"0,0 50 816 0 0,-6-2-1736 0 0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08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 3217 0 0,'0'0'16977'0'0,"12"-6"-16621"0"0,41-16-34 0 0,-43 18-206 0 0,0 0-1 0 0,0 1 0 0 0,0 1 0 0 0,0 0 0 0 0,1 0 0 0 0,-1 1 1 0 0,0 0-1 0 0,1 0 0 0 0,16 3 0 0 0,3-1 35 0 0,-25-2-137 0 0,0 2 1 0 0,1-1-1 0 0,-1 1 0 0 0,1 0 1 0 0,-1 0-1 0 0,0 0 1 0 0,0 1-1 0 0,1 0 0 0 0,-1 0 1 0 0,5 3-1 0 0,-8-4-24 0 0,0 1 0 0 0,0-1-1 0 0,0 1 1 0 0,0-1 0 0 0,0 1 0 0 0,0 0 0 0 0,0 0-1 0 0,0 0 1 0 0,-1 0 0 0 0,1 0 0 0 0,-1 1 0 0 0,0-1-1 0 0,0 0 1 0 0,0 1 0 0 0,0-1 0 0 0,0 1 0 0 0,0-1-1 0 0,0 1 1 0 0,-1-1 0 0 0,1 1 0 0 0,-1-1 0 0 0,0 6-1 0 0,0-1 3 0 0,-1 0-1 0 0,0-1 0 0 0,0 1 0 0 0,0 0 0 0 0,-1 0 0 0 0,0-1 0 0 0,0 1 0 0 0,-1-1 1 0 0,-4 8-1 0 0,-2 5 13 0 0,4-8-6 0 0,0-1-1 0 0,-1 1 1 0 0,-10 13-1 0 0,14-21 29 0 0,-1 0-1 0 0,1 0 1 0 0,0 1 0 0 0,1-1 0 0 0,-1 0-1 0 0,1 1 1 0 0,-1-1 0 0 0,1 1 0 0 0,0 0-1 0 0,0-1 1 0 0,1 1 0 0 0,-1 4-1 0 0,1-8 111 0 0,13 2 851 0 0,-6-2-806 0 0,1 0-135 0 0,0 0-1 0 0,1 0 1 0 0,-1-1 0 0 0,1 0-1 0 0,-1-1 1 0 0,0 1-1 0 0,11-5 1 0 0,2-1-762 0 0,-12 4-442 0 0,0 0 0 0 0,12-7 0 0 0,-18 9-591 0 0,-1-1 1 0 0,1 1-1 0 0,-1-1 1 0 0,1 0-1 0 0,-1 0 1 0 0,4-5-1 0 0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08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4513 0 0,'0'0'17116'0'0,"7"5"-17047"0"0,22 16-13 0 0,-26-19-46 0 0,-1 1-1 0 0,0-1 1 0 0,1 0-1 0 0,-1 1 1 0 0,0-1 0 0 0,0 1-1 0 0,-1 0 1 0 0,1-1 0 0 0,1 5-1 0 0,3 3 15 0 0,-6-10-23 0 0,7 12 41 0 0,0 0 1 0 0,1 0 0 0 0,0-1 0 0 0,17 17 0 0 0,7 5 123 0 0,-9-10-20 0 0,-17-16-641 0 0,1 0 1 0 0,0-1-1 0 0,8 6 1 0 0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08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7162 0 0,'0'0'11575'0'0,"15"17"-11452"0"0,45 55-43 0 0,-54-67-56 0 0,-2 1-1 0 0,1 0 1 0 0,-1 0-1 0 0,6 9 1 0 0,-5-5-11 0 0,12 16-220 0 0,-10-15-1767 0 0,0 1-3719 0 0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09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461 43 6929 0 0,'0'0'14808'0'0,"-32"-7"-14403"0"0,-100-21-140 0 0,89 21-141 0 0,42 7-119 0 0,1-1 0 0 0,-1 1-1 0 0,0 0 1 0 0,0 0 0 0 0,0 1 0 0 0,0-1 0 0 0,1 0-1 0 0,-1 0 1 0 0,0 0 0 0 0,0 1 0 0 0,0-1-1 0 0,1 0 1 0 0,-1 1 0 0 0,-1-1 0 0 0,-6 4 25 0 0,-119 43 118 0 0,81-29-3599 0 0,0-1-6014 0 0,33-13-400 0 0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09.9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280 53 4585 0 0,'0'0'19752'0'0,"9"-8"-19548"0"0,31-27-94 0 0,-30 26-68 0 0,-10 25-220 0 0,0-10 179 0 0,-1 0 1 0 0,1 0 0 0 0,-1 0 0 0 0,-1-1 0 0 0,1 1 0 0 0,-4 7-1 0 0,-16 32 71 0 0,15-32-59 0 0,-27 41 50 0 0,-8 4 9 0 0,19-23-39 0 0,10-17-12 0 0,1 1 0 0 0,-11 23 0 0 0,-2 13 75 0 0,-27 98 1 0 0,13-5 50 0 0,34-131-114 0 0,-6 20 55 0 0,-5 5-128 0 0,0-5-1974 0 0,12-27-1589 0 0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10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11 233 8386 0 0,'0'0'18053'0'0,"-1"-1"-17860"0"0,-1-1-179 0 0,-3-2 164 0 0,5 4-177 0 0,0 0 1 0 0,0 0-1 0 0,0 0 1 0 0,0 0 0 0 0,0 0-1 0 0,0 0 1 0 0,0 0-1 0 0,0 0 1 0 0,-1 0 0 0 0,1 0-1 0 0,0 0 1 0 0,0 0-1 0 0,0 0 1 0 0,0 0-1 0 0,0 0 1 0 0,0 0 0 0 0,0 0-1 0 0,0 0 1 0 0,-1 0-1 0 0,1 0 1 0 0,0 0 0 0 0,0 0-1 0 0,0 1 1 0 0,0-1-1 0 0,0 0 1 0 0,0 0-1 0 0,0 0 1 0 0,0 0 0 0 0,0 0-1 0 0,0 0 1 0 0,0 0-1 0 0,0 0 1 0 0,-1 0 0 0 0,1 0-1 0 0,0 1 1 0 0,0-1-1 0 0,0 0 1 0 0,0 0-1 0 0,0 0 1 0 0,0 0 0 0 0,0 0-1 0 0,0 0 1 0 0,0 0-1 0 0,0 1 1 0 0,0-1 0 0 0,0 0-1 0 0,0 0 1 0 0,0 0-1 0 0,0 0 1 0 0,0 0 0 0 0,0 0-1 0 0,1 0 1 0 0,-1 0-1 0 0,0 1 1 0 0,0-1-1 0 0,3 14-359 0 0,-2-6 355 0 0,0 0 0 0 0,1 1 1 0 0,0-1-1 0 0,0 0 0 0 0,7 15 1 0 0,-7-19 0 0 0,13 34 21 0 0,13 35-3 0 0,-25-64-25 0 0,0-3 13 0 0,-1 1 1 0 0,0 0-1 0 0,0 0 0 0 0,-1 0 0 0 0,0 1 0 0 0,0 10 257 0 0,-1-19-220 0 0,-1 1 0 0 0,0 0 0 0 0,1-1 0 0 0,-1 1 0 0 0,1-1 0 0 0,-1 1 0 0 0,1-1 0 0 0,0 1 0 0 0,-1-1 0 0 0,1 0 0 0 0,-1 1 0 0 0,1-1 0 0 0,0 1 0 0 0,0-1 0 0 0,-1 0-1 0 0,1 1 1 0 0,0-1 0 0 0,0-1 0 0 0,-2-3 43 0 0,-5-11-63 0 0,0-1 0 0 0,-6-30 0 0 0,4 13 3 0 0,3 8 13 0 0,0 0 1 0 0,2-1-1 0 0,1 1 1 0 0,1-42 0 0 0,17 70-426 0 0,-9 0 337 0 0,-1 1 0 0 0,1 1 1 0 0,-1-1-1 0 0,6 5 1 0 0,7 5 8 0 0,65 41-6 0 0,19 11 28 0 0,-93-61 21 0 0,77 42 13 0 0,-74-40-1 0 0,1-1-1 0 0,0-1 0 0 0,0 0 1 0 0,0-1-1 0 0,15 2 0 0 0,-26-4-14 0 0,4-1 50 0 0,0 1 0 0 0,0-1 0 0 0,9 0 0 0 0,-14 0-31 0 0,0 0 0 0 0,1-1 0 0 0,-1 1 0 0 0,0 0 0 0 0,0 0 1 0 0,0-1-1 0 0,1 1 0 0 0,-1-1 0 0 0,0 1 0 0 0,0-1 0 0 0,0 0 1 0 0,0 1-1 0 0,0-1 0 0 0,0 0 0 0 0,0 0 0 0 0,0 1 0 0 0,0-1 1 0 0,0 0-1 0 0,0 0 0 0 0,-1 0 0 0 0,1 0 0 0 0,1-2 0 0 0,1-5 17 0 0,0-1 0 0 0,0 0 0 0 0,-1 0-1 0 0,0 0 1 0 0,0 0 0 0 0,-1 0 0 0 0,0-1 0 0 0,-1 1-1 0 0,0 0 1 0 0,-2-15 0 0 0,-1 5-52 0 0,-1 1 0 0 0,0-1 1 0 0,-2 2-1 0 0,-9-24 0 0 0,-2-3-45 0 0,-7-17-72 0 0,21 54-117 0 0,-1 0 1 0 0,0 0 0 0 0,0 1-1 0 0,-1 0 1 0 0,0 0 0 0 0,-8-8-1 0 0,11 12-226 0 0,0 0-1 0 0,0 0 1 0 0,-1 1-1 0 0,1-1 1 0 0,0 1-1 0 0,-1 0 1 0 0,1 0-1 0 0,-1 0 1 0 0,0 0-1 0 0,1 0 0 0 0,-6-1 1 0 0,-18 1-10929 0 0,16 1 2324 0 0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28.4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 3881 0 0,'0'0'15039'0'0,"4"-2"-14492"0"0,13-5-115 0 0,-17 7-369 0 0,1-1 0 0 0,-1 1 0 0 0,1 0 0 0 0,-1 0 0 0 0,1 0-1 0 0,-1 0 1 0 0,1 0 0 0 0,0 0 0 0 0,-1 0 0 0 0,1 0 0 0 0,-1 0 0 0 0,1 0 0 0 0,-1 0 0 0 0,1 0 0 0 0,-1 0 0 0 0,1 0 0 0 0,0 1 0 0 0,-1-1-1 0 0,1 0 1 0 0,-1 0 0 0 0,1 1 0 0 0,-1-1 0 0 0,0 0 0 0 0,1 1 0 0 0,-1-1 0 0 0,1 0 0 0 0,-1 1 0 0 0,1-1 0 0 0,-1 1 0 0 0,0-1 0 0 0,1 1-1 0 0,-1-1 1 0 0,0 0 0 0 0,0 1 0 0 0,1-1 0 0 0,-1 1 0 0 0,0 0 0 0 0,0-1 0 0 0,0 1 0 0 0,0-1 0 0 0,1 1 0 0 0,-1-1 0 0 0,0 1 0 0 0,7 7 1974 0 0,11 5-615 0 0,5 5-912 0 0,-11-9-323 0 0,15 14 0 0 0,-8-5-109 0 0,17 18-28 0 0,0 7 28 0 0,-2 1 0 0 0,37 62 0 0 0,39 67 231 0 0,-19-61 56 0 0,-36-47-62 0 0,-47-56-261 0 0,1 0 0 0 0,0-1 0 0 0,11 10 0 0 0,-14-14-5 0 0,-5-2-11 0 0,0-1 0 0 0,0 0-1 0 0,0-1 1 0 0,0 1 0 0 0,0 0 0 0 0,0 0-1 0 0,0 0 1 0 0,1-1 0 0 0,-1 1-1 0 0,3 0 1 0 0,-4-1 49 0 0,0-2-405 0 0,0 0 74 0 0,-1 0-1 0 0,1 0 1 0 0,-1 0 0 0 0,0 0-1 0 0,1 0 1 0 0,-1 0-1 0 0,0 0 1 0 0,0 0 0 0 0,0 0-1 0 0,-2-2 1 0 0,-18-21-2527 0 0,18 22 2222 0 0,-29-32-4613 0 0,8 13-2564 0 0,11 11-1769 0 0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29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294 53 1104 0 0,'0'0'23068'0'0,"6"-8"-22311"0"0,17-23-75 0 0,-22 30-516 0 0,-1 1 0 0 0,1-1 0 0 0,0 0 0 0 0,-1 0 0 0 0,1 0 0 0 0,-1 1 0 0 0,1-1 0 0 0,-1 0 0 0 0,0 0 0 0 0,1 0 0 0 0,-1 0-1 0 0,0 0 1 0 0,1-2 1391 0 0,1 3-1557 0 0,-2 0 29 0 0,0 1-72 0 0,0 0 32 0 0,0 1 1 0 0,-1-1 0 0 0,1 0 0 0 0,0 0 0 0 0,0 0-1 0 0,0 0 1 0 0,0 1 0 0 0,0-1 0 0 0,1 1 0 0 0,-1 11 1 0 0,-8 22 19 0 0,-2-1 0 0 0,-17 39 0 0 0,2-4 16 0 0,-1 6 18 0 0,-4 0 0 0 0,-48 88 0 0 0,18-42-8 0 0,29-57-19 0 0,20-40 5 0 0,7-15-6 0 0,-1 1-1 0 0,-6 10 1 0 0,11-19-72 0 0,-1 0 0 0 0,0-1 0 0 0,1 1 0 0 0,-1 0 0 0 0,1 0 0 0 0,-1 0 0 0 0,1 0 0 0 0,0 0 0 0 0,-1 0 0 0 0,1 0 0 0 0,0 0 0 0 0,0 2 0 0 0,0-3-85 0 0,0 0 1 0 0,0 0 0 0 0,0 1-1 0 0,0-1 1 0 0,1 0 0 0 0,-1 0-1 0 0,0 0 1 0 0,0 1-1 0 0,0-1 1 0 0,0 0 0 0 0,1 0-1 0 0,-1 0 1 0 0,0 0 0 0 0,0 1-1 0 0,1-1 1 0 0,-1 0-1 0 0,0 0 1 0 0,0 0 0 0 0,1 0-1 0 0,-1 0 1 0 0,0 0 0 0 0,0 0-1 0 0,1 0 1 0 0,-1 0 0 0 0,0 0-1 0 0,0 0 1 0 0,1 0-1 0 0,-1 0 1 0 0,0 0 0 0 0,0 0-1 0 0,1 0 1 0 0,-1 0 0 0 0,0 0-1 0 0,0 0 1 0 0,1-1-1 0 0,-1 1 1 0 0,0 0 0 0 0,0 0-1 0 0,1 0 1 0 0,-1 0 0 0 0,0-1-1 0 0,6-2-4396 0 0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29.6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11747 0 0,'0'0'16635'0'0,"1"-2"-16546"0"0,-1 2-86 0 0,-1 0-1 0 0,1-1 0 0 0,0 1 0 0 0,0 0 0 0 0,0 0 0 0 0,0-1 1 0 0,0 1-1 0 0,0 0 0 0 0,0 0 0 0 0,1-1 0 0 0,-1 1 0 0 0,0 0 1 0 0,0 0-1 0 0,0 0 0 0 0,0-1 0 0 0,0 1 0 0 0,0 0 0 0 0,0 0 1 0 0,0 0-1 0 0,1-1 0 0 0,-1 1 0 0 0,0 0 0 0 0,0 0 0 0 0,0 0 1 0 0,0-1-1 0 0,1 1 0 0 0,-1 0 0 0 0,0 0 0 0 0,0 0 0 0 0,0 0 1 0 0,1 0-1 0 0,-1 0 0 0 0,0-1 0 0 0,6 11 58 0 0,-3-3-51 0 0,32 64 116 0 0,-29-57-118 0 0,27 67 37 0 0,-16-30-29 0 0,-2-7 16 0 0,19 91-1 0 0,-30-101-16 0 0,-3-21-5 0 0,5 25 0 0 0,-3-16 43 0 0,-3-19-28 0 0,0 0 0 0 0,0 0-1 0 0,1 1 1 0 0,0-1-1 0 0,-1 0 1 0 0,3 3 0 0 0,-2-5-198 0 0,0-5-77 0 0,0-5-441 0 0,-1-9-2925 0 0,-5-33-1 0 0,3 40 43 0 0,-1 1-1 0 0,-4-14 0 0 0,3 11-5829 0 0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30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218 0 12771 0 0,'0'0'13833'0'0,"-18"5"-13541"0"0,-54 16-69 0 0,66-20-180 0 0,1 1 0 0 0,0-1 1 0 0,-1 1-1 0 0,1 1 0 0 0,0-1 0 0 0,0 1 0 0 0,-7 4 0 0 0,4-2 8 0 0,-2 4 38 0 0,0-1-1 0 0,0 1 0 0 0,-15 18 1 0 0,23-25-67 0 0,0 1 0 0 0,1-1 0 0 0,-1 0 1 0 0,1 1-1 0 0,-1-1 0 0 0,1 0 1 0 0,0 1-1 0 0,0 0 0 0 0,0-1 0 0 0,1 1 1 0 0,-1 0-1 0 0,1-1 0 0 0,-1 1 0 0 0,1 0 1 0 0,0 3-1 0 0,0-4 9 0 0,0 0-1 0 0,0-1 1 0 0,1 1 0 0 0,-1 0 0 0 0,0-1-1 0 0,1 1 1 0 0,0 0 0 0 0,-1-1-1 0 0,1 1 1 0 0,0-1 0 0 0,-1 1 0 0 0,1-1-1 0 0,0 1 1 0 0,0-1 0 0 0,0 1-1 0 0,1-1 1 0 0,-1 0 0 0 0,0 0 0 0 0,0 0-1 0 0,1 1 1 0 0,-1-1 0 0 0,0 0-1 0 0,1-1 1 0 0,2 2 0 0 0,9 4 88 0 0,1-2 1 0 0,1 0-1 0 0,-1 0 1 0 0,24 2-1 0 0,61-1 9 0 0,-27-2-60 0 0,116 6-1809 0 0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31.5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2090 72 8250 0 0,'0'0'14131'0'0,"-4"-2"-13572"0"0,-17-8-174 0 0,0 2 0 0 0,-28-7 0 0 0,-50-9-60 0 0,64 19-280 0 0,1 2 1 0 0,-59 2-1 0 0,61 1-26 0 0,-403 15 93 0 0,-415-1 124 0 0,477-38 644 0 0,330 24 1227 0 0,138-1-1717 0 0,173 6-456 0 0,447 36-892 0 0,-616-36 878 0 0,311 8 391 0 0,-414-14-288 0 0,1 1 0 0 0,-1-1 0 0 0,1 0 0 0 0,-1 0-1 0 0,1 0 1 0 0,-6-3 0 0 0,-6-1 4 0 0,-34-9 46 0 0,-2 2-1 0 0,-81-8 1 0 0,-107 8 26 0 0,4 14 39 0 0,1 16-113 0 0,-140 34-690 0 0,287-35-2525 0 0,58-11-740 0 0,1 0-3407 0 0,12-2-4459 0 0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33.7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268 25 13227 0 0,'0'0'9641'0'0,"-18"0"-9336"0"0,-54 0-57 0 0,8-2 287 0 0,21-1-413 0 0,37 2-658 0 0,0 1 0 0 0,0-1 0 0 0,0 0 0 0 0,0 0 0 0 0,-8-3 0 0 0,-12-7-11156 0 0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33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304 34 14387 0 0,'0'0'9856'0'0,"-31"-6"-9662"0"0,-93-16-98 0 0,88 16-62 0 0,27 6-14 0 0,2 1-12 0 0,0-1-72 0 0,0 0 1 0 0,-1 1-1 0 0,1 1 1 0 0,0-1 0 0 0,-8 3-1 0 0,-5 3-2680 0 0,-5 2-6962 0 0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34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39 1744 0 0,'0'0'24411'0'0,"-2"-7"-24111"0"0,-4-18-89 0 0,5 18 2 0 0,11 21-144 0 0,18 13-39 0 0,-1 2 4 0 0,0-2 0 0 0,2-1 0 0 0,1-1 0 0 0,64 41 0 0 0,-20-18-10 0 0,46 27-209 0 0,-112-70 121 0 0,0 0 0 0 0,8 7 0 0 0,5 3-845 0 0,-44-25-18616 0 0,14 6 13164 0 0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34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194 1 13323 0 0,'0'0'13191'0'0,"-5"2"-13041"0"0,0 1-118 0 0,1 0-1 0 0,-1 0 1 0 0,1 0-1 0 0,-1 0 0 0 0,1 0 1 0 0,0 1-1 0 0,0 0 0 0 0,1 0 1 0 0,-1 0-1 0 0,1 0 1 0 0,0 1-1 0 0,0-1 0 0 0,0 1 1 0 0,-2 6-1 0 0,-1 6 62 0 0,2-8-33 0 0,1 0-1 0 0,-2 13 1 0 0,3-14-38 0 0,-1 0 0 0 0,1 1 0 0 0,-6 8 0 0 0,-1 7 6 0 0,7-19-120 0 0,0 0 1 0 0,0-1-1 0 0,-1 1 0 0 0,0-1 0 0 0,1 0 1 0 0,-1 0-1 0 0,-1 0 0 0 0,1 0 0 0 0,-1-1 1 0 0,-4 5-1 0 0,-17 10-3956 0 0,-1-4-6957 0 0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35.5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277 41 10042 0 0,'0'0'13051'0'0,"-31"-8"-12960"0"0,-97-20-37 0 0,98 24-40 0 0,21 5-5 0 0,9-1-9 0 0,-9 4 29 0 0,-1 1 1 0 0,1 0-1 0 0,0 1 0 0 0,-11 10 1 0 0,4 6 39 0 0,15-20-43 0 0,1 1 0 0 0,-1-1-1 0 0,0 0 1 0 0,0 1 0 0 0,1-1-1 0 0,-1 1 1 0 0,1-1 0 0 0,0 1 0 0 0,0 0-1 0 0,0-1 1 0 0,0 1 0 0 0,1 3 0 0 0,0 5 56 0 0,-1-5-44 0 0,1 0 0 0 0,0 0 0 0 0,0 0 0 0 0,4 10 0 0 0,2 16 34 0 0,8 34-50 0 0,2 34 4 0 0,-14-81-12 0 0,1 1 1 0 0,1-1-1 0 0,7 19 0 0 0,3 18 13 0 0,-5-21 35 0 0,-7-24-36 0 0,1-1 0 0 0,-1 1 0 0 0,7 11 1 0 0,-3-5 42 0 0,-6-15 12 0 0,-1 1 1 0 0,2-1 0 0 0,-1 1 0 0 0,0-1 0 0 0,0 1 0 0 0,1-1-1 0 0,-1 1 1 0 0,3 2 0 0 0,9-5 1034 0 0,-9 0-894 0 0,9 0-67 0 0,0-1 1 0 0,0 0 0 0 0,24-5-1 0 0,1-2-215 0 0,-27 7-323 0 0,1-2-1 0 0,-1 1 1 0 0,16-7 0 0 0,-17 6-862 0 0,4-4-2257 0 0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36.0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46 6041 0 0,'0'0'19044'0'0,"2"-8"-19002"0"0,8-23-41 0 0,-10 30-2 0 0,0 1 0 0 0,0 0 0 0 0,0 0 0 0 0,0-1 0 0 0,0 1 0 0 0,0 0 0 0 0,0 0 0 0 0,1-1 0 0 0,-1 1 0 0 0,0 0 0 0 0,0 0 0 0 0,0 0 0 0 0,0-1 0 0 0,0 1 0 0 0,0 0 0 0 0,0 0 0 0 0,1 0 0 0 0,-1 0 0 0 0,0-1 0 0 0,0 1 0 0 0,0 0 0 0 0,0 0 0 0 0,1 0 0 0 0,-1 0 0 0 0,0 0 0 0 0,0-1 0 0 0,0 1 0 0 0,1 0 0 0 0,-1 0 0 0 0,0 0 0 0 0,0 0 0 0 0,0 0 0 0 0,1 0 0 0 0,-1 0 0 0 0,0 0 0 0 0,0 0 0 0 0,1 0 0 0 0,-1 0 0 0 0,0 0 0 0 0,0 0 0 0 0,1 0 0 0 0,-1 0 0 0 0,5 6-35 0 0,-5-5 24 0 0,25 29-65 0 0,-3 1-1 0 0,36 65 0 0 0,-56-91 50 0 0,0-1 0 0 0,-1 1 1 0 0,1 0-1 0 0,-1 0 0 0 0,0-1 0 0 0,0 1 0 0 0,0 0 1 0 0,-1 0-1 0 0,0 0 0 0 0,0 0 0 0 0,-1 8 1 0 0,1-12 26 0 0,-1 1 1 0 0,1-1 0 0 0,-1 0-1 0 0,0-1 1 0 0,1 1 0 0 0,-1 0 0 0 0,0 0-1 0 0,0 0 1 0 0,0 0 0 0 0,1 0 0 0 0,-1-1-1 0 0,0 1 1 0 0,0 0 0 0 0,0-1-1 0 0,0 1 1 0 0,0-1 0 0 0,0 1 0 0 0,0-1-1 0 0,-1 1 1 0 0,1-1 0 0 0,0 0 0 0 0,0 0-1 0 0,0 0 1 0 0,0 1 0 0 0,-2-1-1 0 0,-5 1 53 0 0,-1-1-1 0 0,-12 0 0 0 0,11-1-5 0 0,-2 1 7 0 0,-1 0 1 0 0,1-2 0 0 0,0 1-1 0 0,0-1 1 0 0,0-1-1 0 0,0 0 1 0 0,0-1 0 0 0,-13-6-1 0 0,-6-3 62 0 0,-27-13 75 0 0,51 22-95 0 0,0 0 0 0 0,0-1 0 0 0,1 0 0 0 0,-1 0 0 0 0,-10-11 0 0 0,16 14-61 0 0,0 0-1 0 0,0 0 0 0 0,0 1 1 0 0,1-1-1 0 0,-1 0 0 0 0,0 0 1 0 0,1 0-1 0 0,-1 0 0 0 0,1 0 1 0 0,0 0-1 0 0,0 0 1 0 0,-1 0-1 0 0,1-1 0 0 0,1 1 1 0 0,-1-2-1 0 0,0-3-24 0 0,1 5-22 0 0,-1 1 0 0 0,0 0 0 0 0,1 0-1 0 0,-1 0 1 0 0,1-1 0 0 0,-1 1 0 0 0,1 0 0 0 0,0 0 0 0 0,0 0 0 0 0,-1 0 0 0 0,1 0-1 0 0,0 0 1 0 0,0 0 0 0 0,0 1 0 0 0,0-1 0 0 0,0 0 0 0 0,0 0 0 0 0,0 1 0 0 0,0-1-1 0 0,0 0 1 0 0,2 0 0 0 0,28-11-551 0 0,-30 12 529 0 0,13-4-958 0 0,-1 1 0 0 0,1 1-1 0 0,24-2 1 0 0,-12 3-3643 0 0,0 1-3628 0 0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36.5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80 11090 0 0,'0'0'14542'0'0,"20"-13"-14555"0"0,64-42-22 0 0,-82 54 31 0 0,1-1-1 0 0,0 1 1 0 0,0-1 0 0 0,0 1-1 0 0,0 0 1 0 0,0 0-1 0 0,0 1 1 0 0,0-1-1 0 0,5 0 1 0 0,-7 1 1 0 0,0 0 0 0 0,1 0 0 0 0,-1 0 0 0 0,0 1 1 0 0,0-1-1 0 0,1 1 0 0 0,-1-1 0 0 0,0 1 0 0 0,0-1 0 0 0,1 1 0 0 0,1 1 0 0 0,5 3-11 0 0,9 1-15 0 0,-3 0-2 0 0,27 14 1 0 0,-33-16 23 0 0,2 2-26 0 0,-1-1-1 0 0,0 2 1 0 0,17 14-1 0 0,-18-14-19 0 0,-1 1-1 0 0,0 0 1 0 0,0 1-1 0 0,-1 0 1 0 0,6 12-1 0 0,-9-15 24 0 0,0 0 0 0 0,0 1 0 0 0,-1 0-1 0 0,0-1 1 0 0,-1 1 0 0 0,1 0 0 0 0,-2 0 0 0 0,1 0-1 0 0,0 7 1 0 0,-1 6-9 0 0,0-1-1 0 0,-2 1 1 0 0,0-1-1 0 0,-8 35 1 0 0,0-4 15 0 0,8-41 28 0 0,0-1 0 0 0,1 1 0 0 0,0 0 0 0 0,0 0 0 0 0,1 0 0 0 0,1 11 0 0 0,-1 0-1 0 0,1-11 2 0 0,0-1 0 0 0,1 0 1 0 0,0 1-1 0 0,1-1 0 0 0,0 0 1 0 0,0 0-1 0 0,1 0 0 0 0,4 7 1 0 0,40 62 33 0 0,-43-70-32 0 0,5 9 21 0 0,-5-10-36 0 0,-1 0 1 0 0,0 0-1 0 0,0 0 1 0 0,0 1-1 0 0,3 10 1 0 0,-5 1-44 0 0,-2-18 44 0 0,0 1 1 0 0,0 0-1 0 0,0-1 1 0 0,0 1-1 0 0,-1 0 0 0 0,1-1 1 0 0,0 1-1 0 0,0 0 1 0 0,0-1-1 0 0,0 1 0 0 0,-1-1 1 0 0,1 1-1 0 0,0 0 1 0 0,-1-1-1 0 0,1 1 0 0 0,0-1 1 0 0,-1 1-1 0 0,1-1 1 0 0,-1 1-1 0 0,1-1 0 0 0,-1 1 1 0 0,0 0-1 0 0,-6 1-24 0 0,5-1 13 0 0,0 0 0 0 0,0 0 0 0 0,-1 0 0 0 0,1-1 0 0 0,0 1-1 0 0,-1-1 1 0 0,-3 1 0 0 0,-77 3-4455 0 0,67-4 2115 0 0,-18-1-6581 0 0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36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10082 0 0,'0'0'20611'0'0,"4"1"-20511"0"0,-2-1-96 0 0,33 5 68 0 0,-32-8-554 0 0,-16 5-10085 0 0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39.6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68 6185 0 0,'0'0'17241'0'0,"2"-7"-16482"0"0,5-22-145 0 0,-5 21 949 0 0,-2 17-1556 0 0,1-1 1 0 0,3 13-1 0 0,1 10-39 0 0,-3-19 31 0 0,0 1 0 0 0,7 22 0 0 0,-3-16 23 0 0,32 87 68 0 0,-31-89-77 0 0,5 13 69 0 0,2-1 0 0 0,29 45 0 0 0,-31-56 3 0 0,1-1-1 0 0,0 0 0 0 0,1-1 1 0 0,32 27-1 0 0,-42-40-42 0 0,0 1 1 0 0,0-2 0 0 0,0 1-1 0 0,1 0 1 0 0,-1-1-1 0 0,1 0 1 0 0,0 0 0 0 0,0 0-1 0 0,-1-1 1 0 0,1 1-1 0 0,0-1 1 0 0,0 0 0 0 0,0-1-1 0 0,0 1 1 0 0,1-1-1 0 0,-1 0 1 0 0,6-1 0 0 0,-9 1-34 0 0,0-1 0 0 0,-1 1 0 0 0,1-1 1 0 0,0 0-1 0 0,-1 0 0 0 0,1 0 0 0 0,-1 0 0 0 0,1 0 1 0 0,-1 0-1 0 0,1-1 0 0 0,-1 1 0 0 0,1 0 1 0 0,-1-1-1 0 0,0 1 0 0 0,0-1 0 0 0,0 1 0 0 0,2-4 1 0 0,-1 0-4 0 0,1-1 0 0 0,0 0 0 0 0,-1 1 1 0 0,2-9-1 0 0,-1-4-69 0 0,0 0-1 0 0,-1 0 1 0 0,-1-1 0 0 0,-1 1-1 0 0,-4-35 1 0 0,3 44-336 0 0,5 15-519 0 0,2 6 656 0 0,10 11 179 0 0,0-1 0 0 0,2-1 0 0 0,36 35 0 0 0,-39-42 97 0 0,2-1-1 0 0,-1 0 1 0 0,2-1-1 0 0,0-1 1 0 0,32 14-1 0 0,-44-22 13 0 0,1 0-1 0 0,-1-1 1 0 0,1 0 0 0 0,0 0-1 0 0,0 0 1 0 0,0-1-1 0 0,0 0 1 0 0,0-1-1 0 0,0 0 1 0 0,10 0 0 0 0,-16-1-14 0 0,1 1 1 0 0,-1-1-1 0 0,0 0 1 0 0,1 0 0 0 0,-1 1-1 0 0,1-1 1 0 0,-1 0 0 0 0,0 0-1 0 0,0-1 1 0 0,0 1-1 0 0,1 0 1 0 0,-1 0 0 0 0,0 0-1 0 0,0-1 1 0 0,-1 1 0 0 0,1 0-1 0 0,0-1 1 0 0,0 1-1 0 0,-1-1 1 0 0,1 1 0 0 0,0-3-1 0 0,1-2 5 0 0,-1 1 0 0 0,1-1 0 0 0,-1 0 0 0 0,0-8 0 0 0,0 3-3 0 0,0-1-1 0 0,-2 1 1 0 0,1 0-1 0 0,-1 0 1 0 0,-1-1-1 0 0,-5-20 1 0 0,-74-254-17 0 0,53 171-1033 0 0,21 94-318 0 0,0 9-2386 0 0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40.6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 1184 0 0,'0'0'25411'0'0,"-4"-2"-23983"0"0,5 6-1437 0 0,-1 0 0 0 0,1-1 0 0 0,0 1-1 0 0,0 0 1 0 0,2 6 0 0 0,-1-5 0 0 0,0-1 0 0 0,-1 1-1 0 0,2 8 1 0 0,0 92 20 0 0,-3-81-7 0 0,0-24 80 0 0,13 0 407 0 0,15-1-329 0 0,0-2 0 0 0,35-8 0 0 0,6 0-89 0 0,62-9-5 0 0,-121 19-255 0 0,0 0 1 0 0,0-1 0 0 0,0-1 0 0 0,0 0-1 0 0,13-6 1 0 0,-23 9 118 0 0,0 0 1 0 0,0 0-1 0 0,0 0 0 0 0,0 0 1 0 0,1 0-1 0 0,-1 0 0 0 0,0 0 1 0 0,0 0-1 0 0,0 0 0 0 0,0-1 1 0 0,0 1-1 0 0,0 0 0 0 0,1 0 1 0 0,-1 0-1 0 0,0 0 0 0 0,0 0 1 0 0,0 0-1 0 0,0-1 0 0 0,0 1 0 0 0,0 0 1 0 0,0 0-1 0 0,0 0 0 0 0,0 0 1 0 0,0 0-1 0 0,0-1 0 0 0,0 1 1 0 0,0 0-1 0 0,0 0 0 0 0,0 0 1 0 0,0 0-1 0 0,0-1 0 0 0,0 1 1 0 0,0 0-1 0 0,0 0 0 0 0,0 0 1 0 0,0 0-1 0 0,0-1 0 0 0,0 1 1 0 0,0 0-1 0 0,0 0 0 0 0,-7-5-5305 0 0,1 4 3118 0 0,-11-3-7286 0 0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40.8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12955 0 0,'0'0'10565'0'0,"2"25"-10356"0"0,9 79 3 0 0,-10-96-146 0 0,-1-1 0 0 0,2 1 1 0 0,3 14-1 0 0,-3-13 25 0 0,19 64-1227 0 0,-16-56-3627 0 0,0 0-4397 0 0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44.3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85 384 0 0,'0'0'12329'0'0,"1"-6"-11272"0"0,2-23 850 0 0,-2 26-966 0 0,0 0 0 0 0,0-1 0 0 0,0 1 0 0 0,0 0 0 0 0,3-4 0 0 0,-3 5-694 0 0,0 0-178 0 0,0 1 1 0 0,0 0-1 0 0,0-1 0 0 0,-1 1 0 0 0,1 0 1 0 0,1-1-1 0 0,-1 1 0 0 0,0 0 1 0 0,0 0-1 0 0,0 0 0 0 0,0 0 0 0 0,1 0 1 0 0,-1 0-1 0 0,0 0 0 0 0,1 1 0 0 0,-1-1 1 0 0,1 0-1 0 0,2 0 0 0 0,25-2-27 0 0,-24 2-52 0 0,1 1 1 0 0,0 0-1 0 0,-1 1 1 0 0,1-1-1 0 0,-1 1 1 0 0,1 0 0 0 0,-1 0-1 0 0,1 1 1 0 0,-1 0-1 0 0,0 0 1 0 0,1 0-1 0 0,4 3 1 0 0,5 4 9 0 0,-3-2-31 0 0,21 16 0 0 0,-30-21 20 0 0,0 1 1 0 0,0 0 0 0 0,0 0-1 0 0,-1 0 1 0 0,1 0 0 0 0,-1 0-1 0 0,0 0 1 0 0,0 1-1 0 0,0-1 1 0 0,0 1 0 0 0,1 5-1 0 0,2 2-14 0 0,-5-10 17 0 0,1 1 0 0 0,0 0 0 0 0,-1 0 0 0 0,1 0 0 0 0,-1 0 0 0 0,1 0 0 0 0,-1-1 0 0 0,0 5 0 0 0,1-3 13 0 0,-1 0 1 0 0,0 0-1 0 0,-1-1 1 0 0,1 1-1 0 0,0 0 1 0 0,-1 0-1 0 0,1 0 1 0 0,-1-1-1 0 0,0 1 1 0 0,0 0-1 0 0,0-1 1 0 0,0 1-1 0 0,-1-1 1 0 0,-1 4-1 0 0,-1-1 31 0 0,0 0-1 0 0,0 0 0 0 0,0 0 0 0 0,-7 5 0 0 0,10-8 4 0 0,-1-1 0 0 0,0 1 0 0 0,0-1 0 0 0,0 1 0 0 0,-1-1 1 0 0,1 0-1 0 0,0 0 0 0 0,0 0 0 0 0,-1 0 0 0 0,1-1 1 0 0,-1 1-1 0 0,1-1 0 0 0,0 1 0 0 0,-3-1 0 0 0,-7 0 143 0 0,-35-1 425 0 0,42 0-557 0 0,0 0 0 0 0,1 0 1 0 0,-1 0-1 0 0,0-1 0 0 0,1 1 1 0 0,-1-1-1 0 0,-6-3 0 0 0,-2-3 49 0 0,5 4 115 0 0,-1-1 0 0 0,1-1 0 0 0,-13-9 0 0 0,19 13-146 0 0,0 0-1 0 0,0 0 1 0 0,1-1 0 0 0,-1 1 0 0 0,0 0 0 0 0,1 0 0 0 0,-1-1 0 0 0,1 1 0 0 0,0-1 0 0 0,0 0-1 0 0,0 1 1 0 0,0-1 0 0 0,0 0 0 0 0,1 1 0 0 0,-1-1 0 0 0,1 0 0 0 0,-1-4 0 0 0,1 5-58 0 0,1-1 1 0 0,-1 1 0 0 0,0 0-1 0 0,1-1 1 0 0,-1 1 0 0 0,1-1-1 0 0,0 1 1 0 0,-1 0 0 0 0,1-1-1 0 0,1 1 1 0 0,-1 0 0 0 0,0 0-1 0 0,0 0 1 0 0,1 0 0 0 0,-1 0-1 0 0,1 0 1 0 0,0 0 0 0 0,-1 1-1 0 0,1-1 1 0 0,0 0 0 0 0,0 1-1 0 0,0 0 1 0 0,0-1 0 0 0,3 0-1 0 0,0-1-226 0 0,0 0 0 0 0,0 0-1 0 0,0 1 1 0 0,1 0-1 0 0,-1 0 1 0 0,11-2 0 0 0,2 2-4785 0 0,-1 1-6209 0 0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45.1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81 0 0 0,'0'0'23340'0'0,"0"-13"-22628"0"0,0-55 1399 0 0,0 74-2211 0 0,0-4 93 0 0,0 0 0 0 0,1 0 0 0 0,-1 0 0 0 0,1-1 0 0 0,-1 1 0 0 0,3 3-1 0 0,2 12-21 0 0,-5-15 30 0 0,0 0 0 0 0,1 0 0 0 0,-1 0 1 0 0,1 0-1 0 0,0 1 0 0 0,0-1 0 0 0,1 3 0 0 0,4 10 2 0 0,-1-1-1 0 0,7 17 0 0 0,-6-18 5 0 0,6 23 0 0 0,21 140 15 0 0,-25-151-13 0 0,-3-8 34 0 0,-5-16-32 0 0,0-1-1 0 0,0 1 1 0 0,1-1-1 0 0,-1 1 1 0 0,0-1-1 0 0,0 1 1 0 0,1-1-1 0 0,-1 1 1 0 0,0-1-1 0 0,1 1 0 0 0,-1-1 1 0 0,0 1-1 0 0,1-1 1 0 0,-1 1-1 0 0,1-1 1 0 0,-1 0-1 0 0,1 1 1 0 0,-1-1-1 0 0,1 0 1 0 0,-1 1-1 0 0,1-1 1 0 0,-1 0-1 0 0,2 1 1 0 0,13-1-173 0 0,-9 0-539 0 0,-6 0 533 0 0,1 0 0 0 0,0 0-1 0 0,-1-1 1 0 0,1 1 0 0 0,-1 0-1 0 0,1 0 1 0 0,0-1 0 0 0,-1 1-1 0 0,1 0 1 0 0,-1-1-1 0 0,1 1 1 0 0,-1-1 0 0 0,1 1-1 0 0,-1 0 1 0 0,1-1 0 0 0,-1 1-1 0 0,1-1 1 0 0,-1 0 0 0 0,1 1-1 0 0,-1-1 1 0 0,0 1-1 0 0,0-1 1 0 0,1 0 0 0 0,-1 1-1 0 0,0-2 1 0 0,5-17-8186 0 0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45.5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1 8994 0 0,'0'0'14758'0'0,"-14"2"-14497"0"0,-46 5-39 0 0,55-6-165 0 0,-1-1 1 0 0,1 1 0 0 0,0 0 0 0 0,-1 1 0 0 0,1-1 0 0 0,0 1 0 0 0,-5 2 0 0 0,1 0 19 0 0,5-2-34 0 0,0 0 1 0 0,0 0 0 0 0,0 1 0 0 0,1-1 0 0 0,-1 1 0 0 0,1 0 0 0 0,-1 0 0 0 0,-4 6-1 0 0,7-7-8 0 0,1-1-1 0 0,-1 1 0 0 0,1 0 0 0 0,0 0 1 0 0,0 0-1 0 0,0 0 0 0 0,0 0 1 0 0,0 0-1 0 0,0 2 0 0 0,1 3 111 0 0,0-6-92 0 0,0 1 0 0 0,0-1 0 0 0,0 0 0 0 0,0 0 0 0 0,0 1 0 0 0,0-1 0 0 0,1 0 0 0 0,-1 0 0 0 0,0 0 0 0 0,1-1 0 0 0,2 3 0 0 0,0-1 54 0 0,2 2-44 0 0,1-1 0 0 0,0 0 0 0 0,0 0 0 0 0,0 0 0 0 0,0-1 0 0 0,1 0 0 0 0,7 1 0 0 0,5 1-5 0 0,197 54-242 0 0,-197-50-2169 0 0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49.2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51 7042 0 0,'0'0'15556'0'0,"-9"-9"-14617"0"0,-27-25-177 0 0,26 26 1504 0 0,17 17-2620 0 0,-4-5 493 0 0,49 64-135 0 0,-3-4 17 0 0,33 66 2 0 0,-80-126-26 0 0,1 1 0 0 0,-1-1 1 0 0,0 0-1 0 0,0 1 0 0 0,-1-1 1 0 0,1 1-1 0 0,-1 0 0 0 0,0-1 1 0 0,-1 1-1 0 0,1 0 0 0 0,0 5 1 0 0,-1-9 179 0 0,0 1-376 0 0,0 1-1 0 0,0-1 1 0 0,-1 0 0 0 0,1 1-1 0 0,0-1 1 0 0,-2 3-1 0 0,2-5 91 0 0,0 1 0 0 0,0-1-1 0 0,0 0 1 0 0,0 0-1 0 0,-1 1 1 0 0,1-1-1 0 0,0 0 1 0 0,0 1 0 0 0,-1-1-1 0 0,1 0 1 0 0,0 0-1 0 0,-1 1 1 0 0,1-1-1 0 0,0 0 1 0 0,-1 0 0 0 0,1 0-1 0 0,0 0 1 0 0,-1 1-1 0 0,1-1 1 0 0,0 0-1 0 0,-1 0 1 0 0,1 0-1 0 0,0 0 1 0 0,-1 0 0 0 0,1 0-1 0 0,-1 0 1 0 0,1 0-1 0 0,0 0 1 0 0,-1 0-1 0 0,1 0 1 0 0,0 0 0 0 0,-1 0-1 0 0,1 0 1 0 0,-1-1-1 0 0,1 1 1 0 0,0 0-1 0 0,-1 0 1 0 0,1 0 0 0 0,0 0-1 0 0,-1-1 1 0 0,1 1-1 0 0,0 0 1 0 0,0 0-1 0 0,-1-1 1 0 0,-2-2-1159 0 0,0 0 0 0 0,0 0 1 0 0,1 0-1 0 0,-1 0 0 0 0,1-1 0 0 0,0 1 0 0 0,-4-8 1 0 0,4 7-310 0 0,-1-5-2114 0 0,0 2-1122 0 0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49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358 29 6601 0 0,'0'0'17169'0'0,"-32"-4"-16926"0"0,-102-13-49 0 0,95 11-96 0 0,20 5 34 0 0,12 1-108 0 0,-10-1-160 0 0,-30 3 476 0 0,42-2-914 0 0,-1 1 0 0 0,1 0 1 0 0,0 0-1 0 0,0 1 0 0 0,0-1 0 0 0,0 1 1 0 0,-4 3-1 0 0,-9 3-10280 0 0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49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7274 0 0,'0'0'17573'0'0,"9"2"-17529"0"0,-4 0-43 0 0,13 3 36 0 0,-1 1-1 0 0,29 14 0 0 0,88 56 99 0 0,-86-48-768 0 0,2-2-1 0 0,86 30 1 0 0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50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0 10754 0 0,'0'0'12822'0'0,"-8"5"-12718"0"0,-25 16 13 0 0,32-19-105 0 0,-1-1-1 0 0,1 0 1 0 0,0 1 0 0 0,0-1 0 0 0,0 1-1 0 0,-1-1 1 0 0,1 1 0 0 0,0-1-1 0 0,1 1 1 0 0,-1 0 0 0 0,0-1-1 0 0,0 1 1 0 0,1 0 0 0 0,-1 0-1 0 0,1 0 1 0 0,-1 3 0 0 0,0 1 29 0 0,-3 16 195 0 0,-2 43 1 0 0,5-43-86 0 0,-8 39 0 0 0,9-60-228 0 0,-1 1 1 0 0,1 0-1 0 0,-1 0 0 0 0,0 0 1 0 0,0-1-1 0 0,0 1 0 0 0,0 0 0 0 0,0-1 1 0 0,0 1-1 0 0,0-1 0 0 0,0 1 1 0 0,-1-1-1 0 0,1 1 0 0 0,0-1 1 0 0,-1 0-1 0 0,1 0 0 0 0,-1 0 1 0 0,0 0-1 0 0,1 0 0 0 0,-4 1 1 0 0,-17 4-3873 0 0,1-5-4236 0 0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50.7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213 22 11250 0 0,'0'0'12899'0'0,"-25"-3"-12797"0"0,-75-12-53 0 0,71 11-17 0 0,24 6-19 0 0,1-1 0 0 0,-1 1 0 0 0,1 0 0 0 0,0 1 0 0 0,0-1 0 0 0,0 1 0 0 0,0 0 0 0 0,0 0 0 0 0,-5 5 1 0 0,5-4 12 0 0,3-3-22 0 0,1-1 1 0 0,-1 0 0 0 0,1 1-1 0 0,-1 0 1 0 0,1-1 0 0 0,-1 1 0 0 0,1-1-1 0 0,-1 1 1 0 0,1 0 0 0 0,0-1 0 0 0,-1 1-1 0 0,1 0 1 0 0,0-1 0 0 0,0 1-1 0 0,-1 0 1 0 0,1-1 0 0 0,0 1 0 0 0,0 0-1 0 0,0-1 1 0 0,0 1 0 0 0,0 0-1 0 0,0 0 1 0 0,0-1 0 0 0,0 2 0 0 0,0 0 6 0 0,0-1 0 0 0,0 0 0 0 0,1 1 1 0 0,-1-1-1 0 0,0 0 0 0 0,1 0 0 0 0,-1 1 0 0 0,0-1 1 0 0,1 0-1 0 0,0 0 0 0 0,-1 0 0 0 0,1 1 1 0 0,0-1-1 0 0,1 2 0 0 0,6 10 49 0 0,8 25-24 0 0,-10-25-29 0 0,-1 0 0 0 0,6 20 0 0 0,3 52-38 0 0,-8-41 29 0 0,6 46 18 0 0,-6-41-13 0 0,3 10 8 0 0,-5-44-7 0 0,-2-5 3 0 0,0-1 0 0 0,1 1 0 0 0,4 9 0 0 0,-3-9 10 0 0,-3-7-3 0 0,1 1 0 0 0,0-1-1 0 0,0 1 1 0 0,2 3 0 0 0,13 15 211 0 0,-10-15-113 0 0,-6-5-73 0 0,1 0-1 0 0,0-1 1 0 0,0 1 0 0 0,-1-1-1 0 0,1 1 1 0 0,4 2 0 0 0,-2-2 62 0 0,0-1 1 0 0,1 1-1 0 0,-1 0 0 0 0,0-1 1 0 0,1 0-1 0 0,-1 0 1 0 0,1-1-1 0 0,4 1 0 0 0,40-1 438 0 0,-22-1-479 0 0,-19 1-121 0 0,-4 1-40 0 0,0-1 0 0 0,0 0-1 0 0,0-1 1 0 0,0 1 0 0 0,0 0-1 0 0,0-1 1 0 0,0 0 0 0 0,5-2 0 0 0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51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8154 0 0,'0'0'16145'0'0,"1"0"-16142"0"0,-1 0 1 0 0,0 0-1 0 0,0 0 1 0 0,0 0-1 0 0,1 1 1 0 0,-1-1-1 0 0,0 0 1 0 0,0 0-1 0 0,0 0 1 0 0,0 0-1 0 0,1 0 1 0 0,-1 0 0 0 0,0 1-1 0 0,0-1 1 0 0,0 0-1 0 0,0 0 1 0 0,0 0-1 0 0,0 0 1 0 0,0 1-1 0 0,1-1 1 0 0,-1 0-1 0 0,0 0 1 0 0,0 0 0 0 0,0 1-1 0 0,0-1 1 0 0,0 0-1 0 0,0 0 1 0 0,0 1-1 0 0,4 9 30 0 0,0 1 0 0 0,0-1 0 0 0,1 1 0 0 0,7 9 0 0 0,1 2 46 0 0,-6-8 10 0 0,4 9 57 0 0,2-1 0 0 0,0 0 0 0 0,22 25-1 0 0,-32-43-120 0 0,-1-1-11 0 0,1 0 1 0 0,-1-1 0 0 0,1 1-1 0 0,4 2 1 0 0,-7-4-118 0 0,-3-8-4307 0 0,0 3 3055 0 0,0 1 1 0 0,-1-1-1 0 0,-4-3 1 0 0,-6-6-5299 0 0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51.6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85 6289 0 0,'0'0'17844'0'0,"5"-14"-17756"0"0,14-41-44 0 0,-19 54-43 0 0,0 0 0 0 0,1 0-1 0 0,-1 0 1 0 0,1 0 0 0 0,-1 0 0 0 0,1 1-1 0 0,-1-1 1 0 0,1 0 0 0 0,0 0 0 0 0,-1 0-1 0 0,1 0 1 0 0,0 1 0 0 0,0-1 0 0 0,0 0-1 0 0,1 0 1 0 0,-1 0-2 0 0,-1 1 0 0 0,1 0 0 0 0,0 0 0 0 0,-1 0 0 0 0,1 0 0 0 0,0 0 0 0 0,-1 0 0 0 0,1 0 0 0 0,0 0 0 0 0,-1 0 0 0 0,1 0 0 0 0,0 0 0 0 0,0 1 0 0 0,3 0-10 0 0,11-1-19 0 0,-1 1 0 0 0,0 1 1 0 0,23 6-1 0 0,41 15-1 0 0,-27-6 23 0 0,29 10-21 0 0,-79-26-3 0 0,0-1 0 0 0,-1 0 0 0 0,1 1 0 0 0,-1-1 0 0 0,1 1 0 0 0,-1-1 0 0 0,1 1 1 0 0,-1-1-1 0 0,1 1 0 0 0,-1-1 0 0 0,0 1 0 0 0,1-1 0 0 0,-1 1 0 0 0,0 0 0 0 0,1-1 0 0 0,-1 1 0 0 0,0 0 0 0 0,0-1 0 0 0,0 1 0 0 0,1 0 0 0 0,-1-1 0 0 0,0 1 0 0 0,0 0 0 0 0,0-1 0 0 0,0 1 0 0 0,0 0 0 0 0,0-1 1 0 0,0 1-1 0 0,-1 0 0 0 0,1-1 0 0 0,0 1 0 0 0,-1 1 0 0 0,-7 26-57 0 0,6-24 64 0 0,-1 8 18 0 0,-1 0-1 0 0,1 1 1 0 0,-2 25 0 0 0,3 39 44 0 0,2-65-34 0 0,1-5 8 0 0,-1 0 0 0 0,1 0 0 0 0,0 0 0 0 0,1-1 0 0 0,-1 1 0 0 0,6 11 0 0 0,20 37 94 0 0,-18-38-42 0 0,12 29 1 0 0,-19-42-55 0 0,0 1 0 0 0,1 0 0 0 0,-1-1 0 0 0,5 6 0 0 0,6 11 22 0 0,-5-7-12 0 0,-6-13-21 0 0,-1 1 0 0 0,0-1 0 0 0,0 1 0 0 0,0-1 0 0 0,-1 1 0 0 0,1 0 0 0 0,0-1 0 0 0,-1 1-1 0 0,1 0 1 0 0,-1 0 0 0 0,1-1 0 0 0,-1 4 0 0 0,1 4-26 0 0,-1-7 19 0 0,0 1 1 0 0,0-1 0 0 0,0 0-1 0 0,0 0 1 0 0,0 0-1 0 0,-1 0 1 0 0,0 3 0 0 0,1-4 6 0 0,-1 0 1 0 0,0 0 0 0 0,1 0 0 0 0,-1 0-1 0 0,0 0 1 0 0,0 0 0 0 0,1 0-1 0 0,-1-1 1 0 0,0 1 0 0 0,0 0-1 0 0,0 0 1 0 0,0-1 0 0 0,0 1-1 0 0,0-1 1 0 0,0 1 0 0 0,0-1 0 0 0,-2 1-1 0 0,-49 19-1731 0 0,16-8-3058 0 0,22-7-375 0 0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53.1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52 3057 0 0,'0'0'20513'0'0,"-2"-5"-19983"0"0,-7-17-153 0 0,6 16 45 0 0,4 14-528 0 0,0-1 94 0 0,1-1 0 0 0,0 1 0 0 0,5 11 0 0 0,0 2 26 0 0,95 245 17 0 0,-95-248-29 0 0,15 31 29 0 0,2-1 0 0 0,60 87 0 0 0,-70-119-27 0 0,-9-10 22 0 0,-5-5-7 0 0,1 1 0 0 0,-1-1 1 0 0,0 0-1 0 0,0 0 0 0 0,1 0 0 0 0,-1 1 1 0 0,1-1-1 0 0,-1 0 0 0 0,0 0 1 0 0,1 0-1 0 0,-1 0 0 0 0,0 1 0 0 0,1-1 1 0 0,-1 0-1 0 0,1 0 0 0 0,-1 0 1 0 0,0 0-1 0 0,1 0 0 0 0,-1 0 0 0 0,1 0 1 0 0,-1 0-1 0 0,0 0 0 0 0,1 0 1 0 0,-1-1-1 0 0,1 1 0 0 0,-1 0 0 0 0,0 0 1 0 0,1 0-1 0 0,-1 0 0 0 0,0-1 1 0 0,1 1-1 0 0,-1 0 0 0 0,0 0 0 0 0,1-1 1 0 0,-1 1-1 0 0,0 0 0 0 0,1 0 1 0 0,-1-1-1 0 0,0 1 0 0 0,1-1 0 0 0,9-15 248 0 0,-9 14-293 0 0,4-7 40 0 0,0-1 0 0 0,-1 0 0 0 0,-1 0 0 0 0,0 0 0 0 0,0 0 0 0 0,2-16 0 0 0,2-65 40 0 0,-5 59-49 0 0,0 0 10 0 0,-2 32-21 0 0,0 0 0 0 0,1 0 0 0 0,-1 0 0 0 0,0-1 0 0 0,0 1 0 0 0,1 0 0 0 0,-1 0 0 0 0,0 0 0 0 0,1-1 0 0 0,-1 1 0 0 0,0 0 0 0 0,1 0 0 0 0,-1 0 0 0 0,0 0 0 0 0,1 0 0 0 0,-1 0 0 0 0,0 0 0 0 0,1 0 0 0 0,-1 0 0 0 0,0 0 0 0 0,1 0 0 0 0,-1 0 0 0 0,0 0 0 0 0,1 0 0 0 0,-1 0 0 0 0,0 0 0 0 0,1 0 0 0 0,-1 0 0 0 0,0 1 1 0 0,1-1-1 0 0,12 4-262 0 0,-3 4 170 0 0,0-1-1 0 0,13 14 1 0 0,3 2 71 0 0,-5-6 30 0 0,1-1 1 0 0,1-1-1 0 0,43 22 1 0 0,-54-31 48 0 0,1-1-1 0 0,0-1 1 0 0,0 1 0 0 0,0-2 0 0 0,1 0 0 0 0,-1-1-1 0 0,1 0 1 0 0,-1-1 0 0 0,22-1 0 0 0,-34 0-30 0 0,1 0 1 0 0,-1 0-1 0 0,1-1 0 0 0,-1 1 1 0 0,1-1-1 0 0,-1 1 0 0 0,1-1 1 0 0,-1 0-1 0 0,1 1 0 0 0,-1-1 1 0 0,0 0-1 0 0,1 0 0 0 0,-1 0 1 0 0,0 0-1 0 0,0 0 0 0 0,0-1 1 0 0,0 1-1 0 0,0 0 0 0 0,0 0 1 0 0,0-1-1 0 0,0 1 0 0 0,0 0 1 0 0,0-1-1 0 0,-1 1 0 0 0,1-1 1 0 0,-1 1-1 0 0,1-3 0 0 0,1-4 38 0 0,0 1 0 0 0,-1-1 0 0 0,0 0 0 0 0,-1-8 0 0 0,1 14-53 0 0,-1-13 24 0 0,0 0-1 0 0,-1 0 1 0 0,0 0-1 0 0,-1 0 1 0 0,-1 0-1 0 0,0 0 1 0 0,-8-20-1 0 0,-10-15-350 0 0,-2 0-1 0 0,-2 1 1 0 0,-2 2 0 0 0,-34-45-1 0 0,44 72-927 0 0,16 19 887 0 0,0 0 1 0 0,1 1-1 0 0,-1-1 0 0 0,0 0 0 0 0,0 1 0 0 0,0-1 0 0 0,0 1 0 0 0,0-1 1 0 0,0 1-1 0 0,0-1 0 0 0,0 1 0 0 0,0 0 0 0 0,0 0 0 0 0,0-1 0 0 0,-1 1 1 0 0,1 0-1 0 0,0 0 0 0 0,-2 0 0 0 0,3 0 119 0 0,-1 1-1 0 0,1-1 1 0 0,0 0-1 0 0,-1 0 1 0 0,1 0-1 0 0,0 1 1 0 0,-1-1-1 0 0,1 1-484 0 0,-1-1 484 0 0,1 0 1 0 0,0 1-1 0 0,0-1 1 0 0,0 0-1 0 0,-1 1 1 0 0,1-1-1 0 0,0 0 1 0 0,0 1-1 0 0,0-1 0 0 0,0 0 1 0 0,0 1-1 0 0,0-1 1 0 0,0 1 0 0 0,-1 9-3976 0 0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53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13051 0 0,'0'0'11794'0'0,"0"3"-11779"0"0,-1 4 2 0 0,0 0 0 0 0,1 0 0 0 0,1-1 0 0 0,-1 1 0 0 0,1 0 0 0 0,0-1 0 0 0,0 1 0 0 0,3 8 0 0 0,11 20 105 0 0,2 5 67 0 0,-3-10-68 0 0,-9-19-79 0 0,-5-10-14 0 0,0 0 1 0 0,0 0-1 0 0,0-1 0 0 0,1 1 1 0 0,-1 0-1 0 0,0 0 0 0 0,1 0 0 0 0,-1-1 1 0 0,1 1-1 0 0,-1 0 0 0 0,1 0 1 0 0,0 0-1 0 0,1 0 117 0 0,0 0-1 0 0,0-1 1 0 0,0 1 0 0 0,-1-1-1 0 0,1 0 1 0 0,0 0 0 0 0,0 0-1 0 0,0 0 1 0 0,0 0 0 0 0,3 0-1 0 0,21-5-75 0 0,-17 3 45 0 0,81-16-9 0 0,-17 5-72 0 0,-28 6-34 0 0,-43 7-7 0 0,23-4-968 0 0,45-15 0 0 0,-69 19 700 0 0,0-1 0 0 0,0 1 0 0 0,1-1 0 0 0,-1 1 0 0 0,0-1 0 0 0,0 0 1 0 0,0 0-1 0 0,0 1 0 0 0,0-1 0 0 0,0 0 0 0 0,1-1 0 0 0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53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6529 0 0,'0'0'15725'0'0,"3"30"-15514"0"0,9 92-27 0 0,-7-84-54 0 0,-1-29-41 0 0,1-2-44 0 0,8 24-865 0 0,-5-12-6070 0 0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08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4505 0 0,'0'0'16515'0'0,"0"7"-16213"0"0,0-3-219 0 0,0 3 77 0 0,0 1 0 0 0,0-1-1 0 0,1 0 1 0 0,-1 0 0 0 0,2 0-1 0 0,-1 0 1 0 0,1 0 0 0 0,2 7-1 0 0,9 12 388 0 0,18 28 0 0 0,-16-30-343 0 0,22 31 83 0 0,-26-36-225 0 0,-6-12-43 0 0,-1 1-1 0 0,0-1 1 0 0,-1 1 0 0 0,5 13 0 0 0,-4 6-262 0 0,-6-18-3597 0 0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08.8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290 28 9746 0 0,'0'0'12363'0'0,"-32"-4"-12093"0"0,-97-15-111 0 0,120 17-129 0 0,-1 1 0 0 0,-19-1 0 0 0,21 2-2 0 0,3 1-119 0 0,1-1 1 0 0,-1 1 0 0 0,0-1-1 0 0,1 1 1 0 0,-1 0 0 0 0,1 1 0 0 0,-9 3-1 0 0,0 1-2775 0 0,-1 2-3394 0 0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09.3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9386 0 0,'0'0'16842'0'0,"2"-2"-16747"0"0,-2 2-91 0 0,1 0 1 0 0,-1-1-1 0 0,1 1 1 0 0,-1-1-1 0 0,1 1 0 0 0,-1 0 1 0 0,1-1-1 0 0,-1 1 1 0 0,1 0-1 0 0,-1 0 0 0 0,1-1 1 0 0,-1 1-1 0 0,1 0 0 0 0,-1 0 1 0 0,1 0-1 0 0,0 0 1 0 0,-1 0-1 0 0,2 0 0 0 0,13 6 59 0 0,-14-5-62 0 0,41 21 62 0 0,226 116 126 0 0,-259-134-195 0 0,24 11-20 0 0,41 27 0 0 0,-53-32-974 0 0,-41-16-16248 0 0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09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198 0 10738 0 0,'0'0'12855'0'0,"-12"10"-12678"0"0,-36 29-47 0 0,44-37-108 0 0,1 1 0 0 0,0 0 1 0 0,0 1-1 0 0,-4 3 0 0 0,2 6 66 0 0,2-1-42 0 0,-8 23 134 0 0,8-27-120 0 0,1 1 1 0 0,-1-1 0 0 0,-6 12 0 0 0,-2 2-12 0 0,8-14-361 0 0,-1 0 0 0 0,0-1-1 0 0,0 0 1 0 0,-11 13 0 0 0,10-15-1389 0 0,0 0 0 0 0,0 0 0 0 0,0-1 0 0 0,-9 6 0 0 0,7-4-4079 0 0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10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288 89 10482 0 0,'0'0'12842'0'0,"-30"-15"-12642"0"0,-95-43-54 0 0,88 44-74 0 0,36 13-67 0 0,1 1 1 0 0,-1 0-1 0 0,0 0 0 0 0,0 0 1 0 0,0-1-1 0 0,1 1 0 0 0,-1 0 1 0 0,0 0-1 0 0,0 0 0 0 0,0 0 1 0 0,-1 1-1 0 0,-5 0 29 0 0,4-1-23 0 0,-3-1 0 0 0,0 1 0 0 0,0 1 0 0 0,-6 0 0 0 0,10 0-9 0 0,-1 0 1 0 0,1 0-1 0 0,0 0 1 0 0,-1 0-1 0 0,1 0 1 0 0,0 0-1 0 0,0 1 1 0 0,0-1-1 0 0,-4 3 1 0 0,4-2 2 0 0,1 0 0 0 0,-1 0 0 0 0,0 0 1 0 0,1 0-1 0 0,0 0 0 0 0,-1 0 0 0 0,1 0 0 0 0,0 1 0 0 0,0-1 1 0 0,0 0-1 0 0,0 1 0 0 0,0-1 0 0 0,1 1 0 0 0,-1-1 1 0 0,1 1-1 0 0,0-1 0 0 0,0 1 0 0 0,-1-1 0 0 0,2 1 1 0 0,-1-1-1 0 0,0 1 0 0 0,0-1 0 0 0,2 6 0 0 0,1 1 31 0 0,0-1-1 0 0,0 1 1 0 0,0 0-1 0 0,2-1 1 0 0,5 9-1 0 0,9 15 26 0 0,-1 0 0 0 0,21 54 0 0 0,-29-62-73 0 0,-6-15 14 0 0,-1-1 0 0 0,0 1 0 0 0,3 10 0 0 0,7 69 23 0 0,0 11-14 0 0,-5-37 20 0 0,-8-60-16 0 0,1-1 1 0 0,-1 1 0 0 0,0 0 0 0 0,1-1 0 0 0,-1 1 0 0 0,1-1-1 0 0,0 1 1 0 0,0-1 0 0 0,-1 1 0 0 0,1-1 0 0 0,0 1 0 0 0,0-1-1 0 0,0 0 1 0 0,0 0 0 0 0,2 2 0 0 0,16 5 1003 0 0,-8-5-877 0 0,1-1 0 0 0,-1-1-1 0 0,1 0 1 0 0,14-1 0 0 0,10 0-70 0 0,33 1-349 0 0,-38-2-4692 0 0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11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4 117 6513 0 0,'0'0'18612'0'0,"0"-14"-18240"0"0,-3-44-73 0 0,3 57-268 0 0,-1-1-1 0 0,1 1 0 0 0,0-1 1 0 0,1 1-1 0 0,-1-1 0 0 0,0 1 1 0 0,0-1-1 0 0,1 1 0 0 0,-1 0 1 0 0,2-4-1 0 0,-2 5-19 0 0,0 0 0 0 0,0 0 0 0 0,1-1 0 0 0,-1 1-1 0 0,0 0 1 0 0,0 0 0 0 0,0 0 0 0 0,1 0 0 0 0,-1-1 0 0 0,0 1 0 0 0,1 0 0 0 0,-1 0 0 0 0,0 0 0 0 0,0 0 0 0 0,1 0 0 0 0,-1 0-1 0 0,0-1 1 0 0,1 1 0 0 0,-1 0 0 0 0,0 0 0 0 0,1 0 0 0 0,2 0 61 0 0,1-2 21 0 0,1-1-22 0 0,1 0 0 0 0,0 1 0 0 0,0 0 1 0 0,12-3-1 0 0,-5 2-80 0 0,2 2 0 0 0,-1 0 0 0 0,0 0-1 0 0,22 3 1 0 0,-30-2 1 0 0,1 1 0 0 0,-1 0 0 0 0,1 1 0 0 0,-1-1 0 0 0,0 1 0 0 0,0 0 0 0 0,0 1 0 0 0,0 0 0 0 0,0 0 0 0 0,0 0-1 0 0,10 8 1 0 0,-14-9-2 0 0,0 1 0 0 0,0-1 0 0 0,0 1-1 0 0,0-1 1 0 0,-1 1 0 0 0,1 0-1 0 0,-1-1 1 0 0,0 1 0 0 0,0 0-1 0 0,0 0 1 0 0,0 0 0 0 0,0 0 0 0 0,-1 0-1 0 0,1 4 1 0 0,0 5-30 0 0,-1 1 0 0 0,-1 14 0 0 0,1-24 38 0 0,-1 2 1 0 0,0 0-1 0 0,0 0 0 0 0,0-1 1 0 0,0 1-1 0 0,-1-1 1 0 0,0 1-1 0 0,0-1 0 0 0,0 0 1 0 0,-4 5-1 0 0,-6 14 0 0 0,2-8 4 0 0,8-13-3 0 0,1 1 1 0 0,-1-1-1 0 0,0 1 1 0 0,1 0-1 0 0,0 0 1 0 0,-2 5-1 0 0,0 0-34 0 0,2-4 443 0 0,9-3-45 0 0,18-1-99 0 0,15 0-563 0 0,64-7 0 0 0,-90 5-807 0 0,30-6-2407 0 0,-31 3-1395 0 0,1-1-3750 0 0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11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 8490 0 0,'0'0'13776'0'0,"10"-6"-13875"0"0,35-19 53 0 0,-44 25 43 0 0,1-1 1 0 0,-1 0-1 0 0,1 1 1 0 0,-1-1-1 0 0,1 1 0 0 0,-1 0 1 0 0,1 0-1 0 0,0-1 1 0 0,-1 1-1 0 0,1 0 1 0 0,-1 0-1 0 0,1 0 1 0 0,-1 1-1 0 0,1-1 1 0 0,0 0-1 0 0,-1 1 1 0 0,1-1-1 0 0,-1 1 0 0 0,1-1 1 0 0,-1 1-1 0 0,3 1 1 0 0,2 1-13 0 0,13 5-3 0 0,-2 0 0 0 0,1 1 0 0 0,-1 1 0 0 0,16 13 0 0 0,-19-14 4 0 0,-5-3-28 0 0,1 1 0 0 0,-2 0 0 0 0,16 14 0 0 0,-21-17 13 0 0,0-1 1 0 0,-1 1-1 0 0,1 0 1 0 0,0 0-1 0 0,-1 0 1 0 0,0 0-1 0 0,0 0 1 0 0,0 1-1 0 0,-1-1 1 0 0,0 1-1 0 0,1-1 1 0 0,-1 6-1 0 0,1 9 6 0 0,-2 0-1 0 0,-1 0 0 0 0,0 0 1 0 0,-8 38-1 0 0,5-30 37 0 0,2-8 42 0 0,1 0 0 0 0,1 24 0 0 0,1-10 23 0 0,-1-26-44 0 0,1 0-1 0 0,0 1 1 0 0,0-1 0 0 0,1 0 0 0 0,-1 0 0 0 0,6 12 0 0 0,21 37 251 0 0,-22-46-250 0 0,-2-3-9 0 0,0-1 0 0 0,3 11-1 0 0,-7-16-26 0 0,1-1 0 0 0,-1 0 0 0 0,0 0 0 0 0,0 0-1 0 0,0 0 1 0 0,0 1 0 0 0,1-1 0 0 0,-1 0-1 0 0,0 0 1 0 0,0 0 0 0 0,0 1 0 0 0,0-1 0 0 0,0 0-1 0 0,0 0 1 0 0,0 1 0 0 0,0-1 0 0 0,0 0-1 0 0,0 0 1 0 0,0 1 0 0 0,0-1 0 0 0,0 0 0 0 0,0 0-1 0 0,0 1 1 0 0,-13 2 34 0 0,-44 4-368 0 0,11-1-3132 0 0,3 0-6508 0 0,31-4 1569 0 0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12.5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 16468 0 0,'0'0'11997'0'0,"-2"2"-11984"0"0,-5 8-9 0 0,7-10-6 0 0,0 1-1 0 0,0-1 1 0 0,0 0 0 0 0,0 1-1 0 0,0-1 1 0 0,0 1 0 0 0,1-1-1 0 0,-1 0 1 0 0,0 1-1 0 0,0-1 1 0 0,0 0 0 0 0,0 1-1 0 0,0-1 1 0 0,0 1 0 0 0,1-1-1 0 0,-1 0 1 0 0,0 1 0 0 0,0-1-1 0 0,1 0 1 0 0,-1 0 0 0 0,0 1-1 0 0,0-1 1 0 0,1 0-1 0 0,-1 0 1 0 0,0 1 0 0 0,1-1-1 0 0,-1 0 1 0 0,1 1 0 0 0,4 3-125 0 0,-4-1-116 0 0,0 0-1 0 0,0 0 1 0 0,0 0 0 0 0,0 1-1 0 0,-1-1 1 0 0,1 0-1 0 0,-1 4 1 0 0,1 13-8230 0 0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13.2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2 108 12283 0 0,'0'0'14191'0'0,"-1"1"-14181"0"0,1 0-9 0 0,0-1-1 0 0,0 1 0 0 0,0 0 1 0 0,0 0-1 0 0,0 0 1 0 0,0 0-1 0 0,0 0 0 0 0,0 0 1 0 0,0 0-1 0 0,0-1 0 0 0,0 1 1 0 0,0 0-1 0 0,1 0 1 0 0,-1 0-1 0 0,1 1 0 0 0,8 17 10 0 0,-2-5 1 0 0,23 54 79 0 0,2-1 0 0 0,54 81-1 0 0,-75-129-76 0 0,2-1 0 0 0,0 0-1 0 0,1-1 1 0 0,1-1 0 0 0,23 19-1 0 0,-29-26-13 0 0,-7-7-5 0 0,-1 0 0 0 0,1-1-1 0 0,0 1 1 0 0,-1-1-1 0 0,1 1 1 0 0,0-1 0 0 0,0 0-1 0 0,0 0 1 0 0,0 0-1 0 0,0 0 1 0 0,0 0 0 0 0,1 0-1 0 0,-1 0 1 0 0,0-1 0 0 0,0 1-1 0 0,1-1 1 0 0,3 1-1 0 0,-6-3-5 0 0,1 1-1 0 0,-1-1 1 0 0,1 1-1 0 0,-1-1 1 0 0,0 1-1 0 0,0-1 1 0 0,1 1-1 0 0,-1-1 0 0 0,0 1 1 0 0,-1-1-1 0 0,1-2 1 0 0,0 1-15 0 0,-1-13-15 0 0,-1 0 0 0 0,-1 0 0 0 0,0 0 0 0 0,-11-30 0 0 0,8 28 28 0 0,3 7 12 0 0,-1 2 0 0 0,1-2 0 0 0,1 1 0 0 0,-1 0 0 0 0,2-1 0 0 0,-1-11 1 0 0,3 22-47 0 0,1 0 0 0 0,0 0 1 0 0,0 0-1 0 0,0 0 0 0 0,-1 0 1 0 0,1 0-1 0 0,3 1 0 0 0,10 5-61 0 0,-1 1-1 0 0,0 0 1 0 0,0 1-1 0 0,16 12 1 0 0,-12-8 89 0 0,16 12 21 0 0,50 29-20 0 0,-75-49 32 0 0,0 1 1 0 0,1-2 0 0 0,-1 1-1 0 0,1-1 1 0 0,-1 0 0 0 0,1-1-1 0 0,17 1 1 0 0,-25-2-1 0 0,-1-1 0 0 0,1 0 0 0 0,-1 0 0 0 0,1 0 0 0 0,0 0-1 0 0,-1-1 1 0 0,1 1 0 0 0,-1 0 0 0 0,1-1 0 0 0,-1 1 0 0 0,1-1 0 0 0,-1 0 0 0 0,1 1-1 0 0,-1-1 1 0 0,1 0 0 0 0,-1 0 0 0 0,0 0 0 0 0,0 0 0 0 0,2-1 0 0 0,-1-1 5 0 0,0 1 0 0 0,-1-1 0 0 0,1 1 0 0 0,-1-1 0 0 0,0 0 0 0 0,1 0 0 0 0,-1 1 0 0 0,-1-1 0 0 0,2-5 0 0 0,0-3 6 0 0,-1-1 0 0 0,0 0 0 0 0,0 0 0 0 0,-2 1 0 0 0,1-1 0 0 0,-1 0 1 0 0,-1 0-1 0 0,0 1 0 0 0,-5-16 0 0 0,-45-115 79 0 0,40 114-300 0 0,-1 0 0 0 0,-34-50 0 0 0,40 68-522 0 0,0 0 1 0 0,-18-17 0 0 0,22 24-220 0 0,-1 1 1 0 0,1-1-1 0 0,-1 0 1 0 0,-6-3 0 0 0,7 5-304 0 0,0 0 0 0 0,0 0 0 0 0,1 0 1 0 0,-1 1-1 0 0,0-1 0 0 0,0 1 0 0 0,0-1 0 0 0,-3 1 1 0 0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13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20 8450 0 0,'0'0'17924'0'0,"0"-4"-17898"0"0,0-5-16 0 0,0 3-59 0 0,-2 16-16 0 0,2 0 63 0 0,0-1-1 0 0,0 0 1 0 0,3 11-1 0 0,0 15-35 0 0,-3 48 62 0 0,0-83-12 0 0,0 1-4 0 0,0-1 0 0 0,0 0 0 0 0,0 1 0 0 0,0-1 0 0 0,0 0 0 0 0,0 1 0 0 0,1-1 0 0 0,-1 0 0 0 0,0 0 0 0 0,0 1 0 0 0,0-1-1 0 0,1 0 1 0 0,-1 1 0 0 0,0-1 0 0 0,0 0 0 0 0,1 0 0 0 0,-1 0 0 0 0,1 1 0 0 0,1 1 23 0 0,1-1 1 0 0,0 1-1 0 0,0-1 1 0 0,0 0-1 0 0,0 1 1 0 0,0-1-1 0 0,0-1 1 0 0,0 1-1 0 0,5 0 0 0 0,34 2 160 0 0,-28-3-139 0 0,-1 1-13 0 0,0 0 7 0 0,1 0 1 0 0,-1-1-1 0 0,1-1 0 0 0,26-4 0 0 0,-29 2-64 0 0,-4 2-129 0 0,-1-1 0 0 0,0 1 1 0 0,1-1-1 0 0,-1-1 1 0 0,0 1-1 0 0,0-1 0 0 0,0 0 1 0 0,7-6-1 0 0,-12 8-168 0 0,0 0 1 0 0,0 0-1 0 0,0 0 0 0 0,0-1 0 0 0,-1 1 0 0 0,1 0 0 0 0,0-1 0 0 0,0 1 1 0 0,-1-1-1 0 0,1 1 0 0 0,-1-1 0 0 0,0 1 0 0 0,1-1 0 0 0,-1-2 1 0 0,0 2-828 0 0,0 0 1 0 0,0 0 0 0 0,0 0-1 0 0,0 0 1 0 0,0 0 0 0 0,0 1-1 0 0,-1-1 1 0 0,1 0 0 0 0,-1 0-1 0 0,1 0 1 0 0,-2-1 0 0 0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14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2136 0 0,'0'0'20298'0'0,"10"29"-20052"0"0,31 92-66 0 0,-26-79 39 0 0,-12-36-138 0 0,9 21 156 0 0,-5-14-2321 0 0,-2 9-5731 0 0,-4-15 4777 0 0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15.2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94 6369 0 0,'0'0'17276'0'0,"7"-10"-16696"0"0,20-30-116 0 0,-26 38-430 0 0,0 1 0 0 0,0-1-1 0 0,1 1 1 0 0,-1-1-1 0 0,0 1 1 0 0,1 0 0 0 0,-1 0-1 0 0,0-1 1 0 0,1 1 0 0 0,-1 0-1 0 0,1 0 1 0 0,0 1 0 0 0,-1-1-1 0 0,1 0 1 0 0,0 1 0 0 0,2-2-1 0 0,2 1 66 0 0,7-4-5 0 0,0 1 0 0 0,1 0 0 0 0,0 1 0 0 0,-1 0 0 0 0,1 2 0 0 0,0-1 0 0 0,0 2 0 0 0,18 1 0 0 0,-29-1-102 0 0,-1 0-1 0 0,0 0 1 0 0,0 1 0 0 0,0-1 0 0 0,0 1 0 0 0,0-1 0 0 0,0 1 0 0 0,1 0 0 0 0,-2 0 0 0 0,1 0 0 0 0,0 0 0 0 0,0 0 0 0 0,0 1 0 0 0,0-1 0 0 0,-1 0 0 0 0,1 1 0 0 0,-1-1 0 0 0,1 1 0 0 0,-1 0-1 0 0,2 2 1 0 0,-2-2-12 0 0,1 1-1 0 0,-1-1 0 0 0,0 1 0 0 0,-1-1 0 0 0,1 1 0 0 0,0 0 0 0 0,-1-1 0 0 0,1 1 1 0 0,-1 0-1 0 0,0-1 0 0 0,0 1 0 0 0,0 0 0 0 0,0-1 0 0 0,0 1 0 0 0,-1 0 0 0 0,0 2 0 0 0,-1 0 11 0 0,0-1 0 0 0,-1 1 0 0 0,1-1 0 0 0,-1 0 0 0 0,0 0 0 0 0,0 0 0 0 0,0 0 0 0 0,-1-1 0 0 0,-6 6 0 0 0,3-2-2 0 0,-51 51-9 0 0,56-55 27 0 0,0-1-1 0 0,0 1 1 0 0,0 0 0 0 0,0-1-1 0 0,0 1 1 0 0,1 0-1 0 0,-1 0 1 0 0,1 0 0 0 0,-1 0-1 0 0,1 1 1 0 0,0-1-1 0 0,1 0 1 0 0,-1 0 0 0 0,0 5-1 0 0,1-7 24 0 0,1 0 0 0 0,-1 0 0 0 0,1-1 0 0 0,-1 1 0 0 0,1 0 0 0 0,0-1 0 0 0,-1 1 0 0 0,1-1 0 0 0,0 1 0 0 0,-1 0 0 0 0,1-1 0 0 0,0 0 0 0 0,0 1 0 0 0,-1-1 0 0 0,3 1 0 0 0,14 7 333 0 0,1-4-228 0 0,0-1 1 0 0,1 0 0 0 0,0-1-1 0 0,-1-1 1 0 0,1 0 0 0 0,26-4 0 0 0,-36 2-97 0 0,-1-1 1 0 0,1 0 0 0 0,-1 0 0 0 0,14-6 0 0 0,-17 6-181 0 0,-1 0 0 0 0,1 0 0 0 0,-1-1 0 0 0,0 1 0 0 0,1-1 0 0 0,-1 0 0 0 0,-1-1 0 0 0,1 1 0 0 0,5-6 0 0 0,-8 8-186 0 0,-1 0 0 0 0,1-1-1 0 0,-1 1 1 0 0,1 0 0 0 0,0 0 0 0 0,-1-1 0 0 0,0 1-1 0 0,1 0 1 0 0,-1-1 0 0 0,0-1 0 0 0,1-8-7332 0 0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15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14155 0 0,'0'0'11553'0'0,"13"23"-11545"0"0,37 71-5 0 0,-19-31 10 0 0,-16-30 11 0 0,61 101-2056 0 0,-75-132 1440 0 0,1 0 0 0 0,-1 0 0 0 0,1 0 0 0 0,-1 0 0 0 0,1 0 0 0 0,0-1 0 0 0,0 1 0 0 0,3 2 0 0 0,-4-4-389 0 0,0 1 0 0 0,1 0-1 0 0,-1-1 1 0 0,0 1-1 0 0,0-1 1 0 0,1 1-1 0 0,-1-1 1 0 0,0 0-1 0 0,1 0 1 0 0,1 1-1 0 0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15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0 11578 0 0,'0'0'14142'0'0,"-10"3"-14000"0"0,-32 7-12 0 0,41-10-119 0 0,-1 1 1 0 0,1-1-1 0 0,-1 1 0 0 0,1-1 0 0 0,-1 1 0 0 0,1-1 0 0 0,0 1 1 0 0,-1 0-1 0 0,1 0 0 0 0,0 0 0 0 0,-1 0 0 0 0,1 0 0 0 0,0 0 1 0 0,0 0-1 0 0,0 0 0 0 0,-2 3 0 0 0,-2 2 49 0 0,4-4-35 0 0,-1 0 0 0 0,0 0 0 0 0,1 1 0 0 0,-1-1 0 0 0,1 1 0 0 0,0-1 0 0 0,0 1 0 0 0,0-1 0 0 0,0 1 0 0 0,0 0 0 0 0,-1 5 0 0 0,2-6-2 0 0,0 0 0 0 0,0-1 0 0 0,0 1-1 0 0,0 0 1 0 0,0 0 0 0 0,0 0 0 0 0,0 0-1 0 0,0 0 1 0 0,1 0 0 0 0,-1 0 0 0 0,1-1 0 0 0,-1 1-1 0 0,1 0 1 0 0,0 0 0 0 0,0-1 0 0 0,0 1-1 0 0,0 0 1 0 0,0-1 0 0 0,2 3 0 0 0,3 1 26 0 0,0 0 1 0 0,0 0-1 0 0,1 0 0 0 0,0-1 1 0 0,0 0-1 0 0,0-1 1 0 0,0 1-1 0 0,0-1 0 0 0,1 0 1 0 0,0-1-1 0 0,-1 0 1 0 0,1 0-1 0 0,13 0 0 0 0,7 0-182 0 0,1-1 0 0 0,41-5-1 0 0,-45 2-285 0 0,1 1-1864 0 0,0 1-3733 0 0,-17 0-391 0 0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17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7450 0 0,'0'0'14860'0'0,"7"15"-14816"0"0,23 47-9 0 0,7 12 34 0 0,6 14 35 0 0,-40-79-227 0 0,1 0 0 0 0,-2 0 0 0 0,1 0 0 0 0,-1 0 0 0 0,1 11 1 0 0,-2-6-5021 0 0,-1 0-4942 0 0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18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297 14 9850 0 0,'0'0'13816'0'0,"-29"-3"-13744"0"0,-91-6-25 0 0,79 8-25 0 0,27 3-15 0 0,5 0-15 0 0,-7 1-742 0 0,-19 8-1 0 0,3 1-7746 0 0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18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9594 0 0,'0'0'14693'0'0,"1"2"-14489"0"0,4 2-132 0 0,0 0 1 0 0,0-1 0 0 0,0 0-1 0 0,0 1 1 0 0,0-2 0 0 0,7 4 0 0 0,-3-2-20 0 0,92 49 252 0 0,66 32-242 0 0,-137-70-279 0 0,-21-10-1008 0 0,1 0 1 0 0,-1-1-1 0 0,15 5 1 0 0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18.9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0 10346 0 0,'0'0'12595'0'0,"-11"13"-12336"0"0,-33 41-35 0 0,38-47-133 0 0,1 0 0 0 0,-1 0 0 0 0,2 1-1 0 0,-7 11 1 0 0,2 0 60 0 0,-46 85 377 0 0,39-66-2164 0 0,7-17-2046 0 0,5-7-1645 0 0,2-7 606 0 0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19.6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76 9058 0 0,'0'0'16178'0'0,"-11"-13"-16051"0"0,-35-37-59 0 0,34 39-50 0 0,7 9-6 0 0,2 3-10 0 0,1-1 0 0 0,-1 0 0 0 0,1 1 0 0 0,-1 0-1 0 0,1 0 1 0 0,-1-1 0 0 0,1 1 0 0 0,0 1 0 0 0,0-1-1 0 0,-1 0 1 0 0,1 1 0 0 0,0-1 0 0 0,0 1 0 0 0,0-1-1 0 0,0 1 1 0 0,0 0 0 0 0,-2 3 0 0 0,0 0 4 0 0,1 0 1 0 0,-1 0 0 0 0,1 1-1 0 0,0-1 1 0 0,0 1 0 0 0,-3 9-1 0 0,5-11 0 0 0,0 0-1 0 0,0 0 1 0 0,1 1 0 0 0,-1-1-1 0 0,1 0 1 0 0,0 1-1 0 0,0-1 1 0 0,1 1 0 0 0,1 7-1 0 0,2 3 14 0 0,7 20 1 0 0,-10-34-20 0 0,23 58 38 0 0,-13-36-44 0 0,-1 1 0 0 0,7 31 0 0 0,-14-45 10 0 0,0 4-11 0 0,0 0-1 0 0,1 22 0 0 0,9 60 9 0 0,-12-82 6 0 0,1 0-1 0 0,0 0 0 0 0,9 26 1 0 0,-9-35 31 0 0,1 0 0 0 0,0 0-1 0 0,0 0 1 0 0,0 0 0 0 0,1-1 0 0 0,-1 1 0 0 0,1-1 0 0 0,6 5-1 0 0,-8-6-9 0 0,1-1 29 0 0,0-1 1 0 0,-1 1-1 0 0,1 0 0 0 0,0-1 1 0 0,0 1-1 0 0,0-1 0 0 0,0 0 1 0 0,0 0-1 0 0,0 0 1 0 0,0-1-1 0 0,1 1 0 0 0,-1-1 1 0 0,4 1-1 0 0,6-1 166 0 0,26-2 0 0 0,-14-4-197 0 0,-21 5-55 0 0,1 0 0 0 0,-1 0 0 0 0,1 0 1 0 0,6-1-1 0 0,-10 2-140 0 0,1 0-1 0 0,-1 0 1 0 0,1-1 0 0 0,-1 1-1 0 0,1-1 1 0 0,-1 1 0 0 0,0-1-1 0 0,2 0 1 0 0,5-6-4223 0 0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20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60 10010 0 0,'0'0'16838'0'0,"8"-10"-16818"0"0,23-28-22 0 0,-29 36 0 0 0,-1 1-1 0 0,0 0 1 0 0,0 0 0 0 0,0 0 0 0 0,1 1 0 0 0,-1-1 0 0 0,1 0-1 0 0,-1 0 1 0 0,0 1 0 0 0,1-1 0 0 0,-1 1 0 0 0,1-1 0 0 0,0 1-1 0 0,-1 0 1 0 0,1-1 0 0 0,-1 1 0 0 0,1 0 0 0 0,-1 0-1 0 0,1 0 1 0 0,0 0 0 0 0,-1 0 0 0 0,4 1 0 0 0,1 0-8 0 0,15 1-14 0 0,0 2 1 0 0,0 0 0 0 0,-1 1 0 0 0,0 1-1 0 0,20 8 1 0 0,27 8-25 0 0,-57-19 23 0 0,-6-2-11 0 0,0 0 0 0 0,1 0 0 0 0,-1 0 0 0 0,0 1 0 0 0,0-1 1 0 0,4 4-1 0 0,-7-5 15 0 0,-1 0 1 0 0,0 1 0 0 0,1-1-1 0 0,-1 1 1 0 0,0-1-1 0 0,1 0 1 0 0,-1 1 0 0 0,0-1-1 0 0,0 0 1 0 0,0 1 0 0 0,1-1-1 0 0,-1 1 1 0 0,0-1-1 0 0,0 1 1 0 0,0-1 0 0 0,0 1-1 0 0,0-1 1 0 0,0 0 0 0 0,0 1-1 0 0,0-1 1 0 0,0 1 0 0 0,0-1-1 0 0,0 1 1 0 0,0-1-1 0 0,0 1 1 0 0,0-1 0 0 0,0 1-1 0 0,0-1 1 0 0,-1 0 0 0 0,1 1-1 0 0,0-1 1 0 0,-1 1 0 0 0,1 1-1 0 0,-1-1 1 0 0,0 0-1 0 0,0 0 1 0 0,0 0-1 0 0,0 0 1 0 0,1 0 0 0 0,-2 0-1 0 0,1 0 1 0 0,-1 1-1 0 0,-15 7-48 0 0,-28 10 0 0 0,29-13 63 0 0,1 0 0 0 0,-28 17-1 0 0,41-22 6 0 0,1 0 1 0 0,0-1-1 0 0,0 1 0 0 0,0 0 0 0 0,0 0 1 0 0,1 0-1 0 0,-1 0 0 0 0,0 0 0 0 0,0 0 1 0 0,0 0-1 0 0,1 0 0 0 0,-1 0 0 0 0,0 1 1 0 0,1-1-1 0 0,-1 0 0 0 0,1 0 0 0 0,0 0 1 0 0,-1 1-1 0 0,1-1 0 0 0,0 0 0 0 0,0 1 1 0 0,0 1-1 0 0,0-1 1 0 0,0 0 0 0 0,1 0 0 0 0,-1 0 0 0 0,1-1 0 0 0,-1 1 0 0 0,1 0 0 0 0,0-1 0 0 0,0 1 0 0 0,0 0 0 0 0,0-1 0 0 0,0 1 0 0 0,0-1 0 0 0,0 0 0 0 0,0 1 0 0 0,0-1 0 0 0,2 2 0 0 0,26 19 12 0 0,57 33 1 0 0,-58-38-27 0 0,0 0 1 0 0,38 34 0 0 0,-65-50-3 0 0,0 0 0 0 0,1 1 0 0 0,-1-1 0 0 0,0 1 0 0 0,0-1 0 0 0,0 1 0 0 0,0 0 1 0 0,0 0-1 0 0,-1-1 0 0 0,1 1 0 0 0,0 0 0 0 0,-1 0 0 0 0,1 0 0 0 0,-1 0 0 0 0,0-1 0 0 0,0 1 0 0 0,1 0 0 0 0,-1 0 0 0 0,-1 0 0 0 0,1 3 0 0 0,0 2-30 0 0,0-6 42 0 0,-1 1 0 0 0,1-1 1 0 0,-1 0-1 0 0,1 0 1 0 0,-1 1-1 0 0,1-1 0 0 0,-1 0 1 0 0,0 0-1 0 0,1 0 0 0 0,-1 0 1 0 0,0 0-1 0 0,0 0 1 0 0,0 0-1 0 0,0 0 0 0 0,0 0 1 0 0,0 0-1 0 0,0 0 1 0 0,0 0-1 0 0,-2 0 0 0 0,-2 3-1 0 0,-1-1 0 0 0,-11 4 0 0 0,6-3-77 0 0,0-1 1 0 0,0-1-1 0 0,0 0 0 0 0,-15 1 1 0 0,-11 2-1752 0 0,3-1-2343 0 0,11-4-2905 0 0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20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76 7009 0 0,'0'0'18110'0'0,"16"-12"-17998"0"0,49-39-47 0 0,-48 41-45 0 0,-10 8-8 0 0,-3 2-23 0 0,-1 0 1 0 0,1 0-1 0 0,-1 1 0 0 0,1-1 0 0 0,-1 1 1 0 0,1 0-1 0 0,-1 0 0 0 0,0 0 0 0 0,1 0 1 0 0,-1 1-1 0 0,0-1 0 0 0,0 1 1 0 0,0 0-1 0 0,0 0 0 0 0,0 0 0 0 0,-1 0 1 0 0,1 0-1 0 0,0 1 0 0 0,-1-1 0 0 0,4 5 1 0 0,-2-1-27 0 0,0 0 0 0 0,-1-1 0 0 0,0 1 0 0 0,0 0 0 0 0,4 13 0 0 0,0 2-41 0 0,0-3 17 0 0,6 30-1 0 0,-7-20 46 0 0,-2-9-19 0 0,-1 1 0 0 0,2 31 1 0 0,-4-22 4 0 0,10 51 0 0 0,-9-68 38 0 0,15 56-39 0 0,-13-52 34 0 0,1 0-1 0 0,7 17 0 0 0,3 10 1 0 0,-6-13-99 0 0,-2 0 0 0 0,0 0 0 0 0,-3 0-1 0 0,3 49 1 0 0,-7-76 77 0 0,0-1 11 0 0,0 1 1 0 0,0-1-1 0 0,0 1 1 0 0,0-1-1 0 0,-1 0 1 0 0,1 1-1 0 0,-1-1 0 0 0,1 1 1 0 0,-1-1-1 0 0,-2 4 1 0 0,3-5-59 0 0,-1 1-1 0 0,0-1 1 0 0,0 0 0 0 0,1 0-1 0 0,-1 0 1 0 0,0 0 0 0 0,0 1 0 0 0,0-1-1 0 0,-1-1 1 0 0,1 1 0 0 0,0 0 0 0 0,0 0-1 0 0,0 0 1 0 0,-1-1 0 0 0,1 1 0 0 0,-2 0-1 0 0,-1 1-767 0 0,0-1 1 0 0,-1-1-1 0 0,1 1 0 0 0,-5 0 0 0 0,-13 2-8968 0 0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22.1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69 7658 0 0,'0'0'19775'0'0,"-1"-7"-19607"0"0,-5-22-40 0 0,7 31-129 0 0,-1 0 0 0 0,1 1 0 0 0,0-1-1 0 0,0 0 1 0 0,-1 0 0 0 0,1 0 0 0 0,3 4 0 0 0,0 2 12 0 0,24 48 27 0 0,54 80 0 0 0,-59-101-15 0 0,-3-4-31 0 0,1 0 0 0 0,2-2 1 0 0,1-1-1 0 0,31 29 0 0 0,-42-44-86 0 0,-6-6-78 0 0,14 12 0 0 0,-19-18 156 0 0,0 1 0 0 0,1-1 0 0 0,-1 0 0 0 0,0 1 0 0 0,0-1 0 0 0,1 0 0 0 0,-1 0 0 0 0,0-1 0 0 0,1 1 0 0 0,-1 0 0 0 0,1-1 0 0 0,3 1-1 0 0,-6-1 17 0 0,1 0-1 0 0,-1 0 1 0 0,0-1-1 0 0,1 1 1 0 0,-1 0-1 0 0,0 0 1 0 0,1 0-1 0 0,-1 0 0 0 0,0-1 1 0 0,0 1-1 0 0,1 0 1 0 0,-1 0-1 0 0,0-1 1 0 0,0 1-1 0 0,1 0 1 0 0,-1 0-1 0 0,0-1 0 0 0,0 1 1 0 0,0 0-1 0 0,1-1 1 0 0,-1 1-1 0 0,0 0 1 0 0,0-1-1 0 0,0 1 1 0 0,0 0-1 0 0,0-1 0 0 0,0 1 1 0 0,0 0-1 0 0,0-1 1 0 0,0 0-1 0 0,1-14-31 0 0,0 9 19 0 0,1-10-52 0 0,-1-25 1 0 0,-1 34 40 0 0,0 0 0 0 0,-1 0-1 0 0,1 0 1 0 0,-2 1 0 0 0,1-1 0 0 0,-4-9 0 0 0,4 14 17 0 0,0-1-1 0 0,1 0 0 0 0,-1 0 1 0 0,1 0-1 0 0,-1 0 1 0 0,1 0-1 0 0,0-4 0 0 0,0 5 1 0 0,0 2-35 0 0,2 0-28 0 0,-1-1 0 0 0,1 1 0 0 0,-1 0 0 0 0,1 0 1 0 0,-1 0-1 0 0,1 1 0 0 0,-1-1 0 0 0,1 0 0 0 0,-1 1 0 0 0,1-1 1 0 0,-1 1-1 0 0,1-1 0 0 0,1 2 0 0 0,34 19-483 0 0,-11-6 411 0 0,8 5 45 0 0,37 18-13 0 0,-63-35 153 0 0,0 0-1 0 0,0 0 0 0 0,0-1 0 0 0,1 0 0 0 0,-1-1 1 0 0,1 1-1 0 0,10-1 0 0 0,-18-1-18 0 0,0 0 1 0 0,0 0-1 0 0,0 0 0 0 0,1 0 1 0 0,-1-1-1 0 0,0 1 1 0 0,0 0-1 0 0,0-1 0 0 0,0 1 1 0 0,0 0-1 0 0,0-1 0 0 0,0 1 1 0 0,-1-1-1 0 0,1 0 0 0 0,0 1 1 0 0,0-1-1 0 0,0 0 0 0 0,0 0 1 0 0,0 0-1 0 0,0-1 21 0 0,1 0 0 0 0,-1 0 0 0 0,0 0 0 0 0,0-1-1 0 0,0 1 1 0 0,0 0 0 0 0,0 0 0 0 0,0-4 0 0 0,1-4 74 0 0,-1 0-1 0 0,0 0 1 0 0,0-12 0 0 0,-1 20-111 0 0,-1-20 147 0 0,-1 1 0 0 0,-8-42 0 0 0,-18-43 6 0 0,13 55-151 0 0,-13-43-692 0 0,28 93 384 0 0,0 0 0 0 0,-1 0 0 0 0,1 0 0 0 0,0-1-1 0 0,-1 1 1 0 0,1 0 0 0 0,-1 1 0 0 0,1-1 0 0 0,-1 0 0 0 0,0 0-1 0 0,1 0 1 0 0,-1 0 0 0 0,0 0 0 0 0,-1-1 0 0 0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22.6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16 10322 0 0,'0'0'16144'0'0,"-1"-3"-16150"0"0,0 0 6 0 0,-3-7-14 0 0,3 27 12 0 0,0 19 40 0 0,0-17-10 0 0,1 1-1 0 0,2 23 0 0 0,-1-40-17 0 0,-1 0 0 0 0,1 0 0 0 0,0 0 0 0 0,0 0 0 0 0,0 0 0 0 0,0-1 0 0 0,0 1 0 0 0,0 0 0 0 0,1-1 0 0 0,3 5 0 0 0,0 0 25 0 0,2 2 23 0 0,-5-8 3 0 0,0 1 1 0 0,0-1-1 0 0,0 0 1 0 0,1 1-1 0 0,-1-1 1 0 0,0 0-1 0 0,1-1 1 0 0,-1 1-1 0 0,0 0 0 0 0,1-1 1 0 0,-1 1-1 0 0,1-1 1 0 0,2 0-1 0 0,8 0 40 0 0,1-1 0 0 0,-1 0-1 0 0,14-4 1 0 0,157-22-100 0 0,-168 26-183 0 0,7 1-179 0 0,-21-1 72 0 0,-1 1 0 0 0,0 0 0 0 0,1 0 0 0 0,-1-1 0 0 0,0 1-1 0 0,1-1 1 0 0,-1 1 0 0 0,0-1 0 0 0,0 0 0 0 0,1 1-1 0 0,-1-1 1 0 0,2-1 0 0 0,-2 1-491 0 0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22.8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6913 0 0,'0'0'15973'0'0,"8"30"-15823"0"0,23 93-52 0 0,-29-115-79 0 0,0 1-1 0 0,0-1 1 0 0,7 14-1 0 0,-5-14-14 0 0,-3-3-209 0 0,0 0 1 0 0,0-1 0 0 0,0 1-1 0 0,0 0 1 0 0,0 9 0 0 0,-2 2-4891 0 0,1-6-2057 0 0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23.9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52 1344 0 0,'0'0'20934'0'0,"16"-9"-20861"0"0,53-24-25 0 0,-65 31-41 0 0,0 0 0 0 0,0 1 0 0 0,0 0 0 0 0,1 0 0 0 0,-1 0 0 0 0,0 0 0 0 0,1 1 0 0 0,-1-1 0 0 0,1 1 0 0 0,-1 0 0 0 0,0 1 0 0 0,7 0 0 0 0,-1 0 9 0 0,75 14 80 0 0,-71-11-96 0 0,-1 0 0 0 0,1 0 0 0 0,-1 1 0 0 0,13 8 0 0 0,-25-13-9 0 0,0 1 0 0 0,0-1 0 0 0,0 1 0 0 0,0 0 0 0 0,0-1 0 0 0,0 1 0 0 0,0 0 0 0 0,0 0-1 0 0,0-1 1 0 0,0 1 0 0 0,-1 0 0 0 0,1 0 0 0 0,0 0 0 0 0,0 0 0 0 0,-1 0 0 0 0,1 0 0 0 0,-1 0 0 0 0,1 0 0 0 0,-1 0 0 0 0,1 0-1 0 0,-1 1 1 0 0,0-1 0 0 0,0 0 0 0 0,1 0 0 0 0,-1 0 0 0 0,0 0 0 0 0,0 1 0 0 0,0-1 0 0 0,0 0 0 0 0,-1 0 0 0 0,1 0 0 0 0,0 0 0 0 0,0 1-1 0 0,-1-1 1 0 0,1 0 0 0 0,0 0 0 0 0,-1 0 0 0 0,1 0 0 0 0,-1 0 0 0 0,0 0 0 0 0,0 2 0 0 0,-3 2 4 0 0,0 0 1 0 0,0-1 0 0 0,0 1-1 0 0,-1-1 1 0 0,1 0-1 0 0,-8 5 1 0 0,-16 10 54 0 0,-20 16 13 0 0,47-35-53 0 0,0 1-1 0 0,0 0 1 0 0,1-1-1 0 0,-1 1 1 0 0,0 0-1 0 0,1 0 1 0 0,-1 0 0 0 0,0 0-1 0 0,1 0 1 0 0,-1 0-1 0 0,1 0 1 0 0,0 0-1 0 0,-1 0 1 0 0,1 0-1 0 0,0 0 1 0 0,0 0-1 0 0,-1 0 1 0 0,1 0-1 0 0,0 0 1 0 0,0 0-1 0 0,0 0 1 0 0,0 0-1 0 0,0 0 1 0 0,1 0-1 0 0,-1 0 1 0 0,0 0-1 0 0,0 0 1 0 0,1 0-1 0 0,0 2 1 0 0,0-1 28 0 0,0 0 0 0 0,0 0 1 0 0,0-1-1 0 0,0 1 0 0 0,1 0 1 0 0,-1 0-1 0 0,1-1 1 0 0,-1 1-1 0 0,1 0 0 0 0,0-1 1 0 0,2 2-1 0 0,105 64 443 0 0,-109-67-492 0 0,1 1 0 0 0,0-1 0 0 0,-1 0-1 0 0,1 1 1 0 0,-1-1 0 0 0,1 1-1 0 0,0-1 1 0 0,-1 1 0 0 0,1-1 0 0 0,-1 1-1 0 0,1 0 1 0 0,-1-1 0 0 0,0 1-1 0 0,1 0 1 0 0,-1-1 0 0 0,0 1 0 0 0,1 0-1 0 0,-1-1 1 0 0,0 1 0 0 0,0 0-1 0 0,0 0 1 0 0,1 1 0 0 0,-1-1 4 0 0,-1-1 1 0 0,1 1 0 0 0,0 0-1 0 0,-1 0 1 0 0,1-1-1 0 0,0 1 1 0 0,-1 0-1 0 0,1-1 1 0 0,-1 1 0 0 0,1 0-1 0 0,-1-1 1 0 0,1 1-1 0 0,-1 0 1 0 0,1-1-1 0 0,-1 1 1 0 0,0-1 0 0 0,0 1-1 0 0,-3 2 7 0 0,0-1 1 0 0,0 0-1 0 0,-1 0 0 0 0,1-1 0 0 0,0 1 1 0 0,-7 1-1 0 0,-15 0-182 0 0,1 0 0 0 0,-1-2 0 0 0,-26-2 0 0 0,10 0-4086 0 0,31 1 1094 0 0,3 0-2248 0 0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24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 8970 0 0,'0'0'18117'0'0,"3"-4"-18098"0"0,-1 1-19 0 0,-1 1 0 0 0,0 1-1 0 0,0-1 0 0 0,0 1 1 0 0,1-1-1 0 0,-1 1 1 0 0,3-2-1 0 0,-3 2 1 0 0,-1 1-1 0 0,0 0 1 0 0,1 0 0 0 0,-1 0 0 0 0,1 0-1 0 0,-1-1 1 0 0,0 1 0 0 0,1 0-1 0 0,-1 0 1 0 0,1 0 0 0 0,-1 0-1 0 0,0 0 1 0 0,1 0 0 0 0,-1 0-1 0 0,1 0 1 0 0,-1 0 0 0 0,1 1-1 0 0,-1-1 1 0 0,0 0 0 0 0,1 0-1 0 0,-1 0 1 0 0,0 0 0 0 0,1 0 0 0 0,-1 1-1 0 0,1-1 1 0 0,-1 0 0 0 0,0 0-1 0 0,1 1 1 0 0,-1-1 0 0 0,0 0-1 0 0,0 1 1 0 0,1-1 0 0 0,-1 0-1 0 0,0 1 1 0 0,0-1 0 0 0,1 0-1 0 0,-1 1 1 0 0,0-1 0 0 0,0 0-1 0 0,0 1 1 0 0,0-1 0 0 0,1 1-1 0 0,54 113 4 0 0,-33-66 26 0 0,44 107-90 0 0,-37-87-576 0 0,-25-56-424 0 0,9 15 0 0 0,1 2-6225 0 0,-13-27 5105 0 0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24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1 9914 0 0,'0'0'15581'0'0,"-7"2"-15487"0"0,-1-1-60 0 0,5-1-18 0 0,-1 0-1 0 0,1 1 0 0 0,0 0 0 0 0,0 0 1 0 0,0-1-1 0 0,0 2 0 0 0,0-1 0 0 0,0 0 1 0 0,0 1-1 0 0,0-1 0 0 0,0 1 0 0 0,-3 3 1 0 0,4-3 19 0 0,0 0 0 0 0,0 1 0 0 0,0-1 0 0 0,0 1 0 0 0,1 0 0 0 0,-1-1 1 0 0,1 1-1 0 0,0 0 0 0 0,0 0 0 0 0,-1 5 0 0 0,2-6-3 0 0,-1 0 0 0 0,1 0 0 0 0,0 0 0 0 0,0 0-1 0 0,1 0 1 0 0,-1 0 0 0 0,0 0 0 0 0,1 0 0 0 0,-1 0-1 0 0,1 0 1 0 0,0 0 0 0 0,-1 0 0 0 0,1 0 0 0 0,0-1-1 0 0,0 1 1 0 0,0 0 0 0 0,3 2 0 0 0,1 1 45 0 0,0 0-1 0 0,0-1 1 0 0,0 0-1 0 0,6 4 1 0 0,-8-7-65 0 0,10 8 34 0 0,1-1 0 0 0,0-1 0 0 0,1 0 0 0 0,0-1-1 0 0,17 5 1 0 0,79 13-253 0 0,-56-18-211 0 0,-31-4-3440 0 0,0 1-9372 0 0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39.1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68 0 0 0,'0'-12'21913'0'0,"0"5"-20628"0"0,2-2-223 0 0,-1 5 71 0 0,-1 10-906 0 0,0 2-239 0 0,1-1 1 0 0,0 1-1 0 0,1 0 0 0 0,-1 0 0 0 0,1 0 1 0 0,4 7-1 0 0,21 45 42 0 0,-11-26-19 0 0,13 23 40 0 0,2-1 1 0 0,72 97 0 0 0,-93-140 28 0 0,1 0 0 0 0,1 0 1 0 0,0-1-1 0 0,1-1 0 0 0,0 0 1 0 0,21 14-1 0 0,-33-25-45 0 0,1 1 0 0 0,-1 0 1 0 0,0-1-1 0 0,1 1 0 0 0,-1-1 0 0 0,0 1 0 0 0,1-1 0 0 0,-1 1 0 0 0,1-1 0 0 0,-1 0 0 0 0,1 0 0 0 0,-1 0 0 0 0,1 0 1 0 0,-1 0-1 0 0,1 0 0 0 0,-1 0 0 0 0,0-1 0 0 0,1 1 0 0 0,-1 0 0 0 0,1-1 0 0 0,-1 1 0 0 0,1-1 0 0 0,-1 1 1 0 0,0-1-1 0 0,0 0 0 0 0,1 0 0 0 0,-1 0 0 0 0,0 0 0 0 0,0 1 0 0 0,0-1 0 0 0,0-1 0 0 0,0 1 0 0 0,0 0 0 0 0,1-2 1 0 0,1-2-15 0 0,0-2 1 0 0,0 1 0 0 0,0 0 0 0 0,-1 0 0 0 0,0-1 0 0 0,-1 1 0 0 0,2-12 0 0 0,-1-3-45 0 0,-2-24-1 0 0,0 27 30 0 0,0 4-25 0 0,-2-1 0 0 0,0 1 0 0 0,0 0 0 0 0,-9-26-1 0 0,-24-55-78 0 0,24 70 86 0 0,-7-16 18 0 0,18 40-436 0 0,2 2 291 0 0,3 4 4 0 0,25 36 52 0 0,2-2 1 0 0,1 0-1 0 0,2-3 0 0 0,41 35 1 0 0,-62-60 91 0 0,1 0 1 0 0,0-1 0 0 0,23 10 0 0 0,-30-16 2 0 0,1 0 0 0 0,0-1 0 0 0,1 0 0 0 0,-1 0 0 0 0,0-1 0 0 0,1 0 0 0 0,-1-1 1 0 0,11 0-1 0 0,-19-1-6 0 0,0 0 0 0 0,0 0 0 0 0,0 0 1 0 0,0 0-1 0 0,0-1 0 0 0,0 1 0 0 0,0 0 1 0 0,0-1-1 0 0,0 1 0 0 0,0-1 0 0 0,0 1 1 0 0,0-1-1 0 0,0 1 0 0 0,0-1 0 0 0,-1 1 1 0 0,1-1-1 0 0,0 0 0 0 0,0 0 1 0 0,-1 1-1 0 0,1-1 0 0 0,-1 0 0 0 0,1 0 1 0 0,0 0-1 0 0,-1 0 0 0 0,0 1 0 0 0,1-1 1 0 0,-1 0-1 0 0,1 0 0 0 0,-1 0 0 0 0,0 0 1 0 0,0-2-1 0 0,2-3-1 0 0,-2 0 1 0 0,1-1-1 0 0,-1 1 0 0 0,0-7 1 0 0,-1 4-29 0 0,1-3 8 0 0,-1 1 1 0 0,0 0 0 0 0,-1 0 0 0 0,-7-22-1 0 0,-20-42 6 0 0,15 42-13 0 0,-35-74-4 0 0,40 91-1008 0 0,-14-18 1 0 0,15 24-1473 0 0,0 1 1 0 0,-15-14 0 0 0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39.7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2 8498 0 0,'0'0'17549'0'0,"-1"-2"-17278"0"0,1 182-50 0 0,0-180-206 0 0,0 1-1 0 0,0-1 1 0 0,0 1-1 0 0,0-1 1 0 0,0 0 0 0 0,1 1-1 0 0,-1-1 1 0 0,0 0 0 0 0,0 1-1 0 0,0-1 1 0 0,1 0-1 0 0,-1 1 1 0 0,0-1 0 0 0,0 0-1 0 0,1 1 1 0 0,-1-1-1 0 0,0 0 1 0 0,1 0 0 0 0,-1 1-1 0 0,0-1 1 0 0,1 0 0 0 0,-1 0-1 0 0,1 1 1 0 0,12 3 208 0 0,-11-4-157 0 0,22 6 128 0 0,-1-2-1 0 0,39 3 1 0 0,50-5 3 0 0,-91-2-164 0 0,-7 0 9 0 0,1 0 1 0 0,-1-2-1 0 0,16-3 0 0 0,-25 4-89 0 0,0 0 0 0 0,-1 0-1 0 0,1-1 1 0 0,0 0 0 0 0,0 0 0 0 0,-1 0-1 0 0,0-1 1 0 0,1 1 0 0 0,-1-1-1 0 0,0 0 1 0 0,0 0 0 0 0,4-5 0 0 0,-7 7-84 0 0,0 0 1 0 0,-1 0-1 0 0,1 0 1 0 0,0 0 0 0 0,-1-1-1 0 0,1 1 1 0 0,0 0 0 0 0,-1 0-1 0 0,0-1 1 0 0,1 1-1 0 0,0-3 1 0 0,-1 3-257 0 0,0-1 0 0 0,0 0 0 0 0,0 1 0 0 0,0-1 0 0 0,-1 1 0 0 0,1-1 0 0 0,0 0-1 0 0,-1 1 1 0 0,1-1 0 0 0,-1 1 0 0 0,1-1 0 0 0,-1 1 0 0 0,0-1 0 0 0,0 1 0 0 0,0-1 0 0 0,1 1 0 0 0,-1 0 0 0 0,-1 0 0 0 0,1-1 0 0 0,0 1-1 0 0,0 0 1 0 0,0 0 0 0 0,-2-1 0 0 0,-21-14-10452 0 0,13 11 4988 0 0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39.9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1 6321 0 0,'0'0'16587'0'0,"-2"16"-16157"0"0,-7 53-60 0 0,8-62-255 0 0,0 1 0 0 0,1-1 0 0 0,0 0 0 0 0,1 9 0 0 0,-1-12-43 0 0,1 0-1 0 0,1 0 1 0 0,-1 0-1 0 0,3 6 1 0 0,3 9 140 0 0,-2-7-83 0 0,1 1 1 0 0,1-1-1 0 0,0 0 0 0 0,12 17 0 0 0,-18-27-524 0 0,1 0 0 0 0,-1 0 1 0 0,0 0-1 0 0,0 0 0 0 0,1 0 0 0 0,-1 1 1 0 0,-1-1-1 0 0,2 3 0 0 0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41.1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127 85 0 0 0,'0'0'18379'0'0,"7"-7"-17378"0"0,19-23-106 0 0,-18 19 106 0 0,-8 7-96 0 0,1 0 68 0 0,1-5 505 0 0,-2 8-1352 0 0,0 0 0 0 0,0 1 0 0 0,1-1 0 0 0,-1 0 0 0 0,0 0 0 0 0,0 1 0 0 0,1-1-1 0 0,-1 0 1 0 0,0 1 0 0 0,1-1 0 0 0,-1 0 0 0 0,1 1 0 0 0,0-2 0 0 0,0 2-114 0 0,0-1 0 0 0,0 1 0 0 0,0-1 0 0 0,0 1 0 0 0,1 0 1 0 0,-1-1-1 0 0,0 1 0 0 0,0 0 0 0 0,0 0 0 0 0,1 0 0 0 0,-1 0 0 0 0,1 0 0 0 0,5 1-43 0 0,-1-1-1 0 0,0 1 1 0 0,1 1-1 0 0,-1-1 1 0 0,0 1-1 0 0,0 0 0 0 0,0 1 1 0 0,-1-1-1 0 0,1 1 1 0 0,7 5-1 0 0,3 3-13 0 0,0 0-1 0 0,16 16 0 0 0,-26-22 19 0 0,0 1-1 0 0,0 0 1 0 0,-1 1-1 0 0,1 0 0 0 0,-1 0 1 0 0,5 10-1 0 0,-7-13 4 0 0,-1 1-1 0 0,-1-1 1 0 0,1 1-1 0 0,0 0 1 0 0,-1 0-1 0 0,0-1 0 0 0,0 1 1 0 0,-1 0-1 0 0,1 0 1 0 0,-1 0-1 0 0,0 0 1 0 0,-1 7-1 0 0,0-10 25 0 0,0 1-1 0 0,0 0 1 0 0,0 0-1 0 0,0-1 1 0 0,0 1-1 0 0,0-1 1 0 0,-1 1 0 0 0,1-1-1 0 0,-1 1 1 0 0,1-1-1 0 0,-1 0 1 0 0,0 0-1 0 0,0 0 1 0 0,0 0-1 0 0,0 0 1 0 0,-1 0-1 0 0,1-1 1 0 0,-1 1 0 0 0,1-1-1 0 0,-1 1 1 0 0,-3 0-1 0 0,-3 2 44 0 0,-1 0 0 0 0,-1-1 0 0 0,1 0-1 0 0,-14 1 1 0 0,11-2 33 0 0,0-1-1 0 0,0 0 1 0 0,0-1 0 0 0,0-1-1 0 0,0 0 1 0 0,0 0 0 0 0,0-1-1 0 0,0-1 1 0 0,1 0 0 0 0,-22-9-1 0 0,22 7-6 0 0,0 0-1 0 0,1 0 1 0 0,-1-1-1 0 0,1-1 1 0 0,-10-8-1 0 0,18 13-30 0 0,-1-1-1 0 0,1 0 1 0 0,1 0-1 0 0,-1 0 1 0 0,0-1-1 0 0,1 1 1 0 0,-1 0-1 0 0,1-1 1 0 0,0 0-1 0 0,0 1 0 0 0,0-1 1 0 0,1 0-1 0 0,0 0 1 0 0,-1 0-1 0 0,1 0 1 0 0,1 0-1 0 0,-1 0 1 0 0,0-1-1 0 0,1-3 1 0 0,0 0 0 0 0,0 0-1 0 0,3-13 1 0 0,-3 18-42 0 0,1 0 0 0 0,0 0-1 0 0,0 0 1 0 0,0-1-1 0 0,1 1 1 0 0,-1 1-1 0 0,1-1 1 0 0,0 0-1 0 0,2-3 1 0 0,0 1-124 0 0,1 0-1 0 0,0 0 1 0 0,0 0-1 0 0,1 0 1 0 0,-1 1 0 0 0,1-1-1 0 0,0 2 1 0 0,0-1 0 0 0,0 1-1 0 0,1-1 1 0 0,-1 2-1 0 0,1-1 1 0 0,0 1 0 0 0,8-2-1 0 0,-9 3-835 0 0,0 0 0 0 0,0 1 1 0 0,0 0-1 0 0,8 0 0 0 0,-9 1-1158 0 0,1-1 0 0 0,0 1 0 0 0,-1 1 0 0 0,10 2 1 0 0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41.9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445 64 10642 0 0,'0'0'13116'0'0,"-31"-6"-12765"0"0,-94-18-53 0 0,57 11 76 0 0,-74 8-225 0 0,102 5-1761 0 0,38 0 980 0 0,0 0-1 0 0,-1 0 1 0 0,1-1-1 0 0,0 1 1 0 0,0-1 0 0 0,0 0-1 0 0,-3-1 1 0 0,-14-8-10572 0 0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42.1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448 35 10514 0 0,'0'0'13332'0'0,"-30"-4"-13052"0"0,-95-10-82 0 0,50 4 38 0 0,37 6 45 0 0,-41 2 0 0 0,29 2-2852 0 0,-1 1-6618 0 0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42.8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 29 11995 0 0,'0'0'16354'0'0,"-3"-6"-16302"0"0,-13-15-34 0 0,16 20-18 0 0,0 1 0 0 0,0 0 0 0 0,0 0 0 0 0,0 0-1 0 0,0 0 1 0 0,0 0 0 0 0,0 0 0 0 0,0 0-1 0 0,0 0 1 0 0,0 0 0 0 0,0 0 0 0 0,0 0 0 0 0,0 0-1 0 0,0 0 1 0 0,0 0 0 0 0,0 0 0 0 0,0 0 0 0 0,0 0-1 0 0,0-1 1 0 0,0 1 0 0 0,0 0 0 0 0,0 0 0 0 0,0 0-1 0 0,0 0 1 0 0,-1 0 0 0 0,1 0 0 0 0,0 0-1 0 0,0 0 1 0 0,0 0 0 0 0,0 0 0 0 0,0 0 0 0 0,0 0-1 0 0,0 0 1 0 0,0 0 0 0 0,0 0 0 0 0,0 0 0 0 0,0 0-1 0 0,0 0 1 0 0,0 0 0 0 0,0 0 0 0 0,0 0-1 0 0,-1 0 1 0 0,1 0 0 0 0,0 0 0 0 0,0 0 0 0 0,0 0-1 0 0,0 0 1 0 0,0 1 0 0 0,0-1 0 0 0,0 0 0 0 0,0 0-1 0 0,0 0 1 0 0,0 0 0 0 0,-1 5-9 0 0,1 6-1 0 0,1-7 12 0 0,-1 1 0 0 0,1-1 1 0 0,1 0-1 0 0,1 6 0 0 0,3 8 4 0 0,8 31 25 0 0,40 93 0 0 0,-30-83-21 0 0,15 38 33 0 0,-36-84-37 0 0,-3-11-5 0 0,1 0 0 0 0,-1 0 0 0 0,1 1 0 0 0,-1-1 0 0 0,1 0 0 0 0,0 0 0 0 0,1 2 0 0 0,-2-3 33 0 0,0-1-1 0 0,1 1 0 0 0,-1 0 0 0 0,1-1 0 0 0,-1 1 0 0 0,0-1 0 0 0,1 0 1 0 0,-1 1-1 0 0,1-1 0 0 0,-1 1 0 0 0,1-1 0 0 0,-1 0 0 0 0,1 1 0 0 0,0-1 1 0 0,0 1-1 0 0,0-1-31 0 0,-1 0 0 0 0,1 0 0 0 0,-1 1 0 0 0,1-1 0 0 0,-1 0 0 0 0,1 1 0 0 0,-1-1 1 0 0,1 0-1 0 0,-1 1 0 0 0,1-1 0 0 0,-1 1 0 0 0,0-1 0 0 0,1 1 0 0 0,-1-1 0 0 0,1 1 1 0 0,3 6-651 0 0,2 6-1993 0 0,-6-3-5290 0 0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57.4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88 0 0 0,'2'-4'0'0'0,"-2"4"0"0"0,0 0 0 0 0,0-1 0 0 0,1 1 0 0 0,-1 0 0 0 0,0 0 0 0 0,0 0 0 0 0,0 0 0 0 0,0 0 0 0 0,0 0 0 0 0,0 0 0 0 0,1-1 0 0 0,-1 1 0 0 0,0 0 0 0 0,0 0 0 0 0,0 0 0 0 0,0 0 0 0 0,1 0 0 0 0,-1 0 0 0 0,0 0 0 0 0,0 0 0 0 0,0 0 0 0 0,0 0 0 0 0,1 0 0 0 0,-1 0 0 0 0,0 0 0 0 0,0 0 0 0 0,0 0 0 0 0,0 0 0 0 0,1 0 0 0 0,-1 0 0 0 0,0 0 0 0 0,0 0 0 0 0,0 0 0 0 0,0 0 0 0 0,1 1 0 0 0,-1-1 0 0 0,0 0 0 0 0,0 0 0 0 0,1 0 0 0 0,-1 0 0 0 0,0 0 0 0 0,0 0 0 0 0,1 0 0 0 0,-1 0 0 0 0,0 0 0 0 0,1 1 0 0 0,-1-1 0 0 0,0 0 0 0 0,0 0 0 0 0,1-1 0 0 0,-1 1 0 0 0,0 0 0 0 0,1 0 0 0 0,-1 0 0 0 0,0 0 0 0 0,0 0 0 0 0,1 0 0 0 0,-1 0 0 0 0,0 0 0 0 0,0 0 0 0 0,1-1 0 0 0,-1 1 0 0 0,0 0 0 0 0,0 0 0 0 0,1 0 0 0 0,-1-1 0 0 0,0 1 0 0 0,0 0 0 0 0,0 0 0 0 0,0 0 0 0 0,1-1 0 0 0,-1 1 0 0 0,0 0 0 0 0,0 0 0 0 0,0-1 0 0 0,0 1 0 0 0,0 0 0 0 0,0-1 0 0 0,1 1 0 0 0,-1-1 0 0 0,1 0 0 0 0,0 0 0 0 0,0 0 0 0 0,0 1 0 0 0,0-1 0 0 0,0 0 0 0 0,0 1 0 0 0,0-1 0 0 0,2 0 0 0 0,-2 1 0 0 0,-1-1 0 0 0,1 1 0 0 0,0 0 0 0 0,0-1 0 0 0,-1 1 0 0 0,1-1 0 0 0,0 1 0 0 0,-1 0 0 0 0,1-1 0 0 0,0 1 0 0 0,-1-1 0 0 0,1 0 0 0 0,-1 1 0 0 0,1-1 0 0 0,-1 1 0 0 0,1-1 0 0 0,0-1 0 0 0,-1 2 317 0 0,0-1 0 0 0,0 0 0 0 0,1 0 0 0 0,-1 1 0 0 0,0-1 0 0 0,1 0 0 0 0,-1 1 0 0 0,0-1 0 0 0,1 1 1 0 0,-1-1-1 0 0,1 1 0 0 0,-1-1 0 0 0,1 1 0 0 0,0-1 0 0 0,-1 1 0 0 0,2-1 0 0 0,3-14 11286 0 0,-9 8-7619 0 0,2 4-3280 0 0,0-5 2335 0 0,2 8-2948 0 0,0 0 0 0 0,0-1-1 0 0,0 1 1 0 0,0-1 0 0 0,-1 1 0 0 0,1 0 0 0 0,0-1 0 0 0,0 1 0 0 0,0 0-1 0 0,0-1 1 0 0,0 1 0 0 0,0 0 0 0 0,-1-1 0 0 0,1 1 0 0 0,0 0 0 0 0,0-1-1 0 0,-1 1 1 0 0,0-2 1399 0 0,1 2-1489 0 0,0 0 0 0 0,0 0 0 0 0,0 0 0 0 0,0 0 0 0 0,1 0 0 0 0,-1 0 0 0 0,0 0 1 0 0,0 0-1 0 0,0 0 0 0 0,0 0 0 0 0,1 0 0 0 0,-1 0 0 0 0,0 1 0 0 0,0-1 0 0 0,0 0 0 0 0,0 0 0 0 0,0 0 1 0 0,0 0-1 0 0,1 0 0 0 0,-1 0 0 0 0,0 0 0 0 0,0 0 0 0 0,0 1 0 0 0,0-1 0 0 0,0 0 0 0 0,0 0 0 0 0,0 0 0 0 0,0 0 1 0 0,0 0-1 0 0,1 0 0 0 0,-1 1 0 0 0,0-1 0 0 0,0 0 0 0 0,0 0 0 0 0,0 0 0 0 0,0 0 0 0 0,0 0 0 0 0,0 1 1 0 0,0-1-1 0 0,1 4-28 0 0,1 0 0 0 0,0-1 0 0 0,0 1 0 0 0,3 3 0 0 0,1 3 7 0 0,71 114 48 0 0,-1-13 13 0 0,6-6-45 0 0,-43-58 8 0 0,-39-47-4 0 0,25 29 1 0 0,-23-26-1 0 0,1-1-1 0 0,0 1 1 0 0,0-1-1 0 0,0 0 1 0 0,0 0 0 0 0,0 0-1 0 0,0 0 1 0 0,4 2 0 0 0,-7-4 0 0 0,1 0 0 0 0,-1 0 1 0 0,1 0-1 0 0,-1 0 0 0 0,0 0 1 0 0,1 0-1 0 0,-1 0 0 0 0,1 0 1 0 0,-1 0-1 0 0,1 0 1 0 0,-1 0-1 0 0,0 0 0 0 0,1 0 1 0 0,-1 0-1 0 0,1 0 0 0 0,-1 0 1 0 0,0 0-1 0 0,1 0 0 0 0,-1-1 1 0 0,1 1-1 0 0,-1 0 0 0 0,0 0 1 0 0,1 0-1 0 0,-1-1 0 0 0,1 1 1 0 0,-1-1 1 0 0,1 0-1 0 0,0 0 1 0 0,-1 0 0 0 0,1 0-1 0 0,-1 0 1 0 0,1 0 0 0 0,-1 0 0 0 0,0 0-1 0 0,1 0 1 0 0,-1-1 0 0 0,2-25 12 0 0,-2 25-19 0 0,0-3-12 0 0,0-14-58 0 0,0 0 0 0 0,-1 0 1 0 0,-7-35-1 0 0,6 49 39 0 0,1 0-35 0 0,0 0 1 0 0,0 0-1 0 0,-1-10 0 0 0,12 22-945 0 0,164 122 218 0 0,-124-103 832 0 0,-34-17-17 0 0,-9-6 10 0 0,0 0 1 0 0,13 3-1 0 0,-17-5 3 0 0,0 0 0 0 0,0-1 1 0 0,0 1-1 0 0,1-1 0 0 0,-1 0 0 0 0,0 0 0 0 0,0 0 1 0 0,0 0-1 0 0,5-1 0 0 0,-6 0-8 0 0,-1 0 0 0 0,0 1 1 0 0,1-1-1 0 0,-1 0 0 0 0,0 0 0 0 0,0 0 0 0 0,0 0 0 0 0,1 0 0 0 0,-1 0 1 0 0,0 0-1 0 0,0-1 0 0 0,-1 1 0 0 0,1 0 0 0 0,0 0 0 0 0,0-1 0 0 0,0 1 1 0 0,-1-1-1 0 0,1 1 0 0 0,-1-1 0 0 0,1 1 0 0 0,-1 0 0 0 0,1-4 1 0 0,0-2 34 0 0,0-1 0 0 0,0-15 1 0 0,-1 22-56 0 0,-1-12 23 0 0,0 1 0 0 0,0 0 0 0 0,-1 0-1 0 0,-1 0 1 0 0,0 0 0 0 0,-7-16-1 0 0,-34-66 105 0 0,18 42-100 0 0,-20-28-16 0 0,6 9-55 0 0,36 66-162 0 0,3 4-316 0 0,0 16-5636 0 0,2 8-2769 0 0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58.3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29 2737 0 0,'0'0'21495'0'0,"0"-5"-21035"0"0,1-14-73 0 0,0 15 860 0 0,12 14-1277 0 0,-9-5 38 0 0,-2-3-16 0 0,-1 0 1 0 0,1 0 0 0 0,-1 0-1 0 0,1 0 1 0 0,-1 0 0 0 0,0 1-1 0 0,0-1 1 0 0,1 4 0 0 0,1 6-14 0 0,-1-5 6 0 0,0 1 1 0 0,1 11 0 0 0,-2 49 25 0 0,-2-32-5 0 0,1-33 5 0 0,0 0 0 0 0,0 1 0 0 0,1-1 1 0 0,-1 0-1 0 0,1 0 0 0 0,0 0 0 0 0,0 0 0 0 0,0 0 1 0 0,0 0-1 0 0,1 0 0 0 0,-1 0 0 0 0,3 3 0 0 0,-1-1 26 0 0,-2-4-16 0 0,-1 0 1 0 0,1 0 0 0 0,0 0 0 0 0,-1 0 0 0 0,1 0 0 0 0,0-1 0 0 0,0 1 0 0 0,-1 0 0 0 0,1 0 0 0 0,0 0 0 0 0,0-1-1 0 0,0 1 1 0 0,0 0 0 0 0,0-1 0 0 0,3 2 0 0 0,3 0 136 0 0,1 1 1 0 0,-1-1-1 0 0,1-1 1 0 0,14 2-1 0 0,-18-2-127 0 0,1-1 0 0 0,-1 0 0 0 0,1 0-1 0 0,-1-1 1 0 0,1 1 0 0 0,-1-1 0 0 0,1 0 0 0 0,-1 0-1 0 0,8-4 1 0 0,59-27 168 0 0,-45 23-212 0 0,34-7-1 0 0,-50 13 10 0 0,3 0-350 0 0,26-1-1 0 0,-17 3-5630 0 0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58.5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0 8850 0 0,'0'0'12953'0'0,"-2"15"-12507"0"0,-3 48-33 0 0,5-57-321 0 0,-1 1 0 0 0,1-1 0 0 0,1 1 0 0 0,0 0 0 0 0,0-1-1 0 0,0 1 1 0 0,0-1 0 0 0,1 0 0 0 0,0 1 0 0 0,4 6 0 0 0,-1-1 33 0 0,3 5-67 0 0,0 1 0 0 0,2-1 0 0 0,0-1-1 0 0,1 1 1 0 0,0-2 0 0 0,27 28 0 0 0,-37-41-1076 0 0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00.8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9 100 0 0 0,'0'0'13036'0'0,"-1"-4"-11366"0"0,-2-5-977 0 0,1 4 1395 0 0,1 1 1 0 0,0-1-1 0 0,1 0 1 0 0,-1-5 0 0 0,1 8-2005 0 0,0 0 1 0 0,0 1 0 0 0,1-1-1 0 0,-1 1 1 0 0,0-1 0 0 0,1 1-1 0 0,-1-1 1 0 0,1 1 0 0 0,-1-1 0 0 0,1 1-1 0 0,0-1 1 0 0,0 1 0 0 0,0 0-1 0 0,0-1 1 0 0,0 1 0 0 0,2-2 0 0 0,-1 1-43 0 0,1 0 0 0 0,0 0 1 0 0,-1 0-1 0 0,1 0 0 0 0,0 0 1 0 0,0 1-1 0 0,5-2 1 0 0,3-1-64 0 0,0 1 1 0 0,-1 1 0 0 0,23-2-1 0 0,-19 3-17 0 0,1 0-1 0 0,15 2 0 0 0,-27-1 17 0 0,0 0-1 0 0,1 1 0 0 0,-1-1 1 0 0,0 1-1 0 0,0 0 0 0 0,1 0 1 0 0,-1 0-1 0 0,0 0 0 0 0,0 1 0 0 0,0-1 1 0 0,0 1-1 0 0,0 0 0 0 0,0 0 1 0 0,-1 0-1 0 0,3 2 0 0 0,-3-1-11 0 0,0-1-1 0 0,-1 1 0 0 0,1 0 0 0 0,-1 0 1 0 0,0-1-1 0 0,0 1 0 0 0,0 0 0 0 0,0 0 0 0 0,-1 0 1 0 0,1 0-1 0 0,-1 0 0 0 0,0 0 0 0 0,0 4 1 0 0,0-4 19 0 0,0 1 0 0 0,0 0 1 0 0,-1-1-1 0 0,1 1 0 0 0,-1 0 1 0 0,0-1-1 0 0,0 1 0 0 0,0-1 1 0 0,0 1-1 0 0,-4 4 0 0 0,-21 42 22 0 0,22-43-3 0 0,1 0 0 0 0,0 0 0 0 0,1 1 0 0 0,-1-1 0 0 0,-1 12 0 0 0,-5-5 5 0 0,7-7-352 0 0,-1 3 1533 0 0,4-10-1147 0 0,-1 1 0 0 0,0-1 0 0 0,1 0 1 0 0,-1 0-1 0 0,1 0 0 0 0,-1 0 0 0 0,1 0 0 0 0,-1 1 1 0 0,1-1-1 0 0,-1 0 0 0 0,0 0 0 0 0,1 0 0 0 0,-1 0 1 0 0,1 0-1 0 0,-1 0 0 0 0,1-1 0 0 0,-1 1 0 0 0,1 0 1 0 0,-1 0-1 0 0,1 0 0 0 0,-1 0 0 0 0,0 0 0 0 0,1-1 1 0 0,-1 1-1 0 0,1-1 0 0 0,11-3 112 0 0,2-1-58 0 0,23-4 0 0 0,-17 5 9 0 0,-1 2-1 0 0,22-1 0 0 0,-34 3-640 0 0,0 0 1 0 0,1 1-1 0 0,9 2 0 0 0,-12-1-881 0 0,0-1 0 0 0,0 1 0 0 0,0 0 0 0 0,0 0 0 0 0,7 5 0 0 0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04.9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240 0 0 0 0,'0'0'14274'0'0,"7"2"-13067"0"0,24 5-206 0 0,-24-5-195 0 0,-8-3-596 0 0,0 1 0 0 0,-1 0 1 0 0,1 1-1 0 0,0-1 0 0 0,-1 0 1 0 0,1 0-1 0 0,0 0 0 0 0,0 1 1 0 0,-3 0-1 0 0,3-1 26 0 0,-66 14 2125 0 0,-11 2-1493 0 0,28-8-464 0 0,45-7-969 0 0,0 0 0 0 0,0-1 0 0 0,0 0 0 0 0,0 1 0 0 0,-8-2 0 0 0,9 1-907 0 0,1-1-1 0 0,-1 0 1 0 0,1 1-1 0 0,0-1 0 0 0,-1 0 1 0 0,1-1-1 0 0,0 1 1 0 0,-5-3-1 0 0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05.3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220 22 7922 0 0,'0'0'14323'0'0,"-5"-3"-14303"0"0,-16-13-16 0 0,21 16-4 0 0,-1 0 0 0 0,0-1 0 0 0,0 1 0 0 0,1 0 0 0 0,-1-1 1 0 0,0 1-1 0 0,0 0 0 0 0,0 0 0 0 0,0-1 0 0 0,1 1 0 0 0,-1 0 0 0 0,0 0 1 0 0,0 0-1 0 0,0 0 0 0 0,0 0 0 0 0,0 0 0 0 0,1 1 0 0 0,-1-1 0 0 0,0 0 1 0 0,0 0-1 0 0,0 1 0 0 0,0-1 0 0 0,1 0 0 0 0,-1 1 0 0 0,0-1 0 0 0,0 1 1 0 0,1-1-1 0 0,-1 1 0 0 0,0-1 0 0 0,1 1 0 0 0,-1-1 0 0 0,0 1 0 0 0,0 1 0 0 0,-5 2 10 0 0,1-1-2 0 0,-1-1 1 0 0,1 0-1 0 0,-1 0 0 0 0,0 0 0 0 0,0-1 0 0 0,0 0 0 0 0,-10 1 0 0 0,-44-2-3104 0 0,31 0-1298 0 0,14 0-1097 0 0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06.9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51 178 0 0 0,'0'0'13743'0'0,"6"0"-12980"0"0,-2 0-567 0 0,0 0 59 0 0,1 1 0 0 0,-1-2-1 0 0,0 1 1 0 0,1 0 0 0 0,-1-1-1 0 0,8-2 1 0 0,38-11 1276 0 0,-37 11-1300 0 0,0 0 1 0 0,0-1-1 0 0,-1-1 1 0 0,13-6-1 0 0,-24 11-173 0 0,15-11 885 0 0,-15 11-851 0 0,0-1-1 0 0,-1 0 0 0 0,1 1 1 0 0,-1-1-1 0 0,1 0 1 0 0,0 1-1 0 0,-1-1 0 0 0,1 0 1 0 0,-1 0-1 0 0,1 0 1 0 0,-1 1-1 0 0,0-1 0 0 0,1 0 1 0 0,-1 0-1 0 0,0 0 1 0 0,0 0-1 0 0,1-1 0 0 0,0-9 667 0 0,0 10-724 0 0,-1 0 0 0 0,0-1 0 0 0,1 1 1 0 0,-1 0-1 0 0,0 0 0 0 0,0 0 0 0 0,0-1 1 0 0,0 1-1 0 0,0 0 0 0 0,0 0 0 0 0,0 0 1 0 0,-1 0-1 0 0,1-1 0 0 0,0 1 1 0 0,0 0-1 0 0,-1 0 0 0 0,1 0 0 0 0,-1 0 1 0 0,1 0-1 0 0,-1 0 0 0 0,-1-2 0 0 0,-9-9 81 0 0,0 1-1 0 0,-21-17 0 0 0,27 24-29 0 0,5 4-87 0 0,0-1 1 0 0,-1 1 0 0 0,1-1-1 0 0,-1 1 1 0 0,1 0 0 0 0,-1-1-1 0 0,1 1 1 0 0,-1 0-1 0 0,1-1 1 0 0,-1 1 0 0 0,1 0-1 0 0,-1 0 1 0 0,0 0 0 0 0,1-1-1 0 0,-1 1 1 0 0,1 0 0 0 0,-1 0-1 0 0,1 0 1 0 0,-1 0-1 0 0,0 0 1 0 0,-15-3-180 0 0,-49 3 282 0 0,64 0-76 0 0,0 0 0 0 0,0 0 0 0 0,0 0 0 0 0,0-1 0 0 0,0 1 0 0 0,0 0 1 0 0,0 0-1 0 0,0-1 0 0 0,0 1 0 0 0,0 0 0 0 0,0-1 0 0 0,0 1 0 0 0,0-1 0 0 0,-1 0 0 0 0,0 1-2 0 0,-1-1-1 0 0,0 1 1 0 0,1 0-1 0 0,-1 0 0 0 0,-3 0 1 0 0,3 0-27 0 0,2 1 3 0 0,0-1-1 0 0,0 0 1 0 0,0 0 0 0 0,0 0-1 0 0,0 1 1 0 0,0-1 0 0 0,0 0-1 0 0,1 1 1 0 0,-1-1 0 0 0,0 1-1 0 0,0-1 1 0 0,0 1 0 0 0,1-1-1 0 0,-1 1 1 0 0,0 0 0 0 0,0-1-1 0 0,0 2 1 0 0,-11 15-16 0 0,6-8 4 0 0,-4 11 10 0 0,3-5 0 0 0,6-11 5 0 0,0 1 1 0 0,-1-1 0 0 0,2 1-1 0 0,-1-1 1 0 0,0 1-1 0 0,1-1 1 0 0,0 1 0 0 0,0 5-1 0 0,0-4 9 0 0,0 17 28 0 0,-1-13 6 0 0,1-1-1 0 0,0 0 1 0 0,0 0-1 0 0,3 12 1 0 0,-1-16 35 0 0,0 0 0 0 0,0 0 0 0 0,0 0 0 0 0,0-1 0 0 0,1 1 0 0 0,0-1 0 0 0,0 0 0 0 0,0 0 0 0 0,0 0 0 0 0,1 0 0 0 0,-1 0 0 0 0,1-1 0 0 0,0 1 0 0 0,7 4 0 0 0,6 2 138 0 0,0 0 1 0 0,28 11 0 0 0,-25-12-185 0 0,7 3 37 0 0,0-1 0 0 0,0-1 0 0 0,1-1 0 0 0,43 7 1 0 0,-63-15-403 0 0,1 0 1 0 0,0-1-1 0 0,-1 0 1 0 0,13-2-1 0 0,-21 2 157 0 0,1 0 0 0 0,-1 0 0 0 0,1 0 1 0 0,-1 0-1 0 0,1 0 0 0 0,-1-1 0 0 0,1 1 0 0 0,-1 0 0 0 0,1 0 0 0 0,-1-1 0 0 0,0 1 0 0 0,1 0 0 0 0,-1-1 0 0 0,0 1 0 0 0,1 0 0 0 0,-1-1 0 0 0,1 0 0 0 0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07.7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298 58 7130 0 0,'0'0'15764'0'0,"0"-9"-15672"0"0,3-39-126 0 0,-12 50-828 0 0,3 2 858 0 0,0 0 0 0 0,-1-1-1 0 0,1 1 1 0 0,-1-1 0 0 0,0-1 0 0 0,0 1-1 0 0,0-1 1 0 0,0 0 0 0 0,-14 1 0 0 0,-4-1 23 0 0,-40-1 0 0 0,36-1-314 0 0,14-1-1850 0 0,1 0 0 0 0,-16-4 0 0 0,8 1-5328 0 0,12 2-410 0 0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08.5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11 2689 0 0,'0'0'14371'0'0,"0"-2"-14391"0"0,-2-5 1 0 0,2 6-2 0 0,0 7 2 0 0,1-2 22 0 0,1 0 1 0 0,-1 0-1 0 0,1 0 0 0 0,0-1 0 0 0,-1 1 1 0 0,2 0-1 0 0,3 5 0 0 0,-2-4 35 0 0,-1 0 0 0 0,5 11 0 0 0,-4-6 12 0 0,0-1 1 0 0,10 14-1 0 0,-2-2-2 0 0,22 37 109 0 0,15 30-66 0 0,-36-63-58 0 0,13 30 19 0 0,-23-49-48 0 0,-1 1 0 0 0,0 0 0 0 0,0 0 1 0 0,-1 0-1 0 0,0 0 0 0 0,0 11 0 0 0,-1-17 4 0 0,0 0-1 0 0,-1-1 0 0 0,1 1 0 0 0,0 0 1 0 0,0 0-1 0 0,-1 0 0 0 0,1 0 0 0 0,-1 0 1 0 0,1 0-1 0 0,-1-1 0 0 0,1 1 0 0 0,-1 0 0 0 0,0 0 1 0 0,1-1-1 0 0,-1 1 0 0 0,0 0 0 0 0,0-1 1 0 0,1 1-1 0 0,-1-1 0 0 0,0 1 0 0 0,0-1 1 0 0,0 1-1 0 0,0-1 0 0 0,0 0 0 0 0,1 1 0 0 0,-1-1 1 0 0,0 0-1 0 0,0 0 0 0 0,0 0 0 0 0,-2 0 1 0 0,-5 2 200 0 0,0-2 1 0 0,-13 1-1 0 0,17-1-132 0 0,-1 0-2 0 0,0 0 0 0 0,0 0 0 0 0,0-1 0 0 0,0 0 0 0 0,0 1-1 0 0,-9-4 1 0 0,10 2 17 0 0,-1 0-1 0 0,1-1 0 0 0,-1 1 0 0 0,1-1 1 0 0,0 0-1 0 0,0 0 0 0 0,1 0 0 0 0,-1 0 1 0 0,0-1-1 0 0,1 0 0 0 0,0 1 0 0 0,0-1 1 0 0,0 0-1 0 0,-2-5 0 0 0,4 5 20 0 0,-1 0 0 0 0,1 0 0 0 0,1 0 0 0 0,-1 0 0 0 0,0-1 0 0 0,1 1 0 0 0,0 0 0 0 0,0 0 0 0 0,0 0 0 0 0,1 0 0 0 0,-1-1 0 0 0,3-4 0 0 0,-2 6-91 0 0,0 0 0 0 0,1 1 1 0 0,-1 0-1 0 0,1-1 1 0 0,0 1-1 0 0,-1 0 1 0 0,1 0-1 0 0,0 0 0 0 0,4-3 1 0 0,20-15-112 0 0,-25 20 91 0 0,8-6-330 0 0,2 1 1 0 0,-1 0-1 0 0,1 0 1 0 0,-1 1-1 0 0,21-5 1 0 0,-5 2-2985 0 0,-14 4 478 0 0,-3 2-2494 0 0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08.7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14579 0 0,'0'0'8442'0'0,"18"14"-13331"0"0,-18-3 928 0 0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10.0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54 5025 0 0,'0'0'18049'0'0,"11"-9"-17969"0"0,36-26-26 0 0,-45 34-51 0 0,0-1 0 0 0,0 1 0 0 0,1 0 1 0 0,-1 0-1 0 0,1-1 0 0 0,2 1 0 0 0,5 1 4 0 0,-5 0-6 0 0,3 1-10 0 0,1-1 0 0 0,-1 1 0 0 0,0 0 0 0 0,0 1 0 0 0,11 3 0 0 0,-15-4-18 0 0,0 1 1 0 0,0 0-1 0 0,0-1 1 0 0,0 2-1 0 0,0-1 1 0 0,0 0-1 0 0,-1 1 1 0 0,1 0 0 0 0,-1 0-1 0 0,0 0 1 0 0,4 4-1 0 0,-6-5-9 0 0,1 0-1 0 0,-2-1 0 0 0,1 1 1 0 0,0 0-1 0 0,0 0 0 0 0,0 0 1 0 0,-1 0-1 0 0,1 0 0 0 0,-1 0 1 0 0,0 0-1 0 0,0 0 0 0 0,1 0 1 0 0,-1 1-1 0 0,0-1 0 0 0,-1 0 1 0 0,1 0-1 0 0,-1 3 0 0 0,0-2 14 0 0,1 0 0 0 0,-1 0 0 0 0,0 0 0 0 0,-1 0 0 0 0,1 0 0 0 0,0 0 0 0 0,-1 0 0 0 0,0 0 0 0 0,0 0 0 0 0,-2 2 0 0 0,-39 34-73 0 0,8-7 114 0 0,35-32-11 0 0,0 0 0 0 0,-1 1-1 0 0,1-1 1 0 0,0 0-1 0 0,0 1 1 0 0,-1-1 0 0 0,1 0-1 0 0,0 1 1 0 0,0-1 0 0 0,-1 1-1 0 0,1-1 1 0 0,0 0-1 0 0,0 1 1 0 0,0-1 0 0 0,0 1-1 0 0,0-1 1 0 0,0 1 0 0 0,0-1-1 0 0,0 1 1 0 0,0-1-1 0 0,0 0 1 0 0,0 1 0 0 0,0-1-1 0 0,0 1 1 0 0,0-1 0 0 0,0 1-1 0 0,0-1 1 0 0,0 0-1 0 0,1 1 1 0 0,-1-1 0 0 0,0 1-1 0 0,0-1 1 0 0,1 0 0 0 0,-1 1-1 0 0,0-1 1 0 0,0 0-1 0 0,1 1 1 0 0,-1-1 0 0 0,0 0-1 0 0,1 1 1 0 0,-1-1 0 0 0,1 1-1 0 0,2 1 90 0 0,1 0 1 0 0,-1 0-1 0 0,0 0 0 0 0,4 1 0 0 0,-2-1-43 0 0,15 7-177 0 0,0-1-1 0 0,0-1 1 0 0,1-1-1 0 0,0-1 1 0 0,0 0-1 0 0,1-2 1 0 0,-1-1-1 0 0,30 0 1 0 0,-51-2-10 0 0,1 0 0 0 0,-1 1 0 0 0,0-1 0 0 0,0 0 1 0 0,1 0-1 0 0,-1 0 0 0 0,0 0 0 0 0,1 0 0 0 0,-1-1 0 0 0,0 1 0 0 0,0 0 0 0 0,1 0 1 0 0,-1 0-1 0 0,0 0 0 0 0,0 0 0 0 0,0 0 0 0 0,1 0 0 0 0,-1 0 0 0 0,0-1 0 0 0,0 1 0 0 0,1 0 1 0 0,-1 0-1 0 0,0 0 0 0 0,0 0 0 0 0,0-1 0 0 0,0 1 0 0 0,1 0 0 0 0,-1 0 0 0 0,0 0 1 0 0,0-1-1 0 0,0 1 0 0 0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10.7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 6913 0 0,'0'0'15233'0'0,"0"-6"-15429"0"0,0 12 202 0 0,1 0 1 0 0,0-1-1 0 0,0 1 0 0 0,0-1 0 0 0,1 1 1 0 0,0-1-1 0 0,0 1 0 0 0,1-1 1 0 0,-1 0-1 0 0,4 5 0 0 0,4 5 57 0 0,0 0 0 0 0,13 13-1 0 0,-7-8-422 0 0,4 4-2023 0 0,-5-10-3441 0 0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10.9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8058 0 0,'0'0'10695'0'0,"16"18"-10523"0"0,51 54-32 0 0,-29-30 32 0 0,-28-32-2525 0 0,16 16-1 0 0,-15-14-5488 0 0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11.1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378 22 10098 0 0,'0'0'11391'0'0,"-30"-4"-11371"0"0,-94-12-3 0 0,83 14-3 0 0,24 5-2 0 0,4 0-7 0 0,-31 5-269 0 0,5-2-1522 0 0,0 3-4045 0 0,21-6-110 0 0,6 0-1794 0 0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13.4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1 17340 0 0,'0'0'11078'0'0,"4"0"-10564"0"0,-6 6-5794 0 0,1-5 4699 0 0,0 0 0 0 0,0 0 1 0 0,0 0-1 0 0,0-1 0 0 0,0 2 0 0 0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14.2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72 2521 0 0,'0'0'17279'0'0,"5"-9"-16829"0"0,19-25-61 0 0,-22 32-333 0 0,-1 1 1 0 0,0 0-1 0 0,1-1 0 0 0,-1 1 1 0 0,1 0-1 0 0,0 0 0 0 0,-1 0 0 0 0,1 0 1 0 0,0 0-1 0 0,0 0 0 0 0,0 0 1 0 0,0 0-1 0 0,0 1 0 0 0,-1-1 0 0 0,1 1 1 0 0,0-1-1 0 0,0 1 0 0 0,3 0 1 0 0,3-1 135 0 0,17-3 184 0 0,-1 0 1 0 0,1 2 0 0 0,26 1 0 0 0,-50 4-425 0 0,0-1 0 0 0,0 1 0 0 0,0-1 0 0 0,0 1 0 0 0,1 4 0 0 0,-1-4 18 0 0,2 13-17 0 0,0 0 0 0 0,-1 0-1 0 0,-1 1 1 0 0,-1-1 0 0 0,-1 21 0 0 0,0 0 56 0 0,1 14-9 0 0,0-50-5 0 0,0 0 1 0 0,-1 0-1 0 0,1 1 1 0 0,-1-1 0 0 0,1 0-1 0 0,-1 0 1 0 0,1 0-1 0 0,-1 0 1 0 0,1 0 0 0 0,-1 0-1 0 0,0 0 1 0 0,0 0-1 0 0,1 0 1 0 0,-1 0 0 0 0,0 0-1 0 0,0 0 1 0 0,0-1 0 0 0,-2 2-1 0 0,-19 11-108 0 0,21-13 112 0 0,-2 3 1019 0 0,5-2-383 0 0,10 0-179 0 0,15-2-487 0 0,126-8 90 0 0,-138 6-187 0 0,-4 1-2578 0 0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14.9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321 15 5769 0 0,'0'0'17144'0'0,"0"-3"-17097"0"0,0-9-30 0 0,2 14-24 0 0,-1-1 0 0 0,0 0 0 0 0,0 0 0 0 0,1 1 0 0 0,-1-1 0 0 0,0 1-1 0 0,0-1 1 0 0,-1 1 0 0 0,2 2 0 0 0,0 5-10 0 0,-1 1 0 0 0,0 0-1 0 0,-1 18 1 0 0,0-12 24 0 0,-1-10-9 0 0,1 0 1 0 0,-1-1-1 0 0,0 1 1 0 0,-1 0-1 0 0,1-1 1 0 0,-1 1-1 0 0,0-1 1 0 0,-6 11-1 0 0,-2 2 70 0 0,-15 18 0 0 0,22-32-49 0 0,-34 46 208 0 0,16-23-25 0 0,-32 55 1 0 0,-24 69 193 0 0,14-30 100 0 0,55-103-418 0 0,7-14-307 0 0,0 0 1 0 0,-1-1-1 0 0,0 1 0 0 0,0 0 1 0 0,0-1-1 0 0,-5 7 0 0 0,3-9-625 0 0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18.9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 2 1984 0 0,'7'-2'17615'0'0,"-11"2"-14968"0"0,3 35-251 0 0,1-22-2396 0 0,-2 0 1 0 0,0 1-1 0 0,0-1 0 0 0,-6 17 1 0 0,6-24 9 0 0,0-1-1 0 0,1 1 1 0 0,-1 5-1 0 0,0 4 5 0 0,2 4 525 0 0,8-15 162 0 0,6 0-528 0 0,-1 0 0 0 0,1-1 0 0 0,19 2 0 0 0,43 1-18 0 0,-58-5-113 0 0,0-1 0 0 0,0-1 0 0 0,0 0 1 0 0,33-7-1 0 0,-48 7-49 0 0,-1-1-1 0 0,1 1 1 0 0,0 0 0 0 0,0-1 0 0 0,-1 1-1 0 0,1-1 1 0 0,3-4 0 0 0,11-5-819 0 0,-14 6-51 0 0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19.1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9546 0 0,'0'0'15427'0'0,"1"6"-15403"0"0,1 4 17 0 0,1 0 1 0 0,0-1-1 0 0,0 1 0 0 0,6 10 0 0 0,22 41 225 0 0,-4-10-156 0 0,-25-46-187 0 0,19 43 128 0 0,-19-41-759 0 0,0-1-1 0 0,-1 1 0 0 0,0 0 0 0 0,0 0 0 0 0,0 11 1 0 0,0-14-472 0 0,-1 2-1366 0 0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22.2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1 0 0 0,'0'0'927'0'0,"18"5"-703"0"0,-17-4-123 0 0,0 0 1 0 0,0 0-1 0 0,0 0 1 0 0,0-1-1 0 0,1 1 1 0 0,-1 0-1 0 0,0-1 0 0 0,1 1 1 0 0,1 0-1 0 0,25 3 7231 0 0,-4 2 4127 0 0,-24-6-11294 0 0,-4 6 1132 0 0,3-5-1270 0 0,0 0 1 0 0,-1 0-1 0 0,1 0 0 0 0,-1-1 1 0 0,0 1-1 0 0,1 0 0 0 0,-3 0 1 0 0,-15 2 442 0 0,0 1-81 0 0,0-1 1 0 0,-23 0 0 0 0,33-3-390 0 0,5 0-41 0 0,0 0 0 0 0,-1 0 0 0 0,1-1 0 0 0,-9-1 0 0 0,11 2-258 0 0,1-1 1 0 0,-1 1-1 0 0,1-1 1 0 0,-1 0-1 0 0,0 0 1 0 0,1 0-1 0 0,0 0 1 0 0,-1 0-1 0 0,-1-2 1 0 0,0 1-384 0 0,-6-8-5118 0 0,5-4-5137 0 0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22.4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192 17 5449 0 0,'0'0'16605'0'0,"-12"-3"-16509"0"0,-36-9-36 0 0,47 12-55 0 0,0-1 0 0 0,0 1 0 0 0,0 0 0 0 0,0 0-1 0 0,0 0 1 0 0,-1 0 0 0 0,1 0 0 0 0,0 0 0 0 0,0 0 0 0 0,0 0 0 0 0,0 0-1 0 0,-1 1 1 0 0,0 0 0 0 0,-5 6 66 0 0,5-3-46 0 0,-4 2 49 0 0,0 0 0 0 0,-1-1 0 0 0,-8 7 0 0 0,12-11-427 0 0,0 1 0 0 0,0-1 0 0 0,0 1 0 0 0,0-1 0 0 0,0 0 0 0 0,0 0 0 0 0,-1 0 0 0 0,1-1 0 0 0,0 1 1 0 0,0-1-1 0 0,-5 0 0 0 0,-21 0-8800 0 0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23.6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13 178 0 0 0,'0'0'12155'0'0,"-2"-1"-11799"0"0,-6-4 36 0 0,5 4 108 0 0,14 1 1386 0 0,53 7 409 0 0,-57-7-2123 0 0,3 0 221 0 0,1 0 0 0 0,13-3-1 0 0,-20 3-205 0 0,0-1-1 0 0,-1 0 0 0 0,1-1 0 0 0,0 1 0 0 0,0-1 1 0 0,0 0-1 0 0,-1 0 0 0 0,1 0 0 0 0,4-3 0 0 0,-6 3-45 0 0,-1 0-1 0 0,1 0 1 0 0,0 0-1 0 0,0 0 0 0 0,-1 0 1 0 0,1 0-1 0 0,-1-1 0 0 0,0 1 1 0 0,0 0-1 0 0,0-1 1 0 0,0 1-1 0 0,0-1 0 0 0,0 1 1 0 0,0-1-1 0 0,-1 1 1 0 0,0-1-1 0 0,1 0 0 0 0,-1-4 1 0 0,0 3-71 0 0,0 0 0 0 0,-1 0 0 0 0,1 0 0 0 0,-1 1-1 0 0,0-1 1 0 0,0 0 0 0 0,0 0 0 0 0,-1 0 0 0 0,1 1 0 0 0,-1-1 0 0 0,0 1 0 0 0,-3-5 0 0 0,2 4-38 0 0,0-1-28 0 0,0 1 0 0 0,0-1 0 0 0,-1 1 0 0 0,0 0 1 0 0,0 0-1 0 0,0 0 0 0 0,0 0 0 0 0,0 1 0 0 0,-9-6 1 0 0,11 9-29 0 0,0-1 0 0 0,1 0 0 0 0,-1 1 1 0 0,0-1-1 0 0,0 1 0 0 0,0-1 1 0 0,0 1-1 0 0,-3 0 0 0 0,4 0 15 0 0,0 0-1 0 0,0 0 1 0 0,0 0-1 0 0,0 0 1 0 0,1 0-1 0 0,-1 0 1 0 0,0 1 0 0 0,0-1-1 0 0,0 0 1 0 0,1 1-1 0 0,-1-1 1 0 0,0 0-1 0 0,0 1 1 0 0,1-1-1 0 0,-1 1 1 0 0,0-1-1 0 0,1 1 1 0 0,-1-1-1 0 0,0 1 1 0 0,0 0-1 0 0,-21 26-35 0 0,5-9 22 0 0,13-14 25 0 0,0 1-1 0 0,0-1 1 0 0,0 1 0 0 0,-4 8-1 0 0,6-7 4 0 0,0 0-1 0 0,0 0 0 0 0,0 0 0 0 0,1 0 0 0 0,0 0 1 0 0,1 1-1 0 0,-1-1 0 0 0,1 1 0 0 0,1 7 1 0 0,-1 3-1 0 0,1-14 16 0 0,0 0 1 0 0,0 0-1 0 0,0 0 0 0 0,0 0 0 0 0,0 0 0 0 0,1-1 1 0 0,-1 1-1 0 0,1 0 0 0 0,0-1 0 0 0,0 1 0 0 0,2 1 1 0 0,3 6 54 0 0,-3-5-9 0 0,0-1 0 0 0,0 1 0 0 0,0-1 0 0 0,0 0 0 0 0,1 0 0 0 0,0-1 0 0 0,-1 1 0 0 0,11 4 0 0 0,45 19 428 0 0,-58-27-481 0 0,19 7 159 0 0,0-1 0 0 0,37 5 1 0 0,-53-10-148 0 0,10 0 45 0 0,-1 0 1 0 0,21-1 0 0 0,-13 0-13 0 0,-20 0-168 0 0,-1 0 0 0 0,1 0 0 0 0,-1-1 0 0 0,1 1 1 0 0,-1 0-1 0 0,1-1 0 0 0,-1 1 0 0 0,1 0 0 0 0,-1-1 0 0 0,0 0 0 0 0,1 1 0 0 0,-1-1 0 0 0,0 0 0 0 0,1 0 0 0 0,-1 0 0 0 0,0 0 0 0 0,0 0 0 0 0,0 0 0 0 0,0 0 0 0 0,0 0 0 0 0,0 0 0 0 0,0 0 0 0 0,0-1 0 0 0,1-1 0 0 0,-2 2-551 0 0,1 0 0 0 0,-1-1 0 0 0,0 1 0 0 0,1-1 0 0 0,-1 1 0 0 0,0 0 0 0 0,0-1 0 0 0,1 1 0 0 0,-1-1 0 0 0,-1 1 0 0 0,1 0 0 0 0,0-1 0 0 0,0 1 0 0 0,0-1-1 0 0,-1 1 1 0 0,0-2 0 0 0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24.0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335 17 9306 0 0,'0'0'14538'0'0,"-10"-3"-14481"0"0,-31-7-14 0 0,39 9-39 0 0,0 0 0 0 0,-1 1 0 0 0,1-1 0 0 0,0 1 0 0 0,-1 0 0 0 0,1 0 0 0 0,-1 0 0 0 0,1 0 0 0 0,0 0 0 0 0,-1 0 0 0 0,1 0 0 0 0,0 1 0 0 0,-5 1 0 0 0,-4 1 28 0 0,-20 2-766 0 0,0-2 1 0 0,-45 1-1 0 0,53-4-1339 0 0,-34-1-8308 0 0,40 0 1004 0 0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24.6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6345 0 0,'0'0'15946'0'0,"0"2"-16070"0"0,1 8 138 0 0,1 0-1 0 0,0 1 0 0 0,0-1 1 0 0,1 0-1 0 0,6 11 0 0 0,-5-8 15 0 0,9 17 81 0 0,2 0-1 0 0,0-1 1 0 0,26 34-1 0 0,-40-61-103 0 0,48 64 205 0 0,-15-20-108 0 0,-33-46-110 0 0,-1 1-1 0 0,1 0 0 0 0,-1-1 1 0 0,1 1-1 0 0,-1 0 0 0 0,0-1 1 0 0,0 1-1 0 0,1 0 0 0 0,-1 0 1 0 0,0-1-1 0 0,0 1 0 0 0,0 0 1 0 0,0 0-1 0 0,0-1 0 0 0,0 1 1 0 0,0 1-1 0 0,0-1 6 0 0,-15-1-104 0 0,11 0 139 0 0,-1-1 1 0 0,0 0-1 0 0,1 1 0 0 0,-1-2 1 0 0,1 1-1 0 0,-1 0 0 0 0,-5-4 1 0 0,-32-18 206 0 0,25 14-196 0 0,11 5 18 0 0,0 1 0 0 0,0-1 0 0 0,0 0 0 0 0,0-1 0 0 0,1 1 0 0 0,0-1 0 0 0,-1 0 0 0 0,2-1 0 0 0,-7-7 0 0 0,10 11-42 0 0,0 1 0 0 0,1 0 0 0 0,-1 0 0 0 0,1-1 0 0 0,-1 1 0 0 0,1 0 1 0 0,0-1-1 0 0,-1 1 0 0 0,1-1 0 0 0,0 1 0 0 0,0 0 0 0 0,0-1 0 0 0,0 1 0 0 0,0-1 0 0 0,0 1 0 0 0,0-1 1 0 0,1 1-1 0 0,-1 0 0 0 0,1-2 0 0 0,0 1-53 0 0,0-1 1 0 0,0 1-1 0 0,1 0 1 0 0,-1 1-1 0 0,0-1 1 0 0,1 0-1 0 0,0 0 1 0 0,-1 1-1 0 0,1-1 1 0 0,3-2 0 0 0,4-1-365 0 0,0 0 0 0 0,1 0 0 0 0,-1 1 0 0 0,12-4 0 0 0,-17 7 216 0 0,8-4-783 0 0,26-9-2423 0 0,-13 1-5831 0 0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24.8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48 9994 0 0,'0'0'15142'0'0,"3"-8"-15371"0"0,11-24-166 0 0,-10 24-495 0 0,-23 22-14066 0 0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28.0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62 0 0 0,'0'0'7799'0'0,"4"0"-6136"0"0,8-3 61 0 0,-11 3-1480 0 0,-1-1-1 0 0,0 1 0 0 0,1 0 1 0 0,-1 0-1 0 0,0-1 1 0 0,1 1-1 0 0,-1 0 0 0 0,0-1 1 0 0,0 1-1 0 0,1 0 0 0 0,-1-1 1 0 0,0 1-1 0 0,0 0 0 0 0,0-1 1 0 0,0 1-1 0 0,0-1 1 0 0,1 1-1 0 0,-1 0 0 0 0,0-1 1 0 0,0 1-1 0 0,0-1 0 0 0,0 1 1 0 0,0 0-1 0 0,0-1 0 0 0,0 1 1 0 0,0-1-1 0 0,-1 1 0 0 0,1 0 1 0 0,0-1-1 0 0,0 0 1 0 0,0-7 2563 0 0,5 0-856 0 0,-5 7-1860 0 0,0 1 0 0 0,1-1 0 0 0,-1 0 0 0 0,0 1 0 0 0,0-1 0 0 0,1 1 0 0 0,-1-1 0 0 0,1 1 0 0 0,-1-1 0 0 0,0 1-1 0 0,1-1 1 0 0,-1 1 0 0 0,1-1 0 0 0,0 0 0 0 0,11-6 517 0 0,-11 5-579 0 0,1 1 0 0 0,0 0 1 0 0,-1 0-1 0 0,1 0 0 0 0,0 0 0 0 0,0 0 1 0 0,0 1-1 0 0,-1-1 0 0 0,5 0 1 0 0,19-2-60 0 0,33 2 1 0 0,-54 1 21 0 0,1 0-16 0 0,-1 1 0 0 0,0 0 0 0 0,0 0-1 0 0,0 0 1 0 0,0 1 0 0 0,0-1 0 0 0,0 1 0 0 0,0 0 0 0 0,0 0 0 0 0,0 0 0 0 0,-1 0 0 0 0,4 4-1 0 0,-6-5-10 0 0,0 0 0 0 0,-1 0 0 0 0,1 0-1 0 0,0 1 1 0 0,-1-1 0 0 0,1 0 0 0 0,-1 1-1 0 0,1-1 1 0 0,-1 0 0 0 0,0 1 0 0 0,1-1-1 0 0,-1 0 1 0 0,0 3 0 0 0,-1 20-210 0 0,1-19 206 0 0,-1 0 27 0 0,0 0-1 0 0,-1 1 1 0 0,1-1 0 0 0,-1 0 0 0 0,0 0 0 0 0,-1-1-1 0 0,1 1 1 0 0,-1 0 0 0 0,-3 4 0 0 0,-2 4 2 0 0,-7 5-7 0 0,13-16 15 0 0,0 0-1 0 0,0 0 0 0 0,1 0 1 0 0,-1 0-1 0 0,0 0 1 0 0,1 1-1 0 0,-1-1 0 0 0,1 1 1 0 0,-1 2-1 0 0,-3 8 8 0 0,3-8 3 0 0,0 1 1 0 0,0 0-1 0 0,1 0 0 0 0,0-1 0 0 0,0 1 1 0 0,-1 10-1 0 0,2-12 20 0 0,1 5 24 0 0,-1-9-42 0 0,0 0 0 0 0,0 1 0 0 0,0-1 0 0 0,0 0 0 0 0,0 0 1 0 0,0 1-1 0 0,0-1 0 0 0,1 0 0 0 0,-1 0 0 0 0,0 0 0 0 0,0 1 1 0 0,0-1-1 0 0,1 0 0 0 0,-1 0 0 0 0,0 0 0 0 0,0 0 0 0 0,0 0 1 0 0,1 1-1 0 0,-1-1 0 0 0,0 0 0 0 0,0 0 0 0 0,1 0 0 0 0,-1 0 1 0 0,0 0-1 0 0,0 0 0 0 0,1 0 0 0 0,-1 0 0 0 0,0 0 0 0 0,0 0 1 0 0,1 0-1 0 0,16 4 794 0 0,24-6-827 0 0,70-12 0 0 0,-86 14-2406 0 0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28.4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9098 0 0,'0'0'11301'0'0,"2"5"-11320"0"0,1 6 73 0 0,1-1 0 0 0,0 0-1 0 0,1 1 1 0 0,9 14-1 0 0,-9-18-3 0 0,8 14 121 0 0,2-1 0 0 0,25 28 0 0 0,-31-41 558 0 0,1-3-4219 0 0,-10-4 3175 0 0,1 0 0 0 0,-1 0 0 0 0,1 0 0 0 0,-1 0 0 0 0,1 0 0 0 0,-1 0 0 0 0,1 0 0 0 0,-1 0-1 0 0,0-1 1 0 0,1 1 0 0 0,-1 0 0 0 0,1 0 0 0 0,-1 0 0 0 0,0-1 0 0 0,1 1 0 0 0,-1 0 0 0 0,4-6-4726 0 0,-4 6 4726 0 0,0-1 0 0 0,0 1 0 0 0,0-1 0 0 0,0 1 0 0 0,0 0 0 0 0,0-1 0 0 0,0 1-1 0 0,0-1 1 0 0,0 0 0 0 0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28.6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2649 0 0,'0'0'13852'0'0,"12"12"-13632"0"0,55 61 157 0 0,-6-6-2040 0 0,-51-57-2411 0 0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28.8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304 45 11795 0 0,'0'0'10344'0'0,"-30"-7"-10282"0"0,-93-22-26 0 0,85 21-14 0 0,26 8-6 0 0,3 1-12 0 0,2-1-298 0 0,-1 1 0 0 0,0 0 0 0 0,1 0 0 0 0,0 0-1 0 0,-13 6 1 0 0,2 0-3301 0 0,2 3-3389 0 0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29.6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356 27 0 0 0,'0'0'22487'0'0,"7"-4"-21712"0"0,24-14-100 0 0,-24 14 1948 0 0,-34 40-2895 0 0,19-29 260 0 0,3-2 8 0 0,0 0 0 0 0,0 0 0 0 0,1 0 0 0 0,-5 7 0 0 0,5-6 8 0 0,-1 0 0 0 0,0 0-1 0 0,-9 9 1 0 0,-1 1-7 0 0,11-11 8 0 0,-121 154 88 0 0,-14 58-113 0 0,135-211-139 0 0,1 0 1 0 0,0-1-1 0 0,0 1 0 0 0,0 0 1 0 0,1 1-1 0 0,-2 7 1 0 0,3-7-1520 0 0,-1 0 1 0 0,2 0-1 0 0,-1 9 0 0 0,2-9-3783 0 0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30.4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68 4953 0 0,'0'0'19736'0'0,"4"-9"-19226"0"0,11-29-125 0 0,-14 37-357 0 0,-1-1-1 0 0,1 1 1 0 0,0 0 0 0 0,0 0-1 0 0,0-1 1 0 0,0 1 0 0 0,0 0-1 0 0,0 0 1 0 0,1 0 0 0 0,-1 0-1 0 0,0 0 1 0 0,1 0-1 0 0,-1 0 1 0 0,0 1 0 0 0,1-1-1 0 0,-1 0 1 0 0,1 1 0 0 0,-1-1-1 0 0,1 1 1 0 0,-1-1 0 0 0,1 1-1 0 0,-1 0 1 0 0,1 0 0 0 0,0 0-1 0 0,-1 0 1 0 0,1 0-1 0 0,-1 0 1 0 0,4 1 0 0 0,0-1-23 0 0,3 0-11 0 0,0 0-1 0 0,0 0 1 0 0,0 1 0 0 0,0 0 0 0 0,0 1-1 0 0,9 2 1 0 0,-13-2 5 0 0,3 0-6 0 0,1 0 0 0 0,-1 1-1 0 0,0 0 1 0 0,0 0 0 0 0,-1 0-1 0 0,1 1 1 0 0,-1 0 0 0 0,8 7-1 0 0,-10-8 3 0 0,-3-2-7 0 0,0 0-1 0 0,-1 0 0 0 0,1-1 1 0 0,0 1-1 0 0,0 0 1 0 0,-1 0-1 0 0,1 0 1 0 0,0 0-1 0 0,-1 0 1 0 0,1 0-1 0 0,-1 0 0 0 0,1 0 1 0 0,-1 0-1 0 0,0 0 1 0 0,1 0-1 0 0,-1 0 1 0 0,0 0-1 0 0,0 0 0 0 0,0 0 1 0 0,0 0-1 0 0,0 0 1 0 0,0 0-1 0 0,0 2 1 0 0,0 3 0 0 0,0 0 0 0 0,0 0 0 0 0,-1 0 0 0 0,0 0 0 0 0,0 0 0 0 0,0 0 0 0 0,-1 0 0 0 0,-2 6 0 0 0,0 1-14 0 0,4-10 22 0 0,-1 0 1 0 0,0 0-1 0 0,0-1 1 0 0,1 1-1 0 0,-3 3 1 0 0,-15 33 5 0 0,13-28-1 0 0,0 0 0 0 0,0 0 0 0 0,-7 9 1 0 0,-10 20-18 0 0,8-17 21 0 0,6-10 2 0 0,5-8-4 0 0,2-5 10 0 0,1 1-1 0 0,-1-1 1 0 0,1 1 0 0 0,-1-1-1 0 0,1 1 1 0 0,0 0 0 0 0,-1-1-1 0 0,1 1 1 0 0,0-1 0 0 0,0 1-1 0 0,-1 0 1 0 0,1-1 0 0 0,0 1-1 0 0,0 0 1 0 0,0-1 0 0 0,0 1-1 0 0,0 0 1 0 0,0-1 0 0 0,0 1-1 0 0,0 1 1 0 0,13 0 499 0 0,275 5 361 0 0,-190-8-6963 0 0,-87 2-930 0 0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43.2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246 13 5049 0 0,'0'0'14810'0'0,"6"-1"-14062"0"0,20-3-80 0 0,-25 4-422 0 0,0 0 0 0 0,0 0 0 0 0,0 0-1 0 0,0 0 1 0 0,0-1 0 0 0,1 1 0 0 0,-1 0-1 0 0,0-1 1 0 0,0 1 0 0 0,0-1 0 0 0,0 1-1 0 0,1-2 1 0 0,-2 2-192 0 0,0-1 0 0 0,-1 1-1 0 0,1 0 1 0 0,0 0 0 0 0,-1-1 0 0 0,1 1-1 0 0,-1 0 1 0 0,1 0 0 0 0,0 0-1 0 0,-1 0 1 0 0,1-1 0 0 0,-1 1 0 0 0,1 0-1 0 0,-1 0 1 0 0,1 0 0 0 0,-1 0 0 0 0,1 0-1 0 0,0 0 1 0 0,-1 0 0 0 0,1 0-1 0 0,-1 1 1 0 0,-163 6 1096 0 0,140-6-1539 0 0,0 1 1 0 0,-32 6-1 0 0,41-8-5576 0 0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43.7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295 28 7506 0 0,'0'0'19188'0'0,"0"-5"-18960"0"0,1-12-60 0 0,-1 17-151 0 0,0-1 0 0 0,0 1 0 0 0,0 0 0 0 0,0 0 1 0 0,0-1-1 0 0,0 1 0 0 0,0 0 0 0 0,0 0 0 0 0,1-1 0 0 0,-1 1 1 0 0,0 0-1 0 0,0 0 0 0 0,0-1 0 0 0,1 1 0 0 0,-1 0 0 0 0,0 0 0 0 0,0 0 1 0 0,0 0-1 0 0,1-1 0 0 0,-1 1 0 0 0,0 0 0 0 0,0 0 0 0 0,1 0 1 0 0,-1 0-1 0 0,1 0 157 0 0,-6 1-156 0 0,-35 5 169 0 0,-71 3 0 0 0,76-9-447 0 0,-26 0-1372 0 0,22 2-6136 0 0,29-1 497 0 0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39.6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1 102 0 0 0,'0'0'0'0'0,"31"-66"0"0"0,-29 59 0 0 0,5 0 0 0 0,-5 0 0 0 0,0 1 0 0 0,1-1 0 0 0,-1 6 0 0 0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43.6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275 39 3081 0 0,'0'0'15956'0'0,"-13"1"-13595"0"0,5-1-1934 0 0,1-2 1 0 0,-1 1-1 0 0,1-1 0 0 0,0 0 1 0 0,0 0-1 0 0,-12-6 0 0 0,9 4-220 0 0,0 0 0 0 0,-13-2-1 0 0,9 3-150 0 0,-1 0-1 0 0,0 2 0 0 0,-15-1 1 0 0,-10 5-906 0 0,19-2-3475 0 0,1 0-8360 0 0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43.9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241 58 9674 0 0,'0'0'15330'0'0,"-18"-9"-15285"0"0,-54-28-22 0 0,45 26 1 0 0,26 11-23 0 0,1 0 0 0 0,-1 0 0 0 0,0 0 0 0 0,1 0 0 0 0,-1 0-1 0 0,0 0 1 0 0,1 0 0 0 0,-1 0 0 0 0,0 0 0 0 0,1 0 0 0 0,-1 1 0 0 0,1-1 0 0 0,-1 0 0 0 0,0 1 0 0 0,-5 1 4 0 0,-2 0-67 0 0,1 1 1 0 0,0 0-1 0 0,-9 5 1 0 0,-9 3-1239 0 0,-2-2-3308 0 0,9-4-3391 0 0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46.2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84 24 0 0,'0'0'13755'0'0,"-2"-4"-12508"0"0,-10-16 7543 0 0,12 20-8593 0 0,-2 7 993 0 0,2 10-1985 0 0,15 43 808 0 0,2-2 0 0 0,3 1 0 0 0,51 100 0 0 0,-57-130-16 0 0,-2-4 33 0 0,1 0 0 0 0,0 0 0 0 0,2-2 0 0 0,19 24 0 0 0,-33-45 44 0 0,0-1 1 0 0,0 1 0 0 0,1-1 0 0 0,-1 0-1 0 0,0 0 1 0 0,0 1 0 0 0,0-1 0 0 0,1 0-1 0 0,-1 0 1 0 0,1 0 0 0 0,-1 0-1 0 0,1-1 1 0 0,-1 1 0 0 0,1 0 0 0 0,0-1-1 0 0,-1 1 1 0 0,1-1 0 0 0,0 1 0 0 0,-1-1-1 0 0,1 0 1 0 0,0 0 0 0 0,3 0 0 0 0,-4-1-47 0 0,1 0-1 0 0,-1 0 1 0 0,0 0 0 0 0,1 0 0 0 0,-1 0 0 0 0,0-1 0 0 0,0 1 0 0 0,0 0 0 0 0,0-1 0 0 0,0 1 0 0 0,0-1 0 0 0,-1 1-1 0 0,2-4 1 0 0,2-7-43 0 0,-1 0-1 0 0,0 0 0 0 0,0 0 0 0 0,-2 0 0 0 0,1-1 1 0 0,-2 1-1 0 0,0 0 0 0 0,0-1 0 0 0,-1 1 1 0 0,0-1-1 0 0,-5-14 0 0 0,5 22 142 0 0,-2-7-618 0 0,3 11 107 0 0,4 7 88 0 0,6 13 152 0 0,0 0 0 0 0,2-1 0 0 0,19 23 1 0 0,-23-31 90 0 0,1-1-1 0 0,0 0 1 0 0,0-1 0 0 0,1 1 0 0 0,0-2 0 0 0,1 1 0 0 0,12 5 0 0 0,-16-9 89 0 0,-1-1 0 0 0,0 0 0 0 0,1-1-1 0 0,-1 1 1 0 0,1-1 0 0 0,0-1 0 0 0,0 1 0 0 0,0-1 0 0 0,0 0 0 0 0,0-1 0 0 0,0 0 0 0 0,10-1 0 0 0,-15 1-13 0 0,-1-1-1 0 0,1 1 1 0 0,0-1 0 0 0,-1 0-1 0 0,1 0 1 0 0,-1 0-1 0 0,1 0 1 0 0,-1 0-1 0 0,1 0 1 0 0,-1-1 0 0 0,0 1-1 0 0,1 0 1 0 0,-1-1-1 0 0,0 1 1 0 0,0-1-1 0 0,0 1 1 0 0,0-1-1 0 0,0 1 1 0 0,-1-1 0 0 0,1 0-1 0 0,0 1 1 0 0,0-3-1 0 0,1-3 23 0 0,-1 1 0 0 0,1-1 0 0 0,-1 0-1 0 0,1-11 1 0 0,-1-15 49 0 0,-2 0 0 0 0,0 0 0 0 0,-2 1-1 0 0,-10-41 1 0 0,-33-94 28 0 0,20 75-98 0 0,5 22-759 0 0,21 69-211 0 0,0 9-5681 0 0,0 15-2546 0 0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46.9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 43 3681 0 0,'0'0'20574'0'0,"-4"-7"-20116"0"0,-10-21-112 0 0,11 21 394 0 0,3 8-933 0 0,0 0 183 0 0,0 0 1 0 0,0 1 0 0 0,0-1 0 0 0,0 0-1 0 0,0 1 1 0 0,1-1 0 0 0,-1 0-1 0 0,0 0 1 0 0,2 2 0 0 0,-2-3 8 0 0,2 8 3 0 0,1 0-1 0 0,-1-1 1 0 0,-1 1 0 0 0,1 0-1 0 0,-2 0 1 0 0,1 0 0 0 0,-1 0-1 0 0,0 9 1 0 0,0-10-10 0 0,3 24 54 0 0,-1-18-13 0 0,-2-13-26 0 0,0 0 0 0 0,0 1 0 0 0,0-1 0 0 0,0 0 0 0 0,0 1 0 0 0,0-1 0 0 0,0 1 0 0 0,1-1 0 0 0,-1 0 0 0 0,0 1 0 0 0,0-1 0 0 0,0 0 0 0 0,1 0 0 0 0,-1 1 0 0 0,0-1 0 0 0,0 0 0 0 0,1 0 1 0 0,-1 1-1 0 0,0-1 0 0 0,0 0 0 0 0,1 0 0 0 0,-1 1 0 0 0,0-1 0 0 0,1 0 0 0 0,-1 0 0 0 0,0 0 0 0 0,1 0 0 0 0,11 6 690 0 0,3-4-523 0 0,0-1-1 0 0,1-1 0 0 0,21-1 0 0 0,-28 0-142 0 0,162-12 98 0 0,-165 12-338 0 0,16-1 198 0 0,-12-2-3986 0 0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47.1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5833 0 0,'0'0'15198'0'0,"0"12"-15090"0"0,-1 6-55 0 0,2 43 196 0 0,1-49-102 0 0,0 1 0 0 0,1-1 0 0 0,0 0 0 0 0,1 0 0 0 0,9 21 0 0 0,-1-4 8 0 0,-5-12-394 0 0,3 8-1280 0 0,-7-7-9086 0 0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50.7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23 3169 0 0,'0'0'14548'0'0,"1"-4"-13528"0"0,0-15-211 0 0,0 27 4623 0 0,5 10-3978 0 0,3 13-1959 0 0,5 12 530 0 0,3 4 63 0 0,-16-45-73 0 0,-1-1-1 0 0,1 1 1 0 0,0-1-1 0 0,-1 1 0 0 0,1-1 1 0 0,0 1-1 0 0,0-1 1 0 0,1 2-1 0 0,6 10 174 0 0,-8-12-133 0 0,1 0 0 0 0,0 0 1 0 0,-1 0-1 0 0,1 0 1 0 0,0-1-1 0 0,0 1 1 0 0,-1 0-1 0 0,1 0 0 0 0,0-1 1 0 0,0 1-1 0 0,0 0 1 0 0,0-1-1 0 0,0 1 1 0 0,0-1-1 0 0,1 1 0 0 0,11 7-3703 0 0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52.0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63 34 12219 0 0,'0'0'15098'0'0,"-10"-6"-14956"0"0,-32-16-54 0 0,31 17-9 0 0,12 5-435 0 0,-1 0 117 0 0,1 0 0 0 0,-1 0 1 0 0,1 0-1 0 0,-1 0 0 0 0,1 1 0 0 0,-1-1 1 0 0,1 0-1 0 0,-1 0 0 0 0,1 1 1 0 0,-1-1-1 0 0,1 0 0 0 0,-1 1 0 0 0,1-1 1 0 0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52.7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10306 0 0,'0'0'12971'0'0,"1"11"-13147"0"0,0 4 176 0 0,0-4 7 0 0,1 1-1 0 0,0-1 1 0 0,5 19 0 0 0,8 15 53 0 0,1-1 0 0 0,3-1 1 0 0,1 0-1 0 0,2-1 1 0 0,2-1-1 0 0,35 45 0 0 0,-7-22-273 0 0,-49-60 120 0 0,-3-3 90 0 0,0-1 0 0 0,0 0-1 0 0,1 1 1 0 0,-1-1-1 0 0,0 0 1 0 0,0 1 0 0 0,1-1-1 0 0,-1 0 1 0 0,0 0-1 0 0,0 1 1 0 0,1-1-1 0 0,-1 0 1 0 0,0 0 0 0 0,1 0-1 0 0,-1 1 1 0 0,0-1-1 0 0,1 0 1 0 0,-1 0-1 0 0,1 0 1 0 0,-1 0 0 0 0,0 0-1 0 0,1 0 1 0 0,-1 0-1 0 0,1 1 1 0 0,-1-1 0 0 0,0 0-1 0 0,1-1 1 0 0,-1 1-1 0 0,0 0 1 0 0,1 0-1 0 0,-1 0 1 0 0,1 0 0 0 0,0-2 3 0 0,-1 1 1 0 0,0-1 0 0 0,1 0 0 0 0,-1 1 0 0 0,0-1 0 0 0,0 0-1 0 0,0 1 1 0 0,0-4 0 0 0,-1 1-12 0 0,2-11-51 0 0,-1 7-5 0 0,1 1 0 0 0,-2 0 1 0 0,1 0-1 0 0,-1 0 0 0 0,0 0 0 0 0,0 0 0 0 0,0 0 1 0 0,-5-11-1 0 0,6 18 43 0 0,0 0 0 0 0,0 0 0 0 0,0 0 0 0 0,0 0 0 0 0,0 0-1 0 0,0 0 1 0 0,0 0 0 0 0,0 0 0 0 0,0-1 0 0 0,0 1 0 0 0,0 0 0 0 0,1 0 0 0 0,-1 0 0 0 0,0 0 0 0 0,0 0 0 0 0,0 0 0 0 0,0 0 0 0 0,0 0 0 0 0,0 0 0 0 0,0 0 0 0 0,0 0 0 0 0,0 0 0 0 0,0 0-1 0 0,0 0 1 0 0,0 0 0 0 0,0 0 0 0 0,0 0 0 0 0,0 0 0 0 0,0 0 0 0 0,0 0 0 0 0,0 0 0 0 0,0 0 0 0 0,0 0 0 0 0,0 0 0 0 0,0-1 0 0 0,0 1 0 0 0,0 0 0 0 0,0 0 0 0 0,0 0 0 0 0,0 0 0 0 0,0 0-1 0 0,0 0 1 0 0,0 0 0 0 0,0 0 0 0 0,0 0 0 0 0,0 0 0 0 0,0 0 0 0 0,0 0 0 0 0,0 0 0 0 0,0 0 0 0 0,0 0 0 0 0,0 0 0 0 0,0 0 0 0 0,0 0 0 0 0,0 0 0 0 0,0-1 0 0 0,0 1 0 0 0,0 0-1 0 0,0 0 1 0 0,3 3-301 0 0,9 13-130 0 0,5 8-193 0 0,1-1-1 0 0,41 39 1 0 0,-53-56 668 0 0,1-1-1 0 0,0 1 1 0 0,0-2-1 0 0,0 1 1 0 0,0-1-1 0 0,1 0 0 0 0,0 0 1 0 0,0-1-1 0 0,0 0 1 0 0,0-1-1 0 0,0 0 1 0 0,1 0-1 0 0,-1-1 1 0 0,16 1-1 0 0,-21-1 84 0 0,1-1 0 0 0,-1-1 0 0 0,0 1 1 0 0,1 0-1 0 0,-1-1 0 0 0,0 0 0 0 0,0 0 0 0 0,0 0 0 0 0,0 0 1 0 0,0 0-1 0 0,0 0 0 0 0,0-1 0 0 0,0 1 0 0 0,0-1 0 0 0,-1 0 1 0 0,1 0-1 0 0,0 0 0 0 0,-1 0 0 0 0,0-1 0 0 0,0 1 0 0 0,1-1 1 0 0,-1 1-1 0 0,-1-1 0 0 0,1 0 0 0 0,0 0 0 0 0,-1 1 0 0 0,1-1 0 0 0,-1 0 1 0 0,0-1-1 0 0,1-2 0 0 0,0-8 172 0 0,0 0 0 0 0,-1 1 0 0 0,0-1 1 0 0,-1 0-1 0 0,-2-19 0 0 0,0 15-353 0 0,-1 1 0 0 0,-1 0-1 0 0,0 0 1 0 0,-2 0 0 0 0,1 1 0 0 0,-2-1 0 0 0,-17-29 0 0 0,20 40-519 0 0,0 0 0 0 0,0 0 0 0 0,-1 1 0 0 0,0 0 0 0 0,-10-10 0 0 0,11 12-1369 0 0,0 0 0 0 0,-1 0 0 0 0,1 0 0 0 0,-10-3-1 0 0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53.2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23 5345 0 0,'0'0'19170'0'0,"-3"-5"-19164"0"0,-9-12-20 0 0,12 17 12 0 0,0 0 0 0 0,0 0 1 0 0,0 0-1 0 0,0 0 1 0 0,0 0-1 0 0,0 0 1 0 0,0 0-1 0 0,0 0 1 0 0,0 0-1 0 0,0 0 0 0 0,0 0 1 0 0,0 0-1 0 0,0 0 1 0 0,0 0-1 0 0,0 0 1 0 0,0 0-1 0 0,0 0 1 0 0,0 1-1 0 0,0-1 0 0 0,0 0 1 0 0,0 0-1 0 0,0 0 1 0 0,0 0-1 0 0,0 0 1 0 0,0 0-1 0 0,0 0 0 0 0,0 0 1 0 0,0 0-1 0 0,0 0 1 0 0,0 0-1 0 0,0 0 1 0 0,0 0-1 0 0,0 0 1 0 0,0 0-1 0 0,0 0 0 0 0,0 0 1 0 0,-1 0-1 0 0,1 0 1 0 0,0 0-1 0 0,0 0 1 0 0,0 0-1 0 0,0 0 1 0 0,0 0-1 0 0,0 0 0 0 0,0 0 1 0 0,0 0-1 0 0,0 0 1 0 0,0-1-1 0 0,0 1 1 0 0,0 0-1 0 0,0 0 1 0 0,0 0-1 0 0,0 0 0 0 0,0 0 1 0 0,0 0-1 0 0,0 0 1 0 0,0 0-1 0 0,0 0 1 0 0,0 0-1 0 0,0 0 1 0 0,0 0-1 0 0,0 0 0 0 0,0 0 1 0 0,0 0-1 0 0,0 0 1 0 0,0 0-1 0 0,0 0 1 0 0,-1 5-35 0 0,3 5 23 0 0,26 66 124 0 0,-24-64-105 0 0,-2-6-7 0 0,0 0 0 0 0,-1-1 0 0 0,0 1 0 0 0,0 0 0 0 0,-1 8 0 0 0,1-12-3 0 0,-1 0 1 0 0,0 0-1 0 0,-1 0 1 0 0,1 0-1 0 0,0 0 1 0 0,0 1-1 0 0,-1-1 1 0 0,0 0-1 0 0,1 0 1 0 0,-1 0-1 0 0,0 0 1 0 0,-2 3-1 0 0,3-5 30 0 0,0 0 0 0 0,0 1 0 0 0,0-1 0 0 0,0 0 0 0 0,0 0 0 0 0,0 0 1 0 0,0 0-1 0 0,0 0 0 0 0,0 1 0 0 0,0-1 0 0 0,0 0 0 0 0,0 0 0 0 0,0 0 0 0 0,0 0 0 0 0,0 1 0 0 0,0-1 0 0 0,0 0 0 0 0,0 0 0 0 0,0 0 0 0 0,0 0 0 0 0,0 0 0 0 0,0 1 0 0 0,0-1 0 0 0,0 0 0 0 0,0 0 0 0 0,0 0 0 0 0,0 0 1 0 0,0 0-1 0 0,1 0 0 0 0,-1 1 0 0 0,0-1 0 0 0,0 0 0 0 0,0 0 0 0 0,0 0 0 0 0,0 0 0 0 0,1 0 0 0 0,7 3 388 0 0,15-3-296 0 0,-18 0-59 0 0,40 1-21 0 0,-18 0-722 0 0,-1-1 1 0 0,41-5 0 0 0,-60 4-496 0 0,0-1 0 0 0,0 0-1 0 0,7-3 1 0 0,7-6-10017 0 0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53.4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 1 2921 0 0,'0'0'15360'0'0,"-7"21"-14994"0"0,-20 67-36 0 0,20-57-84 0 0,7-30-227 0 0,0 0 0 0 0,0 0 0 0 0,0 0 0 0 0,0 0-1 0 0,0-1 1 0 0,1 1 0 0 0,-1 0 0 0 0,0 0 0 0 0,0 0 0 0 0,1 0-1 0 0,-1 1 1 0 0,3 4 64 0 0,1 6-170 0 0,0 0 0 0 0,8 13 0 0 0,-5-7-1640 0 0,-6-15 1037 0 0,0-1-1 0 0,0 0 1 0 0,0 0 0 0 0,0 0-1 0 0,0 0 1 0 0,0 0 0 0 0,3 4-1 0 0,0 1-4489 0 0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54.2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1 129 3801 0 0,'0'0'18309'0'0,"9"-20"-18220"0"0,29-63-31 0 0,-27 64-39 0 0,-4 16-8 0 0,3 1-19 0 0,0 1 0 0 0,0 0 0 0 0,1 1 0 0 0,-1 0 0 0 0,0 1 0 0 0,0 0-1 0 0,1 1 1 0 0,-1 0 0 0 0,12 4 0 0 0,53 26 37 0 0,-74-32-39 0 0,-1 1 0 0 0,0-1 0 0 0,1 1-1 0 0,-1 0 1 0 0,0-1 0 0 0,0 1 0 0 0,0-1 0 0 0,1 1-1 0 0,-1 0 1 0 0,0-1 0 0 0,0 1 0 0 0,0 0-1 0 0,0-1 1 0 0,0 1 0 0 0,0 0 0 0 0,0-1-1 0 0,0 1 1 0 0,0-1 0 0 0,-1 1 0 0 0,1 0-1 0 0,0-1 1 0 0,0 1 0 0 0,0-1 0 0 0,-1 1-1 0 0,1 0 1 0 0,0-1 0 0 0,-1 1 0 0 0,1-1 0 0 0,-1 1-1 0 0,0 0 1 0 0,-21 22 19 0 0,17-17 5 0 0,1-1 0 0 0,-1 0-1 0 0,-10 8 1 0 0,11-10-4 0 0,1 0 0 0 0,0-1 0 0 0,0 1 0 0 0,-3 4 0 0 0,3-3 7 0 0,0-1 0 0 0,0 1 1 0 0,0-1-1 0 0,-4 2 0 0 0,6-3-2 0 0,0-1 0 0 0,-1 1 0 0 0,1 0-1 0 0,0-1 1 0 0,0 1 0 0 0,0 0 0 0 0,1-1 0 0 0,-1 1 0 0 0,0 0-1 0 0,1 0 1 0 0,-1 0 0 0 0,1 0 0 0 0,-1 3 0 0 0,1-4 20 0 0,-1 0 0 0 0,1 0 0 0 0,0 0 0 0 0,0 0 0 0 0,0 0 0 0 0,0 1 0 0 0,0-1 0 0 0,0 0 0 0 0,0 0 0 0 0,0 0 0 0 0,1 0 0 0 0,-1 0 0 0 0,0 0 0 0 0,1 0 0 0 0,-1 0 0 0 0,1 0 1 0 0,-1 0-1 0 0,1 0 0 0 0,-1 0 0 0 0,1 0 0 0 0,0 0 0 0 0,-1 0 0 0 0,1 0 0 0 0,0 0 0 0 0,1 1 0 0 0,3 0 198 0 0,-1 0-66 0 0,-1 0 0 0 0,1 0 0 0 0,0-1 0 0 0,0 1-1 0 0,0-1 1 0 0,0 0 0 0 0,0 0 0 0 0,8 1 0 0 0,6-2 16 0 0,0-1 0 0 0,0 0 0 0 0,0-1 0 0 0,22-6 0 0 0,-19 3-293 0 0,-1 2-1 0 0,33-2 1 0 0,2 5-2424 0 0,-54 0 2075 0 0,1 0 0 0 0,0 1 0 0 0,-1-1 0 0 0,1 0 0 0 0,0 1 0 0 0,-1-1 0 0 0,1 1 0 0 0,-1-1 0 0 0,1 1 0 0 0,0 0 0 0 0,2 1 0 0 0,7 7-6877 0 0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00.0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277 29 560 0 0,'15'0'22110'0'0,"-23"0"-21076"0"0,-24-1-542 0 0,-1-1 0 0 0,-46-9 0 0 0,52 6-418 0 0,0 1 1 0 0,-39-1-1 0 0,65 5-149 0 0,0 0 0 0 0,0 1 0 0 0,0-1 0 0 0,0 0 0 0 0,0 1 0 0 0,0-1 0 0 0,1 1 0 0 0,-1-1 0 0 0,0 1 0 0 0,0 0 0 0 0,0-1 0 0 0,0 1 0 0 0,1 0 0 0 0,-1-1 0 0 0,0 1 0 0 0,0 0 0 0 0,0 1 0 0 0,-3 3-2059 0 0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00.4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331 106 4217 0 0,'0'0'20066'0'0,"-11"-17"-19712"0"0,-32-51-56 0 0,30 50-114 0 0,10 16 107 0 0,3 2-128 0 0,-7 0-138 0 0,-1 1-1 0 0,1 0 0 0 0,-12 3 1 0 0,-10 2-19 0 0,-78 3-685 0 0,72-8-3747 0 0,-1 0-5750 0 0,24-1-220 0 0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01.7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 61 1488 0 0,'0'0'22844'0'0,"-7"-10"-22416"0"0,-20-31-117 0 0,20 31 322 0 0,8 10-653 0 0,0 1 7 0 0,-1-1 0 0 0,1 0 0 0 0,-1 0 0 0 0,1 0 0 0 0,-1 1 0 0 0,1-1-1 0 0,-1 0 1 0 0,1 1 0 0 0,-1-1 0 0 0,1 0 0 0 0,-1 1 0 0 0,1-1 0 0 0,-1 1-1 0 0,0-1 1 0 0,1 1 0 0 0,-1-1 0 0 0,0 1 0 0 0,1-1 0 0 0,-1 1 0 0 0,8 15-38 0 0,-6-9 24 0 0,24 50 44 0 0,23 74 1 0 0,-13-30-13 0 0,-32-92 4 0 0,2 11-29 0 0,1-1 1 0 0,1-1 0 0 0,20 33 0 0 0,-17-33-11 0 0,-7-11 55 0 0,0 0 0 0 0,1-1 0 0 0,10 12 0 0 0,-13-16-14 0 0,0 0 0 0 0,0-1 1 0 0,0 1-1 0 0,0-1 0 0 0,1 1 0 0 0,-1-1 0 0 0,0 0 1 0 0,1 0-1 0 0,-1 0 0 0 0,1 0 0 0 0,-1 0 0 0 0,1-1 0 0 0,0 1 1 0 0,-1-1-1 0 0,1 0 0 0 0,3 1 0 0 0,-4-2-1 0 0,0 1 1 0 0,0 0-1 0 0,0-1 0 0 0,0 1 1 0 0,0-1-1 0 0,0 0 0 0 0,0 0 0 0 0,0 0 1 0 0,-1 0-1 0 0,1 0 0 0 0,0 0 1 0 0,0 0-1 0 0,-1 0 0 0 0,1-1 0 0 0,-1 1 1 0 0,1-1-1 0 0,-1 1 0 0 0,0-1 0 0 0,1 0 1 0 0,-1 1-1 0 0,0-1 0 0 0,0 0 1 0 0,0 0-1 0 0,0 0 0 0 0,0-2 0 0 0,3-4-6 0 0,-1-1-1 0 0,-1 0 0 0 0,0 0 0 0 0,2-14 0 0 0,-2 11-26 0 0,-1 0 1 0 0,0 0-1 0 0,-1 0 0 0 0,-1 0 1 0 0,0 0-1 0 0,0 0 0 0 0,-1 0 0 0 0,-1 0 1 0 0,-6-17-1 0 0,9 28 21 0 0,-1-1-1 0 0,1 1 0 0 0,0-1 1 0 0,-1 1-1 0 0,1 0 1 0 0,0-1-1 0 0,0 1 0 0 0,0-3 1 0 0,0 3 0 0 0,0 1-36 0 0,1 3-578 0 0,21 26 30 0 0,44 45 0 0 0,-48-56 419 0 0,2-1 0 0 0,0-1 0 0 0,34 22 0 0 0,-49-35 185 0 0,0 0-1 0 0,-1-1 1 0 0,2 0 0 0 0,-1 0-1 0 0,0-1 1 0 0,0 1 0 0 0,0-1 0 0 0,1 0-1 0 0,-1-1 1 0 0,11 1 0 0 0,-15-1-1 0 0,0 0 1 0 0,0 0-1 0 0,0 0 1 0 0,0 0-1 0 0,0-1 1 0 0,0 1 0 0 0,0 0-1 0 0,0-1 1 0 0,-1 1-1 0 0,1 0 1 0 0,0-1-1 0 0,0 1 1 0 0,0-1 0 0 0,0 0-1 0 0,0 1 1 0 0,-1-1-1 0 0,1 0 1 0 0,0 1-1 0 0,0-2 1 0 0,1 0 9 0 0,-1 0-1 0 0,0 0 1 0 0,0 0 0 0 0,0 0-1 0 0,0-1 1 0 0,0 1 0 0 0,1-5-1 0 0,0-2 16 0 0,-1 0 0 0 0,0 0 0 0 0,0-12 0 0 0,-2 9 6 0 0,0 0 0 0 0,-1 0-1 0 0,0 1 1 0 0,0-1 0 0 0,-9-21 0 0 0,-28-55 122 0 0,28 65-143 0 0,-4-7-4 0 0,-10-25 22 0 0,-12-33-97 0 0,31 78-640 0 0,1 9-3746 0 0,4 1 3882 0 0,1 1 0 0 0,-1 0 0 0 0,0 0 0 0 0,1-1 0 0 0,-1 1 0 0 0,1 0 0 0 0,-1 0 0 0 0,1 0 0 0 0,0 0 0 0 0,-1-1 0 0 0,1 1 0 0 0,0 0 0 0 0,-1 0 0 0 0,1 0 0 0 0,0 2 0 0 0,-1 6-4139 0 0,0-2-1124 0 0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02.3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 3433 0 0,'0'0'22335'0'0,"0"-2"-22249"0"0,0-3-67 0 0,0 7-90 0 0,2 19-62 0 0,2-9 99 0 0,7 16-1 0 0,3 12 68 0 0,-12-34-40 0 0,1 0-1 0 0,-1 0 1 0 0,7 10-1 0 0,5 11 53 0 0,-11-18-38 0 0,7 20-41 0 0,-10-28 46 0 0,0-1-1 0 0,0 1 0 0 0,0-1 0 0 0,0 1 0 0 0,1-1 1 0 0,-1 1-1 0 0,0-1 0 0 0,0 1 0 0 0,0-1 0 0 0,1 1 1 0 0,-1-1-1 0 0,0 0 0 0 0,1 1 0 0 0,-1-1 0 0 0,0 1 1 0 0,1-1-1 0 0,-1 0 0 0 0,1 1 0 0 0,-1-1 0 0 0,1 0 0 0 0,-1 0 1 0 0,0 1-1 0 0,1-1 0 0 0,-1 0 0 0 0,2 0 0 0 0,14 1 846 0 0,-7-1-771 0 0,5-1-54 0 0,0-1 0 0 0,0 0-1 0 0,0-1 1 0 0,17-6 0 0 0,15-3 10 0 0,109-28-2647 0 0,-147 38 1055 0 0,2-1-1895 0 0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02.5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0 5441 0 0,'0'0'15094'0'0,"-5"18"-14686"0"0,-15 56-76 0 0,19-69-253 0 0,0 0 1 0 0,0 0-1 0 0,0 0 0 0 0,0 11 0 0 0,1-14-40 0 0,1 0 0 0 0,-1 0 0 0 0,1 0 0 0 0,-1 1-1 0 0,1-1 1 0 0,0 0 0 0 0,1 2 0 0 0,3 10 185 0 0,-2-6-142 0 0,0-1 0 0 0,0 1 0 0 0,1-1-1 0 0,6 9 1 0 0,1 1-2460 0 0,-9-14 1534 0 0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03.2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 8938 0 0,'0'0'13177'0'0,"0"-2"-13866"0"0,0 2 688 0 0,0 1 1 0 0,0-1-1 0 0,0 0 1 0 0,0 0-1 0 0,0 0 1 0 0,0 0-1 0 0,0 0 0 0 0,0 0 1 0 0,0 0-1 0 0,0 0 1 0 0,0 0-1 0 0,0 0 1 0 0,0 0-1 0 0,0 0 1 0 0,1 0-1 0 0,-1 0 0 0 0,0 0 1 0 0,0 1-1 0 0,0-1 1 0 0,0 0-1 0 0,0 0 1 0 0,0 0-1 0 0,0 0 1 0 0,0 0-1 0 0,0 0 0 0 0,0 0 1 0 0,0 0-1 0 0,0 0 1 0 0,0 0-1 0 0,1 0 1 0 0,-1 0-1 0 0,0 0 1 0 0,0 0-1 0 0,0 0 0 0 0,0 0 1 0 0,0 0-1 0 0,0 0 1 0 0,0 0-1 0 0,0 0 1 0 0,0 0-1 0 0,0 0 1 0 0,0 0-1 0 0,0 0 0 0 0,0-1 1 0 0,1 1-1 0 0,-1 0 1 0 0,0 0-1 0 0,0 0 1 0 0,0 0-1 0 0,0 0 1 0 0,0 0-1 0 0,0 0 0 0 0,0 0 1 0 0,0 0-1 0 0,0 0 1 0 0,0 0-1 0 0,0 0 1 0 0,0 0-1 0 0,0 0 1 0 0,0 0-1 0 0,0 0 0 0 0,0-1 1 0 0,0 1-1 0 0,0 0 1 0 0,0 0-1 0 0,6 11 1 0 0,9 22 42 0 0,-12-24-34 0 0,68 133 175 0 0,-53-110-332 0 0,-17-30-117 0 0,0 0 1 0 0,0 1 0 0 0,-1-1 0 0 0,1 0 0 0 0,0 0 0 0 0,-1 0-1 0 0,1 4 1 0 0,-1 8-7248 0 0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03.9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0 8818 0 0,'0'0'19772'0'0,"-1"0"-19400"0"0,2 0-394 0 0,0 0 0 0 0,-1 0 0 0 0,1 1 0 0 0,0-1 0 0 0,0 0 0 0 0,0 0 0 0 0,-1 1 0 0 0,1-1 0 0 0,0 0 1 0 0,0 1-1 0 0,-1-1 0 0 0,1 1 0 0 0,0-1 0 0 0,-1 1 0 0 0,1-1 0 0 0,-1 1 0 0 0,1-1 0 0 0,0 1 0 0 0,-1 0 0 0 0,1-1 0 0 0,-1 1 0 0 0,0 0 0 0 0,1-1 0 0 0,-1 1 0 0 0,1 0 0 0 0,-1 0 0 0 0,0-1 0 0 0,0 1 0 0 0,1 0 0 0 0,-1 0 0 0 0,0 0 0 0 0,0-1 0 0 0,0 3 0 0 0,0-2-405 0 0,0 0 0 0 0,0 1 0 0 0,0-1-1 0 0,0 1 1 0 0,0-1 0 0 0,-1 0 0 0 0,1 1-1 0 0,-1 2 1 0 0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04.7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7234 0 0,'0'0'15400'0'0,"1"9"-15349"0"0,0 0-33 0 0,0 0 8 0 0,0-1 0 0 0,0 1 0 0 0,1 0 0 0 0,5 11 0 0 0,3 4 138 0 0,1 0 0 0 0,17 28 0 0 0,34 40 253 0 0,-36-59-327 0 0,41 42 1 0 0,-53-60-89 0 0,-5-6-86 0 0,0-1 0 0 0,0 0-1 0 0,1 0 1 0 0,18 11 0 0 0,-27-19 82 0 0,0 1 0 0 0,-1-1 0 0 0,1 0 0 0 0,0 1 0 0 0,0-1 0 0 0,0 0 1 0 0,0 1-1 0 0,0-1 0 0 0,0 0 0 0 0,0 0 0 0 0,-1 0 0 0 0,1 0 0 0 0,0 0 1 0 0,2 0-1 0 0,-3 0 2 0 0,0 0 0 0 0,1 0-1 0 0,-1 0 1 0 0,1-1 0 0 0,-1 1 0 0 0,1 0 0 0 0,-1 0 0 0 0,0-1 0 0 0,1 1 0 0 0,-1 0 0 0 0,0-1 0 0 0,1 1 0 0 0,-1 0 0 0 0,0-1-1 0 0,0 1 1 0 0,1 0 0 0 0,-1-1 0 0 0,0 1 0 0 0,0-1 0 0 0,1 0 0 0 0,0-2-9 0 0,-1-1 1 0 0,1 0-1 0 0,-1 1 0 0 0,1-1 0 0 0,-1 0 1 0 0,-1-3-1 0 0,1 0-43 0 0,-1-4 0 0 0,0 0 0 0 0,-1 0 0 0 0,0 1 0 0 0,-1-1 0 0 0,-6-17 0 0 0,0 3 32 0 0,8 20 82 0 0,0 1 1 0 0,0-1-1 0 0,0 1 1 0 0,1-1-1 0 0,0-8 1 0 0,11 13-374 0 0,-8 1 265 0 0,0-1 0 0 0,1 1 1 0 0,-1 0-1 0 0,0 1 0 0 0,0-1 0 0 0,0 1 0 0 0,0-1 1 0 0,0 1-1 0 0,0 0 0 0 0,0 0 0 0 0,-1 0 0 0 0,1 0 1 0 0,2 3-1 0 0,5 4 1 0 0,8 5 8 0 0,-3-2 25 0 0,2 1-1 0 0,-1-2 1 0 0,25 13 0 0 0,-30-18 2 0 0,-8-5 66 0 0,-1 1-1 0 0,1-1 1 0 0,0 1-1 0 0,-1-1 1 0 0,1 0-1 0 0,5 1 1 0 0,-7-2-34 0 0,0 0 0 0 0,0 0 1 0 0,0 0-1 0 0,0 0 1 0 0,0 0-1 0 0,-1 0 0 0 0,1-1 1 0 0,0 1-1 0 0,0 0 1 0 0,0 0-1 0 0,0-1 0 0 0,-1 1 1 0 0,1-1-1 0 0,0 1 1 0 0,0 0-1 0 0,-1-1 0 0 0,1 1 1 0 0,0-1-1 0 0,-1 0 0 0 0,1 1 1 0 0,-1-1-1 0 0,1 0 1 0 0,-1 1-1 0 0,1-1 0 0 0,-1 0 1 0 0,1 1-1 0 0,-1-1 1 0 0,1-2-1 0 0,1-1 27 0 0,-1 0 1 0 0,1 0-1 0 0,-1 0 0 0 0,0-1 0 0 0,0 1 1 0 0,0-1-1 0 0,-1-4 0 0 0,0-34 113 0 0,-1 18-103 0 0,-1 8-42 0 0,1 0 0 0 0,-2 0 0 0 0,-1 0 0 0 0,-7-22 1 0 0,1 1-34 0 0,7 27-34 0 0,0 0-1 0 0,-1-1 0 0 0,-8-14 1 0 0,9 20-651 0 0,0 1 0 0 0,0 1 1 0 0,-6-8-1 0 0,6 9-917 0 0,0 0 0 0 0,0 1 0 0 0,0-1 0 0 0,0 0 0 0 0,-6-2 0 0 0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05.4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68 5449 0 0,'0'0'17703'0'0,"5"-10"-17458"0"0,16-29-62 0 0,-21 38-171 0 0,1 0 0 0 0,-1 0 0 0 0,1 0 0 0 0,-1 0 0 0 0,1 1 0 0 0,0-1 0 0 0,0 0 0 0 0,-1 0 0 0 0,1 0 0 0 0,0 1 0 0 0,0-1 0 0 0,0 0 0 0 0,0 1 0 0 0,0-1 0 0 0,-1 0 0 0 0,1 1 0 0 0,0 0 0 0 0,1-1 0 0 0,-1 1 0 0 0,0-1 1 0 0,0 1-1 0 0,0 0 0 0 0,0 0 0 0 0,0 0 0 0 0,2 0 0 0 0,2-1 35 0 0,-1 0-33 0 0,0 0 1 0 0,0 1-1 0 0,0-1 0 0 0,0 1 1 0 0,0 0-1 0 0,0 0 1 0 0,0 1-1 0 0,0-1 0 0 0,6 2 1 0 0,-9-1-25 0 0,0 0 1 0 0,0-1-1 0 0,0 1 1 0 0,0 0-1 0 0,0 0 1 0 0,-1 0-1 0 0,1 0 1 0 0,0 0-1 0 0,0 0 1 0 0,-1 0-1 0 0,1 0 1 0 0,-1 1-1 0 0,1-1 1 0 0,-1 0-1 0 0,1 1 1 0 0,4 19-142 0 0,-2 4-21 0 0,-2 42-1 0 0,-1-47 191 0 0,0-11-34 0 0,-1 0 0 0 0,0 0 0 0 0,-4 11-1 0 0,3-12 30 0 0,0 1-1 0 0,1 0 0 0 0,-1 11 0 0 0,2 15 809 0 0,15-35 587 0 0,-12 0-1364 0 0,1-1-1 0 0,0 0 1 0 0,-1 1 0 0 0,1-1 0 0 0,6-3 0 0 0,7-1-4 0 0,8-2-31 0 0,1 2 0 0 0,-1 1 1 0 0,39-1-1 0 0,-34 4-317 0 0,-10 0 427 0 0,23 2 0 0 0,-37 0-698 0 0,-1 0 1 0 0,1 0-1 0 0,-1 0 0 0 0,1 0 0 0 0,0 1 1 0 0,-1 0-1 0 0,0 0 0 0 0,8 5 0 0 0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05.8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30 11370 0 0,'0'0'10292'0'0,"4"-6"-10429"0"0,0 1 129 0 0,-1 1 1 0 0,1-1 0 0 0,4-4-1 0 0,-7 9 8 0 0,-1 0-1 0 0,0 0 1 0 0,1 0-1 0 0,-1 0 1 0 0,0-1-1 0 0,1 1 1 0 0,-1 0-1 0 0,1 0 1 0 0,-1 0-1 0 0,0 0 1 0 0,1 0-1 0 0,-1 0 1 0 0,1 0-1 0 0,-1 0 1 0 0,0 0-1 0 0,1 0 1 0 0,-1 1-1 0 0,0-1 1 0 0,1 0 0 0 0,-1 0-1 0 0,1 0 1 0 0,-1 0-1 0 0,0 1 1 0 0,1-1-1 0 0,-1 0 1 0 0,0 0-1 0 0,0 1 1 0 0,1-1-1 0 0,-1 0 1 0 0,0 0-1 0 0,1 1 1 0 0,-1-1-1 0 0,0 0 1 0 0,0 1-1 0 0,1-1 1 0 0,9 17-5 0 0,-7-12 3 0 0,9 17-151 0 0,0 0-1 0 0,-2 1 0 0 0,9 28 1 0 0,-7-20-3125 0 0,1 0-3532 0 0,-7-17-3751 0 0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16.7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34 792 0 0,'0'0'14209'0'0,"-5"-4"-13211"0"0,-20-18 9595 0 0,25 22-10542 0 0,0 0 1 0 0,0-1-1 0 0,0 1 0 0 0,0 0 1 0 0,0 0-1 0 0,0 0 0 0 0,0-1 1 0 0,0 1-1 0 0,0 0 0 0 0,0 0 1 0 0,0 0-1 0 0,0-1 0 0 0,0 1 1 0 0,0 0-1 0 0,0 0 0 0 0,0 0 0 0 0,0-1 1 0 0,0 1-1 0 0,0 0 0 0 0,0 0 1 0 0,0 0-1 0 0,0-1 0 0 0,0 1 1 0 0,0 0-1 0 0,1 0 0 0 0,-1 0 1 0 0,0 0-1 0 0,0-1 0 0 0,0 1 1 0 0,0 0-1 0 0,0 0 0 0 0,1 0 1 0 0,-1 0-1 0 0,0 0 0 0 0,0 0 1 0 0,0-1-1 0 0,1 1 0 0 0,-1 0 1 0 0,0 0-1 0 0,0 0 0 0 0,0 0 1 0 0,1 0-1 0 0,-1 0 0 0 0,1 0-54 0 0,0 1 1 0 0,0-1-1 0 0,0 0 0 0 0,0 1 0 0 0,0-1 0 0 0,0 1 0 0 0,0-1 1 0 0,0 1-1 0 0,0-1 0 0 0,-1 1 0 0 0,1 0 0 0 0,0 0 0 0 0,0-1 1 0 0,-1 1-1 0 0,2 2 0 0 0,13 18-38 0 0,-7-10 40 0 0,49 59 40 0 0,-22-27-19 0 0,49 58-24 0 0,36 47 45 0 0,41 45-40 0 0,-75-91 17 0 0,-57-68 4 0 0,25 31-48 0 0,-26-32 60 0 0,-22-30-16 0 0,-6-3-23 0 0,0 0 0 0 0,0 0 0 0 0,0 0 0 0 0,0 0 0 0 0,1 0 0 0 0,-1 0 0 0 0,0 0 0 0 0,0 0 0 0 0,0 0 0 0 0,0-1 0 0 0,0 1 0 0 0,0 0-1 0 0,0 0 1 0 0,0 0 0 0 0,0 0 0 0 0,0 0 0 0 0,0 0 0 0 0,1 0 0 0 0,-1 0 0 0 0,0-1 0 0 0,0 1 0 0 0,0 0 0 0 0,0 0 0 0 0,0 0 0 0 0,0 0 0 0 0,0 0 0 0 0,0 0-1 0 0,0 0 1 0 0,0-1 0 0 0,0 1 0 0 0,0 0 0 0 0,0 0 0 0 0,0 0 0 0 0,0 0 0 0 0,0 0 0 0 0,0 0 0 0 0,0 0 0 0 0,0-1 0 0 0,0 1 0 0 0,-1 0 0 0 0,1 0 0 0 0,0 0 0 0 0,0 0-1 0 0,0 0 1 0 0,0 0 0 0 0,0 0 0 0 0,0 0 0 0 0,0-1 0 0 0,0 1 0 0 0,0 0 0 0 0,0 0 0 0 0,0 0 0 0 0,-1 0 0 0 0,1 0 0 0 0,0 0 0 0 0,0 0 0 0 0,0 0 0 0 0,0 0-1 0 0,-12-15-2346 0 0,-14-15 0 0 0,-1 2-6237 0 0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17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347 48 9914 0 0,'0'0'17964'0'0,"-1"-8"-17717"0"0,-1-23-59 0 0,1 23 134 0 0,1 17-378 0 0,5 47 43 0 0,-4-28 13 0 0,-2 0 0 0 0,-2 1-1 0 0,0-1 1 0 0,-2 0 0 0 0,-15 52 0 0 0,0-30-26 0 0,5-14 24 0 0,-63 137 50 0 0,36-86-15 0 0,25-56-2 0 0,-1 0 0 0 0,-42 53 0 0 0,9-13 80 0 0,49-68-218 0 0,0 0 0 0 0,1-1 0 0 0,-1 1 0 0 0,0 0 0 0 0,1 0 0 0 0,0 0 0 0 0,0 1 0 0 0,-1 3 0 0 0,1 9-6145 0 0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17.7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 13587 0 0,'0'0'14914'0'0,"0"-2"-14784"0"0,2-5-20 0 0,-2 16-21 0 0,0 10-85 0 0,8 22 66 0 0,0-1-1 0 0,22 60 1 0 0,-14-49-15 0 0,25 105 51 0 0,-36-128-99 0 0,12 76 58 0 0,-14-87-10 0 0,-3-17-60 0 0,0 0 0 0 0,0 0 0 0 0,0 0 0 0 0,0-1 1 0 0,0 1-1 0 0,0 0 0 0 0,0 0 0 0 0,0 0 0 0 0,0 0 0 0 0,0 0 1 0 0,0 0-1 0 0,0 0 0 0 0,0 0 0 0 0,0 0 0 0 0,0 1 1 0 0,0-1-1 0 0,0 0 0 0 0,0 0 0 0 0,0 0 0 0 0,0 0 0 0 0,1 0 1 0 0,-1 0-1 0 0,0 0 0 0 0,0 0 0 0 0,0 0 0 0 0,0 0 0 0 0,0 0 1 0 0,0 0-1 0 0,0 0 0 0 0,0 0 0 0 0,0 0 0 0 0,0 0 1 0 0,0 0-1 0 0,0 0 0 0 0,0 0 0 0 0,0 0 0 0 0,0 0 0 0 0,0 0 1 0 0,0-9-825 0 0,0 4 110 0 0,0 1 0 0 0,-1 0 1 0 0,1 0-1 0 0,-1 0 0 0 0,0 0 0 0 0,0 0 0 0 0,-2-5 1 0 0,-9-16-8627 0 0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18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2 10354 0 0,'0'0'16758'0'0,"-3"-1"-16545"0"0,0 1-187 0 0,1-1 0 0 0,0 1 0 0 0,-1 0 0 0 0,1 0 0 0 0,-1 1 0 0 0,1-1 0 0 0,0 0 0 0 0,-1 1 0 0 0,1 0 0 0 0,0-1 0 0 0,0 1 0 0 0,-1 0 0 0 0,1 0 0 0 0,0 0 0 0 0,0 0 1 0 0,0 1-1 0 0,0-1 0 0 0,0 0 0 0 0,0 1 0 0 0,1-1 0 0 0,-3 3 0 0 0,-10 10 59 0 0,0 1 1 0 0,1 0-1 0 0,-21 34 0 0 0,14-21 6 0 0,14-20-56 0 0,0 0 0 0 0,-7 12 0 0 0,7-10-99 0 0,2-4 854 0 0,5-6-755 0 0,-1 1-1 0 0,1-1 1 0 0,-1 0 0 0 0,1 0-1 0 0,0 0 1 0 0,-1 1-1 0 0,1-1 1 0 0,-1 0-1 0 0,1 0 1 0 0,0 0 0 0 0,-1 0-1 0 0,1 0 1 0 0,0 0-1 0 0,-1 0 1 0 0,2 0-1 0 0,45 2 20 0 0,66 12 0 0 0,-42-4-60 0 0,-24-3-159 0 0,-2-1-1602 0 0,49 0-1 0 0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18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415 42 11122 0 0,'0'0'15233'0'0,"-27"-4"-15072"0"0,-85-13-54 0 0,101 15-75 0 0,0 0 1 0 0,-20 0-1 0 0,22 3-14 0 0,-38-1-52 0 0,-34 1-23 0 0,30-6-2842 0 0,47 4 1733 0 0,0 1 1 0 0,0-1-1 0 0,0 0 0 0 0,-5-3 1 0 0,0-1-6354 0 0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19.1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399 17 13539 0 0,'0'0'12712'0'0,"-11"-3"-12717"0"0,-31-8 19 0 0,41 10-12 0 0,-1 1 1 0 0,1-1-1 0 0,-1 1 0 0 0,1 0 0 0 0,-1 0 0 0 0,1 0 1 0 0,-1 0-1 0 0,1 0 0 0 0,-1 0 0 0 0,1 0 0 0 0,0 0 0 0 0,-1 1 1 0 0,1-1-1 0 0,-1 0 0 0 0,-1 2 0 0 0,-3 0 14 0 0,-35 4 54 0 0,0-1 0 0 0,-44-2-1 0 0,-24-6-7290 0 0,87 0 422 0 0,5 0-4629 0 0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41.7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50 0 0 0,'0'0'11065'0'0,"-6"-6"-10050"0"0,-19-19-24 0 0,12 7 6824 0 0,13 18-7652 0 0,0 1 0 0 0,0-1 0 0 0,0 0 0 0 0,-1 1 0 0 0,1-1 0 0 0,0 0 0 0 0,0 1 0 0 0,0-1 0 0 0,0 0 0 0 0,0 1 0 0 0,0-1 0 0 0,0 0 0 0 0,0 1 0 0 0,0-1 0 0 0,0 0 0 0 0,0 1 0 0 0,0-1 0 0 0,0 1 0 0 0,0-1 0 0 0,0 0 0 0 0,0 1 0 0 0,0-1 0 0 0,1 0 0 0 0,-1 1 0 0 0,0-1 0 0 0,1 1 0 0 0,6 11-807 0 0,-3-7 996 0 0,6 9-237 0 0,1 0 1 0 0,1 0 0 0 0,18 16 0 0 0,45 33 224 0 0,-13-12-188 0 0,45 30 112 0 0,-57-46-108 0 0,-39-26-115 0 0,-7-6-21 0 0,-1 0 0 0 0,1-1-1 0 0,-1 1 1 0 0,1-1-1 0 0,0 0 1 0 0,7 3-1 0 0,-11-5-65 0 0,0 0-1 0 0,0 0 0 0 0,0 0 0 0 0,0 0 0 0 0,0 0 1 0 0,0 0-1 0 0,0 1 0 0 0,1-1 0 0 0,-1 0 1 0 0,0 0-1 0 0,0 0 0 0 0,0 0 0 0 0,0 0 0 0 0,0 0 1 0 0,1 0-1 0 0,-1 0 0 0 0,0 0 0 0 0,0 0 0 0 0,0 0 1 0 0,0 0-1 0 0,0 0 0 0 0,1 0 0 0 0,-1 0 1 0 0,0 0-1 0 0,0 0 0 0 0,0-1 0 0 0,0 1 0 0 0,0 0 1 0 0,0 0-1 0 0,1 0 0 0 0,-1 0 0 0 0,0 0 0 0 0,0 0 1 0 0,0 0-1 0 0,0 0 0 0 0,0 0 0 0 0,0 0 1 0 0,0-1-1 0 0,0 1 0 0 0,0 0 0 0 0,1 0 0 0 0,-1 0 1 0 0,0 0-1 0 0,0 0 0 0 0,0 0 0 0 0,0-1 1 0 0,0 1-1 0 0,0 0 0 0 0,0 0 0 0 0,0 0 0 0 0,0-1 1 0 0,-3-9-3183 0 0,-10-11-4475 0 0,5 10 1233 0 0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42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1 8786 0 0,'0'0'16022'0'0,"-12"2"-15807"0"0,-37 10-43 0 0,48-12-154 0 0,-1 0-1 0 0,0 1 1 0 0,1-1 0 0 0,-1 1 0 0 0,0-1 0 0 0,1 1 0 0 0,-1-1-1 0 0,1 1 1 0 0,-1 0 0 0 0,1 0 0 0 0,-1 0 0 0 0,1 0 0 0 0,0 0-1 0 0,-1 0 1 0 0,1 0 0 0 0,0 1 0 0 0,0-1 0 0 0,-2 2 0 0 0,-1 3 51 0 0,0-2-13 0 0,1 1 0 0 0,-1 0 0 0 0,1 0-1 0 0,0 0 1 0 0,0 0 0 0 0,1 1 0 0 0,-1-1 0 0 0,-2 11 0 0 0,2 0 157 0 0,-4 29 1 0 0,1-2-11 0 0,4-34-202 0 0,0 1-1 0 0,-1 0 0 0 0,0-1 0 0 0,-1 0 0 0 0,0 0 1 0 0,-9 15-1 0 0,-4-7-1845 0 0,10-12-1441 0 0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42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261 51 10538 0 0,'0'0'15884'0'0,"-19"-8"-15692"0"0,-58-25-51 0 0,49 25-74 0 0,16 8-31 0 0,4 0-22 0 0,-10 0 19 0 0,12-1-23 0 0,0 1 0 0 0,0 0 1 0 0,0 0-1 0 0,0 1 0 0 0,0-1 0 0 0,0 1 0 0 0,0 1 1 0 0,0-1-1 0 0,-7 4 0 0 0,5-2-14 0 0,7-3 4 0 0,0 1 1 0 0,-1-1 0 0 0,1 1 0 0 0,0 0 0 0 0,-1-1-1 0 0,1 1 1 0 0,0 0 0 0 0,0 0 0 0 0,0 0 0 0 0,0-1 0 0 0,-1 1-1 0 0,1 0 1 0 0,1 1 0 0 0,-1-1 0 0 0,0 0 0 0 0,-1 2-1 0 0,1 0-6 0 0,0-1 0 0 0,1 1 0 0 0,-1 0 0 0 0,1 0 0 0 0,0-1-1 0 0,-1 1 1 0 0,2 3 0 0 0,0-2-3 0 0,0 0 0 0 0,1 0 0 0 0,0 0 0 0 0,0 0-1 0 0,0-1 1 0 0,0 1 0 0 0,3 3 0 0 0,-2-3 13 0 0,0 1 1 0 0,0-1-1 0 0,0 1 0 0 0,2 6 0 0 0,0 5-29 0 0,-1-8 19 0 0,-2 0 0 0 0,3 12 0 0 0,11 52 29 0 0,-2 4-34 0 0,-13-63 12 0 0,1 0 0 0 0,0-1 0 0 0,6 17 0 0 0,6 34 22 0 0,6-4 30 0 0,-12-43-47 0 0,-7-13-5 0 0,0-1 1 0 0,1 1-1 0 0,-1-1 1 0 0,0 1-1 0 0,-1 0 1 0 0,2 3-1 0 0,-2-5 2 0 0,0 0-1 0 0,1 0 0 0 0,-1 0 0 0 0,1 0 0 0 0,-1 0 1 0 0,1 0-1 0 0,-1 0 0 0 0,1 0 0 0 0,0 0 0 0 0,0 1 1 0 0,5 7 119 0 0,-6-8-105 0 0,1-1 0 0 0,-1 1 1 0 0,0-1-1 0 0,1 1 0 0 0,-1-1 0 0 0,1 1 0 0 0,-1-1 1 0 0,1 1-1 0 0,-1-1 0 0 0,1 0 0 0 0,-1 1 0 0 0,1-1 0 0 0,-1 0 1 0 0,1 0-1 0 0,-1 1 0 0 0,1-1 0 0 0,-1 0 0 0 0,1 0 0 0 0,-1 0 1 0 0,2 1-1 0 0,15 0 186 0 0,-10 0-133 0 0,26 1 52 0 0,51-2 0 0 0,-33-1-485 0 0,-32 0-269 0 0,-7 1-3082 0 0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43.3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49 7450 0 0,'0'0'17526'0'0,"0"-8"-17422"0"0,-1-25-116 0 0,1 33 10 0 0,0 0 1 0 0,0-1-1 0 0,0 1 0 0 0,0 0 0 0 0,0-1 1 0 0,0 1-1 0 0,0 0 0 0 0,0-1 1 0 0,0 1-1 0 0,1 0 0 0 0,-1 0 0 0 0,0-1 1 0 0,0 1-1 0 0,0 0 0 0 0,0-1 1 0 0,0 1-1 0 0,1 0 0 0 0,-1 0 0 0 0,0 0 1 0 0,0-1-1 0 0,0 1 0 0 0,1 0 1 0 0,-1 0-1 0 0,0 0 0 0 0,0-1 0 0 0,1 1 1 0 0,-1 0-1 0 0,0 0 0 0 0,0 0 1 0 0,1 0-1 0 0,-1 0 0 0 0,0 0 0 0 0,1-1 1 0 0,-1 1-1 0 0,0 0 0 0 0,1 0 1 0 0,9 4-72 0 0,-7-2 49 0 0,17 8-28 0 0,0 0 1 0 0,0 2-1 0 0,25 20 0 0 0,-38-27 52 0 0,6 5-10 0 0,-1 0 0 0 0,0 1 0 0 0,13 16 0 0 0,-22-24 3 0 0,-1 0 0 0 0,0 0 1 0 0,1 0-1 0 0,-1 0 0 0 0,-1 1 0 0 0,1-1 1 0 0,0 1-1 0 0,-1-1 0 0 0,0 1 1 0 0,0-1-1 0 0,0 1 0 0 0,0 0 1 0 0,-1 0-1 0 0,1-1 0 0 0,-1 1 0 0 0,0 0 1 0 0,0 0-1 0 0,0 0 0 0 0,-2 6 1 0 0,1-7 16 0 0,0 0 0 0 0,0 0 0 0 0,0 0 0 0 0,-1 0 0 0 0,1-1 1 0 0,-1 1-1 0 0,0 0 0 0 0,0-1 0 0 0,0 1 0 0 0,0-1 0 0 0,-1 0 1 0 0,1 1-1 0 0,0-1 0 0 0,-1 0 0 0 0,0-1 0 0 0,1 1 0 0 0,-1 0 0 0 0,0-1 1 0 0,0 1-1 0 0,0-1 0 0 0,-5 1 0 0 0,-3 2 118 0 0,0-2-1 0 0,-1 0 1 0 0,0 0 0 0 0,-19 0-1 0 0,-1-1 189 0 0,-41-4 0 0 0,58 1-219 0 0,1 0-1 0 0,-1-1 0 0 0,0-1 0 0 0,-27-11 1 0 0,38 14-45 0 0,1-1 1 0 0,-1 0-1 0 0,0 0 1 0 0,1-1-1 0 0,-1 1 1 0 0,1-1-1 0 0,0 0 1 0 0,-4-4-1 0 0,5 5-17 0 0,0 0 0 0 0,1 0 1 0 0,0 0-1 0 0,-1-1 0 0 0,1 1 0 0 0,0 0 0 0 0,0-1 0 0 0,0 1 0 0 0,0-1 0 0 0,1 1 0 0 0,-1-1 0 0 0,1 0 0 0 0,-1 1 0 0 0,1-4 1 0 0,0-1-4 0 0,0 4-44 0 0,-1-1 1 0 0,1 1-1 0 0,1 0 1 0 0,-1-1-1 0 0,0 1 1 0 0,1-1-1 0 0,0 1 1 0 0,-1 0-1 0 0,1-1 1 0 0,0 1-1 0 0,1 0 1 0 0,2-6-1 0 0,2 0-166 0 0,1 1 0 0 0,0 0 0 0 0,0 0 0 0 0,0 0 0 0 0,1 1 0 0 0,0 1 0 0 0,14-10 0 0 0,-14 12-474 0 0,-1 0-1 0 0,0 0 1 0 0,1 1-1 0 0,8-3 1 0 0,-9 4-1023 0 0,1 1 0 0 0,-1-1 0 0 0,1 1 1 0 0,12 0-1 0 0,3 1-7342 0 0,-16 0 3711 0 0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43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98 9954 0 0,'0'0'14855'0'0,"15"-16"-14919"0"0,48-48-17 0 0,-61 62 72 0 0,0 0 0 0 0,0 0 0 0 0,0 0 0 0 0,1 1 1 0 0,-1-1-1 0 0,1 1 0 0 0,-1 0 0 0 0,1-1 0 0 0,3 0 0 0 0,-5 2 0 0 0,1 0 1 0 0,-1 0-1 0 0,0 0 0 0 0,1 0 1 0 0,-1 0-1 0 0,0 0 0 0 0,1 0 1 0 0,-1 0-1 0 0,0 0 0 0 0,3 2 0 0 0,3-1-27 0 0,10 4-4 0 0,1 1 1 0 0,-1 0 0 0 0,0 2 0 0 0,0 0 0 0 0,0 0 0 0 0,-1 2 0 0 0,-1 0 0 0 0,29 24-1 0 0,-36-27 18 0 0,-1 1-1 0 0,0 0 0 0 0,0 0 0 0 0,-1 1 1 0 0,0 0-1 0 0,0 0 0 0 0,-1 1 0 0 0,-1-1 1 0 0,1 1-1 0 0,-1 0 0 0 0,-1 0 0 0 0,4 21 0 0 0,-5-20 11 0 0,-2 0 0 0 0,1 0 0 0 0,-2 15 0 0 0,0 1 2 0 0,-4 57 24 0 0,5-80-11 0 0,-1 3 5 0 0,1-1 0 0 0,1 1 0 0 0,-1 0 0 0 0,1 0 0 0 0,0-1 0 0 0,1 1 0 0 0,2 7 0 0 0,9 17 68 0 0,21 33-1 0 0,-31-60-70 0 0,22 49 46 0 0,-23-49-59 0 0,0 1 0 0 0,0-1 0 0 0,0 1 0 0 0,-1 0 0 0 0,0-1 0 0 0,0 1 1 0 0,0 0-1 0 0,0 0 0 0 0,-1 10 0 0 0,0-13 6 0 0,-1 1-1 0 0,0 0 1 0 0,1-1 0 0 0,-1 1 0 0 0,0 0 0 0 0,0-1-1 0 0,0 1 1 0 0,-1-1 0 0 0,1 1 0 0 0,-1-1-1 0 0,1 0 1 0 0,-1 0 0 0 0,0 0 0 0 0,1 0-1 0 0,-1 0 1 0 0,-1 0 0 0 0,1 0 0 0 0,-4 2-1 0 0,1-1 29 0 0,1 0 0 0 0,-1-1-1 0 0,0 1 1 0 0,-1-2-1 0 0,1 1 1 0 0,0 0 0 0 0,0-1-1 0 0,-1 0 1 0 0,-6 1-1 0 0,-9-1-123 0 0,-22-1-1 0 0,24 0-338 0 0,14 0 107 0 0,-22 0-2832 0 0,10 0-3731 0 0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48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2521 0 0,'0'0'18814'0'0,"1"-4"-17830"0"0,2-1-637 0 0,0-3-22 0 0,0-1 2815 0 0,-4 14-3159 0 0,1 0 1 0 0,0 0-1 0 0,0 0 1 0 0,0 6-1 0 0,1 4 21 0 0,0 26 32 0 0,2 0-1 0 0,2-1 0 0 0,14 57 1 0 0,-12-63-534 0 0,-1-1 1 0 0,2 61 0 0 0,-8-98-504 0 0,-1-1 0 0 0,0 1 0 0 0,0 0-1 0 0,0 0 1 0 0,-1-1 0 0 0,0 1 0 0 0,-3-6 0 0 0,-2-6-3544 0 0,1 2-786 0 0,2 2-1438 0 0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48.6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480 26 9626 0 0,'0'0'14374'0'0,"-34"-3"-13575"0"0,-109-10-177 0 0,55 5 172 0 0,1 6-367 0 0,65 2-399 0 0,14 1-113 0 0,0-1 0 0 0,1 1 1 0 0,-1 1-1 0 0,0 0 1 0 0,-11 3-1 0 0,-18 9-6833 0 0,26-9 1964 0 0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50.7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6305 0 0,'0'0'15256'0'0,"0"1"-15194"0"0,0 1 1 0 0,0-1-1 0 0,0 0 1 0 0,0 0-1 0 0,0 0 1 0 0,0 1 0 0 0,0-1-1 0 0,1 0 1 0 0,-1 0-1 0 0,1 2 1 0 0,6 7 235 0 0,2 0 1 0 0,-1 0-1 0 0,17 15 0 0 0,-6-7-20 0 0,-5-6-54 0 0,0 0 0 0 0,27 18-1 0 0,35 15 59 0 0,-41-26-246 0 0,141 78 219 0 0,-163-93-319 0 0,-13-3-84 0 0,-19-15-7776 0 0,4 2 721 0 0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51.1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21 12075 0 0,'0'0'13787'0'0,"-7"-3"-13627"0"0,-28-15 34 0 0,33 34-14 0 0,2 8-22 0 0,1-8-55 0 0,-3 29-1 0 0,1-40-94 0 0,0 0 0 0 0,0 1 0 0 0,-1-1 0 0 0,1 0 0 0 0,-1-1-1 0 0,0 1 1 0 0,0 0 0 0 0,-1 0 0 0 0,-5 7 0 0 0,1-3 28 0 0,-1 1 0 0 0,-1-1 0 0 0,0-1 0 0 0,0 0-1 0 0,-17 12 1 0 0,5-7 163 0 0,-43 20 0 0 0,55-29-313 0 0,1 1 0 0 0,0 0 0 0 0,-9 7 0 0 0,2 2-4647 0 0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51.8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230 79 7794 0 0,'0'0'17654'0'0,"-19"-12"-17434"0"0,-60-40-53 0 0,53 39-75 0 0,26 12-88 0 0,0 1-1 0 0,-1 0 0 0 0,1 0 1 0 0,-1 0-1 0 0,1 0 1 0 0,-1 0-1 0 0,1 0 0 0 0,-1 0 1 0 0,1 0-1 0 0,-1 0 0 0 0,1 0 1 0 0,-1 0-1 0 0,1 0 0 0 0,0 0 1 0 0,-1 0-1 0 0,1 0 0 0 0,-1 0 1 0 0,-5 2 23 0 0,3-2-22 0 0,0 0 0 0 0,0 0 0 0 0,-1 1 0 0 0,1 0 0 0 0,0-1 0 0 0,0 1 0 0 0,0 0 0 0 0,0 1 0 0 0,0-1 0 0 0,0 1 0 0 0,0-1 0 0 0,0 1 0 0 0,1 0 0 0 0,-1 0 0 0 0,0 0 0 0 0,1 0 0 0 0,0 0 0 0 0,-1 1 0 0 0,1-1 0 0 0,-3 5 0 0 0,-1 1 7 0 0,4-5-7 0 0,-1 0 1 0 0,1 0 0 0 0,0 0 0 0 0,0 0-1 0 0,0 1 1 0 0,1-1 0 0 0,-1 1-1 0 0,-1 6 1 0 0,1-3 9 0 0,1-1 0 0 0,0 1 0 0 0,1 0 0 0 0,-1-1 0 0 0,1 1 0 0 0,1 0 0 0 0,-1 0 1 0 0,1-1-1 0 0,0 1 0 0 0,1 0 0 0 0,-1-1 0 0 0,5 10 0 0 0,26 77 173 0 0,-30-87-191 0 0,0 0 0 0 0,-1 1 0 0 0,1 8 0 0 0,3 11 19 0 0,-1-2-10 0 0,4 36 0 0 0,-3-14-5 0 0,3 58-11 0 0,-6-75-14 0 0,-2 39-1 0 0,-1-24 268 0 0,3-44-95 0 0,0 1-1 0 0,1 0 0 0 0,-1-1 1 0 0,0 0-1 0 0,1 0 0 0 0,-1 0 1 0 0,1 0-1 0 0,3 0 0 0 0,-4 0-95 0 0,46 0 226 0 0,-9 1-582 0 0,0-1 0 0 0,71-11 1 0 0,-110 11 264 0 0,3-1-214 0 0,0 1 1 0 0,-1-1-1 0 0,1 0 1 0 0,-1 0-1 0 0,4-1 0 0 0,0-4-3780 0 0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52.2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35 8018 0 0,'0'0'18410'0'0,"-6"-6"-18332"0"0,-19-20-34 0 0,21 23 5 0 0,2 6-37 0 0,2 5-21 0 0,0-7 14 0 0,2 8 12 0 0,0 1-1 0 0,0-1 1 0 0,7 16-1 0 0,-4-10 21 0 0,5 10 70 0 0,20 39 0 0 0,-8-20 7 0 0,-12-23-51 0 0,-3-9-27 0 0,6 18 1 0 0,-13-28-33 0 0,0-2-28 0 0,0-8-2349 0 0,0 5 1656 0 0,-1 0 0 0 0,1 0-1 0 0,-1 0 1 0 0,0 0 0 0 0,0 1 0 0 0,0-1-1 0 0,0 0 1 0 0,-2-3 0 0 0,-4-9-6744 0 0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52.8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10394 0 0,'0'0'11959'0'0,"24"-1"-11931"0"0,79-1 0 0 0,-95 2-16 0 0,0 0 1 0 0,-1 0-1 0 0,1 0 1 0 0,0 1-1 0 0,-1 1 1 0 0,12 2-1 0 0,-1 1 35 0 0,127 17 391 0 0,-144-22-452 0 0,-1 1 0 0 0,0-1 1 0 0,1 0-1 0 0,-1 0 0 0 0,0 0 0 0 0,1 0 1 0 0,-1 0-1 0 0,0 0 0 0 0,0 0 0 0 0,1 0 0 0 0,-1 1 1 0 0,0-1-1 0 0,1 0 0 0 0,-1 0 0 0 0,0 0 1 0 0,0 1-1 0 0,0-1 0 0 0,1 0 0 0 0,-1 0 0 0 0,0 1 1 0 0,0-1-1 0 0,0 0 0 0 0,1 0 0 0 0,-1 1 1 0 0,0-1-1 0 0,0 0 0 0 0,0 1 0 0 0,0-1 0 0 0,0 0 1 0 0,0 0-1 0 0,0 1 0 0 0,0-1 0 0 0,0 0 1 0 0,0 1-1 0 0,0-1 0 0 0,0 0 0 0 0,0 1 1 0 0,0-1-1 0 0,0 0 0 0 0,0 1 0 0 0,0-1 0 0 0,0 0 1 0 0,0 0-1 0 0,0 1 0 0 0,0-1 0 0 0,-1 1 1 0 0,-9 18-205 0 0,6-11 219 0 0,-12 24-27 0 0,10-23 36 0 0,2-1 0 0 0,-1 2 0 0 0,1-1 0 0 0,1 0 1 0 0,0 1-1 0 0,0 0 0 0 0,1-1 0 0 0,-2 14 0 0 0,3 42 112 0 0,2-56-88 0 0,0 0-1 0 0,0 0 0 0 0,1-1 1 0 0,0 1-1 0 0,4 9 1 0 0,10 30 167 0 0,-7-24-102 0 0,12 29 1 0 0,-16-44-85 0 0,-2 1 0 0 0,1 0 0 0 0,-1 1 0 0 0,-1-1 0 0 0,0 0 0 0 0,0 1 0 0 0,-1 0 0 0 0,-1-1 1 0 0,0 13-1 0 0,0-22-6 0 0,0 0 1 0 0,-1-1 0 0 0,1 1 0 0 0,0 0 0 0 0,-1 0 0 0 0,1-1-1 0 0,-1 1 1 0 0,1 0 0 0 0,-1 0 0 0 0,1-1 0 0 0,-1 1-1 0 0,1-1 1 0 0,-1 1 0 0 0,0 0 0 0 0,1-1 0 0 0,-1 1 0 0 0,0-1-1 0 0,0 0 1 0 0,1 1 0 0 0,-1-1 0 0 0,0 1 0 0 0,0-1 0 0 0,0 0-1 0 0,1 0 1 0 0,-1 1 0 0 0,0-1 0 0 0,-1 0 0 0 0,-27 4 150 0 0,28-4-178 0 0,-14 1-1935 0 0,-27-3 0 0 0,5-4-8196 0 0,25 4 731 0 0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54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20564 0 0,'0'0'8406'0'0,"10"3"-7996"0"0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55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 4081 0 0,'0'0'21108'0'0,"0"2"-20802"0"0,-1 1-260 0 0,1 1-1 0 0,1 0 1 0 0,-1 0 0 0 0,1 0 0 0 0,-1 0 0 0 0,1-1-1 0 0,0 1 1 0 0,2 5 0 0 0,40 97 201 0 0,23 38-50 0 0,7 19-149 0 0,-54-121-48 0 0,-6-12-72 0 0,15 43 0 0 0,-28-72 56 0 0,0-1 0 0 0,0 1 1 0 0,0-1-1 0 0,0 1 0 0 0,1-1 1 0 0,-1 1-1 0 0,0-1 0 0 0,0 0 0 0 0,0 1 1 0 0,1-1-1 0 0,-1 1 0 0 0,0-1 0 0 0,1 0 1 0 0,-1 1-1 0 0,0-1 0 0 0,1 0 1 0 0,-1 1-1 0 0,1-1 0 0 0,-1 0 0 0 0,1 1 1 0 0,-1-1 4 0 0,1 0 0 0 0,-1 0 0 0 0,0 0-1 0 0,0 0 1 0 0,1 0 0 0 0,-1-1 0 0 0,0 1 0 0 0,0 0 0 0 0,1 0 0 0 0,-1 0 0 0 0,0 0 0 0 0,0 0 0 0 0,0 0 0 0 0,1-1 0 0 0,-1 1 0 0 0,0 0 0 0 0,0 0 0 0 0,0 0 0 0 0,1-1 0 0 0,-1 1 0 0 0,0 0 0 0 0,0 0 0 0 0,0 0 0 0 0,0-1 0 0 0,0 1 0 0 0,1 0 0 0 0,-1 0 0 0 0,0-1-1 0 0,0 1 1 0 0,0 0 0 0 0,0 0 0 0 0,0-1 0 0 0,0 1 0 0 0,0 0 0 0 0,0-1 0 0 0,0 1 0 0 0,3-23-193 0 0,-1-1 0 0 0,-1-45 0 0 0,-2 34 19 0 0,-1-33-79 0 0,4 68 193 0 0,0-1 0 0 0,0 1 0 0 0,0 0 0 0 0,0 0 0 0 0,0 0 0 0 0,0 0 1 0 0,2 1-1 0 0,9 3-37 0 0,-1 0 0 0 0,-1 1 0 0 0,1 1 0 0 0,-1 0 0 0 0,0 0 0 0 0,19 15 0 0 0,18 10 130 0 0,-31-22 5 0 0,7 5 27 0 0,32 13 0 0 0,-47-24 48 0 0,-1 0 0 0 0,1-1 0 0 0,-1 0 0 0 0,1 0 0 0 0,0-1 0 0 0,0 0 0 0 0,-1 0 0 0 0,12-2-1 0 0,-19 1-63 0 0,0 0-1 0 0,1 0 0 0 0,-1 0 1 0 0,0-1-1 0 0,1 1 0 0 0,-1-1 1 0 0,0 1-1 0 0,0-1 0 0 0,0 1 1 0 0,1-1-1 0 0,-1 0 0 0 0,0 0 1 0 0,0 0-1 0 0,0 1 0 0 0,0-1 1 0 0,0 0-1 0 0,0 0 0 0 0,0 0 1 0 0,-1 0-1 0 0,1-1 0 0 0,0 1 1 0 0,0 0-1 0 0,-1 0 0 0 0,1 0 1 0 0,-1-1-1 0 0,1 1 0 0 0,-1 0 1 0 0,1-3-1 0 0,0-3 94 0 0,0 0-1 0 0,0-1 1 0 0,-1 1 0 0 0,0-9 0 0 0,0 9-82 0 0,0-6 6 0 0,-1 0 0 0 0,-1 1 0 0 0,0-1-1 0 0,-5-14 1 0 0,-18-49 82 0 0,5 20-44 0 0,-4-15-50 0 0,-9-26-114 0 0,29 82-297 0 0,-11-37 338 0 0,2 21-5124 0 0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56.2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7330 0 0,'0'0'17099'0'0,"0"-3"-16877"0"0,6 141 268 0 0,-1-111-528 0 0,-3-21 45 0 0,-1 1 1 0 0,1-1-1 0 0,0 13 0 0 0,-3-17 17 0 0,1 0 1 0 0,0 0-1 0 0,1 0 0 0 0,-1 0 1 0 0,0 0-1 0 0,1 0 0 0 0,-1 0 0 0 0,1 0 1 0 0,-1 0-1 0 0,1 0 0 0 0,0 0 1 0 0,0 0-1 0 0,0 0 0 0 0,0 0 1 0 0,0 0-1 0 0,0-1 0 0 0,3 4 0 0 0,-2-5 78 0 0,0 1-1 0 0,-1 0 1 0 0,1-1-1 0 0,0 0 1 0 0,0 1-1 0 0,0-1 0 0 0,-1 0 1 0 0,1 0-1 0 0,0 0 1 0 0,0 0-1 0 0,0 0 1 0 0,2-1-1 0 0,5 1 82 0 0,6-1-115 0 0,0-1-1 0 0,0-1 1 0 0,1 0 0 0 0,-2-1 0 0 0,1-1-1 0 0,0 0 1 0 0,17-9 0 0 0,-20 9-116 0 0,-2 0-460 0 0,23-7-1 0 0,-30 10-875 0 0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56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2961 0 0,'0'0'15115'0'0,"-4"10"-11628"0"0,4-3-3401 0 0,0-2 14 0 0,0 1 0 0 0,0 0 0 0 0,1 0 0 0 0,-1-1 1 0 0,1 1-1 0 0,1 0 0 0 0,1 7 0 0 0,9 24 510 0 0,-4-8-294 0 0,-2-7 81 0 0,-1 1 1 0 0,2 30-1 0 0,-6-50-330 0 0,-1 33 616 0 0,0-21-7377 0 0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59.7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18 2353 0 0,'0'0'15936'0'0,"-2"-3"-15208"0"0,-7-12 5359 0 0,8 19-5228 0 0,1 5-1351 0 0,6 15 519 0 0,-3-13-13 0 0,-1-1 1 0 0,2 17-1 0 0,-2-12 37 0 0,0 0 0 0 0,2-1 0 0 0,0 1 0 0 0,6 15 0 0 0,0 1 48 0 0,-5-15 0 0 0,0 0 0 0 0,1-1 1 0 0,1 0-1 0 0,10 17 0 0 0,2 3 350 0 0,-16-28-332 0 0,-3-6-110 0 0,0-1-1 0 0,0 0 0 0 0,0 1 0 0 0,0-1 0 0 0,1 0 0 0 0,-1 1 0 0 0,0-1 0 0 0,0 0 0 0 0,0 1 0 0 0,0-1 1 0 0,1 0-1 0 0,-1 0 0 0 0,0 1 0 0 0,0-1 0 0 0,0 0 0 0 0,1 0 0 0 0,-1 1 0 0 0,0-1 0 0 0,0 0 0 0 0,1 0 1 0 0,-1 0-1 0 0,0 1 0 0 0,1-1 0 0 0,-1 0 0 0 0,0 0 0 0 0,0 0 0 0 0,1 0 0 0 0,-1 0 0 0 0,1 0 0 0 0,0 1 12 0 0,-1 0-4 0 0,0-1 0 0 0,-1-2-927 0 0,0 1 200 0 0,1-1 0 0 0,-1 0 0 0 0,0 0 1 0 0,0 1-1 0 0,0-1 0 0 0,-1 0 0 0 0,1 1 0 0 0,0 0 0 0 0,-1-1 1 0 0,-1-1-1 0 0,-4-5-4357 0 0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00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18 6897 0 0,'0'0'19133'0'0,"0"-3"-18864"0"0,0-12 127 0 0,-7 24-411 0 0,-6 3 39 0 0,10-9-22 0 0,0 0 0 0 0,0 0 0 0 0,0 0 0 0 0,-1 0 0 0 0,1-1 0 0 0,-1 1 1 0 0,-6 2-1 0 0,-3 3-16 0 0,1 0 17 0 0,-2-1-1 0 0,1 0 0 0 0,-1-1 1 0 0,0 0-1 0 0,0-1 1 0 0,-23 5-1 0 0,36-10 7 0 0,0 0-1 0 0,0 1 0 0 0,-1-1 0 0 0,1 1 0 0 0,0-1 0 0 0,0 1 0 0 0,0 0 1 0 0,0-1-1 0 0,0 1 0 0 0,0 0 0 0 0,1 0 0 0 0,-1 0 0 0 0,0-1 1 0 0,0 1-1 0 0,0 0 0 0 0,0 2 0 0 0,14 4 220 0 0,8 1-38 0 0,0-1-1 0 0,0 0 1 0 0,1-2-1 0 0,28 4 1 0 0,92 3-191 0 0,-113-10-80 0 0,1-2-2232 0 0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00.6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0 4969 0 0,'0'0'13707'0'0,"1"23"-11809"0"0,2-16-1590 0 0,-1-5-281 0 0,-1 0-1 0 0,0 0 0 0 0,0 1 0 0 0,-1-1 1 0 0,1 0-1 0 0,0 1 0 0 0,-1-1 0 0 0,1 0 1 0 0,-1 1-1 0 0,0-1 0 0 0,0 1 0 0 0,0-1 1 0 0,0 5-1 0 0,-2-7-333 0 0,0 1 0 0 0,1-1 0 0 0,-1 1 0 0 0,0-1 0 0 0,0 0 1 0 0,1 1-1 0 0,-1-1 0 0 0,0 0 0 0 0,0 0 0 0 0,0-1 0 0 0,-2 1 0 0 0,0 0-1939 0 0,-3 0-3582 0 0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07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6 9058 0 0,'0'0'15529'0'0,"-1"-5"-15209"0"0,1 8-311 0 0,1 1 1 0 0,0 0-1 0 0,0 0 1 0 0,1-1-1 0 0,-1 1 1 0 0,1-1-1 0 0,0 1 1 0 0,0-1-1 0 0,0 0 1 0 0,3 3-1 0 0,3 7 8 0 0,63 128 172 0 0,-68-134-186 0 0,16 42 50 0 0,-10-24 6 0 0,-7-19-54 0 0,0 0 1 0 0,1-1 0 0 0,-1 1-1 0 0,1 0 1 0 0,4 5-1 0 0,-6-9-90 0 0,-1-2 7 0 0,0 1 0 0 0,0-1-1 0 0,0 1 1 0 0,0-1 0 0 0,0 1 0 0 0,0-1-1 0 0,1 1 1 0 0,-1-1 0 0 0,0 0-1 0 0,0 1 1 0 0,0-1 0 0 0,1 0-1 0 0,-1 1 1 0 0,0-1 0 0 0,0 1 0 0 0,1-1-1 0 0,-1 0 1 0 0,0 0 0 0 0,1 1-1 0 0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08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457 20 12019 0 0,'0'0'12302'0'0,"-30"-2"-11659"0"0,-92-9-126 0 0,104 9-402 0 0,1 0 250 0 0,-22 0 0 0 0,27 2-225 0 0,3 0-42 0 0,-4 0-36 0 0,0 0 0 0 0,0 0 0 0 0,0 1 1 0 0,0 1-1 0 0,1 0 0 0 0,-17 6 0 0 0,-44 15-2566 0 0,43-14-6162 0 0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08.9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7 2200 0 0,'0'0'17099'0'0,"-2"-7"-11206"0"0,16 20-5545 0 0,21 10-190 0 0,52 36 126 0 0,47 35-91 0 0,2-11-2 0 0,-60-39-130 0 0,-58-33-52 0 0,-10-7-2 0 0,0 1 0 0 0,0 0 0 0 0,10 9 0 0 0,-17-14-13 0 0,0 0-57 0 0,-2-2-829 0 0,0 1 453 0 0,0-1 0 0 0,0 0 0 0 0,0 1 0 0 0,0-1 0 0 0,0 1 0 0 0,0-1 1 0 0,0 1-1 0 0,-1 0 0 0 0,1-1 0 0 0,-2 0 0 0 0,-4-5-1917 0 0,-16-14-6885 0 0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09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25 7538 0 0,'0'0'17498'0'0,"-7"-4"-17281"0"0,-19-14-57 0 0,26 18-150 0 0,0 0 0 0 0,-1-1-1 0 0,1 1 1 0 0,-1 0-1 0 0,1-1 1 0 0,0 1 0 0 0,-1 0-1 0 0,1 0 1 0 0,-1 0-1 0 0,1 0 1 0 0,-1-1 0 0 0,1 1-1 0 0,-1 0 1 0 0,1 0-1 0 0,-1 0 1 0 0,1 0-1 0 0,-1 0 1 0 0,1 0 0 0 0,-1 0-1 0 0,1 0 1 0 0,-1 0-1 0 0,1 0 1 0 0,0 0 0 0 0,-1 1-1 0 0,1-1 1 0 0,-1 0-1 0 0,1 0 1 0 0,-1 0 0 0 0,1 1-1 0 0,-1-1 1 0 0,1 0-1 0 0,0 0 1 0 0,-1 1-1 0 0,-5 12 31 0 0,5-11-11 0 0,-5 9 42 0 0,5-10-61 0 0,0 0 0 0 0,0 0 1 0 0,1 1-1 0 0,-1-1 0 0 0,1 0 1 0 0,-1 0-1 0 0,0 0 0 0 0,1 1 1 0 0,0-1-1 0 0,-1 0 1 0 0,1 2-1 0 0,-3 12 190 0 0,-6 17 0 0 0,0 0-68 0 0,6-24-111 0 0,1 0 0 0 0,-1 0 0 0 0,-1 0 0 0 0,1-1-1 0 0,-9 13 1 0 0,2-5 40 0 0,-20 21 0 0 0,24-30-126 0 0,0-1 1 0 0,0 0-1 0 0,-1-1 1 0 0,0 0-1 0 0,0 0 0 0 0,0 0 1 0 0,0-1-1 0 0,0 0 1 0 0,-12 3-1 0 0,14-5-857 0 0,1 0 0 0 0,-1-1 0 0 0,1 1 0 0 0,-1-1-1 0 0,-4-1 1 0 0,-2 1-6355 0 0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10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377 0 9306 0 0,'0'0'15511'0'0,"-30"1"-15197"0"0,-97 3-65 0 0,124-4-242 0 0,-62 3 294 0 0,59-2-270 0 0,-8 1 49 0 0,-114 16 340 0 0,127-17-397 0 0,1-1-1 0 0,0 0 1 0 0,0 0-1 0 0,0 0 1 0 0,0 0 0 0 0,-1 0-1 0 0,1 0 1 0 0,0 1-1 0 0,0-1 1 0 0,0 0 0 0 0,0 0-1 0 0,0 0 1 0 0,0 1 0 0 0,-1-1-1 0 0,1 0 1 0 0,0 0-1 0 0,0 0 1 0 0,0 1 0 0 0,0-1-1 0 0,0 0 1 0 0,0 0 0 0 0,0 0-1 0 0,0 1 1 0 0,0-1-1 0 0,0 0 1 0 0,0 0 0 0 0,0 0-1 0 0,0 1 1 0 0,0-1-1 0 0,0 0 1 0 0,0 0 0 0 0,0 1-1 0 0,0-1 1 0 0,0 0 0 0 0,0 0-1 0 0,0 0 1 0 0,1 0-1 0 0,-1 1 1 0 0,5 12-84 0 0,-1-5 79 0 0,1 9-7 0 0,0-4-7 0 0,3 23-1 0 0,12 43 12 0 0,5 32-10 0 0,-10-52-10 0 0,7 15 56 0 0,1 9-42 0 0,-15-49 0 0 0,-4-19-2 0 0,0 1 0 0 0,-2-1 0 0 0,2 23 0 0 0,1-10 35 0 0,-5-24-56 0 0,0-4 27 0 0,0 1 0 0 0,0-1 0 0 0,0 0 0 0 0,0 1 0 0 0,0-1 0 0 0,0 0-1 0 0,0 1 1 0 0,0-1 0 0 0,0 0 0 0 0,0 1 0 0 0,0-1 0 0 0,1 0 0 0 0,-1 1 0 0 0,0-1 0 0 0,0 0 0 0 0,0 0 0 0 0,0 1 0 0 0,0-1 0 0 0,1 0 0 0 0,-1 1 0 0 0,0-1 0 0 0,0 0 0 0 0,0 0 0 0 0,1 0 0 0 0,-1 1 0 0 0,0-1 0 0 0,0 0 0 0 0,1 0 0 0 0,-1 1 0 0 0,1-1 139 0 0,13 0 1325 0 0,-5-1-1389 0 0,-1 0-1 0 0,1 0 0 0 0,0-1 1 0 0,-1 0-1 0 0,11-4 0 0 0,-2 0-535 0 0,27-14-1 0 0,-40 17-196 0 0,28-16-2252 0 0,-23 12-1400 0 0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10.6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71 9410 0 0,'0'0'18339'0'0,"0"-9"-18085"0"0,1-27-72 0 0,-1 36-176 0 0,0-1 0 0 0,0 0 0 0 0,0 0 0 0 0,0 1 0 0 0,1-1 0 0 0,-1 0 0 0 0,0 1 0 0 0,0-1 0 0 0,1 0 0 0 0,-1 1 0 0 0,0-1 0 0 0,1 0 0 0 0,-1 1 0 0 0,1-1 0 0 0,-1 1 0 0 0,1-1 0 0 0,-1 1 0 0 0,1-1 0 0 0,-1 1 0 0 0,1-1 0 0 0,0 1 0 0 0,-1-1 0 0 0,1 1 0 0 0,-1 0 0 0 0,1-1 0 0 0,0 1 0 0 0,-1 0 0 0 0,1 0 0 0 0,0-1 0 0 0,0 1 0 0 0,-1 0 0 0 0,1 0 0 0 0,0 0 0 0 0,1 0 0 0 0,2-1 10 0 0,12-2-14 0 0,1 1-1 0 0,-1 0 1 0 0,1 1-1 0 0,27 2 0 0 0,-10-1-46 0 0,-30 1 43 0 0,0-1-1 0 0,0 0 1 0 0,0 1 0 0 0,0 0 0 0 0,0 0-1 0 0,-1 0 1 0 0,1 0 0 0 0,7 4 0 0 0,-11-4-19 0 0,1 1 0 0 0,-1-1 1 0 0,1 1-1 0 0,-1-1 1 0 0,0 1-1 0 0,1-1 0 0 0,-1 1 1 0 0,0-1-1 0 0,0 1 0 0 0,0 0 1 0 0,0-1-1 0 0,-1 2 0 0 0,1 0 6 0 0,0 4 4 0 0,-1-1 0 0 0,-1 0 1 0 0,1 0-1 0 0,-1 1 0 0 0,0-1 1 0 0,0 0-1 0 0,-6 9 0 0 0,-1 7-1 0 0,-3 1 37 0 0,10-19-25 0 0,-1 0 0 0 0,1 0 0 0 0,0 0 0 0 0,1 1 1 0 0,-1-1-1 0 0,-1 8 0 0 0,1 0 17 0 0,1 13 17 0 0,1-23-33 0 0,0 0 1 0 0,0-1 0 0 0,0 1-1 0 0,1-1 1 0 0,-1 1 0 0 0,1 0-1 0 0,-1-1 1 0 0,1 1 0 0 0,0-1 0 0 0,0 0-1 0 0,-1 1 1 0 0,1-1 0 0 0,1 2-1 0 0,1 0 29 0 0,-1-1-1 0 0,1 1 0 0 0,0-1 1 0 0,0 1-1 0 0,0-1 0 0 0,0 0 1 0 0,0 0-1 0 0,0-1 0 0 0,0 1 1 0 0,0-1-1 0 0,1 1 1 0 0,6 0-1 0 0,0 0 64 0 0,0 0 1 0 0,0-2-1 0 0,14 1 0 0 0,-8-1-62 0 0,0-1 1 0 0,31-5-1 0 0,-40 4-255 0 0,0 0 0 0 0,0 0 0 0 0,-1 0 0 0 0,1-1 0 0 0,-1 0 0 0 0,1 0 0 0 0,-1-1 0 0 0,11-8 0 0 0,-8 6-984 0 0,-8 5 943 0 0,0 1 0 0 0,0-1 0 0 0,0 0 1 0 0,0 1-1 0 0,0-1 0 0 0,0 0 0 0 0,0 0 0 0 0,0 1 0 0 0,0-1 0 0 0,-1 0 0 0 0,1 0 0 0 0,0 0 0 0 0,-1 0 0 0 0,1 0 0 0 0,0-2 0 0 0,4-9-9827 0 0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11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 8130 0 0,'0'0'12440'0'0,"31"-6"-12212"0"0,98-17 5 0 0,-124 22-194 0 0,1 0-1 0 0,-1 0 1 0 0,1 1 0 0 0,0-1-1 0 0,10 2 1 0 0,-16-1-33 0 0,23 4 285 0 0,-8-1-50 0 0,-1 0-1 0 0,19 0 1 0 0,-32-3-243 0 0,0 0-1 0 0,-1 0 1 0 0,1 0-1 0 0,-1 0 1 0 0,1 0 0 0 0,-1 0-1 0 0,1 1 1 0 0,-1-1-1 0 0,1 0 1 0 0,0 0 0 0 0,-1 1-1 0 0,1-1 1 0 0,-1 0-1 0 0,0 1 1 0 0,1-1 0 0 0,-1 0-1 0 0,1 1 1 0 0,-1-1-1 0 0,0 1 1 0 0,1-1 0 0 0,-1 1-1 0 0,0-1 1 0 0,1 1-1 0 0,-1-1 1 0 0,0 1 0 0 0,0-1-1 0 0,1 1 1 0 0,-1-1-1 0 0,0 1 1 0 0,0 0-1 0 0,0-1 1 0 0,0 1 0 0 0,0 0-1 0 0,0 24-203 0 0,0-16 227 0 0,-1 7 48 0 0,-5 30-1 0 0,3-29 95 0 0,-1 30-1 0 0,4-21 29 0 0,0 1-1 0 0,2-1 1 0 0,1 0 0 0 0,8 31-1 0 0,1-12 104 0 0,30 74-1 0 0,-32-95-200 0 0,-7-17-60 0 0,0 1 1 0 0,0 0-1 0 0,6 7 1 0 0,7 17 111 0 0,-8-14-61 0 0,-3-10-32 0 0,1 5 109 0 0,-6-13-157 0 0,0 1-1 0 0,0-1 0 0 0,0 1 1 0 0,0-1-1 0 0,0 1 0 0 0,0-1 1 0 0,0 1-1 0 0,-1-1 0 0 0,1 0 1 0 0,0 1-1 0 0,0-1 0 0 0,0 1 1 0 0,-1-1-1 0 0,1 0 0 0 0,0 1 1 0 0,0-1-1 0 0,-1 0 0 0 0,1 1 1 0 0,0-1-1 0 0,-1 0 1 0 0,1 1-1 0 0,0-1 0 0 0,-1 0 1 0 0,1 0-1 0 0,-1 1 0 0 0,1-1 1 0 0,0 0-1 0 0,-1 0 0 0 0,1 0 1 0 0,-1 1-1 0 0,0-1 0 0 0,-16 7 115 0 0,8-3-336 0 0,-1 0 0 0 0,1 0 1 0 0,-11 1-1 0 0,-8 1-1929 0 0,3-1-1777 0 0,1 0-4392 0 0,12-3-1337 0 0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11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13651 0 0,'0'0'17477'0'0,"0"1"-17282"0"0,0 1 973 0 0,1 2-3625 0 0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17.6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73 6033 0 0,'0'0'16683'0'0,"-11"-11"-15683"0"0,-31-31-151 0 0,33 32 2356 0 0,9 6-2153 0 0,8 5-1740 0 0,-8-1 933 0 0,2 2-260 0 0,-1-1 0 0 0,-1 1-1 0 0,1 0 1 0 0,0-1-1 0 0,0 1 1 0 0,-1 0 0 0 0,1 0-1 0 0,0 2 1 0 0,1 4-21 0 0,22 50 25 0 0,23 55 43 0 0,-23-61-18 0 0,16 31-4 0 0,-4-25 31 0 0,62 75-1 0 0,-89-122 2 0 0,1 0-1 0 0,-1 0 0 0 0,17 12 0 0 0,-23-21-29 0 0,0 1 0 0 0,1-1 0 0 0,-1 1-1 0 0,1-1 1 0 0,0 0 0 0 0,-1-1 0 0 0,1 1 0 0 0,0-1-1 0 0,0 1 1 0 0,0-1 0 0 0,0 0 0 0 0,0-1 0 0 0,0 1-1 0 0,1-1 1 0 0,-1 0 0 0 0,5 0 0 0 0,-8 0-4 0 0,1-1 1 0 0,-1 1-1 0 0,0-1 1 0 0,1 0-1 0 0,-1 1 1 0 0,0-1-1 0 0,1 0 1 0 0,-1 0 0 0 0,0 0-1 0 0,0 0 1 0 0,0 0-1 0 0,0 0 1 0 0,0 0-1 0 0,0-1 1 0 0,0 1-1 0 0,0 0 1 0 0,0-1-1 0 0,-1 1 1 0 0,1 0-1 0 0,0-1 1 0 0,0-1-1 0 0,1-3 9 0 0,0 0-1 0 0,0-1 0 0 0,1-10 0 0 0,0-8-15 0 0,-2 0 1 0 0,-4-46-1 0 0,1 55 1 0 0,-2 0 0 0 0,0 1 0 0 0,-1-1 0 0 0,-11-24 0 0 0,11 28 3 0 0,-24-49-15 0 0,17 37 46 0 0,-12-35 0 0 0,24 59-40 0 0,0 0 0 0 0,0 0-1 0 0,0 0 1 0 0,0 0 0 0 0,0 1-1 0 0,1-1 1 0 0,-1 0 0 0 0,0 0-1 0 0,0 0 1 0 0,0 0 0 0 0,0 0-1 0 0,0 0 1 0 0,1 0 0 0 0,-1 0-1 0 0,0 0 1 0 0,0 0 0 0 0,0 0-1 0 0,0 0 1 0 0,1 0 0 0 0,-1 0-1 0 0,0 0 1 0 0,0 0 0 0 0,0 0-1 0 0,0 0 1 0 0,0 0 0 0 0,0-1-1 0 0,1 1 1 0 0,-1 0 0 0 0,0 0-1 0 0,0 0 1 0 0,0 0 0 0 0,0 0-1 0 0,0 0 1 0 0,0 0 0 0 0,1 0-1 0 0,-1 0 1 0 0,0-1 0 0 0,0 1-1 0 0,0 0 1 0 0,0 0 0 0 0,0 0 0 0 0,0 0-1 0 0,0 0 1 0 0,0-1 0 0 0,0 1-1 0 0,0 0 1 0 0,0 0 0 0 0,0 0-1 0 0,0 0 1 0 0,0 0 0 0 0,0-1-1 0 0,0 1 1 0 0,0 0 0 0 0,0 0-1 0 0,0 0 1 0 0,0 0 0 0 0,0 0-1 0 0,0-1 1 0 0,0 1 0 0 0,0 0-1 0 0,0 0 1 0 0,11 8-277 0 0,75 66-13 0 0,-38-36 292 0 0,1-3-1 0 0,2-2 0 0 0,67 32 1 0 0,-115-63 5 0 0,1 0 24 0 0,0 0 1 0 0,1 0 0 0 0,-1 0 0 0 0,1-1-1 0 0,-1 0 1 0 0,9 2 0 0 0,-12-4-16 0 0,-1 0 0 0 0,0 0 0 0 0,0 0-1 0 0,1 0 1 0 0,-1 0 0 0 0,0 0 0 0 0,0 0 0 0 0,0 0 0 0 0,0 0 0 0 0,0 0-1 0 0,0 0 1 0 0,0-1 0 0 0,0 0-5 0 0,-1-5-34 0 0,0 0 0 0 0,-1 0 0 0 0,0 0-1 0 0,0 0 1 0 0,0 1 0 0 0,-1-1 0 0 0,1 1-1 0 0,-8-12 1 0 0,-4-10-36 0 0,-18-37-142 0 0,19 40-666 0 0,1 0-1 0 0,2-1 1 0 0,-15-51 0 0 0,21 59-1089 0 0,2 0 0 0 0,-1-34 0 0 0,3 51 1890 0 0,1-9-3195 0 0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18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45 7666 0 0,'0'0'18680'0'0,"-5"-8"-18255"0"0,-16-21-57 0 0,16 22 194 0 0,15 7-62 0 0,-9 0-504 0 0,12-1-20 0 0,0 1-1 0 0,0 1 1 0 0,0 0 0 0 0,0 1 0 0 0,-1 0 0 0 0,22 7-1 0 0,-23-5 18 0 0,-1 0 0 0 0,0 1 0 0 0,18 12 0 0 0,-27-16-2 0 0,-1-1-1 0 0,1 1 0 0 0,0 0 1 0 0,-1 0-1 0 0,1 0 0 0 0,0 0 1 0 0,-1 0-1 0 0,1 0 0 0 0,-1 0 0 0 0,0 0 1 0 0,1 0-1 0 0,-1 0 0 0 0,0 0 1 0 0,0 0-1 0 0,1 1 0 0 0,-1 0 1 0 0,0 22-92 0 0,0-17 100 0 0,0-2-1 0 0,-1 0 0 0 0,1 0 1 0 0,-1 0-1 0 0,0 0 1 0 0,-1 0-1 0 0,1 0 0 0 0,-1-1 1 0 0,0 1-1 0 0,-3 6 1 0 0,-2 2 9 0 0,-18 25 1 0 0,20-30-5 0 0,-1 1 1 0 0,1 0 0 0 0,0 1-1 0 0,-4 12 1 0 0,9-22 17 0 0,-1 1 0 0 0,1-1 0 0 0,0 1 0 0 0,0-1 0 0 0,-1 0-1 0 0,1 1 1 0 0,0-1 0 0 0,0 1 0 0 0,0-1 0 0 0,0 1 0 0 0,0-1 0 0 0,0 1 0 0 0,0-1 0 0 0,0 0 0 0 0,0 1 0 0 0,0-1 0 0 0,0 1 0 0 0,0-1 0 0 0,0 1 0 0 0,0-1 0 0 0,0 1 0 0 0,0-1 0 0 0,0 0 0 0 0,1 1 0 0 0,-1-1 0 0 0,0 1 0 0 0,0-1 0 0 0,1 0 0 0 0,-1 1 0 0 0,0-1 0 0 0,0 0 0 0 0,1 1 0 0 0,-1-1 0 0 0,0 0 0 0 0,1 1 0 0 0,-1-1 0 0 0,0 0 0 0 0,1 1 0 0 0,-1-1 0 0 0,1 0 0 0 0,-1 0 0 0 0,0 0 0 0 0,1 0 0 0 0,-1 1 0 0 0,1-1 0 0 0,-1 0 0 0 0,1 0 0 0 0,-1 0 0 0 0,1 0 0 0 0,-1 0 0 0 0,0 0 0 0 0,1 0 0 0 0,2 0 73 0 0,0 0 1 0 0,0-1 0 0 0,0 1 0 0 0,0-1-1 0 0,0 1 1 0 0,-1-1 0 0 0,6-2 0 0 0,28-11-95 0 0,42-9 1 0 0,-36 11-1452 0 0,-32 10-897 0 0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18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51 9594 0 0,'0'0'17783'0'0,"-1"-8"-17651"0"0,-5-26-94 0 0,4 26-63 0 0,5 12-127 0 0,60 234 49 0 0,-38-63 135 0 0,-22-156-19 0 0,1 1 0 0 0,1-1 0 0 0,8 22 0 0 0,-9-31-19 0 0,-3-8-25 0 0,1 1 0 0 0,-1-1 0 0 0,1 0 0 0 0,-1 0 0 0 0,1 0 0 0 0,0 0 1 0 0,2 2-1 0 0,-3-2-211 0 0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19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0 10594 0 0,'0'0'15568'0'0,"-25"0"-15455"0"0,-75 0-26 0 0,92 0-77 0 0,-14 1 37 0 0,21-1-46 0 0,1-1 0 0 0,0 1 0 0 0,0 0-1 0 0,0 0 1 0 0,0 0 0 0 0,0 0 0 0 0,0 0 0 0 0,-1 0 0 0 0,1 0 0 0 0,0 0 0 0 0,0 0 0 0 0,0 0 0 0 0,0 0-1 0 0,0 0 1 0 0,0 1 0 0 0,0-1 0 0 0,-1 0 0 0 0,1 0 0 0 0,0 0 0 0 0,0 0 0 0 0,0 0 0 0 0,0 0 0 0 0,0 0 0 0 0,0 0-1 0 0,0 0 1 0 0,0 0 0 0 0,-1 0 0 0 0,1 0 0 0 0,0 1 0 0 0,0-1 0 0 0,0 0 0 0 0,0 0 0 0 0,0 0 0 0 0,0 0-1 0 0,0 0 1 0 0,0 0 0 0 0,0 1 0 0 0,-1 1 16 0 0,-1 1-5 0 0,0-2 4 0 0,1 0 1 0 0,0 0-1 0 0,0 1 1 0 0,0-1 0 0 0,0 1-1 0 0,0-1 1 0 0,0 1-1 0 0,1-1 1 0 0,-1 1-1 0 0,0-1 1 0 0,1 1-1 0 0,-1 0 1 0 0,1-1 0 0 0,0 1-1 0 0,-1 0 1 0 0,1-1-1 0 0,0 1 1 0 0,0 1-1 0 0,-2 45 675 0 0,12-46 160 0 0,80 14-651 0 0,-25-3-175 0 0,-54-11-78 0 0,33 5-408 0 0,-1 2 0 0 0,50 16 0 0 0,-91-25 65 0 0,0 1 0 0 0,0 0 1 0 0,-1 0-1 0 0,1 0 0 0 0,0 0 0 0 0,-1 0 0 0 0,3 2 1 0 0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39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52 2417 0 0,'0'0'15211'0'0,"-3"-7"-14095"0"0,-7-20-69 0 0,1 9 5198 0 0,15 20-5139 0 0,-3 0-1122 0 0,-1 0 0 0 0,0 0 1 0 0,0 1-1 0 0,0-1 0 0 0,0 1 1 0 0,0 0-1 0 0,2 4 0 0 0,6 13 21 0 0,-2-1 0 0 0,13 41-1 0 0,-6-14-6 0 0,10 39 69 0 0,7 8-47 0 0,-10-42-48 0 0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40.1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433 0 10434 0 0,'0'0'13971'0'0,"-33"1"-13255"0"0,-101 2-160 0 0,29-2 499 0 0,81-1-874 0 0,14-1-207 0 0,0 1 1 0 0,0 0 0 0 0,0 0-1 0 0,0 1 1 0 0,1 1-1 0 0,-1-1 1 0 0,-12 5 0 0 0,-6 6-3595 0 0,11-4-6773 0 0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41.1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 5553 0 0,'0'0'19252'0'0,"1"-1"-19098"0"0,-1 0-152 0 0,0 1 1 0 0,0-1-1 0 0,0 1 1 0 0,1 0 0 0 0,-1-1-1 0 0,0 1 1 0 0,0 0-1 0 0,1 0 1 0 0,-1-1-1 0 0,0 1 1 0 0,0 0 0 0 0,1 0-1 0 0,-1-1 1 0 0,0 1-1 0 0,1 0 1 0 0,-1 0-1 0 0,1 0 1 0 0,-1-1 0 0 0,0 1-1 0 0,1 0 1 0 0,-1 0-1 0 0,0 0 1 0 0,1 0-1 0 0,-1 0 1 0 0,1 0 0 0 0,-1 0-1 0 0,0 0 1 0 0,1 0-1 0 0,-1 0 1 0 0,1 0 0 0 0,-1 0-1 0 0,0 0 1 0 0,1 0-1 0 0,-1 0 1 0 0,1 1-1 0 0,-1-1 1 0 0,1 0 0 0 0,14 12-18 0 0,-6-3 16 0 0,221 156 92 0 0,-139-113-34 0 0,-45-28-27 0 0,-28-16-37 0 0,-15-7-64 0 0,1 1 0 0 0,-1-1 0 0 0,1 1 0 0 0,-1 0 0 0 0,0 0 0 0 0,6 4 0 0 0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41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4 8370 0 0,'0'0'16733'0'0,"-4"-1"-16492"0"0,-12-1-32 0 0,15 2-193 0 0,0 0 0 0 0,0 0 0 0 0,1 0-1 0 0,-1 0 1 0 0,0 0 0 0 0,1 0-1 0 0,-1 1 1 0 0,0-1 0 0 0,0 0 0 0 0,1 0-1 0 0,-1 1 1 0 0,0-1 0 0 0,1 0 0 0 0,-1 1-1 0 0,1-1 1 0 0,-1 1 0 0 0,1-1-1 0 0,-1 1 1 0 0,1-1 0 0 0,-1 1 0 0 0,1-1-1 0 0,-1 1 1 0 0,1-1 0 0 0,-1 1-1 0 0,1 0 1 0 0,0-1 0 0 0,-1 1 0 0 0,1 0-1 0 0,0-1 1 0 0,0 1 0 0 0,-1 0-1 0 0,1-1 1 0 0,0 2 0 0 0,-2 4 110 0 0,-1-1-33 0 0,1 0 1 0 0,0 0 0 0 0,0 0-1 0 0,1 0 1 0 0,0 1 0 0 0,-2 7-1 0 0,0 34 400 0 0,3-34-416 0 0,-1 0 0 0 0,-4 25 0 0 0,4-34-115 0 0,-1 0 0 0 0,1 0 0 0 0,-1 0 1 0 0,0 0-1 0 0,0-1 0 0 0,0 1 0 0 0,0-1 0 0 0,-1 1 1 0 0,0-1-1 0 0,1 0 0 0 0,-1 0 0 0 0,0 0 1 0 0,-1 0-1 0 0,1 0 0 0 0,0-1 0 0 0,-7 4 1 0 0,-5 1-3736 0 0,-2-2-3531 0 0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42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316 46 9058 0 0,'0'0'16740'0'0,"-12"-7"-16706"0"0,-39-24 2 0 0,49 30-33 0 0,1 0 0 0 0,0 1 0 0 0,-1-1 1 0 0,1 0-1 0 0,-1 0 0 0 0,1 1 0 0 0,-1-1 0 0 0,0 1 0 0 0,1-1 0 0 0,-1 1 0 0 0,1 0 0 0 0,-1 0 0 0 0,0 0 0 0 0,1-1 1 0 0,-1 2-1 0 0,0-1 0 0 0,1 0 0 0 0,-1 0 0 0 0,0 0 0 0 0,1 1 0 0 0,-1-1 0 0 0,1 1 0 0 0,-1-1 0 0 0,1 1 0 0 0,-3 1 0 0 0,-4 1 13 0 0,-56 24 92 0 0,41-17-32 0 0,-38 12 0 0 0,47-18 57 0 0,-23 12 0 0 0,37-14-114 0 0,-1-1 1 0 0,1 0-1 0 0,-1 0 0 0 0,1 1 1 0 0,0-1-1 0 0,0 0 1 0 0,0 1-1 0 0,0-1 1 0 0,0 1-1 0 0,0-1 1 0 0,0 0-1 0 0,0 2 0 0 0,0 1 22 0 0,4 28-79 0 0,-1-12 48 0 0,0-4 8 0 0,1 0 1 0 0,1 0-1 0 0,10 26 0 0 0,-2-8-4 0 0,6 19-25 0 0,-5-17 17 0 0,-2-1 1 0 0,10 53-1 0 0,-14-51-21 0 0,1 18 39 0 0,-6-35-6 0 0,3 70 88 0 0,-6-88-102 0 0,0 1 0 0 0,0-1 1 0 0,0 0-1 0 0,1 1 0 0 0,-1-1 0 0 0,1 0 0 0 0,-1 1 0 0 0,1-1 1 0 0,0 0-1 0 0,1 3 0 0 0,-1-4 22 0 0,0 0 1 0 0,0 1-1 0 0,0-1 0 0 0,0 0 1 0 0,0 0-1 0 0,0 0 0 0 0,0-1 1 0 0,0 1-1 0 0,0 0 0 0 0,1 0 1 0 0,-1 0-1 0 0,0-1 0 0 0,1 1 1 0 0,-1-1-1 0 0,0 1 0 0 0,3-1 1 0 0,26 6 71 0 0,1-2 0 0 0,-1-1 0 0 0,52-2 1 0 0,-68-1-91 0 0,-11 0-65 0 0,0 0 1 0 0,1 0-1 0 0,-1-1 1 0 0,1 0-1 0 0,-1 0 1 0 0,0 0-1 0 0,4-1 1 0 0,6-6-2883 0 0,-5-4-5999 0 0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42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40 6857 0 0,'0'0'20349'0'0,"-1"-6"-20034"0"0,-2-17-71 0 0,3 22-233 0 0,0 1 0 0 0,0 0 0 0 0,0-1 0 0 0,0 1-1 0 0,0 0 1 0 0,1-1 0 0 0,-1 1 0 0 0,0 0 0 0 0,0-1 0 0 0,0 1 0 0 0,0 0 0 0 0,0 0 0 0 0,0-1 0 0 0,1 1 0 0 0,-1 0 0 0 0,0-1 0 0 0,0 1 0 0 0,1 0 0 0 0,-1 0 0 0 0,0-1 0 0 0,0 1 0 0 0,1 0 0 0 0,-1 0 0 0 0,0 0 0 0 0,0 0 0 0 0,1-1 0 0 0,-1 1 0 0 0,0 0 0 0 0,1 0 0 0 0,-1 0 0 0 0,1 0 0 0 0,10-1 55 0 0,-9 1-58 0 0,16-1-55 0 0,0 0 0 0 0,-1 2 1 0 0,1 0-1 0 0,20 5 0 0 0,68 19 40 0 0,-35-6-37 0 0,-60-18 52 0 0,-9-1-15 0 0,0 0 0 0 0,0 1-1 0 0,-1-1 1 0 0,1 0 0 0 0,0 0 0 0 0,-1 1-1 0 0,1-1 1 0 0,0 1 0 0 0,-1 0-1 0 0,1-1 1 0 0,1 2 0 0 0,-29 14-895 0 0,14-11 880 0 0,-30 15 23 0 0,38-17-6 0 0,-1 0 0 0 0,1 0-1 0 0,-1 0 1 0 0,1 1-1 0 0,0-1 1 0 0,-4 5 0 0 0,8-7 1 0 0,-1 0 1 0 0,1 0-1 0 0,-1 0 0 0 0,1-1 1 0 0,-1 1-1 0 0,1 0 1 0 0,0 0-1 0 0,-1 0 1 0 0,1 0-1 0 0,0 0 0 0 0,0 0 1 0 0,0 0-1 0 0,0 0 1 0 0,0 0-1 0 0,0 0 1 0 0,0 0-1 0 0,0 0 0 0 0,0 0 1 0 0,0 0-1 0 0,1 0 1 0 0,-1 1-1 0 0,1 0 0 0 0,0 0-1 0 0,-1-1 1 0 0,1 1-1 0 0,0 0 0 0 0,0 0 1 0 0,0-1-1 0 0,0 1 1 0 0,0-1-1 0 0,2 2 1 0 0,24 19 19 0 0,0-2 1 0 0,1-1 0 0 0,50 25-1 0 0,-44-25-11 0 0,-16-10 3 0 0,-13-7-8 0 0,0 0 0 0 0,-1 0 0 0 0,1 1 0 0 0,0 0 0 0 0,-1 0 0 0 0,0 0 0 0 0,0 0 0 0 0,0 1 0 0 0,0 0 0 0 0,5 5 0 0 0,-9-8-4 0 0,1 0 1 0 0,0 0-1 0 0,-1 0 0 0 0,1 0 0 0 0,-1 0 0 0 0,1 1 0 0 0,-1-1 0 0 0,1 0 0 0 0,-1 0 0 0 0,0 0 0 0 0,0 1 0 0 0,0-1 0 0 0,0 0 1 0 0,0 0-1 0 0,0 1 0 0 0,0-1 0 0 0,0 0 0 0 0,0 0 0 0 0,0 0 0 0 0,-1 1 0 0 0,0 1 0 0 0,0-1 4 0 0,0-1 0 0 0,0 0 0 0 0,0 1 0 0 0,0-1 0 0 0,0 1-1 0 0,0-1 1 0 0,0 0 0 0 0,-1 0 0 0 0,1 0 0 0 0,-1 0 0 0 0,1 0 0 0 0,-1 0-1 0 0,-2 1 1 0 0,-6 2 24 0 0,0 0 0 0 0,-1-1 0 0 0,1 0 0 0 0,-1-1 0 0 0,-14 2-1 0 0,-55 0 126 0 0,17-2-1257 0 0,31-2-4822 0 0,19 0-3410 0 0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43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0 132 2216 0 0,'0'0'22097'0'0,"24"-21"-21761"0"0,72-63-74 0 0,-68 61-124 0 0,-27 23-133 0 0,-1-1 1 0 0,0 1 0 0 0,1 0 0 0 0,-1 0-1 0 0,0-1 1 0 0,1 1 0 0 0,-1 0 0 0 0,0 0-1 0 0,1 0 1 0 0,-1 0 0 0 0,1 0 0 0 0,-1-1-1 0 0,0 1 1 0 0,1 0 0 0 0,-1 0 0 0 0,0 0-1 0 0,1 0 1 0 0,-1 0 0 0 0,1 0 0 0 0,0 0-1 0 0,4 1 53 0 0,1-2-28 0 0,0 1 0 0 0,0 0 1 0 0,0 0-1 0 0,9 2 1 0 0,-12-2-33 0 0,0 1 0 0 0,0 0 1 0 0,0 0-1 0 0,0 0 1 0 0,0 1-1 0 0,-1-1 1 0 0,1 1-1 0 0,0-1 1 0 0,-1 1-1 0 0,5 4 0 0 0,2 4-3 0 0,0 0-1 0 0,0 1 0 0 0,-2 0 0 0 0,1 0 0 0 0,9 20 0 0 0,1 2 4 0 0,-4-7 2 0 0,-1 2 0 0 0,-2-1 0 0 0,8 31 1 0 0,-2-8-18 0 0,3 9 22 0 0,6 20 10 0 0,-13-47-11 0 0,18 44 55 0 0,-26-66-61 0 0,0 1 0 0 0,-1 0 0 0 0,-1 0 0 0 0,3 12 0 0 0,1 0-6 0 0,-6-19 9 0 0,1 0 0 0 0,-1 0-1 0 0,0 0 1 0 0,0-1-1 0 0,-1 1 1 0 0,1 6-1 0 0,-1-6 4 0 0,1 0-1 0 0,0 0 0 0 0,-1 0 0 0 0,3 4 0 0 0,-2-5-9 0 0,0-1 1 0 0,0 0 0 0 0,-1 1-1 0 0,1-1 1 0 0,-1 1-1 0 0,1-1 1 0 0,-1 1 0 0 0,0 0-1 0 0,0-1 1 0 0,0 1 0 0 0,-1-1-1 0 0,0 5 1 0 0,0-5-33 0 0,0 0 0 0 0,0 0 0 0 0,-1 0 0 0 0,1 0 0 0 0,-1-1 0 0 0,1 1 0 0 0,-1-1 0 0 0,1 1 0 0 0,-1-1 0 0 0,0 1 0 0 0,0-1 0 0 0,0 0 0 0 0,0 0 0 0 0,0 0 0 0 0,0 0 0 0 0,0 0 0 0 0,0 0 0 0 0,0-1 0 0 0,-1 1-1 0 0,-3 0 1 0 0,-5 1-1260 0 0,0-1 0 0 0,-21 0 0 0 0,28-1 699 0 0,-17 0-3808 0 0,6 0-1332 0 0,2 0-4146 0 0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44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1 18004 0 0,'0'0'12475'0'0,"-2"0"-12302"0"0,-15 1-1996 0 0,4-1-7232 0 0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49.6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46 4121 0 0,'0'0'17325'0'0,"-3"-4"-16828"0"0,-8-11-94 0 0,8 12 1009 0 0,13 14-1185 0 0,-5 0-208 0 0,8 13 23 0 0,15 45 0 0 0,-14-30-5 0 0,5 13-22 0 0,-5-5 36 0 0,25 55-1 0 0,-2-23 18 0 0,-24-54-5 0 0,-9-18-29 0 0,0 0 1 0 0,9 10-1 0 0,4 6 52 0 0,-15-20-35 0 0,0 0 0 0 0,0 0 1 0 0,0 0-1 0 0,1 0 0 0 0,-1-1 0 0 0,1 1 0 0 0,0-1 0 0 0,0 1 0 0 0,0-1 0 0 0,0 0 1 0 0,0-1-1 0 0,0 1 0 0 0,1 0 0 0 0,-1-1 0 0 0,0 0 0 0 0,1 0 0 0 0,-1 0 0 0 0,1 0 1 0 0,0 0-1 0 0,-1-1 0 0 0,1 1 0 0 0,0-1 0 0 0,4 0 0 0 0,-7 0-43 0 0,-1-1 1 0 0,1 1-1 0 0,0 0 0 0 0,-1 0 0 0 0,1 0 0 0 0,0 0 0 0 0,-1-1 0 0 0,1 1 1 0 0,0 0-1 0 0,-1-1 0 0 0,1 1 0 0 0,0 0 0 0 0,-1-1 0 0 0,1 1 1 0 0,-1-1-1 0 0,1 1 0 0 0,-1-1 0 0 0,1 1 0 0 0,-1-1 0 0 0,1 1 1 0 0,-1-1-1 0 0,0 0 0 0 0,1 1 0 0 0,-1-1 0 0 0,0 1 0 0 0,1-1 1 0 0,-1 0-1 0 0,0 1 0 0 0,0-1 0 0 0,0 0 0 0 0,0 0 0 0 0,1 1 1 0 0,-1-2-1 0 0,0-4-13 0 0,0 0 0 0 0,1 0-1 0 0,-2-8 1 0 0,0 1-12 0 0,0 3 13 0 0,0-1 0 0 0,-3-17 0 0 0,-3-14 15 0 0,6 20-12 0 0,-1 8 38 0 0,2 0-1 0 0,1-19 0 0 0,-1 32-39 0 0,0 0-1 0 0,0 0 1 0 0,0 0 0 0 0,0 0-1 0 0,0 0 1 0 0,1 1 0 0 0,-1-1-1 0 0,0 0 1 0 0,1 0 0 0 0,-1 0-1 0 0,0 0 1 0 0,1 1 0 0 0,-1-1 0 0 0,1 0-1 0 0,0 0 1 0 0,-1 1 0 0 0,1-1-1 0 0,0 0 1 0 0,-1 1 0 0 0,1-1-1 0 0,0 1 1 0 0,0-1 0 0 0,-1 1-1 0 0,1-1 1 0 0,0 1 0 0 0,0-1-1 0 0,0 1 1 0 0,0 0 0 0 0,-1-1 0 0 0,1 1-1 0 0,0 0 1 0 0,0 0 0 0 0,0 0-1 0 0,0 0 1 0 0,0 0 0 0 0,2 0-1 0 0,0 0-31 0 0,-1 1-1 0 0,1-1 0 0 0,0 1 1 0 0,0 0-1 0 0,0 0 0 0 0,0 0 1 0 0,-1 0-1 0 0,1 0 0 0 0,0 0 1 0 0,2 3-1 0 0,105 83-152 0 0,-38-29 205 0 0,-50-41-9 0 0,-14-11 36 0 0,1 0 0 0 0,-1-1 0 0 0,1 0 0 0 0,0-1 0 0 0,0 1 0 0 0,0-2 0 0 0,1 1 0 0 0,-1-1 0 0 0,1-1 0 0 0,0 0-1 0 0,0 0 1 0 0,0-1 0 0 0,17 0 0 0 0,-26-1-25 0 0,0 0 0 0 0,0 0 0 0 0,0 0 0 0 0,0-1-1 0 0,0 1 1 0 0,0 0 0 0 0,0-1 0 0 0,0 1 0 0 0,0-1 0 0 0,0 1-1 0 0,0-1 1 0 0,0 1 0 0 0,0-1 0 0 0,-1 0 0 0 0,1 0 0 0 0,0 1 0 0 0,0-1-1 0 0,-1 0 1 0 0,1 0 0 0 0,0 0 0 0 0,-1 0 0 0 0,1 0 0 0 0,-1 0-1 0 0,1 0 1 0 0,-1 0 0 0 0,1 0 0 0 0,-1 0 0 0 0,0 0 0 0 0,0 0-1 0 0,1 0 1 0 0,-1-2 0 0 0,1-4 19 0 0,0-1 0 0 0,-1 0-1 0 0,0-11 1 0 0,0 10 2 0 0,-1 0-33 0 0,1 1 0 0 0,-2-1 1 0 0,1 0-1 0 0,-1 1 0 0 0,-4-13 1 0 0,-20-41-18 0 0,9 25 24 0 0,-26-62-23 0 0,-8-17-429 0 0,39 88-993 0 0,-16-24 0 0 0,26 49 1124 0 0,2 3 145 0 0,-5-7-1546 0 0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50.2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7866 0 0,'0'0'18576'0'0,"-2"4"-18408"0"0,3 0-169 0 0,-1 1 1 0 0,1-1-1 0 0,0 1 1 0 0,0-1-1 0 0,0 0 1 0 0,3 6-1 0 0,3 13 27 0 0,-5-17-19 0 0,0 1 0 0 0,0-1-1 0 0,5 8 1 0 0,0 2 4 0 0,-2-6 2 0 0,2 6 15 0 0,-7-15-25 0 0,0 0 0 0 0,1 1 0 0 0,-1-1-1 0 0,1 0 1 0 0,0 0 0 0 0,-1 0 0 0 0,1 0 0 0 0,1 2 0 0 0,-1-3-3 0 0,0 1-1 0 0,-1 0 1 0 0,1 0 0 0 0,0 0 0 0 0,-1-1 0 0 0,1 1 0 0 0,-1 0 0 0 0,1 0 0 0 0,-1 0 0 0 0,0 0 0 0 0,1 0 0 0 0,-1 0 0 0 0,0 0 0 0 0,1 2 0 0 0,-1-3 12 0 0,0 1 0 0 0,0-1 0 0 0,0 1 0 0 0,0-1 0 0 0,0 1 0 0 0,0-1 0 0 0,1 1 0 0 0,-1-1 0 0 0,0 0 0 0 0,0 1 0 0 0,1-1 0 0 0,-1 1 0 0 0,0-1 0 0 0,1 0-1 0 0,-1 1 1 0 0,0-1 0 0 0,1 1 0 0 0,-1-1 0 0 0,1 0 0 0 0,-1 0 0 0 0,0 1 0 0 0,1-1 0 0 0,-1 0 0 0 0,1 0 0 0 0,-1 1 0 0 0,1-1 0 0 0,-1 0 0 0 0,1 0 0 0 0,-1 0 0 0 0,1 0 0 0 0,1 1 70 0 0,0-1 0 0 0,-1 0 0 0 0,1 0 0 0 0,-1 0 0 0 0,1 0 0 0 0,0 0 0 0 0,-1 0 0 0 0,4-1 0 0 0,31-11-94 0 0,-1-1 0 0 0,64-35 0 0 0,-55 18-5017 0 0,-44 30 4643 0 0,1 0 1 0 0,4-9-6547 0 0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50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0 8794 0 0,'0'0'12820'0'0,"-6"19"-12469"0"0,-16 58-58 0 0,17-48-97 0 0,7-17-33 0 0,1-5-86 0 0,0 2 1 0 0,1 1 0 0 0,0-1 0 0 0,1 0 0 0 0,10 16 0 0 0,-8-15-1180 0 0,0 1 0 0 0,6 15 0 0 0,-4-8-6470 0 0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51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63 4753 0 0,'0'0'19447'0'0,"-4"-12"-19470"0"0,-11-36-34 0 0,13 46 13 0 0,2 3 15 0 0,0 8 10 0 0,2 16 56 0 0,16 51 178 0 0,3 14-100 0 0,-11-46-19 0 0,1-2 1 0 0,26 63 0 0 0,-14-56-79 0 0,-12-27-640 0 0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51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0 7498 0 0,'0'0'16222'0'0,"-7"4"-15841"0"0,-1 0-317 0 0,-58 35 696 0 0,61-35-714 0 0,0 1 0 0 0,0-1 0 0 0,0 1 0 0 0,-6 9 0 0 0,7-9-21 0 0,3-4-8 0 0,0 0 0 0 0,0 0 0 0 0,0 0 1 0 0,1 0-1 0 0,-1 0 0 0 0,0 0 0 0 0,1 0 0 0 0,-1 0 0 0 0,1 0 0 0 0,-1 0 1 0 0,1 1-1 0 0,0-1 0 0 0,0 0 0 0 0,-1 0 0 0 0,1 0 0 0 0,0 1 0 0 0,0-1 1 0 0,0 0-1 0 0,0 0 0 0 0,1 3 0 0 0,-1-3 24 0 0,1 0 0 0 0,-1 0 1 0 0,1 0-1 0 0,-1-1 0 0 0,1 1 0 0 0,0 0 0 0 0,-1 0 1 0 0,1-1-1 0 0,0 1 0 0 0,-1 0 0 0 0,1-1 0 0 0,0 1 1 0 0,0-1-1 0 0,0 1 0 0 0,0-1 0 0 0,0 1 0 0 0,0-1 0 0 0,0 1 1 0 0,0-1-1 0 0,0 0 0 0 0,0 0 0 0 0,0 1 0 0 0,0-1 1 0 0,0 0-1 0 0,1 0 0 0 0,98 3 561 0 0,-61-2-684 0 0,66 8-1 0 0,-83-3-783 0 0,-21-5 492 0 0,0-1-1 0 0,0 1 0 0 0,0-1 1 0 0,0 1-1 0 0,0-1 0 0 0,0 1 1 0 0,0 0-1 0 0,0-1 1 0 0,0 1-1 0 0,0 0 0 0 0,-1 0 1 0 0,1 0-1 0 0,0 0 0 0 0,-1 0 1 0 0,1 0-1 0 0,0 0 0 0 0,0 2 1 0 0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53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 20124 0 0,'0'0'8337'0'0,"-1"1"-8175"0"0,-1 2-240 0 0,1-1 0 0 0,0 0 0 0 0,0 1-1 0 0,0-1 1 0 0,1 1 0 0 0,-1-1 0 0 0,1 1-1 0 0,-1-1 1 0 0,1 1 0 0 0,0-1-1 0 0,0 1 1 0 0,0 4 0 0 0,0 3-2790 0 0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54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6 9514 0 0,'0'0'16824'0'0,"-1"-2"-16692"0"0,-4-2-27 0 0,13 13-9 0 0,14 12-18 0 0,-6-7-68 0 0,-8-4-8 0 0,0-1 0 0 0,-1 1 0 0 0,9 15 0 0 0,-4-6-1 0 0,33 62 27 0 0,-7-17-27 0 0,10 15 20 0 0,-37-61-29 0 0,-4-7 17 0 0,1 0 0 0 0,0 0 0 0 0,10 10 0 0 0,-15-18 0 0 0,0-1 1 0 0,-1 0 0 0 0,1 1-1 0 0,0-1 1 0 0,0 0-1 0 0,0-1 1 0 0,1 1-1 0 0,-1 0 1 0 0,0-1-1 0 0,1 0 1 0 0,-1 0 0 0 0,1 0-1 0 0,-1 0 1 0 0,1 0-1 0 0,-1-1 1 0 0,5 1-1 0 0,-4-1-15 0 0,-1 0 0 0 0,0 0 0 0 0,1 0-1 0 0,-1-1 1 0 0,0 1 0 0 0,1-1 0 0 0,5-2 0 0 0,-7 2-1 0 0,0 0 1 0 0,0 0-1 0 0,-1-1 1 0 0,1 1-1 0 0,0-1 1 0 0,-1 1 0 0 0,1-1-1 0 0,-1 1 1 0 0,1-1-1 0 0,-1 0 1 0 0,0 0 0 0 0,2-3-1 0 0,1-2-33 0 0,-1 0 0 0 0,0 0 0 0 0,-1-1 0 0 0,0 1 0 0 0,0-1 0 0 0,0 1 0 0 0,-1-1 0 0 0,1-10-1 0 0,-2 3-35 0 0,0 1-1 0 0,-1-1 0 0 0,-4-21 0 0 0,1 21 41 0 0,4 14 49 0 0,0 5-565 0 0,8 11 228 0 0,14 21 0 0 0,-19-31 317 0 0,8 10 21 0 0,1-1-1 0 0,0 0 0 0 0,1 0 1 0 0,0-1-1 0 0,1-1 0 0 0,1 0 1 0 0,0-1-1 0 0,1-1 0 0 0,0 0 1 0 0,21 9-1 0 0,-29-16 28 0 0,0 0 0 0 0,1 0 0 0 0,-1-1-1 0 0,0 0 1 0 0,1-1 0 0 0,-1 0 0 0 0,16 0 0 0 0,-22-1-21 0 0,0 0 0 0 0,-1 0 0 0 0,1-1 1 0 0,0 1-1 0 0,-1 0 0 0 0,1-1 0 0 0,0 1 0 0 0,-1-1 0 0 0,1 0 1 0 0,-1 1-1 0 0,1-1 0 0 0,-1 0 0 0 0,1 0 0 0 0,-1 0 1 0 0,0 0-1 0 0,0 0 0 0 0,1-1 0 0 0,-1 1 0 0 0,0 0 1 0 0,0 0-1 0 0,0-1 0 0 0,0 1 0 0 0,0-1 0 0 0,0 1 0 0 0,-1-1 1 0 0,1 1-1 0 0,0-1 0 0 0,-1 1 0 0 0,1-1 0 0 0,-1 0 1 0 0,1-1-1 0 0,0-8 11 0 0,1 1-1 0 0,-1 0 1 0 0,-1 0 0 0 0,0-11 0 0 0,0 9-23 0 0,-1 1-9 0 0,0 1 0 0 0,0 0 0 0 0,-1-1 0 0 0,0 1 0 0 0,-1 0 0 0 0,0 0 0 0 0,-1 0 0 0 0,-5-10 0 0 0,-5-7-190 0 0,-27-38 0 0 0,31 50-764 0 0,-1 1 0 0 0,-1 1 0 0 0,-19-20-1 0 0,28 31 7 0 0,0 0 0 0 0,0 0-1 0 0,0 0 1 0 0,0 0 0 0 0,-5-2-1 0 0,-9-1-8549 0 0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54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 5281 0 0,'0'0'18740'0'0,"16"-4"-18635"0"0,50-10-7 0 0,-63 13-80 0 0,1 0 0 0 0,-1 0 0 0 0,1 1 0 0 0,-1-1 0 0 0,1 1 0 0 0,6 0 0 0 0,-3 1 19 0 0,64 4 904 0 0,-71-5-930 0 0,0 0 0 0 0,0 0 0 0 0,1 0 0 0 0,-1 0 0 0 0,0 0 0 0 0,0 0 0 0 0,0 0 0 0 0,1 0 0 0 0,-1 1 0 0 0,0-1 0 0 0,0 0 0 0 0,1 0 0 0 0,-1 0 0 0 0,0 0 0 0 0,0 0 0 0 0,0 0 0 0 0,0 1 0 0 0,1-1 0 0 0,-1 0 0 0 0,0 0 0 0 0,0 0 0 0 0,0 1 0 0 0,0-1 0 0 0,0 0 0 0 0,0 0 0 0 0,1 0 0 0 0,-1 1 0 0 0,0-1 0 0 0,0 0 0 0 0,0 0 0 0 0,0 1 0 0 0,0 10-96 0 0,-6 12-95 0 0,-13 27 192 0 0,4-6 14 0 0,11-34 10 0 0,3-7-34 0 0,0 0 0 0 0,0 0-1 0 0,1 1 1 0 0,-1-1 0 0 0,0 0 0 0 0,1 5-1 0 0,0-7-2 0 0,0 0-1 0 0,0 0 0 0 0,-1 0 0 0 0,1 0 1 0 0,0-1-1 0 0,0 1 0 0 0,-1 0 0 0 0,1 0 0 0 0,-1 0 1 0 0,1 0-1 0 0,-1 0 0 0 0,1-1 0 0 0,-1 1 0 0 0,1 0 1 0 0,-1 0-1 0 0,0-1 0 0 0,1 1 0 0 0,-2 1 1 0 0,-1 0-35 0 0,3-2 40 0 0,-1 0 1 0 0,1 0-1 0 0,0 1 0 0 0,0-1 0 0 0,0 0 1 0 0,-1 0-1 0 0,1 0 0 0 0,0 1 0 0 0,0-1 0 0 0,0 0 1 0 0,-1 0-1 0 0,1 1 0 0 0,0-1 0 0 0,0 0 1 0 0,0 0-1 0 0,0 1 0 0 0,0-1 0 0 0,-1 0 1 0 0,1 1-1 0 0,0-1 0 0 0,0 0 0 0 0,0 1 0 0 0,0-1 1 0 0,0 0-1 0 0,0 0 0 0 0,0 1 0 0 0,0-1 1 0 0,7 3 106 0 0,1 1 134 0 0,-5-2-173 0 0,0-1 1 0 0,0 1-1 0 0,0-1 1 0 0,0 1 0 0 0,0-1-1 0 0,0 0 1 0 0,1 0-1 0 0,-1-1 1 0 0,0 1-1 0 0,6 0 1 0 0,-2 0 24 0 0,34 5 127 0 0,0-2 1 0 0,1-1 0 0 0,52-4 0 0 0,-88 0-945 0 0,19-1 1247 0 0,-18 0-3680 0 0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55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 6105 0 0,'0'0'19295'0'0,"0"-4"-19200"0"0,3-14-69 0 0,-2 15-123 0 0,1 7 24 0 0,1 4-27 0 0,11 37 96 0 0,33 74 0 0 0,-34-90 1 0 0,-2-3 23 0 0,-1 0-1 0 0,8 30 1 0 0,-15-44-164 0 0,-1-1-282 0 0,1 0 1 0 0,-1 1-1 0 0,0 19 1 0 0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55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2 8490 0 0,'0'0'16626'0'0,"-5"0"-16562"0"0,3-1-59 0 0,-23 0 78 0 0,23 1-76 0 0,1 0 0 0 0,-1 1 1 0 0,0-1-1 0 0,0 0 0 0 0,1 1 0 0 0,-1-1 0 0 0,0 1 1 0 0,0 0-1 0 0,1 0 0 0 0,-1 0 0 0 0,1-1 0 0 0,-1 2 1 0 0,1-1-1 0 0,-2 1 0 0 0,-11 11 68 0 0,10-11-54 0 0,1 1 0 0 0,0 0-1 0 0,-1 1 1 0 0,1-1 0 0 0,0 0-1 0 0,1 1 1 0 0,-1 0 0 0 0,-4 7-1 0 0,-1 9 58 0 0,4-10-17 0 0,4-9-51 0 0,-1 0 0 0 0,1 1 1 0 0,-1-1-1 0 0,1 1 0 0 0,-1-1 0 0 0,1 1 1 0 0,0-1-1 0 0,0 2 772 0 0,25-1-332 0 0,50 9-1 0 0,-52-6-385 0 0,141 30-715 0 0,-159-34 151 0 0,0 1 0 0 0,-1 0 0 0 0,8 4 0 0 0,-11-6 39 0 0,0 1-1 0 0,0 0 1 0 0,1-1 0 0 0,-1 1-1 0 0,-1 0 1 0 0,1 0-1 0 0,0 0 1 0 0,0 0-1 0 0,0 0 1 0 0,1 2-1 0 0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2:15.8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359 16 5369 0 0,'0'0'15953'0'0,"6"2"-12666"0"0,-26-3-2443 0 0,-20-3-1 0 0,15 0-529 0 0,-28-1 78 0 0,0 1 1 0 0,-57 5-1 0 0,80 3-949 0 0,13-1-3273 0 0,0-2-8753 0 0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2:16.2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431 30 10330 0 0,'0'0'16545'0'0,"-6"-3"-16357"0"0,-18-10-43 0 0,18 10 45 0 0,3 3-151 0 0,1-1 1 0 0,0 1-1 0 0,-1 0 0 0 0,1 0 1 0 0,0 0-1 0 0,0 0 0 0 0,-4 0 1 0 0,-2 1 33 0 0,-57 0 508 0 0,22 0-389 0 0,0-1 1 0 0,-57-9 0 0 0,86 8-214 0 0,0-1 0 0 0,-16 2 1 0 0,6 1-2612 0 0,-7-1-9637 0 0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2:18.9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23 2056 0 0,'0'0'18424'0'0,"-6"-3"-17622"0"0,-20-13-117 0 0,20 13 2741 0 0,6 3-3421 0 0,1 0-1 0 0,0 0 0 0 0,0 0 0 0 0,-1 0 0 0 0,1 1 0 0 0,0-1 0 0 0,0 0 1 0 0,-1 1-1 0 0,1-1 0 0 0,0 0 0 0 0,-1 1 0 0 0,1-1 0 0 0,0 1 1 0 0,-1-1-1 0 0,1 1 0 0 0,-1-1 0 0 0,1 2 0 0 0,12 10-17 0 0,7 9 57 0 0,2-1 0 0 0,35 25 1 0 0,-15-12 46 0 0,-17-13-37 0 0,11 10 70 0 0,2-1 0 0 0,42 24 1 0 0,-47-32-56 0 0,6 2 15 0 0,-34-19-70 0 0,-4-4-11 0 0,-1 1 1 0 0,1-1 0 0 0,-1 0-1 0 0,1 0 1 0 0,-1 1 0 0 0,1-1-1 0 0,-1 0 1 0 0,1 0 0 0 0,-1 1-1 0 0,1-1 1 0 0,-1 0 0 0 0,1 0 0 0 0,1 0-1 0 0,-2 0 1 0 0,-11-12-3906 0 0,-6-3 59 0 0,0-1-3844 0 0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2:19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 21 10930 0 0,'0'0'17221'0'0,"-8"-3"-16989"0"0,-24-11-56 0 0,25 10 59 0 0,6 7-228 0 0,1-1 0 0 0,0 1-1 0 0,-1-1 1 0 0,0 1 0 0 0,1-1 0 0 0,-1 0-1 0 0,-2 4 1 0 0,-1 6 18 0 0,-4 8-3 0 0,0 0 0 0 0,-2-1-1 0 0,0 0 1 0 0,-21 29 0 0 0,-26 25 38 0 0,51-65-49 0 0,0 0 0 0 0,-9 8 1 0 0,8-8-377 0 0,-3 4-2432 0 0,1-8-3282 0 0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2:20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47 14995 0 0,'0'0'11776'0'0,"-21"-8"-11749"0"0,-63-22-7 0 0,59 22-16 0 0,17 8 0 0 0,3 0 1 0 0,2 0-4 0 0,0 1 0 0 0,0-1-1 0 0,0 0 1 0 0,0 1 0 0 0,1 0 0 0 0,-1 0 0 0 0,0-1-1 0 0,0 2 1 0 0,-4 1 0 0 0,-21 17-10 0 0,21-14 21 0 0,6-5-13 0 0,1 0 1 0 0,-1 0 0 0 0,1-1-1 0 0,-1 1 1 0 0,1 0 0 0 0,-1 0-1 0 0,1 0 1 0 0,-1 0 0 0 0,1 0-1 0 0,0 0 1 0 0,0 0 0 0 0,-1 0 0 0 0,1 0-1 0 0,0 0 1 0 0,0 1 0 0 0,0 18-7 0 0,0-12 23 0 0,2 29 9 0 0,7 39 0 0 0,-1-9-13 0 0,6 14 0 0 0,-11-60 8 0 0,0 1-1 0 0,1-1 0 0 0,2 0 0 0 0,0-1 1 0 0,1 1-1 0 0,12 24 0 0 0,-9-29 61 0 0,0-1-1 0 0,18 22 1 0 0,4 6 15 0 0,-18-22-27 0 0,-13-20 2 0 0,0-1 1 0 0,0 1-1 0 0,-1-1 1 0 0,1 0-1 0 0,0 1 1 0 0,0-1 0 0 0,0 0-1 0 0,0 0 1 0 0,0 0-1 0 0,0 0 1 0 0,0 0-1 0 0,0 0 1 0 0,1 0 0 0 0,17-1 171 0 0,3-2-196 0 0,44-2-52 0 0,-40 5-251 0 0,41 0-118 0 0,-22 0-4524 0 0,-37-2-287 0 0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2:20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77 7362 0 0,'0'0'18854'0'0,"0"-12"-18716"0"0,1-37-30 0 0,-1 48-102 0 0,0 0 0 0 0,0 1 0 0 0,0-1 0 0 0,0 0 0 0 0,0 1 0 0 0,0-1 0 0 0,0 0 0 0 0,0 1 0 0 0,0-1 0 0 0,1 0 0 0 0,-1 1 0 0 0,0-1 0 0 0,0 0 0 0 0,1 1 0 0 0,-1-1 0 0 0,0 1 0 0 0,1-1 0 0 0,-1 0 0 0 0,1 1 0 0 0,-1-1 0 0 0,1 1 0 0 0,0-1 0 0 0,-1 1-4 0 0,1 0-1 0 0,-1 0 0 0 0,1-1 0 0 0,-1 1 0 0 0,1 0 0 0 0,-1 0 0 0 0,1 0 0 0 0,-1 0 0 0 0,1 0 0 0 0,-1 0 0 0 0,1 1 0 0 0,-1-1 0 0 0,1 0 0 0 0,-1 0 0 0 0,1 0 0 0 0,2 1-34 0 0,6 0-12 0 0,0 0 0 0 0,0 0 0 0 0,0 1 0 0 0,0 0 0 0 0,0 0 0 0 0,0 1 0 0 0,0 0 0 0 0,-1 1 0 0 0,11 6 0 0 0,49 25-16 0 0,-57-28 58 0 0,1 0 0 0 0,-1 1-1 0 0,16 16 1 0 0,-24-22-8 0 0,-1 1-1 0 0,1 0 1 0 0,-1-1-1 0 0,0 1 1 0 0,0 1-1 0 0,0-1 1 0 0,-1 0 0 0 0,1 0-1 0 0,-1 1 1 0 0,1-1-1 0 0,-1 1 1 0 0,0-1-1 0 0,0 1 1 0 0,-1-1-1 0 0,1 1 1 0 0,-1-1-1 0 0,0 1 1 0 0,0 0 0 0 0,0-1-1 0 0,0 1 1 0 0,-1 4-1 0 0,0-5 15 0 0,0-1 0 0 0,0 1-1 0 0,0-1 1 0 0,-1 1 0 0 0,1-1-1 0 0,-1 0 1 0 0,1 0 0 0 0,-1 0 0 0 0,0 1-1 0 0,0-1 1 0 0,0-1 0 0 0,0 1 0 0 0,0 0-1 0 0,0 0 1 0 0,0-1 0 0 0,0 1-1 0 0,-4 0 1 0 0,-5 6 40 0 0,5-4 10 0 0,-1 0-1 0 0,0 0 0 0 0,0-1 1 0 0,0 0-1 0 0,0 0 1 0 0,-1-1-1 0 0,1 0 0 0 0,-1 0 1 0 0,1-1-1 0 0,-9 1 1 0 0,-11 0 259 0 0,-40-3 1 0 0,63 1-296 0 0,-4-1 37 0 0,-1-1 0 0 0,1 1 0 0 0,-1-1 0 0 0,1-1 0 0 0,0 1-1 0 0,0-1 1 0 0,0-1 0 0 0,0 1 0 0 0,1-2 0 0 0,-1 1 0 0 0,1-1 0 0 0,0 0 0 0 0,0 0-1 0 0,-8-9 1 0 0,12 10-29 0 0,1 0-1 0 0,-1 0 0 0 0,1-1 1 0 0,0 1-1 0 0,0 0 1 0 0,1-1-1 0 0,-1 1 0 0 0,1-1 1 0 0,0 1-1 0 0,1-1 0 0 0,-1 0 1 0 0,1 1-1 0 0,-1-1 1 0 0,1 0-1 0 0,1 1 0 0 0,-1-1 1 0 0,2-5-1 0 0,-1 7-67 0 0,-1-1 0 0 0,1 1 1 0 0,1 0-1 0 0,-1 0 0 0 0,0 0 0 0 0,1 0 0 0 0,0 0 0 0 0,-1 0 1 0 0,1 0-1 0 0,0 1 0 0 0,1-1 0 0 0,-1 1 0 0 0,0-1 0 0 0,4-2 1 0 0,0 0-151 0 0,0 0 0 0 0,1 1 0 0 0,0 0 0 0 0,13-7 0 0 0,-14 9-369 0 0,0 0 0 0 0,1 0 0 0 0,-1 0 0 0 0,0 1 0 0 0,0 0 0 0 0,7 0 0 0 0,4 0-3410 0 0,0 3-3400 0 0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2:21.2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 13659 0 0,'0'0'11968'0'0,"16"-5"-11972"0"0,50-17 2 0 0,-63 21 2 0 0,1 0 0 0 0,-1 0 0 0 0,1 1 0 0 0,-1-1 0 0 0,1 1 0 0 0,3 0 0 0 0,8 5-5 0 0,-7-2 1 0 0,19 7-5 0 0,0 0-1 0 0,0 1 1 0 0,-2 2 0 0 0,45 29-1 0 0,-65-39-7 0 0,-1 1-1 0 0,1 0 1 0 0,-1 0-1 0 0,6 7 0 0 0,-9-9-4 0 0,1 0 1 0 0,-1 0-1 0 0,0 0 0 0 0,0 0 0 0 0,1 0 0 0 0,-1 0 0 0 0,-1 1 0 0 0,1-1 0 0 0,0 0 0 0 0,0 1 0 0 0,-1-1 1 0 0,0 0-1 0 0,1 3 0 0 0,2 46-192 0 0,1 22 206 0 0,-3-50 18 0 0,0-16-13 0 0,0-1 1 0 0,1 0-1 0 0,2 9 1 0 0,2 8 24 0 0,-1-3 12 0 0,1 0 1 0 0,14 32-1 0 0,-13-33-9 0 0,-2-5-24 0 0,-1 1 0 0 0,0 0 0 0 0,1 18 0 0 0,-4-1 30 0 0,-2-16-24 0 0,1-15-22 0 0,0 0 0 0 0,0 0 0 0 0,-1 0 0 0 0,1 0 0 0 0,-1 1 0 0 0,1-1 0 0 0,-1 0-1 0 0,1 0 1 0 0,-1 0 0 0 0,0 0 0 0 0,1 0 0 0 0,-1 0 0 0 0,0-1 0 0 0,0 1 0 0 0,0 0-1 0 0,0 0 1 0 0,0 0 0 0 0,0-1 0 0 0,0 1 0 0 0,0 0 0 0 0,0-1 0 0 0,-2 1 0 0 0,-2 2-161 0 0,0-1 1 0 0,0 0-1 0 0,-9 2 1 0 0,1-2-1343 0 0,0 0 0 0 0,-16 1 1 0 0,-7-3-7644 0 0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2:21.7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10 10690 0 0,'0'0'12671'0'0,"-1"-2"-12612"0"0,-4-6-80 0 0,6 13-108 0 0,9 18 84 0 0,-5-14 77 0 0,0 1 0 0 0,-1 0 1 0 0,4 16-1 0 0,1 2 67 0 0,-6-17-20 0 0,0 0 1 0 0,2 15-1 0 0,-2-7-21 0 0,4 42 246 0 0,-6-31-1183 0 0,-1-23-4465 0 0,-1-21-4751 0 0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2:21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409 0 6289 0 0,'0'0'19232'0'0,"-32"1"-18922"0"0,-104 3-94 0 0,61-3 21 0 0,25-2-148 0 0,-12 1-909 0 0,22 1-3710 0 0,27 0-1971 0 0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2:22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42 3049 0 0,'0'0'19985'0'0,"-8"-7"-19694"0"0,-26-21-122 0 0,26 21 154 0 0,8 9-304 0 0,1 0 0 0 0,0-1 0 0 0,0 1 0 0 0,-1-1 1 0 0,1 1-1 0 0,0-1 0 0 0,0 0 0 0 0,1 1 0 0 0,-1-1 0 0 0,0 0 0 0 0,2 2 0 0 0,0-1 27 0 0,17 16 292 0 0,0-2 0 0 0,44 27 0 0 0,-34-24-219 0 0,99 60 184 0 0,9 7-179 0 0,-133-83-153 0 0,0 0-1 0 0,0 1 0 0 0,0 0 1 0 0,0 0-1 0 0,5 7 1 0 0,-37-10-17374 0 0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2:23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0 6705 0 0,'0'0'18186'0'0,"-6"4"-17972"0"0,2-1-179 0 0,-2 0 18 0 0,0 1 1 0 0,0 0 0 0 0,0 0 0 0 0,0 1 0 0 0,1-1-1 0 0,-7 9 1 0 0,-8 13 153 0 0,2 1 0 0 0,-16 32 1 0 0,5-9-1274 0 0,25-43-414 0 0,0 0 0 0 0,-9 12 0 0 0,-4-2-8570 0 0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2:23.9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158 126 4873 0 0,'0'0'21395'0'0,"-10"-21"-21176"0"0,-30-63-86 0 0,30 64-81 0 0,1 20-61 0 0,0 0-1 0 0,-1 1 1 0 0,1 1-1 0 0,0 0 1 0 0,0 0-1 0 0,-11 4 1 0 0,14-4 45 0 0,5-2-40 0 0,1 0 0 0 0,-1 0 0 0 0,1 0 0 0 0,-1 0 0 0 0,1 0 0 0 0,-1 0 0 0 0,1 0 0 0 0,-1 0 0 0 0,1 0 0 0 0,-1 1 1 0 0,1-1-1 0 0,-1 0 0 0 0,1 0 0 0 0,-1 0 0 0 0,1 1 0 0 0,0-1 0 0 0,-1 0 0 0 0,1 1 0 0 0,-1-1 0 0 0,1 0 0 0 0,0 1 0 0 0,-1-1 0 0 0,1 1 0 0 0,0-1 0 0 0,0 0 0 0 0,-1 1 1 0 0,1-1-1 0 0,0 1 0 0 0,0-1 0 0 0,0 1 0 0 0,-1-1 0 0 0,1 1 0 0 0,0-1 0 0 0,0 1 0 0 0,0-1 0 0 0,0 1 0 0 0,0-1 0 0 0,0 1 0 0 0,0 0 0 0 0,-3 91-140 0 0,3-71 156 0 0,1 0 0 0 0,1 0 0 0 0,1 0-1 0 0,6 20 1 0 0,4 34 20 0 0,-1-14-12 0 0,5 78 0 0 0,-5-41 33 0 0,-11-90-41 0 0,-1-6-2 0 0,0-1 1 0 0,0 1 0 0 0,0-1-1 0 0,0 0 1 0 0,0 1-1 0 0,0-1 1 0 0,1 0 0 0 0,-1 1-1 0 0,0-1 1 0 0,1 0 0 0 0,-1 1-1 0 0,1-1 1 0 0,0 0 0 0 0,-1 0-1 0 0,1 0 1 0 0,0 0-1 0 0,1 2 1 0 0,-1-2 82 0 0,0-1 0 0 0,0 1-1 0 0,0-1 1 0 0,0 1 0 0 0,0-1 0 0 0,0 1-1 0 0,0-1 1 0 0,0 0 0 0 0,0 1 0 0 0,1-1 0 0 0,-1 0-1 0 0,0 0 1 0 0,0 0 0 0 0,0 0 0 0 0,0 0-1 0 0,0 0 1 0 0,2-1 0 0 0,23-4-85 0 0,-16 3 77 0 0,69-14-922 0 0,-59 14-1636 0 0,-5 2-4668 0 0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2:24.4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81 10634 0 0,'0'0'16076'0'0,"2"-12"-15966"0"0,4-39-50 0 0,-6 50-58 0 0,0 0 0 0 0,0 0 0 0 0,1 0 0 0 0,-1 0 0 0 0,0 0 0 0 0,0 0-1 0 0,1 0 1 0 0,-1 0 0 0 0,0 1 0 0 0,1-1 0 0 0,-1 0 0 0 0,1 0 0 0 0,-1 0-1 0 0,1 0 1 0 0,-1 1 0 0 0,1-1 0 0 0,0-1 0 0 0,0 2-3 0 0,-1 0 0 0 0,1 0-1 0 0,-1 0 1 0 0,0 0 0 0 0,1 0 0 0 0,-1 0 0 0 0,0 0 0 0 0,1 0 0 0 0,-1 0 0 0 0,1 0 0 0 0,-1 0 0 0 0,0 0-1 0 0,1 0 1 0 0,-1 0 0 0 0,1 0 0 0 0,-1 0 0 0 0,0 0 0 0 0,1 0 0 0 0,-1 1 0 0 0,3-1-9 0 0,15 0-120 0 0,-11 0 105 0 0,0-1-1 0 0,-1 1 1 0 0,1 1 0 0 0,-1-1 0 0 0,1 1-1 0 0,-1 1 1 0 0,1-1 0 0 0,9 4-1 0 0,-3 1 12 0 0,42 20-33 0 0,-53-25 37 0 0,-1-1 1 0 0,0 1-1 0 0,0 0 1 0 0,0 1-1 0 0,0-1 1 0 0,0 0-1 0 0,0 0 1 0 0,0 0-1 0 0,0 1 0 0 0,0-1 1 0 0,-1 0-1 0 0,1 1 1 0 0,0-1-1 0 0,-1 1 1 0 0,1-1-1 0 0,-1 0 1 0 0,1 1-1 0 0,-1-1 0 0 0,0 1 1 0 0,0 0-1 0 0,0-1 1 0 0,0 1-1 0 0,0-1 1 0 0,0 1-1 0 0,0-1 1 0 0,0 1-1 0 0,-1-1 1 0 0,0 4-1 0 0,-1 3 8 0 0,-1 1 0 0 0,0-1 0 0 0,-8 13 0 0 0,9-17-1 0 0,-11 24 24 0 0,7-15-21 0 0,0 0 0 0 0,-15 22 0 0 0,15-26 4 0 0,1 0 0 0 0,-5 11-1 0 0,-2 3-2 0 0,12-22 3 0 0,-1 1 1 0 0,0 0-1 0 0,1 0 0 0 0,-1 0 0 0 0,1 0 0 0 0,0-1 0 0 0,-1 1 0 0 0,1 0 0 0 0,0 4 807 0 0,5-7-317 0 0,158-20-653 0 0,-125 20-1543 0 0,-26 1-2286 0 0,0 0-4941 0 0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2:25.2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43 11090 0 0,'0'0'11167'0'0,"10"-7"-11147"0"0,31-20-8 0 0,-39 26-14 0 0,0 0 1 0 0,0 0 0 0 0,1 0-1 0 0,-1 0 1 0 0,0 0-1 0 0,0 0 1 0 0,1 1 0 0 0,-1-1-1 0 0,0 1 1 0 0,1 0 0 0 0,-1 0-1 0 0,0-1 1 0 0,1 2-1 0 0,-1-1 1 0 0,4 1 0 0 0,4-1-5 0 0,-1 1 29 0 0,1 0 1 0 0,-1 1 0 0 0,0 0-1 0 0,0 0 1 0 0,11 5-1 0 0,17 3 311 0 0,30 8 1458 0 0,-66-18-1791 0 0,1 1 0 0 0,-1 0-1 0 0,0 0 1 0 0,1 0 0 0 0,-1 0 0 0 0,0 0 0 0 0,0 0 0 0 0,0 0 0 0 0,0 0-1 0 0,0 1 1 0 0,0-1 0 0 0,1 2 0 0 0,11 22-43 0 0,-7-13 30 0 0,52 118-39 0 0,-22-42 90 0 0,-22-55-46 0 0,-2 0 0 0 0,-2 1-1 0 0,12 62 1 0 0,-20-79 32 0 0,1 32 1 0 0,-3-49-5 0 0,0 1-5 0 0,0 0-8 0 0,0 0-2 0 0,0 0 0 0 0,-1 0-1 0 0,1-1 1 0 0,0 1 0 0 0,0 0 0 0 0,-1 0 0 0 0,1-1 0 0 0,-1 1 0 0 0,1 0 0 0 0,-1-1-1 0 0,1 1 1 0 0,-1 0 0 0 0,1-1 0 0 0,-1 1 0 0 0,0-1 0 0 0,1 1 0 0 0,-1-1-1 0 0,0 1 1 0 0,1-1 0 0 0,-1 1 0 0 0,0-1 0 0 0,1 0 0 0 0,-3 1 0 0 0,-21 6-276 0 0,21-6 164 0 0,-66 11-3799 0 0,23-8-5509 0 0,33-3-1044 0 0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2:59.6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0 2240 0 0,'0'0'11362'0'0,"16"2"-10644"0"0,5 1-471 0 0,46 6 771 0 0,-54-5-121 0 0,-11-3-437 0 0,0-1 0 0 0,0 1 0 0 0,0-1 0 0 0,0 1 0 0 0,7 0 7391 0 0,-14 2-6471 0 0,-4 2-1946 0 0,-1-1 604 0 0,0-1-1 0 0,0-1 0 0 0,-1 0 1 0 0,1 0-1 0 0,-13 0 1 0 0,-56-2 332 0 0,38-1-245 0 0,-6-3 688 0 0,25 2-3498 0 0,1 1-9414 0 0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00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53 6225 0 0,'0'0'21824'0'0,"-7"-9"-21566"0"0,-21-26-68 0 0,21 26 82 0 0,6 12-284 0 0,1-1 1 0 0,0 1-1 0 0,0 0 1 0 0,-1-1-1 0 0,2 1 0 0 0,-1-1 1 0 0,1 5-1 0 0,-1-1 5 0 0,7 26-4 0 0,-2-7 39 0 0,-1-8-19 0 0,8 22 0 0 0,-7-22-6 0 0,5 24 0 0 0,-4-16 44 0 0,13 36 1 0 0,-17-54-35 0 0,-1-3-189 0 0,3 7 417 0 0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00.6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10570 0 0,'0'0'10757'0'0,"32"9"-10731"0"0,102 30 10 0 0,-128-37-32 0 0,-1 0 0 0 0,1 0 1 0 0,-1 0-1 0 0,1 1 0 0 0,-1 0 1 0 0,0 0-1 0 0,0 0 0 0 0,-1 0 1 0 0,5 5-1 0 0,-8-8-3 0 0,27 29 73 0 0,-1 1 0 0 0,-1 1 1 0 0,-2 1-1 0 0,33 57 1 0 0,-48-73-34 0 0,-1 0 0 0 0,0 1 0 0 0,-1 0 1 0 0,-1 0-1 0 0,4 23 0 0 0,-7-26 4 0 0,-1 0 0 0 0,0 0 0 0 0,-1 0 0 0 0,0 1 0 0 0,-2-1 1 0 0,1 0-1 0 0,-4 17 0 0 0,2-25-4 0 0,0 0-1 0 0,0 0 1 0 0,0 0 0 0 0,-1-1 0 0 0,1 1 0 0 0,-1-1 0 0 0,-1 0 0 0 0,1 1-1 0 0,-1-1 1 0 0,0-1 0 0 0,-8 9 0 0 0,6-8-12 0 0,0 1 1 0 0,-1-1 0 0 0,0 0-1 0 0,0 0 1 0 0,-1 0-1 0 0,0-1 1 0 0,-14 5 0 0 0,-1-1-882 0 0,-29 5 0 0 0,1-6-6408 0 0,29-5-3603 0 0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01.2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97 2377 0 0,'0'0'21919'0'0,"-5"-13"-21182"0"0,-15-42-109 0 0,7 27 2776 0 0,12 36-3436 0 0,0 0-1 0 0,0 0 1 0 0,-1 0 0 0 0,-4 13 0 0 0,-1 1-4 0 0,-13 42 7 0 0,-1 6-3 0 0,14-39 45 0 0,1-1 0 0 0,-2 48 0 0 0,8-75-9 0 0,0 59 37 0 0,0-53-30 0 0,2 0 0 0 0,-1 0 0 0 0,1-1 0 0 0,5 18 0 0 0,3-3 120 0 0,1 0-1 0 0,1-1 0 0 0,1 0 1 0 0,1-1-1 0 0,1 0 0 0 0,0-1 1 0 0,27 26-1 0 0,-18-24-1277 0 0,44 34 0 0 0,-39-36-4563 0 0,42 22 0 0 0,-53-33-6356 0 0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03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5825 0 0,'0'0'17639'0'0,"2"-3"-16251"0"0,-2 10-1364 0 0,1 1 1 0 0,0-1-1 0 0,0 0 0 0 0,1 0 1 0 0,0 1-1 0 0,0-1 0 0 0,6 11 1 0 0,28 47 238 0 0,-32-59-217 0 0,59 93 334 0 0,-25-25-210 0 0,-33-63-152 0 0,-1-3 6 0 0,0 1-1 0 0,-1 0 1 0 0,0-1-1 0 0,-1 1 1 0 0,0 0-1 0 0,0 1 1 0 0,0 10-1 0 0,-2-20-5 0 0,0 1-93 0 0,0-1 49 0 0,-1 0 0 0 0,1 0 0 0 0,0 0 1 0 0,0 0-1 0 0,0 0 0 0 0,0 0 0 0 0,0 0 1 0 0,-1 0-1 0 0,1 1 0 0 0,0-1 1 0 0,0 0-1 0 0,0 0 0 0 0,-1 0 0 0 0,1 0 1 0 0,0 0-1 0 0,0 0 0 0 0,0 0 0 0 0,-1 0 1 0 0,1 0-1 0 0,0 0 0 0 0,0 0 1 0 0,0 0-1 0 0,0 0 0 0 0,-1 0 0 0 0,1-1 1 0 0,0 1-1 0 0,0 0 0 0 0,0 0 1 0 0,-1 0-1 0 0,1 0 0 0 0,0 0 0 0 0,0 0 1 0 0,0 0-1 0 0,0 0 0 0 0,0-1 0 0 0,-1 1 1 0 0,-4-5-1077 0 0,-8-17-2926 0 0,7 13-536 0 0,0 0 0 0 0,-8-20 0 0 0,11 21-1717 0 0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04.0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550 10 3825 0 0,'0'0'21411'0'0,"-31"0"-20720"0"0,-99 0-147 0 0,48-1 133 0 0,74 1-611 0 0,-58-5 276 0 0,11 1-1081 0 0,-86 4 1 0 0,119 4-1970 0 0,8-1-2947 0 0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07.3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76 1072 0 0,'0'0'14027'0'0,"0"-9"-12474"0"0,0-23-378 0 0,0 6 2761 0 0,0 26-3899 0 0,0 0 0 0 0,0 0-1 0 0,0-1 1 0 0,0 1 0 0 0,1 0-1 0 0,-1 0 1 0 0,0-1 0 0 0,0 1-1 0 0,0 0 1 0 0,0 0 0 0 0,0 0-1 0 0,0-1 1 0 0,1 1 0 0 0,-1 0-1 0 0,0 0 1 0 0,0 0 0 0 0,0-1-1 0 0,0 1 1 0 0,1 0 0 0 0,-1 0-1 0 0,0 0 1 0 0,0 0 0 0 0,1 0-1 0 0,-1 0 1 0 0,0 0 0 0 0,0-1-1 0 0,1 1 1 0 0,-1 0-1 0 0,0 0 1 0 0,6-3 3023 0 0,-16 3-2161 0 0,-4 14-629 0 0,10-12-242 0 0,0 1 0 0 0,0 0 0 0 0,1 1 1 0 0,-1-1-1 0 0,-4 6 0 0 0,-12 12 30 0 0,9-10-19 0 0,0 0 0 0 0,0 1 0 0 0,1 1 0 0 0,1-1-1 0 0,0 2 1 0 0,0-1 0 0 0,-11 29 0 0 0,13-27 6 0 0,0 1-1 0 0,2 0 1 0 0,0 1 0 0 0,-4 27 0 0 0,5-12 87 0 0,1 50 1 0 0,3-10-26 0 0,3 0 0 0 0,16 89-1 0 0,-15-138-80 0 0,8 33 19 0 0,-4-29-27 0 0,-3-6 39 0 0,2 0-1 0 0,11 25 1 0 0,15 15 156 0 0,-27-51-149 0 0,0-1 0 0 0,1 0 0 0 0,0-1 0 0 0,9 10 1 0 0,8 7 130 0 0,-17-17-136 0 0,1 0 0 0 0,-1-1 1 0 0,13 9-1 0 0,31 20 81 0 0,-47-33-334 0 0,0 0 0 0 0,1 0 0 0 0,-1 1 0 0 0,0-1 0 0 0,4 7 0 0 0,-1 1-3418 0 0,-2 0-4511 0 0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08.1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22 2280 0 0,'0'0'21038'0'0,"-4"-4"-20312"0"0,-17-13 423 0 0,32 28 1005 0 0,-4-3-2142 0 0,0 0-1 0 0,11 7 1 0 0,258 180 348 0 0,-215-151-323 0 0,-58-42-38 0 0,0 0-1 0 0,0 0 1 0 0,0 1-1 0 0,3 3 1 0 0,7 7 27 0 0,-47-42-11572 0 0,13 10 2674 0 0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08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14 10514 0 0,'0'0'17964'0'0,"-4"-2"-17625"0"0,-15-8-80 0 0,18 10-242 0 0,1 0 1 0 0,-1 0 0 0 0,1-1 0 0 0,-1 1-1 0 0,1 0 1 0 0,-1 0 0 0 0,1 0 0 0 0,-1 0 0 0 0,1-1-1 0 0,-1 1 1 0 0,1 0 0 0 0,-1 0 0 0 0,1 0-1 0 0,-1 0 1 0 0,1 0 0 0 0,-1 0 0 0 0,1 0 0 0 0,-1 0-1 0 0,1 1 1 0 0,-1-1 0 0 0,1 0 0 0 0,-1 0 0 0 0,1 0-1 0 0,-1 1 1 0 0,1-1 0 0 0,-1 0 0 0 0,1 0-1 0 0,0 1 1 0 0,-1-1 0 0 0,1 0 0 0 0,-1 1 0 0 0,0 0-1 0 0,0 0-27 0 0,1 1 1 0 0,-1 0-1 0 0,0 0 0 0 0,0-1 0 0 0,1 1 0 0 0,-2 4 0 0 0,0 0 66 0 0,0 0-33 0 0,0 0 0 0 0,0 0 0 0 0,0 0 0 0 0,-2 11 0 0 0,-7 24 65 0 0,8-23-10 0 0,0 0 1 0 0,0 0 0 0 0,-8 20 0 0 0,8-30-303 0 0,-1 0 0 0 0,1-1 1 0 0,-1 1-1 0 0,0-1 1 0 0,-1 0-1 0 0,1-1 1 0 0,-1 1-1 0 0,-1-1 1 0 0,-8 9-1 0 0,2-5-3037 0 0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09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206 52 6465 0 0,'0'0'18812'0'0,"-6"-9"-18734"0"0,-20-26-29 0 0,26 34-46 0 0,-1 1 0 0 0,1-1 0 0 0,-1 1 0 0 0,0-1 0 0 0,1 1 0 0 0,-1-1 1 0 0,1 1-1 0 0,-1-1 0 0 0,0 1 0 0 0,0-1 0 0 0,1 1 0 0 0,-1 0 0 0 0,0-1 0 0 0,1 1 0 0 0,-1 0 0 0 0,0 0 0 0 0,0 0 0 0 0,0-1 0 0 0,1 1 0 0 0,-1 0 0 0 0,0 0 0 0 0,0 0 0 0 0,0 0 1 0 0,1 0-1 0 0,-1 1 0 0 0,-1-1 0 0 0,0 1 5 0 0,0 0 0 0 0,0-1 0 0 0,1 1 0 0 0,-1 1 0 0 0,0-1 1 0 0,0 0-1 0 0,-1 2 0 0 0,0-1-1 0 0,-9 5 55 0 0,1-1 0 0 0,-1 0 1 0 0,-19 6-1 0 0,-13 6 252 0 0,36-16-135 0 0,7-2-161 0 0,1 0 0 0 0,-1 0-1 0 0,1 0 1 0 0,0 0 0 0 0,-1 0 0 0 0,1 0-1 0 0,0 0 1 0 0,-1 0 0 0 0,1 0-1 0 0,0 0 1 0 0,-1 1 0 0 0,1-1-1 0 0,0 0 1 0 0,-1 0 0 0 0,1 0 0 0 0,0 0-1 0 0,-1 1 1 0 0,1-1 0 0 0,0 0-1 0 0,-1 0 1 0 0,1 1 0 0 0,0-1-1 0 0,0 0 1 0 0,-1 0 0 0 0,1 1-1 0 0,0-1 1 0 0,0 0 0 0 0,0 1 0 0 0,-1-1-1 0 0,1 0 1 0 0,0 1 0 0 0,0-1-1 0 0,0 1 265 0 0,0 0-272 0 0,0 1 1 0 0,0-1-1 0 0,0 1 0 0 0,-1-1 1 0 0,1 0-1 0 0,0 1 0 0 0,-1-1 1 0 0,0 2-1 0 0,1-3-5 0 0,-1 8 2 0 0,-1 0 1 0 0,2-1 0 0 0,-1 1 0 0 0,2 15 0 0 0,0-3 31 0 0,1 26 64 0 0,2 1 0 0 0,13 58-1 0 0,22 56-19 0 0,-30-125-64 0 0,5 43 1 0 0,-10-58-11 0 0,-2-16 3 0 0,-1 0 0 0 0,0 0 0 0 0,0 10 0 0 0,-1-14 21 0 0,0 0-1 0 0,0-1 1 0 0,0 1 0 0 0,1 0 0 0 0,-1 0-1 0 0,0 0 1 0 0,0 0 0 0 0,1 0-1 0 0,-1-1 1 0 0,1 1 0 0 0,-1 0 0 0 0,0 0-1 0 0,1-1 1 0 0,-1 1 0 0 0,1 0-1 0 0,1 0 1 0 0,-2-1 178 0 0,19 0 1290 0 0,-14 0-1459 0 0,-1-1-1 0 0,1 0 1 0 0,0 0-1 0 0,-1-1 0 0 0,7-2 1 0 0,2-1-8 0 0,6 0-35 0 0,25-3 0 0 0,-13 3-108 0 0,-24 4-230 0 0,-1 0-1 0 0,1 1 0 0 0,10 1 0 0 0,-1-1-4192 0 0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09.6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59 11338 0 0,'0'0'17248'0'0,"-6"-10"-17184"0"0,-17-34-35 0 0,19 39-28 0 0,2 8-7 0 0,2 10-8 0 0,0-12 13 0 0,3 11 31 0 0,-1 0-1 0 0,1 1 1 0 0,1-1-1 0 0,9 20 0 0 0,-7-18-9 0 0,1 3 35 0 0,1-2 0 0 0,1 1-1 0 0,0-1 1 0 0,19 23 0 0 0,-21-28-35 0 0,1-1 0 0 0,8 17 0 0 0,1-8-2365 0 0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10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89 7714 0 0,'0'0'17879'0'0,"10"-14"-17756"0"0,33-45-47 0 0,-42 58-74 0 0,0 0 1 0 0,0 0-1 0 0,0-1 0 0 0,0 1 0 0 0,0 0 0 0 0,1 0 1 0 0,-1 0-1 0 0,0 0 0 0 0,1 0 0 0 0,-1 1 0 0 0,0-1 1 0 0,1 0-1 0 0,-1 0 0 0 0,1 1 0 0 0,-1-1 0 0 0,1 1 1 0 0,0 0-1 0 0,-1-1 0 0 0,1 1 0 0 0,-1 0 0 0 0,1 0 1 0 0,0 0-1 0 0,-1 0 0 0 0,1 0 0 0 0,-1 0 0 0 0,3 1 1 0 0,3 0 3 0 0,5 0-5 0 0,0 1-1 0 0,0 0 1 0 0,20 7 0 0 0,-11-3 2 0 0,95 35 44 0 0,-75-25-50 0 0,-35-13 4 0 0,0 0-1 0 0,1 0 1 0 0,7 6 0 0 0,-1 0-25 0 0,-13-9 16 0 0,1 1 0 0 0,-1 0 1 0 0,1 0-1 0 0,-1 0 0 0 0,1-1 1 0 0,-1 1-1 0 0,0 0 0 0 0,1 0 0 0 0,-1 0 1 0 0,0 0-1 0 0,1 0 0 0 0,-1 0 1 0 0,0 0-1 0 0,0 0 0 0 0,0-1 0 0 0,0 1 1 0 0,0 0-1 0 0,0 0 0 0 0,0 0 1 0 0,0 0-1 0 0,-1 1 0 0 0,-5 21-21 0 0,2-13 20 0 0,-3 3 22 0 0,1 0 0 0 0,1 0 0 0 0,0 1 0 0 0,1 0 0 0 0,-3 17 1 0 0,4-13 6 0 0,-1 30 50 0 0,4-43-51 0 0,0 0 1 0 0,0 0-1 0 0,1 0 0 0 0,-1 0 1 0 0,1 0-1 0 0,1 0 1 0 0,1 6-1 0 0,35 66 260 0 0,38 36-10 0 0,-74-110-268 0 0,-1-1-1 0 0,1 1 1 0 0,-1 0-1 0 0,0-1 1 0 0,0 1 0 0 0,-1 0-1 0 0,1 0 1 0 0,0 0 0 0 0,-1 0-1 0 0,0 0 1 0 0,0-1-1 0 0,1 1 1 0 0,-2 6 0 0 0,1-1 7 0 0,-1-7-8 0 0,1 0-1 0 0,0 1 0 0 0,-1-1 1 0 0,1 0-1 0 0,-1 0 0 0 0,0 0 0 0 0,1 1 1 0 0,-1-1-1 0 0,0 0 0 0 0,0 0 1 0 0,1 0-1 0 0,-1 0 0 0 0,0 0 1 0 0,0 0-1 0 0,0 0 0 0 0,0-1 1 0 0,-1 1-1 0 0,-1 1 0 0 0,-22 11-2 0 0,5-5-608 0 0,-1-1 0 0 0,-24 4-1 0 0,16-5-3408 0 0,1-1-4045 0 0,14-3-3112 0 0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13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0 6081 0 0,'0'0'15512'0'0,"-5"0"-14886"0"0,-14 0-212 0 0,14 0 86 0 0,5 15-117 0 0,0-7-248 0 0,1 0 1 0 0,0 1 0 0 0,0-1 0 0 0,1 0-1 0 0,4 12 1 0 0,17 37 507 0 0,-22-54-631 0 0,3 3 37 0 0,7 19 119 0 0,11 34-1 0 0,-20-50-161 0 0,0 0-1 0 0,-1 1 0 0 0,0-1 0 0 0,-1 1 0 0 0,1-1 0 0 0,-2 0 1 0 0,-2 18-1 0 0,2-26-36 0 0,1 1 0 0 0,-1-1 0 0 0,1 0 0 0 0,-1 1-1 0 0,0-1 1 0 0,1 0 0 0 0,-1 1 0 0 0,0-1 0 0 0,0 0 0 0 0,0 0 0 0 0,0 0 0 0 0,0 0 0 0 0,0 0 0 0 0,0 0 0 0 0,-1 0 0 0 0,1 0 0 0 0,0 0 0 0 0,0-1 0 0 0,-1 1 0 0 0,1-1-1 0 0,-2 2 1 0 0,2-2-265 0 0,-1 0 0 0 0,1 1 0 0 0,-1-1 0 0 0,1 0 0 0 0,0 0 0 0 0,-1 1 0 0 0,1-1 0 0 0,-1 0 0 0 0,1-1 0 0 0,-1 1 0 0 0,1 0 0 0 0,0 0 0 0 0,-3-1 0 0 0,2-1-1093 0 0,-1 0 0 0 0,1-1 1 0 0,0 1-1 0 0,0 0 0 0 0,0-1 0 0 0,0 1 0 0 0,1-1 0 0 0,-1 0 1 0 0,-1-4-1 0 0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13.3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558 30 9082 0 0,'0'0'12868'0'0,"-30"-3"-11809"0"0,-99-6-316 0 0,28 0 290 0 0,33 3-453 0 0,-81 3 1 0 0,142 4-782 0 0,0 0 1 0 0,1 0-1 0 0,-1 1 1 0 0,0 0-1 0 0,-9 3 1 0 0,0 3-3295 0 0,2 0-4181 0 0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13.8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13483 0 0,'0'0'12140'0'0,"7"6"-12028"0"0,44 37 47 0 0,-13-11-27 0 0,1-1 1 0 0,49 29-1 0 0,93 39 111 0 0,-178-97 1242 0 0,4 1-7448 0 0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14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276 1 11594 0 0,'0'0'14696'0'0,"-14"0"-14599"0"0,-44 1-20 0 0,57-1-74 0 0,0 0 0 0 0,0 0-1 0 0,0 0 1 0 0,0 0 0 0 0,1 1-1 0 0,-1-1 1 0 0,0 0 0 0 0,0 0 0 0 0,0 0-1 0 0,0 1 1 0 0,0-1 0 0 0,1 0-1 0 0,-1 1 1 0 0,0-1 0 0 0,0 1-1 0 0,1-1 1 0 0,-1 1 0 0 0,0-1 0 0 0,0 1-1 0 0,1 0 1 0 0,-1-1 0 0 0,1 1-1 0 0,-1 0 1 0 0,1-1 0 0 0,-1 1-1 0 0,1 0 1 0 0,-1 0 0 0 0,1 0-1 0 0,0-1 1 0 0,-1 1 0 0 0,1 0 0 0 0,0 0-1 0 0,-1 1 1 0 0,0 1 16 0 0,-4 19 85 0 0,1-3 5 0 0,1-9-35 0 0,1 1 0 0 0,0-1 0 0 0,0 22 0 0 0,1-18-16 0 0,-4 23-1 0 0,4-33-50 0 0,0 1-1 0 0,-1-1 0 0 0,1 1 0 0 0,-1-1 1 0 0,0 0-1 0 0,0 0 0 0 0,0 0 0 0 0,-1 0 1 0 0,-3 4-1 0 0,2-4-56 0 0,1 0 0 0 0,-1 0 0 0 0,0-1 0 0 0,0 1 0 0 0,-1-1 0 0 0,1 0 0 0 0,-1-1 1 0 0,0 1-1 0 0,1-1 0 0 0,-1 1 0 0 0,-9 1 0 0 0,5-2-1201 0 0,1 0 0 0 0,-11 1 0 0 0,-18-1-9708 0 0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15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421 114 5097 0 0,'0'0'19099'0'0,"-32"-17"-18622"0"0,-99-49-43 0 0,82 45-162 0 0,47 20-233 0 0,-1 0 0 0 0,0 1 0 0 0,0-1-1 0 0,0 1 1 0 0,-4-1 0 0 0,-4 1 58 0 0,-10-3 10 0 0,1 2-1 0 0,-1 0 1 0 0,-27 3-1 0 0,43-2-97 0 0,-1 1-1 0 0,1 0 1 0 0,0 1-1 0 0,0-1 1 0 0,0 1 0 0 0,0 0-1 0 0,0 1 1 0 0,0-1-1 0 0,0 1 1 0 0,-7 5 0 0 0,11-7-8 0 0,1-1 1 0 0,0 1-1 0 0,-1-1 1 0 0,1 1-1 0 0,0-1 1 0 0,0 1-1 0 0,-1-1 1 0 0,1 1 0 0 0,0-1-1 0 0,0 1 1 0 0,0-1-1 0 0,0 1 1 0 0,0-1-1 0 0,0 1 1 0 0,0 0-1 0 0,0-1 1 0 0,0 1 0 0 0,0-1-1 0 0,0 1 1 0 0,0-1-1 0 0,0 1 1 0 0,0-1-1 0 0,0 1 1 0 0,0-1-1 0 0,1 2 1 0 0,7 13 88 0 0,-4-10-40 0 0,17 31 75 0 0,11 20-69 0 0,-19-30-30 0 0,7 13-5 0 0,-5 4-36 0 0,20 86 0 0 0,-19-38 11 0 0,26 103-2 0 0,-34-156 30 0 0,-6-26-32 0 0,5 17 0 0 0,-3-8-5 0 0,-4-18 17 0 0,1 0 0 0 0,-1-1 1 0 0,1 1-1 0 0,0 0 1 0 0,0 0-1 0 0,0 0 0 0 0,0-1 1 0 0,0 1-1 0 0,2 3 0 0 0,-3-6 30 0 0,1 1-1 0 0,-1 0 1 0 0,1 0 0 0 0,0-1-1 0 0,-1 1 1 0 0,1 0-1 0 0,0-1 1 0 0,-1 1-1 0 0,1 0 1 0 0,0-1-1 0 0,-1 1 1 0 0,1-1 0 0 0,0 0-1 0 0,0 1 1 0 0,0-1-1 0 0,0 1 1 0 0,0-1-1 0 0,-1 0 1 0 0,1 0-1 0 0,0 0 1 0 0,0 1-1 0 0,0-1 1 0 0,0 0 0 0 0,0 0-1 0 0,0 0 1 0 0,0 0-1 0 0,0-1 1 0 0,0 1-1 0 0,3 0 9 0 0,3-1-19 0 0,0 0-1 0 0,-1 0 0 0 0,1-1 1 0 0,0 0-1 0 0,-1 0 0 0 0,1 0 1 0 0,6-4-1 0 0,8-3-407 0 0,15-6-2602 0 0,-14 4-6621 0 0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15.6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63 10034 0 0,'0'0'16369'0'0,"8"-10"-16324"0"0,25-31-23 0 0,-33 40-21 0 0,1 0 0 0 0,0 0 0 0 0,0 0 0 0 0,0 0 0 0 0,0 0 0 0 0,0 1 0 0 0,0-1 0 0 0,1 0 0 0 0,-1 1 0 0 0,0-1 0 0 0,0 0 0 0 0,0 1 0 0 0,1 0 0 0 0,-1-1 0 0 0,0 1 0 0 0,0 0 0 0 0,1 0 0 0 0,-1-1 0 0 0,0 1 0 0 0,1 0 0 0 0,-1 0 0 0 0,0 1 0 0 0,1-1 0 0 0,0 0 0 0 0,4 1 4 0 0,18 2-1 0 0,-1 0-1 0 0,30 10 1 0 0,-23-6 5 0 0,45 16 16 0 0,-55-17-47 0 0,-19-6 11 0 0,0 1-1 0 0,0-1 1 0 0,-1 0-1 0 0,1 0 1 0 0,0 1-1 0 0,0-1 1 0 0,-1 1-1 0 0,1-1 1 0 0,0 0-1 0 0,-1 1 1 0 0,1 0-1 0 0,0-1 1 0 0,-1 1-1 0 0,1-1 1 0 0,0 2-1 0 0,-1-2-2 0 0,0 1 1 0 0,1-1-1 0 0,-1 0 0 0 0,0 1 0 0 0,0-1 1 0 0,0 0-1 0 0,0 0 0 0 0,-1 1 0 0 0,1-1 1 0 0,0 0-1 0 0,0 1 0 0 0,0-1 0 0 0,0 0 1 0 0,0 1-1 0 0,0-1 0 0 0,0 0 1 0 0,0 0-1 0 0,-1 1 0 0 0,1-1 0 0 0,0 0 1 0 0,0 0-1 0 0,0 1 0 0 0,-1-1 0 0 0,1 0 1 0 0,0 0-1 0 0,0 0 0 0 0,-1 1 0 0 0,-3 2-84 0 0,0-1-1 0 0,0 0 0 0 0,0 0 0 0 0,-6 2 0 0 0,4-1 200 0 0,-27 12-105 0 0,-41 26-1 0 0,73-40 5 0 0,-1 0 0 0 0,1 0 0 0 0,-1 1 0 0 0,1-1 0 0 0,0 0 0 0 0,0 1 0 0 0,0-1 0 0 0,0 0 0 0 0,0 1 0 0 0,0-1 0 0 0,0 1 0 0 0,0 0 0 0 0,0-1 0 0 0,1 1 0 0 0,-1 0 0 0 0,1-1 0 0 0,-1 1-1 0 0,1 0 1 0 0,0 0 0 0 0,-1-1 0 0 0,1 1 0 0 0,0 0 0 0 0,0 0 0 0 0,0 0 0 0 0,1-1 0 0 0,-1 1 0 0 0,0 0 0 0 0,1 0 0 0 0,-1-1 0 0 0,1 1 0 0 0,-1 0 0 0 0,1 0 0 0 0,0-1 0 0 0,0 1 0 0 0,0-1 0 0 0,2 3 0 0 0,7 5 25 0 0,1 0 0 0 0,0-1 0 0 0,1-1 0 0 0,0 0 0 0 0,0 0 0 0 0,16 5 0 0 0,-8-2 4 0 0,20 12 0 0 0,-38-21-29 0 0,0 0-1 0 0,-1 0 1 0 0,1 0-1 0 0,0 1 1 0 0,-1-1-1 0 0,1 1 1 0 0,-1-1-1 0 0,1 1 1 0 0,0 2-1 0 0,-1-3-7 0 0,0 0 0 0 0,-1 1 0 0 0,0-1 0 0 0,1 0 1 0 0,-1 1-1 0 0,0-1 0 0 0,1 0 0 0 0,-1 1 0 0 0,0-1 0 0 0,0 0 0 0 0,0 1 0 0 0,0-1 0 0 0,0 0 0 0 0,-1 3 0 0 0,0-3 11 0 0,1 0 0 0 0,0 0 1 0 0,-1 0-1 0 0,0 0 0 0 0,1 0 0 0 0,-1 0 0 0 0,1 0 0 0 0,-1-1 1 0 0,0 1-1 0 0,0 0 0 0 0,1 0 0 0 0,-1-1 0 0 0,0 1 0 0 0,0 0 1 0 0,-1 0-1 0 0,-17 9 62 0 0,13-7-42 0 0,-5 1 57 0 0,0 1 1 0 0,-1-1-1 0 0,1-1 0 0 0,-15 3 1 0 0,-49 3-3525 0 0,56-9-2696 0 0,10 0-616 0 0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16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 9802 0 0,'0'0'13126'0'0,"15"-8"-13162"0"0,50-24 8 0 0,-63 31 26 0 0,1 0 1 0 0,-1 1-1 0 0,1-1 0 0 0,-1 0 1 0 0,1 1-1 0 0,-1-1 1 0 0,1 1-1 0 0,4 0 1 0 0,-5 0 1 0 0,0 0 0 0 0,-1 1 0 0 0,1-1 0 0 0,-1 1 0 0 0,1-1 0 0 0,-1 1 0 0 0,1 0 0 0 0,1 1 0 0 0,3 1 4 0 0,121 56 44 0 0,-83-32 59 0 0,-43-27-111 0 0,-1 1 0 0 0,1 0 1 0 0,0-1-1 0 0,-1 1 0 0 0,1 0 1 0 0,-1 0-1 0 0,1 0 0 0 0,-1 0 0 0 0,0 0 1 0 0,1 0-1 0 0,-1 0 0 0 0,0-1 0 0 0,0 1 1 0 0,1 0-1 0 0,-1 0 0 0 0,0 0 1 0 0,0 0-1 0 0,0 2 0 0 0,-1 21-91 0 0,0-19 86 0 0,-14 117 63 0 0,10 7 106 0 0,6-103-106 0 0,1-1 1 0 0,1 1 0 0 0,6 24-1 0 0,-3-24-24 0 0,21 76 148 0 0,-10-48-66 0 0,-6-22 62 0 0,-11-32-159 0 0,0 1 0 0 0,0 0 0 0 0,0-1 0 0 0,0 1 0 0 0,0-1 0 0 0,0 1 0 0 0,0-1 0 0 0,0 1 0 0 0,0-1 0 0 0,-1 1 0 0 0,1-1 0 0 0,0 1 0 0 0,0-1 0 0 0,-1 1 0 0 0,1-1 0 0 0,0 1 1 0 0,-1-1-1 0 0,1 1 0 0 0,0-1 0 0 0,-1 0 0 0 0,1 1 0 0 0,-1-1 0 0 0,1 0 0 0 0,0 1 0 0 0,-1-1 0 0 0,1 0 0 0 0,-1 1 0 0 0,1-1 0 0 0,-1 0 0 0 0,1 0 0 0 0,-1 0 0 0 0,1 0 0 0 0,-1 1 0 0 0,0-1 0 0 0,1 0 0 0 0,-1 0 0 0 0,0 0 1 0 0,-28 3 38 0 0,23-3 0 0 0,-64 5-1694 0 0,23-1-6597 0 0,33-2-2557 0 0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30.2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48 136 0 0,'0'0'11948'0'0,"1"-5"-10868"0"0,0-1-649 0 0,0 4-126 0 0,-1-1 0 0 0,0 1 0 0 0,1 0 0 0 0,0 0 0 0 0,0-1 0 0 0,-1 1 0 0 0,3-2 0 0 0,-3 3 146 0 0,1-1 0 0 0,-1 1 0 0 0,1 0-1 0 0,0-1 1 0 0,0 1 0 0 0,0 0 0 0 0,0 0 0 0 0,0 0-1 0 0,0 0 1 0 0,0 0 0 0 0,0 0 0 0 0,2-1-1 0 0,-2 2-260 0 0,-1 0-148 0 0,1 0-44 0 0,-1 0 0 0 0,1 0 0 0 0,0 0 0 0 0,-1 0 0 0 0,1 1 0 0 0,0-1 0 0 0,-1 0 0 0 0,1 1-1 0 0,0-1 1 0 0,-1 0 0 0 0,1 1 0 0 0,-1-1 0 0 0,1 1 0 0 0,-1-1 0 0 0,1 1 0 0 0,-1-1 0 0 0,1 1-1 0 0,-1-1 1 0 0,1 2 0 0 0,8 14 41 0 0,-4-7-21 0 0,-1-2 15 0 0,0 0-1 0 0,-1 0 1 0 0,5 14 0 0 0,2 4 91 0 0,-3-10-39 0 0,4 19 0 0 0,1 2 2 0 0,52 128 401 0 0,-50-131-387 0 0,-4-11-20 0 0,-1 2 1 0 0,8 30 0 0 0,-15-32 102 0 0,-2-22-295 0 0,1 0 0 0 0,-1 0 1 0 0,1 0-1 0 0,0-1 0 0 0,-1 1 1 0 0,1 0-1 0 0,-1-1 0 0 0,1 1 1 0 0,-1 0-1 0 0,1-1 0 0 0,-1 1 0 0 0,0-1 1 0 0,1 1-1 0 0,0-1 0 0 0,-1-2-1029 0 0,1 0-1 0 0,-1 1 1 0 0,1-1 0 0 0,-1 0-1 0 0,0 0 1 0 0,0 0-1 0 0,-1-4 1 0 0,0-1-3682 0 0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30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24 4105 0 0,'0'0'21706'0'0,"-2"-5"-21342"0"0,2 3-268 0 0,-4-11-45 0 0,2 9 146 0 0,1 7 387 0 0,1-1-587 0 0,0 0 1 0 0,1 0-1 0 0,-1 0 0 0 0,-1 0 1 0 0,1-1-1 0 0,0 1 0 0 0,0 0 1 0 0,-1 0-1 0 0,1 0 0 0 0,-1 0 1 0 0,1-1-1 0 0,-1 1 0 0 0,0 0 1 0 0,0 0-1 0 0,0-1 0 0 0,0 1 1 0 0,-2 2-1 0 0,-5 4 18 0 0,-1 0 1 0 0,1 0-1 0 0,-2-1 0 0 0,1 0 1 0 0,-15 7-1 0 0,12-7-4 0 0,10-5-8 0 0,-4 1 10 0 0,0 1 1 0 0,0 0 0 0 0,-10 10-1 0 0,12-11 22 0 0,-5 6 12 0 0,9-8-28 0 0,0-1 0 0 0,0 0 1 0 0,0 1-1 0 0,0-1 1 0 0,0 1-1 0 0,0-1 1 0 0,0 0-1 0 0,0 1 0 0 0,0-1 1 0 0,0 0-1 0 0,0 1 1 0 0,0-1-1 0 0,0 1 1 0 0,0-1-1 0 0,0 0 0 0 0,0 1 1 0 0,0-1-1 0 0,0 1 1 0 0,1-1-1 0 0,-1 0 1 0 0,0 1-1 0 0,0-1 0 0 0,1 0 1 0 0,-1 1-1 0 0,0-1 1 0 0,0 0-1 0 0,1 0 1 0 0,-1 1-1 0 0,0-1 0 0 0,1 0 1 0 0,-1 0-1 0 0,0 1 1 0 0,1-1-1 0 0,0 0 1 0 0,10 6 134 0 0,0-1 1 0 0,0 0 0 0 0,0-1 0 0 0,1 0 0 0 0,0-1 0 0 0,20 3-1 0 0,-6 0-78 0 0,97 15 66 0 0,-23-4-1369 0 0,-97-17 563 0 0,14 5-550 0 0,-11 0-2866 0 0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39.5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11 0 0 0,'0'0'17164'0'0,"2"-2"-15359"0"0,1-6 2994 0 0,-4 8-4707 0 0,1 0-83 0 0,-1 0-4 0 0,-5 7 10 0 0,-29 30 403 0 0,31-32-355 0 0,0 0 0 0 0,1 0 0 0 0,-1 0 0 0 0,1 1 0 0 0,-4 10 0 0 0,-2 8 67 0 0,4-13-55 0 0,1 0 0 0 0,0 1 1 0 0,1 0-1 0 0,-2 12 0 0 0,2 6 54 0 0,-6 74 224 0 0,9-91-329 0 0,0 4 32 0 0,0 1 1 0 0,1-1 0 0 0,1 0-1 0 0,0 1 1 0 0,6 17-1 0 0,-3-17 108 0 0,2 0 0 0 0,17 33 0 0 0,-18-40-81 0 0,1-1 0 0 0,0 0 0 0 0,0 0 0 0 0,1-1 0 0 0,15 14 0 0 0,-14-15 1 0 0,0-1 1 0 0,0 1-1 0 0,1-2 1 0 0,16 9 0 0 0,-19-12-97 0 0,-1 0 1 0 0,1-1-1 0 0,0 0 1 0 0,0 0-1 0 0,0-1 1 0 0,1 1 0 0 0,-1-2-1 0 0,10 1 1 0 0,-15-1-154 0 0,-1 0 0 0 0,1 0 0 0 0,-1 0 1 0 0,1-1-1 0 0,-1 1 0 0 0,1-1 0 0 0,-1 1 1 0 0,0-1-1 0 0,1 1 0 0 0,-1-1 0 0 0,0 0 0 0 0,1 0 1 0 0,-1 1-1 0 0,0-1 0 0 0,0 0 0 0 0,1 0 1 0 0,-1 0-1 0 0,0-1 0 0 0,0 1 0 0 0,0 0 0 0 0,-1 0 1 0 0,1 0-1 0 0,0-1 0 0 0,0 1 0 0 0,-1-1 1 0 0,1 1-1 0 0,0 0 0 0 0,-1-1 0 0 0,0 1 0 0 0,1-4 1 0 0,0 1-1632 0 0,0-1 0 0 0,-1 0 1 0 0,1 0-1 0 0,-1 0 1 0 0,0 0-1 0 0,-1 0 0 0 0,1 0 1 0 0,-2-6-1 0 0,0 1-4281 0 0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39.8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276 7 1848 0 0,'0'0'23447'0'0,"-7"-1"-23163"0"0,-128-5 599 0 0,124 7-884 0 0,-1 1 1 0 0,1-1-1 0 0,-1 2 1 0 0,1 0-1 0 0,-13 5 1 0 0,-2 0-4222 0 0,-1-2-6474 0 0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40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0 9634 0 0,'0'0'14178'0'0,"-2"9"-14060"0"0,-2 3-63 0 0,2-7-15 0 0,1 1 1 0 0,-1 0-1 0 0,1-1 0 0 0,0 1 1 0 0,1 0-1 0 0,-1 11 1 0 0,1-5 78 0 0,0-3-13 0 0,0-1 0 0 0,0 1 0 0 0,1 0 0 0 0,0-1 0 0 0,0 1 0 0 0,5 12 0 0 0,-2-8-1 0 0,0-2 28 0 0,1 1 1 0 0,0-1 0 0 0,10 17-1 0 0,-8-18-52 0 0,19 26 124 0 0,-5-8-105 0 0,-16-20-611 0 0,0-1 1 0 0,10 11 0 0 0,-13-15-964 0 0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40.6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12067 0 0,'0'0'11957'0'0,"19"1"-12005"0"0,62 4 29 0 0,-76-5 18 0 0,-1 1-1 0 0,1 1 1 0 0,0-1-1 0 0,-1 1 1 0 0,0-1-1 0 0,1 1 1 0 0,-1 1-1 0 0,0-1 1 0 0,0 1-1 0 0,0-1 1 0 0,0 1-1 0 0,0 0 1 0 0,4 6-1 0 0,5 2-1 0 0,25 24-5 0 0,-1 0 0 0 0,-2 3 0 0 0,36 49 0 0 0,-58-70 0 0 0,-1 1 1 0 0,0 0-1 0 0,-1 0 0 0 0,-1 1 1 0 0,-1 0-1 0 0,-1 1 0 0 0,-1 0 0 0 0,6 23 1 0 0,-10-30-8 0 0,1 28 0 0 0,-4-37 15 0 0,0 1-1 0 0,0 0 1 0 0,0 0 0 0 0,-1-1 0 0 0,0 1 0 0 0,0 0-1 0 0,0-1 1 0 0,0 1 0 0 0,-4 7 0 0 0,1-6 25 0 0,0 1-1 0 0,0-1 1 0 0,-1 0 0 0 0,0 0 0 0 0,0 0 0 0 0,-1-1 0 0 0,0 1 0 0 0,0-1 0 0 0,0-1-1 0 0,0 1 1 0 0,-1-1 0 0 0,0 0 0 0 0,0-1 0 0 0,0 0 0 0 0,-8 3 0 0 0,-1-1-436 0 0,-1-1 1 0 0,1 0 0 0 0,-1-2-1 0 0,0 0 1 0 0,-31 0-1 0 0,23-2-2907 0 0,9 0-1756 0 0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41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20 9882 0 0,'0'0'14075'0'0,"-3"-5"-14179"0"0,2 4 101 0 0,-9-11-17 0 0,10 11 20 0 0,0 1 0 0 0,0 0 0 0 0,0 0 0 0 0,0 0 0 0 0,0 0 0 0 0,0 0-1 0 0,0 0 1 0 0,-1 0 0 0 0,1 0 0 0 0,0 0 0 0 0,0 0 0 0 0,0 0 0 0 0,0 0 0 0 0,0 0 0 0 0,0-1 0 0 0,0 1 0 0 0,0 0 0 0 0,0 0-1 0 0,0 0 1 0 0,0 0 0 0 0,-1 0 0 0 0,1 0 0 0 0,0 0 0 0 0,0 0 0 0 0,0 0 0 0 0,0 0 0 0 0,0 0 0 0 0,0 0 0 0 0,0 0-1 0 0,0 0 1 0 0,-1 0 0 0 0,1 0 0 0 0,0 0 0 0 0,0 0 0 0 0,0 0 0 0 0,0 0 0 0 0,0 0 0 0 0,0 1 0 0 0,0-1 0 0 0,0 0-1 0 0,0 0 1 0 0,0 9 6 0 0,44 137 142 0 0,-10-40-80 0 0,-2-11-13 0 0,-28-78-83 0 0,0 0 1 0 0,-2 0 0 0 0,2 31-1 0 0,-6-48-817 0 0,1 0-1 0 0,0 0 1 0 0,0 0-1 0 0,-1 0 1 0 0,1 0-1 0 0,0 0 1 0 0,0-1-1 0 0,0 1 1 0 0,-2-1-1 0 0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41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0 11026 0 0,'0'0'13981'0'0,"-22"1"-13733"0"0,-68 4-83 0 0,84-5-138 0 0,1 0-1 0 0,-1 1 0 0 0,1 0 1 0 0,-10 3-1 0 0,14-4-16 0 0,0 1 0 0 0,0 0 0 0 0,0-1-1 0 0,-1 1 1 0 0,1 0 0 0 0,0-1 0 0 0,0 1-1 0 0,1 0 1 0 0,-1 0 0 0 0,0 0 0 0 0,-1 1-1 0 0,-8 8 64 0 0,5-6-44 0 0,0 0 0 0 0,0 0 1 0 0,0 1-1 0 0,1-1 1 0 0,-5 7-1 0 0,7-9-5 0 0,0 1 0 0 0,0 0-1 0 0,1 0 1 0 0,-1 0 0 0 0,1 0-1 0 0,0 0 1 0 0,0 0-1 0 0,0 0 1 0 0,0 0 0 0 0,1 0-1 0 0,-1 0 1 0 0,0 6 0 0 0,1-7-5 0 0,0 0 0 0 0,0 0 1 0 0,0 0-1 0 0,1 0 0 0 0,-1 0 1 0 0,0 0-1 0 0,1 0 0 0 0,-1 0 1 0 0,1 0-1 0 0,0 0 0 0 0,-1 0 1 0 0,2 2-1 0 0,0-3 4 0 0,-1 0-1 0 0,1 1 1 0 0,-1-1 0 0 0,1 0-1 0 0,-1 1 1 0 0,1-1-1 0 0,0 0 1 0 0,0 0 0 0 0,-1-1-1 0 0,1 1 1 0 0,0 0-1 0 0,0 0 1 0 0,3 0 0 0 0,26 6 76 0 0,1-2 0 0 0,0-1-1 0 0,46 0 1 0 0,31 4-34 0 0,-86-6-184 0 0,-15-2-270 0 0,0 1 0 0 0,0 0 0 0 0,-1 0 0 0 0,1 1-1 0 0,-1-1 1 0 0,1 2 0 0 0,-1-1 0 0 0,8 4 0 0 0,-14-5 26 0 0,-1-1-1 0 0,1 0 0 0 0,-1 1 1 0 0,1-1-1 0 0,-1 1 1 0 0,1-1-1 0 0,-1 1 1 0 0,0-1-1 0 0,1 1 1 0 0,-1 0-1 0 0,0-1 1 0 0,1 1-1 0 0,-1-1 1 0 0,0 1-1 0 0,1 0 1 0 0,-1-1-1 0 0,0 1 1 0 0,0 0-1 0 0,0-1 0 0 0,0 1 1 0 0,0 0-1 0 0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42.2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6385 0 0,'0'0'16229'0'0,"10"5"-16242"0"0,-3-3 12 0 0,-1 1 4 0 0,1-1 0 0 0,-1 1 0 0 0,1 1 0 0 0,-1-1 0 0 0,0 1 0 0 0,0 0 0 0 0,-1 1 0 0 0,1-1 0 0 0,8 11 0 0 0,25 29 46 0 0,4 5 27 0 0,51 75-1 0 0,-11 24 74 0 0,-72-124-127 0 0,0 1 0 0 0,-2 1 1 0 0,-1 0-1 0 0,6 32 0 0 0,-12-47-15 0 0,-1 0-1 0 0,0 0 1 0 0,0 0-1 0 0,-2 1 1 0 0,1-1-1 0 0,-3 12 0 0 0,2-17 1 0 0,-1 1-1 0 0,1-1 0 0 0,-2 0 0 0 0,1 1 1 0 0,-1-1-1 0 0,0 0 0 0 0,0-1 0 0 0,0 1 1 0 0,-1-1-1 0 0,0 1 0 0 0,-6 6 0 0 0,1-3 29 0 0,-1-1-1 0 0,1 1 1 0 0,-2-2-1 0 0,1 1 1 0 0,-1-2-1 0 0,0 1 1 0 0,0-2-1 0 0,-18 8 0 0 0,12-7-1155 0 0,-20 4-1 0 0,15-4-2368 0 0,7-2-2785 0 0,2-2-4773 0 0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44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85 0 0 0,'0'0'7202'0'0,"-1"-6"-6553"0"0,-2-5 848 0 0,1 0 0 0 0,0-22-1 0 0,1 32-1364 0 0,1 0-1 0 0,0 0 0 0 0,0 0 1 0 0,0 1-1 0 0,-1-1 0 0 0,1 0 0 0 0,0 0 1 0 0,-1 0-1 0 0,1 0 0 0 0,-1 0 1 0 0,1 1-1 0 0,-1-1 0 0 0,1 0 1 0 0,-1 0-1 0 0,0 1 0 0 0,1-1 0 0 0,-1 0 1 0 0,0 1-1 0 0,1-1 0 0 0,-1 1 1 0 0,-1-1-1 0 0,-2-3 1066 0 0,6 2 668 0 0,7 1-1113 0 0,-3 4-759 0 0,-1-1 1 0 0,1 1-1 0 0,-1 0 0 0 0,0 0 1 0 0,0 1-1 0 0,0-1 0 0 0,0 1 1 0 0,4 5-1 0 0,4 2 11 0 0,127 108 97 0 0,-106-85-15 0 0,-2 2 0 0 0,0 1-1 0 0,-3 1 1 0 0,40 67 0 0 0,-16-30 472 0 0,-46-64-457 0 0,-3-6-58 0 0,-1-1 0 0 0,0 1 1 0 0,0 0-1 0 0,0-1 0 0 0,-1 2 1 0 0,0-1-1 0 0,3 8 0 0 0,1 9 53 0 0,-4-18-83 0 0,-1 1 0 0 0,1-1-1 0 0,-1 1 1 0 0,0 0 0 0 0,-1-1 0 0 0,1 6-1 0 0,-1-5 3 0 0,1 0 0 0 0,0 0-1 0 0,0 0 1 0 0,1 5 0 0 0,0-6 10 0 0,-1 1 1 0 0,0 0 0 0 0,0 0-1 0 0,0 6 1 0 0,-1-3 46 0 0,1-1 1 0 0,2 12-1 0 0,0-8 11 0 0,-2-2-36 0 0,3 17 101 0 0,-1 30 50 0 0,-3-51-184 0 0,0 0 0 0 0,0 0 0 0 0,-1-1 0 0 0,0 1 0 0 0,0 0 0 0 0,-2 6 0 0 0,0-2 19 0 0,2-5-1 0 0,0 0 0 0 0,-1 0 0 0 0,0 0 0 0 0,0 0 0 0 0,-3 6 0 0 0,-12 21 392 0 0,11-20-218 0 0,5-9-181 0 0,1-1-1 0 0,-1 0 0 0 0,1 0 1 0 0,-1 1-1 0 0,0-1 0 0 0,1 0 0 0 0,-1 0 1 0 0,0 0-1 0 0,0 0 0 0 0,0 0 0 0 0,-1 1 1 0 0,1-1 20 0 0,0 0 0 0 0,0 0 1 0 0,0 0-1 0 0,0 1 0 0 0,0-1 1 0 0,0 0-1 0 0,1 0 0 0 0,-2 3 1 0 0,-5 7 214 0 0,5-6-120 0 0,2-4-133 0 0,0-1 1 0 0,0 0-1 0 0,-1 1 1 0 0,1-1-1 0 0,0 0 1 0 0,0 1-1 0 0,0-1 0 0 0,0 0 1 0 0,0 1-1 0 0,0-1 1 0 0,-1 0-1 0 0,1 0 1 0 0,0 1-1 0 0,0-1 1 0 0,0 0-1 0 0,-1 0 1 0 0,1 1-1 0 0,0-1 0 0 0,0 0 1 0 0,-1 0-1 0 0,1 0 1 0 0,-2 1 20 0 0,1 0 1 0 0,0 0 0 0 0,0 0 0 0 0,0 0-1 0 0,1 0 1 0 0,-1 1 0 0 0,0-1-1 0 0,0 0 1 0 0,0 0 0 0 0,0 2 0 0 0,0-2-4 0 0,1 1 0 0 0,-1-1 0 0 0,0 0 1 0 0,1 0-1 0 0,-1 1 0 0 0,0-1 0 0 0,0 0 1 0 0,0 0-1 0 0,0 0 0 0 0,0 0 0 0 0,0 0 1 0 0,-2 1-1 0 0,-21 14-292 0 0,23-16 150 0 0,-11 4-2438 0 0,4-2-3332 0 0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46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0 139 0 0 0,'0'0'4462'0'0,"6"-7"-3818"0"0,17-21 9 0 0,-23 27-500 0 0,1 0 1 0 0,0 0 0 0 0,0 0 0 0 0,0 0 0 0 0,0 0 0 0 0,0 0 0 0 0,0 0 0 0 0,0 0 0 0 0,0 1 0 0 0,0-1-1 0 0,1 0 1 0 0,-1 1 0 0 0,2-1 0 0 0,3-2 1736 0 0,-5 2-1511 0 0,-1 1-1 0 0,1 0 1 0 0,-1-1-1 0 0,0 1 1 0 0,1 0-1 0 0,-1-1 1 0 0,1 1-1 0 0,0 0 1 0 0,-1 0 0 0 0,1 0-1 0 0,-1 0 1 0 0,1 0-1 0 0,-1 0 1 0 0,1-1-1 0 0,-1 1 1 0 0,1 0-1 0 0,0 1 1 0 0,-1-1-1 0 0,1 0 1 0 0,-1 0-1 0 0,1 0 1 0 0,-1 0-1 0 0,1 0 1 0 0,-1 0-1 0 0,1 1 1 0 0,-1-1 0 0 0,1 0-1 0 0,-1 0 1 0 0,1 1-1 0 0,-1-1 1 0 0,2 1-1 0 0,5 7 4212 0 0,-1 2-3363 0 0,-2-3-2932 0 0,20 34 1779 0 0,20 47-1 0 0,-1-1-21 0 0,10 20 49 0 0,25 43-6 0 0,-59-117-47 0 0,29 42 293 0 0,-48-74-307 0 0,1-1 0 0 0,-1 1 0 0 0,1-1-1 0 0,-1 1 1 0 0,1-1 0 0 0,-1 1 0 0 0,1-1 0 0 0,-1 0-1 0 0,1 1 1 0 0,0-1 0 0 0,-1 0 0 0 0,1 1-1 0 0,0-1 1 0 0,-1 0 0 0 0,1 0 0 0 0,0 0 0 0 0,-1 0-1 0 0,1 1 1 0 0,0-1 0 0 0,-1 0 0 0 0,1 0-1 0 0,0 0 1 0 0,0 0 0 0 0,-1-1 0 0 0,1 1 0 0 0,0 0-1 0 0,-1 0 1 0 0,1 0 0 0 0,0 0 0 0 0,-1-1-1 0 0,1 1 1 0 0,0 0 0 0 0,-1-1 0 0 0,1 1 0 0 0,-1 0-1 0 0,1-1 1 0 0,0 1 0 0 0,-1-1 0 0 0,1 0-1 0 0,2-2 7 0 0,1 0 0 0 0,-2 0 0 0 0,1 0 0 0 0,0-1-1 0 0,2-4 1 0 0,0-1-43 0 0,0 0 0 0 0,-1-1 0 0 0,-1 1 1 0 0,0-1-1 0 0,0 0 0 0 0,0 0 0 0 0,-2 0 0 0 0,2-17 0 0 0,-3-83-78 0 0,0 105 73 0 0,-3-19-37 0 0,-1 0-1 0 0,-1 0 1 0 0,-1 1-1 0 0,-13-36 0 0 0,2 9 46 0 0,15 43-7 0 0,-1-5-4 0 0,3 12-40 0 0,1 5-272 0 0,9 14 216 0 0,2-1 0 0 0,0 0 0 0 0,21 25 0 0 0,51 44 154 0 0,6-8-57 0 0,-76-69 9 0 0,1 0 0 0 0,1 0 0 0 0,-1-2 0 0 0,27 11 0 0 0,-39-18 13 0 0,0 0-1 0 0,0 0 1 0 0,0 0-1 0 0,0-1 1 0 0,0 1-1 0 0,0-1 0 0 0,0 1 1 0 0,0-1-1 0 0,0 0 1 0 0,0-1-1 0 0,0 1 1 0 0,3-1-1 0 0,-5 1-1 0 0,1-1-1 0 0,-1 1 1 0 0,0-1 0 0 0,1 0-1 0 0,-1 0 1 0 0,0 1-1 0 0,1-1 1 0 0,-1 0-1 0 0,0 0 1 0 0,0 0-1 0 0,0 0 1 0 0,0 0 0 0 0,0-1-1 0 0,0 1 1 0 0,0 0-1 0 0,0 0 1 0 0,0-1-1 0 0,-1 1 1 0 0,1 0-1 0 0,-1-1 1 0 0,1 1 0 0 0,-1-1-1 0 0,1 1 1 0 0,-1-3-1 0 0,3-14-3 0 0,0-1-1 0 0,-2 0 1 0 0,0 1 0 0 0,-4-38-1 0 0,-1 33-19 0 0,0 0 0 0 0,-1 0 0 0 0,-9-22 0 0 0,-28-65-72 0 0,23 65-8 0 0,17 39 23 0 0,-7-17-901 0 0,-1 0 0 0 0,-1 1 1 0 0,-15-25-1 0 0,16 36-3334 0 0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47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 2489 0 0,'0'0'20185'0'0,"2"-3"-19793"0"0,7-12 1427 0 0,-9 15-1817 0 0,0 0-1 0 0,0 0 0 0 0,0 0 1 0 0,0 0-1 0 0,0 0 1 0 0,0 0-1 0 0,0 0 0 0 0,0 0 1 0 0,0-1-1 0 0,0 1 0 0 0,0 0 1 0 0,0 0-1 0 0,0 0 1 0 0,0 0-1 0 0,0 0 0 0 0,0 0 1 0 0,1 0-1 0 0,-1 0 0 0 0,0 0 1 0 0,0 0-1 0 0,0 0 0 0 0,0 0 1 0 0,0 0-1 0 0,0 0 1 0 0,0 0-1 0 0,0 0 0 0 0,0 0 1 0 0,0 0-1 0 0,1 0 0 0 0,-1 0 1 0 0,0 0-1 0 0,0 0 1 0 0,0 0-1 0 0,0 0 0 0 0,0 0 1 0 0,0 0-1 0 0,0 0 0 0 0,0 0 1 0 0,0 0-1 0 0,0 0 1 0 0,0 0-1 0 0,1 0 0 0 0,-1 0 1 0 0,0 0-1 0 0,0 0 0 0 0,0 0 1 0 0,0 0-1 0 0,0 0 0 0 0,0 1 1 0 0,0-1-1 0 0,0 0 1 0 0,0 0-1 0 0,0 0 0 0 0,0 0 1 0 0,0 0-1 0 0,0 0 0 0 0,0 0 1 0 0,0 0-1 0 0,0 0 1 0 0,0 0-1 0 0,0 0 0 0 0,0 1 1 0 0,0-1-1 0 0,0 0 0 0 0,0 0 1 0 0,0 0-1 0 0,0 0 1 0 0,0 0-1 0 0,0 0 0 0 0,2 6 34 0 0,-2-6-44 0 0,6 21-15 0 0,-3-15 22 0 0,-1 1 0 0 0,-1-1 0 0 0,2 11 0 0 0,0 7-6 0 0,6 27 1 0 0,-4-31 4 0 0,11 60 33 0 0,-2-31 48 0 0,-13-48-48 0 0,-1-1 0 0 0,0 1 0 0 0,1-1 0 0 0,-1 1 0 0 0,1-1 0 0 0,-1 1 0 0 0,1-1 0 0 0,-1 1 0 0 0,1-1 0 0 0,-1 1 0 0 0,1-1 0 0 0,-1 0 0 0 0,1 1-1 0 0,0-1 1 0 0,-1 0 0 0 0,1 1 0 0 0,-1-1 0 0 0,2 0 0 0 0,12 3 692 0 0,-11-3-632 0 0,15 0 164 0 0,1 0-1 0 0,0-1 1 0 0,31-7 0 0 0,56-20-125 0 0,-85 23-252 0 0,1 1 0 0 0,-1 1 0 0 0,39 0 0 0 0,-52 2-870 0 0,8 1 570 0 0,-9 2-3897 0 0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47.3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9650 0 0,'0'0'11312'0'0,"3"18"-10968"0"0,14 57-44 0 0,-15-67-216 0 0,0 0 1 0 0,0 0-1 0 0,1 0 0 0 0,1 0 0 0 0,7 14 1 0 0,-1-4 70 0 0,60 108 803 0 0,-60-111-881 0 0,-6-9-34 0 0,0 0 0 0 0,0 1-1 0 0,5 11 1 0 0,-9-13-1035 0 0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50.3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84 5977 0 0,'0'0'13703'0'0,"-3"-10"-12871"0"0,-9-29-121 0 0,2 18 1397 0 0,10 20-1869 0 0,-1 0 0 0 0,1 1 1 0 0,-1-1-1 0 0,1 0 0 0 0,0 0 0 0 0,-1 0 1 0 0,1 1-1 0 0,0-1 0 0 0,0 0 1 0 0,0 0-1 0 0,0 0 0 0 0,0 0 1 0 0,0 1-1 0 0,0-3 0 0 0,13 4 308 0 0,-8 9-640 0 0,-1 0 0 0 0,2 14 0 0 0,2 3 80 0 0,25 88 37 0 0,-21-68-10 0 0,18 46 0 0 0,-21-67-11 0 0,3 7 5 0 0,-1-5 12 0 0,-3-4-46 0 0,-7-23 187 0 0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50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247 6 13235 0 0,'0'0'12366'0'0,"-12"-1"-12208"0"0,-39-3-47 0 0,49 4-103 0 0,0 0 0 0 0,-1 0 1 0 0,1 0-1 0 0,-1 0 0 0 0,1 0 1 0 0,-1 0-1 0 0,1 1 0 0 0,-1-1 1 0 0,1 1-1 0 0,0 0 0 0 0,-1-1 1 0 0,1 1-1 0 0,0 0 0 0 0,0 1 1 0 0,-1-1-1 0 0,1 0 0 0 0,0 0 1 0 0,0 1-1 0 0,0 0 0 0 0,-2 2 1 0 0,-7 5 5 0 0,1-1 33 0 0,1 0-1 0 0,0 0 1 0 0,-12 15 0 0 0,0-1 10 0 0,-31 21 364 0 0,52-43-382 0 0,0 0-1 0 0,0 1 0 0 0,0-1 1 0 0,0 0-1 0 0,0 0 0 0 0,0 0 1 0 0,0 0-1 0 0,0 0 1 0 0,0 0-1 0 0,0 1 0 0 0,0-1 1 0 0,0 0-1 0 0,0 0 0 0 0,0 0 1 0 0,0 0-1 0 0,0 0 0 0 0,0 0 1 0 0,0 0-1 0 0,0 0 0 0 0,0 1 1 0 0,0-1-1 0 0,0 0 0 0 0,0 0 1 0 0,0 0-1 0 0,1 0 1 0 0,-1 0-1 0 0,0 0 0 0 0,0 0 1 0 0,0 0-1 0 0,0 0 0 0 0,0 0 1 0 0,0 0-1 0 0,0 1 0 0 0,0-1 1 0 0,1 0-1 0 0,-1 0 0 0 0,0 0 1 0 0,0 0-1 0 0,0 0 0 0 0,0 0 1 0 0,0 0-1 0 0,0 0 1 0 0,0 0-1 0 0,1 0 0 0 0,-1 0 1 0 0,0 0-1 0 0,0 0 0 0 0,0 0 1 0 0,0 0-1 0 0,0 0 0 0 0,0 0 1 0 0,0 0-1 0 0,1 0 0 0 0,-1-1 1 0 0,0 1-1 0 0,12 1-186 0 0,-9-1 316 0 0,49 7-128 0 0,74 19 0 0 0,-30-5-48 0 0,-34-9-394 0 0,-26-5-6209 0 0,-33-6 4004 0 0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54.4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104 141 0 0 0,'0'0'14619'0'0,"-7"-7"-13587"0"0,-2-3-606 0 0,-22-24 2800 0 0,21 18-488 0 0,1 1-1139 0 0,-3-6-399 0 0,-7-2-108 0 0,13 12 341 0 0,6 8-518 0 0,2 6-504 0 0,0 0-406 0 0,1 1 0 0 0,0-1 0 0 0,0 0 0 0 0,0 0 0 0 0,4 3 0 0 0,2 2 8 0 0,50 53 70 0 0,123 116 294 0 0,-83-77-274 0 0,-68-66-70 0 0,72 77 19 0 0,-36-24-12 0 0,-63-83-33 0 0,9 12 92 0 0,1-2-1 0 0,25 22 1 0 0,-28-34 290 0 0,-11-2-394 0 0,1 0 1 0 0,-1 0 0 0 0,0 0-1 0 0,1 0 1 0 0,-1 1 0 0 0,0-1-1 0 0,1 0 1 0 0,-1 0 0 0 0,0-1-1 0 0,1 1 1 0 0,-1 0 0 0 0,0 0 0 0 0,1 0-1 0 0,-1 0 1 0 0,0 0 0 0 0,0 0-1 0 0,1 0 1 0 0,-1 0 0 0 0,0-1-1 0 0,1 1 1 0 0,-1 0 0 0 0,0 0-1 0 0,0 0 1 0 0,1-1 0 0 0,-1 1-1 0 0,0-1 1 0 0,1-7-502 0 0,-1 7 227 0 0,0-1 1 0 0,0 0-1 0 0,0 0 0 0 0,0 0 1 0 0,0 0-1 0 0,0 0 0 0 0,0 0 0 0 0,-1 0 1 0 0,1 1-1 0 0,-1-1 0 0 0,1 0 1 0 0,-1 0-1 0 0,0 0 0 0 0,0 1 1 0 0,0-1-1 0 0,0 0 0 0 0,0 1 0 0 0,0-1 1 0 0,0 1-1 0 0,-2-2 0 0 0,-22-21-5379 0 0,9 9-1934 0 0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54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392 107 8458 0 0,'0'0'19573'0'0,"-9"-17"-19203"0"0,-26-51-45 0 0,26 51-178 0 0,6 13 849 0 0,3 6-1075 0 0,-5 18 63 0 0,1-5 11 0 0,-6 23 26 0 0,-16 42-1 0 0,7-21 0 0 0,-6 17-13 0 0,-29 104 56 0 0,46-146-105 0 0,-17 68 82 0 0,19-85-31 0 0,0 0 0 0 0,-1 0-1 0 0,-15 27 1 0 0,18-39 0 0 0,0 1 1 0 0,0-1-1 0 0,-1 1 0 0 0,0-1 1 0 0,0 0-1 0 0,0-1 0 0 0,-7 6 1 0 0,1-3-137 0 0,-1 0 0 0 0,-20 9 1 0 0,18-11-903 0 0,8-4-2150 0 0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55.3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12 9450 0 0,'0'0'14846'0'0,"-24"9"-14683"0"0,-71 30 26 0 0,92-38-174 0 0,1 0-1 0 0,0 0 1 0 0,0 0-1 0 0,0 0 1 0 0,0 1 0 0 0,0-1-1 0 0,1 1 1 0 0,-1-1 0 0 0,0 1-1 0 0,-3 3 1 0 0,5-4-4 0 0,0-1-1 0 0,0 1 1 0 0,-1 0 0 0 0,1-1 0 0 0,0 1 0 0 0,0 0-1 0 0,0-1 1 0 0,0 1 0 0 0,0 0 0 0 0,0-1 0 0 0,0 1-1 0 0,0 0 1 0 0,0-1 0 0 0,0 1 0 0 0,0 0 0 0 0,0-1-1 0 0,1 2 1 0 0,0 4 91 0 0,0-2-29 0 0,0 1 0 0 0,0 0 0 0 0,0 0 0 0 0,1 0-1 0 0,-1-1 1 0 0,1 1 0 0 0,0 0 0 0 0,1-1 0 0 0,-1 0-1 0 0,1 0 1 0 0,0 0 0 0 0,0 0 0 0 0,5 6 0 0 0,3 1 105 0 0,1-1 1 0 0,24 19-1 0 0,-24-21-112 0 0,0-1-1 0 0,0 0 0 0 0,0-1 0 0 0,1-1 0 0 0,0 0 1 0 0,17 5-1 0 0,-12-6 46 0 0,1 0 0 0 0,0-2 0 0 0,37 1 0 0 0,-53-3-89 0 0,0 0 1 0 0,0 0 0 0 0,0 0 0 0 0,0-1 0 0 0,0 1-1 0 0,0-1 1 0 0,0 0 0 0 0,-1 0 0 0 0,1 0-1 0 0,0 0 1 0 0,-1 0 0 0 0,1 0 0 0 0,0-1 0 0 0,-1 0-1 0 0,0 1 1 0 0,1-1 0 0 0,3-4 0 0 0,-4 3 9 0 0,0 0 1 0 0,0 0 0 0 0,0 0-1 0 0,0 0 1 0 0,-1 0-1 0 0,0 0 1 0 0,1-1-1 0 0,-1 1 1 0 0,0 0 0 0 0,-1-1-1 0 0,1 1 1 0 0,0-1-1 0 0,-1 1 1 0 0,0-6-1 0 0,0 1-2 0 0,-1 1 1 0 0,0 0-1 0 0,0 0 0 0 0,-1 0 0 0 0,0 0 0 0 0,0 0 0 0 0,0 0 0 0 0,-1 0 0 0 0,0 0 0 0 0,0 1 0 0 0,-1 0 0 0 0,0-1 0 0 0,0 1 0 0 0,-6-6 0 0 0,1 2-13 0 0,-1 0 0 0 0,-1 0-1 0 0,1 1 1 0 0,-2 1 0 0 0,1-1 0 0 0,-19-8 0 0 0,24 13-58 0 0,0 2 0 0 0,-1-1 0 0 0,0 1 1 0 0,0 0-1 0 0,1 0 0 0 0,-1 0 1 0 0,0 1-1 0 0,0 1 0 0 0,-1-1 1 0 0,1 1-1 0 0,-7 0 0 0 0,7 1-379 0 0,1 0-1 0 0,-1 0 1 0 0,0 1 0 0 0,1-1-1 0 0,0 1 1 0 0,-1 1-1 0 0,-6 3 1 0 0,5-2-626 0 0,-16 9-6115 0 0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55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359 36 6633 0 0,'0'0'20483'0'0,"-14"-5"-20273"0"0,-47-13-46 0 0,49 15-123 0 0,1 0 0 0 0,0 1 1 0 0,-1 0-1 0 0,0 1 0 0 0,1 0 0 0 0,-24 2 0 0 0,6-1-29 0 0,7 2 79 0 0,-32 4 0 0 0,16 0-2590 0 0,1-4-6360 0 0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56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417 29 9914 0 0,'0'0'15602'0'0,"-11"-5"-15598"0"0,-35-15-17 0 0,31 17 13 0 0,8 6 5 0 0,2 1 2 0 0,-7 2 30 0 0,0-1 0 0 0,-1 0 0 0 0,1 0 0 0 0,-1-1 1 0 0,-1-1-1 0 0,1 0 0 0 0,-26 1 0 0 0,-85-4-2055 0 0,84-2-2772 0 0,-1-3-5284 0 0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00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1 7930 0 0,'0'0'14687'0'0,"-5"5"-14566"0"0,-16 21 29 0 0,20-25-134 0 0,1 0 0 0 0,-1 1 0 0 0,0-1 0 0 0,1 0 0 0 0,-1 1 0 0 0,0-1 1 0 0,1 1-1 0 0,0-1 0 0 0,-1 1 0 0 0,1-1 0 0 0,0 1 0 0 0,0-1 0 0 0,0 1 1 0 0,0-1-1 0 0,0 1 0 0 0,0 2 0 0 0,1 2 55 0 0,-1 3 17 0 0,0-1 0 0 0,0 0 0 0 0,1 0 0 0 0,0 1 0 0 0,1-1 0 0 0,0 0 0 0 0,3 10 0 0 0,21 42 287 0 0,10 28-1439 0 0,-35-85 293 0 0,1 1 0 0 0,-1 0 1 0 0,1 0-1 0 0,0-1 1 0 0,0 1-1 0 0,4 4 0 0 0,-5-6-617 0 0,1-1-1 0 0,0 1 1 0 0,-1 0-1 0 0,1-1 1 0 0,0 0-1 0 0,0 1 1 0 0,3 1-1 0 0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00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316 2 10882 0 0,'0'0'12770'0'0,"-31"-1"-12650"0"0,-98 1-51 0 0,120 0-60 0 0,0 0 0 0 0,0 0 0 0 0,1 1 1 0 0,-16 3-1 0 0,11-1-35 0 0,-38 9-1570 0 0,19-1-5626 0 0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10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86 2048 0 0,'0'0'14211'0'0,"-5"-13"-13629"0"0,-13-40-111 0 0,14 43-172 0 0,2 3 11 0 0,3 4 161 0 0,12 3-579 0 0,-10 0 80 0 0,0 1 1 0 0,0-1-1 0 0,0 1 1 0 0,0 0-1 0 0,-1 0 0 0 0,1 0 1 0 0,0 0-1 0 0,0 0 1 0 0,-1 1-1 0 0,1-1 0 0 0,3 3 1 0 0,27 24-4 0 0,-27-22 13 0 0,23 20 101 0 0,-1 2 1 0 0,41 51-1 0 0,-59-64 24 0 0,0 0-1 0 0,0 0 1 0 0,-2 1-1 0 0,0 0 1 0 0,0 0 0 0 0,-2 1-1 0 0,0 0 1 0 0,5 22-1 0 0,-8-23-13 0 0,2 10 149 0 0,-1 1 0 0 0,1 34 0 0 0,-5-35-75 0 0,1 6 172 0 0,-8 62 1 0 0,6-84-287 0 0,-1 0 0 0 0,-1-1 1 0 0,0 1-1 0 0,0 0 0 0 0,-1-1 1 0 0,0 0-1 0 0,0 0 1 0 0,-1 0-1 0 0,-1 0 0 0 0,-8 10 1 0 0,9-13-418 0 0,0-1 0 0 0,0 0 1 0 0,-1 0-1 0 0,-12 8 1 0 0,-11 2-7710 0 0,14-11-2609 0 0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57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47 4089 0 0,'0'0'17253'0'0,"-9"-8"-16214"0"0,-26-23-154 0 0,27 23 1480 0 0,18 18-2273 0 0,-2-2-98 0 0,41 37 9 0 0,-8-13 65 0 0,3 1 29 0 0,54 33 1 0 0,-46-38-28 0 0,23 13-128 0 0,-56-33-468 0 0,-15-7-2848 0 0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58.1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0 12371 0 0,'0'0'13338'0'0,"-20"11"-13223"0"0,-60 32-28 0 0,62-31-45 0 0,14-5 0 0 0,-3 23 120 0 0,-9 53 88 0 0,5-35-1940 0 0,11-46 1194 0 0,-1 0-1 0 0,1 0 1 0 0,-1 1-1 0 0,0-1 0 0 0,0 0 1 0 0,0 0-1 0 0,-2 2 1 0 0,-3 10-9209 0 0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59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40 2993 0 0,'0'0'19205'0'0,"-8"-6"-19086"0"0,-29-20-41 0 0,36 25-70 0 0,-1 0-1 0 0,0 0 0 0 0,1 0 1 0 0,-1 0-1 0 0,0 1 0 0 0,0-1 1 0 0,0 1-1 0 0,0-1 0 0 0,0 1 1 0 0,0-1-1 0 0,0 1 0 0 0,0 0 1 0 0,0 0-1 0 0,0 0 0 0 0,0 0 1 0 0,-2 1-1 0 0,-6 0 36 0 0,6-1-32 0 0,0 0-1 0 0,0 0 0 0 0,0 1 0 0 0,0 0 0 0 0,0 0 0 0 0,0 0 0 0 0,0 0 0 0 0,-5 3 1 0 0,7-4-9 0 0,0 1 0 0 0,0 1 0 0 0,0-1 0 0 0,1 0 0 0 0,-1 0 0 0 0,0 1 0 0 0,1-1 1 0 0,-1 1-1 0 0,1-1 0 0 0,-1 1 0 0 0,1 0 0 0 0,0 0 0 0 0,0 0 0 0 0,0-1 0 0 0,0 1 1 0 0,0 0-1 0 0,-1 4 0 0 0,1-3 13 0 0,0 0 0 0 0,1 1 1 0 0,0-1-1 0 0,-1 0 0 0 0,1 1 1 0 0,0-1-1 0 0,1 0 0 0 0,-1 1 0 0 0,0-1 1 0 0,1 0-1 0 0,2 6 0 0 0,1 1 64 0 0,0 1-1 0 0,7 10 1 0 0,2 5 11 0 0,30 70 24 0 0,-38-81-109 0 0,0 0 0 0 0,-1 0 0 0 0,3 31 0 0 0,-2 46 5 0 0,-1-16 9 0 0,-4-70 49 0 0,1-1-1 0 0,1 1 1 0 0,-1-1-1 0 0,1 0 1 0 0,0 0-1 0 0,0 1 1 0 0,0-1-1 0 0,1-1 1 0 0,-1 1-1 0 0,1 0 1 0 0,0-1-1 0 0,1 1 1 0 0,-1-1-1 0 0,1 0 1 0 0,0 0-1 0 0,0 0 1 0 0,0-1-1 0 0,1 1 1 0 0,-1-1-1 0 0,1 0 1 0 0,0 0-1 0 0,0-1 1 0 0,0 1-1 0 0,0-1 1 0 0,0 0 0 0 0,10 2-1 0 0,-2-1 33 0 0,0-1 1 0 0,0 0-1 0 0,0-1 0 0 0,0 0 0 0 0,20-2 1 0 0,-32 1-210 0 0,1-1 1 0 0,-1 1 0 0 0,1 0 0 0 0,-1-1 0 0 0,0 1 0 0 0,1-1-1 0 0,-1 1 1 0 0,0-1 0 0 0,1 0 0 0 0,-1 1 0 0 0,0-1 0 0 0,0 0 0 0 0,1 0-1 0 0,-1 0 1 0 0,0 0 0 0 0,0 0 0 0 0,0 0 0 0 0,0-1 0 0 0,0 1-1 0 0,-1 0 1 0 0,1 0 0 0 0,0-1 0 0 0,-1 1 0 0 0,1 0 0 0 0,0-1 0 0 0,-1 1-1 0 0,1-2 1 0 0,0-3-2279 0 0,0-1 0 0 0,0 0 0 0 0,0 1 0 0 0,-1-12-1 0 0,0 13-490 0 0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59.4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89 5961 0 0,'0'0'16996'0'0,"2"-15"-16684"0"0,2-44-93 0 0,-2 44-81 0 0,-1 15-145 0 0,1 0-1 0 0,0 0 0 0 0,-1 0 1 0 0,1 0-1 0 0,-1 1 0 0 0,1-1 1 0 0,-1 0-1 0 0,1 1 0 0 0,-1-1 1 0 0,1 1-1 0 0,-1 0 0 0 0,1-1 1 0 0,-1 1-1 0 0,1 0 0 0 0,-1 0 1 0 0,0 0-1 0 0,0 0 0 0 0,1 0 1 0 0,-1 0-1 0 0,0 0 0 0 0,0 1 1 0 0,2 1-1 0 0,0 1 18 0 0,19 18-39 0 0,-10-9 15 0 0,14 17 1 0 0,-17-19-12 0 0,-2-2 20 0 0,-1-1 0 0 0,9 16 0 0 0,-14-22 3 0 0,0 1 1 0 0,0-1-1 0 0,0 1 0 0 0,0-1 0 0 0,0 1 0 0 0,0-1 1 0 0,-1 1-1 0 0,1 0 0 0 0,-1 0 0 0 0,0-1 1 0 0,0 1-1 0 0,0 0 0 0 0,0-1 0 0 0,0 1 0 0 0,-2 3 1 0 0,2-5 13 0 0,-1 0 0 0 0,1 0 1 0 0,-1 0-1 0 0,0 0 1 0 0,1 0-1 0 0,-1-1 0 0 0,0 1 1 0 0,0 0-1 0 0,0-1 1 0 0,0 1-1 0 0,0 0 0 0 0,1-1 1 0 0,-1 1-1 0 0,0-1 1 0 0,0 0-1 0 0,0 1 0 0 0,0-1 1 0 0,0 0-1 0 0,-1 1 1 0 0,0-1-1 0 0,-25 3 502 0 0,27-3-487 0 0,-19 1 207 0 0,1-1 0 0 0,0 0-1 0 0,0-2 1 0 0,0 0 0 0 0,0-1 0 0 0,-20-6 0 0 0,28 6-174 0 0,4 2 2 0 0,1-1 1 0 0,-1 1-1 0 0,0-1 1 0 0,1 0-1 0 0,-1-1 1 0 0,1 0-1 0 0,0 0 1 0 0,0 0-1 0 0,-8-6 1 0 0,12 8-63 0 0,0-1 0 0 0,-1 0-1 0 0,1 0 1 0 0,0 0 0 0 0,0 0 0 0 0,0 0 0 0 0,0 0 0 0 0,1 0-1 0 0,-1 0 1 0 0,1 0 0 0 0,-1 0 0 0 0,1 0 0 0 0,-1 0 0 0 0,1 0-1 0 0,0 0 1 0 0,0-1 0 0 0,0 1 0 0 0,0 0 0 0 0,1 0 0 0 0,-1 0-1 0 0,1 0 1 0 0,0-4 0 0 0,0 2-349 0 0,1 1 1 0 0,-1 0-1 0 0,0 0 0 0 0,1 0 0 0 0,0-1 1 0 0,0 1-1 0 0,0 1 0 0 0,0-1 0 0 0,0 0 1 0 0,0 0-1 0 0,1 1 0 0 0,-1 0 0 0 0,5-4 1 0 0,-3 4-699 0 0,0 0 1 0 0,1 0 0 0 0,-1 0-1 0 0,5-1 1 0 0,10-2-6917 0 0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00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 3809 0 0,'0'0'19359'0'0,"7"-6"-19339"0"0,24-20-15 0 0,-30 25-8 0 0,1 0 0 0 0,-1 0 1 0 0,0 1-1 0 0,0-1 0 0 0,1 0 0 0 0,-1 1 0 0 0,1-1 0 0 0,-1 1 1 0 0,1-1-1 0 0,-1 1 0 0 0,1 0 0 0 0,-1-1 0 0 0,1 1 0 0 0,-1 0 1 0 0,1 0-1 0 0,-1 0 0 0 0,1 0 0 0 0,-1 1 0 0 0,1-1 1 0 0,-1 0-1 0 0,1 1 0 0 0,-1-1 0 0 0,1 1 0 0 0,-1-1 0 0 0,2 2 1 0 0,-1-2-2 0 0,9 5-13 0 0,-1-1 0 0 0,1 2 0 0 0,-1 0 1 0 0,0 0-1 0 0,-1 0 0 0 0,1 1 0 0 0,-1 1 1 0 0,0 0-1 0 0,-1 0 0 0 0,11 14 1 0 0,-17-19-2 0 0,0 0 1 0 0,-1 0 0 0 0,1 0-1 0 0,1 6 1 0 0,1 1-27 0 0,-2-4 28 0 0,-1-1 0 0 0,0 0 0 0 0,0 0 0 0 0,0 1 0 0 0,-1-1 0 0 0,0 0 0 0 0,0 1 0 0 0,-1 7 0 0 0,0 7-7 0 0,2-8 24 0 0,-1-4 0 0 0,0-1 0 0 0,0 0 0 0 0,-1 0 1 0 0,-2 11-1 0 0,-2 8 8 0 0,1 0 0 0 0,1 1 0 0 0,1 0-1 0 0,2-1 1 0 0,2 28 0 0 0,-1-45 14 0 0,1-1 1 0 0,0 0-1 0 0,0 1 0 0 0,1-1 1 0 0,0 0-1 0 0,0 0 0 0 0,7 11 0 0 0,-8-15-5 0 0,0 1 14 0 0,3 3 89 0 0,-5-8-119 0 0,0 1-1 0 0,0-1 0 0 0,0 0 1 0 0,0 0-1 0 0,0 0 1 0 0,0 0-1 0 0,0 0 1 0 0,0 1-1 0 0,0-1 1 0 0,0 0-1 0 0,0 0 0 0 0,0 0 1 0 0,0 0-1 0 0,0 0 1 0 0,0 0-1 0 0,0 1 1 0 0,0-1-1 0 0,0 0 1 0 0,0 0-1 0 0,0 0 1 0 0,0 0-1 0 0,0 0 0 0 0,-1 0 1 0 0,1 1-1 0 0,0-1 1 0 0,0 0-1 0 0,0 0 1 0 0,0 0-1 0 0,0 0 1 0 0,0 0-1 0 0,0 0 0 0 0,0 0 1 0 0,-1 0-1 0 0,1 0 1 0 0,0 0-1 0 0,0 0 1 0 0,0 1-1 0 0,0-1 1 0 0,0 0-1 0 0,0 0 0 0 0,-1 0 1 0 0,1 0-1 0 0,0 0 1 0 0,0 0-1 0 0,0 0 1 0 0,0 0-1 0 0,0 0 1 0 0,0 0-1 0 0,-1 0 1 0 0,1 0-1 0 0,-18 0-623 0 0,-18 5 0 0 0,9-2-407 0 0,-2 2-2364 0 0,6-2-1689 0 0,6-2-1945 0 0,6-1 1677 0 0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10.8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55 1608 0 0,'0'0'21017'0'0,"-4"-9"-20336"0"0,-11-26-95 0 0,9 24 995 0 0,-10 12-686 0 0,10 1-882 0 0,-1 1 0 0 0,1 0-1 0 0,0 0 1 0 0,0 0 0 0 0,0 1 0 0 0,-8 7-1 0 0,1-1 18 0 0,-18 21 1 0 0,14-13-9 0 0,2 1 0 0 0,0 1 1 0 0,-22 41-1 0 0,32-50-7 0 0,1 0 1 0 0,0 0-1 0 0,0 0 1 0 0,1 0-1 0 0,0 1 0 0 0,-1 14 1 0 0,-1 73 100 0 0,5-78-79 0 0,1 0 0 0 0,1 0 0 0 0,0-1-1 0 0,2 1 1 0 0,0 0 0 0 0,2-1 0 0 0,12 32 0 0 0,-2-16 37 0 0,25 43 1 0 0,-23-49-437 0 0,1-1 0 0 0,2-1 0 0 0,44 47 0 0 0,-55-66-260 0 0,27 27-2555 0 0,-12-14-3706 0 0,-10-9-4549 0 0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11.6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5 3297 0 0,'0'0'20764'0'0,"-1"-5"-19914"0"0,1 16-809 0 0,1-1 0 0 0,0 0 0 0 0,1 1 0 0 0,0-1 1 0 0,1 0-1 0 0,0 0 0 0 0,7 14 0 0 0,13 40 120 0 0,-15-48-116 0 0,-1 1-1 0 0,6 24 1 0 0,-11-32-23 0 0,-1 0 1 0 0,0 1 0 0 0,-1-1 0 0 0,0 13-1 0 0,0-7-7 0 0,-1-14-116 0 0,1-1 1 0 0,0 1-1 0 0,0-1 0 0 0,-1 0 1 0 0,1 0-1 0 0,0 1 1 0 0,-1-1-1 0 0,1 0 1 0 0,0 1-1 0 0,-1-1 0 0 0,1 0 1 0 0,0 0-1 0 0,-1 0 1 0 0,1 1-1 0 0,-1-1 0 0 0,1 0 1 0 0,0 0-1 0 0,-1 0 1 0 0,1 0-1 0 0,-1 0 1 0 0,1 0-1 0 0,0 0 0 0 0,-1 0 1 0 0,1 0-1 0 0,-1 0 1 0 0,0 0-1 0 0,-15 0-5531 0 0,14 0 3747 0 0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11.8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344 49 7610 0 0,'0'0'15591'0'0,"-32"-8"-15280"0"0,-100-24-129 0 0,90 24-103 0 0,28 8-22 0 0,3 1-23 0 0,5-2-44 0 0,-1 1 0 0 0,1 1-1 0 0,-1 0 1 0 0,1 0 0 0 0,-1 0 0 0 0,1 0 0 0 0,-1 1 0 0 0,1 0 0 0 0,-11 6 0 0 0,12-5-738 0 0,0 0 0 0 0,0 1 0 0 0,-8 6 0 0 0,3-2-4296 0 0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13.5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85 0 0 0,'0'0'18965'0'0,"8"-11"-17754"0"0,26-32-162 0 0,-33 43-947 0 0,0-1 1 0 0,-1 0-1 0 0,1 0 1 0 0,0 0-1 0 0,-1 0 1 0 0,1 0-1 0 0,0 0 1 0 0,-1 0 0 0 0,1 0-1 0 0,-1-1 1 0 0,0 1-1 0 0,1 0 1 0 0,-1 0-1 0 0,0 0 1 0 0,0 0-1 0 0,0-3 1 0 0,0 3-36 0 0,0 1 0 0 0,0 0 1 0 0,-1-1-1 0 0,1 1 0 0 0,0-1 0 0 0,0 1 1 0 0,-1-1-1 0 0,1 1 0 0 0,-1 0 0 0 0,1-1 1 0 0,0 1-1 0 0,-1-1 0 0 0,1 1 0 0 0,-1 0 1 0 0,1 0-1 0 0,-1-1 0 0 0,1 1 0 0 0,-1 0 1 0 0,-4-3 1139 0 0,-3 3-749 0 0,7 1-456 0 0,0-1 0 0 0,0 1 1 0 0,0 0-1 0 0,0-1 0 0 0,-1 1 0 0 0,1 0 1 0 0,0 0-1 0 0,1 0 0 0 0,-1 0 0 0 0,0 0 1 0 0,0 0-1 0 0,0 0 0 0 0,-1 2 0 0 0,-10 19 22 0 0,9-18-23 0 0,-15 35 27 0 0,16-35-27 0 0,0 1 1 0 0,0 0-1 0 0,-1 7 1 0 0,-2 8 13 0 0,-34 114 37 0 0,27-86-56 0 0,6-27 22 0 0,1 0 0 0 0,1 1-1 0 0,-1 29 1 0 0,4-31 9 0 0,1 0 0 0 0,4 22-1 0 0,-3-32 12 0 0,1 0-1 0 0,1 0 1 0 0,-1 0-1 0 0,2 0 1 0 0,-1-1-1 0 0,7 12 1 0 0,0-4 34 0 0,1-1-1 0 0,0 0 1 0 0,1 0 0 0 0,15 14 0 0 0,61 52 135 0 0,-73-68-184 0 0,-5-6-109 0 0,-1-1-1 0 0,1 0 1 0 0,0 0 0 0 0,15 6-1 0 0,-15-8-1712 0 0,0-1 0 0 0,17 4 0 0 0,-15-7-3111 0 0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03.4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34 1440 0 0,'0'0'14159'0'0,"-9"-5"-12960"0"0,-25-16-127 0 0,25 15-69 0 0,2 5 3018 0 0,14 10-4066 0 0,2-1 106 0 0,-1 1 1 0 0,1-1-1 0 0,18 12 1 0 0,-19-14-32 0 0,203 132 418 0 0,-182-120-417 0 0,-11-6-62 0 0,1-2 0 0 0,34 16-1 0 0,-37-22-421 0 0,-6-3-2709 0 0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03.6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239 1 7690 0 0,'0'0'16039'0'0,"-24"8"-15791"0"0,-71 24-79 0 0,64-19-73 0 0,23-8-34 0 0,4 0-33 0 0,-2 1 81 0 0,0 0-1 0 0,0 1 1 0 0,1-1-1 0 0,0 1 1 0 0,0 0-1 0 0,0 1 1 0 0,-3 9-1 0 0,-7 20-1417 0 0,3 1-6124 0 0,9-31 1369 0 0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04.6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306 127 3129 0 0,'0'0'19122'0'0,"-23"-19"-18794"0"0,-71-56-54 0 0,91 71-242 0 0,-1 1-1 0 0,-1 0 1 0 0,1 0-1 0 0,0 0 1 0 0,-1 0 0 0 0,-7-3-1 0 0,4 4 25 0 0,0 0 0 0 0,0 1-1 0 0,1 0 1 0 0,-1 0-1 0 0,-10 0 1 0 0,14 1-51 0 0,-1 0 1 0 0,1 1-1 0 0,0-1 0 0 0,0 1 1 0 0,0 0-1 0 0,0 0 0 0 0,0 0 0 0 0,0 1 1 0 0,0-1-1 0 0,0 1 0 0 0,-5 3 1 0 0,3-1 3 0 0,4-3-6 0 0,0 1-1 0 0,-1-1 1 0 0,1 1-1 0 0,0 0 1 0 0,0-1-1 0 0,1 1 1 0 0,-4 4-1 0 0,0 1 3 0 0,4-6 5 0 0,0 0-1 0 0,1 0 1 0 0,-1 0-1 0 0,0 0 1 0 0,1 0-1 0 0,-1 0 1 0 0,1 0-1 0 0,-1 0 1 0 0,1 0-1 0 0,0 1 1 0 0,-1-1-1 0 0,1 0 1 0 0,0 0-1 0 0,0 0 1 0 0,0 1-1 0 0,0-1 1 0 0,0 1-1 0 0,-4 178 38 0 0,4-164-42 0 0,0 0 0 0 0,2 0-1 0 0,-1 0 1 0 0,2 0 0 0 0,5 18 0 0 0,-2-9-13 0 0,-4-14 18 0 0,2 1 1 0 0,4 13-1 0 0,10 13 222 0 0,40 65 1 0 0,-57-102-181 0 0,0 1 0 0 0,0-1 1 0 0,0 0-1 0 0,1 0 0 0 0,-1 0 0 0 0,0 0 0 0 0,0 0 0 0 0,1 0 0 0 0,-1 0 0 0 0,1-1 0 0 0,-1 1 1 0 0,1 0-1 0 0,-1-1 0 0 0,1 1 0 0 0,-1-1 0 0 0,1 0 0 0 0,-1 1 0 0 0,1-1 0 0 0,-1 0 1 0 0,1 0-1 0 0,0 0 0 0 0,-1 0 0 0 0,1 0 0 0 0,2-1 0 0 0,4 0 87 0 0,0-1-1 0 0,0 0 1 0 0,12-6-1 0 0,-10 4-170 0 0,0 1 84 0 0,1 0 1 0 0,0 1 0 0 0,0 0 0 0 0,-1 1 0 0 0,20-1 0 0 0,6 3-2365 0 0,-9-1-2582 0 0,-15 2-4736 0 0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20.9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 2961 0 0,'2'-7'17206'0'0,"4"6"-16507"0"0,-1 0 0 0 0,1 0-1 0 0,-1-1 1 0 0,0 1 0 0 0,9-5 0 0 0,-9 3-231 0 0,7-3 280 0 0,26-9-1 0 0,-30 13-739 0 0,0 1 1 0 0,0 0-1 0 0,0 0 1 0 0,1 1-1 0 0,8 1 1 0 0,2-1-1 0 0,13 2 5 0 0,-30-2-12 0 0,0 1 0 0 0,0-1 0 0 0,0 1 0 0 0,0-1 0 0 0,0 1 0 0 0,0 0 0 0 0,0 0 0 0 0,0 0 0 0 0,0 0 0 0 0,0 0 0 0 0,0 0 0 0 0,1 2 0 0 0,-2-2-4 0 0,0-1 0 0 0,-1 1 0 0 0,1-1 0 0 0,-1 1 0 0 0,1-1 0 0 0,-1 1 0 0 0,1 0 0 0 0,-1-1 0 0 0,0 1 0 0 0,1 0 0 0 0,-1-1 0 0 0,0 1 0 0 0,1 0 0 0 0,-1 0 0 0 0,0-1 0 0 0,0 1 0 0 0,0 0 0 0 0,0 0 0 0 0,0 0 0 0 0,0-1 0 0 0,0 2 0 0 0,10 25-13 0 0,1 13 34 0 0,-9-33-27 0 0,-1 0 0 0 0,0 0 0 0 0,0 0 0 0 0,-1 0-1 0 0,0 0 1 0 0,0 1 0 0 0,-2 7 0 0 0,1-12 8 0 0,0-1 0 0 0,0 1-1 0 0,0-1 1 0 0,0 0 0 0 0,-1 1 0 0 0,0-1-1 0 0,1 0 1 0 0,-1 0 0 0 0,-3 3 0 0 0,-7 10 1 0 0,-4 4 21 0 0,12-13-10 0 0,3-5-10 0 0,0 1 1 0 0,0-1 0 0 0,0 0 0 0 0,0 1 0 0 0,1-1-1 0 0,-1 1 1 0 0,0-1 0 0 0,1 1 0 0 0,-1-1-1 0 0,1 1 1 0 0,-1-1 0 0 0,1 1 0 0 0,0-1-1 0 0,-1 1 1 0 0,1 2 0 0 0,0-4 19 0 0,0 0 0 0 0,0 1-1 0 0,0-1 1 0 0,0 1 0 0 0,0-1 0 0 0,0 1 0 0 0,0-1-1 0 0,0 1 1 0 0,0-1 0 0 0,0 1 0 0 0,1-1 0 0 0,-1 0 0 0 0,0 1-1 0 0,0-1 1 0 0,0 1 0 0 0,0-1 0 0 0,1 1 0 0 0,-1-1-1 0 0,0 0 1 0 0,1 1 0 0 0,-1-1 0 0 0,0 0 0 0 0,1 1-1 0 0,14 1 490 0 0,-15-2-508 0 0,20-1 171 0 0,28-5 0 0 0,-26 3-143 0 0,29-1-1 0 0,64 4-1024 0 0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21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10034 0 0,'0'0'11915'0'0,"21"-1"-11821"0"0,68-3-10 0 0,-86 4-74 0 0,1 0 0 0 0,0 0 0 0 0,0 0-1 0 0,0 0 1 0 0,0 1 0 0 0,-1-1 0 0 0,1 1 0 0 0,0 0-1 0 0,6 3 1 0 0,-1-1 30 0 0,-4-1-18 0 0,14 4 100 0 0,18 9 0 0 0,-33-12-13 0 0,0-1-1 0 0,0 0 1 0 0,8 7-1 0 0,-12-8-30 0 0,1-1-1 0 0,-1 1 1 0 0,0 0-1 0 0,1 0 1 0 0,-1-1 0 0 0,0 1-1 0 0,0 0 1 0 0,0 0-1 0 0,1-1 1 0 0,-1 1 0 0 0,0 0-1 0 0,0 0 1 0 0,0-1 0 0 0,-1 3-1 0 0,1-2-69 0 0,0 0 0 0 0,0 0 0 0 0,0 0 0 0 0,0 0 0 0 0,0 1 0 0 0,1-1-1 0 0,-1 0 1 0 0,0 0 0 0 0,1 0 0 0 0,-1 0 0 0 0,1 2 0 0 0,35 58 582 0 0,-3-4-284 0 0,-17-29-159 0 0,25 57-1 0 0,-36-72-145 0 0,-2 1 0 0 0,4 14 0 0 0,-7-24-4 0 0,3 14 3 0 0,-2 0-1 0 0,0 1 0 0 0,-2 23 0 0 0,0-3 50 0 0,1-37-43 0 0,0 0-1 0 0,0 0 1 0 0,0 0 0 0 0,0 1 0 0 0,1-1-1 0 0,-1 0 1 0 0,1 0 0 0 0,-1 0 0 0 0,1 0-1 0 0,0 0 1 0 0,0 0 0 0 0,0 0 0 0 0,0 0-1 0 0,0-1 1 0 0,2 4 0 0 0,-3-5-7 0 0,1 0 1 0 0,-1 0-1 0 0,0 1 1 0 0,0-1-1 0 0,1 0 1 0 0,-1 0-1 0 0,0 0 1 0 0,0 0-1 0 0,0 1 1 0 0,0-1-1 0 0,1 0 1 0 0,-1 0-1 0 0,0 0 1 0 0,0 1-1 0 0,0-1 1 0 0,0 0-1 0 0,0 0 1 0 0,1 0 0 0 0,-1 1-1 0 0,0-1 1 0 0,0 0-1 0 0,0 0 1 0 0,0 1-1 0 0,0-1 1 0 0,0 0-1 0 0,0 0 1 0 0,0 1-1 0 0,0-1 1 0 0,0 0-1 0 0,0 0 1 0 0,0 1-1 0 0,0-1 1 0 0,0 0-1 0 0,0 0 1 0 0,0 1-1 0 0,-1-1 1 0 0,1 0-1 0 0,0 0 1 0 0,0 1-1 0 0,0-1 1 0 0,0 0-1 0 0,-8 5-17 0 0,-15-2-354 0 0,-26 1-1 0 0,2-4-8048 0 0,40 0 5649 0 0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24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20 2465 0 0,'0'0'15445'0'0,"-3"-3"-14322"0"0,-10-13 2877 0 0,26 22-3995 0 0,104 86 136 0 0,-90-74-94 0 0,0-1 1 0 0,50 21 0 0 0,-20-9-57 0 0,5 2-315 0 0,-54-27 230 0 0,-2-1-677 0 0,-1-2-2978 0 0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24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1 5441 0 0,'0'0'17384'0'0,"-13"0"-17020"0"0,-42-1-81 0 0,36 3-77 0 0,14 2-92 0 0,4-1-70 0 0,-2-1 7 0 0,0 1-1 0 0,1 0 1 0 0,0 0 0 0 0,-1 0 0 0 0,1 0 0 0 0,0 0-1 0 0,1 1 1 0 0,-1-1 0 0 0,1 1 0 0 0,-2 4 0 0 0,0 6 77 0 0,0 0 1 0 0,1-1 0 0 0,0 1 0 0 0,1 0 0 0 0,1 17 0 0 0,0-27-118 0 0,0-2-26 0 0,0 1 1 0 0,0 0 0 0 0,0 0 0 0 0,-1-1-1 0 0,1 1 1 0 0,-1 0 0 0 0,0-1-1 0 0,0 1 1 0 0,0-1 0 0 0,0 1-1 0 0,0-1 1 0 0,-1 1 0 0 0,1-1 0 0 0,-1 0-1 0 0,1 1 1 0 0,-1-1 0 0 0,0 0-1 0 0,-3 3 1 0 0,-11 4-3715 0 0,-3-4-5304 0 0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25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227 59 8538 0 0,'0'0'15139'0'0,"-20"-9"-15102"0"0,-58-30-14 0 0,53 29-18 0 0,25 10-5 0 0,0 0 0 0 0,-1 0 0 0 0,1 0 1 0 0,0 0-1 0 0,-1 0 0 0 0,1 0 0 0 0,0 0 0 0 0,-1 0 1 0 0,1 0-1 0 0,0 0 0 0 0,0 0 0 0 0,-1 0 0 0 0,1 0 0 0 0,0 0 1 0 0,-1 0-1 0 0,1 0 0 0 0,0 0 0 0 0,-1 0 0 0 0,1 1 1 0 0,0-1-1 0 0,-1 0 0 0 0,-2 2 4 0 0,-5 1 3 0 0,0 0 0 0 0,-9 5-1 0 0,0 1 21 0 0,13-7-23 0 0,0 1 0 0 0,0-1 1 0 0,0 1-1 0 0,0 0 0 0 0,0 0 0 0 0,-4 6 0 0 0,2-3 14 0 0,6-6-16 0 0,-1 1-1 0 0,1-1 1 0 0,-1 1-1 0 0,1-1 1 0 0,0 1-1 0 0,-1-1 1 0 0,1 1-1 0 0,0-1 0 0 0,-1 1 1 0 0,1-1-1 0 0,0 1 1 0 0,0-1-1 0 0,-1 1 1 0 0,1 0-1 0 0,0-1 1 0 0,0 1-1 0 0,0-1 1 0 0,0 1-1 0 0,0 0 1 0 0,0-1-1 0 0,0 1 1 0 0,0-1-1 0 0,0 2 1 0 0,0 13 7 0 0,-1-10 0 0 0,1 1-1 0 0,0 0 1 0 0,0 0-1 0 0,1-1 1 0 0,0 1 0 0 0,2 9-1 0 0,32 107 29 0 0,-18-57-10 0 0,-1 10-18 0 0,-4-12 6 0 0,-6-32 15 0 0,-1 0 1 0 0,-1 1-1 0 0,-2 53 0 0 0,-1-84 25 0 0,-1-1-1 0 0,1 1 0 0 0,-1-1 0 0 0,0 1 0 0 0,1-1 1 0 0,-1 1-1 0 0,1-1 0 0 0,-1 0 0 0 0,1 1 0 0 0,-1-1 1 0 0,1 0-1 0 0,0 1 0 0 0,-1-1 0 0 0,1 0 0 0 0,-1 0 1 0 0,1 1-1 0 0,0-1 0 0 0,-1 0 0 0 0,1 0 0 0 0,-1 0 1 0 0,1 0-1 0 0,0 0 0 0 0,-1 0 0 0 0,1 0 0 0 0,1 0 1 0 0,23 0 224 0 0,-19 0-244 0 0,35-7-14 0 0,-34 6-197 0 0,0 1-1 0 0,0-1 1 0 0,0 0 0 0 0,-1-1 0 0 0,1 0-1 0 0,10-4 1 0 0,1-3-4541 0 0,-3-2-6253 0 0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25.8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10 7842 0 0,'0'0'16663'0'0,"-2"-3"-16663"0"0,-6-3 11 0 0,6 8 3 0 0,3 8 8 0 0,2 4 55 0 0,1 0 0 0 0,1 0 0 0 0,0 0 1 0 0,1-1-1 0 0,1 0 0 0 0,0 0 0 0 0,15 21 0 0 0,-3-13 43 0 0,-15-17-108 0 0,0 0-1 0 0,0 0 1 0 0,-1 0 0 0 0,0 0 0 0 0,4 6 0 0 0,-6-7-371 0 0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26.4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 6145 0 0,'0'0'15662'0'0,"10"-8"-15666"0"0,33-22-10 0 0,-42 29 13 0 0,0 1 0 0 0,0-1 1 0 0,0 0-1 0 0,1 1 1 0 0,-1-1-1 0 0,0 1 0 0 0,1-1 1 0 0,-1 1-1 0 0,0 0 1 0 0,1-1-1 0 0,-1 1 0 0 0,1 0 1 0 0,-1 0-1 0 0,0 0 0 0 0,1 0 1 0 0,-1 0-1 0 0,1 0 1 0 0,-1 0-1 0 0,0 1 0 0 0,1-1 1 0 0,-1 0-1 0 0,1 1 1 0 0,-1 0-1 0 0,2 0 0 0 0,4 2 1 0 0,106 30 67 0 0,-37-19-20 0 0,-69-14 4 0 0,-6 0-35 0 0,-1 0-1 0 0,0 0 0 0 0,1 0 1 0 0,-1 0-1 0 0,0-1 0 0 0,1 1 1 0 0,-1 0-1 0 0,1 0 0 0 0,-1 0 1 0 0,0 0-1 0 0,1 0 0 0 0,-1 0 0 0 0,1 1 1 0 0,-1-1-1 0 0,0 0 0 0 0,1 0 1 0 0,-1 0-1 0 0,1 0 0 0 0,-1 0 1 0 0,0 1-1 0 0,1-1 0 0 0,-1 0 1 0 0,0 0-1 0 0,1 0 0 0 0,-1 1 1 0 0,0-1-1 0 0,1 0 0 0 0,-1 1 1 0 0,0 0 686 0 0,0-1-781 0 0,-1 0 66 0 0,0 1 0 0 0,1-1 0 0 0,-1 0-1 0 0,0 1 1 0 0,1-1 0 0 0,-1 0-1 0 0,1 1 1 0 0,-1-1 0 0 0,1 1 0 0 0,-1-1-1 0 0,0 1 1 0 0,1-1 0 0 0,0 1 0 0 0,-1 0-1 0 0,1-1 1 0 0,-1 1 0 0 0,1-1 0 0 0,-1 2-1 0 0,-7 15-13 0 0,7-13 28 0 0,-1 3 6 0 0,0-1 0 0 0,0 1 1 0 0,1 0-1 0 0,0-1 0 0 0,1 1 1 0 0,0 0-1 0 0,0 11 0 0 0,0-4 4 0 0,0-14-11 0 0,0 10 12 0 0,0-1 0 0 0,0 0 0 0 0,1 0 0 0 0,0 0 0 0 0,1 0 0 0 0,0 0 0 0 0,4 14 0 0 0,57 128 85 0 0,-56-129-98 0 0,0 3 12 0 0,-6-22-9 0 0,0 0 0 0 0,0 1 0 0 0,0-1 1 0 0,0 1-1 0 0,-1-1 0 0 0,1 1 1 0 0,-1 6-1 0 0,0-6 2 0 0,0 0 0 0 0,0 0 0 0 0,1 1 0 0 0,1 5 0 0 0,-2-9-19 0 0,1 0-1 0 0,-1 0 1 0 0,0 0-1 0 0,1-1 1 0 0,-1 1-1 0 0,0 0 1 0 0,0 0 0 0 0,0 0-1 0 0,0 0 1 0 0,0-1-1 0 0,0 1 1 0 0,0 0-1 0 0,0 0 1 0 0,0 0-1 0 0,0 0 1 0 0,0 0-1 0 0,0-1 1 0 0,-1 1-1 0 0,1 0 1 0 0,0 0 0 0 0,-1 0-1 0 0,1-1 1 0 0,-1 1-1 0 0,1 0 1 0 0,-1 0-1 0 0,1-1 1 0 0,-1 1-1 0 0,1 0 1 0 0,-1-1-1 0 0,0 1 1 0 0,1-1-1 0 0,-1 1 1 0 0,0-1-1 0 0,1 1 1 0 0,-1-1 0 0 0,0 1-1 0 0,0-1 1 0 0,1 0-1 0 0,-1 1 1 0 0,0-1-1 0 0,-2 0 1 0 0,-14 3-1991 0 0,-6-1-2287 0 0,7-1-2368 0 0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28.5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37 2473 0 0,'0'0'16670'0'0,"-2"-6"-15619"0"0,-8-17-119 0 0,10 22-869 0 0,0 1 1 0 0,0 0-1 0 0,0-1 0 0 0,0 1 0 0 0,0 0 1 0 0,0 0-1 0 0,0-1 0 0 0,0 1 1 0 0,-1 0-1 0 0,1 0 0 0 0,0-1 1 0 0,0 1-1 0 0,0 0 0 0 0,0 0 1 0 0,0-1-1 0 0,-1 1 0 0 0,1 0 1 0 0,0 0-1 0 0,0 0 0 0 0,0-1 1 0 0,-1 1-1 0 0,1 0 0 0 0,0 0 1 0 0,0 0-1 0 0,-1 0 0 0 0,1-1 1 0 0,0 1-1 0 0,0 0 0 0 0,-1 0 1 0 0,1 0-1 0 0,0 0 0 0 0,-1 0 1 0 0,1 0-1 0 0,0 0 0 0 0,0 0 1 0 0,-1 0-1 0 0,1 0 0 0 0,0 0 1 0 0,-1 0-1 0 0,1 0 0 0 0,0 0 1 0 0,0 0-1 0 0,-1 0 0 0 0,1 0 1 0 0,0 1-1 0 0,0-1 0 0 0,-1 0 1 0 0,1 0-1 0 0,0 0 0 0 0,0 0 1 0 0,-1 0-1 0 0,1 1 0 0 0,0-1 1 0 0,0 0-1 0 0,0 0 0 0 0,-1 0 1 0 0,1 1-1 0 0,0-1 0 0 0,0 0 1 0 0,0 0-1 0 0,0 1 0 0 0,-1-1 1 0 0,1 0-1 0 0,0 0 0 0 0,0 1 1 0 0,0-1-1 0 0,0 0 0 0 0,0 1 0 0 0,0-1 1 0 0,0 3-63 0 0,1 0 0 0 0,0-1 0 0 0,-1 1 1 0 0,1-1-1 0 0,0 1 0 0 0,1-1 0 0 0,-1 0 1 0 0,0 1-1 0 0,2 1 0 0 0,5 10 24 0 0,20 39 100 0 0,-7-18-20 0 0,-11-18-68 0 0,-7-11-22 0 0,1 0 0 0 0,4 12 0 0 0,12 19 28 0 0,-17-30-34 0 0,-2-5-7 0 0,-1 0-1 0 0,1-1 1 0 0,0 1 0 0 0,-1 0-1 0 0,1 0 1 0 0,-1 0 0 0 0,1 0-1 0 0,-1 2 1 0 0,2 7 93 0 0,-2-11-214 0 0,0 1-1 0 0,0 0 1 0 0,0-1-1 0 0,0 1 1 0 0,0-1-1 0 0,0 1 1 0 0,0-1-1 0 0,0 1 1 0 0,0-1-1 0 0,0 1 1 0 0,0 0-1 0 0,0-1 1 0 0,0 1-1 0 0,0 0 1 0 0,-1-1-65 0 0,1 1 0 0 0,-1-1 0 0 0,1 0 0 0 0,-1 1 1 0 0,1-1-1 0 0,-1 0 0 0 0,1 0 0 0 0,-1 1 0 0 0,1-1 0 0 0,-1 0 0 0 0,0 0 0 0 0,1 0 1 0 0,-1 0-1 0 0,1 0 0 0 0,-1 0 0 0 0,0 0 0 0 0,1 0 0 0 0,-1 0 0 0 0,0 0 0 0 0,-1 0-552 0 0,1 0 0 0 0,-1-1 0 0 0,1 1 0 0 0,-1 0 0 0 0,1-1 0 0 0,-1 0-1 0 0,1 1 1 0 0,0-1 0 0 0,-1 0 0 0 0,1 0 0 0 0,0 1 0 0 0,-1-1 0 0 0,1 0-1 0 0,0 0 1 0 0,-1-2 0 0 0,-2 0-2171 0 0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28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354 23 11554 0 0,'0'0'11939'0'0,"-31"-3"-11524"0"0,-96-10-80 0 0,57 6 86 0 0,-16 7-452 0 0,65 5-1716 0 0,9 1-2859 0 0,5-3-395 0 0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29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6433 0 0,'0'0'14861'0'0,"4"-3"-14864"0"0,-2 0 0 0 0,-1 3 2 0 0,-1-1 0 0 0,0 0 1 0 0,1 0-1 0 0,-1 1 0 0 0,1-1 0 0 0,0 1 1 0 0,-1-1-1 0 0,1 1 0 0 0,-1-1 0 0 0,1 1 1 0 0,0-1-1 0 0,-1 1 0 0 0,1-1 0 0 0,0 1 0 0 0,0 0 1 0 0,-1-1-1 0 0,1 1 0 0 0,0 0 0 0 0,0 0 1 0 0,-1 0-1 0 0,1-1 0 0 0,0 1 0 0 0,0 0 1 0 0,0 0-1 0 0,-1 0 0 0 0,1 0 0 0 0,0 0 1 0 0,0 1-1 0 0,0-1 0 0 0,-1 0 0 0 0,1 0 0 0 0,0 0 1 0 0,1 1-1 0 0,81 48 16 0 0,15 7 63 0 0,-53-32-35 0 0,56 27 172 0 0,-92-47-197 0 0,9 4 53 0 0,25 15 0 0 0,-44-23-86 0 0,1 0 1 0 0,0 0-1 0 0,0 0 0 0 0,0 0 1 0 0,0 0-1 0 0,0 0 1 0 0,0 0-1 0 0,-1 0 1 0 0,1 0-1 0 0,0 0 0 0 0,0 1 1 0 0,0-1-1 0 0,0 0 1 0 0,0 0-1 0 0,0 0 1 0 0,-1 0-1 0 0,1 0 0 0 0,0 0 1 0 0,0 0-1 0 0,0 0 1 0 0,0 0-1 0 0,0 0 1 0 0,0 0-1 0 0,0 0 0 0 0,0 1 1 0 0,-1-1-1 0 0,1 0 1 0 0,0 0-1 0 0,0 0 1 0 0,0 0-1 0 0,0 0 0 0 0,0 0 1 0 0,0 1-1 0 0,0-1 1 0 0,0 0-1 0 0,0 0 1 0 0,0 0-1 0 0,0 0 0 0 0,0 0 1 0 0,0 0-1 0 0,0 1 1 0 0,0-1-1 0 0,0 0 1 0 0,0 0-1 0 0,0 0 0 0 0,0 0 1 0 0,0 0-1 0 0,0 0 1 0 0,0 1-1 0 0,0-1 1 0 0,0 0-1 0 0,0 0 0 0 0,0 0 1 0 0,1 0-1 0 0,-1 0 1 0 0,0 0-1 0 0,0 0 1 0 0,0 1-1 0 0,0-1 0 0 0,0 0 1 0 0,0 0-1 0 0,0 0 1 0 0,0 0-1 0 0,0 0 1 0 0,1 0-1 0 0,-1 0 0 0 0,-10 1-1937 0 0,-13-4-5469 0 0,16 1 3753 0 0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29.5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269 0 6433 0 0,'0'0'17365'0'0,"-20"5"-17051"0"0,-64 17-82 0 0,82-22-217 0 0,-1 1 1 0 0,0 0 0 0 0,0 0-1 0 0,0 0 1 0 0,1 0 0 0 0,-1 0-1 0 0,1 1 1 0 0,-1-1-1 0 0,-2 3 1 0 0,5-4-11 0 0,-5 5 47 0 0,0 0-1 0 0,0 1 1 0 0,1-1-1 0 0,0 1 1 0 0,0 0-1 0 0,1 0 1 0 0,-1 0-1 0 0,1 0 1 0 0,-2 8-1 0 0,-1 3 51 0 0,1 1 1 0 0,-4 22-1 0 0,-5 5 120 0 0,13-43-560 0 0,0 0 0 0 0,1 0 0 0 0,-1-1 0 0 0,0 1 0 0 0,0 0 0 0 0,0-1 0 0 0,0 1 0 0 0,0-1 0 0 0,0 1 0 0 0,-1-1-1 0 0,1 1 1 0 0,0-1 0 0 0,-1 0 0 0 0,1 0 0 0 0,-1 0 0 0 0,1 0 0 0 0,-4 2 0 0 0,2-2-775 0 0,0 1 1 0 0,-1-1-1 0 0,1 0 1 0 0,0 0-1 0 0,-1-1 1 0 0,1 1-1 0 0,-1-1 1 0 0,-5 1-1 0 0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30.7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232 56 2873 0 0,'0'0'18896'0'0,"-9"-9"-18730"0"0,-31-29-71 0 0,40 38-92 0 0,-1-1 0 0 0,1 0-1 0 0,-1 1 1 0 0,0-1 0 0 0,1 0-1 0 0,-1 1 1 0 0,0-1 0 0 0,0 1 0 0 0,1-1-1 0 0,-1 1 1 0 0,0-1 0 0 0,0 1 0 0 0,0-1-1 0 0,0 1 1 0 0,1 0 0 0 0,-1 0 0 0 0,0-1-1 0 0,-1 1 1 0 0,-10 0 12 0 0,1 1-1 0 0,0 0 0 0 0,-1 1 1 0 0,1 0-1 0 0,0 1 1 0 0,-16 6-1 0 0,14-4 10 0 0,0 0-1 0 0,0 1 0 0 0,-19 11 1 0 0,32-17-22 0 0,0 1 0 0 0,0-1 0 0 0,0 1 0 0 0,-1-1 0 0 0,1 1 0 0 0,0-1 0 0 0,0 1 0 0 0,0-1 0 0 0,0 1 0 0 0,0-1 0 0 0,0 1 0 0 0,0-1 0 0 0,0 1 0 0 0,0-1 0 0 0,0 1 0 0 0,0-1 0 0 0,0 2 0 0 0,1-1-8 0 0,-1 4-9 0 0,-1 2 11 0 0,1 1 1 0 0,1-1 0 0 0,0 1 0 0 0,2 11-1 0 0,1-1 8 0 0,4 35-1 0 0,-6-32 6 0 0,6 23-1 0 0,-5-30-11 0 0,8 23 30 0 0,18 57-23 0 0,-14-37 27 0 0,0-4 5 0 0,-14-46-29 0 0,0-1 0 0 0,0 1 1 0 0,1 6-1 0 0,1 13-13 0 0,1-14 17 0 0,-4-10-7 0 0,1-1 0 0 0,0 1 0 0 0,-1 0 0 0 0,1 0 0 0 0,-1 0 0 0 0,1 0 0 0 0,-1 3-1 0 0,0-5 26 0 0,0 1 0 0 0,0-1 0 0 0,0 1 0 0 0,0 0 0 0 0,0-1 0 0 0,0 1 0 0 0,0-1 0 0 0,1 1 0 0 0,-1-1 0 0 0,0 1 0 0 0,0 0 0 0 0,1-1 0 0 0,-1 1 0 0 0,0-1 0 0 0,1 1 0 0 0,-1-1 0 0 0,0 1-1 0 0,1-1 1 0 0,-1 0 0 0 0,1 1 0 0 0,-1-1 0 0 0,1 1 0 0 0,-1-1 0 0 0,1 0 0 0 0,-1 1 0 0 0,1-1 0 0 0,-1 0 0 0 0,1 0 0 0 0,-1 0 0 0 0,1 1 0 0 0,-1-1 0 0 0,1 0 0 0 0,0 0 0 0 0,-1 0 0 0 0,1 0-1 0 0,-1 0 1 0 0,1 0 0 0 0,0 0 0 0 0,-1 0 0 0 0,1 0 0 0 0,-1 0 0 0 0,1 0 0 0 0,0-1 0 0 0,5 0 86 0 0,0 0 1 0 0,-1 0-1 0 0,10-5 0 0 0,-8 4-151 0 0,18-6-140 0 0,0 2 0 0 0,30-3-1 0 0,-46 8-877 0 0,0-1-1 0 0,12-5 1 0 0,-1 1-4848 0 0,-11 3 459 0 0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31.3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 4473 0 0,'0'0'18323'0'0,"3"-7"-18233"0"0,12-21-39 0 0,-15 28-50 0 0,1-1 1 0 0,-1 0-1 0 0,1 1 0 0 0,-1-1 1 0 0,1 1-1 0 0,0-1 0 0 0,-1 1 1 0 0,1-1-1 0 0,-1 1 0 0 0,1 0 1 0 0,0-1-1 0 0,0 1 0 0 0,-1 0 1 0 0,1-1-1 0 0,0 1 1 0 0,0 0-1 0 0,-1 0 0 0 0,1 0 1 0 0,0-1-1 0 0,0 1 0 0 0,-1 0 1 0 0,1 0-1 0 0,0 0 0 0 0,0 0 1 0 0,0 0-1 0 0,-1 1 0 0 0,2-1 1 0 0,2 0 4 0 0,132 7 97 0 0,-116-4-90 0 0,34 1-18 0 0,-54-3-7 0 0,0-1 1 0 0,0 0 0 0 0,-1 0 0 0 0,1 1-1 0 0,0-1 1 0 0,0 0 0 0 0,0 0 0 0 0,0 0-1 0 0,0 1 1 0 0,0-1 0 0 0,-1 0 0 0 0,1 0-1 0 0,0 0 1 0 0,0 0 0 0 0,0 1 0 0 0,0-1-1 0 0,-1 0 1 0 0,1 0 0 0 0,0 0-1 0 0,0 0 1 0 0,-1 0 0 0 0,1 0 0 0 0,0 1-1 0 0,-1-1 1 0 0,-2 2-4 0 0,0 0 0 0 0,-1 1 0 0 0,1 0 0 0 0,0 0 0 0 0,0 0 0 0 0,-4 5 0 0 0,1 0 12 0 0,4-6 6 0 0,0 0 0 0 0,1 0 0 0 0,-1 0 0 0 0,1 0 0 0 0,-1 0 0 0 0,1 0 0 0 0,0 1 1 0 0,0-1-1 0 0,0 1 0 0 0,0-1 0 0 0,0 1 0 0 0,0-1 0 0 0,1 1 0 0 0,-1-1 0 0 0,1 1 0 0 0,0 0 0 0 0,0-1 0 0 0,0 1 0 0 0,0-1 0 0 0,0 1 0 0 0,0 0 0 0 0,1-1 0 0 0,-1 1 0 0 0,1-1 0 0 0,0 1 0 0 0,0-1 0 0 0,0 1 0 0 0,0-1 0 0 0,0 0 0 0 0,1 1 1 0 0,-1-1-1 0 0,0 0 0 0 0,1 0 0 0 0,0 0 0 0 0,0 0 0 0 0,-1 0 0 0 0,1 0 0 0 0,3 1 0 0 0,3 3 12 0 0,1-1-1 0 0,18 9 1 0 0,4 2 12 0 0,-31-16-32 0 0,1 0 1 0 0,-1 0 0 0 0,0 0 0 0 0,1 1 0 0 0,-1-1 0 0 0,0 0 0 0 0,1 0 0 0 0,-1 1 0 0 0,0-1 0 0 0,0 0 0 0 0,1 1 0 0 0,-1-1 0 0 0,0 0 0 0 0,0 1-1 0 0,0-1 1 0 0,1 0 0 0 0,-1 1 0 0 0,0-1 0 0 0,0 0 0 0 0,0 1 0 0 0,0-1 0 0 0,0 0 0 0 0,0 1 0 0 0,0-1 0 0 0,0 1 0 0 0,0-1 0 0 0,0 0 0 0 0,0 1-1 0 0,0-1 1 0 0,0 1 0 0 0,0-1 0 0 0,0 0 0 0 0,0 1 0 0 0,0-1 0 0 0,0 0 0 0 0,-1 1 0 0 0,1-1 0 0 0,0 1 0 0 0,0-1 0 0 0,0 0 0 0 0,-1 0 0 0 0,1 1-1 0 0,0-1 1 0 0,0 0 0 0 0,-1 1 0 0 0,1-1 0 0 0,0 0 0 0 0,-1 1 0 0 0,-16 11 21 0 0,-4-3 86 0 0,0 0 1 0 0,0-1-1 0 0,-1-1 1 0 0,-41 7-1 0 0,2 3-3014 0 0,52-15 686 0 0,1 0-777 0 0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32.1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61 80 0 0,'0'0'14664'0'0,"15"-8"-13842"0"0,45-27-85 0 0,-38 24-109 0 0,-13 9 24 0 0,0 1-192 0 0,1-1-87 0 0,1 1 0 0 0,-1 1 0 0 0,20 1 0 0 0,-28-1-372 0 0,0 1 0 0 0,0 0 0 0 0,0-1 0 0 0,0 1 0 0 0,0 0 0 0 0,0 0 0 0 0,-1 0 0 0 0,1 0 0 0 0,0 0 0 0 0,-1 0 0 0 0,1 0 0 0 0,-1 1 0 0 0,1-1 0 0 0,-1 0 0 0 0,1 1 0 0 0,-1 0 0 0 0,0-1 0 0 0,0 1 0 0 0,0 0 1 0 0,1 2-1 0 0,3 5-41 0 0,-2 0 1 0 0,6 19 0 0 0,-6-17 59 0 0,13 54-48 0 0,-2-7 29 0 0,3 6 32 0 0,-12-44-29 0 0,0 0 0 0 0,1-1 0 0 0,1 1 0 0 0,14 28 0 0 0,-15-38 3 0 0,-2 0 0 0 0,6 15 0 0 0,14 33 27 0 0,-13-35 13 0 0,5 2 49 0 0,2 4-8 0 0,-16-24-69 0 0,1 0 0 0 0,-1 1 1 0 0,1-2-1 0 0,4 7 0 0 0,-5-9-14 0 0,3 5 23 0 0,-5-6-1 0 0,0-1 0 0 0,0 1 1 0 0,0 0-1 0 0,1-1 0 0 0,-1 1 0 0 0,0-1 0 0 0,0 1 0 0 0,0 0 0 0 0,0-1 0 0 0,0 1 1 0 0,-1-1-1 0 0,1 1 0 0 0,0 0 0 0 0,0-1 0 0 0,0 1 0 0 0,0-1 0 0 0,-1 1 0 0 0,1 0 0 0 0,0-1 1 0 0,0 1-1 0 0,-1-1 0 0 0,1 1 0 0 0,-1-1 0 0 0,0 1 0 0 0,0 0 34 0 0,0 1 0 0 0,-1-1 0 0 0,1 0 0 0 0,-1 0 0 0 0,0 0-1 0 0,1 0 1 0 0,-1 0 0 0 0,-2 0 0 0 0,-6 2 154 0 0,0-1-1 0 0,-14 2 1 0 0,19-3-174 0 0,-24 2 176 0 0,-33 0-1 0 0,-13 0-2506 0 0,50-1-452 0 0,7-1-2318 0 0,5 0-5324 0 0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33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16 3089 0 0,'0'0'12649'0'0,"-1"-2"-12449"0"0,-3-9-49 0 0,3 9 272 0 0,3 2-270 0 0,2 0 29 0 0,0-1 1 0 0,0 2-1 0 0,0-1 0 0 0,0 0 0 0 0,0 1 0 0 0,0 0 0 0 0,0 0 0 0 0,0 0 0 0 0,5 2 1 0 0,4 4-21 0 0,0 1 0 0 0,-1 0 0 0 0,15 12 0 0 0,-4-2-20 0 0,-2-2 6 0 0,0 2-1 0 0,22 23 1 0 0,32 45 252 0 0,-73-84-386 0 0,18 24 134 0 0,-1 0-1 0 0,-1 2 1 0 0,-2 0 0 0 0,0 1 0 0 0,-2 0 0 0 0,-2 1 0 0 0,11 37 0 0 0,-16-42-10 0 0,-1 1 1 0 0,-2 0 0 0 0,0 1 0 0 0,-2-1 0 0 0,-2 51 0 0 0,-1-72-85 0 0,1 1 1 0 0,-1-1-1 0 0,-1 1 1 0 0,1-1-1 0 0,-1 0 1 0 0,0 0-1 0 0,0 1 0 0 0,-5 7 1 0 0,-1 0 231 0 0,-19 22 0 0 0,24-31-211 0 0,-1 0 0 0 0,0 0 0 0 0,0-1 0 0 0,-1 0 0 0 0,1 0 0 0 0,-1 0 1 0 0,-5 3-1 0 0,-1-1-385 0 0,0-1-1 0 0,-15 5 1 0 0,3-4-3215 0 0,7-4-3593 0 0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46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17 3881 0 0,'0'0'16826'0'0,"-1"-3"-15963"0"0,1 2-347 0 0,-1-12 4912 0 0,23 28-5089 0 0,-7-6-250 0 0,18 16 78 0 0,-1 2 0 0 0,39 42 1 0 0,47 71 154 0 0,-6-8-4 0 0,31 39-43 0 0,-129-155-242 0 0,67 76 136 0 0,-18-16-14 0 0,-55-68-175 0 0,-8-8 19 0 0,1 0 0 0 0,-1 0-1 0 0,0 0 1 0 0,0 0 0 0 0,0 0 0 0 0,0 0-1 0 0,0 0 1 0 0,0 0 0 0 0,0-1 0 0 0,0 1 0 0 0,0 0-1 0 0,0 0 1 0 0,1 0 0 0 0,-1 0 0 0 0,0 0-1 0 0,0 0 1 0 0,0 0 0 0 0,0 0 0 0 0,0 0 0 0 0,0 0-1 0 0,0 0 1 0 0,0-1 0 0 0,0 1 0 0 0,0 0-1 0 0,0 0 1 0 0,0 0 0 0 0,0 0 0 0 0,0 0 0 0 0,0 0-1 0 0,0 0 1 0 0,0 0 0 0 0,0-1 0 0 0,0 1-1 0 0,0 0 1 0 0,0 0 0 0 0,0 0 0 0 0,0 0 0 0 0,0 0-1 0 0,0 0 1 0 0,0 0 0 0 0,0 0 0 0 0,0 0-1 0 0,0-1 1 0 0,0 1 0 0 0,0 0 0 0 0,0 0 0 0 0,-1 0-1 0 0,-7-22-228 0 0,5 15 91 0 0,-2-5-484 0 0,0 1 0 0 0,-1-1 0 0 0,-1 1 0 0 0,-10-14 0 0 0,-35-38-5793 0 0,32 39 2272 0 0,2 6-1942 0 0,5 5-3421 0 0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46.8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429 46 9170 0 0,'0'0'19524'0'0,"-5"-8"-19205"0"0,-12-22-56 0 0,13 23 330 0 0,4 23-541 0 0,-1-9-54 0 0,0-1 1 0 0,0 1-1 0 0,-4 12 0 0 0,0-3 14 0 0,4-10 4 0 0,-1-1 0 0 0,-5 11-1 0 0,-1 3-3 0 0,0 1 13 0 0,-2 0 1 0 0,0 0-1 0 0,-1-1 0 0 0,-21 28 1 0 0,-48 73 327 0 0,45-65-239 0 0,2 1 0 0 0,-33 78 0 0 0,63-127-76 0 0,-1 0 1 0 0,0 0-1 0 0,0 0 1 0 0,-1 0-1 0 0,-8 9 1 0 0,10-13-426 0 0,1 0 0 0 0,-1-1 0 0 0,0 1 0 0 0,0-1 1 0 0,-7 4-1 0 0,8-5-625 0 0,-1 0-1 0 0,1 0 1 0 0,-1 0 0 0 0,0 0 0 0 0,0-1 0 0 0,1 1-1 0 0,-1-1 1 0 0,-5 1 0 0 0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47.2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13563 0 0,'0'0'15525'0'0,"0"1"-15443"0"0,-1 3-61 0 0,0 1 1 0 0,0-1-1 0 0,0 0 0 0 0,1 0 0 0 0,0 1 1 0 0,0-1-1 0 0,0 0 0 0 0,0 0 0 0 0,1 1 1 0 0,-1-1-1 0 0,3 8 0 0 0,1-1 44 0 0,-1 0-1 0 0,2-1 1 0 0,6 15 0 0 0,15 21 54 0 0,32 67 11 0 0,-48-95-189 0 0,-9-16-47 0 0,1 1-1 0 0,0 0 1 0 0,-1 0 0 0 0,0-1-1 0 0,1 1 1 0 0,-1 0 0 0 0,0 0-1 0 0,-1 0 1 0 0,1 0 0 0 0,0 0-1 0 0,-1 0 1 0 0,0 0 0 0 0,1 1-1 0 0,-1-1 1 0 0,-1 5 0 0 0,1-8-99 0 0,0 0 1 0 0,-1 1 0 0 0,1-1-1 0 0,0 0 1 0 0,0 0 0 0 0,0 1-1 0 0,-1-1-408 0 0,1 1 409 0 0,-1-1-1 0 0,1 0 1 0 0,0 0 0 0 0,0 0-1 0 0,-1 0 1 0 0,1 1 0 0 0,0-1-1 0 0,-1 0 1 0 0,1 0-1 0 0,0 0 1 0 0,-1 0 0 0 0,1 0-1 0 0,0 0 1 0 0,-1 0 0 0 0,1 0-1 0 0,0 0 1 0 0,0 0 0 0 0,-1 0-1 0 0,1 0 1 0 0,0 0 0 0 0,-1 0-1 0 0,1-1 1 0 0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47.8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287 3 3929 0 0,'0'0'21859'0'0,"-2"1"-21245"0"0,-5 0-365 0 0,0-1 1 0 0,1 1-1 0 0,-1-1 1 0 0,0 0-1 0 0,-9-2 1 0 0,-16 0 246 0 0,11 1-256 0 0,9 1-193 0 0,-1 0 0 0 0,1 0 1 0 0,0 1-1 0 0,0 0 0 0 0,-1 1 1 0 0,-13 4-1 0 0,-7 3-99 0 0,2-2-1714 0 0,29-6 1149 0 0,0 0-1 0 0,1-1 0 0 0,-1 0 0 0 0,0 1 0 0 0,0-1 1 0 0,0 0-1 0 0,-3 0 0 0 0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48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404 51 11955 0 0,'0'0'15111'0'0,"-31"-9"-14899"0"0,-96-23-59 0 0,90 23-74 0 0,29 9-21 0 0,0 1-27 0 0,-8 0-108 0 0,0 1-1 0 0,0 0 1 0 0,0 2 0 0 0,1 0-1 0 0,-1 1 1 0 0,-17 7 0 0 0,1 0-4127 0 0,-1-2-4680 0 0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49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55 5665 0 0,'0'0'21289'0'0,"0"-9"-20825"0"0,0-27-116 0 0,0 27 555 0 0,-8 12-947 0 0,1 9 63 0 0,0-1 1 0 0,-12 14-1 0 0,0 1 28 0 0,4-5-23 0 0,8-12-5 0 0,0 0 0 0 0,1 0 1 0 0,0 1-1 0 0,0 0 1 0 0,-3 11-1 0 0,0 6 23 0 0,2-1-1 0 0,1 1 0 0 0,1 0 1 0 0,1 1-1 0 0,-1 32 0 0 0,4-30 12 0 0,2 0-1 0 0,0 0 0 0 0,2 0 0 0 0,12 53 1 0 0,-4-45 14 0 0,2 1 0 0 0,25 52 0 0 0,-31-76-41 0 0,1 0 0 0 0,1 0 0 0 0,1-1 0 0 0,0-1 0 0 0,0 0 0 0 0,1 0 1 0 0,1-1-1 0 0,21 17 0 0 0,-26-23 0 0 0,1-2-1 0 0,-1 1 1 0 0,1-1 0 0 0,0 0 0 0 0,1 0-1 0 0,-1-1 1 0 0,1-1 0 0 0,14 4 0 0 0,-1-3-1274 0 0,0-1 1 0 0,29-1 0 0 0,-34-3-3001 0 0,-5-3-4878 0 0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50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7482 0 0,'0'0'14273'0'0,"8"8"-14157"0"0,1 2-70 0 0,-2-3-3 0 0,0 1 1 0 0,0-1-1 0 0,1-1 1 0 0,11 9-1 0 0,57 33 349 0 0,104 50 0 0 0,-158-86-459 0 0,-1-2-824 0 0,34 14 1 0 0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50.8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 0 10114 0 0,'0'0'15531'0'0,"-13"7"-15309"0"0,-41 21-67 0 0,50-26-137 0 0,0 0 1 0 0,0 1 0 0 0,0-1 0 0 0,0 1 0 0 0,1 0 0 0 0,-1 0 0 0 0,1 0 0 0 0,0 0 0 0 0,0 0 0 0 0,0 1 0 0 0,1 0 0 0 0,-1-1 0 0 0,1 1 0 0 0,-3 6 0 0 0,-3 4 11 0 0,-14 27 58 0 0,-1 2-1537 0 0,19-37-714 0 0,0 0 0 0 0,-9 9-1 0 0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51.6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71 3049 0 0,'0'0'16557'0'0,"-6"-12"-16052"0"0,-3-2-349 0 0,-16-30 771 0 0,25 44-916 0 0,0 0 1 0 0,0 1-1 0 0,0-1 0 0 0,0 0 1 0 0,0 0-1 0 0,0 1 0 0 0,0-1 1 0 0,0 0-1 0 0,-1 0 0 0 0,1 1 1 0 0,0-1-1 0 0,0 0 0 0 0,0 0 1 0 0,0 0-1 0 0,-1 1 0 0 0,1-1 1 0 0,0 0-1 0 0,0 0 0 0 0,0 0 1 0 0,-1 0-1 0 0,1 1 0 0 0,0-1 1 0 0,0 0-1 0 0,-1 0 0 0 0,1 0 1 0 0,0 0-1 0 0,-1 0 0 0 0,1 0 1 0 0,0 0-1 0 0,0 0 0 0 0,-1 0 1 0 0,1 0-1 0 0,0 0 0 0 0,0 0 1 0 0,-1 0-1 0 0,1 0 0 0 0,0 0 1 0 0,-1 0-1 0 0,-16 1 497 0 0,13-1-387 0 0,-55 1 756 0 0,30-1-634 0 0,29 0-242 0 0,-1 0-1 0 0,1 0 1 0 0,0 0-1 0 0,0 0 1 0 0,0 0 0 0 0,-1 0-1 0 0,1 0 1 0 0,0 0-1 0 0,0 0 1 0 0,0 0 0 0 0,-1 0-1 0 0,1 1 1 0 0,0-1 0 0 0,0 0-1 0 0,0 0 1 0 0,-1 0-1 0 0,1 0 1 0 0,0 1 0 0 0,0-1-1 0 0,0 0 1 0 0,0 0-1 0 0,0 0 1 0 0,-1 0 0 0 0,1 1-1 0 0,0-1 1 0 0,0 0-1 0 0,0 0 1 0 0,0 0 0 0 0,0 1-1 0 0,0-1 1 0 0,0 11 12 0 0,0-9-1 0 0,0 1 0 0 0,1 0-1 0 0,0-1 1 0 0,0 1 0 0 0,1 4 0 0 0,13 17 65 0 0,-1 1 0 0 0,-1 0 1 0 0,17 49-1 0 0,-26-62-77 0 0,-1-1 0 0 0,0-1-1 0 0,3 22 1 0 0,1 103-30 0 0,-8-95 46 0 0,0-13 7 0 0,3 33 0 0 0,0-49 21 0 0,-1 1 1 0 0,2-1 0 0 0,0 0 0 0 0,0-1-1 0 0,1 1 1 0 0,5 11 0 0 0,-5-15 36 0 0,0 0 0 0 0,0 0 0 0 0,1 0 0 0 0,0 0 0 0 0,0-1 0 0 0,1 0 1 0 0,0 0-1 0 0,0 0 0 0 0,7 4 0 0 0,-8-6-42 0 0,0-1 0 0 0,0 0 0 0 0,0-1 0 0 0,0 1 0 0 0,0-1 0 0 0,0 0 0 0 0,1 0 0 0 0,-1 0-1 0 0,1-1 1 0 0,0 0 0 0 0,-1 0 0 0 0,1-1 0 0 0,0 1 0 0 0,9-2 0 0 0,-14 1-172 0 0,0 0 1 0 0,0 0-1 0 0,0-1 0 0 0,0 1 1 0 0,-1 0-1 0 0,1-1 0 0 0,0 1 1 0 0,0 0-1 0 0,-1-1 0 0 0,1 1 1 0 0,0-1-1 0 0,-1 0 0 0 0,1 1 1 0 0,-1-1-1 0 0,1 1 0 0 0,-1-1 1 0 0,1 0-1 0 0,-1 1 0 0 0,1-1 1 0 0,-1 0-1 0 0,1 0 0 0 0,-1 1 1 0 0,0-1-1 0 0,1 0 0 0 0,-1-1 1 0 0,2-10-3983 0 0,-1 1-3696 0 0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52.0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82 7690 0 0,'0'0'15728'0'0,"8"-13"-15670"0"0,25-42-54 0 0,-24 43-16 0 0,-4 10-6 0 0,-3 2 5 0 0,1 1 0 0 0,-1 0 0 0 0,0-1-1 0 0,1 1 1 0 0,-1 0 0 0 0,0 0-1 0 0,0 0 1 0 0,0 0 0 0 0,0 0 0 0 0,0 1-1 0 0,0-1 1 0 0,3 3 0 0 0,21 22-56 0 0,-26-26 69 0 0,13 14-17 0 0,0 1 1 0 0,-2 1-1 0 0,0 0 1 0 0,16 30-1 0 0,-13-7-48 0 0,-13-37 67 0 0,-1-1 1 0 0,1 1-1 0 0,-1-1 0 0 0,1 1 1 0 0,-1-1-1 0 0,0 1 0 0 0,0-1 1 0 0,1 1-1 0 0,-1-1 0 0 0,0 1 1 0 0,-1 0-1 0 0,1-1 0 0 0,0 1 1 0 0,0-1-1 0 0,-1 1 0 0 0,1-1 1 0 0,-1 1-1 0 0,1-1 0 0 0,-1 1 1 0 0,1-1-1 0 0,-1 1 0 0 0,0-1 1 0 0,0 0-1 0 0,0 1 0 0 0,0-1 1 0 0,-1 1-1 0 0,-1 0 48 0 0,1 0 0 0 0,-1-1-1 0 0,1 1 1 0 0,-1-1 0 0 0,0 0 0 0 0,0 1 0 0 0,0-1-1 0 0,0-1 1 0 0,1 1 0 0 0,-1 0 0 0 0,0-1 0 0 0,0 0-1 0 0,-4 1 1 0 0,-5-1 121 0 0,1 0 0 0 0,0-1 0 0 0,0 0 0 0 0,0-1 0 0 0,0 0 0 0 0,-20-7 0 0 0,11 1 53 0 0,1-1 1 0 0,-31-18 0 0 0,45 24-167 0 0,0 0 0 0 0,1-1-1 0 0,-1 1 1 0 0,1-1 0 0 0,0 0 0 0 0,0 0 0 0 0,-4-6-1 0 0,7 8-58 0 0,-1 0-1 0 0,1 0 0 0 0,0 0 0 0 0,0 0 0 0 0,0 0 1 0 0,0 0-1 0 0,1 0 0 0 0,-1 0 0 0 0,0 0 0 0 0,1 0 1 0 0,-1 0-1 0 0,1-1 0 0 0,0 1 0 0 0,0 0 0 0 0,0 0 1 0 0,0 0-1 0 0,0-1 0 0 0,0 1 0 0 0,1 0 0 0 0,-1 0 1 0 0,2-3-1 0 0,-1 3-172 0 0,0-1 1 0 0,1 1-1 0 0,-1 0 0 0 0,0 0 1 0 0,1 1-1 0 0,0-1 0 0 0,-1 0 1 0 0,1 0-1 0 0,0 1 0 0 0,0-1 1 0 0,0 1-1 0 0,0 0 0 0 0,0 0 1 0 0,0-1-1 0 0,1 1 0 0 0,1 0 1 0 0,1-1-971 0 0,0 0 1 0 0,0 1 0 0 0,0 0-1 0 0,0 0 1 0 0,1 0 0 0 0,6 0-1 0 0,14 1-7323 0 0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52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63 7650 0 0,'0'0'13389'0'0,"21"-11"-13354"0"0,67-33-8 0 0,-85 42-26 0 0,0 1 1 0 0,0 0 0 0 0,0 0 0 0 0,0 0 0 0 0,1 1 0 0 0,-1-1 0 0 0,0 1 0 0 0,6 0-1 0 0,-7 0 1 0 0,0 0 0 0 0,-1 1-1 0 0,1-1 1 0 0,0 1 0 0 0,0 0 0 0 0,-1-1-1 0 0,1 1 1 0 0,3 2 0 0 0,3 1 3 0 0,0 0-4 0 0,79 37 35 0 0,-74-34-30 0 0,-1 0 0 0 0,1 2 0 0 0,-1-1 0 0 0,16 17 0 0 0,-26-23 0 0 0,1 1 1 0 0,-1 0 0 0 0,0-1-1 0 0,0 1 1 0 0,0 0 0 0 0,0 0 0 0 0,-1 0-1 0 0,1 0 1 0 0,-1 1 0 0 0,0-1-1 0 0,0 0 1 0 0,0 1 0 0 0,0-1 0 0 0,-1 0-1 0 0,1 1 1 0 0,-1-1 0 0 0,0 1-1 0 0,0-1 1 0 0,0 1 0 0 0,-1-1 0 0 0,1 1-1 0 0,-1-1 1 0 0,0 0 0 0 0,0 1 0 0 0,-2 4-1 0 0,-1 2 59 0 0,-1-1 7 0 0,1 0 0 0 0,1 0 0 0 0,-4 12-1 0 0,3-6 3 0 0,3-12-52 0 0,-1 1 1 0 0,1-1 0 0 0,1 0-1 0 0,-1 1 1 0 0,0 6 0 0 0,1-3 25 0 0,0 1 1 0 0,0-1 0 0 0,0 1-1 0 0,1-1 1 0 0,1 0 0 0 0,-1 1-1 0 0,1-1 1 0 0,0 0 0 0 0,4 9-1 0 0,5 4 92 0 0,22 32 0 0 0,-15-25-51 0 0,33 41 49 0 0,-41-56-123 0 0,-5-6-10 0 0,-4-5-4 0 0,0 0 0 0 0,0 0-1 0 0,0 1 1 0 0,0-1 0 0 0,0 0 0 0 0,0 0 0 0 0,0 1 0 0 0,-1-1-1 0 0,2 3 1 0 0,3 5-1 0 0,-1-1 3 0 0,-4-7-3 0 0,0-1 0 0 0,0 0 1 0 0,-1 0-1 0 0,1 0 0 0 0,0 1 1 0 0,0-1-1 0 0,0 0 1 0 0,0 0-1 0 0,0 0 0 0 0,0 1 1 0 0,0-1-1 0 0,0 0 0 0 0,-1 0 1 0 0,1 0-1 0 0,0 1 0 0 0,0-1 1 0 0,0 0-1 0 0,-1 0 0 0 0,1 0 1 0 0,0 0-1 0 0,0 0 0 0 0,0 1 1 0 0,-1-1-1 0 0,1 0 0 0 0,0 0 1 0 0,0 0-1 0 0,0 0 0 0 0,-1 0 1 0 0,1 0-1 0 0,0 0 1 0 0,0 0-1 0 0,-1 0 0 0 0,1 0 1 0 0,0 0-1 0 0,-29 4 144 0 0,-47 2 0 0 0,-14 1-6207 0 0,53-3-3381 0 0,27-3 1686 0 0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53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297 18 6145 0 0,'0'0'19411'0'0,"-11"-3"-19152"0"0,-39-7-47 0 0,40 8-144 0 0,-1 1 0 0 0,0 0 0 0 0,0 1 1 0 0,-14 0-1 0 0,1 1-37 0 0,8 1-479 0 0,0 0 0 0 0,0 1-1 0 0,0 0 1 0 0,-25 10 0 0 0,29-9-1289 0 0,-4 2-2224 0 0,6-2-2527 0 0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53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15 280 0 0,'0'0'21922'0'0,"-3"-2"-21386"0"0,-13-10 192 0 0,17 12-705 0 0,-1 0-1 0 0,1 0 0 0 0,-1 0 0 0 0,1 0 0 0 0,-1-1 0 0 0,1 1 0 0 0,0 0 1 0 0,-1 0-1 0 0,1 0 0 0 0,-1 0 0 0 0,1 1 0 0 0,-1-1 0 0 0,1 0 1 0 0,0 0-1 0 0,-1 0 0 0 0,1 0 0 0 0,-1 0 0 0 0,1 1 0 0 0,11 4-49 0 0,9 8 39 0 0,37 30 0 0 0,-29-21-6 0 0,41 26-186 0 0,119 59-1 0 0,-132-77 30 0 0,-53-27 1605 0 0,5 2-9079 0 0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54.1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173 0 9666 0 0,'0'0'13540'0'0,"-18"17"-13372"0"0,-55 51-46 0 0,50-45-48 0 0,19-16-18 0 0,1-1-22 0 0,-9 12-480 0 0,-13 28 0 0 0,25-44 18 0 0,-1-1 1 0 0,0 1-1 0 0,0-1 1 0 0,0 1-1 0 0,0-1 1 0 0,0 0-1 0 0,-1 1 1 0 0,1-1-1 0 0,0 0 1 0 0,0 0-1 0 0,-3 1 1 0 0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54.8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269 83 9018 0 0,'0'0'15249'0'0,"-25"-14"-15156"0"0,-78-40-33 0 0,77 42-35 0 0,15 10-2 0 0,5 2-18 0 0,0 1 1 0 0,0 0-1 0 0,-1 0 1 0 0,1 0-1 0 0,0 1 0 0 0,0-1 1 0 0,0 2-1 0 0,0-1 1 0 0,1 1-1 0 0,-1 0 1 0 0,1 0-1 0 0,-1 0 0 0 0,-8 8 1 0 0,13-10-4 0 0,0 0 0 0 0,0 0 0 0 0,0 0 0 0 0,0 0 0 0 0,0 0 0 0 0,0 0 0 0 0,0 1 0 0 0,1-1 1 0 0,-1 0-1 0 0,0 0 0 0 0,1 1 0 0 0,-1-1 0 0 0,1 1 0 0 0,0-1 0 0 0,-1 0 0 0 0,1 1 0 0 0,0-1 0 0 0,0 1 0 0 0,0-1 0 0 0,0 1 0 0 0,0-1 0 0 0,0 0 0 0 0,0 1 1 0 0,0-1-1 0 0,1 1 0 0 0,-1-1 0 0 0,0 0 0 0 0,1 1 0 0 0,-1-1 0 0 0,2 3 0 0 0,2 2 34 0 0,0 0 1 0 0,0 1-1 0 0,0-1 1 0 0,9 9-1 0 0,-10-12-17 0 0,13 15 25 0 0,-1-3-39 0 0,0 2 0 0 0,-2-1 0 0 0,0 2 0 0 0,-1 0 0 0 0,10 19 0 0 0,-10-5-21 0 0,0 0 1 0 0,13 63-1 0 0,-11 3 36 0 0,1-2-17 0 0,-12-77 11 0 0,-2-12-9 0 0,0-1 0 0 0,0 0 0 0 0,1 0 0 0 0,0 0 0 0 0,0 0 0 0 0,3 6 0 0 0,1 1 27 0 0,-3-7-11 0 0,-1-1 0 0 0,1 0-1 0 0,0 0 1 0 0,5 5 0 0 0,-7-9 36 0 0,0 1 0 0 0,0-1 1 0 0,1 0-1 0 0,-1 0 1 0 0,0 0-1 0 0,1 0 1 0 0,-1 0-1 0 0,1 0 0 0 0,-1 0 1 0 0,1-1-1 0 0,0 1 1 0 0,-1-1-1 0 0,1 1 1 0 0,0-1-1 0 0,-1 1 1 0 0,1-1-1 0 0,0 0 0 0 0,2 0 1 0 0,2 0-28 0 0,-1-1-1 0 0,1 1 1 0 0,-1-1 0 0 0,0 0 0 0 0,1-1-1 0 0,-1 0 1 0 0,0 0 0 0 0,0 0 0 0 0,0 0-1 0 0,0-1 1 0 0,0 1 0 0 0,6-6 0 0 0,-7 5-616 0 0,0 0 0 0 0,-1-1 0 0 0,1 1 1 0 0,5-8-1 0 0,-4-1-3055 0 0,-4 6-772 0 0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55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53 4833 0 0,'0'0'17093'0'0,"11"-9"-17060"0"0,37-26 3 0 0,-47 34-32 0 0,1 0-1 0 0,0 0 0 0 0,0 0 0 0 0,0 0 1 0 0,0 1-1 0 0,0-1 0 0 0,0 0 0 0 0,0 1 1 0 0,0-1-1 0 0,0 1 0 0 0,0 0 1 0 0,0 0-1 0 0,0 0 0 0 0,0 0 0 0 0,0 0 1 0 0,0 0-1 0 0,0 1 0 0 0,0-1 0 0 0,0 1 1 0 0,0-1-1 0 0,0 1 0 0 0,0 0 0 0 0,0 0 1 0 0,2 1-1 0 0,8 3 31 0 0,83 27 43 0 0,-61-19-32 0 0,-31-13-43 0 0,-1 1 1 0 0,1 0 0 0 0,-1 0 0 0 0,0 0-1 0 0,0 1 1 0 0,0-1 0 0 0,1 0 0 0 0,-1 1-1 0 0,0 0 1 0 0,3 3 0 0 0,-4-4 10 0 0,0 1 1 0 0,-1-1 0 0 0,1 1-1 0 0,0-1 1 0 0,-1 1 0 0 0,1-1-1 0 0,-1 1 1 0 0,1-1 0 0 0,-1 1-1 0 0,0 0 1 0 0,0-1 0 0 0,1 1-1 0 0,-1 0 1 0 0,-1-1 0 0 0,1 1-1 0 0,0 0 1 0 0,0-1-1 0 0,-1 3 1 0 0,0-1 26 0 0,0-1-1 0 0,-1 1 1 0 0,1 0-1 0 0,0-1 1 0 0,-1 1-1 0 0,0-1 1 0 0,0 0-1 0 0,1 0 1 0 0,-1 1-1 0 0,-1-1 1 0 0,1 0-1 0 0,0-1 1 0 0,-3 3-1 0 0,-10 9 184 0 0,-7 7 110 0 0,17-15-263 0 0,-1-1 0 0 0,1 1 0 0 0,-7 8 0 0 0,11-11-52 0 0,-1 0 1 0 0,1 0-1 0 0,0 1 1 0 0,-1-1-1 0 0,1 0 1 0 0,0 1-1 0 0,1-1 0 0 0,-1 1 1 0 0,0-1-1 0 0,1 1 1 0 0,-1 0-1 0 0,1-1 1 0 0,0 4-1 0 0,0-3 22 0 0,0 0-1 0 0,0 0 1 0 0,0 0 0 0 0,1 0-1 0 0,-1-1 1 0 0,1 1 0 0 0,0 0-1 0 0,0-1 1 0 0,0 1 0 0 0,1 3-1 0 0,-1-5-2 0 0,0 1-1 0 0,0-1 0 0 0,0 0 1 0 0,1 1-1 0 0,-1-1 0 0 0,0 0 0 0 0,1 0 1 0 0,-1 0-1 0 0,0 0 0 0 0,1 0 1 0 0,0 0-1 0 0,-1 0 0 0 0,1 0 1 0 0,-1 0-1 0 0,1-1 0 0 0,0 1 0 0 0,2 0 1 0 0,13 1 200 0 0,-1 0 0 0 0,1 0 0 0 0,27-3 0 0 0,-16 1-145 0 0,-8-1-61 0 0,-1-1 0 0 0,1-1 0 0 0,0 0 0 0 0,34-12 0 0 0,-19 0-3573 0 0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55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61 9514 0 0,'0'0'12624'0'0,"24"-11"-12629"0"0,78-32-11 0 0,-99 42 14 0 0,1 0 1 0 0,0-1-1 0 0,-1 1 0 0 0,8 0 1 0 0,-10 1 1 0 0,-1 0-1 0 0,1 0 1 0 0,-1 0-1 0 0,1 0 1 0 0,-1 0 0 0 0,1 0-1 0 0,-1 0 1 0 0,1 0-1 0 0,-1 0 1 0 0,1 0 0 0 0,-1 1-1 0 0,1-1 1 0 0,-1 0 0 0 0,0 0-1 0 0,1 1 1 0 0,-1-1-1 0 0,1 1 1 0 0,11 9-22 0 0,-1 1-1 0 0,0 1 1 0 0,0-1 0 0 0,-2 2-1 0 0,1-1 1 0 0,-2 2 0 0 0,14 24-1 0 0,-20-31-22 0 0,0 0-1 0 0,-1-1 1 0 0,0 1-1 0 0,0 0 0 0 0,0 0 1 0 0,-1 0-1 0 0,0 0 0 0 0,0 0 1 0 0,-2 11-1 0 0,0-12 42 0 0,0-1-1 0 0,0 1 1 0 0,0 0-1 0 0,0-1 1 0 0,-1 0-1 0 0,0 1 1 0 0,0-1-1 0 0,-5 6 1 0 0,2-3 3 0 0,-8 17 1 0 0,12-20 24 0 0,1 0 1 0 0,-1-1 0 0 0,1 1-1 0 0,0 0 1 0 0,0 0-1 0 0,1 0 1 0 0,-1 0-1 0 0,1 0 1 0 0,0 0 0 0 0,1 0-1 0 0,-1-1 1 0 0,1 1-1 0 0,0 0 1 0 0,0 0-1 0 0,1 0 1 0 0,2 7 0 0 0,3 2 41 0 0,0 0 1 0 0,0-1 0 0 0,2 0 0 0 0,9 13 0 0 0,9 6-18 0 0,-16-19-30 0 0,-1 1 0 0 0,13 19 1 0 0,-16-23-20 0 0,-5-7 0 0 0,0 1 0 0 0,0-1 0 0 0,0 0 1 0 0,-1 1-1 0 0,1-1 0 0 0,1 8 0 0 0,2 2 4 0 0,-4-12-5 0 0,-1 1 1 0 0,1-1-1 0 0,-1 0 1 0 0,1 1 0 0 0,-1 0-1 0 0,1-1 1 0 0,-1 1-1 0 0,0 2 1 0 0,0-2 1 0 0,0-1 0 0 0,0 1 0 0 0,0-1 0 0 0,0 1 0 0 0,0-1 0 0 0,0 0 1 0 0,-1 1-1 0 0,1-1 0 0 0,0 1 0 0 0,-1-1 0 0 0,1 0 0 0 0,-1 1 0 0 0,0-1 0 0 0,0 2 0 0 0,-1-2 12 0 0,0 1-1 0 0,0-1 1 0 0,1 1 0 0 0,-1-1-1 0 0,0 0 1 0 0,0 0 0 0 0,0 0-1 0 0,-1 0 1 0 0,-1 1 0 0 0,-7 0-33 0 0,1 1 1 0 0,0-2-1 0 0,-1 1 1 0 0,0-1-1 0 0,1-1 0 0 0,-13-1 1 0 0,10 1-320 0 0,-13 0-1117 0 0,-3 0-2285 0 0,2 0-4716 0 0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56.3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6169 0 0,'0'0'13802'0'0,"3"5"-14011"0"0,100 169 639 0 0,-8 13 129 0 0,-58-111 110 0 0,48 139 0 0 0,-79-191-570 0 0,0 0 0 0 0,-1 0 0 0 0,-2 1 0 0 0,0-1 0 0 0,-2 49 1 0 0,-1-68-105 0 0,-1 0 0 0 0,0 0 0 0 0,0 0 0 0 0,0 0 0 0 0,0 0 0 0 0,-1-1 0 0 0,0 1 0 0 0,0 0 0 0 0,0-1 0 0 0,-1 1 0 0 0,1-1 0 0 0,-5 6 0 0 0,2-5 74 0 0,1-1 0 0 0,-1 1 0 0 0,-1 0 0 0 0,1-1 1 0 0,0 0-1 0 0,-1-1 0 0 0,0 1 0 0 0,-7 3 0 0 0,-9 1-815 0 0,-1 0 0 0 0,0-2 0 0 0,0 0 0 0 0,-28 2 0 0 0,25-3-1847 0 0,5-2-3131 0 0,6-2-4774 0 0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00.1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367 20 4881 0 0,'0'0'14758'0'0,"0"-3"-14181"0"0,0-13 1847 0 0,16 16-1284 0 0,-12 0-149 0 0,-5 1-351 0 0,-12 2-89 0 0,-20 2-115 0 0,-101-3 491 0 0,34-2-831 0 0,91 0-222 0 0,0 1 0 0 0,0 1 0 0 0,0-1 0 0 0,0 2 1 0 0,-11 3-1 0 0,0 2-3124 0 0,0 2-4305 0 0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01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26 8866 0 0,'0'0'15248'0'0,"-4"-5"-15212"0"0,4 5-3 0 0,-10-17-150 0 0,6 13-27 0 0,7 15 54 0 0,-1-6 96 0 0,1 0 1 0 0,-1-1-1 0 0,6 8 1 0 0,6 10 73 0 0,-10-13-57 0 0,12 17 0 0 0,-12-20-12 0 0,1 1-1 0 0,-1 0 1 0 0,-1 0 0 0 0,4 9-1 0 0,3 12 49 0 0,1-1-1 0 0,23 42 1 0 0,-10-29-14 0 0,49 63 0 0 0,-8-10-19 0 0,-44-61-20 0 0,-13-19-7 0 0,0 0 0 0 0,10 22 0 0 0,-16-30-2 0 0,0-1 1 0 0,-1 1-1 0 0,1 0 1 0 0,-1 0 0 0 0,0 0-1 0 0,0 1 1 0 0,-1-1-1 0 0,1 0 1 0 0,-1 0-1 0 0,-1 0 1 0 0,0 7 0 0 0,1-11 5 0 0,0-1 1 0 0,-1 1-1 0 0,1-1 1 0 0,0 1 0 0 0,-1-1-1 0 0,1 1 1 0 0,-1-1-1 0 0,1 0 1 0 0,0 1 0 0 0,-1-1-1 0 0,1 1 1 0 0,-1-1 0 0 0,0 0-1 0 0,1 1 1 0 0,-1-1-1 0 0,1 0 1 0 0,-1 0 0 0 0,1 0-1 0 0,-1 1 1 0 0,0-1-1 0 0,1 0 1 0 0,-1 0 0 0 0,1 0-1 0 0,-1 0 1 0 0,0 0 0 0 0,0 0-1 0 0,-21 0 306 0 0,15-1-198 0 0,0 1-54 0 0,0-1 0 0 0,1 0 1 0 0,-1 0-1 0 0,0 0 0 0 0,1-1 0 0 0,0 0 0 0 0,-1-1 0 0 0,-6-2 1 0 0,-8-6 30 0 0,-18-14 1 0 0,18 12-24 0 0,2 0-23 0 0,0-2 0 0 0,0 0 0 0 0,2-1 0 0 0,0-1 0 0 0,1-1 0 0 0,-25-34 0 0 0,38 48-136 0 0,1 0 0 0 0,0 0 0 0 0,0 0 1 0 0,0 0-1 0 0,0 0 0 0 0,1 0 0 0 0,0 0 0 0 0,0-1 0 0 0,0 1 1 0 0,0 0-1 0 0,1-1 0 0 0,-1-8 0 0 0,1 10-393 0 0,1-1-1 0 0,-1 1 1 0 0,1 0-1 0 0,0-1 0 0 0,-1 1 1 0 0,2 0-1 0 0,-1-1 1 0 0,0 1-1 0 0,0 0 1 0 0,4-5-1 0 0,12-13-9725 0 0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01.3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0 17940 0 0,'0'0'8978'0'0,"-14"16"-13123"0"0,14 1 576 0 0,0-1-2400 0 0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02.2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83 5913 0 0,'0'0'20781'0'0,"-4"-13"-20345"0"0,-11-41-65 0 0,10 39 63 0 0,5 15-412 0 0,0 0 1 0 0,0 0-1 0 0,0 0 1 0 0,0 0-1 0 0,1 0 0 0 0,-1 0 1 0 0,0 0-1 0 0,0 0 0 0 0,0 0 1 0 0,0 0-1 0 0,0 0 1 0 0,0 0-1 0 0,0 0 0 0 0,0 0 1 0 0,0 0-1 0 0,0 0 0 0 0,0 0 1 0 0,0 0-1 0 0,0 0 1 0 0,0 0-1 0 0,0 0 0 0 0,0 0 1 0 0,0 0 133 0 0,0 0-133 0 0,0 0-24 0 0,0 0 0 0 0,0 0 0 0 0,0 0 0 0 0,0 0 0 0 0,0 0 0 0 0,0 0 0 0 0,0 0 0 0 0,-1 0-1 0 0,1 0 1 0 0,0 0 0 0 0,0 0 0 0 0,0 0 0 0 0,0 0 0 0 0,0 0 0 0 0,0 0 0 0 0,0 0 0 0 0,0 0 0 0 0,0 0 0 0 0,-1 0 0 0 0,1 0 0 0 0,0 0 0 0 0,0 0 0 0 0,0 0 0 0 0,0 0 0 0 0,0 0 0 0 0,0 0 0 0 0,0 0 0 0 0,0 0 0 0 0,-1 0 0 0 0,1 0 0 0 0,0 0 0 0 0,0 0 0 0 0,0 0 0 0 0,0 1 0 0 0,0-1 0 0 0,0 0-1 0 0,0 0 1 0 0,0 0 0 0 0,0 0 0 0 0,0 0 0 0 0,0 0 0 0 0,0 0 0 0 0,0 0 0 0 0,0 0 0 0 0,0 1 0 0 0,0-1 0 0 0,0 0 0 0 0,-5 5 14 0 0,5-5-10 0 0,-11 9 41 0 0,-6 16-12 0 0,10-13-21 0 0,-2 7-12 0 0,3 0-17 0 0,3-13 25 0 0,1 1 0 0 0,-3 11-1 0 0,-3 30 58 0 0,-1 60-1 0 0,8-83-44 0 0,2 1-1 0 0,0-1 0 0 0,2 1 1 0 0,7 27-1 0 0,25 67 68 0 0,-26-97-59 0 0,1 0 0 0 0,25 42 0 0 0,-20-43 10 0 0,17 21-1 0 0,-24-35-19 0 0,-1 0 0 0 0,1 0 1 0 0,1 0-1 0 0,-1-1 0 0 0,12 7 0 0 0,-8-7-240 0 0,0 1 1 0 0,1-2-1 0 0,0 0 1 0 0,0 0-1 0 0,1-1 1 0 0,27 6-1 0 0,-16-8-4512 0 0,-9-3-6260 0 0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03.6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9058 0 0,'0'0'12915'0'0,"26"11"-12885"0"0,82 36-3 0 0,-65-26-2 0 0,-27-9-6 0 0,-5-2-10 0 0,56 36 21 0 0,-11-8 6 0 0,-39-27-221 0 0,0 0 0 0 0,0 0 0 0 0,25 9 0 0 0,-34-16-444 0 0,3 1-3484 0 0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03.8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0 9258 0 0,'0'0'14239'0'0,"-15"18"-14064"0"0,-45 57-42 0 0,57-72-116 0 0,0 1-1 0 0,0-1 1 0 0,1 1-1 0 0,0 0 1 0 0,0-1-1 0 0,0 1 1 0 0,-3 7-1 0 0,2-3 33 0 0,-9 30 191 0 0,9-26-697 0 0,-8 21 0 0 0,10-30-598 0 0,-1 0 1 0 0,0 0 0 0 0,0 0-1 0 0,0 0 1 0 0,0 0 0 0 0,-3 3-1 0 0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04.5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368 55 9410 0 0,'0'0'13219'0'0,"-33"-7"-12655"0"0,-103-19-76 0 0,55 12 300 0 0,61 10-610 0 0,0 2-1 0 0,0 1 0 0 0,-22 1 1 0 0,27 0-120 0 0,15 0-55 0 0,0 0-11 0 0,0 0 13 0 0,0 1-1 0 0,0-1 1 0 0,0 0-1 0 0,0 1 1 0 0,0-1-1 0 0,0 1 0 0 0,0-1 1 0 0,0 0-1 0 0,1 1 1 0 0,-1-1-1 0 0,0 0 1 0 0,0 1-1 0 0,0-1 0 0 0,1 0 1 0 0,-1 1-1 0 0,0-1 1 0 0,1 1-1 0 0,23 24 131 0 0,32 41 1 0 0,-44-49-148 0 0,-1 1 0 0 0,-1-1 1 0 0,17 39-1 0 0,-15-23 13 0 0,-1 0-1 0 0,-1 1 1 0 0,-3 0 0 0 0,0 0-1 0 0,2 61 1 0 0,-4-3 6 0 0,-4-83 4 0 0,0 0 0 0 0,0 0 1 0 0,0 0-1 0 0,1 0 0 0 0,1 0 0 0 0,5 15 0 0 0,-7-23 34 0 0,0 1-1 0 0,0 0 1 0 0,1 0-1 0 0,-1-1 1 0 0,0 1-1 0 0,1 0 0 0 0,-1-1 1 0 0,1 0-1 0 0,0 1 1 0 0,-1-1-1 0 0,1 0 1 0 0,0 0-1 0 0,0 0 1 0 0,-1 0-1 0 0,1 0 0 0 0,0 0 1 0 0,0 0-1 0 0,4 0 1 0 0,3 0 155 0 0,1 0 1 0 0,0 0-1 0 0,0-1 1 0 0,-1 0-1 0 0,1-1 1 0 0,15-3 0 0 0,-19 2-610 0 0,0 0 1 0 0,0 0-1 0 0,1 0 1 0 0,5-4 0 0 0,-6 3-1400 0 0,-1-1 1 0 0,0 1 0 0 0,0-1 0 0 0,8-7 0 0 0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04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6825 0 0,'0'0'13202'0'0,"-1"14"-12826"0"0,-3 48-53 0 0,3-54-213 0 0,1 0 1 0 0,0 0-1 0 0,0 0 1 0 0,2 9-1 0 0,-1-12-21 0 0,1 0 1 0 0,0 1-1 0 0,5 9 0 0 0,-2-3 51 0 0,4 4 73 0 0,1 0 1 0 0,0 0-1 0 0,1-1 0 0 0,23 24 0 0 0,-22-26-173 0 0,-8-8-47 0 0,-3-3-55 0 0,0-1 0 0 0,0 0 0 0 0,1 1 0 0 0,-1-1 0 0 0,0 0 0 0 0,1 0 0 0 0,1 2 0 0 0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05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58 10778 0 0,'0'0'9798'0'0,"13"-10"-9870"0"0,43-27 14 0 0,-55 36 53 0 0,1-1 0 0 0,0 1 1 0 0,0 0-1 0 0,0 0 0 0 0,-1 1 1 0 0,1-1-1 0 0,0 0 0 0 0,0 0 1 0 0,0 1-1 0 0,0-1 0 0 0,0 1 1 0 0,0 0-1 0 0,0 0 0 0 0,0 0 1 0 0,0 0-1 0 0,5 0 0 0 0,0 1-11 0 0,18 1 5 0 0,35 9 0 0 0,-6-1 30 0 0,-35-7-7 0 0,4 0 125 0 0,-7-1 2869 0 0,-17 12-3622 0 0,-5 58 576 0 0,6-58 50 0 0,0 0 0 0 0,1 0 0 0 0,1 0-1 0 0,5 19 1 0 0,19 52 37 0 0,-20-65-28 0 0,18 37 14 0 0,-4-11-10 0 0,-2-3 3 0 0,7 21 0 0 0,-17-43-20 0 0,2 10 4 0 0,-7-7-2 0 0,-3-24 3 0 0,0 1-5 0 0,0-1 0 0 0,0 0-1 0 0,0 0 1 0 0,0 0 0 0 0,-1 1 0 0 0,1-1 0 0 0,0 0 0 0 0,0 0 0 0 0,0 0 0 0 0,0 0 0 0 0,-1 1 0 0 0,1-1 0 0 0,0 0 0 0 0,0 0 0 0 0,0 0 0 0 0,0 0 0 0 0,-1 0 0 0 0,1 0 0 0 0,0 1 0 0 0,0-1 0 0 0,-1 0 0 0 0,1 0 0 0 0,0 0 0 0 0,0 0 0 0 0,0 0 0 0 0,-1 0-1 0 0,1 0 1 0 0,0 0 0 0 0,0 0 0 0 0,-1 0 0 0 0,1 0 0 0 0,-105 1 435 0 0,52-1-3528 0 0,1 1-8263 0 0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06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364 24 9842 0 0,'0'0'13643'0'0,"-25"-3"-13095"0"0,-81-10-125 0 0,86 10-69 0 0,-36 0 1 0 0,44 3-280 0 0,-9-1-30 0 0,6 1 68 0 0,-20 1 0 0 0,30 0-225 0 0,1 0 1 0 0,-1 0 0 0 0,0 0 0 0 0,1 0-1 0 0,-1 1 1 0 0,1-1 0 0 0,0 1 0 0 0,-7 4-1 0 0,-1 0-1835 0 0,-2 1-1714 0 0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07.3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6 9018 0 0,'0'0'15969'0'0,"0"0"-15969"0"0,0-1 1 0 0,0 1-1 0 0,0 0 0 0 0,0 0 1 0 0,-1 0-1 0 0,1 0 1 0 0,0 0-1 0 0,0 0 0 0 0,0-1 1 0 0,0 1-1 0 0,0 0 1 0 0,0 0-1 0 0,0 0 0 0 0,0 0 1 0 0,0 0-1 0 0,0-1 1 0 0,0 1-1 0 0,0 0 1 0 0,0 0-1 0 0,0 0 0 0 0,0 0 1 0 0,0 0-1 0 0,0-1 1 0 0,0 1-1 0 0,0 0 0 0 0,0 0 1 0 0,0 0-1 0 0,0 0 1 0 0,0 0-1 0 0,0 0 1 0 0,0-1-1 0 0,0 1 0 0 0,1 0 1 0 0,-1 0-1 0 0,0 0 1 0 0,0 0-1 0 0,0 0 0 0 0,0 0 1 0 0,0 0-1 0 0,0-1 1 0 0,0 1-1 0 0,0 0 0 0 0,1 0 1 0 0,-1 0-1 0 0,4 2 5 0 0,0 0-1 0 0,0 0 0 0 0,-1 1 0 0 0,1-1 1 0 0,0 1-1 0 0,5 6 0 0 0,6 4 14 0 0,236 150 187 0 0,-122-84-182 0 0,-98-56-118 0 0,-20-15-705 0 0,14 9 0 0 0,-20-15-56 0 0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07.6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305 0 5977 0 0,'0'0'17673'0'0,"-23"7"-17473"0"0,-75 23-68 0 0,62-17-56 0 0,23-4-24 0 0,7-6-37 0 0,-6 8-16 0 0,-1-1 0 0 0,2 2 0 0 0,-1-1 0 0 0,2 2-1 0 0,-1-1 1 0 0,-12 22 0 0 0,9-5-1579 0 0,4-8-1829 0 0,-3-2-3483 0 0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08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31 7778 0 0,'0'0'15839'0'0,"-15"-6"-15838"0"0,-49-16 13 0 0,62 21-14 0 0,0 1-1 0 0,0-1 1 0 0,0 1 0 0 0,0 0 0 0 0,0-1 0 0 0,-1 1 0 0 0,1 0 0 0 0,0 0 0 0 0,-2 1 0 0 0,3-1-1 0 0,0 1 1 0 0,0-1-1 0 0,0 0 0 0 0,0 1 1 0 0,0-1-1 0 0,0 1 1 0 0,1-1-1 0 0,-1 1 1 0 0,0-1-1 0 0,-1 2 1 0 0,-2 1 0 0 0,-11 7 17 0 0,-1-2 0 0 0,-32 14 0 0 0,30-14 1 0 0,17-8-14 0 0,-4 2 9 0 0,0 0 1 0 0,0 1-1 0 0,0-1 0 0 0,0 1 1 0 0,-6 5-1 0 0,20 7 1285 0 0,-4-8-1307 0 0,-1 0 0 0 0,-1 0 0 0 0,1 0-1 0 0,-1 1 1 0 0,0-1 0 0 0,1 10 0 0 0,13 58-14 0 0,-16-67 23 0 0,16 145 0 0 0,-2-49 22 0 0,-13-92-14 0 0,0 1 0 0 0,1-1 0 0 0,0 0 1 0 0,8 19-1 0 0,25 45 39 0 0,-35-74-47 0 0,2 3 17 0 0,0 0-1 0 0,0 0 1 0 0,1-1 0 0 0,5 7 0 0 0,4 4 24 0 0,-11-13 1 0 0,0 0 0 0 0,0 0-1 0 0,0-1 1 0 0,0 1 0 0 0,1-1 0 0 0,-1 1 0 0 0,0-1-1 0 0,1 0 1 0 0,-1 0 0 0 0,4 1 0 0 0,-5-1 0 0 0,0-1 0 0 0,0 1 0 0 0,1-1 0 0 0,-1 0 0 0 0,0 0 0 0 0,0 1 0 0 0,0-1 0 0 0,1 0 0 0 0,-1 0 0 0 0,0 0 0 0 0,0 0 0 0 0,0 0 0 0 0,1 0 0 0 0,-1-1 0 0 0,0 1 0 0 0,0 0 0 0 0,0-1 0 0 0,0 1 0 0 0,1-1 0 0 0,-1 1 0 0 0,0-1 0 0 0,0 1 0 0 0,0-1 0 0 0,0 0 0 0 0,1 0 0 0 0,2-2-20 0 0,0 0 0 0 0,0 0 0 0 0,0 1 0 0 0,1 0 0 0 0,-1 0-1 0 0,1 0 1 0 0,7-2 0 0 0,5-1-330 0 0,35-5 0 0 0,-28 8-3920 0 0,1 2-5750 0 0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09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 9690 0 0,'0'0'14236'0'0,"2"-7"-14148"0"0,9-18-36 0 0,-11 24-50 0 0,1 0-1 0 0,-1 1 1 0 0,1-1-1 0 0,-1 1 1 0 0,1-1-1 0 0,-1 1 0 0 0,1-1 1 0 0,-1 1-1 0 0,1-1 1 0 0,0 1-1 0 0,-1-1 1 0 0,1 1-1 0 0,0 0 1 0 0,0-1-1 0 0,-1 1 0 0 0,1 0 1 0 0,0-1-1 0 0,0 1 1 0 0,-1 0-1 0 0,1 0 1 0 0,0 0-1 0 0,0 0 0 0 0,0 0 1 0 0,-1 0-1 0 0,1 0 1 0 0,1 0-1 0 0,3 0-6 0 0,23-1-7 0 0,0 1 1 0 0,38 5-1 0 0,-26-2 25 0 0,8 3 181 0 0,-46-5-177 0 0,-1 1 0 0 0,1 0 0 0 0,0-1 0 0 0,0 1 0 0 0,-1 0 0 0 0,1 0 0 0 0,-1 0 0 0 0,1 0 0 0 0,1 3 0 0 0,1 2-3 0 0,12 14-26 0 0,-8-8 15 0 0,17 15 1 0 0,-25-26-13 0 0,1-1 1 0 0,-1 0 0 0 0,0 1 0 0 0,1-1 0 0 0,-1 0 0 0 0,0 1 0 0 0,0-1 0 0 0,0 0 0 0 0,0 1 0 0 0,0-1 0 0 0,0 1 0 0 0,0-1 0 0 0,0 0 0 0 0,0 1 0 0 0,-1-1-1 0 0,1 0 1 0 0,-1 1 0 0 0,1-1 0 0 0,-1 1 0 0 0,-2 0 10 0 0,1 0 0 0 0,-1 0 1 0 0,0-1-1 0 0,0 0 0 0 0,0 1 0 0 0,0-1 0 0 0,0 0 0 0 0,0-1 0 0 0,-3 2 0 0 0,-33 2 120 0 0,22-2-107 0 0,-43 5 103 0 0,59-7-123 0 0,-1 0 1 0 0,1 1-1 0 0,0-1 0 0 0,0 0 0 0 0,0 1 1 0 0,0-1-1 0 0,0 1 0 0 0,0-1 0 0 0,-2 2 0 0 0,3-1 6 0 0,0-1 0 0 0,-1 0-1 0 0,1 0 1 0 0,0 0 0 0 0,0 1-1 0 0,0-1 1 0 0,0 0-1 0 0,0 0 1 0 0,-1 1 0 0 0,1-1-1 0 0,0 0 1 0 0,0 0-1 0 0,0 1 1 0 0,0-1 0 0 0,0 0-1 0 0,0 0 1 0 0,0 1-1 0 0,0-1 1 0 0,0 0 0 0 0,0 1-1 0 0,0-1 1 0 0,0 0 0 0 0,0 0-1 0 0,0 1 1 0 0,0-1-1 0 0,0 0 1 0 0,0 0 0 0 0,1 1-1 0 0,-1-1 1 0 0,0 0-1 0 0,0 0 1 0 0,0 1 0 0 0,0-1-1 0 0,0 0 1 0 0,1 0-1 0 0,-1 0 1 0 0,0 1 0 0 0,0-1-1 0 0,0 0 1 0 0,1 0 0 0 0,-1 0-1 0 0,0 0 1 0 0,0 1-1 0 0,1-1 1 0 0,-1 0 0 0 0,0 0-1 0 0,0 0 1 0 0,1 0-1 0 0,-1 0 1 0 0,0 0 0 0 0,1 0-1 0 0,98 49 112 0 0,1 0-129 0 0,-95-47 6 0 0,-1 1 1 0 0,1 0-1 0 0,-1 0 1 0 0,0 0-1 0 0,4 5 1 0 0,-7-7-2 0 0,1 1 0 0 0,-1-1 0 0 0,0 1 0 0 0,0 0 1 0 0,0-1-1 0 0,0 1 0 0 0,0 0 0 0 0,0 0 0 0 0,-1 0 1 0 0,1 0-1 0 0,0 0 0 0 0,-1 0 0 0 0,0 0 0 0 0,1 0 1 0 0,-1 3-1 0 0,0-4 12 0 0,0 1 1 0 0,0 0-1 0 0,-1-1 1 0 0,1 1-1 0 0,0-1 0 0 0,-1 1 1 0 0,1 0-1 0 0,-1-1 1 0 0,0 1-1 0 0,1-1 1 0 0,-1 1-1 0 0,0-1 0 0 0,0 0 1 0 0,0 1-1 0 0,-2 1 1 0 0,1-1 9 0 0,0 0 0 0 0,-1 0 1 0 0,1 0-1 0 0,-1 0 0 0 0,1-1 0 0 0,-1 1 1 0 0,-5 1-1 0 0,0 0 23 0 0,-1 0 0 0 0,0-1 0 0 0,1-1 0 0 0,-18 2 1 0 0,-57 1-697 0 0,29-3-6939 0 0,44-1 1890 0 0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09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54 7410 0 0,'0'0'14145'0'0,"20"-9"-14089"0"0,63-26-8 0 0,-52 25-14 0 0,-30 10-31 0 0,0 0-1 0 0,0 0 1 0 0,0 0-1 0 0,0 0 1 0 0,0 0 0 0 0,0 0-1 0 0,0 1 1 0 0,0-1-1 0 0,0 0 1 0 0,1 1 0 0 0,4 1 8 0 0,4 0 29 0 0,1 1 1 0 0,20 8-1 0 0,-20-7-9 0 0,-8-3-18 0 0,0 0 1 0 0,0 1-1 0 0,0-1 1 0 0,5 3-1 0 0,-7-3-23 0 0,0-1 0 0 0,-1 1 0 0 0,1 0 0 0 0,0-1 0 0 0,-1 1 0 0 0,1 0 0 0 0,0-1 0 0 0,-1 1 0 0 0,1 0 0 0 0,-1 0 0 0 0,1 0 0 0 0,-1 0 0 0 0,0-1 0 0 0,1 1 0 0 0,-1 0 0 0 0,0 0 0 0 0,0 0-1 0 0,0 0 1 0 0,1 0 0 0 0,-1 0 0 0 0,0 1 0 0 0,-1 1-6 0 0,0 0 1 0 0,1 1-1 0 0,-1-1 0 0 0,0 0 0 0 0,-1 0 0 0 0,1 0 0 0 0,0 0 0 0 0,-1 0 1 0 0,-3 5-1 0 0,0-1 2 0 0,1-1 20 0 0,1 0 0 0 0,0 0-1 0 0,0 0 1 0 0,1 0 0 0 0,-1 0-1 0 0,1 1 1 0 0,1 0 0 0 0,-1-1-1 0 0,1 1 1 0 0,0 0 0 0 0,0 9-1 0 0,1-5 14 0 0,1 0 0 0 0,0 0 0 0 0,0 0 0 0 0,1 0-1 0 0,0-1 1 0 0,1 1 0 0 0,0 0 0 0 0,1-1 0 0 0,6 12-1 0 0,89 159 173 0 0,-89-162-181 0 0,14 33-1 0 0,-18-39 5 0 0,-5-8-17 0 0,1 0-1 0 0,-1 1 0 0 0,0-1 0 0 0,-1 1 0 0 0,1-1 1 0 0,-2 10-1 0 0,1-14 6 0 0,-1-1 16 0 0,-1 1-1 0 0,1-1 0 0 0,-1 1 0 0 0,0-1 0 0 0,1 0 0 0 0,-1 1 1 0 0,-2-1-1 0 0,2 0 11 0 0,-11 1-641 0 0,-1 0 1 0 0,-23-2 0 0 0,9 0-7365 0 0,22 1 3384 0 0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10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5529 0 0,'0'0'12340'0'0,"5"-3"-12313"0"0,14-8-15 0 0,-18 11-12 0 0,0 0 1 0 0,0 0-1 0 0,0 0 1 0 0,0 0 0 0 0,-1 0-1 0 0,1 0 1 0 0,0 0-1 0 0,0 0 1 0 0,0 0-1 0 0,0 1 1 0 0,-1-1-1 0 0,1 0 1 0 0,0 0-1 0 0,0 1 1 0 0,0-1-1 0 0,-1 1 1 0 0,1-1-1 0 0,0 0 1 0 0,-1 1 0 0 0,1 0-1 0 0,0-1 1 0 0,-1 1-1 0 0,2 0 1 0 0,2 3 0 0 0,15 10 127 0 0,-1 0 0 0 0,20 22 0 0 0,31 38 593 0 0,-62-66-653 0 0,17 21 269 0 0,0 1 1 0 0,-2 0-1 0 0,18 34 1 0 0,-29-43-146 0 0,0 1-1 0 0,-1 1 1 0 0,-2 0-1 0 0,0 0 0 0 0,7 40 1 0 0,-11-41-61 0 0,-1 0-1 0 0,-2 0 1 0 0,0 0-1 0 0,-1 0 1 0 0,-1 0-1 0 0,-6 29 1 0 0,4-34-88 0 0,-1-1 1 0 0,-1 0-1 0 0,-1 0 0 0 0,0-1 1 0 0,-1 1-1 0 0,0-2 0 0 0,-2 1 1 0 0,-18 26-1 0 0,18-31-485 0 0,1 0-1 0 0,-2-1 0 0 0,1 0 1 0 0,-13 9-1 0 0,0-3-3397 0 0,0-3-3386 0 0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20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50 2777 0 0,'0'0'12077'0'0,"-5"-7"-11420"0"0,-16-23-159 0 0,20 29-388 0 0,0 0 0 0 0,0 0-1 0 0,0 0 1 0 0,0 0 0 0 0,0 0 0 0 0,0 0 0 0 0,0 0 0 0 0,0 0 0 0 0,0 0 0 0 0,-3-1 0 0 0,-6 2 1627 0 0,5 0-892 0 0,4 0-655 0 0,-12 11 3985 0 0,15-7-4074 0 0,0-1 0 0 0,1 1 0 0 0,-1-1-1 0 0,1 0 1 0 0,0 1 0 0 0,0-1 0 0 0,4 2-1 0 0,-5-3-38 0 0,179 194 1583 0 0,-24-24-1075 0 0,-55-68-252 0 0,-85-86-262 0 0,32 28 63 0 0,-21-22-38 0 0,-12-9-3 0 0,0-1 0 0 0,1-1 0 0 0,0-1 0 0 0,33 17-1 0 0,-48-28-39 0 0,1 1-1 0 0,0-1 0 0 0,0 0 0 0 0,0 0 0 0 0,0-1 0 0 0,5 1 0 0 0,-9-10-878 0 0,-5 0-145 0 0,-1-1 0 0 0,1 2 0 0 0,-2-1 0 0 0,1 1 0 0 0,-16-13 0 0 0,10 8-554 0 0,-30-26-7672 0 0,31 26-1238 0 0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20.7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286 41 9530 0 0,'0'0'18423'0'0,"-2"-7"-18058"0"0,-6-19-88 0 0,6 19 261 0 0,2 12-535 0 0,0 0 0 0 0,0 0 1 0 0,0 0-1 0 0,0 0 0 0 0,-1 0 1 0 0,0 0-1 0 0,0 0 0 0 0,0-1 1 0 0,-3 7-1 0 0,0 4 19 0 0,-7 29 19 0 0,-26 64 0 0 0,15-51 24 0 0,-8 20-46 0 0,-22 62 97 0 0,7-16-53 0 0,34-96-182 0 0,-27 44-1 0 0,30-56-773 0 0,0-1-3256 0 0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21.3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7098 0 0,'0'0'18303'0'0,"1"-2"-18097"0"0,0 1-191 0 0,0 0 0 0 0,0 0 0 0 0,0 0 0 0 0,1 0 0 0 0,-1 0 0 0 0,0 0 0 0 0,1 0 0 0 0,-1 0 0 0 0,1 1 0 0 0,-1-1 0 0 0,1 1 0 0 0,-1-1 0 0 0,1 1 0 0 0,0-1 0 0 0,-1 1 0 0 0,1 0 0 0 0,0 0 0 0 0,1 0 1 0 0,41 0 103 0 0,-26 0-59 0 0,-5 1-9 0 0,1 1-1 0 0,-1 0 1 0 0,0 0-1 0 0,-1 2 1 0 0,1-1-1 0 0,17 9 1 0 0,-28-12-46 0 0,-1 1 0 0 0,1 0 0 0 0,-1 0 1 0 0,1 0-1 0 0,-1 0 0 0 0,1 0 1 0 0,-1 0-1 0 0,0 0 0 0 0,0 0 0 0 0,1 1 1 0 0,-1-1-1 0 0,0 0 0 0 0,0 1 0 0 0,0-1 1 0 0,0 1-1 0 0,-1-1 0 0 0,1 1 1 0 0,0 0-1 0 0,0 2 0 0 0,0-1-8 0 0,-1 0-1 0 0,1 1 1 0 0,-1-1 0 0 0,0 1-1 0 0,0-1 1 0 0,0 1 0 0 0,0-1-1 0 0,0 1 1 0 0,-2 3 0 0 0,0-1 3 0 0,-1 1 0 0 0,1-1 0 0 0,-1 0-1 0 0,-1 0 1 0 0,1-1 0 0 0,-1 1 0 0 0,-4 5 0 0 0,-3 3 26 0 0,-2 6 30 0 0,0 1 0 0 0,-12 25 0 0 0,24-45-36 0 0,1 1 1 0 0,-1 0-1 0 0,1-1 0 0 0,-1 1 1 0 0,1 0-1 0 0,0-1 0 0 0,0 1 1 0 0,0 0-1 0 0,0 0 0 0 0,0 1 0 0 0,0-2 14 0 0,0 0 0 0 0,0 0 0 0 0,0 0 0 0 0,0-1 0 0 0,1 1-1 0 0,-1 0 1 0 0,0 0 0 0 0,1-1 0 0 0,-1 1 0 0 0,0 0-1 0 0,1-1 1 0 0,-1 1 0 0 0,1 0 0 0 0,-1-1 0 0 0,1 1 0 0 0,-1 0-1 0 0,1-1 1 0 0,-1 1 0 0 0,1-1 0 0 0,1 1 0 0 0,4 1 79 0 0,0 0 1 0 0,0 0 0 0 0,0-1 0 0 0,0 1-1 0 0,0-2 1 0 0,1 1 0 0 0,-1-1 0 0 0,0 0-1 0 0,11-1 1 0 0,4 1-16 0 0,1-2-483 0 0,0-1 0 0 0,1 0 0 0 0,-1-2 1 0 0,-1 0-1 0 0,26-11 0 0 0,-38 11-1887 0 0,-4 2-1090 0 0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21.8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344 54 10010 0 0,'0'0'16104'0'0,"-30"-9"-15867"0"0,-93-26-80 0 0,84 26-80 0 0,28 9-30 0 0,3 1-29 0 0,-5-2-5 0 0,7 1-17 0 0,1 0 0 0 0,0 0 0 0 0,-1 0 1 0 0,1 1-1 0 0,0-1 0 0 0,0 1 0 0 0,0 0 0 0 0,-7 3 0 0 0,8-3-606 0 0,0 1 1 0 0,0-1-1 0 0,-1-1 0 0 0,1 1 0 0 0,0-1 0 0 0,-1 1 0 0 0,-5-1 0 0 0,7-1-1092 0 0,1 1-1 0 0,-1 0 1 0 0,0 0 0 0 0,1-1-1 0 0,-1 0 1 0 0,1 1-1 0 0,-5-3 1 0 0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22.1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287 67 14067 0 0,'0'0'12415'0'0,"-28"-11"-12403"0"0,-86-34-3 0 0,82 35-1 0 0,32 10-8 0 0,-1 0 0 0 0,1 0 0 0 0,-1 0 1 0 0,1 0-1 0 0,0 0 0 0 0,-1 0 0 0 0,1 0 0 0 0,-1 0 0 0 0,1 0 0 0 0,0 0 0 0 0,-1 0 0 0 0,1 0 0 0 0,-1 0 0 0 0,1 0 0 0 0,0 0 1 0 0,-1 1-1 0 0,1-1 0 0 0,0 0 0 0 0,-1 0 0 0 0,1 0 0 0 0,-1 1 0 0 0,-3 1-5 0 0,-12 7-74 0 0,10-6-389 0 0,0 1 0 0 0,-1-1 0 0 0,1-1 0 0 0,-8 3 0 0 0,-13 0-4654 0 0,10-2-3131 0 0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23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26 3721 0 0,'0'0'20728'0'0,"-3"-4"-20097"0"0,-9-12-116 0 0,12 15-455 0 0,-1 1 1 0 0,1-1-1 0 0,-1 1 1 0 0,1-1-1 0 0,-1 1 1 0 0,1 0-1 0 0,-1 0 1 0 0,1-1-1 0 0,-1 1 1 0 0,0 0-1 0 0,1 0 1 0 0,-1-1-1 0 0,1 1 1 0 0,-1 0-1 0 0,1 0 1 0 0,-1 0-1 0 0,0 0 1 0 0,1 0-1 0 0,-1 0 1 0 0,0 0-1 0 0,1 0 1 0 0,-1 0-1 0 0,1 0 1 0 0,-1 0-1 0 0,0 0 1 0 0,1 1-1 0 0,-1-1 1 0 0,1 0-1 0 0,-1 0 1 0 0,1 1-1 0 0,-1-1 1 0 0,1 0-1 0 0,-1 1 1 0 0,1-1-1 0 0,-1 0 1 0 0,1 1-1 0 0,-1 0 1 0 0,-5 5-52 0 0,0 0-1 0 0,0 1 1 0 0,0-1 0 0 0,1 1-1 0 0,1 1 1 0 0,-1-1 0 0 0,1 1-1 0 0,0 0 1 0 0,-5 15 0 0 0,0 5 41 0 0,-8 46 1 0 0,12-39-37 0 0,2-1 0 0 0,2 57 0 0 0,1-57 20 0 0,1-5 32 0 0,8 54 0 0 0,14 27 14 0 0,-15-72-85 0 0,2 0 43 0 0,2 0 0 0 0,1 0 0 0 0,2-2 0 0 0,20 37 0 0 0,-12-37-6 0 0,-21-33-71 0 0,0 1 0 0 0,1-1 0 0 0,0 0 0 0 0,0 0 0 0 0,0-1 0 0 0,0 1 0 0 0,0 0 1 0 0,4 1-1 0 0,-6-3-92 0 0,0-1 1 0 0,0 1 0 0 0,0-1-1 0 0,0 0 1 0 0,0 0-1 0 0,0 1 1 0 0,0-1 0 0 0,0 0-1 0 0,0 0 1 0 0,0 0 0 0 0,0 0-1 0 0,0 0 1 0 0,0 0 0 0 0,0 0-1 0 0,0 0 1 0 0,-1-1-1 0 0,1 1 1 0 0,0 0 0 0 0,0 0-1 0 0,0-1 1 0 0,0 1 0 0 0,0-1-1 0 0,1 0 1 0 0,7-7-3721 0 0,-1-1-3796 0 0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25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0 7026 0 0,'0'0'10929'0'0,"-2"0"-10729"0"0,2 0-189 0 0,0 0 1 0 0,-1 0 0 0 0,1 0 0 0 0,-1 0-1 0 0,1 1 1 0 0,0-1 0 0 0,-1 0 0 0 0,1 0 0 0 0,0 0-1 0 0,-1 0 1 0 0,1 0 0 0 0,0 1 0 0 0,-1-1-1 0 0,1 0 1 0 0,0 0 0 0 0,-1 0 0 0 0,1 1 0 0 0,0-1-1 0 0,0 0 1 0 0,-1 0 0 0 0,1 1 0 0 0,0-1-1 0 0,0 0 1 0 0,-1 1 0 0 0,1-1 0 0 0,0 0 0 0 0,0 1-1 0 0,0-1 1 0 0,0 0 0 0 0,0 1 0 0 0,-1-1-1 0 0,1 1 1 0 0,0-1 0 0 0,0 1 0 0 0,0 1 48 0 0,1-1 1 0 0,-1 1-1 0 0,0-1 0 0 0,1 1 1 0 0,-1-1-1 0 0,1 1 1 0 0,0-1-1 0 0,-1 1 0 0 0,3 1 1 0 0,3 7 153 0 0,1-1-1 0 0,0 0 1 0 0,1 0 0 0 0,0-1 0 0 0,0 0 0 0 0,14 11-1 0 0,62 36 482 0 0,-56-38-520 0 0,192 111 594 0 0,-212-123-767 0 0,-8-4-35 0 0,1 0-1 0 0,0-1 1 0 0,0 1 0 0 0,0-1-1 0 0,0 1 1 0 0,-1-1 0 0 0,1 1 0 0 0,0-1-1 0 0,0 0 1 0 0,0 1 0 0 0,0-1 0 0 0,1 0-1 0 0,-12-4-7711 0 0,1-2 1607 0 0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25.6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1 10554 0 0,'0'0'14010'0'0,"-23"13"-13795"0"0,-69 42-69 0 0,64-36-68 0 0,28-19-75 0 0,-1 0 0 0 0,1 1 0 0 0,0-1 0 0 0,-1 0 0 0 0,1 1 0 0 0,0-1 1 0 0,-1 1-1 0 0,1-1 0 0 0,0 0 0 0 0,-1 1 0 0 0,1-1 0 0 0,0 1 0 0 0,0-1 0 0 0,-1 1 1 0 0,1 0-1 0 0,-3 5 24 0 0,0 1 24 0 0,-1-1 1 0 0,1 0-1 0 0,1 0 1 0 0,-1 1-1 0 0,-2 13 0 0 0,-4 36-1781 0 0,5-42-2136 0 0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26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315 39 9050 0 0,'0'0'13448'0'0,"-31"-6"-13108"0"0,-99-20-93 0 0,87 19-125 0 0,27 7-33 0 0,4 1-43 0 0,8-2-42 0 0,0 1-1 0 0,0 0 0 0 0,0 1 0 0 0,0-1 0 0 0,0 1 0 0 0,0 0 1 0 0,0 0-1 0 0,0 0 0 0 0,1 0 0 0 0,-1 1 0 0 0,0-1 0 0 0,-5 4 1 0 0,7-4-3 0 0,0 0 1 0 0,0 0 0 0 0,1 0-1 0 0,-1 0 1 0 0,1 0 0 0 0,-1 1-1 0 0,1-1 1 0 0,-1 0 0 0 0,1 1-1 0 0,0-1 1 0 0,0 1 0 0 0,0 0-1 0 0,0-1 1 0 0,0 1 0 0 0,0 0-1 0 0,0-1 1 0 0,0 1-1 0 0,0 0 1 0 0,1 0 0 0 0,-1 0-1 0 0,1 0 1 0 0,0 0 0 0 0,-1-1-1 0 0,1 1 1 0 0,0 0 0 0 0,0 0-1 0 0,0 0 1 0 0,1 4 0 0 0,-1-3 19 0 0,1-1 0 0 0,0 1 0 0 0,0 0 0 0 0,-1-1 0 0 0,1 1 0 0 0,1-1 0 0 0,-1 1 0 0 0,0-1 0 0 0,4 5 0 0 0,18 20 150 0 0,-12-15-124 0 0,4 5 2 0 0,67 84 65 0 0,-70-85-112 0 0,-2 1-1 0 0,0 0 0 0 0,-1 0 0 0 0,11 31 0 0 0,-13-27-6 0 0,-2 0-1 0 0,0 1 0 0 0,-2 0 1 0 0,0-1-1 0 0,-1 41 1 0 0,-2-24 0 0 0,1 47-16 0 0,0-69 37 0 0,1 1-1 0 0,0-2 0 0 0,6 20 1 0 0,-5-23-3 0 0,-2-8-6 0 0,0-1 0 0 0,0 0-1 0 0,0 0 1 0 0,0 1 0 0 0,0-1-1 0 0,1 0 1 0 0,3 5-1 0 0,-3-5 9 0 0,-1-2 11 0 0,-1 0 0 0 0,1 0 0 0 0,0 0 0 0 0,0 0 0 0 0,0 0 0 0 0,0 0 0 0 0,0 0 0 0 0,0 0 0 0 0,3 1 0 0 0,2 2 160 0 0,-4-2-121 0 0,0-1-1 0 0,0 0 0 0 0,0 0 0 0 0,1 0 1 0 0,-1 0-1 0 0,4 1 0 0 0,7 0 86 0 0,-1-1 0 0 0,0 0-1 0 0,24-3 1 0 0,-31 1-192 0 0,0 0 0 0 0,0 0-1 0 0,0 0 1 0 0,0-1 0 0 0,0 0-1 0 0,8-4 1 0 0,8-8-3060 0 0,-19 13 1396 0 0,0-1 1 0 0,8-10-5117 0 0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26.8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28 11658 0 0,'0'0'12008'0'0,"21"-6"-12057"0"0,64-15 10 0 0,-83 21 38 0 0,1 0 0 0 0,-1 0-1 0 0,0-1 1 0 0,0 1-1 0 0,0 1 1 0 0,1-1 0 0 0,-1 0-1 0 0,4 1 1 0 0,-5 0 0 0 0,0-1 0 0 0,0 1 1 0 0,0 0-1 0 0,0-1 0 0 0,0 1 0 0 0,0-1 1 0 0,-1 1-1 0 0,1 0 0 0 0,1 1 0 0 0,-2-2 1 0 0,19 21-12 0 0,-1 1-1 0 0,-2 1 0 0 0,20 32 1 0 0,-31-45 0 0 0,0 1 1 0 0,-1 0 0 0 0,0-1 0 0 0,4 16-1 0 0,-7-21 14 0 0,0 1 0 0 0,0-1 0 0 0,-1 0 0 0 0,0 1 0 0 0,1-1 0 0 0,-2 1 0 0 0,1-1 0 0 0,-1 0 0 0 0,0 1 0 0 0,0-1-1 0 0,-2 7 1 0 0,2-9 19 0 0,-1 0 0 0 0,1-1 0 0 0,-1 1 0 0 0,1 0 0 0 0,-1-1 0 0 0,0 0 0 0 0,0 1-1 0 0,0-1 1 0 0,0 0 0 0 0,0 0 0 0 0,-1 0 0 0 0,1 0 0 0 0,-4 2 0 0 0,1-2 35 0 0,1 0 0 0 0,0 0 0 0 0,-1 0 0 0 0,0-1 0 0 0,0 1-1 0 0,1-1 1 0 0,-10 1 0 0 0,5-2 21 0 0,0 0 1 0 0,0 0-1 0 0,0 0 0 0 0,0-1 0 0 0,0-1 0 0 0,0 0 0 0 0,0 0 0 0 0,-12-5 0 0 0,15 5-38 0 0,-74-33 422 0 0,70 30-389 0 0,-1-1 0 0 0,1 0 0 0 0,0-1-1 0 0,0-1 1 0 0,-9-8 0 0 0,17 13-46 0 0,-1-1 0 0 0,1 1 1 0 0,-1 0-1 0 0,1-1 0 0 0,0 0 1 0 0,0 1-1 0 0,1-1 0 0 0,-1 0 0 0 0,1 0 1 0 0,0 0-1 0 0,0 0 0 0 0,0 0 1 0 0,0 0-1 0 0,1 0 0 0 0,-1 0 1 0 0,1-1-1 0 0,0 1 0 0 0,1 0 0 0 0,-1 0 1 0 0,2-6-1 0 0,-2 8-56 0 0,1 1 1 0 0,0-1-1 0 0,0 0 0 0 0,-1 0 1 0 0,1 1-1 0 0,0-1 0 0 0,0 0 1 0 0,0 1-1 0 0,1-1 0 0 0,-1 1 1 0 0,0 0-1 0 0,0-1 0 0 0,1 1 0 0 0,-1 0 1 0 0,4-2-1 0 0,2-2-398 0 0,0 1 0 0 0,11-4-1 0 0,-6 3-406 0 0,-5 2-213 0 0,1 0 1 0 0,0 1-1 0 0,-1-1 1 0 0,1 2 0 0 0,15-2-1 0 0,18 1-10094 0 0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27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50 9954 0 0,'0'0'12728'0'0,"17"-8"-12710"0"0,53-25-13 0 0,-67 31-6 0 0,1 1-1 0 0,-1 0 1 0 0,0 0 0 0 0,1 0 0 0 0,-1 0 0 0 0,5 0 0 0 0,-7 1 0 0 0,0 0 0 0 0,0 0 0 0 0,0 0 0 0 0,0 0 0 0 0,0 1 1 0 0,0-1-1 0 0,0 0 0 0 0,0 1 0 0 0,0-1 0 0 0,2 1 1 0 0,2 2-3 0 0,20 6-17 0 0,45 24 0 0 0,-62-28-11 0 0,0 0 1 0 0,-1 0-1 0 0,0 0 1 0 0,0 1-1 0 0,0 0 1 0 0,0 0-1 0 0,-1 1 0 0 0,0-1 1 0 0,7 12-1 0 0,-10-13 11 0 0,-1 0 0 0 0,0 0 0 0 0,0 0 0 0 0,-1 0 0 0 0,1 0 0 0 0,-1 0 0 0 0,0 0 0 0 0,0 9 0 0 0,0 5-13 0 0,-3 20 0 0 0,2-31 35 0 0,-2 7 28 0 0,0 0 0 0 0,-1 1 0 0 0,0-2 0 0 0,-11 29 0 0 0,12-37-11 0 0,0 0 1 0 0,0 1-1 0 0,1 0 0 0 0,0-1 1 0 0,-1 12-1 0 0,3 33 158 0 0,-1-48-165 0 0,2 9 30 0 0,0-1 0 0 0,1 1 0 0 0,1-1 0 0 0,-1 0 0 0 0,2 0 0 0 0,7 14 0 0 0,1 5 31 0 0,-9-20-48 0 0,1 3 21 0 0,1 1 0 0 0,0-1 0 0 0,1 0 0 0 0,0 0 0 0 0,15 19 0 0 0,-20-31-42 0 0,0 1-1 0 0,0 0 1 0 0,0 0 0 0 0,-1 0-1 0 0,1 1 1 0 0,0-1-1 0 0,-1 0 1 0 0,0 1-1 0 0,0-1 1 0 0,0 0-1 0 0,0 1 1 0 0,0 0 0 0 0,0-1-1 0 0,0 6 1 0 0,-1-8-2 0 0,0 0 0 0 0,-1 1 1 0 0,1-1-1 0 0,0 0 0 0 0,-1 1 0 0 0,1-1 1 0 0,0 0-1 0 0,-1 0 0 0 0,1 1 1 0 0,-1-1-1 0 0,1 0 0 0 0,0 0 0 0 0,-1 0 1 0 0,1 1-1 0 0,-1-1 0 0 0,1 0 1 0 0,-1 0-1 0 0,1 0 0 0 0,-1 0 0 0 0,1 0 1 0 0,-1 0-1 0 0,1 0 0 0 0,-1 0 1 0 0,1 0-1 0 0,-1 0 0 0 0,0-1 0 0 0,-4 2 30 0 0,-12 2-223 0 0,-1 0 0 0 0,0-1 0 0 0,0 0 0 0 0,-27-3 0 0 0,-19 3-6441 0 0,47-2 772 0 0,2 0-4058 0 0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28.1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0 8890 0 0,'0'0'14518'0'0,"-2"3"-14476"0"0,0-1-25 0 0,1 1-1 0 0,-1-1 0 0 0,1 1 0 0 0,0 0 0 0 0,-1-1 1 0 0,1 1-1 0 0,0 0 0 0 0,1 0 0 0 0,-1 0 1 0 0,0 0-1 0 0,1 0 0 0 0,0 0 0 0 0,0 0 0 0 0,0 0 1 0 0,0 0-1 0 0,0-1 0 0 0,1 7 0 0 0,1 2 57 0 0,0 0-1 0 0,1-1 0 0 0,7 20 1 0 0,10 21 97 0 0,19 45-57 0 0,-29-76-330 0 0,7 19-1232 0 0,-5-13-4246 0 0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28.2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293 1 10986 0 0,'0'0'11533'0'0,"-29"2"-11356"0"0,-93 5-72 0 0,81-3-51 0 0,29-2-36 0 0,3 1-33 0 0,-14 3-382 0 0,-12 2-2295 0 0,14 0-5284 0 0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28.7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10034 0 0,'0'0'14042'0'0,"28"18"-13902"0"0,89 54-39 0 0,-56-31-24 0 0,-50-32-67 0 0,6 3-183 0 0,0 2 0 0 0,-1 0-1 0 0,-1 1 1 0 0,0 0 0 0 0,23 32 0 0 0,-33-36-1130 0 0,-5-10 753 0 0,1 0 1 0 0,-1 0-1 0 0,1 0 0 0 0,-1 0 0 0 0,1 0 1 0 0,0 0-1 0 0,-1 0 0 0 0,1 0 1 0 0,0 0-1 0 0,0 0 0 0 0,-1 0 0 0 0,1 0 1 0 0,0-1-1 0 0,2 2 0 0 0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29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203 0 9706 0 0,'0'0'13094'0'0,"-22"26"-13004"0"0,-70 81-16 0 0,86-100-54 0 0,0 0 0 0 0,-9 15 0 0 0,14-21-18 0 0,-5 11-348 0 0,-1 1 1 0 0,-1-2-1 0 0,-9 13 0 0 0,13-20-2317 0 0,0 0 0 0 0,0 0 0 0 0,-7 4 1 0 0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29.6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261 38 10618 0 0,'0'0'12858'0'0,"-25"-6"-12836"0"0,-80-19-2 0 0,70 18 3 0 0,26 8 4 0 0,2 1-11 0 0,-14 3-5 0 0,-28 10 0 0 0,49-15-11 0 0,-1 0 0 0 0,1 0 0 0 0,-1 0-1 0 0,1 0 1 0 0,-1 0 0 0 0,1 0 0 0 0,0 0 0 0 0,-1 1-1 0 0,1-1 1 0 0,-1 0 0 0 0,1 0 0 0 0,-1 1-1 0 0,1-1 1 0 0,0 0 0 0 0,-1 0 0 0 0,1 1 0 0 0,0-1-1 0 0,-1 0 1 0 0,1 1 0 0 0,0-1 0 0 0,0 1-1 0 0,-1-1 1 0 0,1 0 0 0 0,0 1 0 0 0,0-1 0 0 0,0 1-1 0 0,-1-1 1 0 0,1 1 0 0 0,0-1 0 0 0,0 0-1 0 0,0 1 1 0 0,0-1 0 0 0,0 1 0 0 0,0-1 0 0 0,0 1-1 0 0,0-1 1 0 0,0 1 0 0 0,0-1 0 0 0,0 1-1 0 0,0-1 1 0 0,1 1 0 0 0,-1-1 0 0 0,0 0-1 0 0,0 1 1 0 0,0-1 0 0 0,1 1 0 0 0,1 3 39 0 0,1-1 0 0 0,-1 0 0 0 0,1 1 0 0 0,5 3 1 0 0,0 1 2 0 0,1 3-53 0 0,-1 0-1 0 0,0 1 0 0 0,0 0 0 0 0,-1 0 0 0 0,-1 1 0 0 0,0 0 0 0 0,0 0 1 0 0,3 16-1 0 0,-4-9 12 0 0,5 31 1 0 0,-6-26 14 0 0,-1-5 0 0 0,-1 28-1 0 0,0-11-5 0 0,1 17-2 0 0,-2-16 78 0 0,8 39-1 0 0,-7-65 20 0 0,1-1 0 0 0,0 1-1 0 0,1-1 1 0 0,1 0-1 0 0,8 17 1 0 0,-12-26-35 0 0,1 0 0 0 0,-1-1 0 0 0,1 1 0 0 0,-1 0 0 0 0,1-1 0 0 0,0 1 0 0 0,0-1 0 0 0,-1 1 0 0 0,1-1 0 0 0,0 0 0 0 0,0 0 0 0 0,0 0 0 0 0,0 0 0 0 0,1 0 0 0 0,-1 0 0 0 0,0 0-1 0 0,0-1 1 0 0,4 1 0 0 0,4 0 154 0 0,0 0 0 0 0,0-1 0 0 0,11 0-1 0 0,-3-1-219 0 0,-3 1-18 0 0,-8 1-108 0 0,-1-1 0 0 0,1 0 0 0 0,0 0 0 0 0,-1-1 0 0 0,1 0-1 0 0,-1 0 1 0 0,10-4 0 0 0,-6 2-1145 0 0,4-2-2819 0 0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30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82 9506 0 0,'0'0'14360'0'0,"9"-13"-14296"0"0,29-41-18 0 0,-37 53-44 0 0,1-1-1 0 0,-1 1 1 0 0,0-1 0 0 0,0 1 0 0 0,1 0 0 0 0,-1-1 0 0 0,1 1-1 0 0,-1 0 1 0 0,3-1 0 0 0,-3 2-2 0 0,-1 0 1 0 0,1-1-1 0 0,-1 1 1 0 0,1 0-1 0 0,0 0 1 0 0,-1 0-1 0 0,1 0 1 0 0,0 0-1 0 0,-1 0 1 0 0,1 0-1 0 0,-1 0 0 0 0,1 0 1 0 0,0 1-1 0 0,0-1 1 0 0,4 1-1 0 0,4-1-10 0 0,-1 1 1 0 0,1 0-1 0 0,0 1 0 0 0,-1 0 0 0 0,1 1 0 0 0,-1-1 1 0 0,0 2-1 0 0,16 7 0 0 0,-16-7 4 0 0,1 1 0 0 0,-1 0 1 0 0,0 0-1 0 0,9 8 0 0 0,-15-11 2 0 0,1 0 0 0 0,-1 0 0 0 0,0 1 0 0 0,0-1 0 0 0,-1 0 0 0 0,1 1-1 0 0,0-1 1 0 0,-1 1 0 0 0,0 0 0 0 0,1-1 0 0 0,-1 1 0 0 0,0 0 0 0 0,0 0 0 0 0,-1 0 0 0 0,1 0 0 0 0,-1 0 0 0 0,1 5-1 0 0,-1-5 10 0 0,-1 0-1 0 0,1-1 0 0 0,-1 1 0 0 0,1 0 0 0 0,-1 0 0 0 0,0-1 0 0 0,0 1 0 0 0,0 0 0 0 0,0-1 0 0 0,-1 1 1 0 0,1-1-1 0 0,-1 1 0 0 0,0-1 0 0 0,0 0 0 0 0,-2 3 0 0 0,-6 4 59 0 0,1 0-1 0 0,-15 9 1 0 0,-5 4 118 0 0,20-14-124 0 0,5-5-32 0 0,0 0 0 0 0,1 0 1 0 0,0 0-1 0 0,-1 0 0 0 0,1 1 0 0 0,0 0 1 0 0,1-1-1 0 0,-1 1 0 0 0,-3 7 1 0 0,6-10 2 0 0,0 0 0 0 0,0-1-1 0 0,-1 1 1 0 0,1 0 0 0 0,0 0 0 0 0,0-1 0 0 0,1 1 0 0 0,-1 0 0 0 0,0 0 0 0 0,0-1 0 0 0,0 1 0 0 0,0 0 0 0 0,1 0 0 0 0,-1-1 0 0 0,0 1 0 0 0,1 0 0 0 0,-1-1 0 0 0,0 1 0 0 0,1 0 0 0 0,-1-1 0 0 0,1 1 0 0 0,-1-1 0 0 0,1 1 0 0 0,-1-1 0 0 0,1 1 0 0 0,-1-1 0 0 0,1 1 0 0 0,0-1 0 0 0,-1 1 0 0 0,1-1 0 0 0,0 0 0 0 0,-1 1 0 0 0,1-1 0 0 0,0 0-1 0 0,-1 0 1 0 0,1 0 0 0 0,0 1 0 0 0,0-1 0 0 0,1 0 0 0 0,4 1 109 0 0,1 0-1 0 0,-1-1 0 0 0,12 0 0 0 0,-11 0-95 0 0,26-1-159 0 0,0-1 1 0 0,0-2-1 0 0,37-8 0 0 0,-48 7-866 0 0,12-2-2648 0 0,-12 1-3700 0 0,-14 4 1514 0 0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30.7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6801 0 0,'0'0'10468'0'0,"31"4"-10209"0"0,93 9 18 0 0,-82-7 9 0 0,42 17 1226 0 0,-82-23-1473 0 0,0 0 1 0 0,-1 1-1 0 0,1-1 1 0 0,-1 1 0 0 0,1-1-1 0 0,-1 1 1 0 0,0 0-1 0 0,1-1 1 0 0,-1 1-1 0 0,0 0 1 0 0,1 0-1 0 0,-1 0 1 0 0,0 0-1 0 0,2 2 1 0 0,-2-2-48 0 0,0 1 0 0 0,-1-1 0 0 0,1 0 0 0 0,-1 1 0 0 0,1-1 1 0 0,-1 1-1 0 0,0-1 0 0 0,1 0 0 0 0,-1 1 0 0 0,0-1 0 0 0,0 1 0 0 0,0-1 0 0 0,0 1 0 0 0,0-1 1 0 0,-1 3-1 0 0,0 2 13 0 0,-7 95 292 0 0,8-85-207 0 0,1 0-1 0 0,1 0 0 0 0,6 25 1 0 0,5 26 72 0 0,5 22 176 0 0,-4-22-115 0 0,-8-34-144 0 0,-4-19 6 0 0,5 17 0 0 0,-1-12-8 0 0,-5-11-23 0 0,2 0-1 0 0,5 12 0 0 0,-6-15 108 0 0,0-1 0 0 0,0 1-1 0 0,-1 0 1 0 0,1 0-1 0 0,-1 0 1 0 0,0 0 0 0 0,0 0-1 0 0,0 6 1 0 0,-13-4-20 0 0,4-3-446 0 0,0-1 0 0 0,0-1 0 0 0,0 0 0 0 0,-14 3 0 0 0,-36 1-6053 0 0,48-5 4549 0 0,-8-1-3806 0 0,4 0-2604 0 0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31.6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2353 0 0,'0'0'9636'0'0,"10"7"-9353"0"0,2 1-131 0 0,-3-1 49 0 0,0-1 0 0 0,-1 1-1 0 0,0 1 1 0 0,11 11 0 0 0,14 19 1381 0 0,-1 1 0 0 0,39 62 0 0 0,-54-71-1130 0 0,-1-1-1 0 0,-2 2 0 0 0,0 0 1 0 0,14 54-1 0 0,-18-49-183 0 0,-1 1 1 0 0,-3 0-1 0 0,5 74 1 0 0,-11-95-222 0 0,0-2 22 0 0,-1 18 0 0 0,0-27-54 0 0,0 0 0 0 0,0 0 0 0 0,-1 0 0 0 0,1-1 1 0 0,-1 1-1 0 0,0 0 0 0 0,-3 5 0 0 0,-2 2 209 0 0,0-1 0 0 0,-11 13-1 0 0,-2-5-2758 0 0,17-17 690 0 0,0 0 1 0 0,0 0 0 0 0,0 0-1 0 0,0-1 1 0 0,-5 3 0 0 0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37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80 113 496 0 0,'0'0'22420'0'0,"4"-18"-21988"0"0,11-52-99 0 0,-9 51-126 0 0,-6 19-202 0 0,0 0 0 0 0,0 0 0 0 0,0 0 0 0 0,0 0-1 0 0,0 0 1 0 0,1-1 0 0 0,-1 1 0 0 0,0 0 0 0 0,0 0-1 0 0,0 0 1 0 0,0 0 0 0 0,0 0 0 0 0,0 0 0 0 0,1 0 0 0 0,-1 0-1 0 0,0-1 1 0 0,0 1 0 0 0,0 0 0 0 0,0 0 0 0 0,0 0 0 0 0,1 0-1 0 0,-1 0 1 0 0,0 0 0 0 0,0 0 0 0 0,0 0 0 0 0,0 0 0 0 0,0 0-1 0 0,1 0 1 0 0,-1 0 0 0 0,0 0 0 0 0,0 0 0 0 0,0 0-1 0 0,3 0 62 0 0,0-1-49 0 0,0 1 0 0 0,1-1 0 0 0,-1 0 0 0 0,1 1 0 0 0,-1 0 0 0 0,5 0 0 0 0,-8 1-51 0 0,1 1-1 0 0,-1-1 1 0 0,0 0 0 0 0,1 1 0 0 0,-1-1-1 0 0,0 1 1 0 0,0-1 0 0 0,0 0 0 0 0,0 1 0 0 0,0 1-1 0 0,-1-1 14 0 0,1-1 21 0 0,0 0 0 0 0,0 0 0 0 0,0 0 0 0 0,0 0-1 0 0,-1 0 1 0 0,1-1 0 0 0,-1 1 0 0 0,1 0 0 0 0,0 0-1 0 0,-1 0 1 0 0,0 0 0 0 0,1 0 0 0 0,-1-1 0 0 0,1 1-1 0 0,-1 0 1 0 0,-1 0 0 0 0,-14 12 123 0 0,7-6 1 0 0,0 0-6 0 0,1-1 58 0 0,-15 16 1 0 0,20-18-163 0 0,1-1 0 0 0,-1 1 0 0 0,0 0 0 0 0,1 0 0 0 0,0 0 0 0 0,0 0 0 0 0,-2 8 0 0 0,-7 23 25 0 0,1 0 1 0 0,2 1-1 0 0,2 1 0 0 0,1-1 0 0 0,0 44 0 0 0,4 80 101 0 0,2-137-103 0 0,1 1 0 0 0,1 0 1 0 0,1-1-1 0 0,1 0 0 0 0,1 0 0 0 0,1-1 0 0 0,1 1 1 0 0,18 34-1 0 0,-17-43 10 0 0,0 0 1 0 0,1 0-1 0 0,0-1 1 0 0,1 0 0 0 0,1-1-1 0 0,-1-1 1 0 0,2 0-1 0 0,24 17 1 0 0,-30-23-72 0 0,1-1 0 0 0,0 1 0 0 0,0-1 0 0 0,0-1 0 0 0,1 1 0 0 0,-1-2 0 0 0,17 4 0 0 0,-14-4-817 0 0,0-1 0 0 0,0 0 0 0 0,15-1 0 0 0,-23-1 212 0 0,0 1-1 0 0,0-1 1 0 0,0 1-1 0 0,0-1 1 0 0,5-2-1 0 0,7-4-5496 0 0,-13 6 4779 0 0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37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 7538 0 0,'0'0'18312'0'0,"2"-7"-18307"0"0,-1 3-6 0 0,-1 2 0 0 0,0 0 1 0 0,1 0-1 0 0,-1 1 1 0 0,1-1-1 0 0,0 0 1 0 0,-1 0 0 0 0,3-2-1 0 0,-3 4 1 0 0,1-1 0 0 0,-1 1 0 0 0,0 0 0 0 0,1-1 0 0 0,-1 1 0 0 0,1 0 0 0 0,-1 0 0 0 0,1 0 0 0 0,-1-1 0 0 0,1 1 0 0 0,-1 0-1 0 0,0 0 1 0 0,1 0 0 0 0,-1 0 0 0 0,1 0 0 0 0,-1 0 0 0 0,1 0 0 0 0,-1 0 0 0 0,1 0 0 0 0,-1 0 0 0 0,1 0 0 0 0,-1 0 0 0 0,1 0 0 0 0,-1 0 0 0 0,1 0 0 0 0,-1 0 0 0 0,1 1 0 0 0,-1-1 0 0 0,1 0 0 0 0,-1 0 0 0 0,0 1 0 0 0,1-1 0 0 0,-1 0-1 0 0,1 1 1 0 0,-1-1 0 0 0,0 0 0 0 0,1 1 0 0 0,-1 0 0 0 0,44 35 0 0 0,26 20 2 0 0,-13-15 5 0 0,64 44 46 0 0,-89-65-35 0 0,67 30 1 0 0,-82-43-202 0 0,-3 0 125 0 0,20 5 1 0 0,-29-10-626 0 0,1-1-1 0 0,-1 0 1 0 0,1-1 0 0 0,6 1 0 0 0,-10-9-5948 0 0,-4-1 2266 0 0,-2 2-468 0 0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37.9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251 0 10946 0 0,'0'0'13799'0'0,"-22"7"-13555"0"0,-71 22-45 0 0,64-17-91 0 0,28-11-97 0 0,1-1 0 0 0,-1 1-1 0 0,0-1 1 0 0,0 1 0 0 0,0 0 0 0 0,1 0-1 0 0,-1-1 1 0 0,1 1 0 0 0,-1 0-1 0 0,0 1 1 0 0,-2 3 42 0 0,-12 17 109 0 0,-20 41 0 0 0,17-16-350 0 0,17-44-222 0 0,0-1 0 0 0,0 1 0 0 0,-1-1 0 0 0,1 1 0 0 0,-3 2 0 0 0,-3 0-3707 0 0,-4-1-4421 0 0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38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87 9058 0 0,'0'0'16346'0'0,"-13"-14"-16294"0"0,-40-43-35 0 0,36 43-19 0 0,17 13 2 0 0,0 1-1 0 0,0 0 1 0 0,-1 0-1 0 0,1 0 1 0 0,0 0-1 0 0,-1 0 1 0 0,1-1-1 0 0,0 1 1 0 0,-1 0-1 0 0,1 0 1 0 0,0 0-1 0 0,-1 0 1 0 0,1 0-1 0 0,0 0 1 0 0,-1 0-1 0 0,1 0 1 0 0,0 0-1 0 0,-1 0 1 0 0,1 1-1 0 0,-4-1-5 0 0,-10 0-1 0 0,1 1 1 0 0,-1 0 0 0 0,-25 7-1 0 0,29-5 4 0 0,6-2 2 0 0,1 0 0 0 0,-1 0 0 0 0,0-1 0 0 0,-6 1 0 0 0,10 1-5 0 0,-1-1 1 0 0,1 0-1 0 0,-1 0 0 0 0,1 1 0 0 0,0-1 0 0 0,0 0 0 0 0,0 0 0 0 0,0 1 0 0 0,-1-1 0 0 0,2 0 0 0 0,-1 1 0 0 0,0 1 0 0 0,0-1 14 0 0,1 21 0 0 0,8 38 0 0 0,-3-17-16 0 0,14 61 52 0 0,-9-51-56 0 0,-3-12 30 0 0,24 75 0 0 0,-20-82-4 0 0,6 15 40 0 0,-12-34-34 0 0,4 7 0 0 0,-6-13-28 0 0,-4-9 27 0 0,1-1-1 0 0,-1 1 1 0 0,0 0-1 0 0,0 0 1 0 0,1-1-1 0 0,-1 1 1 0 0,0 0-1 0 0,1 0 1 0 0,-1-1-1 0 0,1 1 1 0 0,-1 0-1 0 0,1-1 1 0 0,-1 1-1 0 0,1-1 1 0 0,-1 1-1 0 0,1-1 1 0 0,0 1-1 0 0,-1-1 1 0 0,1 1-1 0 0,0-1 1 0 0,0 1-1 0 0,1-1 1 0 0,14 2 258 0 0,0 0 0 0 0,0-2 1 0 0,33-2-1 0 0,-33 1-229 0 0,61-7-8 0 0,-70 7-461 0 0,0 0 0 0 0,0-1 0 0 0,-1 0 0 0 0,11-4 0 0 0,-15 5-8 0 0,-1 0 43 0 0,0 1-1 0 0,-1 0 0 0 0,1 0 1 0 0,0-1-1 0 0,-1 1 0 0 0,1-1 1 0 0,0 1-1 0 0,-1-1 0 0 0,1 1 1 0 0,-1-1-1 0 0,1 1 0 0 0,-1-1 1 0 0,1 0-1 0 0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39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6 8546 0 0,'0'0'15977'0'0,"-2"-2"-15927"0"0,-7-1-44 0 0,9 3-5 0 0,0 0 0 0 0,0 0 0 0 0,0 0-1 0 0,-1 0 1 0 0,1 0 0 0 0,0 0 0 0 0,0 0-1 0 0,0 0 1 0 0,-1 0 0 0 0,1 1 0 0 0,0-1 0 0 0,0 0-1 0 0,0 0 1 0 0,0 0 0 0 0,0 0 0 0 0,-1 0-1 0 0,1 1 1 0 0,0-1 0 0 0,0 0 0 0 0,0 0-1 0 0,0 0 1 0 0,0 0 0 0 0,0 1 0 0 0,0-1 0 0 0,-1 0-1 0 0,1 0 1 0 0,0 3 13 0 0,-1 0 0 0 0,1 0-1 0 0,0 1 1 0 0,0 5 0 0 0,0-1 13 0 0,0 9 37 0 0,1 0 0 0 0,1 0-1 0 0,4 23 1 0 0,-3-30-15 0 0,0 0-1 0 0,0-1 1 0 0,1 0-1 0 0,0 0 0 0 0,1 0 1 0 0,-1 0-1 0 0,9 10 1 0 0,-12-18-46 0 0,12 17 88 0 0,0-1-1 0 0,30 28 0 0 0,-42-43-143 0 0,11 6-4613 0 0,-8-19-1207 0 0,-9-10-4111 0 0,1 14 4947 0 0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39.7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1 104 6233 0 0,'0'0'16013'0'0,"3"-17"-15956"0"0,13-50-31 0 0,-16 65-26 0 0,0 1 0 0 0,0 0 1 0 0,1 0-1 0 0,-1 0 0 0 0,1 0 1 0 0,-1-1-1 0 0,1 1 1 0 0,-1 0-1 0 0,1 0 0 0 0,0 0 1 0 0,-1 0-1 0 0,1 0 0 0 0,0 0 1 0 0,0 1-1 0 0,1-2 0 0 0,-2 2 0 0 0,1-1 1 0 0,-1 1-1 0 0,1 0 0 0 0,-1 0 0 0 0,1 0 0 0 0,-1 0 0 0 0,1 0 1 0 0,-1 0-1 0 0,1 0 0 0 0,-1 0 0 0 0,1 0 0 0 0,-1 0 1 0 0,0 0-1 0 0,1 0 0 0 0,-1 0 0 0 0,1 0 0 0 0,-1 1 0 0 0,1-1 1 0 0,2 1 0 0 0,13 0 0 0 0,1 1 0 0 0,-1 1-1 0 0,0 1 1 0 0,-1 0 0 0 0,23 9-1 0 0,6 1 12 0 0,58 11 116 0 0,-92-24 18 0 0,-9-1 265 0 0,-2 2-123 0 0,-2 1-318 0 0,0 0 24 0 0,0 0 1 0 0,1 0-1 0 0,-1 1 0 0 0,1 0 0 0 0,0-1 0 0 0,0 1 1 0 0,0 0-1 0 0,1 0 0 0 0,-1 0 0 0 0,1 0 0 0 0,0 0 0 0 0,0 4 1 0 0,-1 7 16 0 0,0-1 1 0 0,2 16 0 0 0,0-20-4 0 0,1 0-1 0 0,1 0 1 0 0,-1 0 0 0 0,5 11-1 0 0,14 39 66 0 0,-14-42-70 0 0,24 51-2 0 0,-15-28 22 0 0,-8-22-10 0 0,0 0 0 0 0,3 20-1 0 0,-8-30-13 0 0,1 7 21 0 0,-1-1 0 0 0,1 31 0 0 0,-3-45 97 0 0,-15 3-409 0 0,1 0-168 0 0,-10-1-4362 0 0,-46-2 0 0 0,41-1-2464 0 0,15 0 1358 0 0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41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0 7394 0 0,'0'0'14552'0'0,"-1"0"-14547"0"0,0 1 0 0 0,1-1 0 0 0,-1 0 0 0 0,1 1 0 0 0,-1-1 0 0 0,1 0 0 0 0,-1 1 0 0 0,1-1 0 0 0,-1 0 0 0 0,1 1 0 0 0,-1-1-1 0 0,1 1 1 0 0,-1 0 0 0 0,-2 12 14 0 0,1-1 0 0 0,0 1-1 0 0,1 0 1 0 0,0-1 0 0 0,2 1-1 0 0,0 14 1 0 0,0-15-6 0 0,1 3 32 0 0,0-1-1 0 0,1 1 0 0 0,9 26 0 0 0,-5-20-9 0 0,-2-7-125 0 0,0-1 0 0 0,1 0-1 0 0,13 20 1 0 0,10 12-4402 0 0,-28-44 4250 0 0,1 2-1291 0 0,0 0 0 0 0,1 0 0 0 0,-1 0 0 0 0,1 0 0 0 0,0-1 0 0 0,3 4 0 0 0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41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343 47 9634 0 0,'0'0'13128'0'0,"-31"-8"-12874"0"0,-98-22-64 0 0,88 22-101 0 0,28 8-20 0 0,4 0-29 0 0,1 0-229 0 0,0 0 1 0 0,-1 0-1 0 0,1 1 1 0 0,0 0-1 0 0,0 1 1 0 0,0-1-1 0 0,0 1 1 0 0,-14 7-1 0 0,1 1-4433 0 0,9-3-2545 0 0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42.2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19 3801 0 0,'0'0'12941'0'0,"-3"-4"-12970"0"0,-3-3 9 0 0,0 0 71 0 0,17 16 186 0 0,4 4 55 0 0,1-2-1 0 0,23 13 1 0 0,-12-7-63 0 0,19 11 78 0 0,1-2 0 0 0,2-3-1 0 0,65 24 1 0 0,-93-39-401 0 0,0 0 1 0 0,26 16-1 0 0,-39-22-944 0 0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42.5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1 9050 0 0,'0'0'12457'0'0,"-17"13"-12339"0"0,-52 43-33 0 0,65-53-73 0 0,1 0 1 0 0,-1 0-1 0 0,0 1 0 0 0,1-1 0 0 0,0 1 1 0 0,-5 7-1 0 0,3-4 18 0 0,-17 30 141 0 0,13-21-110 0 0,-7 23-105 0 0,9-22-521 0 0,-6 8-3657 0 0,2-10-4326 0 0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43.8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33 2417 0 0,'0'0'17791'0'0,"6"-5"-17656"0"0,15-17-31 0 0,-16 16 1 0 0,-5 8-88 0 0,-1 0 0 0 0,1 0 0 0 0,-1 0 0 0 0,0 0 0 0 0,1-1-1 0 0,-1 1 1 0 0,0 0 0 0 0,0 0 0 0 0,0-1 0 0 0,0 1 0 0 0,0-1 0 0 0,-1 1-1 0 0,1-1 1 0 0,0 1 0 0 0,-1-1 0 0 0,1 0 0 0 0,-1 0 0 0 0,1 0-1 0 0,-4 2 1 0 0,-2 1 94 0 0,0 0-1 0 0,0 0 1 0 0,-13 4-1 0 0,1-4 56 0 0,1 0 0 0 0,-1-1-1 0 0,0-1 1 0 0,0-1 0 0 0,-27-1-1 0 0,26 0 12 0 0,-1-4 1938 0 0,30 5-2265 0 0,-5 5 93 0 0,0 0 0 0 0,-1-1 0 0 0,1 1 0 0 0,-1 0 0 0 0,3 10 1 0 0,-2-6 41 0 0,3 6-1 0 0,-1 1 0 0 0,-1 0 0 0 0,4 22 0 0 0,4 54-102 0 0,-5-28 67 0 0,-2-13 25 0 0,3 23-2 0 0,-6-62 19 0 0,0 4 7 0 0,6 16-1 0 0,-5-15 6 0 0,-3-13 2 0 0,0-1 0 0 0,1 1 0 0 0,-1-1 1 0 0,1 0-1 0 0,3 7 0 0 0,3 4 12 0 0,-7-11-4 0 0,1-1-1 0 0,0 0 0 0 0,0 1 0 0 0,0-1 1 0 0,0 0-1 0 0,0 0 0 0 0,1 0 0 0 0,0-1 1 0 0,3 4-1 0 0,0-2 33 0 0,-5-2-6 0 0,1-1-1 0 0,0 1 0 0 0,0-1 1 0 0,0 0-1 0 0,0 1 0 0 0,0-1 1 0 0,0 0-1 0 0,0 0 0 0 0,0-1 1 0 0,1 1-1 0 0,-1 0 1 0 0,3 0-1 0 0,7 0 137 0 0,1 0 0 0 0,-1-1 0 0 0,18-1 0 0 0,-23 0-487 0 0,0 0 0 0 0,-1 0 0 0 0,1-1 0 0 0,0 0 0 0 0,-1 0 1 0 0,0-1-1 0 0,12-6 0 0 0,-13 6-603 0 0,10-6-3598 0 0,-2 0-4288 0 0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44.3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48 9298 0 0,'0'0'14548'0'0,"7"-8"-14548"0"0,19-22-6 0 0,-24 29 5 0 0,-1 0-1 0 0,0 0 1 0 0,0 0 0 0 0,1 0 0 0 0,-1 1 0 0 0,1-1-1 0 0,-1 0 1 0 0,0 1 0 0 0,1-1 0 0 0,-1 1 0 0 0,1 0-1 0 0,0-1 1 0 0,-1 1 0 0 0,1 0 0 0 0,-1 0 0 0 0,1 0-1 0 0,-1 0 1 0 0,1 0 0 0 0,-1 0 0 0 0,1 1 0 0 0,0-1-1 0 0,-1 0 1 0 0,1 1 0 0 0,-1-1 0 0 0,0 1 0 0 0,3 1-1 0 0,1 0-1 0 0,165 60-55 0 0,-157-57 42 0 0,-8-3 8 0 0,-1 0-1 0 0,1 0 0 0 0,-1 0 0 0 0,1 0 0 0 0,6 6 0 0 0,-10-7-12 0 0,0-1 0 0 0,0 1 0 0 0,0 0 0 0 0,0 0 0 0 0,-1 0 0 0 0,1-1 0 0 0,0 1 0 0 0,0 0 0 0 0,-1 0 0 0 0,1 0 0 0 0,0 3 0 0 0,-1-4 12 0 0,0 1 1 0 0,0-1-1 0 0,0 1 0 0 0,0-1 0 0 0,0 1 0 0 0,0-1 0 0 0,0 1 1 0 0,0-1-1 0 0,-1 1 0 0 0,1-1 0 0 0,0 1 0 0 0,0-1 0 0 0,-1 1 0 0 0,1-1 1 0 0,0 1-1 0 0,0-1 0 0 0,-1 0 0 0 0,1 1 0 0 0,-1-1 0 0 0,1 1 0 0 0,0-1 1 0 0,-1 0-1 0 0,1 0 0 0 0,-1 1 0 0 0,1-1 0 0 0,-1 1 0 0 0,-6 2 11 0 0,0 1 0 0 0,0-1 0 0 0,-1 0 0 0 0,1-1 0 0 0,-1 1 1 0 0,-10 1-1 0 0,10-3-1 0 0,0 1 1 0 0,0 0-1 0 0,1 1 1 0 0,-1-1 0 0 0,-12 8-1 0 0,19-9-2 0 0,0 0-1 0 0,0 0 0 0 0,0 0 1 0 0,0 0-1 0 0,0 0 1 0 0,0 1-1 0 0,1-1 1 0 0,-1 0-1 0 0,0 1 0 0 0,1-1 1 0 0,-1 0-1 0 0,1 1 1 0 0,-1-1-1 0 0,1 1 0 0 0,0-1 1 0 0,-1 1-1 0 0,1-1 1 0 0,0 0-1 0 0,0 1 0 0 0,0-1 1 0 0,0 1-1 0 0,0-1 1 0 0,1 1-1 0 0,-1-1 0 0 0,0 1 1 0 0,1-1-1 0 0,-1 1 1 0 0,1-1-1 0 0,-1 0 0 0 0,1 1 1 0 0,0-1-1 0 0,0 0 1 0 0,-1 1-1 0 0,2 0 0 0 0,66 45 79 0 0,-40-29-79 0 0,-27-17-5 0 0,0 0-1 0 0,0 0 1 0 0,0 0-1 0 0,0 1 1 0 0,0-1-1 0 0,0 0 1 0 0,0 0 0 0 0,-1 1-1 0 0,1-1 1 0 0,0 1-1 0 0,-1-1 1 0 0,0 0 0 0 0,1 1-1 0 0,-1-1 1 0 0,0 1-1 0 0,1-1 1 0 0,-1 1-1 0 0,0-1 1 0 0,0 1 0 0 0,0-1-1 0 0,0 1 1 0 0,-1-1-1 0 0,1 1 1 0 0,0-1 0 0 0,-1 1-1 0 0,1-1 1 0 0,-1 0-1 0 0,1 1 1 0 0,-1-1-1 0 0,0 0 1 0 0,-1 3 0 0 0,-12 12 8 0 0,12-12-2 0 0,0-1 0 0 0,-1 0 0 0 0,0 0 0 0 0,0 0 1 0 0,0 0-1 0 0,0-1 0 0 0,-5 4 0 0 0,1-2-456 0 0,0-1 0 0 0,0 1 0 0 0,-1-1 0 0 0,1-1 0 0 0,-14 3 1 0 0,11-3-2662 0 0,1-1 0 0 0,-13 0 1 0 0,10-1-2143 0 0,1 0-372 0 0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45.0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69 8010 0 0,'0'0'16871'0'0,"7"-11"-16876"0"0,24-35-11 0 0,-30 45 15 0 0,0 0 0 0 0,0 0 0 0 0,-1 1-1 0 0,1-1 1 0 0,0 0 0 0 0,0 0 0 0 0,0 0 0 0 0,0 1 0 0 0,0-1-1 0 0,0 1 1 0 0,0-1 0 0 0,0 1 0 0 0,0-1 0 0 0,0 1 0 0 0,0-1 0 0 0,1 1-1 0 0,-1 0 1 0 0,0 0-1 0 0,0 0 0 0 0,0 0 1 0 0,0 0-1 0 0,0 1 0 0 0,0-1 1 0 0,0 0-1 0 0,0 0 0 0 0,0 1 1 0 0,0-1-1 0 0,1 1 0 0 0,2 1-5 0 0,116 56-18 0 0,9 2 60 0 0,-123-57-11 0 0,0-1 0 0 0,0 0 0 0 0,12 2 0 0 0,-17-4 54 0 0,-17 2-913 0 0,13 0 824 0 0,0 0-1 0 0,1 0 0 0 0,-1 0 0 0 0,0 0 0 0 0,1 0 0 0 0,0 1 0 0 0,-1-1 0 0 0,1 1 0 0 0,0-1 0 0 0,0 1 0 0 0,1 0 0 0 0,-1 0 1 0 0,1 0-1 0 0,-1 0 0 0 0,-1 4 0 0 0,-1 6-36 0 0,0 1 1 0 0,-4 17-1 0 0,6-11 16 0 0,1-1 1 0 0,0 1-1 0 0,3 24 0 0 0,-2-29 27 0 0,2 1 9 0 0,0 0-1 0 0,2 0 1 0 0,7 27-1 0 0,-2-13-12 0 0,8 16 56 0 0,-8-25-49 0 0,0 1-37 0 0,-4-12 53 0 0,-4-9-12 0 0,-1 0 0 0 0,1 0 0 0 0,-1 0-1 0 0,1 0 1 0 0,-1 0 0 0 0,1 0 0 0 0,-1 0 0 0 0,1 0 0 0 0,-1 0 0 0 0,0 0 0 0 0,0 0 0 0 0,0 2-1 0 0,1 6-44 0 0,0-8 36 0 0,-1 0 0 0 0,0 0 0 0 0,1 0 0 0 0,-1 0 1 0 0,0 0-1 0 0,0 0 0 0 0,0 0 0 0 0,0 0 0 0 0,0 1 1 0 0,0-1-1 0 0,0 0 0 0 0,0 0 0 0 0,-1 0 0 0 0,1 0 1 0 0,0 0-1 0 0,-1 0 0 0 0,1 0 0 0 0,-1 0 0 0 0,1 0 1 0 0,-2 2-1 0 0,-2 0-547 0 0,0 0 1 0 0,-1 0 0 0 0,1 0 0 0 0,-1-1 0 0 0,1 0-1 0 0,-1 0 1 0 0,0 0 0 0 0,-7 2 0 0 0,5-3-1972 0 0,1 0 0 0 0,-1 0 1 0 0,-8 0-1 0 0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45.5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5089 0 0,'0'0'9661'0'0,"35"17"-9432"0"0,-35-17-229 0 0,141 75 280 0 0,-133-71-226 0 0,1 1 1 0 0,-1 1-1 0 0,0-1 0 0 0,0 1 0 0 0,10 10 1 0 0,73 88 1001 0 0,-75-82-820 0 0,-1 0-1 0 0,-1 2 0 0 0,12 25 0 0 0,-15-25-37 0 0,-1 0 0 0 0,-2 0 0 0 0,0 0-1 0 0,-2 1 1 0 0,0 1 0 0 0,-2-1-1 0 0,2 46 1 0 0,-7-2 36 0 0,0-60-219 0 0,0-1 0 0 0,-1 1-1 0 0,0-1 1 0 0,0 1 0 0 0,-1-1 0 0 0,-4 9 0 0 0,1-6 7 0 0,0 0 1 0 0,-1-1-1 0 0,-1 1 1 0 0,1-2 0 0 0,-1 1-1 0 0,-1-1 1 0 0,0 0 0 0 0,0-1-1 0 0,-18 13 1 0 0,11-11-795 0 0,0 0-1 0 0,0-2 1 0 0,-1 1 0 0 0,0-2-1 0 0,-33 10 1 0 0,4-5-7160 0 0,30-8 770 0 0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50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66 3449 0 0,'0'0'15368'0'0,"-9"-9"-14526"0"0,-26-29-107 0 0,34 38-675 0 0,0-1 0 0 0,0 0 0 0 0,0 1 0 0 0,1-1 0 0 0,-1 0 0 0 0,0 0 0 0 0,1 0 0 0 0,-1 0 0 0 0,0 0 0 0 0,1 1 0 0 0,-1-1 0 0 0,1 0 0 0 0,0 0 0 0 0,-1 0 0 0 0,1 0 0 0 0,0 0 0 0 0,0 0 0 0 0,-2-3 2034 0 0,8 11-2193 0 0,1 0 137 0 0,0 1 0 0 0,1-1-1 0 0,9 7 1 0 0,6 4 56 0 0,47 52 244 0 0,31 35-7 0 0,25 24-59 0 0,126 117-88 0 0,-231-225-179 0 0,-1 0 1 0 0,25 37 0 0 0,-34-45 20 0 0,-8-10-26 0 0,-1-1-1 0 0,0 1 0 0 0,0-1 1 0 0,-1 1-1 0 0,1 0 1 0 0,0-1-1 0 0,-1 1 1 0 0,2 4-1 0 0,-2-5-434 0 0,-2-8-342 0 0,-6-5-1895 0 0,-17-20 0 0 0,13 17 693 0 0,-18-20-6501 0 0,18 23 618 0 0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50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305 72 4385 0 0,'0'0'20642'0'0,"-1"-12"-20229"0"0,-1-4-281 0 0,-1-8 15 0 0,2 5 720 0 0,0 25-827 0 0,0-1 1 0 0,-1 1-1 0 0,1-1 1 0 0,-1 0 0 0 0,-1 0-1 0 0,1 1 1 0 0,-1-1-1 0 0,-5 8 1 0 0,-4 8 163 0 0,-11 26 1 0 0,12-23-99 0 0,-10 27 139 0 0,-22 80 1 0 0,31-90-224 0 0,-55 187 230 0 0,46-163-180 0 0,19-60-176 0 0,0 1 0 0 0,-1-1 0 0 0,0 0 0 0 0,0 0 0 0 0,0 0 0 0 0,-1-1 0 0 0,1 1 0 0 0,-1-1 0 0 0,0 0 0 0 0,0 0 0 0 0,-7 6 0 0 0,9-10-399 0 0,1 1 0 0 0,-1 0 0 0 0,1-1 0 0 0,-1 1 1 0 0,1 0-1 0 0,-1-1 0 0 0,1 0 0 0 0,-1 1 0 0 0,-2-1 0 0 0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51.6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21 2865 0 0,'0'0'21418'0'0,"-2"-3"-20868"0"0,-9-11-76 0 0,11 14-457 0 0,0 0 1 0 0,0-1-1 0 0,0 1 1 0 0,0 0-1 0 0,0 0 0 0 0,0 0 1 0 0,0 0-1 0 0,0 0 1 0 0,0 0-1 0 0,0 0 1 0 0,0 0-1 0 0,0-1 1 0 0,0 1-1 0 0,0 0 1 0 0,0 0-1 0 0,0 0 0 0 0,0 0 1 0 0,0 0-1 0 0,0 0 1 0 0,0 0-1 0 0,0 0 1 0 0,0-1-1 0 0,0 1 1 0 0,0 0-1 0 0,0 0 1 0 0,0 0-1 0 0,0 0 0 0 0,0 0 1 0 0,0 0-1 0 0,1 0 1 0 0,-1 0-1 0 0,0 0 1 0 0,0 0-1 0 0,0-1 1 0 0,0 1-1 0 0,0 0 1 0 0,0 0-1 0 0,0 0 0 0 0,0 0 1 0 0,0 0-1 0 0,0 0 1 0 0,1 0-1 0 0,-1 0 1 0 0,0 0-1 0 0,0 0 1 0 0,0 0-1 0 0,0 0 1 0 0,0 0-1 0 0,0 0 0 0 0,0 0 1 0 0,1 0-1 0 0,-1 0 1 0 0,0 0-1 0 0,0 0 1 0 0,0 0-1 0 0,0 0 1 0 0,0 0-1 0 0,7 0-6 0 0,1 0 7 0 0,1 0 0 0 0,-1 1 0 0 0,1 0 0 0 0,-1 1 0 0 0,1-1 0 0 0,9 4 0 0 0,33 12-47 0 0,38 14 46 0 0,-75-25-5 0 0,-10-5-20 0 0,1 0-1 0 0,-1 1 0 0 0,0 0 0 0 0,0 0 0 0 0,0 0 1 0 0,0 1-1 0 0,0-1 0 0 0,0 1 0 0 0,0 0 1 0 0,-1 0-1 0 0,5 6 0 0 0,-7-9 5 0 0,-1 1 1 0 0,0-1-1 0 0,0 1 0 0 0,0-1 0 0 0,1 1 1 0 0,-1 0-1 0 0,0-1 0 0 0,0 1 1 0 0,0-1-1 0 0,0 1 0 0 0,0 0 1 0 0,0-1-1 0 0,0 1 0 0 0,0-1 0 0 0,0 1 1 0 0,-1 0-1 0 0,1-1 0 0 0,0 1 1 0 0,0-1-1 0 0,0 1 0 0 0,-1-1 1 0 0,1 1-1 0 0,0-1 0 0 0,-1 1 1 0 0,1-1-1 0 0,0 1 0 0 0,-1-1 0 0 0,1 1 1 0 0,-1-1-1 0 0,1 1 0 0 0,-1-1 1 0 0,-15 12-54 0 0,-1-3 77 0 0,0-2 0 0 0,0 0-1 0 0,-26 7 1 0 0,38-13-18 0 0,0 0-1 0 0,0 0 1 0 0,0 1-1 0 0,0-1 0 0 0,0 1 1 0 0,1 0-1 0 0,-1 0 1 0 0,1 1-1 0 0,-1 0 1 0 0,-6 5-1 0 0,10-7-2 0 0,1 0 0 0 0,-1 0 0 0 0,1 0 1 0 0,0 0-1 0 0,-1 0 0 0 0,1 0 0 0 0,0 0 0 0 0,-1 0 1 0 0,1 0-1 0 0,0 1 0 0 0,0-1 0 0 0,0 0 0 0 0,0 0 1 0 0,0 0-1 0 0,0 0 0 0 0,1 2 0 0 0,-1 0 7 0 0,0 0 0 0 0,1-1 0 0 0,0 1 0 0 0,0 0-1 0 0,1 4 1 0 0,2-1 11 0 0,0 0 0 0 0,1 0-1 0 0,-1 0 1 0 0,1 0 0 0 0,1 0-1 0 0,10 8 1 0 0,41 27 12 0 0,-30-23-8 0 0,-11-8-11 0 0,-10-6-10 0 0,0-1 0 0 0,-1 1-1 0 0,1 0 1 0 0,-1 1 0 0 0,0-1 0 0 0,0 1-1 0 0,0 0 1 0 0,4 7 0 0 0,-8-11-5 0 0,0-1 0 0 0,-1 1 0 0 0,0 0 0 0 0,1-1 0 0 0,-1 1 0 0 0,1 0 1 0 0,-1 0-1 0 0,0 0 0 0 0,1-1 0 0 0,-1 1 0 0 0,0 0 0 0 0,0 0 0 0 0,0 0 0 0 0,0 0 0 0 0,0-1 0 0 0,0 1 0 0 0,0 0 0 0 0,0 0 0 0 0,0 0 0 0 0,0 0 1 0 0,0 0-1 0 0,-1-1 0 0 0,1 1 0 0 0,0 0 0 0 0,0 0 0 0 0,-1 0 0 0 0,1-1 0 0 0,-1 1 0 0 0,1 0 0 0 0,-1-1 0 0 0,1 1 0 0 0,-1 0 0 0 0,1-1 0 0 0,-1 1 1 0 0,1 0-1 0 0,-1-1 0 0 0,0 1 0 0 0,1-1 0 0 0,-1 1 0 0 0,0-1 0 0 0,0 0 0 0 0,1 1 0 0 0,-1-1 0 0 0,0 0 0 0 0,0 1 0 0 0,0-1 0 0 0,1 0 0 0 0,-3 0 1 0 0,-3 2-1 0 0,-1-1 1 0 0,0 0 0 0 0,0 0 0 0 0,-11-1 0 0 0,17 0 2 0 0,-30-1-435 0 0,-1 0-1 0 0,1-3 1 0 0,0 0-1 0 0,-53-15 1 0 0,44 6-3278 0 0,14 4-2758 0 0,16 6 2652 0 0,-2-1-6186 0 0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52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351 42 4921 0 0,'0'0'17885'0'0,"-9"0"-17422"0"0,-62 0 316 0 0,-4 6-528 0 0,56-3-606 0 0,0-1 0 0 0,0-1 0 0 0,-31-2 1 0 0,45 0-272 0 0,-1 0 0 0 0,1 0 0 0 0,0 0 1 0 0,0-1-1 0 0,0 0 0 0 0,0 0 0 0 0,0 0 0 0 0,-7-5 1 0 0,7 3-872 0 0,1 1 1 0 0,0 0 0 0 0,0-1-1 0 0,-7-7 1 0 0,3 3-2593 0 0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52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363 66 4729 0 0,'0'0'18472'0'0,"-10"-11"-18443"0"0,-32-33-1 0 0,30 34-11 0 0,12 9-16 0 0,0 1-1 0 0,0 0 1 0 0,0 0-1 0 0,-1 0 1 0 0,1 0 0 0 0,0 0-1 0 0,0 0 1 0 0,0 0-1 0 0,0 0 1 0 0,0 0-1 0 0,0 0 1 0 0,0 0-1 0 0,-1 0 1 0 0,1 0-1 0 0,0 0 1 0 0,0 0-1 0 0,0 0 1 0 0,0 0-1 0 0,0 0 1 0 0,0 0-1 0 0,0 0 1 0 0,0 1 0 0 0,-1-1-1 0 0,1 0 1 0 0,0 0-1 0 0,0 0 1 0 0,0 0-1 0 0,0 0 1 0 0,0 0-1 0 0,0 0 1 0 0,0 0-1 0 0,0 0 1 0 0,0 0-1 0 0,0 0 1 0 0,0 0-1 0 0,0 1 1 0 0,-1-1-1 0 0,1 0 1 0 0,-1 1 12 0 0,-14 10 61 0 0,11-7-51 0 0,-1-1 0 0 0,1 0 0 0 0,-1 0 0 0 0,0 0 0 0 0,0-1 0 0 0,-9 4 0 0 0,-2-2 2 0 0,0 0 0 0 0,0-1 0 0 0,0-1 0 0 0,-30 1 0 0 0,26-4-1305 0 0,-27-3-1 0 0,35 2-1309 0 0,-18-5-1 0 0,12 2-2996 0 0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53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86 0 0 0,'0'0'11524'0'0,"5"-8"-10411"0"0,15-24 44 0 0,-20 31-889 0 0,1 0 0 0 0,0 1 0 0 0,-1-1 0 0 0,1-1 0 0 0,0 1 0 0 0,-1 0 1 0 0,0 0-1 0 0,1 0 0 0 0,-1 0 0 0 0,0 0 0 0 0,1 0 0 0 0,-1-1 0 0 0,0 1 0 0 0,0 0 1 0 0,0 0-1 0 0,0 0 0 0 0,0 0 0 0 0,0-1 0 0 0,0 1 0 0 0,0 0 0 0 0,-1 0 0 0 0,1 0 1 0 0,0 0-1 0 0,-1 0 0 0 0,1-1 0 0 0,-1 1 0 0 0,1 0 0 0 0,-1 0 0 0 0,0 0 1 0 0,1 0-1 0 0,-1 0 0 0 0,0 0 0 0 0,0 1 0 0 0,0-1 0 0 0,-1-1 0 0 0,1 1 316 0 0,0 0-558 0 0,1 1-1 0 0,-1-1 0 0 0,1 1 0 0 0,-1-1 1 0 0,0 1-1 0 0,1 0 0 0 0,-1-1 0 0 0,0 1 1 0 0,1 0-1 0 0,-1 0 0 0 0,0-1 0 0 0,1 1 1 0 0,-1 0-1 0 0,0 0 0 0 0,1 0 0 0 0,-1 0 0 0 0,0 0 1 0 0,0 0-1 0 0,1 0 0 0 0,-1 0 0 0 0,0 0 1 0 0,0 0-1 0 0,1 0 0 0 0,-1 1 0 0 0,0-1 1 0 0,1 0-1 0 0,-1 0 0 0 0,0 1 0 0 0,1-1 1 0 0,-1 0-1 0 0,1 1 0 0 0,-1-1 0 0 0,0 1 0 0 0,-2 2 116 0 0,0-1-1 0 0,0 1 0 0 0,1-1 0 0 0,-4 5 1 0 0,6-6-139 0 0,-13 24 31 0 0,4-8-12 0 0,1-1-1 0 0,1 1 0 0 0,-8 25 0 0 0,10-27-9 0 0,-3 7 1 0 0,2-7-2 0 0,1 0 1 0 0,-5 24-1 0 0,5-10 17 0 0,1-10 14 0 0,1 0-1 0 0,0 25 0 0 0,3-27-4 0 0,2 76 181 0 0,-1-77-170 0 0,2 1 1 0 0,0-1-1 0 0,8 26 1 0 0,1-8-12 0 0,3-1 1 0 0,0-1-1 0 0,2 0 0 0 0,2-1 1 0 0,1 0-1 0 0,1-2 1 0 0,1-1-1 0 0,2 0 0 0 0,1-2 1 0 0,48 40-1 0 0,-66-60-462 0 0,1-1 0 0 0,-1 0 0 0 0,1 0 0 0 0,0-1 0 0 0,1 0 0 0 0,10 3 0 0 0,5-1-4236 0 0,0-4-4510 0 0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53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40 1384 0 0,'0'0'20498'0'0,"-9"-6"-19871"0"0,-30-21-179 0 0,30 20-17 0 0,22 17-381 0 0,18 16 42 0 0,25 19-8 0 0,-14-15-34 0 0,116 78 80 0 0,-134-93-171 0 0,66 38 195 0 0,-70-42-396 0 0,0-1 1 0 0,33 10-1 0 0,-36-17-2052 0 0,-19-13-4730 0 0,0 7 5711 0 0,1 0 0 0 0,-1 0-1 0 0,0 0 1 0 0,0 1-1 0 0,0-1 1 0 0,-5-4 0 0 0,6 5 280 0 0,-8-4-2605 0 0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54.2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192 1 7170 0 0,'0'0'15385'0'0,"-21"9"-14924"0"0,-62 30-124 0 0,55-24-134 0 0,22-7-80 0 0,3-3-72 0 0,-2 2-15 0 0,2-1-1 0 0,-1 0 0 0 0,1 1 1 0 0,0 0-1 0 0,0 0 1 0 0,1 0-1 0 0,0 0 0 0 0,-1 8 1 0 0,0 7-60 0 0,-1 31 1 0 0,3-22-435 0 0,0-24-718 0 0,0 1 0 0 0,-4 10 0 0 0,-2 3-8320 0 0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55.1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253 65 4793 0 0,'0'0'19394'0'0,"-10"-11"-19197"0"0,-30-32-85 0 0,28 32-72 0 0,-3 12-39 0 0,1 0 1 0 0,0 1-1 0 0,0 1 0 0 0,-16 4 1 0 0,-5-1 19 0 0,25-5-5 0 0,1 0-1 0 0,-10 3 1 0 0,14-3 9 0 0,1 0 1 0 0,-1 0 0 0 0,1-1 0 0 0,-8 1 835 0 0,13 1-827 0 0,0 0 0 0 0,1 0 0 0 0,-1 0-1 0 0,1 0 1 0 0,-1-1 0 0 0,3 3 0 0 0,0 0-6 0 0,8 9-21 0 0,-3-3 8 0 0,12 16 1 0 0,3 8-18 0 0,-11-18 3 0 0,-1 1-1 0 0,14 29 1 0 0,-17-26-8 0 0,-1 1 0 0 0,0 0 0 0 0,-2 1 0 0 0,-1-1 0 0 0,0 1 0 0 0,1 28 1 0 0,-4-31-10 0 0,1 27-71 0 0,-2-33 95 0 0,0 0-1 0 0,0 0 1 0 0,5 17 0 0 0,-5-28 6 0 0,0 1 0 0 0,0 0 0 0 0,0-1 0 0 0,0 1 0 0 0,1-1 0 0 0,-1 1 0 0 0,1-1 0 0 0,0 0 0 0 0,0 0 0 0 0,0 0 0 0 0,0 0 0 0 0,2 2 0 0 0,15 8 134 0 0,-7-8-19 0 0,-6-1-55 0 0,0-1 0 0 0,12 3 0 0 0,20 5-56 0 0,-28-7-82 0 0,0-1 0 0 0,1 0 0 0 0,-1 0-1 0 0,15 0 1 0 0,-21-2-155 0 0,-1 1-352 0 0,0-1-1 0 0,1-1 1 0 0,-1 1 0 0 0,6-1-1 0 0,-8 0 77 0 0,1 1 0 0 0,-1-1 0 0 0,0 0 0 0 0,0 1 0 0 0,0-1 0 0 0,1 0 0 0 0,-1 1 0 0 0,0-1 0 0 0,0 0 0 0 0,0 0 0 0 0,0 0 0 0 0,0 0 0 0 0,-1 0 0 0 0,3-2 0 0 0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55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86 2633 0 0,'0'0'19949'0'0,"0"-14"-19583"0"0,0-43-97 0 0,0 42 8 0 0,6 17-347 0 0,-2 1 27 0 0,-1 1 0 0 0,0 0 1 0 0,0 0-1 0 0,0 0 0 0 0,3 5 1 0 0,4 7 7 0 0,11 13 32 0 0,-2-5-30 0 0,-1 2 1 0 0,-1 0-1 0 0,18 40 1 0 0,-34-64 29 0 0,0 1 1 0 0,-1-1 0 0 0,1 1-1 0 0,-1 0 1 0 0,1-1 0 0 0,-1 1 0 0 0,0 0-1 0 0,0 3 1 0 0,0 1-24 0 0,-1-7 27 0 0,1 1-1 0 0,0-1 1 0 0,-1 1-1 0 0,1 0 1 0 0,0-1 0 0 0,-1 1-1 0 0,1-1 1 0 0,-1 1-1 0 0,1-1 1 0 0,-1 1 0 0 0,1-1-1 0 0,-1 0 1 0 0,1 1 0 0 0,-1-1-1 0 0,0 0 1 0 0,1 1-1 0 0,-1-1 1 0 0,1 0 0 0 0,-1 0-1 0 0,0 1 1 0 0,1-1-1 0 0,-1 0 1 0 0,0 0 0 0 0,1 0-1 0 0,-2 0 1 0 0,-19 3 211 0 0,10-4-111 0 0,0 0 1 0 0,0 0-1 0 0,0-1 0 0 0,0-1 1 0 0,0 0-1 0 0,1 0 0 0 0,-1-1 1 0 0,1 0-1 0 0,-15-9 1 0 0,-40-23 235 0 0,58 32-273 0 0,0-1 0 0 0,0 0 0 0 0,1-1 0 0 0,0 0 0 0 0,0 1 0 0 0,-9-13 0 0 0,13 15-22 0 0,1 0 0 0 0,-1 0 1 0 0,1 0-1 0 0,0 0 0 0 0,0 0 0 0 0,0-1 0 0 0,0 1 1 0 0,1 0-1 0 0,-1-6 0 0 0,1 7-50 0 0,0 1 0 0 0,0-1 0 0 0,0 0 0 0 0,0 0 0 0 0,0 1 0 0 0,0-1 0 0 0,0 0 0 0 0,1 1 0 0 0,-1-1 0 0 0,1 0 0 0 0,-1 1 0 0 0,1-1 1 0 0,0 0-1 0 0,-1 1 0 0 0,1-1 0 0 0,0 1 0 0 0,0-1 0 0 0,0 1 0 0 0,2-2 0 0 0,2 0-436 0 0,0-1 0 0 0,1 1 1 0 0,0 0-1 0 0,-1 0 0 0 0,1 1 1 0 0,0-1-1 0 0,1 1 0 0 0,-1 1 1 0 0,11-3-1 0 0,21 1-4517 0 0,0 3-3494 0 0,-29 0 5978 0 0,0 0-2436 0 0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56.2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91 6409 0 0,'0'0'16929'0'0,"8"-15"-16858"0"0,24-46-34 0 0,-23 48-32 0 0,-5 11-10 0 0,0 2-6 0 0,0 1 0 0 0,0-1 0 0 0,-1 1 0 0 0,1-1-1 0 0,0 1 1 0 0,0 0 0 0 0,-1 0 0 0 0,1 1 0 0 0,0-1 0 0 0,-1 1-1 0 0,0 0 1 0 0,1 0 0 0 0,-1 0 0 0 0,0 0 0 0 0,4 3 0 0 0,7 7-20 0 0,1 0 0 0 0,-1 1 1 0 0,-1 1-1 0 0,-1 0 0 0 0,13 17 1 0 0,1 10-96 0 0,-24-36 115 0 0,1-1-1 0 0,-1 1 1 0 0,0 0 0 0 0,0 0-1 0 0,-1 0 1 0 0,0 0 0 0 0,1 6 0 0 0,-1-6-1 0 0,0 0 0 0 0,0-1 0 0 0,0 1 0 0 0,3 5 0 0 0,-3-6 9 0 0,1 0 1 0 0,-1 1-1 0 0,0-1 0 0 0,0 1 0 0 0,0-1 1 0 0,0 6-1 0 0,0 5 11 0 0,5 30 0 0 0,1 5 15 0 0,-5-39-27 0 0,-1 1 1 0 0,6 14 0 0 0,-1-2 6 0 0,-1-7-8 0 0,0-1-1 0 0,10 19 1 0 0,-8-19-8 0 0,-2-3 4 0 0,5 8 10 0 0,-2 0 1 0 0,-1 1-1 0 0,7 30 1 0 0,-14-52-2 0 0,0 0 1 0 0,1 1-1 0 0,-1-1 1 0 0,0 1-1 0 0,0-1 1 0 0,0 1 0 0 0,0-1-1 0 0,0 1 1 0 0,0-1-1 0 0,0 1 1 0 0,0-1-1 0 0,0 0 1 0 0,0 1-1 0 0,0-1 1 0 0,-1 1-1 0 0,1-1 1 0 0,0 1-1 0 0,0-1 1 0 0,0 0-1 0 0,-1 1 1 0 0,1-1-1 0 0,0 1 1 0 0,-10 1-38 0 0,1-2-29 0 0,-74 3-3333 0 0,22-2-7071 0 0,49 1 1641 0 0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56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277 2 11771 0 0,'0'0'13394'0'0,"-19"0"-13292"0"0,-61-1-36 0 0,71 0-49 0 0,0 1-1 0 0,0 0 1 0 0,0 1-1 0 0,0 0 1 0 0,-9 3-1 0 0,0-1-109 0 0,8-1-295 0 0,-43 5-4965 0 0,47-7 3176 0 0,1 0 1 0 0,-1 0-1 0 0,1-1 1 0 0,-7-1-1 0 0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57.2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3 3569 0 0,'0'0'18588'0'0,"-5"-2"-18532"0"0,20 18-16 0 0,1 0 1 0 0,1-1 0 0 0,27 20-1 0 0,-25-21-10 0 0,32 25 96 0 0,86 51 1 0 0,-104-70-158 0 0,-26-14-104 0 0,0-1-1 0 0,1-1 1 0 0,0 1 0 0 0,0-1 0 0 0,0-1 0 0 0,0 0-1 0 0,0 0 1 0 0,10 2 0 0 0,-18-5 23 0 0,0 0-1 0 0,1 0 1 0 0,-1 0 0 0 0,0 0-1 0 0,0 0 1 0 0,0 0 0 0 0,1 0-1 0 0,-1 0 1 0 0,0 0 0 0 0,0 0-1 0 0,1 0 1 0 0,-1 0 0 0 0,0 0-1 0 0,0 0 1 0 0,0 0 0 0 0,1 0-1 0 0,-1 0 1 0 0,0 0 0 0 0,0 0-1 0 0,0 0 1 0 0,1 0 0 0 0,-1 0-1 0 0,0 0 1 0 0,0-1 0 0 0,0 1-1 0 0,0 0 1 0 0,1 0 0 0 0,-1 0-1 0 0,0 0 1 0 0,0-1 0 0 0,-1-6-2514 0 0,-12-11-1402 0 0,9 14 2236 0 0,-4-9-2189 0 0,0 7-1520 0 0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57.5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 1 7258 0 0,'0'0'15811'0'0,"-12"11"-15343"0"0,-38 37-119 0 0,45-44-276 0 0,1 0-1 0 0,0 1 0 0 0,0-1 1 0 0,0 1-1 0 0,0 0 0 0 0,1 0 0 0 0,-6 11 1 0 0,2-3 33 0 0,-39 76 220 0 0,34-67-329 0 0,11-18-124 0 0,-1 0 0 0 0,0 0 1 0 0,0 0-1 0 0,0 0 1 0 0,-1-1-1 0 0,0 1 0 0 0,1-1 1 0 0,-1 1-1 0 0,0-1 0 0 0,-1 0 1 0 0,1 0-1 0 0,-7 4 1 0 0,-17 6-4971 0 0,9-7-3265 0 0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58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28 8458 0 0,'0'0'12931'0'0,"-29"-5"-12751"0"0,-91-14-34 0 0,83 15-68 0 0,26 7-18 0 0,4-1-24 0 0,-4 1 20 0 0,1-1 0 0 0,-1 2 0 0 0,-17 6 0 0 0,28-9 8 0 0,0-1 1 0 0,0 0-1 0 0,0 0 1 0 0,0 0-1 0 0,0 0 1 0 0,0 0-1 0 0,0 0 1 0 0,0 1-1 0 0,0-1 1 0 0,0 0-1 0 0,0 0 1 0 0,0 0-1 0 0,0 0 1 0 0,0 0-1 0 0,0 0 1 0 0,0 1-1 0 0,0-1 0 0 0,1 0 1 0 0,-1 0-1 0 0,0 0 1 0 0,0 0-1 0 0,0 0 1 0 0,0 0-1 0 0,0 0 1 0 0,0 1-1 0 0,0-1 1 0 0,0 0-1 0 0,0 0 1 0 0,0 0-1 0 0,1 0 1 0 0,-1 0-1 0 0,0 0 1 0 0,0 0-1 0 0,0 0 1 0 0,0 0-1 0 0,0 0 1 0 0,0 0-1 0 0,1 0 1 0 0,-1 0-1 0 0,0 0 1 0 0,0 0-1 0 0,0 0 1 0 0,0 0-1 0 0,0 0 1 0 0,0 0-1 0 0,1 0 1 0 0,-1 0-1 0 0,12 5-92 0 0,-4-2 151 0 0,-4-1-129 0 0,0 1 0 0 0,0-1 0 0 0,-1 1 0 0 0,1 0 0 0 0,-1 0 0 0 0,1 0 0 0 0,4 7 0 0 0,18 28-43 0 0,-19-27 52 0 0,0 2-8 0 0,0 0-1 0 0,-1 1 1 0 0,-1 0-1 0 0,0 0 1 0 0,-1 0-1 0 0,5 28 1 0 0,11 45 1 0 0,-10-45-10 0 0,-7-28 12 0 0,4 17-12 0 0,2 1-1 0 0,14 36 1 0 0,-15-48-9 0 0,-7-15 33 0 0,1 0-1 0 0,0 0 1 0 0,0 0 0 0 0,4 5-1 0 0,-3-4 25 0 0,-2-5-30 0 0,-1-1 1 0 0,1 1-1 0 0,-1 0 0 0 0,1 0 0 0 0,-1-1 1 0 0,1 1-1 0 0,0 0 0 0 0,-1-1 1 0 0,1 1-1 0 0,0 0 0 0 0,0-1 0 0 0,0 1 1 0 0,6 2 78 0 0,-1 0 0 0 0,1-1 1 0 0,0 0-1 0 0,0 0 0 0 0,0 0 1 0 0,0-1-1 0 0,0 0 0 0 0,14 0 1 0 0,21 3-46 0 0,35 15-67 0 0,-54-16-322 0 0,-8-2-4793 0 0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58.9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1 124 3361 0 0,'0'0'21272'0'0,"1"-17"-21009"0"0,7-52-75 0 0,-5 50-76 0 0,-3 19-110 0 0,0 0-1 0 0,0 0 1 0 0,0 0 0 0 0,1 0-1 0 0,-1-1 1 0 0,0 1 0 0 0,0 0-1 0 0,0 0 1 0 0,0 0 0 0 0,0 0-1 0 0,0 0 1 0 0,0 0 0 0 0,0 0-1 0 0,0 0 1 0 0,0-1 0 0 0,0 1-1 0 0,0 0 1 0 0,0 0 0 0 0,0 0-1 0 0,1 0 1 0 0,-1 0 0 0 0,0 0-1 0 0,0 0 1 0 0,0 0 0 0 0,0 0-1 0 0,0 0 1 0 0,0 0 0 0 0,0 0-1 0 0,0 0 1 0 0,1 0 0 0 0,-1 0-1 0 0,0 0 1 0 0,0 0 0 0 0,0 0-1 0 0,0 0 1 0 0,0 0 0 0 0,3-1 21 0 0,-1-1-19 0 0,1 0 0 0 0,0 1 0 0 0,-1-1 0 0 0,1 1 0 0 0,0-1 0 0 0,0 1 0 0 0,0 0 0 0 0,0 0 0 0 0,0 0 0 0 0,0 1-1 0 0,0-1 1 0 0,0 1 0 0 0,0-1 0 0 0,5 1 0 0 0,8 0-28 0 0,0 1 0 0 0,0 0 1 0 0,0 1-1 0 0,0 1 0 0 0,-1 1 0 0 0,1 0 0 0 0,-1 1 0 0 0,23 10 0 0 0,-29-11 10 0 0,0 1 0 0 0,0 0 0 0 0,0 0 0 0 0,8 8 0 0 0,-14-11 2 0 0,-1-1 0 0 0,0 2 0 0 0,0-1-1 0 0,0 0 1 0 0,0 0 0 0 0,-1 1 0 0 0,1-1-1 0 0,-1 1 1 0 0,1-1 0 0 0,-1 1 0 0 0,0 0-1 0 0,0-1 1 0 0,0 1 0 0 0,0 0 0 0 0,0 0-1 0 0,-1 0 1 0 0,1 0 0 0 0,-1 4 0 0 0,0-3 6 0 0,0-1 1 0 0,-1 0 0 0 0,1 1 0 0 0,-1-1 0 0 0,0 1 0 0 0,0-1 0 0 0,0 0-1 0 0,0 0 1 0 0,-2 4 0 0 0,-2 1-3 0 0,0 0 1 0 0,-8 9-1 0 0,-48 54 83 0 0,54-63-92 0 0,6-7 27 0 0,0 0-1 0 0,-1 0 0 0 0,1 1 1 0 0,0-1-1 0 0,0 1 0 0 0,0-1 1 0 0,0 1-1 0 0,0-1 1 0 0,0 1-1 0 0,0 0 0 0 0,0-1 1 0 0,1 1-1 0 0,-1 0 0 0 0,1 0 1 0 0,-1 0-1 0 0,1-1 0 0 0,0 1 1 0 0,0 0-1 0 0,0 3 0 0 0,0-5 18 0 0,0 1 0 0 0,0-1-1 0 0,1 0 1 0 0,-1 1 0 0 0,0-1 0 0 0,1 1-1 0 0,-1-1 1 0 0,0 0 0 0 0,1 1-1 0 0,-1-1 1 0 0,0 0 0 0 0,1 1-1 0 0,-1-1 1 0 0,1 0 0 0 0,-1 0-1 0 0,1 1 1 0 0,-1-1 0 0 0,0 0 0 0 0,1 0-1 0 0,-1 0 1 0 0,1 0 0 0 0,-1 0-1 0 0,1 1 1 0 0,-1-1 0 0 0,1 0-1 0 0,-1 0 1 0 0,1 0 0 0 0,0-1 0 0 0,22 2 285 0 0,-18-1-262 0 0,29-2-330 0 0,-1-1 1 0 0,0-1-1 0 0,48-14 1 0 0,-53 9-3097 0 0,-15 3-1357 0 0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59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76 5089 0 0,'0'0'12946'0'0,"21"-14"-12906"0"0,-21 14-40 0 0,87-52 33 0 0,-84 50-31 0 0,0 1 1 0 0,0-1 0 0 0,1 1-1 0 0,-1 0 1 0 0,5-1 0 0 0,-7 2-2 0 0,-1-1 0 0 0,1 1 0 0 0,0 0 0 0 0,0 0 0 0 0,-1 1 0 0 0,1-1 1 0 0,0 0-1 0 0,0 0 0 0 0,-1 0 0 0 0,1 0 0 0 0,0 1 0 0 0,0-1 0 0 0,-1 0 0 0 0,19 8 53 0 0,0 1 0 0 0,0 0 0 0 0,-2 2 0 0 0,27 18 0 0 0,-42-27-43 0 0,1 1 0 0 0,-1-1 0 0 0,1 1 1 0 0,-1 0-1 0 0,0-1 0 0 0,0 1 0 0 0,2 4 0 0 0,-3-6-8 0 0,-1 0 1 0 0,1-1 0 0 0,-1 1-1 0 0,0 0 1 0 0,1 0 0 0 0,-1 0-1 0 0,0 0 1 0 0,0 0 0 0 0,0 0-1 0 0,0 0 1 0 0,0 0-1 0 0,0 0 1 0 0,0 0 0 0 0,0 0-1 0 0,0 0 1 0 0,0-1 0 0 0,0 1-1 0 0,0 0 1 0 0,-1 0 0 0 0,1 0-1 0 0,0 0 1 0 0,-1 0 0 0 0,1 0-1 0 0,-1 0 1 0 0,1-1-1 0 0,-1 1 1 0 0,1 0 0 0 0,-1 0-1 0 0,1-1 1 0 0,-2 2 0 0 0,-5 3 167 0 0,-1 0-1 0 0,1-1 1 0 0,-1 1 0 0 0,1-2 0 0 0,-12 5 0 0 0,18-8-136 0 0,0 1 0 0 0,0-1 0 0 0,0 1 0 0 0,0-1 0 0 0,0 1 0 0 0,0 0 0 0 0,0-1 0 0 0,0 1-1 0 0,0 0 1 0 0,0 0 0 0 0,1 0 0 0 0,-1 0 0 0 0,0 0 0 0 0,0 0 0 0 0,1-1 0 0 0,-1 2 0 0 0,1-1 0 0 0,-1 1 0 0 0,0 0 3 0 0,1 1 1 0 0,-1-1-1 0 0,1 0 1 0 0,0 0-1 0 0,0 0 0 0 0,0 0 1 0 0,0 1-1 0 0,0-1 1 0 0,1 3-1 0 0,1 3 63 0 0,0 0 0 0 0,1 0 0 0 0,6 14 0 0 0,-9-22-100 0 0,46 103 262 0 0,-17-34-212 0 0,-6-11-31 0 0,-9-27-49 0 0,15 54 0 0 0,-20-35 23 0 0,-9-46 5 0 0,1-1-1 0 0,-1 0 1 0 0,0 0-1 0 0,0 0 1 0 0,0 4-1 0 0,-1 2-18 0 0,1-8 19 0 0,0 0 1 0 0,-1-1-1 0 0,1 1 1 0 0,0 0-1 0 0,-1-1 1 0 0,1 1-1 0 0,0-1 1 0 0,-1 1-1 0 0,1 0 0 0 0,-1-1 1 0 0,1 1-1 0 0,-1-1 1 0 0,0 1-1 0 0,1-1 1 0 0,-1 0-1 0 0,1 1 1 0 0,-1-1-1 0 0,0 1 1 0 0,1-1-1 0 0,-1 0 0 0 0,0 0 1 0 0,-1 1-1 0 0,-17 3 86 0 0,-6-4-1487 0 0,-43-7 0 0 0,37 0-2927 0 0,2-1-3289 0 0,19 6 967 0 0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00.1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7001 0 0,'0'0'12383'0'0,"29"-2"-12379"0"0,90-6 3 0 0,-114 8-7 0 0,0 1 0 0 0,0-1 0 0 0,-1 1 1 0 0,1 0-1 0 0,5 1 0 0 0,-8-1 0 0 0,0 0 1 0 0,0 0-1 0 0,0 0 0 0 0,0 0 0 0 0,-1 0 0 0 0,4 2 0 0 0,21 22 6 0 0,-2 0 0 0 0,0 1 0 0 0,22 34 0 0 0,-28-37 16 0 0,17 25 302 0 0,-2 1 0 0 0,-3 2 0 0 0,-1 1 0 0 0,26 68 0 0 0,-43-86-131 0 0,-1 0 0 0 0,-3 0-1 0 0,0 1 1 0 0,-2 0 0 0 0,-2 0-1 0 0,-1 1 1 0 0,-3 57 0 0 0,-1-83-205 0 0,0-1 1 0 0,-1 0 0 0 0,0 0-1 0 0,0 0 1 0 0,-1 0-1 0 0,0 0 1 0 0,0-1-1 0 0,-1 1 1 0 0,0-1-1 0 0,-9 12 1 0 0,8-12-814 0 0,-1 0-1 0 0,0-1 1 0 0,-9 8-1 0 0,8-6-1365 0 0,-2 1-4069 0 0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02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49 9290 0 0,'0'0'13979'0'0,"-5"-8"-13460"0"0,-14-25-162 0 0,15 25 79 0 0,9 11-424 0 0,14 26-64 0 0,-5-6 62 0 0,-1 1 0 0 0,-1 0 0 0 0,-1 1 0 0 0,-1 0 0 0 0,7 29 0 0 0,-2 13 49 0 0,-6-22-126 0 0,-7-33 138 0 0,0 23 0 0 0,-2-29-4801 0 0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02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510 13 5265 0 0,'0'0'16088'0'0,"-33"1"-15382"0"0,-105 3-100 0 0,117-3-331 0 0,1-1 0 0 0,-21-3 0 0 0,29 2-159 0 0,1 0-40 0 0,-148-10-253 0 0,114 10-3663 0 0,16 0-5693 0 0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02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8362 0 0,'0'0'12446'0'0,"2"11"-12418"0"0,1 5-15 0 0,0-4 2 0 0,0 1 1 0 0,1 0-1 0 0,5 13 1 0 0,13 26 55 0 0,39 65-1 0 0,17 15-48 0 0,-61-102-21 0 0,-6-12 13 0 0,-1 1 0 0 0,10 24 0 0 0,-16-33-14 0 0,-1-1-10 0 0,1 1-1 0 0,-1-1 1 0 0,-1 1-1 0 0,0 0 0 0 0,0-1 1 0 0,0 16-1 0 0,-2-23 13 0 0,1 0-8 0 0,-1 1 0 0 0,0-1-1 0 0,-1 0 1 0 0,1 0 0 0 0,0 0 0 0 0,-1 1 0 0 0,0 2 0 0 0,0-4 5 0 0,1 0 0 0 0,-1 0 1 0 0,1-1-1 0 0,-1 1 0 0 0,0 0 0 0 0,1 0 0 0 0,-1-1 0 0 0,0 1 1 0 0,1-1-1 0 0,-1 1 0 0 0,0-1 0 0 0,0 1 0 0 0,0-1 1 0 0,1 1-1 0 0,-1-1 0 0 0,0 0 0 0 0,0 1 0 0 0,0-1 1 0 0,0 0-1 0 0,0 0 0 0 0,0 0 0 0 0,0 0 0 0 0,-1 0 0 0 0,-2 1 40 0 0,0-1-1 0 0,0-1 0 0 0,0 1 0 0 0,0-1 0 0 0,0 1 1 0 0,0-1-1 0 0,0 0 0 0 0,0 0 0 0 0,0-1 0 0 0,0 1 1 0 0,0-1-1 0 0,-6-4 0 0 0,-3-3 65 0 0,1 0 0 0 0,-13-12 1 0 0,16 13-84 0 0,-6-6 81 0 0,0 1 0 0 0,-19-26 0 0 0,27 30-51 0 0,1 0 1 0 0,0-1-1 0 0,1 1 1 0 0,0-1-1 0 0,0 0 1 0 0,-3-14-1 0 0,6 20-66 0 0,1-1-1 0 0,0 1 0 0 0,0 0 0 0 0,1-1 0 0 0,-1 1 0 0 0,1-1 0 0 0,0 1 1 0 0,0 0-1 0 0,1-1 0 0 0,-1 1 0 0 0,1-1 0 0 0,0 1 0 0 0,0 0 0 0 0,1-1 1 0 0,-1 1-1 0 0,4-6 0 0 0,-2 5-389 0 0,0 1 0 0 0,0-1 0 0 0,1 1 1 0 0,-1 0-1 0 0,1 0 0 0 0,0 1 0 0 0,0-1 0 0 0,0 1 1 0 0,1 0-1 0 0,-1 0 0 0 0,1 0 0 0 0,0 0 0 0 0,7-2 1 0 0,13-5-4345 0 0,-7 5-1530 0 0,-10 3 818 0 0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03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 16644 0 0,'0'0'9224'0'0,"2"-4"-10759"0"0,3-6 864 0 0,-2 5-162 0 0,-7 19-10959 0 0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03.8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62 7058 0 0,'0'0'16856'0'0,"-5"-11"-16841"0"0,-17-33-18 0 0,22 43 3 0 0,0 1 0 0 0,0 0 0 0 0,-1-1 0 0 0,1 1 0 0 0,0 0-1 0 0,0 0 1 0 0,0-1 0 0 0,0 1 0 0 0,0 0 0 0 0,-1-1-1 0 0,1 1 1 0 0,0 0 0 0 0,0 0 0 0 0,0 0 0 0 0,-1-1 0 0 0,1 1-1 0 0,0 0 1 0 0,0 0 0 0 0,-1 0 0 0 0,1 0 0 0 0,0-1-1 0 0,0 1 1 0 0,-1 0 0 0 0,1 0 0 0 0,0 0 0 0 0,-1 0 0 0 0,1 0-1 0 0,0 0 1 0 0,-1 0 0 0 0,1 0 0 0 0,0 0 0 0 0,0 0 0 0 0,-1 0-1 0 0,1 0 1 0 0,0 0 0 0 0,-1 0 0 0 0,1 0 0 0 0,0 0-1 0 0,-1 0 1 0 0,1 0 0 0 0,0 1 0 0 0,0-1 0 0 0,-1 0 0 0 0,1 0-1 0 0,0 0 1 0 0,0 0 0 0 0,-1 1 0 0 0,1-1 0 0 0,0 0-1 0 0,0 0 1 0 0,0 0 0 0 0,-1 1 0 0 0,1-1 0 0 0,0 1 0 0 0,-9 15-8 0 0,8-13 9 0 0,-13 29 12 0 0,1 1 0 0 0,2 0 0 0 0,-8 40 0 0 0,11-40 17 0 0,1-9-21 0 0,2 0 0 0 0,0 1 1 0 0,-1 28-1 0 0,6-50-9 0 0,0 65 36 0 0,1-59-14 0 0,1 0 0 0 0,-1 0 0 0 0,1 0 0 0 0,1 0 0 0 0,4 12 0 0 0,0-6 31 0 0,0 0-1 0 0,1 0 0 0 0,1-1 1 0 0,0 0-1 0 0,1 0 0 0 0,0-1 1 0 0,20 19-1 0 0,6-2-11 0 0,0-1 0 0 0,2-2 0 0 0,1-2 0 0 0,43 21 0 0 0,-56-33-2109 0 0,-9-5-5934 0 0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10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23 760 0 0,'0'0'16449'0'0,"-3"-4"-15491"0"0,-11-15 3525 0 0,14 19-4478 0 0,1 0-1 0 0,-1 0 1 0 0,1 0 0 0 0,-1 0-1 0 0,0 0 1 0 0,1 0 0 0 0,-1 0-1 0 0,1 0 1 0 0,-1 0-1 0 0,1 0 1 0 0,-1 1 0 0 0,0-1-1 0 0,1 0 1 0 0,-1 0 0 0 0,1 0-1 0 0,-1 1 1 0 0,23 29-2 0 0,21 13 193 0 0,-30-30-103 0 0,-1-1-1 0 0,2 0 1 0 0,16 9 0 0 0,3 4 80 0 0,-12-10-87 0 0,2-1-1 0 0,35 17 1 0 0,18 10 143 0 0,-71-37 990 0 0,0-2-4380 0 0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10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1 3993 0 0,'0'0'18879'0'0,"-14"11"-18474"0"0,-48 36-85 0 0,60-45-281 0 0,-1 0 0 0 0,0 0 0 0 0,0 0-1 0 0,1 0 1 0 0,-1 1 0 0 0,1 0 0 0 0,0-1 0 0 0,-3 6 0 0 0,1-2 63 0 0,1 0-53 0 0,0-1 0 0 0,0 0 0 0 0,1 1 0 0 0,0 0 0 0 0,0 0 0 0 0,-2 11 0 0 0,-2 38 248 0 0,5-38-220 0 0,-6 30 1 0 0,7-44-254 0 0,-1-1-1 0 0,0 0 1 0 0,0 1-1 0 0,0-1 1 0 0,0 1 0 0 0,0-1-1 0 0,-1 0 1 0 0,1 0-1 0 0,-1 0 1 0 0,1 0-1 0 0,-1 0 1 0 0,0 0 0 0 0,0 0-1 0 0,0 0 1 0 0,0-1-1 0 0,0 1 1 0 0,-3 1 0 0 0,-10 4-4691 0 0,-2-4-3584 0 0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11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200 6 7570 0 0,'0'0'13205'0'0,"-25"-1"-13168"0"0,-79-4-6 0 0,79 6-18 0 0,18 2-2 0 0,7-2-11 0 0,-7 3 16 0 0,-14 13 22 0 0,20-16-28 0 0,0 0 0 0 0,0 0 0 0 0,0 1 0 0 0,1-1 0 0 0,-1 0 0 0 0,0 1 0 0 0,0-1 0 0 0,1 1 0 0 0,-1-1 0 0 0,1 0 0 0 0,-1 1 0 0 0,1-1 0 0 0,0 1 0 0 0,-1 0 0 0 0,1 1-1 0 0,0-1 40 0 0,0 0 0 0 0,0 0-1 0 0,0 0 1 0 0,0 0 0 0 0,0 0-1 0 0,1 0 1 0 0,-1 0 0 0 0,0 0-1 0 0,1 0 1 0 0,0 0 0 0 0,-1 0-1 0 0,1 0 1 0 0,0 0-1 0 0,0-1 1 0 0,0 1 0 0 0,2 2-1 0 0,2 2 48 0 0,33 46 247 0 0,-33-44-330 0 0,-1 0 1 0 0,0 0 0 0 0,0 1-1 0 0,5 15 1 0 0,-5-8-12 0 0,0-1 0 0 0,2 25-1 0 0,9 78 79 0 0,-13-108-71 0 0,5 19 0 0 0,0 2 7 0 0,-6-28 0 0 0,0 0-1 0 0,0 0 1 0 0,0 0 0 0 0,0-1 0 0 0,3 5-1 0 0,1 3 74 0 0,-5-9-24 0 0,1 1 0 0 0,-1-1 1 0 0,0 0-1 0 0,1 0 1 0 0,-1 0-1 0 0,1 0 1 0 0,0 0-1 0 0,-1 0 1 0 0,1 0-1 0 0,0 0 1 0 0,0 0-1 0 0,0 0 1 0 0,-1 0-1 0 0,1-1 1 0 0,0 1-1 0 0,0 0 1 0 0,0 0-1 0 0,0-1 1 0 0,1 1-1 0 0,-1-1 1 0 0,0 1-1 0 0,0-1 0 0 0,0 0 1 0 0,0 1-1 0 0,0-1 1 0 0,1 0-1 0 0,-1 0 1 0 0,0 1-1 0 0,0-1 1 0 0,3-1-1 0 0,2 1 30 0 0,1-1 0 0 0,-1 0-1 0 0,0 0 1 0 0,0 0 0 0 0,10-5-1 0 0,-8 4-81 0 0,-1-1 0 0 0,0 1-1 0 0,14-1 1 0 0,51-3-948 0 0,-62 2-1856 0 0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12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10250 0 0,'0'0'12854'0'0,"2"11"-12813"0"0,20 86 64 0 0,14 29 131 0 0,-35-121-203 0 0,1 0-1 0 0,0-1 0 0 0,4 8 0 0 0,0-1 47 0 0,-8-41-14956 0 0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12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5017 0 0,'0'0'13754'0'0,"15"-3"-13689"0"0,47-8-5 0 0,-60 11-55 0 0,0-1 0 0 0,1 1 0 0 0,-1 0 0 0 0,1-1 0 0 0,-1 1 0 0 0,0 1 0 0 0,1-1 1 0 0,-1 0-1 0 0,0 1 0 0 0,1-1 0 0 0,-1 1 0 0 0,0-1 0 0 0,5 3 0 0 0,-1 0 17 0 0,6 1 42 0 0,7 3 79 0 0,-1-1 1 0 0,1-1 0 0 0,23 4 0 0 0,-34-9-471 0 0,-8 0 451 0 0,1 0 0 0 0,-1 0 0 0 0,1 0 0 0 0,-1 0 0 0 0,1 0 0 0 0,-1 0 0 0 0,1 0 0 0 0,-1 1 0 0 0,1-1 0 0 0,-1 0 0 0 0,0 0 0 0 0,1 0 0 0 0,-1 0 0 0 0,1 1 0 0 0,-1-1 0 0 0,1 0-1 0 0,0 1-27 0 0,-1 0-1 0 0,0 0 0 0 0,0 0 0 0 0,1 0 0 0 0,-1 0 0 0 0,0 0 0 0 0,0-1 1 0 0,0 1-1 0 0,0 0 0 0 0,0 0 0 0 0,0 1 0 0 0,0 7-107 0 0,0 1 17 0 0,0 1-1 0 0,0-1 1 0 0,1 0-1 0 0,4 15 1 0 0,2-1-5 0 0,7 24 10 0 0,-6-27-10 0 0,5 15 15 0 0,2-1 0 0 0,20 35 1 0 0,-25-51 3 0 0,-1 0 0 0 0,14 39 0 0 0,-20-49-18 0 0,-2-6-3 0 0,0 0-1 0 0,0 0 0 0 0,0 0 0 0 0,0 1 1 0 0,0-1-1 0 0,-1 0 0 0 0,1 1 0 0 0,-1-1 1 0 0,0 0-1 0 0,0 1 0 0 0,0-1 0 0 0,-1 4 1 0 0,0 4 18 0 0,2-10-14 0 0,-1-1 0 0 0,0 1-1 0 0,0 0 1 0 0,0-1 0 0 0,0 1-1 0 0,0 0 1 0 0,0-1-1 0 0,0 1 1 0 0,0 0 0 0 0,-1-1-1 0 0,1 1 1 0 0,0 0 0 0 0,0-1-1 0 0,0 1 1 0 0,-1 0 0 0 0,1-1-1 0 0,0 1 1 0 0,-1-1 0 0 0,1 1-1 0 0,0 0 1 0 0,-1-1 0 0 0,0 1-1 0 0,-5 4 73 0 0,-4 2 58 0 0,2-4-137 0 0,1-1 1 0 0,-1-1 0 0 0,1 1 0 0 0,-1-1 0 0 0,0 0 0 0 0,-11-1 0 0 0,-10-1-3648 0 0,4 1-5046 0 0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14.1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375 1 8570 0 0,'0'0'15016'0'0,"-23"5"-14745"0"0,-73 15-76 0 0,81-17-71 0 0,-23 8 0 0 0,16-5-28 0 0,-9 1-512 0 0,-38 2 0 0 0,34-8-3671 0 0,3-3-4961 0 0,19-1-1381 0 0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14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5513 0 0,'0'0'15645'0'0,"0"2"-15558"0"0,1 1-52 0 0,-1 0 0 0 0,1 0 0 0 0,0-1 0 0 0,0 1 1 0 0,0 0-1 0 0,0-1 0 0 0,0 1 0 0 0,0-1 0 0 0,1 0 1 0 0,0 1-1 0 0,-1-1 0 0 0,1 0 0 0 0,0 0 0 0 0,0 0 1 0 0,3 3-1 0 0,7 6 134 0 0,19 13-1 0 0,-21-17-127 0 0,83 59 174 0 0,110 58 1 0 0,-106-79-1326 0 0,-95-44 642 0 0,0 0 0 0 0,1-1 0 0 0,-1 1 0 0 0,1-1 0 0 0,-1 1 0 0 0,1-1 0 0 0,-1 0 0 0 0,3 0 0 0 0,-3 0-517 0 0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15.1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1 5617 0 0,'0'0'15430'0'0,"-22"17"-15170"0"0,-68 57-61 0 0,84-69-161 0 0,-1 1 0 0 0,-6 9 1 0 0,12-15-33 0 0,1 1 0 0 0,-1-1 1 0 0,1 1-1 0 0,0 0 1 0 0,-1-1-1 0 0,1 1 0 0 0,0-1 1 0 0,-1 1-1 0 0,1 0 1 0 0,0 0-1 0 0,0-1 0 0 0,0 1 1 0 0,0 0-1 0 0,0-1 1 0 0,0 2-1 0 0,-1 4 44 0 0,-3 18-354 0 0,2 1 1 0 0,1 42 0 0 0,1-48-2204 0 0,-2-11-1632 0 0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15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59 4993 0 0,'0'0'17637'0'0,"-23"-10"-17555"0"0,-72-28-41 0 0,66 28-25 0 0,20 10-26 0 0,4 0 14 0 0,0-1 1 0 0,-1 1 0 0 0,1 1 0 0 0,0-1 0 0 0,0 1-1 0 0,0 0 1 0 0,0 0 0 0 0,0 0 0 0 0,0 1 0 0 0,-5 2 0 0 0,-1 1 1 0 0,10-5-5 0 0,0 1 0 0 0,-1-1 0 0 0,1 1 0 0 0,0 0 0 0 0,-1 0 0 0 0,1-1-1 0 0,0 1 1 0 0,-2 2 0 0 0,3-3-4 0 0,-1 1 0 0 0,0 0 0 0 0,1 0 0 0 0,-1 1 0 0 0,0-1 0 0 0,1 0 0 0 0,-1 0 0 0 0,1 0 0 0 0,0 0 0 0 0,-1 0 0 0 0,1 1 0 0 0,0-1 0 0 0,0 0-1 0 0,-1 0 1 0 0,1 0 0 0 0,0 1 0 0 0,0-1 0 0 0,0 0 0 0 0,1 0 0 0 0,-1 1 0 0 0,0 0 0 0 0,1 3 20 0 0,-1 11 34 0 0,2 0 1 0 0,0 0 0 0 0,6 26-1 0 0,19 45 106 0 0,-17-57-95 0 0,-1-6-22 0 0,24 87 28 0 0,-13 32-64 0 0,-19-101-41 0 0,-1-32 52 0 0,0 1 1 0 0,1-1 0 0 0,3 21-1 0 0,-4-29 50 0 0,1 0 1 0 0,-1 0-1 0 0,1 1 0 0 0,0-2 0 0 0,0 1 0 0 0,-1 0 0 0 0,1 0 0 0 0,2 2 0 0 0,-2-3-2 0 0,-1 0 0 0 0,1-1 0 0 0,0 1 0 0 0,0-1 0 0 0,0 1 0 0 0,0-1 0 0 0,0 1 0 0 0,0-1 0 0 0,0 1 0 0 0,0-1 0 0 0,0 0 0 0 0,0 0 0 0 0,0 0 0 0 0,0 1 0 0 0,0-1 0 0 0,0 0 0 0 0,0 0 0 0 0,2-1 0 0 0,4 1 33 0 0,1-1 0 0 0,-1 0 0 0 0,1-1 0 0 0,13-4 0 0 0,12-2-41 0 0,-7 4 355 0 0,44 0-1 0 0,-29 4-6990 0 0,-18 0-3307 0 0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16.5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43 5185 0 0,'0'0'18984'0'0,"-2"-7"-18882"0"0,-4-21-72 0 0,6 28-30 0 0,0 0 0 0 0,0-1 0 0 0,0 1 0 0 0,0 0 0 0 0,0 0-1 0 0,0-1 1 0 0,0 1 0 0 0,0 0 0 0 0,1-1 0 0 0,-1 1 0 0 0,0 0 0 0 0,0 0 0 0 0,0-1-1 0 0,0 1 1 0 0,0 0 0 0 0,0 0 0 0 0,1-1 0 0 0,-1 1 0 0 0,0 0 0 0 0,0 0-1 0 0,0-1 1 0 0,1 1 0 0 0,-1 0 0 0 0,0 0 0 0 0,0 0 0 0 0,1 0 0 0 0,-1-1 0 0 0,0 1-1 0 0,0 0 1 0 0,1 0 0 0 0,-1 0 0 0 0,0 0 0 0 0,1 0 0 0 0,-1 0 0 0 0,0 0 0 0 0,0 0-1 0 0,1 0 1 0 0,12 0-42 0 0,-11 1 33 0 0,8 0-5 0 0,-1 1 0 0 0,0 0 0 0 0,0 1 0 0 0,15 6 0 0 0,-11-3 8 0 0,165 66 20 0 0,-167-67-28 0 0,0 0 0 0 0,-1 1 1 0 0,0 0-1 0 0,13 11 0 0 0,-23-17 8 0 0,1 0 0 0 0,-1 1 0 0 0,1-1 0 0 0,-1 0 0 0 0,1 1 0 0 0,-1-1 0 0 0,0 0 0 0 0,1 1 0 0 0,-1-1-1 0 0,1 1 1 0 0,-1-1 0 0 0,0 1 0 0 0,0-1 0 0 0,1 1 0 0 0,-1-1 0 0 0,0 1 0 0 0,0-1 0 0 0,1 1 0 0 0,-1-1-1 0 0,0 1 1 0 0,0-1 0 0 0,0 1 0 0 0,0-1 0 0 0,0 1 0 0 0,0-1 0 0 0,0 1 0 0 0,0 0 0 0 0,0-1 0 0 0,0 1 0 0 0,0-1-1 0 0,0 1 1 0 0,0-1 0 0 0,-1 1 0 0 0,1-1 0 0 0,0 1 0 0 0,0-1 0 0 0,-1 1 0 0 0,1-1 0 0 0,0 1 0 0 0,0-1-1 0 0,-1 1 1 0 0,1-1 0 0 0,-1 0 0 0 0,1 1 0 0 0,0-1 0 0 0,-1 1 0 0 0,1-1 0 0 0,-1 0 0 0 0,0 1 0 0 0,-3 2 10 0 0,0-1 0 0 0,-1 1 0 0 0,1-1 0 0 0,-7 3 0 0 0,6-3 12 0 0,-10 4 32 0 0,0 0 0 0 0,-1-2 0 0 0,-18 4 0 0 0,17-4-27 0 0,-1 0 0 0 0,-21 9 0 0 0,38-13-22 0 0,0 1 0 0 0,1-1 0 0 0,-1 0 0 0 0,1 0 0 0 0,-1 0 0 0 0,1 1-1 0 0,-1-1 1 0 0,1 0 0 0 0,-1 1 0 0 0,1-1 0 0 0,-1 1 0 0 0,1-1 0 0 0,0 0 0 0 0,-1 1 0 0 0,1-1-1 0 0,0 1 1 0 0,-1-1 0 0 0,1 1 0 0 0,0-1 0 0 0,-1 1 0 0 0,1-1 0 0 0,0 1 0 0 0,0 0 0 0 0,0-1-1 0 0,0 1 1 0 0,0-1 0 0 0,-1 1 0 0 0,1-1 0 0 0,0 1 0 0 0,0 0 0 0 0,0-1 0 0 0,0 1 0 0 0,1-1-1 0 0,-1 1 1 0 0,0-1 0 0 0,0 1 0 0 0,0 0 0 0 0,0-1 0 0 0,1 1 0 0 0,0 1-8 0 0,0 0-1 0 0,0 0 1 0 0,0-1 0 0 0,0 1-1 0 0,0-1 1 0 0,1 1 0 0 0,-1-1-1 0 0,0 0 1 0 0,1 1 0 0 0,1 0-1 0 0,13 7-72 0 0,0-1 0 0 0,0 0 0 0 0,33 10 0 0 0,-35-14 54 0 0,0 1 0 0 0,0 0 1 0 0,-1 1-1 0 0,1 1 0 0 0,-1 0 0 0 0,16 12 1 0 0,-28-18 3 0 0,0 1 1 0 0,0-1 0 0 0,0 1 0 0 0,0-1-1 0 0,0 1 1 0 0,0 0 0 0 0,-1-1 0 0 0,1 1-1 0 0,0 0 1 0 0,-1 0 0 0 0,1-1 0 0 0,-1 1-1 0 0,0 0 1 0 0,0 0 0 0 0,0 0-1 0 0,0 2 1 0 0,1-3 6 0 0,-1 1 0 0 0,0 0 0 0 0,-1 0 0 0 0,1 0 0 0 0,0 0 0 0 0,-1 0-1 0 0,1 0 1 0 0,-1 0 0 0 0,1 0 0 0 0,-1 0 0 0 0,0-1 0 0 0,0 1 0 0 0,0 0 0 0 0,-2 2 0 0 0,0-1-114 0 0,0 0 1 0 0,-1 0 0 0 0,1-1-1 0 0,-1 1 1 0 0,0-1 0 0 0,0 0-1 0 0,1 0 1 0 0,-2-1 0 0 0,1 1 0 0 0,0-1-1 0 0,0 0 1 0 0,-5 1 0 0 0,-6 0-2965 0 0,1-1 0 0 0,-19-1 0 0 0,18 0-1312 0 0,4 0-2987 0 0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17.2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 9810 0 0,'0'0'12745'0'0,"5"-9"-12822"0"0,18-24 29 0 0,-23 33 47 0 0,1-1-1 0 0,-1 1 1 0 0,0-1-1 0 0,1 1 1 0 0,0-1-1 0 0,-1 1 1 0 0,1-1-1 0 0,-1 1 1 0 0,1 0-1 0 0,-1-1 0 0 0,1 1 1 0 0,0 0-1 0 0,-1 0 1 0 0,1-1-1 0 0,0 1 1 0 0,-1 0-1 0 0,1 0 1 0 0,0 0-1 0 0,-1 0 1 0 0,1 0-1 0 0,0 0 1 0 0,-1 0-1 0 0,1 0 1 0 0,0 0-1 0 0,-1 0 1 0 0,1 0-1 0 0,0 0 1 0 0,-1 1-1 0 0,1-1 1 0 0,0 0-1 0 0,-1 1 1 0 0,1-1-1 0 0,-1 0 1 0 0,1 1-1 0 0,0-1 1 0 0,-1 0-1 0 0,1 1 1 0 0,2 1-5 0 0,54 25-35 0 0,28 12 30 0 0,-67-30-50 0 0,-17-9 36 0 0,-2 1-373 0 0,0 1 342 0 0,1 0 1 0 0,-1-1 0 0 0,0 0 0 0 0,0 1-1 0 0,0-1 1 0 0,-1 0 0 0 0,1 1-1 0 0,0-1 1 0 0,-3 2 0 0 0,-2 3 32 0 0,3-2 24 0 0,0-1 1 0 0,1 1-1 0 0,0 0 0 0 0,-1 0 0 0 0,2 0 0 0 0,-1 1 1 0 0,0-1-1 0 0,1 0 0 0 0,0 1 0 0 0,0-1 0 0 0,0 1 1 0 0,0 4-1 0 0,0 8 23 0 0,3 33 0 0 0,-1-48-24 0 0,2 23 22 0 0,2 0-1 0 0,1 0 1 0 0,1-1-1 0 0,11 25 1 0 0,1 6-11 0 0,12 31 55 0 0,8 25 27 0 0,-38-109-88 0 0,-1-1 0 0 0,1 1 1 0 0,-1 0-1 0 0,0 0 0 0 0,1 0 0 0 0,-1-1 1 0 0,0 1-1 0 0,0 0 0 0 0,0 0 1 0 0,-1 0-1 0 0,0 3 0 0 0,1-4-1 0 0,0 0-1 0 0,-1 0 1 0 0,1-1-1 0 0,-1 1 1 0 0,0 0 0 0 0,1 0-1 0 0,-1 0 1 0 0,0 0-1 0 0,1-1 1 0 0,-1 1-1 0 0,0 0 1 0 0,0-1-1 0 0,0 1 1 0 0,1-1 0 0 0,-1 1-1 0 0,0-1 1 0 0,0 1-1 0 0,0-1 1 0 0,0 1-1 0 0,0-1 1 0 0,0 0-1 0 0,-1 1 1 0 0,-10 1-641 0 0,1-1 1 0 0,-1 0-1 0 0,-22-1 0 0 0,14-1-2283 0 0,-12 1-5883 0 0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18.2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79 1808 0 0,'0'0'19267'0'0,"1"-13"-18967"0"0,2-38-73 0 0,-3 50-216 0 0,0 0 0 0 0,0 0 1 0 0,0 0-1 0 0,1 1 0 0 0,-1-1 0 0 0,0 0 0 0 0,0 0 1 0 0,1 0-1 0 0,-1 0 0 0 0,0 1 0 0 0,1-1 1 0 0,-1 0-1 0 0,1 0 0 0 0,0-1 0 0 0,-1 2-5 0 0,0 0-1 0 0,1 0 0 0 0,-1 0 1 0 0,0 0-1 0 0,0 0 0 0 0,1 0 1 0 0,-1 0-1 0 0,0 0 0 0 0,1 0 1 0 0,-1 0-1 0 0,0 0 0 0 0,1 0 1 0 0,-1 0-1 0 0,0 0 0 0 0,0 0 1 0 0,1 0-1 0 0,-1 0 0 0 0,0 0 1 0 0,1 0-1 0 0,-1 0 0 0 0,4 1 42 0 0,6 0-47 0 0,-1 0 0 0 0,1 0 1 0 0,-1 1-1 0 0,0 1 0 0 0,1-1 0 0 0,-1 1 1 0 0,0 1-1 0 0,-1 0 0 0 0,1 0 0 0 0,-1 1 1 0 0,16 10-1 0 0,2 6 40 0 0,0 0 0 0 0,24 27-1 0 0,-4-1 262 0 0,-3 1-1 0 0,-2 2 1 0 0,57 91-1 0 0,-81-111-150 0 0,-1 1-1 0 0,-2 1 1 0 0,0 0-1 0 0,-3 0 1 0 0,0 2 0 0 0,-3-1-1 0 0,0 1 1 0 0,-2 0 0 0 0,2 54-1 0 0,-10 31 214 0 0,0-99-319 0 0,-1 0 1 0 0,-1 1-1 0 0,-11 34 0 0 0,12-44-229 0 0,-1-1-1 0 0,-1 0 1 0 0,1 1-1 0 0,-2-2 0 0 0,1 1 1 0 0,-1-1-1 0 0,-1 0 0 0 0,0 0 1 0 0,0 0-1 0 0,-12 10 1 0 0,11-12-1046 0 0,-11 7-5463 0 0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43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415 46 0 0 0,'0'0'3510'0'0,"0"-3"-2995"0"0,0 2-455 0 0,0 1 0 0 0,0-1 0 0 0,0 0 1 0 0,0 1-1 0 0,1-1 0 0 0,-1 0 0 0 0,0 0 0 0 0,0 1 1 0 0,1-1-1 0 0,-1 0 0 0 0,0 1 0 0 0,1-1 0 0 0,-1 0 1 0 0,0 1-1 0 0,1-1 0 0 0,-1 1 0 0 0,1-1 0 0 0,0 0 1 0 0,0 0 106 0 0,1 1 1 0 0,-1-1-1 0 0,0 1 1 0 0,1-1-1 0 0,-1 1 1 0 0,0 0-1 0 0,1 0 1 0 0,-1-1-1 0 0,1 1 1 0 0,-1 0-1 0 0,3 1 1 0 0,35-5 4362 0 0,35 4 6266 0 0,-63-3-6882 0 0,-19 3-3695 0 0,-176 3 794 0 0,111 1-905 0 0,39-1-56 0 0,-122-2 392 0 0,81-2-305 0 0,42 6 101 0 0,33-5-167 0 0,35 0 1346 0 0,-30 0-1400 0 0,-1-1 0 0 0,0 0 0 0 0,1 0 0 0 0,5-2 0 0 0,9-3 18 0 0,19-2-26 0 0,1 2 0 0 0,68-3-1 0 0,-91 9-116 0 0,13 0 189 0 0,29 4-1 0 0,-48-3-309 0 0,-1 1-1 0 0,1 0 0 0 0,-1 0 0 0 0,0 1 1 0 0,0 0-1 0 0,0 1 0 0 0,9 5 0 0 0,1 3-2251 0 0,-9-2-4148 0 0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5:50.88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152 240 0 0 0,'1'-4'1035'0'0,"-7"-16"16441"0"0,6 20-17430 0 0,0 0 1 0 0,0 0 0 0 0,0 1-1 0 0,0-1 1 0 0,0 0 0 0 0,0 1 0 0 0,0-1-1 0 0,0 0 1 0 0,0 0 0 0 0,-1 1 0 0 0,1-1-1 0 0,1 0 1 0 0,-1 1 0 0 0,0-1-1 0 0,0 0 1 0 0,0 0 0 0 0,0 1 0 0 0,0-1-1 0 0,0 0 1 0 0,0 0 0 0 0,0 1-1 0 0,0-1 1 0 0,1 0 0 0 0,-1 0 0 0 0,0 1-1 0 0,0-1 1 0 0,4 9 225 0 0,-4-9-265 0 0,6 9 241 0 0,0 0-1 0 0,11 12 1 0 0,-9-12-72 0 0,11 18 0 0 0,-4-6 10 0 0,0-1 0 0 0,29 31 1 0 0,7 7 14 0 0,-21-19-112 0 0,4 3 39 0 0,36 63 0 0 0,-42-60-103 0 0,21 42 145 0 0,-23-44-15 0 0,-20-32-44 0 0,1 0 0 0 0,0-1 0 0 0,1 1 0 0 0,12 11 0 0 0,11 7 132 0 0,-6-7-77 0 0,-35-36 386 0 0,-7-12-980 0 0,10 14 272 0 0,-11-15 0 0 0,6 8 4 0 0,-58-76-638 0 0,-8-14 157 0 0,-25-82 373 0 0,103 191 260 0 0,-50-102-13 0 0,37 79-35 0 0,-2 1 1 0 0,-20-27 0 0 0,21 31 9 0 0,8 10 28 0 0,0 0 1 0 0,0 1 0 0 0,-8-8-1 0 0,8 9 10 0 0,0 0 0 0 0,0-1 0 0 0,-6-9 0 0 0,6 7 32 0 0,-13-13 0 0 0,17 19-9 0 0,0 0 0 0 0,-1 0-1 0 0,1 0 1 0 0,0-1 0 0 0,1 1 0 0 0,-3-5-1 0 0,-7-13 155 0 0,10 20-153 0 0,1 0 0 0 0,0 0 0 0 0,0 1 0 0 0,-1-1-1 0 0,1 0 1 0 0,0 0 0 0 0,0 0 0 0 0,0 0 0 0 0,0 1 0 0 0,0-1 0 0 0,0-1-1 0 0,0 1-6 0 0,0 1-1 0 0,0 0 1 0 0,0 0-1 0 0,0-1 0 0 0,0 1 1 0 0,0 0-1 0 0,1-1 0 0 0,-1 1 1 0 0,0 0-1 0 0,0-1 1 0 0,-1 1-1 0 0,1 0 0 0 0,0 0 1 0 0,0-1-1 0 0,0 1 1 0 0,0 0-1 0 0,0-1 0 0 0,0 1 1 0 0,0 0-1 0 0,0 0 1 0 0,0-1-1 0 0,-1 1 0 0 0,1 0 1 0 0,0 0-1 0 0,0-1 0 0 0,0 1 1 0 0,-1 0-1 0 0,1 0 1 0 0,0 0-1 0 0,0-1 0 0 0,-1 1 1 0 0,0 0 957 0 0,19 4-804 0 0,31 15-456 0 0,50 27 0 0 0,-8-3 108 0 0,-85-41 153 0 0,7 3 74 0 0,-10-3-151 0 0,-5-1-193 0 0,0-1 265 0 0,1 0 0 0 0,0-1-1 0 0,-1 1 1 0 0,1-1 0 0 0,0 1-1 0 0,-1-1 1 0 0,1 1 0 0 0,0-1-1 0 0,-2-1 1 0 0,-2-1-9 0 0,-116-59 35 0 0,114 58 37 0 0,-1-1 0 0 0,-7-5 1 0 0,-9-7 42 0 0,16 12-49 0 0,1 0 1 0 0,-9-8 0 0 0,9 8-23 0 0,1 0 0 0 0,-1 0 1 0 0,-9-5-1 0 0,6 3-22 0 0,-3 0-9 0 0,9 5-34 0 0,-4 0-113 0 0,7 2 169 0 0,-6 0-107 0 0,-76-3 1995 0 0,86 23-2334 0 0,1-2 456 0 0,-1 0 0 0 0,-1 0 0 0 0,-1 0 1 0 0,-1 20-1 0 0,2 25 15 0 0,2 56-2300 0 0,-3-105-306 0 0,1-6-1927 0 0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5:52.87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298 43 0 0 0,'0'0'17025'0'0,"-3"-2"-16709"0"0,0 0-250 0 0,1-1 35 0 0,-1 1 1 0 0,0-1 0 0 0,0 1-1 0 0,0 0 1 0 0,0 0 0 0 0,-6-3 0 0 0,-4-2 186 0 0,-15-2-82 0 0,1 6-133 0 0,-50 3 0 0 0,33 1-20 0 0,41-2-53 0 0,2 1-4 0 0,1 0 0 0 0,-1 0 0 0 0,1 0 0 0 0,0 0 0 0 0,-1 0 0 0 0,1 0 0 0 0,-1 0 0 0 0,1 0 0 0 0,-1 0-1 0 0,1 0 1 0 0,-1 0 0 0 0,1 0 0 0 0,0 0 0 0 0,-1 0 0 0 0,1 0 0 0 0,-1 0 0 0 0,1 1 0 0 0,-1-1 0 0 0,1 0 0 0 0,0 0 0 0 0,-1 1 0 0 0,1-1 0 0 0,0 0 0 0 0,-1 0 0 0 0,1 1 0 0 0,0-1 0 0 0,-1 0 0 0 0,1 1 0 0 0,0-1 0 0 0,-1 0 0 0 0,1 1 0 0 0,0-1 0 0 0,0 1 0 0 0,0-1 0 0 0,-1 0 0 0 0,1 1 0 0 0,0-1 0 0 0,0 1 0 0 0,0-1 0 0 0,0 1 0 0 0,0-1 0 0 0,0 0 0 0 0,0 1 0 0 0,0-1 0 0 0,0 1 0 0 0,0-1 0 0 0,0 1 0 0 0,0 56 1705 0 0,0-56-1647 0 0,1 0-1 0 0,-1 0 0 0 0,1-1 0 0 0,-1 1 1 0 0,1 0-1 0 0,-1 0 0 0 0,1 0 0 0 0,-1-1 1 0 0,1 1-1 0 0,0 0 0 0 0,-1-1 0 0 0,1 1 1 0 0,0 0-1 0 0,-1-1 0 0 0,1 1 0 0 0,2 0 1 0 0,4 5 207 0 0,-5-4-218 0 0,0-1-1 0 0,0 1 0 0 0,0 0 1 0 0,0-1-1 0 0,0 1 0 0 0,1-1 1 0 0,2 2-1 0 0,-2-2-23 0 0,0 1 0 0 0,-1 0 0 0 0,1 0 0 0 0,4 3 0 0 0,37 30-47 0 0,-15-10-232 0 0,-20-18 199 0 0,-1 0 0 0 0,0 0 1 0 0,8 10-1 0 0,-13-14 47 0 0,0 0 0 0 0,0 0 0 0 0,7 5 0 0 0,7 5 25 0 0,-14-10-30 0 0,-2-3 11 0 0,-1 0-1 0 0,1 1 1 0 0,-1-1-1 0 0,1 0 1 0 0,-1 1 0 0 0,0-1-1 0 0,1 1 1 0 0,-1-1-1 0 0,0 0 1 0 0,1 1-1 0 0,-1-1 1 0 0,0 1-1 0 0,1-1 1 0 0,-1 1 0 0 0,0-1-1 0 0,0 1 1 0 0,0-1-1 0 0,0 1 1 0 0,1-1-1 0 0,-1 1 1 0 0,0 0 0 0 0,0 0-78 0 0,0 0-64 0 0,0 1 86 0 0,0-1 0 0 0,-1 1-1 0 0,1-1 1 0 0,0 1 0 0 0,0-1-1 0 0,-2 3 1 0 0,0-3 50 0 0,0 1 0 0 0,-1 0-1 0 0,1-1 1 0 0,-1 1 0 0 0,1-1 0 0 0,-1 0-1 0 0,0 0 1 0 0,0 0 0 0 0,1 0 0 0 0,-6 0 0 0 0,-30 4 58 0 0,13-5-227 0 0,-1 0-1 0 0,1-1 1 0 0,-43-8 0 0 0,61 8-432 0 0,-24-4-848 0 0,21 4-1970 0 0,0 0-3394 0 0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5:53.46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0 736 0 0,'0'0'18484'0'0,"0"2"-18437"0"0,1 2-45 0 0,0 0 0 0 0,0 0 0 0 0,0-1 0 0 0,1 1 0 0 0,-1-1 0 0 0,1 1 0 0 0,0-1 0 0 0,0 0 0 0 0,0 0 0 0 0,5 5 0 0 0,10 20 12 0 0,-10-11-6 0 0,0 0 1 0 0,0 1 0 0 0,-2 0-1 0 0,0 0 1 0 0,4 35 0 0 0,2 55-57 0 0,-10-77 34 0 0,3 32 77 0 0,-4-59-50 0 0,1 1-1 0 0,0-1 1 0 0,0 0 0 0 0,0 0-1 0 0,1 0 1 0 0,0 0-1 0 0,-1 0 1 0 0,1-1 0 0 0,1 1-1 0 0,-1 0 1 0 0,0-1 0 0 0,5 4-1 0 0,9 14-393 0 0,-1-2-3647 0 0,-13-16 1610 0 0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5:53.76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337 32 3633 0 0,'0'0'15728'0'0,"-19"-5"-15704"0"0,-59-15-14 0 0,72 19-13 0 0,1-1 1 0 0,0 1 0 0 0,-1 0-1 0 0,1 1 1 0 0,-1-1-1 0 0,0 1 1 0 0,-8 1 0 0 0,4 0-11 0 0,-6 0-329 0 0,-29 8 0 0 0,30-6-825 0 0,1 0 0 0 0,-21 1 0 0 0,-5-4-7008 0 0,28 0 1172 0 0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5:54.35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29 183 0 0 0,'0'0'11250'0'0,"1"9"-10635"0"0,6 26-95 0 0,-4-23-27 0 0,0-9-206 0 0,0 1 103 0 0,-2-3-264 0 0,0 0-1 0 0,0 0 1 0 0,0 1-1 0 0,0-1 1 0 0,0 0 0 0 0,0 0-1 0 0,0 0 1 0 0,0 0 0 0 0,0 0-1 0 0,1-1 1 0 0,-1 1-1 0 0,0 0 1 0 0,3 1 0 0 0,-1-1 11 0 0,-4-5 3152 0 0,-6-10-3516 0 0,3 7 242 0 0,-13-28-172 0 0,-8-21 750 0 0,22 49-282 0 0,1-1 0 0 0,0 1 1 0 0,0 0-1 0 0,1-1 0 0 0,0 1 0 0 0,0-10 0 0 0,1 15-247 0 0,0 0 0 0 0,0 0 0 0 0,0 0 0 0 0,0-1 0 0 0,1 1 0 0 0,-1 0 0 0 0,1 0 0 0 0,-1 0-1 0 0,1 0 1 0 0,0 0 0 0 0,0 0 0 0 0,0 0 0 0 0,0 0 0 0 0,0 0 0 0 0,0 1 0 0 0,1-1 0 0 0,-1 0 0 0 0,0 1 0 0 0,1-1 0 0 0,0 1 0 0 0,-1-1 0 0 0,1 1 0 0 0,2-2 0 0 0,3-2-80 0 0,0 1 0 0 0,0 0-1 0 0,1 0 1 0 0,0 0 0 0 0,0 1 0 0 0,0 0 0 0 0,0 1 0 0 0,0-1 0 0 0,0 2-1 0 0,14-2 1 0 0,9 0-464 0 0,48 4-1 0 0,-60-1 213 0 0,-6 1-437 0 0,0 1 1 0 0,0 0-1 0 0,0 1 1 0 0,0 0-1 0 0,-1 1 1 0 0,18 8-1 0 0,-21-7-1893 0 0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5:55.34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75 169 0 0 0,'0'0'18688'0'0,"15"-5"-18116"0"0,47-16-58 0 0,-43 13 20 0 0,-16 4 37 0 0,0-1-193 0 0,-1 3-242 0 0,0 0 0 0 0,0 0 0 0 0,-1-1 0 0 0,1 1 1 0 0,0-1-1 0 0,-1 1 0 0 0,0-1 0 0 0,0 0 1 0 0,1 0-1 0 0,-2 1 0 0 0,1-1 0 0 0,1-3 1 0 0,-1-4 169 0 0,0 1 0 0 0,-1-15 1 0 0,0 13-196 0 0,-1 9-110 0 0,0 0-1 0 0,0 0 0 0 0,-1 0 1 0 0,1 0-1 0 0,0 1 0 0 0,-1-1 1 0 0,-2-2-1 0 0,-11 1-175 0 0,6 2 153 0 0,0 0-1 0 0,-1 0 1 0 0,-13 0-1 0 0,14 2 31 0 0,1-2 0 0 0,-1 1-1 0 0,1-1 1 0 0,-1 0 0 0 0,-9-3-1 0 0,15 3-18 0 0,0 0 0 0 0,0 0 0 0 0,-1 0 0 0 0,1 1 0 0 0,0-1 0 0 0,-4 1 0 0 0,7 0-6 0 0,-1 2-163 0 0,1-1 173 0 0,0 1 0 0 0,0 0 0 0 0,-1 0 0 0 0,1-1 1 0 0,-1 1-1 0 0,0 0 0 0 0,0-1 0 0 0,1 1 1 0 0,-1 0-1 0 0,-1 1 0 0 0,0-1 10 0 0,1 0 0 0 0,0 0 1 0 0,0 0-1 0 0,0 0 0 0 0,0 0 0 0 0,1 0 0 0 0,-1 2 0 0 0,0-2-3 0 0,1 0 0 0 0,-1 1 0 0 0,0-1 0 0 0,0 0 0 0 0,0 0-1 0 0,-1 2 1 0 0,1-2 2 0 0,0-1-1 0 0,0 1 1 0 0,0 0 0 0 0,1 0-1 0 0,-1 0 1 0 0,0-1-1 0 0,1 1 1 0 0,0 0-1 0 0,-1 0 1 0 0,1 3-1 0 0,0 4-34 0 0,-1-7 70 0 0,1 0 1 0 0,0 0-1 0 0,0 0 0 0 0,-1-1 1 0 0,2 1-1 0 0,-1 0 1 0 0,0 0-1 0 0,0 0 1 0 0,0-1-1 0 0,1 1 0 0 0,-1 0 1 0 0,1-1-1 0 0,-1 1 1 0 0,1 0-1 0 0,0-1 1 0 0,0 1-1 0 0,0 0 0 0 0,0-1 1 0 0,1 3-1 0 0,17 11 164 0 0,0-1 0 0 0,1 0 0 0 0,22 11 0 0 0,76 28 45 0 0,-102-48-185 0 0,-1 0 0 0 0,1-1 0 0 0,0-1-1 0 0,0 0 1 0 0,31 1 0 0 0,-37-4-165 0 0,20-1 219 0 0,-29 1-331 0 0,1 0 1 0 0,0-1 0 0 0,0 1 0 0 0,-1 0 0 0 0,1-1 0 0 0,0 0 0 0 0,-1 1 0 0 0,1-1 0 0 0,0 0 0 0 0,-1 0-1 0 0,1 0 1 0 0,2-2 0 0 0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5:56.16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269 83 456 0 0,'0'0'20302'0'0,"-19"-14"-19969"0"0,-61-41-106 0 0,61 42 28 0 0,2 14-323 0 0,-3 6 30 0 0,8-4 56 0 0,0 1 0 0 0,1 0 0 0 0,0 1 0 0 0,-17 9 0 0 0,25-12-2 0 0,0 0 1 0 0,0 0 0 0 0,0 0-1 0 0,-1-1 1 0 0,-4 3 0 0 0,8-4-13 0 0,-1 0 1 0 0,0 0-1 0 0,0 1 0 0 0,1-1 1 0 0,-1 0-1 0 0,0 1 1 0 0,1-1-1 0 0,-1 1 1 0 0,1-1-1 0 0,-1 1 1 0 0,0-1-1 0 0,1 1 1 0 0,-1 0-1 0 0,1-1 1 0 0,0 1-1 0 0,-1-1 0 0 0,1 1 1 0 0,-1 0-1 0 0,1 0 1 0 0,0-1-1 0 0,0 1 1 0 0,-1 0-1 0 0,1 0 1 0 0,0-1-1 0 0,0 2 1 0 0,-4 14 335 0 0,4-14-267 0 0,0 1 0 0 0,0-1 0 0 0,1 1 0 0 0,-1-1 0 0 0,1 0 0 0 0,-1 1 0 0 0,1-1 0 0 0,0 0 0 0 0,0 1 0 0 0,0-1 0 0 0,0 0 0 0 0,0 0 0 0 0,0 0 0 0 0,1 1 0 0 0,-1-1 0 0 0,1-1 0 0 0,-1 1 0 0 0,1 0 0 0 0,0 0 0 0 0,0-1 0 0 0,-1 1 0 0 0,5 1 0 0 0,7 7-4 0 0,1-1 0 0 0,0-1 0 0 0,0-1 1 0 0,1 0-1 0 0,0 0 0 0 0,1-2 0 0 0,-1 0 0 0 0,30 6 1 0 0,-14-8 22 0 0,-29-3-77 0 0,0 0 0 0 0,0-1 0 0 0,0 1 0 0 0,1 0 0 0 0,-1-1-1 0 0,0 1 1 0 0,0-1 0 0 0,0 0 0 0 0,0 1 0 0 0,0-1 0 0 0,0 0 0 0 0,2-2 0 0 0,-1 1-2 0 0,0 0-1 0 0,0-1 0 0 0,0 1 1 0 0,-1-1-1 0 0,1 1 1 0 0,-1-1-1 0 0,0 0 1 0 0,1 0-1 0 0,-1 0 0 0 0,-1 0 1 0 0,1 0-1 0 0,0-1 1 0 0,-1 1-1 0 0,0 0 0 0 0,1-1 1 0 0,-2 1-1 0 0,1-1 1 0 0,0 1-1 0 0,0-6 0 0 0,2-24 142 0 0,-3 32-48 0 0,5 10-1449 0 0,9 13 1145 0 0,-8-12 204 0 0,13 15 0 0 0,10 13-360 0 0,0-6-780 0 0,-17-14-1537 0 0,-5 0-3869 0 0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5:56.99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 11 3265 0 0,'0'0'20500'0'0,"-1"-2"-20329"0"0,-5-6-109 0 0,12 15-292 0 0,15 20 199 0 0,-2 0 0 0 0,21 37-1 0 0,-12-20-36 0 0,-11-20 32 0 0,-15-21-2 0 0,-1-1 0 0 0,0 1 0 0 0,1-1-1 0 0,0 0 1 0 0,3 4 0 0 0,8-39 750 0 0,6-39-1041 0 0,-17 66 341 0 0,0-1 0 0 0,5-10 0 0 0,-6 15 5 0 0,0 0 1 0 0,-1 1-1 0 0,1-1 1 0 0,0 0 0 0 0,1 1-1 0 0,-1-1 1 0 0,0 0 0 0 0,0 1-1 0 0,1 0 1 0 0,-1-1 0 0 0,0 1-1 0 0,1 0 1 0 0,2-2-1 0 0,-1 2-31 0 0,-1 1-1 0 0,0-1 0 0 0,0 1 0 0 0,1 0 0 0 0,-1-1 0 0 0,0 1 1 0 0,0 0-1 0 0,1 1 0 0 0,-1-1 0 0 0,0 0 0 0 0,0 1 0 0 0,1-1 1 0 0,-1 1-1 0 0,0 0 0 0 0,0 0 0 0 0,0-1 0 0 0,0 1 0 0 0,2 2 1 0 0,4 2-54 0 0,-1 0 0 0 0,1 1 1 0 0,7 8-1 0 0,4 3-42 0 0,-4-2-4 0 0,-13-12 78 0 0,0-1-1 0 0,0 0 0 0 0,0 0 0 0 0,1 0 0 0 0,-1 0 1 0 0,3 2-1 0 0,18 12-546 0 0,-22-16 579 0 0,-1 0-1 0 0,0 0 1 0 0,0 0-1 0 0,1 0 1 0 0,-1 1-1 0 0,0-1 1 0 0,1 0-1 0 0,-1 0 1 0 0,0 0-1 0 0,0 0 1 0 0,1 0-1 0 0,-1-1 0 0 0,0 1 1 0 0,1 0-1 0 0,-1 0 1 0 0,0 0-1 0 0,0 0 1 0 0,1 0-1 0 0,-1 0 1 0 0,0 0-1 0 0,0 0 1 0 0,1-1-1 0 0,-1 1 1 0 0,0 0-1 0 0,0 0 1 0 0,1 0-1 0 0,-1-1 1 0 0,0 1-1 0 0,0 0 1 0 0,0 0-1 0 0,0 0 1 0 0,1-1-1 0 0,-1 1 1 0 0,0 0-1 0 0,0 0 1 0 0,0-1-1 0 0,0 1 1 0 0,0 0-1 0 0,0-1 1 0 0,0 1-1 0 0,0 0 1 0 0,1 0-1 0 0,-1-1 1 0 0,0 1-1 0 0,0 0 1 0 0,-1-1-1 0 0,3-17-440 0 0,-2 15 302 0 0,1-4 61 0 0,-1 0 1 0 0,2 0-1 0 0,-1 1 1 0 0,1-1-1 0 0,0 1 1 0 0,0-1-1 0 0,5-9 1 0 0,-6 15 95 0 0,0 0 0 0 0,0 0 0 0 0,-1 0 0 0 0,1-1 0 0 0,0 1-1 0 0,0 0 1 0 0,0 0 0 0 0,0 1 0 0 0,1-1 0 0 0,-1 0 0 0 0,0 0 0 0 0,0 0 0 0 0,0 1 0 0 0,1-1 0 0 0,-1 1 0 0 0,0-1 0 0 0,1 1 0 0 0,-1-1 0 0 0,0 1 0 0 0,1 0 0 0 0,-1 0 0 0 0,0 0 0 0 0,1 0-1 0 0,-1 0 1 0 0,1 0 0 0 0,-1 0 0 0 0,0 0 0 0 0,1 0 0 0 0,-1 0 0 0 0,1 1 0 0 0,1 0 0 0 0,3 1-52 0 0,-1 0 1 0 0,1 1-1 0 0,-1 0 0 0 0,1 0 1 0 0,9 7-1 0 0,10 9 1 0 0,60 48-265 0 0,-82-64 212 0 0,0 0 0 0 0,0 0 0 0 0,-1 0-1 0 0,1 1 1 0 0,2 5 0 0 0,0 6-3630 0 0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5:58.42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142 678 0 0 0,'0'0'12835'0'0,"7"-2"-12003"0"0,20-6-40 0 0,-25 8-675 0 0,-1-1-1 0 0,0 0 1 0 0,1 0 0 0 0,-1 0-1 0 0,0 0 1 0 0,1 0 0 0 0,-1 0-1 0 0,0 0 1 0 0,0 0 0 0 0,0 0-1 0 0,0 0 1 0 0,0-1 0 0 0,0 1-1 0 0,-1 0 1 0 0,1-1 0 0 0,0 1-1 0 0,-1-1 1 0 0,1 1-1 0 0,-1-1 1 0 0,1 1 0 0 0,-1-1-1 0 0,0 1 1 0 0,1-4 0 0 0,-1 3-11 0 0,3-18 369 0 0,-2 1 1 0 0,0-1-1 0 0,-3-21 1 0 0,1 29-285 0 0,-1 0 1 0 0,-5-18-1 0 0,2 7-18 0 0,-13-42 356 0 0,4-3 115 0 0,-5-23 198 0 0,14 60-657 0 0,2 15-13 0 0,-1-32 0 0 0,4 44-163 0 0,-1-1 1 0 0,0 1-1 0 0,1-1 0 0 0,-2 1 1 0 0,-2-8-1 0 0,-2-12-25 0 0,5 22 18 0 0,0-1 1 0 0,0 1-1 0 0,0-1 0 0 0,0 1 1 0 0,0-1-1 0 0,-3-2 0 0 0,-5-12 32 0 0,9 15-21 0 0,-1 0 1 0 0,0 0 0 0 0,0-1-1 0 0,0 1 1 0 0,-1 0 0 0 0,1 0-1 0 0,-2-2 1 0 0,2 2-42 0 0,0 0 1 0 0,0 0-1 0 0,0-1 1 0 0,1 1-1 0 0,-1-1 0 0 0,1 1 1 0 0,-1 0-1 0 0,1-4 1 0 0,-8 10-1392 0 0,1 2 1411 0 0,0 1 1 0 0,1 1 0 0 0,0-1-1 0 0,1 1 1 0 0,0 0-1 0 0,-7 14 1 0 0,9-15 37 0 0,0 0 1 0 0,1 0-1 0 0,-1 0 0 0 0,2 0 1 0 0,-1 0-1 0 0,1 1 1 0 0,0-1-1 0 0,0 0 0 0 0,1 13 1 0 0,-1-9 9 0 0,1-1-1 0 0,1 1 1 0 0,0-1 0 0 0,1 1-1 0 0,0-1 1 0 0,0 1 0 0 0,5 11-1 0 0,33 62 155 0 0,-29-63-174 0 0,4 4-26 0 0,2 0-1 0 0,0-1 1 0 0,25 25 0 0 0,-9-10-55 0 0,-22-25 38 0 0,1-2 0 0 0,0 0 0 0 0,1 0 0 0 0,16 9-1 0 0,-24-18 56 0 0,0 0 0 0 0,0-1-1 0 0,0 0 1 0 0,0 0 0 0 0,1-1-1 0 0,-1 1 1 0 0,1-1 0 0 0,-1-1 0 0 0,1 1-1 0 0,0-1 1 0 0,-1 0 0 0 0,10 0-1 0 0,-11-1-12 0 0,0 0 0 0 0,0 0 0 0 0,0 0 0 0 0,0 0 0 0 0,-1-1 1 0 0,1 0-1 0 0,-1 1 0 0 0,1-1 0 0 0,-1 0 0 0 0,4-4 0 0 0,0 1-3 0 0,0-1 0 0 0,0 0 1 0 0,7-10-1 0 0,-8 8-6 0 0,0-1-1 0 0,0 1 1 0 0,-1-2 0 0 0,4-9-1 0 0,-8 16-52 0 0,-1 3 11 0 0,1-1 0 0 0,-1 1 0 0 0,0-1 0 0 0,0 1-1 0 0,0-1 1 0 0,1 1 0 0 0,-1 0 0 0 0,0-1 0 0 0,0 1 0 0 0,1-1 0 0 0,-1 1-1 0 0,1 0 1 0 0,-1-1 0 0 0,0 1 0 0 0,1-1 0 0 0,0 1 0 0 0,-1 1-66 0 0,0 0 1 0 0,0 0-1 0 0,0 0 0 0 0,0 0 1 0 0,0 0-1 0 0,0 0 1 0 0,0 0-1 0 0,0 0 0 0 0,1 0 1 0 0,-1 0-1 0 0,1 2 1 0 0,9 21 110 0 0,-8-17 71 0 0,1 0 0 0 0,5 11 0 0 0,-3-11-44 0 0,1 0 0 0 0,-1 0 0 0 0,1 0 0 0 0,0 0 0 0 0,12 9 0 0 0,-17-15-452 0 0,1 0 335 0 0,-1 0-1 0 0,0 0 1 0 0,0 0-1 0 0,1 0 1 0 0,-1 0-1 0 0,0-1 1 0 0,4 2-1 0 0,-5-2-380 0 0,1 1-1 0 0,-1-1 0 0 0,1 0 1 0 0,0 0-1 0 0,-1 0 0 0 0,1 0 1 0 0,-1 0-1 0 0,1 0 1 0 0,-1 0-1 0 0,1 0 0 0 0,-1-1 1 0 0,1 1-1 0 0,0 0 0 0 0,-1 0 1 0 0,3-2-1377 0 0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5:58.61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8146 0 0,'0'0'13679'0'0,"4"1"-16385"0"0,-3 0 2619 0 0,0-1 1 0 0,0 1 0 0 0,0 0 0 0 0,0-1-1 0 0,0 1 1 0 0,0 0 0 0 0,0 0 0 0 0,0 0-1 0 0,0 0 1 0 0,0 0 0 0 0,0 0 0 0 0,-1 0-1 0 0,1 0 1 0 0,0 0 0 0 0,-1 0 0 0 0,1 0-1 0 0,0 2 1 0 0,0 0-432 0 0,1 1-1 0 0,-1 0 1 0 0,0 0-1 0 0,-1 0 1 0 0,1 8-1 0 0,0 18-6800 0 0,-1-19 183 0 0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5:59.1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 0 5177 0 0,'0'0'17664'0'0,"-1"1"-17463"0"0,1 0-197 0 0,-1-1-1 0 0,1 0 0 0 0,-1 1 1 0 0,1-1-1 0 0,0 1 0 0 0,-1-1 1 0 0,1 1-1 0 0,0-1 0 0 0,0 0 1 0 0,-1 1-1 0 0,1-1 0 0 0,0 1 1 0 0,0-1-1 0 0,0 1 0 0 0,-1-1 1 0 0,1 1-1 0 0,0-1 0 0 0,0 1 1 0 0,0 0-1 0 0,0-1 0 0 0,0 1 1 0 0,0-1-1 0 0,0 1 0 0 0,0-1 1 0 0,0 1-1 0 0,1-1 0 0 0,-1 1 1 0 0,0-1-1 0 0,0 1 0 0 0,0-1 1 0 0,0 1-1 0 0,1-1 0 0 0,-1 1 1 0 0,0-1-1 0 0,1 1 0 0 0,-1-1 1 0 0,0 0-1 0 0,1 1 0 0 0,-1-1 1 0 0,0 1-1 0 0,1-1 0 0 0,-1 0 1 0 0,1 1-1 0 0,72 86-214 0 0,-50-57 126 0 0,-5-8-4 0 0,-5-6-145 0 0,22 32-1 0 0,-35-47 202 0 0,1 0 0 0 0,0 0 0 0 0,0 0 0 0 0,0 0-1 0 0,0 0 1 0 0,0 0 0 0 0,0 0 0 0 0,0 0-1 0 0,0-1 1 0 0,2 2 0 0 0,-2-2 441 0 0,0-2-345 0 0,0-1-1 0 0,-1 0 0 0 0,1 1 1 0 0,-1-1-1 0 0,0 0 1 0 0,1-3-1 0 0,0-10-160 0 0,3-1 45 0 0,-1 0 1 0 0,0-28 0 0 0,0 6 118 0 0,-3 35-21 0 0,1 0 0 0 0,0 1 0 0 0,-1-1 1 0 0,1 0-1 0 0,1 0 0 0 0,-1 0 0 0 0,0 1 0 0 0,1-1 0 0 0,0 0 0 0 0,2-3 0 0 0,-3 7-29 0 0,-1 0 0 0 0,1-1 0 0 0,0 1 0 0 0,0 0-1 0 0,-1-1 1 0 0,1 1 0 0 0,0 0 0 0 0,-1 0 0 0 0,1-1 0 0 0,0 1-1 0 0,0 0 1 0 0,-1 0 0 0 0,1 0 0 0 0,0 0 0 0 0,0 0-1 0 0,0 0 1 0 0,-1 0 0 0 0,2 1 0 0 0,1-1-73 0 0,-1 0-1 0 0,0 1 1 0 0,0-1-1 0 0,0 1 1 0 0,0 0-1 0 0,3 1 1 0 0,3 3-60 0 0,-1 1-1 0 0,1 0 1 0 0,-1 0-1 0 0,0 1 1 0 0,-1 0 0 0 0,7 8-1 0 0,30 49-2033 0 0,-43-64 1849 0 0,7 13-2313 0 0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5:59.8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92 255 0 0 0,'0'0'19567'0'0,"8"-14"-19198"0"0,37-60 133 0 0,-41 68-352 0 0,0-1-1 0 0,-1 0 1 0 0,1 0 0 0 0,2-10 0 0 0,-5 13-110 0 0,0 0 0 0 0,0 0 0 0 0,-1 0 0 0 0,1 1 0 0 0,-1-1-1 0 0,0 0 1 0 0,0 0 0 0 0,0 0 0 0 0,-1 0 0 0 0,-1-7 0 0 0,0 6-37 0 0,-1 1 1 0 0,1-1-1 0 0,-1 1 1 0 0,0 0-1 0 0,0-1 0 0 0,0 1 1 0 0,-4-3-1 0 0,-1-2 5 0 0,7 7-13 0 0,-1 0 0 0 0,1 0 0 0 0,-1 0 0 0 0,1 0 0 0 0,-1 1 0 0 0,0-1 0 0 0,0 1 0 0 0,0-1 0 0 0,0 1 0 0 0,0 0 0 0 0,0 0 0 0 0,0 0 0 0 0,0 0 0 0 0,-1 0 0 0 0,1 0 1 0 0,0 0-1 0 0,0 1 0 0 0,-1-1 0 0 0,1 1 0 0 0,-1 0 0 0 0,1 0 0 0 0,0 0 0 0 0,-4 0 0 0 0,2 0-19 0 0,0 0 0 0 0,-1 0 1 0 0,1 1-1 0 0,-8 1 0 0 0,11-1 16 0 0,-1-1 0 0 0,1 1 0 0 0,-1 0-1 0 0,1-1 1 0 0,-1 1 0 0 0,1 0 0 0 0,0 0 0 0 0,-1 0 0 0 0,1 0-1 0 0,0 0 1 0 0,0 0 0 0 0,0 1 0 0 0,0-1 0 0 0,0 0 0 0 0,-2 3 0 0 0,-2 1-10 0 0,5-4 18 0 0,-1-1 1 0 0,1 1-1 0 0,-1-1 1 0 0,1 1-1 0 0,0-1 1 0 0,-1 1-1 0 0,1-1 1 0 0,-1 1-1 0 0,1 0 1 0 0,0-1-1 0 0,0 1 1 0 0,-1-1-1 0 0,1 2 1 0 0,-1-1-2 0 0,1 0 0 0 0,0 0 0 0 0,-1-1 1 0 0,1 1-1 0 0,-1 0 0 0 0,1 0 0 0 0,-1-1 0 0 0,1 1 0 0 0,-1 0 1 0 0,-1 0-1 0 0,2 0 0 0 0,-1-1 0 0 0,1 1-1 0 0,0-1 1 0 0,-1 1 0 0 0,1-1 0 0 0,-1 0 0 0 0,1 1 0 0 0,0-1 0 0 0,-1 1 0 0 0,1-1 0 0 0,0 1-1 0 0,0 0 1 0 0,-1-1 0 0 0,1 1 0 0 0,0-1 0 0 0,0 2 0 0 0,-3 13 27 0 0,2-14-15 0 0,0 1 0 0 0,1 0 0 0 0,-1 0 0 0 0,1 0 0 0 0,-1 0 0 0 0,1 0 0 0 0,0 2 1 0 0,0-1 49 0 0,0-1 0 0 0,0 0 0 0 0,0 1 0 0 0,1-1 1 0 0,-1 1-1 0 0,1-1 0 0 0,0 1 0 0 0,0-1 0 0 0,0 0 1 0 0,2 5-1 0 0,0-2 62 0 0,1 0 0 0 0,0-1 0 0 0,7 8 0 0 0,11 10 51 0 0,44 35 0 0 0,-39-37-695 0 0,-9-7 673 0 0,28 17-1 0 0,-39-26-912 0 0,0 0 1 0 0,14 3-1 0 0,-16-5-463 0 0,0-1 1 0 0,1 0-1 0 0,-1 0 1 0 0,11 0-1 0 0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6:00.75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49 480 800 0 0,'0'0'19180'0'0,"-4"-2"-19069"0"0,-12-9-52 0 0,15 11-70 0 0,1 0 0 0 0,0-1 0 0 0,-1 1 0 0 0,1 0 1 0 0,0-1-1 0 0,-1 1 0 0 0,1 0 0 0 0,-1 0 0 0 0,1-1 0 0 0,-1 1 1 0 0,1 0-1 0 0,-1 0 0 0 0,1 0 0 0 0,0 0 0 0 0,-1 0 0 0 0,1 0 1 0 0,-1 0-1 0 0,1 0 0 0 0,-1 0 0 0 0,1 0 0 0 0,-1 0 0 0 0,1 0 1 0 0,-1 0-1 0 0,1 0 0 0 0,-1 0 0 0 0,1 0 0 0 0,-1 0 1 0 0,1 1-1 0 0,-1-1 0 0 0,1 0 0 0 0,-1 1 0 0 0,0 0-2 0 0,1 0 1 0 0,-1 0-1 0 0,1 0 0 0 0,-1 0 0 0 0,1 0 0 0 0,-1 0 1 0 0,1 0-1 0 0,-1 0 0 0 0,1 2 0 0 0,-2 4-50 0 0,1-5 71 0 0,0 0-1 0 0,0 0 0 0 0,0 0 1 0 0,1 0-1 0 0,-1 0 0 0 0,1 0 1 0 0,-1 1-1 0 0,1-1 0 0 0,0 0 1 0 0,0 0-1 0 0,0 0 0 0 0,0 3 1 0 0,7 26 245 0 0,-2-13-107 0 0,-4-14-108 0 0,1 0 1 0 0,-1 0-1 0 0,1 0 1 0 0,0 0-1 0 0,0 0 1 0 0,1-1-1 0 0,-1 1 1 0 0,5 4-1 0 0,2 4 47 0 0,-8-11-47 0 0,0 0-1 0 0,1 0 1 0 0,-1-1 0 0 0,0 1 0 0 0,0 0 0 0 0,1 0 0 0 0,-1-1-1 0 0,0 1 1 0 0,1 0 0 0 0,-1-1 0 0 0,0 0 0 0 0,1 1 0 0 0,-1-1 0 0 0,1 0-1 0 0,-1 0 1 0 0,1 0 0 0 0,-1 1 0 0 0,1-2 0 0 0,-1 1 0 0 0,1 0-1 0 0,-1 0 1 0 0,1 0 0 0 0,-1-1 0 0 0,0 1 0 0 0,1-1 0 0 0,-1 1-1 0 0,1-1 1 0 0,-1 1 0 0 0,0-1 0 0 0,0 0 0 0 0,2-1 0 0 0,3-5-43 0 0,-1 0 1 0 0,0-1 0 0 0,-1 0-1 0 0,0 0 1 0 0,0 0 0 0 0,0 0 0 0 0,-1 0-1 0 0,-1-1 1 0 0,1 1 0 0 0,-1-1-1 0 0,1-11 1 0 0,-1-10-356 0 0,-1-59-1 0 0,-2 73 307 0 0,0 1-23 0 0,-1 0 0 0 0,-4-19-1 0 0,0 7 15 0 0,0-6 19 0 0,1 5 154 0 0,0 0 1 0 0,0-38-1 0 0,5-16 1073 0 0,0 81-1143 0 0,-5 2-3310 0 0,5 0 3278 0 0,-1-1 1 0 0,0 0-1 0 0,0 0 1 0 0,1 0-1 0 0,-1 0 1 0 0,0 0 0 0 0,0 0-1 0 0,1 0 1 0 0,-1 0-1 0 0,0 0 1 0 0,0 0-1 0 0,0 0 1 0 0,1-1-1 0 0,-1 1 1 0 0,0 0-1 0 0,0 0 1 0 0,1-1 0 0 0,-1 1-1 0 0,0 0 1 0 0,1-1-1 0 0,-1 1 1 0 0,0-1-1 0 0,1 1 1 0 0,-1-1-1 0 0,1 1 1 0 0,-2-2-1 0 0,-4-9 319 0 0,5 10-275 0 0,-1-1 0 0 0,1 0 0 0 0,0 0 0 0 0,0 0 0 0 0,0 0-1 0 0,0 0 1 0 0,1-1 0 0 0,-2-2 0 0 0,1-3 453 0 0,2 14-837 0 0,3 15-41 0 0,7 7 407 0 0,24 81 95 0 0,-23-69 5 0 0,33 75 1 0 0,-23-64-84 0 0,26 43 38 0 0,-19-43-112 0 0,-9-15-115 0 0,9 19-2364 0 0,-28-53 1504 0 0,-1 0 0 0 0,1 0 0 0 0,-1 1 0 0 0,1-1 0 0 0,-1 0 0 0 0,0 0 0 0 0,0 4 0 0 0,0-1-2517 0 0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31.2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15 3561 0 0,'0'0'20484'0'0,"1"-3"-20248"0"0,5-8 158 0 0,-8 13-404 0 0,2-2 8 0 0,0 0 1 0 0,-1 1 0 0 0,1-1-1 0 0,0 0 1 0 0,0 0-1 0 0,0 1 1 0 0,0-1-1 0 0,0 0 1 0 0,-1 1 0 0 0,1-1-1 0 0,0 0 1 0 0,0 1-1 0 0,0-1 1 0 0,0 0-1 0 0,0 1 1 0 0,0-1-1 0 0,0 0 1 0 0,0 1 0 0 0,0-1-1 0 0,0 0 1 0 0,0 1-1 0 0,-3 46 32 0 0,3-42-18 0 0,0 0 1 0 0,0 0 0 0 0,1 0 0 0 0,-1-1-1 0 0,1 1 1 0 0,1 0 0 0 0,-1 0 0 0 0,1 0-1 0 0,0-1 1 0 0,0 1 0 0 0,0-1 0 0 0,0 1 0 0 0,5 5-1 0 0,-4-6 5 0 0,0 1 0 0 0,0 0 1 0 0,4 10-1 0 0,-1-1 52 0 0,-6-14 2 0 0,1 1 0 0 0,0-1 1 0 0,-1 1-1 0 0,1-1 0 0 0,0 1 1 0 0,-1-1-1 0 0,1 0 0 0 0,0 1 0 0 0,-1-1 1 0 0,1 0-1 0 0,0 0 0 0 0,0 1 1 0 0,-1-1-1 0 0,1 0 0 0 0,0 0 1 0 0,0 0-1 0 0,0 0 0 0 0,-1 0 1 0 0,1 0-1 0 0,0 0 0 0 0,0-1 0 0 0,1 1 1 0 0,18-4 102 0 0,-20 4-169 0 0,47-14 75 0 0,88-19-1501 0 0,-133 33 1098 0 0,32-8-3075 0 0,-31 7 1675 0 0,-1 0 0 0 0,1 0 0 0 0,-1 0 0 0 0,1 0 0 0 0,3-4 0 0 0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31.4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 1 3321 0 0,'0'0'17087'0'0,"-6"28"-16763"0"0,-18 88-53 0 0,17-78-105 0 0,7-26-26 0 0,1-3-52 0 0,-1-1 13 0 0,1 0 1 0 0,0 0-1 0 0,0 0 1 0 0,1-1-1 0 0,4 12 1 0 0,2 6-6135 0 0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32.3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15 7754 0 0,'0'0'12561'0'0,"23"-2"-12202"0"0,69-7-18 0 0,-80 7-143 0 0,1 1 1 0 0,15 1-1 0 0,-12 0 15 0 0,2 0-11 0 0,0 1-1 0 0,0 0 0 0 0,0 2 1 0 0,-1 0-1 0 0,31 9 1 0 0,-47-12-203 0 0,1 0 1 0 0,-1 1 0 0 0,1-1 0 0 0,-1 1 0 0 0,0 0 0 0 0,1-1-1 0 0,-1 1 1 0 0,0 0 0 0 0,0 0 0 0 0,0 0 0 0 0,0 0 0 0 0,1 0 0 0 0,-1 0-1 0 0,0 0 1 0 0,-1 0 0 0 0,1 1 0 0 0,0-1 0 0 0,0 0 0 0 0,0 0-1 0 0,-1 1 1 0 0,1-1 0 0 0,-1 1 0 0 0,1-1 0 0 0,-1 0 0 0 0,1 1-1 0 0,-1-1 1 0 0,0 3 0 0 0,0-1-16 0 0,0 0 0 0 0,-1 0 0 0 0,1-1 0 0 0,-1 1 0 0 0,0 0 0 0 0,0 0 0 0 0,0-1 0 0 0,0 1 0 0 0,0-1 0 0 0,-1 1 0 0 0,1-1 0 0 0,-1 1 0 0 0,-3 3 1 0 0,1-2 19 0 0,-1 1 1 0 0,0-1 0 0 0,1 0 0 0 0,-2-1-1 0 0,1 1 1 0 0,0-1 0 0 0,-10 4 0 0 0,-13 10 34 0 0,27-17-37 0 0,0 1 1 0 0,1-1-1 0 0,-1 1 1 0 0,0-1-1 0 0,0 1 1 0 0,0 0-1 0 0,0 0 1 0 0,1-1-1 0 0,-1 1 1 0 0,0 0-1 0 0,1 0 1 0 0,-1 0-1 0 0,1 0 0 0 0,-1 0 1 0 0,1 0-1 0 0,-1 0 1 0 0,1 0-1 0 0,0 0 1 0 0,-1 0-1 0 0,1 0 1 0 0,0 0-1 0 0,0 0 1 0 0,0 1-1 0 0,0 0 3 0 0,0-1 0 0 0,1 0 1 0 0,-1 1-1 0 0,1-1 0 0 0,-1 0 0 0 0,1 0 0 0 0,-1 0 0 0 0,1 0 1 0 0,0 1-1 0 0,0-1 0 0 0,0 0 0 0 0,0 0 0 0 0,-1-1 0 0 0,1 1 1 0 0,0 0-1 0 0,1 0 0 0 0,-1 0 0 0 0,2 1 0 0 0,34 19 123 0 0,44 18-1 0 0,-14-8-80 0 0,-65-30-52 0 0,0 0 1 0 0,0 1-1 0 0,0-1 1 0 0,1 0-1 0 0,-1 1 1 0 0,3 3-1 0 0,-5-5 0 0 0,1 1 0 0 0,-1-1 0 0 0,0 1-1 0 0,1 0 1 0 0,-1-1 0 0 0,1 1 0 0 0,-1 0-1 0 0,0-1 1 0 0,1 1 0 0 0,-1 0 0 0 0,0 0 0 0 0,0-1-1 0 0,0 1 1 0 0,0 0 0 0 0,1 0 0 0 0,-1-1-1 0 0,0 1 1 0 0,0 0 0 0 0,0 0 0 0 0,-1-1 0 0 0,1 1-1 0 0,0 0 1 0 0,0 0 0 0 0,0-1 0 0 0,0 1 0 0 0,-1 0-1 0 0,1 0 1 0 0,0-1 0 0 0,-1 2 0 0 0,-2 0 54 0 0,1-1 0 0 0,0 1 1 0 0,-1 0-1 0 0,1-1 1 0 0,-1 0-1 0 0,0 0 0 0 0,1 0 1 0 0,-1 0-1 0 0,-5 1 0 0 0,3 0 56 0 0,-18 4 79 0 0,0-1-1 0 0,1-1 0 0 0,-40 1 0 0 0,25-2-592 0 0,-7-1-2668 0 0,9 0-7014 0 0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6:13.9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6 215 0 0 0,'0'0'5018'0'0,"0"-3"-3047"0"0,0-8 240 0 0,0 1 4240 0 0,0 10-6372 0 0,1 0 0 0 0,-1 0-1 0 0,0-1 1 0 0,0 1 0 0 0,0 0-1 0 0,1 0 1 0 0,-1 0-1 0 0,0 0 1 0 0,0 0 0 0 0,0 0-1 0 0,0-1 1 0 0,1 1 0 0 0,-1 0-1 0 0,0 0 1 0 0,0 0 0 0 0,0-1-1 0 0,0 1 1 0 0,0 0 0 0 0,0 0-1 0 0,0 0 1 0 0,0-1-1 0 0,1 1 1 0 0,-1 0 0 0 0,0 0-1 0 0,0 0 1 0 0,0-1 0 0 0,0 1-1 0 0,0 0 1 0 0,0 0 0 0 0,0-1-1 0 0,0-85 6583 0 0,0 76-6938 0 0,-1 4 185 0 0,-5-5-2 0 0,5 7 110 0 0,1 0 0 0 0,-1 0 1 0 0,1-1-1 0 0,-1 1 0 0 0,2-6 1 0 0,-1 2 1283 0 0,16 21-642 0 0,-5-3-611 0 0,-7-6-13 0 0,1 1 0 0 0,-1-1 0 0 0,0 1 0 0 0,0-1 0 0 0,0 1 0 0 0,-1 0 0 0 0,5 9 0 0 0,11 27 217 0 0,14 32 66 0 0,-16-20-112 0 0,-1-4-51 0 0,5 20 36 0 0,-15-46-68 0 0,13 32 0 0 0,-2-6 20 0 0,0 4-34 0 0,-12-38-68 0 0,-4-11-35 0 0,0 0-1 0 0,1 0 1 0 0,-1 0 0 0 0,1-1-1 0 0,4 8 1 0 0,-1-2 14 0 0,1 1 8 0 0,-3-5-23 0 0,-3-4-1 0 0,0 0-1 0 0,0 0 1 0 0,1 0-1 0 0,-1 0 1 0 0,1-1-1 0 0,-1 1 0 0 0,0 0 1 0 0,1 0-1 0 0,-1-1 1 0 0,1 1-1 0 0,1 1 1 0 0,7-2 213 0 0,2 1-129 0 0,-10 0-83 0 0,1-1 1 0 0,-1 0 0 0 0,1 1 0 0 0,0-1 0 0 0,-1 0 0 0 0,1 0 0 0 0,0 0 0 0 0,-1 0-1 0 0,1 0 1 0 0,-1-1 0 0 0,1 1 0 0 0,0 0 0 0 0,-1-1 0 0 0,1 1 0 0 0,-1-1 0 0 0,1 0 0 0 0,1 0 0 0 0,0-2-11 0 0,-2 2 4 0 0,-1 1 0 0 0,1 0 0 0 0,0-1 0 0 0,-1 1 0 0 0,1-1 0 0 0,-1 0 0 0 0,0 1 0 0 0,1-1 0 0 0,-1 1 0 0 0,1-1 0 0 0,-1 0 0 0 0,0 1 0 0 0,1-1 0 0 0,-1 0-1 0 0,0 1 1 0 0,0-2 0 0 0,9-19-175 0 0,-5-10-11 0 0,-2 0 0 0 0,-3-41 0 0 0,0 21 68 0 0,3 9 304 0 0,-2 41-179 0 0,0 1 0 0 0,1-1 0 0 0,-1 1 1 0 0,1-1-1 0 0,-1 1 0 0 0,0-1 0 0 0,1 1 0 0 0,-1-1 0 0 0,1 1 1 0 0,0-1-1 0 0,-1 1 0 0 0,1 0 0 0 0,-1-1 0 0 0,1 1 0 0 0,0 0 1 0 0,-1 0-1 0 0,1-1 0 0 0,-1 1 0 0 0,1 0 0 0 0,0 0 0 0 0,-1 0 0 0 0,2 0 1 0 0,0-1-4 0 0,-1 1 0 0 0,1 0 1 0 0,-1 0-1 0 0,1-1 0 0 0,-1 1 1 0 0,1 0-1 0 0,-1 0 0 0 0,1 1 1 0 0,-1-1-1 0 0,1 0 0 0 0,1 1 1 0 0,3 3-41 0 0,0 0 0 0 0,0 1-1 0 0,-1 0 1 0 0,7 7 0 0 0,-5-5 33 0 0,4 5-5 0 0,14 21-1 0 0,0-1 1 0 0,-16-19 4 0 0,13 19-1 0 0,-15-19-4 0 0,18 21 0 0 0,-12-17 6 0 0,-6-9 2 0 0,-1 0 0 0 0,12 9 0 0 0,0 3 12 0 0,-15-16-5 0 0,1 0 0 0 0,0 1 0 0 0,8 6 0 0 0,-6-6-5 0 0,-6-4 6 0 0,1-1 1 0 0,-1 1 0 0 0,1-1 0 0 0,-1 1 0 0 0,1-1 0 0 0,-1 1-1 0 0,1-1 1 0 0,-1 1 0 0 0,1-1 0 0 0,0 0 0 0 0,-1 1 0 0 0,1-1-1 0 0,-1 0 1 0 0,1 1 0 0 0,1-1 0 0 0,-2 0 375 0 0,4-11-243 0 0,-2 7-153 0 0,0 0 1 0 0,-1 0-1 0 0,1-1 1 0 0,-1 1-1 0 0,0-1 1 0 0,0 1 0 0 0,1-9-1 0 0,1-7-24 0 0,-2 11 22 0 0,0-1 0 0 0,-1 1 0 0 0,-1-20-1 0 0,1 4 0 0 0,0 10 11 0 0,-1-1 0 0 0,-4-27 0 0 0,-11-71-17 0 0,10 59 73 0 0,4-1-1 0 0,4-62 0 0 0,-1 105-38 0 0,1 0-1 0 0,1 0 0 0 0,0 0 1 0 0,6-15-1 0 0,4 4-21 0 0,-13 23-41 0 0,0 0-1 0 0,0 1 1 0 0,1-1-1 0 0,-1 1 1 0 0,0-1-1 0 0,0 1 1 0 0,1-1 0 0 0,-1 1-1 0 0,0-1 1 0 0,1 1-1 0 0,-1 0 1 0 0,1-1-1 0 0,-1 1 1 0 0,0-1 0 0 0,1 1-1 0 0,-1 0 1 0 0,1-1-1 0 0,-1 1 1 0 0,1-1-1 0 0,0 1-65 0 0,-1 0-1 0 0,0 0 1 0 0,0 0-1 0 0,1 1 1 0 0,-1-1-1 0 0,0 0 1 0 0,0 0-1 0 0,1 0 1 0 0,-1 0-1 0 0,0 0 1 0 0,0 0-1 0 0,0 0 1 0 0,1 0-1 0 0,-1 1 1 0 0,0-1-1 0 0,0 0 1 0 0,0 0-1 0 0,0 0 1 0 0,1 0-1 0 0,-1 1 0 0 0,0-1 1 0 0,0 0-1 0 0,0 0 1 0 0,0 0-1 0 0,0 1 1 0 0,0-1-1 0 0,0 0 1 0 0,0 0-1 0 0,1 1 1 0 0,-1-1-1 0 0,0 0 1 0 0,0 0-1 0 0,0 0 1 0 0,0 1-1 0 0,0-1 1 0 0,0 0-1 0 0,0 0 1 0 0,0 1-1 0 0,0-1 1 0 0,0 0-1 0 0,-1 0 1 0 0,1 1-1 0 0,0 9-2280 0 0,0 15-7553 0 0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6:14.7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165 110 0 0 0,'0'0'22051'0'0,"2"-5"-21452"0"0,5-26 660 0 0,-6 28-1170 0 0,0 1 1 0 0,0-1-1 0 0,1 1 0 0 0,-1-1 0 0 0,0 1 0 0 0,1 0 1 0 0,0 0-1 0 0,-1-1 0 0 0,1 1 0 0 0,0 0 1 0 0,3-2-1 0 0,2-3-142 0 0,-7 7 17 0 0,1 0 1 0 0,-1 0-1 0 0,0 0 1 0 0,1-1 0 0 0,-1 1-1 0 0,0 0 1 0 0,0 0-1 0 0,1-1 1 0 0,-1 1 0 0 0,0 0-1 0 0,0 0 1 0 0,1-1-1 0 0,-1 1 1 0 0,0 0 0 0 0,0-1-1 0 0,0 1 1 0 0,0 0-1 0 0,0-1 1 0 0,0 1 0 0 0,1 0-1 0 0,-1-1 1 0 0,0 1-1 0 0,0-1 1 0 0,-9-1-1257 0 0,2 2 1439 0 0,-12-2-219 0 0,-20-6 1 0 0,-15-2-871 0 0,38 8 280 0 0,-15-2-1775 0 0,12 3-2489 0 0,7 0-5431 0 0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6:15.4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97 25 0 0 0,'0'0'12493'0'0,"7"1"-11380"0"0,33 1 5883 0 0,-106-18-5847 0 0,49 12-1829 0 0,-21-2-1 0 0,15 4-8333 0 0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00.5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87 1472 0 0,'0'0'14825'0'0,"0"-2"-13964"0"0,0-83 9048 0 0,2 92-10601 0 0,4 15 605 0 0,0-1-1 0 0,11 27 1 0 0,24 42 128 0 0,-24-54-55 0 0,79 140 78 0 0,-77-143-53 0 0,-7-11 13 0 0,1 0 0 0 0,32 39 0 0 0,-25-38-4 0 0,-12-13 0 0 0,0-1 1 0 0,19 17-1 0 0,-25-24-109 0 0,-1-1 156 0 0,0 0 0 0 0,0-1-1 0 0,0 1 1 0 0,0 0 0 0 0,1 0 0 0 0,-1-1-1 0 0,0 1 1 0 0,0 0 0 0 0,3 0 0 0 0,-3-1-34 0 0,-1 0-1 0 0,1-1 1 0 0,0 1 0 0 0,-1 0 0 0 0,1 0-1 0 0,-1 0 1 0 0,1-1 0 0 0,0 1 0 0 0,-1 0 0 0 0,1-1-1 0 0,-1 1 1 0 0,1 0 0 0 0,-1-1 0 0 0,1 1-1 0 0,-1-1 1 0 0,1 1 0 0 0,-1-1 0 0 0,1 1 0 0 0,-1-1-1 0 0,0 1 1 0 0,1-1 0 0 0,-1-1 0 0 0,4-3-16 0 0,-1-1 1 0 0,0 0-1 0 0,-1 0 1 0 0,0 0-1 0 0,0 0 1 0 0,0 0-1 0 0,0-1 1 0 0,-1 1-1 0 0,0-7 1 0 0,1-10-59 0 0,-3-27 1 0 0,1 38 22 0 0,-2-2-24 0 0,0 0 1 0 0,0 1-1 0 0,-2-1 1 0 0,-5-16 0 0 0,-4-12 32 0 0,10 34 24 0 0,0-3-431 0 0,3 11 342 0 0,0 1-1 0 0,1 0 0 0 0,-1 0 0 0 0,1-1 1 0 0,-1 1-1 0 0,1 0 0 0 0,-1-1 0 0 0,1 1 0 0 0,0 0 1 0 0,-1-1-1 0 0,2 2 0 0 0,1 0-56 0 0,18 19-93 0 0,74 69 25 0 0,-81-78 211 0 0,2 0 0 0 0,-1-1-1 0 0,2-1 1 0 0,30 14 0 0 0,-42-22 23 0 0,-1 0 0 0 0,1-1-1 0 0,0 0 1 0 0,-1 0 0 0 0,9 1 0 0 0,-11-2-13 0 0,-1 0 0 0 0,1 0 0 0 0,-1 0 0 0 0,1 0 0 0 0,-1 0 0 0 0,0 0 0 0 0,1 0 0 0 0,-1-1 0 0 0,1 1 0 0 0,-1-1 0 0 0,1 1-1 0 0,-1-1 1 0 0,0 1 0 0 0,1-1 0 0 0,-1 0 0 0 0,0 1 0 0 0,0-1 0 0 0,1 0 0 0 0,-1 0 0 0 0,0 0 0 0 0,2-2 0 0 0,-1-1-3 0 0,0-1 0 0 0,0 1 1 0 0,0 0-1 0 0,-1-1 0 0 0,0 1 0 0 0,1-1 0 0 0,-2 0 0 0 0,1 1 0 0 0,0-9 0 0 0,-1-2-18 0 0,-2-27 1 0 0,1 34-16 0 0,-1 0 1 0 0,0 0 0 0 0,0 0-1 0 0,-1 1 1 0 0,-5-12 0 0 0,-22-37-97 0 0,16 32 64 0 0,3 4-338 0 0,0 1 1 0 0,-2 0 0 0 0,0 1 0 0 0,-1 0 0 0 0,-20-18-1 0 0,32 34-114 0 0,0 0-1 0 0,0 1 1 0 0,0-1-1 0 0,-1 1 1 0 0,1 0-1 0 0,-4-2 0 0 0,-6 0-4045 0 0,1 6-3944 0 0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01.2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20 10946 0 0,'0'0'14950'0'0,"-2"-3"-14700"0"0,-8-13 178 0 0,11 19-474 0 0,-1-1 0 0 0,0 1 1 0 0,1-1-1 0 0,-1 1 0 0 0,0 0 1 0 0,-1 5-1 0 0,0-1 35 0 0,1 156-34 0 0,0-163 68 0 0,0 1 1 0 0,0 0-1 0 0,0 0 1 0 0,0 0-1 0 0,0 0 1 0 0,0-1-1 0 0,0 1 1 0 0,0 0-1 0 0,0 0 1 0 0,1 0-1 0 0,-1-1 1 0 0,0 1-1 0 0,1 0 1 0 0,-1 0-1 0 0,0-1 1 0 0,1 1-1 0 0,-1 0 1 0 0,1-1-1 0 0,-1 1 1 0 0,1 0-1 0 0,-1-1 1 0 0,1 1-1 0 0,-1-1 1 0 0,1 1-1 0 0,0-1 1 0 0,-1 1-1 0 0,1-1 1 0 0,1 1-1 0 0,1 0 126 0 0,-1-1 0 0 0,1 1-1 0 0,0-1 1 0 0,0 0 0 0 0,0 0 0 0 0,0 0-1 0 0,3-1 1 0 0,-1 1-217 0 0,5-2 134 0 0,-1 0 0 0 0,1 0 0 0 0,-1 0 0 0 0,14-7 0 0 0,-10 4-30 0 0,18-5 0 0 0,-26 9-52 0 0,19-4-215 0 0,27-10 1 0 0,-41 11-731 0 0,1-1-2635 0 0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01.4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11346 0 0,'0'0'9975'0'0,"0"20"-9681"0"0,0 63-39 0 0,2-48-6 0 0,2-21-26 0 0,0-2-50 0 0,18 53 514 0 0,-18-50-1173 0 0,1 0-2358 0 0,-4-4-4480 0 0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05.7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287 40 3105 0 0,'0'0'16200'0'0,"-3"-1"-15349"0"0,-7-2-474 0 0,1 0-1 0 0,-2 0 1 0 0,1 1 0 0 0,0 0-1 0 0,0 0 1 0 0,-1 1-1 0 0,-10 1 1 0 0,-127-2-1864 0 0,146 2 909 0 0,0 0-1 0 0,-1 0 1 0 0,1 0-1 0 0,0-1 1 0 0,0 1-1 0 0,0-1 1 0 0,0 0-1 0 0,-1 1 1 0 0,-2-3 0 0 0,3 2-1581 0 0,-1-1 1 0 0,0 0-1 0 0,0 0 1 0 0,-4-5-1 0 0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05.9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290 45 8618 0 0,'0'0'13464'0'0,"-32"-8"-13441"0"0,-98-21-17 0 0,88 22 1 0 0,29 6-19 0 0,3 2-41 0 0,3-1-361 0 0,0 1 0 0 0,-12 1 1 0 0,-1 3-3677 0 0,11-2 159 0 0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07.6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0 194 2144 0 0,'0'0'17642'0'0,"4"-6"-17312"0"0,0 0-237 0 0,-3 4-63 0 0,0 0 1 0 0,1 0 0 0 0,-1 0-1 0 0,0 0 1 0 0,1 1-1 0 0,0-1 1 0 0,-1 0-1 0 0,1 1 1 0 0,0-1-1 0 0,0 1 1 0 0,0 0-1 0 0,4-3 1 0 0,3-1 160 0 0,-6 3-170 0 0,1 0 0 0 0,-1 1 1 0 0,1-1-1 0 0,-1 1 0 0 0,1 0 0 0 0,6-2 1 0 0,51-12 51 0 0,-17 4 135 0 0,-42 10-148 0 0,1 1 1 0 0,-1-1-1 0 0,1 1 0 0 0,-1-1 0 0 0,0 0 1 0 0,1 0-1 0 0,-1 0 0 0 0,0 0 0 0 0,0-1 0 0 0,1 1 1 0 0,-1-1-1 0 0,2-1 0 0 0,3-5 399 0 0,-6 7-373 0 0,0 0 0 0 0,0 0 0 0 0,0 1 0 0 0,-1-1 0 0 0,1 0 1 0 0,0 0-1 0 0,-1 0 0 0 0,1 0 0 0 0,-1 0 0 0 0,1 0 0 0 0,-1 0 0 0 0,1 0 0 0 0,-1 0 0 0 0,1 0 1 0 0,-1 0-1 0 0,0 0 0 0 0,0 0 0 0 0,0 0 0 0 0,0 0 0 0 0,0-2 0 0 0,0 0 88 0 0,1 1-142 0 0,-1 0 1 0 0,0 1-1 0 0,0-1 0 0 0,0 0 1 0 0,0 1-1 0 0,0-1 0 0 0,0 0 1 0 0,-1 1-1 0 0,1-1 0 0 0,0 0 1 0 0,-1 1-1 0 0,1-1 0 0 0,-1 1 1 0 0,0-1-1 0 0,0 1 0 0 0,1-1 1 0 0,-1 1-1 0 0,0-1 0 0 0,0 1 1 0 0,0 0-1 0 0,0-1 0 0 0,-3-1 1 0 0,-4-4-47 0 0,4 4 8 0 0,1 0 1 0 0,-1 0-1 0 0,0 0 0 0 0,-4-2 0 0 0,6 4-30 0 0,0 0 0 0 0,0 0 0 0 0,0 1 0 0 0,0-1 0 0 0,-1 1 0 0 0,1-1 0 0 0,0 1 1 0 0,0 0-1 0 0,0 0 0 0 0,0 0 0 0 0,0 0 0 0 0,0 0 0 0 0,0 1 0 0 0,-4 0 0 0 0,-1 1 11 0 0,-1 1-1 0 0,-11 5 1 0 0,-5 3 27 0 0,-19 4 11 0 0,40-14-8 0 0,2-1-1 0 0,0 0 0 0 0,1 1 0 0 0,-1-1 0 0 0,1 0 0 0 0,-1 0 0 0 0,1 0 0 0 0,-1 1 0 0 0,0-1 0 0 0,1 0 0 0 0,-1 0 0 0 0,1 1 0 0 0,0-1 0 0 0,-1 0 0 0 0,0 2 0 0 0,-4 0-4 0 0,5-1-1 0 0,0-1 0 0 0,-1 0 0 0 0,1 0 0 0 0,0 0 0 0 0,-1 0 1 0 0,1 0-1 0 0,0 1 0 0 0,-1-1 0 0 0,1 0 0 0 0,0 0 0 0 0,0 0 0 0 0,-1 1 0 0 0,1-1 0 0 0,0 0 0 0 0,0 0 0 0 0,-1 1 0 0 0,1-1 0 0 0,0 0 1 0 0,0 1-1 0 0,-1 1-4 0 0,1 0 0 0 0,0-1 0 0 0,0 1 0 0 0,-1 0 0 0 0,1-1 0 0 0,-1 1 0 0 0,0-1 0 0 0,1 1 0 0 0,-1-1 0 0 0,-1 3 0 0 0,1-3 7 0 0,0 1-1 0 0,0-1 1 0 0,0 1-1 0 0,1 0 0 0 0,-1-1 1 0 0,0 1-1 0 0,1 0 1 0 0,-1-1-1 0 0,1 1 1 0 0,0 2-1 0 0,0 53 322 0 0,0-54-307 0 0,0-1 0 0 0,1 0 0 0 0,-1 0 0 0 0,1 0 0 0 0,0 0 0 0 0,-1 0 0 0 0,1-1 0 0 0,0 1 0 0 0,0 0 0 0 0,0 0 0 0 0,1 0 1 0 0,-1-1-1 0 0,3 3 0 0 0,21 20 345 0 0,-22-21-322 0 0,10 7 73 0 0,1 0 1 0 0,0 0-1 0 0,1-2 0 0 0,-1 0 1 0 0,2 0-1 0 0,-1-1 0 0 0,22 6 1 0 0,-14-7-167 0 0,-1-1 1 0 0,1 0 0 0 0,0-2 0 0 0,42 1-1 0 0,-63-4-116 0 0,-1 0-1 0 0,1 0 1 0 0,0 0-1 0 0,0-1 1 0 0,-1 1-1 0 0,1 0 1 0 0,0-1-1 0 0,-1 1 1 0 0,1-1-1 0 0,-1 1 1 0 0,1-1 0 0 0,1-1-1 0 0,9-9-8978 0 0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08.3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230 15 0 0 0,'0'0'19804'0'0,"3"-3"-19124"0"0,9-6-136 0 0,-9 7 1312 0 0,-23 5-1766 0 0,-2 1 305 0 0,-1-2 0 0 0,1 0 0 0 0,-38-3-1 0 0,15 0-264 0 0,29 0-702 0 0,-9 1-2815 0 0,10 2-5562 0 0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09.2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1 10618 0 0,'0'0'10053'0'0,"4"16"-10525"0"0,16 53 483 0 0,-13-47 37 0 0,14 32 0 0 0,-9-27 1 0 0,57 112 139 0 0,-55-115-159 0 0,-2-4-7 0 0,-8-14-26 0 0,-1-1 1 0 0,1 1-1 0 0,-1 0 0 0 0,0 1 1 0 0,0-1-1 0 0,2 13 0 0 0,-4-19-6 0 0,-1 0 0 0 0,0 1 0 0 0,0-1 0 0 0,0 1 0 0 0,0-1 0 0 0,0 1 0 0 0,0-1 0 0 0,0 1 0 0 0,0-1 0 0 0,0 0 0 0 0,0 1 0 0 0,0-1-1 0 0,-1 1 1 0 0,1-1 0 0 0,0 1 0 0 0,0-1 0 0 0,0 0 0 0 0,-1 1 0 0 0,1-1 0 0 0,0 0 0 0 0,0 1 0 0 0,-1-1 0 0 0,1 0 0 0 0,0 1 0 0 0,-1-1-1 0 0,1 0 1 0 0,0 1 0 0 0,-1-1 0 0 0,1 0 0 0 0,-1 1 0 0 0,0-1 15 0 0,-1 1-1 0 0,1-1 0 0 0,-1 0 1 0 0,1 1-1 0 0,0-1 1 0 0,-1 0-1 0 0,1 0 1 0 0,-1 0-1 0 0,-2-1 1 0 0,-2 1 88 0 0,1-2 1 0 0,-1 1-1 0 0,1 0 1 0 0,-8-4-1 0 0,1-1 25 0 0,1 0 0 0 0,-1-1-1 0 0,1 0 1 0 0,1 0 0 0 0,-1-1-1 0 0,2-1 1 0 0,-1 0-1 0 0,1 0 1 0 0,-14-18 0 0 0,21 23-25 0 0,0 0-1 0 0,0 0 1 0 0,0 0 0 0 0,1 0 0 0 0,0 0 0 0 0,-1-1 0 0 0,1 1 0 0 0,1 0 0 0 0,-1-1-1 0 0,0-7 1 0 0,1 11-100 0 0,0 1 1 0 0,1-1-1 0 0,-1 0 0 0 0,0 0 0 0 0,0 0 0 0 0,1 0 0 0 0,-1 0 0 0 0,0 0 0 0 0,1 0 1 0 0,-1 1-1 0 0,1-1 0 0 0,-1 0 0 0 0,1 0 0 0 0,-1 1 0 0 0,1-1 0 0 0,0 0 0 0 0,-1 0 1 0 0,1 1-1 0 0,0-1 0 0 0,0 1 0 0 0,-1-1 0 0 0,1 1 0 0 0,0-1 0 0 0,0 1 1 0 0,0-1-1 0 0,0 1 0 0 0,1-1 0 0 0,3 0-187 0 0,0-1 1 0 0,1 1-1 0 0,8-1 0 0 0,-8 2-11 0 0,46-4-2218 0 0,-17 4-2135 0 0,-15 0-878 0 0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09.4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 16379 0 0,'0'0'9114'0'0,"7"-2"-13771"0"0,-3 20 1321 0 0,1-1-2097 0 0,-3-3-6506 0 0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09.9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76 7258 0 0,'0'0'16847'0'0,"20"-12"-16757"0"0,62-38-24 0 0,-55 37-40 0 0,-17 12-8 0 0,-4 2-7 0 0,-3-1-16 0 0,-1 0 0 0 0,1 0 1 0 0,0 0-1 0 0,-1 0 0 0 0,1 0 0 0 0,-1 1 1 0 0,1-1-1 0 0,0 1 0 0 0,-1 0 0 0 0,1 0 1 0 0,-1 0-1 0 0,1 0 0 0 0,-1 0 0 0 0,0 1 1 0 0,3 1-1 0 0,-4-1-47 0 0,0 0-1 0 0,0 1 1 0 0,-1-1 0 0 0,0 0 0 0 0,1 1 0 0 0,-1-1-1 0 0,0 0 1 0 0,0 1 0 0 0,0-1 0 0 0,0 0 0 0 0,-1 5 0 0 0,1-4 6 0 0,-1 1 12 0 0,0 0 0 0 0,0 0 0 0 0,0 0 0 0 0,0 0 0 0 0,-1 0 1 0 0,1 0-1 0 0,-1-1 0 0 0,-3 6 0 0 0,-21 27-49 0 0,20-28 92 0 0,0-2 4 0 0,1 0 1 0 0,-9 7-1 0 0,10-10-1 0 0,-1 1 0 0 0,1 0 0 0 0,0 1 0 0 0,0-1 0 0 0,-3 7 0 0 0,6-9 7 0 0,0 0 1 0 0,0 0-1 0 0,0 0 1 0 0,0 0-1 0 0,1 0 1 0 0,-1 0-1 0 0,1 0 1 0 0,0 0-1 0 0,-1 1 0 0 0,1-1 1 0 0,0 3-1 0 0,1-5 6 0 0,-1 1 0 0 0,0-1-1 0 0,0 1 1 0 0,1-1 0 0 0,-1 1-1 0 0,0-1 1 0 0,1 0 0 0 0,-1 1-1 0 0,0-1 1 0 0,1 0-1 0 0,-1 1 1 0 0,1-1 0 0 0,-1 0-1 0 0,0 0 1 0 0,1 1 0 0 0,-1-1-1 0 0,1 0 1 0 0,-1 0 0 0 0,1 0-1 0 0,-1 0 1 0 0,2 1 0 0 0,12 2 436 0 0,-13-3-402 0 0,23 5 9 0 0,0-2-1 0 0,0-1 1 0 0,0-1-1 0 0,36-3 1 0 0,-57 1-347 0 0,0 1 0 0 0,0-1 0 0 0,0 1 0 0 0,0-1 0 0 0,0 0 0 0 0,0 0 0 0 0,0-1 0 0 0,4-1 0 0 0,1-3-3766 0 0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10.2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14 5433 0 0,'0'0'18887'0'0,"0"-2"-18916"0"0,0-8-45 0 0,0 8 1 0 0,-1 3 55 0 0,1 0 0 0 0,0-1 1 0 0,0 1-1 0 0,0 0 0 0 0,0 0 1 0 0,0-1-1 0 0,0 1 0 0 0,1 0 0 0 0,-1 0 1 0 0,0-1-1 0 0,0 1 0 0 0,0 0 0 0 0,1 0 1 0 0,15 27-106 0 0,0-2 1 0 0,29 34-1 0 0,-5-17-3421 0 0,-26-31 655 0 0,9 10-7805 0 0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10.4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8378 0 0,'0'0'11530'0'0,"11"15"-11755"0"0,36 48 137 0 0,-33-43-358 0 0,30 38-3810 0 0,-14-26-6950 0 0,-24-26 7519 0 0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10.6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483 48 11787 0 0,'0'0'12111'0'0,"-32"-9"-12123"0"0,-98-24 15 0 0,96 28 5 0 0,21 6 1 0 0,13-1-9 0 0,-147 31-1035 0 0,97-23-2401 0 0,2 0-3948 0 0,33-6 4147 0 0,1 0-5577 0 0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11.9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261 65 0 0 0,'0'0'19225'0'0,"-2"-10"-17860"0"0,0-2-866 0 0,1 4 335 0 0,0 0 1 0 0,0 0-1 0 0,1-11 1360 0 0,-7 35-2831 0 0,-11 34 612 0 0,-3-1-1 0 0,-2-1 0 0 0,-43 67 1 0 0,-26 44 28 0 0,82-140-73 0 0,7-14-480 0 0,1 1 0 0 0,-1-1 0 0 0,1 1 0 0 0,-2 10 0 0 0,1 11-8104 0 0,3-26 8279 0 0,0-1 0 0 0,0 1 0 0 0,0 0 0 0 0,1-1-1 0 0,-1 1 1 0 0,0 0 0 0 0,0-1 0 0 0,0 1 0 0 0,1-1 0 0 0,-1 1 0 0 0,0 0-1 0 0,1-1 1 0 0,-1 1 0 0 0,0-1 0 0 0,1 1 0 0 0,-1-1 0 0 0,1 1-1 0 0,-1-1 1 0 0,1 1 0 0 0,-1-1 0 0 0,1 0 0 0 0,0 1 0 0 0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12.4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 37 9242 0 0,'0'0'15154'0'0,"-2"-6"-15093"0"0,-9-19-50 0 0,9 19-18 0 0,2 24-450 0 0,5-3 435 0 0,-5-13 23 0 0,0 4-1 0 0,0 0-1 0 0,0 0 1 0 0,-1 0 0 0 0,0 0-1 0 0,-1 8 1 0 0,-3 12-9 0 0,2-5 33 0 0,2-16-10 0 0,0 0-1 0 0,1 0 1 0 0,0 0 0 0 0,0 6 0 0 0,0-1 257 0 0,1-10-173 0 0,0 1 1 0 0,0 0-1 0 0,1-1 1 0 0,-1 1-1 0 0,0-1 1 0 0,0 0-1 0 0,1 1 1 0 0,-1-1-1 0 0,0 0 1 0 0,0 0-1 0 0,1 1 1 0 0,2-1-1 0 0,7 0 137 0 0,16 0 8 0 0,-1-1 1 0 0,50-7 0 0 0,75-23-160 0 0,-127 26-240 0 0,-13 3-2058 0 0,21-7 0 0 0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12.7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1 10010 0 0,'0'0'11476'0'0,"-1"17"-11273"0"0,0 57 19 0 0,1-66-151 0 0,0-1 0 0 0,1 1 0 0 0,-1 0 0 0 0,1-1 0 0 0,1 1 0 0 0,0-1 0 0 0,0 1-1 0 0,0-1 1 0 0,6 12 0 0 0,0 1 38 0 0,22 64-2311 0 0,-20-56-1870 0 0,-2-1-3557 0 0,-5-16-1197 0 0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13.9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270 12 2953 0 0,'0'0'16076'0'0,"-2"0"-15561"0"0,-107 1 2357 0 0,-2 0-4462 0 0,106-1 523 0 0,1-1 0 0 0,-1 1 1 0 0,1-1-1 0 0,-8-2 0 0 0,-6-5-7166 0 0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14.2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212 60 6329 0 0,'0'0'16452'0'0,"-10"-10"-16419"0"0,-34-28-7 0 0,27 26-22 0 0,17 12-4 0 0,0 0-1 0 0,0 0 1 0 0,0 0-1 0 0,-1 0 1 0 0,1 0 0 0 0,0 0-1 0 0,0 0 1 0 0,-1 0 0 0 0,1 0-1 0 0,0 0 1 0 0,0 0-1 0 0,0 0 1 0 0,-1 0 0 0 0,1 0-1 0 0,0 0 1 0 0,0 0-1 0 0,-1 0 1 0 0,1 1 0 0 0,0-1-1 0 0,0 0 1 0 0,0 0 0 0 0,-1 0-1 0 0,1 0 1 0 0,0 0-1 0 0,-2 2-4 0 0,-2-1 2 0 0,0 1 1 0 0,0 1 0 0 0,0-1-1 0 0,0 0 1 0 0,0 1-1 0 0,1 0 1 0 0,-6 5-1 0 0,4-3-2 0 0,2-2-377 0 0,-1 0 1 0 0,0-1 0 0 0,0 1 0 0 0,0-1 0 0 0,0 1 0 0 0,0-1 0 0 0,0 0 0 0 0,-1-1 0 0 0,-5 2 0 0 0,-25 3-10357 0 0,24-5 2483 0 0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16.1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380 64 0 0 0,'0'0'20806'0'0,"-3"-4"-20351"0"0,1 0-336 0 0,1 3-85 0 0,0-1 0 0 0,1 1 0 0 0,-1-1 0 0 0,0 1 0 0 0,0-1 0 0 0,0 1 0 0 0,0 0 0 0 0,0-1 0 0 0,-1 1 0 0 0,1 0 0 0 0,0 0 1 0 0,0 0-1 0 0,-1 0 0 0 0,1 0 0 0 0,-4-1 0 0 0,-9-5 526 0 0,-22-13 0 0 0,33 18-539 0 0,1 1 0 0 0,0 0 0 0 0,-1 0-1 0 0,1 1 1 0 0,-1-1 0 0 0,1 1 0 0 0,-1-1 0 0 0,1 1 0 0 0,-1 0 0 0 0,0 0 0 0 0,1 0 0 0 0,-5 0-1 0 0,-7 0-24 0 0,1 1 20 0 0,-23 4 1 0 0,23-3 12 0 0,-24 1 1 0 0,-74-10-328 0 0,85 5-2046 0 0,10 2-7353 0 0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17.2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1 226 864 0 0,'0'0'14314'0'0,"7"-4"-14077"0"0,24-13-25 0 0,-26 15-61 0 0,-1 0 0 0 0,1 0-1 0 0,-1 1 1 0 0,1-1 0 0 0,0 1-1 0 0,0 0 1 0 0,0 0 0 0 0,5 0-1 0 0,10-2 677 0 0,-18 2-754 0 0,7-1 454 0 0,0 0 1 0 0,-1-1-1 0 0,13-5 1 0 0,-19 7-382 0 0,0 0 1 0 0,0 0-1 0 0,0 0 1 0 0,-1-1-1 0 0,1 1 1 0 0,0 0 0 0 0,-1-1-1 0 0,1 1 1 0 0,-1-1-1 0 0,0 0 1 0 0,1 1-1 0 0,-1-1 1 0 0,0 0-1 0 0,0 0 1 0 0,0 1 0 0 0,0-1-1 0 0,0 0 1 0 0,0 0-1 0 0,-1 0 1 0 0,1-3-1 0 0,0 0-76 0 0,0 1 0 0 0,-1 0 0 0 0,0-1 1 0 0,0 1-1 0 0,0 0 0 0 0,-1-1 0 0 0,1 1 0 0 0,-1 0 0 0 0,0 0 0 0 0,0 0 0 0 0,-1-1 0 0 0,1 1 0 0 0,-1 0 0 0 0,0 1 0 0 0,0-1 0 0 0,0 0 1 0 0,0 0-1 0 0,-1 1 0 0 0,0-1 0 0 0,1 1 0 0 0,-7-5 0 0 0,0-1-37 0 0,7 5-26 0 0,-1 1 1 0 0,0 0 0 0 0,-1-1 0 0 0,1 2 0 0 0,-1-1 0 0 0,1 0-1 0 0,-1 1 1 0 0,0-1 0 0 0,0 1 0 0 0,-8-3 0 0 0,11 5-29 0 0,1 0 1 0 0,-1-1 0 0 0,0 1 0 0 0,0 0-1 0 0,0 0 1 0 0,0 1 0 0 0,1-1-1 0 0,-1 0 1 0 0,0 0 0 0 0,0 0 0 0 0,0 0-1 0 0,1 1 1 0 0,-1-1 0 0 0,0 0-1 0 0,0 1 1 0 0,1-1 0 0 0,-1 1 0 0 0,0-1-1 0 0,1 1 1 0 0,-2 0 0 0 0,-11 14-1 0 0,9-9-2 0 0,0-1 27 0 0,1-1 0 0 0,0 1-1 0 0,1 0 1 0 0,-1 0 0 0 0,1 0-1 0 0,0 0 1 0 0,-2 6 0 0 0,0-5-25 0 0,4-6 20 0 0,0 0-1 0 0,-1 0 1 0 0,1 1 0 0 0,0-1-1 0 0,0 0 1 0 0,-1 1-1 0 0,1-1 1 0 0,0 0 0 0 0,0 1-1 0 0,-1-1 1 0 0,1 0 0 0 0,0 1-1 0 0,0-1 1 0 0,0 0-1 0 0,-1 1 1 0 0,1-1 0 0 0,0 1-1 0 0,0-1 1 0 0,0 0 0 0 0,0 1-1 0 0,0 0 1 0 0,0 27 22 0 0,-1-10 20 0 0,3 32 1 0 0,-1-48-39 0 0,0 0 0 0 0,-1 0 0 0 0,1 0 0 0 0,0 0-1 0 0,0-1 1 0 0,1 4 0 0 0,0-3 1 0 0,-1 0-1 0 0,0 0 0 0 0,0 0 1 0 0,0 0-1 0 0,0 0 1 0 0,0 3-1 0 0,0-3 5 0 0,0 0-1 0 0,0 0 1 0 0,0-1 0 0 0,0 1 0 0 0,0 0-1 0 0,0-1 1 0 0,3 3 0 0 0,3 3 67 0 0,-6-5-45 0 0,1 0 0 0 0,0 0 0 0 0,1 0 0 0 0,-1 0 0 0 0,0 0 0 0 0,1 0 0 0 0,-1-1 0 0 0,1 1 0 0 0,3 1 0 0 0,28 9 167 0 0,-25-9-159 0 0,22 6 73 0 0,1-2-1 0 0,59 6 1 0 0,-52-9-192 0 0,17-1-1143 0 0,-19-4-3143 0 0,-25-1-1082 0 0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17.6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232 24 9442 0 0,'0'0'14302'0'0,"-11"-4"-14270"0"0,-36-10-27 0 0,42 13-3 0 0,-1-1 1 0 0,1 1-1 0 0,0 1 1 0 0,0-1-1 0 0,-1 1 0 0 0,1 0 1 0 0,-10 1-1 0 0,3 0 3 0 0,5 0-268 0 0,0 0 0 0 0,-1 1-1 0 0,1 0 1 0 0,0 1 0 0 0,0-1 0 0 0,0 1-1 0 0,-8 6 1 0 0,-19 6-7418 0 0,24-11 2174 0 0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18.1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 1 8922 0 0,'0'0'11824'0'0,"-1"6"-12958"0"0,0 6 1140 0 0,0 0 1 0 0,1 0-1 0 0,1 0 0 0 0,0 0 1 0 0,1 0-1 0 0,5 22 0 0 0,6 7 103 0 0,2-1-1 0 0,1 0 0 0 0,24 40 1 0 0,-12-26 13 0 0,-27-52-128 0 0,0 0-1 0 0,-1-1 0 0 0,1 1 0 0 0,-1 0 0 0 0,0-1 1 0 0,1 1-1 0 0,-1 0 0 0 0,0 0 0 0 0,0 2 0 0 0,-15-3 226 0 0,8-1-119 0 0,1-1 0 0 0,-1 0-1 0 0,1 0 1 0 0,0-1 0 0 0,0 1 0 0 0,0-1 0 0 0,0-1-1 0 0,-11-4 1 0 0,1-3 81 0 0,-25-17-1 0 0,38 25-140 0 0,1 0 1 0 0,0 0-1 0 0,0 0 0 0 0,0 0 1 0 0,0-1-1 0 0,0 1 0 0 0,0 0 1 0 0,-2-5-1 0 0,4 6-43 0 0,0 0-1 0 0,-1 1 1 0 0,1-1 0 0 0,-1 0 0 0 0,1 0-1 0 0,0 0 1 0 0,0 0 0 0 0,0 0 0 0 0,-1 1-1 0 0,1-1 1 0 0,0 0 0 0 0,0 0-1 0 0,0 0 1 0 0,0 0 0 0 0,0 0 0 0 0,1 0-1 0 0,-1 0 1 0 0,0 1 0 0 0,0-1 0 0 0,1 0-1 0 0,-1 0 1 0 0,0 0 0 0 0,1 0 0 0 0,-1 1-1 0 0,1-1 1 0 0,-1 0 0 0 0,1 0 0 0 0,-1 1-1 0 0,1-1 1 0 0,-1 0 0 0 0,2 0 0 0 0,3-3-301 0 0,0 1 0 0 0,0 0 0 0 0,0 1 0 0 0,0-1 0 0 0,0 1 0 0 0,0 0 0 0 0,7-1 0 0 0,39-7-4435 0 0,-11 3-3168 0 0,-26 5 1104 0 0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18.3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 11715 0 0,'0'0'10426'0'0,"14"-5"-16476"0"0,-9 12 1569 0 0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19.9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7 5241 0 0,'0'0'16434'0'0,"-3"-6"-16718"0"0,3 11 282 0 0,1 0 1 0 0,-1 0-1 0 0,1 0 0 0 0,1 0 0 0 0,-1 0 0 0 0,1 0 1 0 0,-1 0-1 0 0,1 0 0 0 0,1-1 0 0 0,-1 1 0 0 0,1-1 1 0 0,0 1-1 0 0,4 4 0 0 0,8 11 76 0 0,-5-5-552 0 0,1 0 1 0 0,1-1 0 0 0,18 16 0 0 0,-23-23-530 0 0,14 10-3611 0 0,-7-8-3388 0 0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20.1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1 8002 0 0,'0'0'8583'0'0,"-1"10"-8342"0"0,0 32 35 0 0,1-39-224 0 0,0 0 0 0 0,0 0 0 0 0,0 0 0 0 0,1-1 0 0 0,0 1 0 0 0,-1 0 0 0 0,1 0 0 0 0,0 0 0 0 0,0-1 0 0 0,1 1 0 0 0,-1 0 0 0 0,3 3 0 0 0,2 4 125 0 0,-2-4-132 0 0,0 0 0 0 0,1 0 1 0 0,0 0-1 0 0,6 6 1 0 0,8 10-1056 0 0,1-1-2531 0 0,-4-5-4749 0 0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20.3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386 44 12083 0 0,'0'0'11906'0'0,"-32"-7"-11869"0"0,-97-21-13 0 0,85 20-14 0 0,28 8 6 0 0,4 1-4 0 0,-61 2-770 0 0,62-2-374 0 0,0 1 1 0 0,-13 4-1 0 0,4 0-2854 0 0,6-3-1928 0 0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21.0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221 40 0 0 0,'0'0'23246'0'0,"1"-8"-22754"0"0,6-24-113 0 0,-8 39-396 0 0,0-1 1 0 0,0 1-1 0 0,-1-1 1 0 0,0 1-1 0 0,-1-1 0 0 0,1 0 1 0 0,-1 0-1 0 0,-6 9 0 0 0,-4 9 19 0 0,-99 181-102 0 0,47-105 197 0 0,63-98-359 0 0,1 1 0 0 0,-1-1 0 0 0,0 1-1 0 0,1 0 1 0 0,0-1 0 0 0,0 1-1 0 0,-2 5 1 0 0,2-2-4602 0 0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21.5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 52 9634 0 0,'0'0'15994'0'0,"-6"-9"-15794"0"0,-18-25-53 0 0,18 26 72 0 0,13 8-274 0 0,0 1 17 0 0,0 0 1 0 0,-1 1-1 0 0,1-1 0 0 0,-1 1 1 0 0,0 1-1 0 0,0-1 1 0 0,8 5-1 0 0,9 4 23 0 0,0-3 12 0 0,0 2 0 0 0,42 24 0 0 0,-61-31-11 0 0,-2-2-42 0 0,0 0-1 0 0,0 1 0 0 0,0-1 1 0 0,0 1-1 0 0,0-1 1 0 0,0 1-1 0 0,2 3 0 0 0,-4-4 35 0 0,1 0-1 0 0,-1 0 1 0 0,1 0 0 0 0,-1 1-1 0 0,0-1 1 0 0,1 0-1 0 0,-1 0 1 0 0,0 1 0 0 0,0-1-1 0 0,0 0 1 0 0,0 1-1 0 0,0-1 1 0 0,0 0 0 0 0,0 0-1 0 0,-1 1 1 0 0,1-1-1 0 0,-1 2 1 0 0,0 0 11 0 0,0-1 0 0 0,0 0-1 0 0,0 0 1 0 0,0 1 0 0 0,-1-1 0 0 0,1 0 0 0 0,-1 0 0 0 0,1 0-1 0 0,-1-1 1 0 0,-3 4 0 0 0,-22 16-28 0 0,18-16 38 0 0,-15 11 17 0 0,14-9-11 0 0,0 0 1 0 0,-16 14-1 0 0,25-20 10 0 0,0 1 0 0 0,0-1 0 0 0,0 1 0 0 0,0-1 0 0 0,1 0 0 0 0,-1 1 0 0 0,0-1 0 0 0,1 1 0 0 0,-1 0 0 0 0,1-1 0 0 0,0 1 0 0 0,0-1 0 0 0,-1 1 0 0 0,1 0 0 0 0,0 2 0 0 0,1-3 7 0 0,-1-1 0 0 0,0 1 0 0 0,0-1 0 0 0,0 1 0 0 0,0-1-1 0 0,1 0 1 0 0,-1 1 0 0 0,0-1 0 0 0,0 0 0 0 0,1 1 0 0 0,-1-1 0 0 0,0 0-1 0 0,1 1 1 0 0,-1-1 0 0 0,0 0 0 0 0,1 1 0 0 0,-1-1 0 0 0,0 0 0 0 0,1 0-1 0 0,-1 0 1 0 0,1 1 0 0 0,-1-1 0 0 0,0 0 0 0 0,1 0 0 0 0,-1 0 0 0 0,1 0-1 0 0,15 3 320 0 0,-13-2-246 0 0,32 2 322 0 0,42-1-1 0 0,-30-2-3186 0 0,0 3-6271 0 0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22.2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335 60 5649 0 0,'0'0'16809'0'0,"-18"-9"-16666"0"0,-57-27-55 0 0,68 33-69 0 0,0 0 1 0 0,0 1-1 0 0,-11-3 0 0 0,14 4-13 0 0,1 1-1 0 0,0 0 0 0 0,0 0 0 0 0,0 0 0 0 0,-4 0 0 0 0,-8 1 8 0 0,-69 0 602 0 0,43 0-4077 0 0,1-1-10064 0 0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22.4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355 85 12731 0 0,'0'0'10625'0'0,"-31"-13"-10600"0"0,-96-40-5 0 0,83 37-16 0 0,42 15-4 0 0,1 1 0 0 0,-1 0-1 0 0,0-1 1 0 0,1 1-1 0 0,-1 0 1 0 0,0 0-1 0 0,-2 0 1 0 0,-7 1-10 0 0,-56-3-1857 0 0,23 4-8052 0 0,29-1-1127 0 0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22.9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312 46 6665 0 0,'0'0'18182'0'0,"-7"-7"-18065"0"0,-21-20-56 0 0,27 25-58 0 0,0 1-1 0 0,0 0 0 0 0,0 0 0 0 0,-1 1 0 0 0,1-1 0 0 0,0 0 1 0 0,-1 0-1 0 0,1 0 0 0 0,0 1 0 0 0,-1-1 0 0 0,1 1 1 0 0,-1-1-1 0 0,1 1 0 0 0,-1 0 0 0 0,1-1 0 0 0,-1 1 0 0 0,1 0 1 0 0,-1 0-1 0 0,1 0 0 0 0,-1 0 0 0 0,1 0 0 0 0,-3 1 1 0 0,-4 0-4 0 0,-87 6-29 0 0,18-1-2515 0 0,26-5-7275 0 0,40-1 653 0 0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23.7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150 37 7554 0 0,'0'0'14785'0'0,"1"-7"-14974"0"0,3-19 89 0 0,-4 26 97 0 0,0-1 1 0 0,0 1-1 0 0,0 0 1 0 0,1 0-1 0 0,-1 0 0 0 0,0 0 1 0 0,0 0-1 0 0,0-1 0 0 0,0 1 1 0 0,0 0-1 0 0,0 0 0 0 0,0 0 1 0 0,0 0-1 0 0,0 0 1 0 0,0 0-1 0 0,1 0 0 0 0,-1-1 1 0 0,0 1-1 0 0,0 0 0 0 0,0 0 1 0 0,0 0-1 0 0,0 0 0 0 0,0 0 1 0 0,1 0-1 0 0,-1 0 1 0 0,0 0-1 0 0,0 0 0 0 0,0 0 1 0 0,0 0-1 0 0,1 0 0 0 0,-1 0 1 0 0,0 0-1 0 0,0 0 1 0 0,0 0-1 0 0,0 0 0 0 0,0 0 1 0 0,1 0-1 0 0,-1 0 0 0 0,0 0 1 0 0,0 0-1 0 0,0 0 0 0 0,0 0 1 0 0,0 0-1 0 0,1 0 1 0 0,-1 0-1 0 0,0 0 0 0 0,0 1 1 0 0,0-1-1 0 0,0 0 0 0 0,0 0 1 0 0,0 0-1 0 0,0 0 1 0 0,1 0-1 0 0,-1 0 0 0 0,0 0 1 0 0,0 1-1 0 0,0-1 0 0 0,0 0 1 0 0,0 0-1 0 0,0 0 0 0 0,0 0 1 0 0,0 0-1 0 0,0 1 1 0 0,7 8-72 0 0,-7-8 64 0 0,12 22-62 0 0,0 3 67 0 0,-9-21 12 0 0,-1 0 1 0 0,0 0-1 0 0,2 8 1 0 0,3 6 6 0 0,-4-12-13 0 0,-1 0 0 0 0,0 0 0 0 0,-1 1 1 0 0,2 14-1 0 0,0-2 1 0 0,-2-5 0 0 0,0 0 1 0 0,-2 27-1 0 0,1-10 8 0 0,-1 6 26 0 0,1 6 21 0 0,1-1 1 0 0,7 44-1 0 0,-6-67-53 0 0,0 36 0 0 0,-2-44 0 0 0,0-10-4 0 0,0-1-1 0 0,-1 1 0 0 0,1-1 1 0 0,0 1-1 0 0,-1-1 1 0 0,1 1-1 0 0,-1-1 1 0 0,1 0-1 0 0,-1 1 1 0 0,0-1-1 0 0,0 0 1 0 0,1 0-1 0 0,-1 1 0 0 0,0-1 1 0 0,0 0-1 0 0,0 0 1 0 0,0 0-1 0 0,0 0 1 0 0,0 0-1 0 0,-1 0 1 0 0,1-1-1 0 0,0 1 1 0 0,0 0-1 0 0,-1 0 0 0 0,1-1 1 0 0,0 1-1 0 0,-1-1 1 0 0,1 1-1 0 0,-1-1 1 0 0,-1 1-1 0 0,-6 0 58 0 0,0 1 0 0 0,0-1 0 0 0,-16-1 0 0 0,23 0-41 0 0,-6 0 34 0 0,1 0 0 0 0,0-1 0 0 0,0 1 0 0 0,0-2 0 0 0,0 1 1 0 0,0-1-1 0 0,1 0 0 0 0,-1 0 0 0 0,0-1 0 0 0,1 0 0 0 0,0 0 0 0 0,-1 0 0 0 0,1-1 1 0 0,0 0-1 0 0,1 0 0 0 0,-1-1 0 0 0,1 0 0 0 0,0 0 0 0 0,0 0 0 0 0,0 0 1 0 0,-6-11-1 0 0,9 11 26 0 0,0 1 1 0 0,1 0 0 0 0,-1-1 0 0 0,1 1 0 0 0,0-1-1 0 0,1 1 1 0 0,-1-1 0 0 0,1 0 0 0 0,0 1 0 0 0,0-1-1 0 0,1-8 1 0 0,-1 11-65 0 0,1 1 1 0 0,-1-1-1 0 0,1 0 0 0 0,-1 0 0 0 0,1 1 0 0 0,0-1 1 0 0,0 1-1 0 0,0-1 0 0 0,-1 1 0 0 0,1-1 0 0 0,1 1 1 0 0,-1-1-1 0 0,0 1 0 0 0,3-2 0 0 0,21-17-6 0 0,-19 16-5 0 0,6-3-22 0 0,1 0 0 0 0,0 0 0 0 0,0 2 0 0 0,0-1 0 0 0,24-5 0 0 0,72-10-231 0 0,-28 14-382 0 0,-19 3-3257 0 0,-57 4 2877 0 0,3-2-685 0 0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24.2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 63 8810 0 0,'0'0'11133'0'0,"-1"-1"-11245"0"0,1 1 111 0 0,0 0 1 0 0,0 0-1 0 0,0 0 0 0 0,0 0 1 0 0,0-1-1 0 0,0 1 0 0 0,-1 0 0 0 0,1 0 1 0 0,0 0-1 0 0,0 0 0 0 0,0 0 1 0 0,0 0-1 0 0,0 0 0 0 0,0 0 1 0 0,-1 0-1 0 0,1 0 0 0 0,0-1 1 0 0,0 1-1 0 0,0 0 0 0 0,0 0 1 0 0,0 0-1 0 0,0 0 0 0 0,-1 0 1 0 0,1 0-1 0 0,0 0 0 0 0,0 0 1 0 0,0 0-1 0 0,0 0 0 0 0,0 0 1 0 0,-1 0-1 0 0,1 0 0 0 0,0 0 0 0 0,0 1 1 0 0,0-1-1 0 0,0 0 0 0 0,0 0 1 0 0,-1 0-1 0 0,1 0 0 0 0,0 0 1 0 0,0 0-1 0 0,0 0 0 0 0,0 0 1 0 0,0 0-1 0 0,0 0 0 0 0,0 1 1 0 0,0-1-1 0 0,-1 0 0 0 0,1 0 1 0 0,0 0-1 0 0,0 0 0 0 0,0 0 1 0 0,0 0-1 0 0,0 1 0 0 0,0-1 1 0 0,0 0-1 0 0,0 0 0 0 0,0 0 0 0 0,0 0 1 0 0,0 13 195 0 0,1-7 2581 0 0,-1-6-2757 0 0,0 0-1 0 0,0 0 0 0 0,0-1 1 0 0,0 1-1 0 0,0 0 1 0 0,0 0-1 0 0,0-1 1 0 0,0 1-1 0 0,0 0 0 0 0,0-1 1 0 0,0 1-1 0 0,0 0 1 0 0,0 0-1 0 0,0-1 1 0 0,0 1-1 0 0,0 0 1 0 0,0 0-1 0 0,0-1 0 0 0,0 1 1 0 0,0 0-1 0 0,0 0 1 0 0,-1 0-1 0 0,1-1 1 0 0,0 1-1 0 0,0 0 0 0 0,0 0 1 0 0,-1-1-1 0 0,-1-2 18 0 0,0 0-1 0 0,0-1 1 0 0,0 1-1 0 0,-1-6 0 0 0,-7-10 24 0 0,8 15 3 0 0,-1 1 104 0 0,1 0-1 0 0,0-1 1 0 0,0 1 0 0 0,0 0 0 0 0,1-1-1 0 0,-3-6 950 0 0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6:16.6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174 22 0 0 0,'0'0'16861'0'0,"-4"-2"-15820"0"0,2 1-860 0 0,-2-1 298 0 0,0 0-1 0 0,0 0 1 0 0,0 0-1 0 0,1-1 0 0 0,-7-4 1413 0 0,-3 14-2155 0 0,6-4 216 0 0,0-1-1 0 0,0 0 1 0 0,0 0-1 0 0,0-1 1 0 0,-12 2 0 0 0,-36-2-5787 0 0,38-1 659 0 0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6:17.2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141 29 0 0 0,'0'0'16214'0'0,"-8"-4"-15872"0"0,-25-15-101 0 0,25 15 2 0 0,7 3-262 0 0,0 1 1 0 0,0 0-1 0 0,0 0 1 0 0,0 0-1 0 0,0 0 1 0 0,0 0-1 0 0,0 0 1 0 0,0 0-1 0 0,-2 0 1 0 0,-1 1-51 0 0,-42-1-1733 0 0,16 0-4870 0 0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6:18.3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203 38 0 0 0,'0'0'18099'0'0,"-17"-5"-17395"0"0,-51-13-59 0 0,48 12-208 0 0,16 3-10 0 0,-1 1 132 0 0,1 1-563 0 0,-1 0 0 0 0,1 0 1 0 0,-1 1-1 0 0,0 0 0 0 0,1-1 0 0 0,-1 2 0 0 0,0-1 0 0 0,0 0 0 0 0,-4 2 0 0 0,-7 2-2940 0 0,0 1-3762 0 0,10-3 3599 0 0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6:18.9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181 41 0 0 0,'0'0'17781'0'0,"-17"-6"-17574"0"0,-53-18-90 0 0,66 22-109 0 0,-1 1-1 0 0,0-1 0 0 0,0 1 1 0 0,0-1-1 0 0,-8 1 1 0 0,4 0-121 0 0,-25 0-2972 0 0,20 2-2702 0 0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6:19.8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156 47 0 0 0,'0'0'7883'0'0,"4"-3"-6900"0"0,0 0-650 0 0,-2 3-179 0 0,-1-1 0 0 0,0 0 1 0 0,1 0-1 0 0,-1 0 0 0 0,1-1 0 0 0,-1 1 0 0 0,3-11 9497 0 0,-11 13-10465 0 0,-16-1 1376 0 0,14 1-479 0 0,0-1-1 0 0,-1 0 0 0 0,1 0 0 0 0,0-1 1 0 0,-10-3-1 0 0,9 2-559 0 0,-33-9-544 0 0,13 5-8307 0 0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6:20.3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170 26 0 0 0,'0'0'13290'0'0,"-11"-2"-12964"0"0,-5 0-212 0 0,4 0 37 0 0,0 0 1 0 0,-15-5-1 0 0,22 6-126 0 0,1 0 0 0 0,-1 1 0 0 0,-8 0 0 0 0,-12-2-685 0 0,11 0-304 0 0,-1-1-1133 0 0,4 1-2069 0 0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44.9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38 4169 0 0,'0'0'20263'0'0,"-3"-3"-19680"0"0,-6-11-99 0 0,7 10 844 0 0,2 9-1321 0 0,1-1 0 0 0,0 1-1 0 0,0-1 1 0 0,1 1 0 0 0,-1-1 0 0 0,1 0 0 0 0,0 0-1 0 0,0 0 1 0 0,5 7 0 0 0,6 11 14 0 0,4 16-5 0 0,31 74-16 0 0,-1 0-16 0 0,-18-46 26 0 0,-3-12 15 0 0,-20-41 11 0 0,1 0 0 0 0,14 19 1 0 0,-13-20 81 0 0,-7-11-92 0 0,-1-1 1 0 0,1 1-1 0 0,-1 0 0 0 0,1-1 1 0 0,0 1-1 0 0,-1 0 0 0 0,1-1 1 0 0,0 1-1 0 0,0-1 0 0 0,-1 1 1 0 0,1-1-1 0 0,0 0 1 0 0,0 1-1 0 0,-1-1 0 0 0,1 0 1 0 0,0 1-1 0 0,0-1 0 0 0,0 0 1 0 0,0 0-1 0 0,0 0 1 0 0,-1 0-1 0 0,1 0 0 0 0,0 0 1 0 0,0 0-1 0 0,0 0 0 0 0,1 0 1 0 0,0-1 2 0 0,-1 1 1 0 0,1-1 0 0 0,0 1 0 0 0,-1-1 0 0 0,1 0-1 0 0,-1 0 1 0 0,1 0 0 0 0,-1 0 0 0 0,1 0-1 0 0,-1 0 1 0 0,0 0 0 0 0,2-2 0 0 0,2-2-26 0 0,-1-1 1 0 0,0 0-1 0 0,0 0 1 0 0,-1 0-1 0 0,0 0 1 0 0,0-1-1 0 0,0 1 1 0 0,-1-1-1 0 0,0 0 1 0 0,0 0-1 0 0,0-7 1 0 0,1-10-131 0 0,-1-45 0 0 0,-2 61 110 0 0,-3-107-42 0 0,12 116-333 0 0,-5 2 289 0 0,1 1 0 0 0,-1 0 1 0 0,0 0-1 0 0,5 7 0 0 0,0-1 28 0 0,70 82-61 0 0,-58-67 138 0 0,0-1-1 0 0,2-1 0 0 0,39 30 1 0 0,-56-48 1 0 0,0-1 0 0 0,11 5 0 0 0,-15-8 25 0 0,0 0 1 0 0,0 0 0 0 0,0-1-1 0 0,0 1 1 0 0,0 0-1 0 0,0-1 1 0 0,0 0 0 0 0,0 1-1 0 0,0-1 1 0 0,0 0-1 0 0,0 0 1 0 0,0 0 0 0 0,0 0-1 0 0,4-1 1 0 0,-5 0-16 0 0,0 0 1 0 0,0 0-1 0 0,0 0 0 0 0,0 1 1 0 0,0-1-1 0 0,0 0 1 0 0,0-1-1 0 0,0 1 0 0 0,-1 0 1 0 0,1 0-1 0 0,0 0 1 0 0,-1 0-1 0 0,1-1 0 0 0,0 1 1 0 0,-1 0-1 0 0,0-1 0 0 0,1 1 1 0 0,-1 0-1 0 0,0-1 1 0 0,1-1-1 0 0,1-29 47 0 0,-2 7-20 0 0,-1-1 0 0 0,-1 1 1 0 0,-8-36-1 0 0,-34-111 21 0 0,8 38-180 0 0,35 131 1109 0 0,-2-8-5035 0 0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45.8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79 1288 0 0,'0'0'22541'0'0,"-2"-5"-21878"0"0,-6-13-112 0 0,7 17-480 0 0,1 0 1 0 0,-1 0 0 0 0,1 0 0 0 0,-1 0 0 0 0,1 0-1 0 0,-1 0 1 0 0,1-1 0 0 0,0 1 0 0 0,0 0-1 0 0,0 0 1 0 0,0 0 0 0 0,0-1 0 0 0,0 1-1 0 0,0 0 1 0 0,0 0 0 0 0,0-1 0 0 0,1 1 0 0 0,-1 0-1 0 0,0 0 1 0 0,1 0 0 0 0,-1 0 0 0 0,1 0-1 0 0,-1 0 1 0 0,1-1 0 0 0,0 1 0 0 0,-1 0-1 0 0,1 1 1 0 0,0-1 0 0 0,0 0 0 0 0,-1 0 0 0 0,1 0-1 0 0,0 0 1 0 0,0 1 0 0 0,2-2 0 0 0,2-1-92 0 0,0 1 1 0 0,0 0-1 0 0,0 0 0 0 0,0 0 1 0 0,10-1-1 0 0,-7 1 176 0 0,-2 1-150 0 0,0 1-1 0 0,0-1 1 0 0,0 1 0 0 0,10 1 0 0 0,2 0 19 0 0,-17-1-25 0 0,0 0 0 0 0,0 0 0 0 0,0 0 0 0 0,0 1 0 0 0,0-1 0 0 0,0 0-1 0 0,0 1 1 0 0,0-1 0 0 0,0 1 0 0 0,0-1 0 0 0,0 1 0 0 0,0-1 0 0 0,0 1 0 0 0,0 0 0 0 0,0-1-1 0 0,0 1 1 0 0,0 0 0 0 0,-1 0 0 0 0,1 0 0 0 0,0 0 0 0 0,-1 0 0 0 0,1 1 0 0 0,10 20-122 0 0,-9-13 108 0 0,-1 0 0 0 0,0 0 0 0 0,0-1-1 0 0,0 1 1 0 0,-1 0 0 0 0,-2 9 0 0 0,1 7-5 0 0,1-23 18 0 0,0 0 0 0 0,0 0 0 0 0,0 0 1 0 0,-1 0-1 0 0,1-1 0 0 0,-1 1 1 0 0,0 0-1 0 0,1 0 0 0 0,-1 0 1 0 0,0-1-1 0 0,-2 4 0 0 0,-5 11-5 0 0,6-11 4 0 0,-1 1 1 0 0,0-1-1 0 0,0 1 1 0 0,-4 5-1 0 0,-6 9-11 0 0,7-12 26 0 0,6-8-12 0 0,-1 0-1 0 0,1 1 0 0 0,0-1 1 0 0,-1 1-1 0 0,1-1 1 0 0,0 0-1 0 0,-1 1 1 0 0,1-1-1 0 0,0 1 1 0 0,0-1-1 0 0,-1 1 1 0 0,1-1-1 0 0,0 1 0 0 0,0-1 1 0 0,0 1-1 0 0,-1 0 1 0 0,1 0-1 0 0,0 0 1 0 0,-1 0-1 0 0,1 0 1 0 0,-1 0-1 0 0,1 0 0 0 0,-1 0 1 0 0,1 0-1 0 0,-1 0 1 0 0,0 0-1 0 0,0 0 0 0 0,-1 1 1 0 0,2-2 0 0 0,-1 1 1 0 0,1-1-1 0 0,-1 1 1 0 0,0 0-1 0 0,1-1 1 0 0,-1 1-1 0 0,1 0 1 0 0,-1 0 0 0 0,1-1-1 0 0,0 1 1 0 0,-1 0-1 0 0,1 0 1 0 0,0 0-1 0 0,-1-1 1 0 0,1 2-1 0 0,-5 30 1580 0 0,12-32-1063 0 0,-3-1-443 0 0,-1 0-1 0 0,1 0 0 0 0,-1 1 0 0 0,0-2 1 0 0,5-1-1 0 0,5-2 39 0 0,12 0-71 0 0,0 1-1 0 0,0 1 0 0 0,0 1 1 0 0,42 2-1 0 0,-34 0-104 0 0,-31 0-52 0 0,-1 0 0 0 0,0 0-1 0 0,0 0 1 0 0,0 0 0 0 0,0 0-1 0 0,0 1 1 0 0,1-1 0 0 0,-1 0 0 0 0,0 1-1 0 0,0-1 1 0 0,0 0 0 0 0,0 1-1 0 0,0 0 1 0 0,2 0 0 0 0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6:22.1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 14 0 0 0,'0'0'4452'0'0,"4"0"-3029"0"0,15 0 525 0 0,-10 0 1380 0 0,-1 0 3339 0 0,-8-1-6181 0 0,1 0-1 0 0,-1-1 0 0 0,0 1 1 0 0,1 0-1 0 0,-1 0 0 0 0,1-1 1 0 0,-1 1-1 0 0,1 0 0 0 0,1-2 342 0 0,-16 4-962 0 0,6 0-241 0 0,0 0 0 0 0,0-1 0 0 0,0 0-1 0 0,-10 0 1 0 0,-3-1-11238 0 0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6:22.9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156 51 0 0 0,'0'0'12301'0'0,"-4"-2"-11573"0"0,-13-6-74 0 0,7 1 2253 0 0,8 6-2902 0 0,1 0 0 0 0,0 0 0 0 0,-1 0 0 0 0,1 0 0 0 0,-1 0-1 0 0,1 1 1 0 0,-1-1 0 0 0,0 1 0 0 0,1-1 0 0 0,-1 1 0 0 0,1-1 0 0 0,-1 1-1 0 0,-2 0 1 0 0,-1-1 37 0 0,0 1 1 0 0,0-1-1 0 0,0-1 0 0 0,1 1 0 0 0,-1-1 1 0 0,0 1-1 0 0,-6-5 0 0 0,-2 1 250 0 0,9 3-463 0 0,1 2 1 0 0,0-1-1 0 0,0 0 1 0 0,0 1-1 0 0,-1-1 1 0 0,1 1-1 0 0,-4 0 1 0 0,-5 3-9195 0 0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6:24.1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81 38 0 0 0,'0'0'16572'0'0,"-4"-2"-14435"0"0,-17 3-2214 0 0,16 0 113 0 0,0-1 1 0 0,0 0-1 0 0,0 0 1 0 0,0 0-1 0 0,0-1 1 0 0,0 1-1 0 0,0-1 1 0 0,-8-3-1 0 0,13 4 56 0 0,0-1-1 0 0,-1 1 0 0 0,1-1 1 0 0,0 1-1 0 0,-1-1 1 0 0,1 1-1 0 0,0-1 1 0 0,0 0-1 0 0,0 1 1 0 0,-1-1-1 0 0,1 0 1 0 0,0 1-1 0 0,0-1 0 0 0,0 1 1 0 0,0-1-1 0 0,0 0 1 0 0,0 1-1 0 0,0-1 1 0 0,0 0-1 0 0,1 1 1 0 0,-1-1-1 0 0,0 0 1 0 0,0 1-1 0 0,0-1 1 0 0,1 1-1 0 0,-1-1 0 0 0,0 1 1 0 0,1-1-1 0 0,-1 0 1 0 0,1 0-1 0 0,4-1-53 0 0,1 0 0 0 0,-1 0 0 0 0,1 0-1 0 0,0 1 1 0 0,-1-1 0 0 0,1 1 0 0 0,0 1-1 0 0,0-1 1 0 0,0 1 0 0 0,0 0 0 0 0,5 1 0 0 0,6 1-317 0 0,-1 0 0 0 0,26 8 1 0 0,-42-10 200 0 0,1 0 1 0 0,-1 0 0 0 0,0 0 0 0 0,0 0 0 0 0,0 0-1 0 0,1 0 1 0 0,-1 0 0 0 0,0 0 0 0 0,0 0 0 0 0,0 0-1 0 0,1 0 1 0 0,-1 1 0 0 0,0-1 0 0 0,0 0 0 0 0,0 0 0 0 0,1 0-1 0 0,-1 0 1 0 0,0 0 0 0 0,0 0 0 0 0,0 1 0 0 0,0-1-1 0 0,0 0 1 0 0,1 0 0 0 0,-1 0 0 0 0,0 0 0 0 0,0 1-1 0 0,0-1 1 0 0,0 0 0 0 0,0 0 0 0 0,0 0 0 0 0,0 1 0 0 0,0-1-1 0 0,0 0 1 0 0,0 0 0 0 0,0 0 0 0 0,0 1 0 0 0,0-1-1 0 0,0 0 1 0 0,0 0 0 0 0,0 1 0 0 0,0-1 0 0 0,0 0-1 0 0,0 0 1 0 0,0 0 0 0 0,0 1 0 0 0,0-1-211 0 0,-1 1 1 0 0,1-1 0 0 0,0 0-1 0 0,0 1 1 0 0,-1-1 0 0 0,1 0-1 0 0,0 1 1 0 0,-1-1 0 0 0,1 0-1 0 0,-1 0 1 0 0,1 1 0 0 0,0-1-1 0 0,-1 0 1 0 0,1 0-1 0 0,-1 1 1 0 0,1-1 0 0 0,-1 0-1 0 0,-5 1-4535 0 0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6:42.3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1 0 0 0,'0'0'24088'0'0,"0"12"-22421"0"0,0-9-1664 0 0,1-1-1 0 0,-1 0 1 0 0,1 0 0 0 0,-1 0 0 0 0,1 0-1 0 0,0 0 1 0 0,0 0 0 0 0,1 2 0 0 0,5 12 23 0 0,7 28-6 0 0,3 36 9 0 0,-11-50 4 0 0,-3-18-24 0 0,-1 0 0 0 0,1 23 0 0 0,2-15 43 0 0,-1-4-69 0 0,1 49 527 0 0,-5-65-510 0 0,1-9-55 0 0,-1 1 0 0 0,-1 0 0 0 0,0 0 0 0 0,0 0 0 0 0,-4-16 0 0 0,-2 3-19 0 0,1 1-15 0 0,-11-22 0 0 0,8 18 66 0 0,0 0 0 0 0,-8-39 1 0 0,14 51 66 0 0,1-1 0 0 0,1 1 0 0 0,1-25 0 0 0,0 25 137 0 0,0 11-8 0 0,-1 7-386 0 0,0-1 186 0 0,1 1 1 0 0,0 0-1 0 0,1 10 1 0 0,0 1 76 0 0,-1-13-242 0 0,-1-1 0 0 0,1 1-1 0 0,-1 0 1 0 0,0-1 0 0 0,0 1 0 0 0,0 0-1 0 0,0-1 1 0 0,-2 5 0 0 0,2-7 23 0 0,-1 9-6018 0 0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6:59.8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56 0 0 0,'-10'-2'27731'0'0,"11"-11"-26566"0"0,-1 13-1093 0 0,1 1-16 0 0,-1 1 1 0 0,0-1 0 0 0,1 1 0 0 0,-1 0 0 0 0,1-1 0 0 0,-1 1 0 0 0,1-1 0 0 0,0 1 0 0 0,1 1 0 0 0,0 0-53 0 0,-1 1 0 0 0,1-1 1 0 0,-1 1-1 0 0,0-1 0 0 0,0 1 0 0 0,1 6 0 0 0,4 12 14 0 0,1 8-16 0 0,-4-14-10 0 0,-3-15 7 0 0,0 0 0 0 0,0 1-1 0 0,1-1 1 0 0,-1 0 0 0 0,0 0 0 0 0,0 0 0 0 0,1 0 0 0 0,-1 1 0 0 0,1-1 0 0 0,-1 0 0 0 0,1 0 0 0 0,0 1 0 0 0,0-1 2 0 0,-1 0-1 0 0,0 0 1 0 0,1 0 0 0 0,-1 0 0 0 0,0 0 0 0 0,0 0 0 0 0,0 0-1 0 0,1 0 1 0 0,-1-1 0 0 0,-1 3 0 0 0,2 5 0 0 0,1-3-12 0 0,-1-3 12 0 0,0 0 1 0 0,-1-1-1 0 0,1 1 1 0 0,-1 0-1 0 0,1 0 0 0 0,-1 0 1 0 0,1 3-1 0 0,-1-1 7 0 0,1-1-1 0 0,1 1 0 0 0,-1-1 0 0 0,0 0 0 0 0,3 5 0 0 0,2 5-23 0 0,9 20 36 0 0,-12-28-32 0 0,0 4 17 0 0,1 3-13 0 0,-3-11 6 0 0,0 1 1 0 0,-1-1-1 0 0,1 1 1 0 0,-1-1-1 0 0,1 1 1 0 0,-1 0-1 0 0,0-1 0 0 0,1 1 1 0 0,-1 2-1 0 0,1-1 2 0 0,-1 1 0 0 0,1-1 0 0 0,0 0 0 0 0,0 1 0 0 0,2 2 0 0 0,1 5 0 0 0,-3-5-4 0 0,2 4-9 0 0,-1-7-40 0 0,-1-4-23 0 0,-1-3 76 0 0,-1-5-65 0 0,-1 0 0 0 0,1 1 0 0 0,-1-1 0 0 0,-1 0 0 0 0,0 1 0 0 0,-5-13 0 0 0,1 5 1 0 0,-7-19-71 0 0,-17-50-137 0 0,27 72 260 0 0,1 0 0 0 0,0-1 1 0 0,1 1-1 0 0,0-23 0 0 0,2-15 59 0 0,0 51-36 0 0,0-1-12 0 0,-1 0 0 0 0,1 0 1 0 0,0 0-1 0 0,0 0 0 0 0,0 0 0 0 0,-1 0 1 0 0,1 0-1 0 0,0 0 0 0 0,1 0 0 0 0,-1 0 1 0 0,0 0-1 0 0,0-1 0 0 0,1 1 1 0 0,-1 1-1 0 0,0-1 0 0 0,0 1 0 0 0,0 0 1 0 0,0-1-1 0 0,0 1 0 0 0,1-1 1 0 0,-1 1-1 0 0,0 0 0 0 0,0-1 1 0 0,0 1-1 0 0,0-1 0 0 0,0 1 1 0 0,0 0-1 0 0,0-1 0 0 0,0 1 1 0 0,-1-1-1 0 0,1 1 0 0 0,0 0 1 0 0,0-1-1 0 0,0 1 0 0 0,0-1 1 0 0,0 1-1 0 0,-1 0 0 0 0,1-1 1 0 0,0 1-1 0 0,0 0 0 0 0,-1-1 1 0 0,1 1-1 0 0,0 0 0 0 0,-1-1 1 0 0,1 1-1 0 0,0 0 0 0 0,-1 0 0 0 0,1 0 1 0 0,0-1-1 0 0,-1 1 0 0 0,1 0 1 0 0,-2-1 1 0 0,2 1-5 0 0,0 0-1 0 0,0 0 1 0 0,0 0 0 0 0,0 0-1 0 0,0 0 1 0 0,0 0 0 0 0,-1 0-1 0 0,1 0 1 0 0,0 0 0 0 0,0 0-1 0 0,0 0 1 0 0,0 0 0 0 0,0 0-1 0 0,0 0 1 0 0,0 0 0 0 0,-1 0-1 0 0,1 0 1 0 0,0 0 0 0 0,0 0-1 0 0,0 0 1 0 0,0 0 0 0 0,0 0-1 0 0,0 0 1 0 0,0 0 0 0 0,-1 0-1 0 0,1 0 1 0 0,0 0 0 0 0,0 0-1 0 0,0 0 1 0 0,0 0 0 0 0,0 0-1 0 0,0 0 1 0 0,0 0 0 0 0,0 0-1 0 0,-1 0 1 0 0,1 0 0 0 0,0 1-1 0 0,0-1 1 0 0,0 0 0 0 0,0 0-1 0 0,0 0 1 0 0,0 0 0 0 0,0 0-1 0 0,0 0 1 0 0,0 0 0 0 0,0 0-1 0 0,0 1 1 0 0,0-1 0 0 0,0 0-1 0 0,0 0 1 0 0,0 0 0 0 0,0 0-1 0 0,0 0 1 0 0,0 0 0 0 0,0 0-1 0 0,0 1 1 0 0,0-1 0 0 0,0 0-1 0 0,0 0 1 0 0,0 0 0 0 0,0 0-1 0 0,0 0 1 0 0,0 0 0 0 0,0 0-1 0 0,0 1 1 0 0,0-1 0 0 0,0 0-1 0 0,0 0 1 0 0,0 0 0 0 0,0 2 50 0 0,-1 73 320 0 0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56.3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47 100 8834 0 0,'0'0'13653'0'0,"-7"-4"-13234"0"0,-24-13-24 0 0,22 13 2361 0 0,11 3-2397 0 0,-2 0-307 0 0,0-11 416 0 0,1-49 491 0 0,0 66-979 0 0,-1 0-1 0 0,1-1 1 0 0,0 1-1 0 0,0 0 1 0 0,1-1 0 0 0,-1 1-1 0 0,4 5 1 0 0,2 10 19 0 0,5 12 9 0 0,16 29-1 0 0,3 11-27 0 0,-14-33 69 0 0,-17-38-93 0 0,0 0 0 0 0,1 0 0 0 0,-1 0-1 0 0,1 0 1 0 0,-1 0 0 0 0,1 0 0 0 0,-1 0 0 0 0,1 0-1 0 0,0 0 1 0 0,-1-1 0 0 0,1 1 0 0 0,0 0-1 0 0,0 0 1 0 0,0-1 0 0 0,-1 1 0 0 0,1-1 0 0 0,0 1-1 0 0,2 0 1 0 0,-3-13-3962 0 0,0-8-1426 0 0,0 7-1527 0 0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56.8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7434 0 0,'0'0'17070'0'0,"0"0"-17070"0"0,0 1 1 0 0,1-1-1 0 0,-1 0 1 0 0,0 1-1 0 0,0-1 0 0 0,1 0 1 0 0,-1 0-1 0 0,0 1 1 0 0,0-1-1 0 0,0 0 0 0 0,0 1 1 0 0,1-1-1 0 0,-1 0 1 0 0,0 1-1 0 0,0-1 0 0 0,0 1 1 0 0,0-1-1 0 0,0 0 1 0 0,0 1-1 0 0,1 9 36 0 0,0 0-1 0 0,1 0 1 0 0,0-1 0 0 0,0 1 0 0 0,5 12 0 0 0,-2-9 20 0 0,1 4 61 0 0,12 22-1 0 0,-8-17-33 0 0,4 7 105 0 0,18 27 1 0 0,6 1 195 0 0,-33-50-963 0 0,-13-32-17210 0 0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57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1 3617 0 0,'0'0'21519'0'0,"3"0"-21282"0"0,11 0 95 0 0,-17 0-265 0 0,0 1 0 0 0,0-1 0 0 0,0 1 0 0 0,0 0 0 0 0,0 0 0 0 0,0 0 0 0 0,-4 3 0 0 0,-21 12 288 0 0,24-14-308 0 0,2 0-31 0 0,0-1-1 0 0,0 0 1 0 0,-1 1-1 0 0,1-1 1 0 0,0 1-1 0 0,0 0 1 0 0,0 0-1 0 0,1 0 1 0 0,-1 0-1 0 0,0 0 1 0 0,1 0-1 0 0,-1 0 1 0 0,-1 4-1 0 0,-3 5 59 0 0,5-10-67 0 0,1 0 1 0 0,-1 0-1 0 0,0 0 0 0 0,1 0 1 0 0,-1 0-1 0 0,0 0 1 0 0,1 0-1 0 0,-1 1 1 0 0,1-1-1 0 0,0 0 1 0 0,0 0-1 0 0,-1 0 1 0 0,1 1-1 0 0,0 0 1 0 0,0 0 22 0 0,0-1 1 0 0,0 0 0 0 0,0 0-1 0 0,0 0 1 0 0,0 0-1 0 0,0 0 1 0 0,0 1 0 0 0,1-1-1 0 0,-1 0 1 0 0,0 0-1 0 0,1 0 1 0 0,-1 0-1 0 0,1 0 1 0 0,-1 0 0 0 0,1 0-1 0 0,-1 0 1 0 0,1 0-1 0 0,1 1 1 0 0,-1-1 35 0 0,1 0 0 0 0,-1-1 0 0 0,1 1 0 0 0,0 0 0 0 0,0 0 0 0 0,-1-1-1 0 0,1 1 1 0 0,0-1 0 0 0,0 0 0 0 0,0 0 0 0 0,3 1 0 0 0,101 1 468 0 0,4 0-387 0 0,-94 0-596 0 0,-1 0-1 0 0,1 1 0 0 0,0 1 0 0 0,28 10 0 0 0,-41-12-13 0 0,0-1 1 0 0,0 1 0 0 0,0 0 0 0 0,0-1-1 0 0,0 1 1 0 0,3 4 0 0 0,7 8-8362 0 0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07.4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0 100 0 0 0,'13'-3'0'0'0,"-12"3"142"0"0,-1 0 0 0 0,0 0 0 0 0,0-1 0 0 0,1 1 0 0 0,-1 0 0 0 0,0 0 0 0 0,0-1 0 0 0,0 1 0 0 0,1 0 0 0 0,-1 0 0 0 0,0-1 0 0 0,0 1 0 0 0,0 0-1 0 0,0-1 1 0 0,0 1 0 0 0,1 0 0 0 0,-1-1 0 0 0,0 1 0 0 0,0 0 0 0 0,0-1 0 0 0,0 1 0 0 0,0 0 0 0 0,0-1 0 0 0,0 1 0 0 0,0 0 0 0 0,0 0 0 0 0,0-1 0 0 0,0 1 0 0 0,-1 0 0 0 0,1-1 0 0 0,0 1 0 0 0,0-1 0 0 0,0 1-11 0 0,0 0-1 0 0,0 0 1 0 0,-1-1 0 0 0,1 1 0 0 0,0 0 0 0 0,0-1-1 0 0,0 1 1 0 0,0 0 0 0 0,0 0 0 0 0,0-1 0 0 0,0 1 0 0 0,0 0-1 0 0,0 0 1 0 0,0-1 0 0 0,0 1 0 0 0,0 0 0 0 0,1 0-1 0 0,-1-1 1 0 0,0 1 0 0 0,0 0 0 0 0,0 0 0 0 0,0-1 0 0 0,0 1-1 0 0,1-1 220 0 0,0-1 0 0 0,0 1 0 0 0,-1-1 0 0 0,1 0-1 0 0,-1 1 1 0 0,1-1 0 0 0,-1 1 0 0 0,0-1 0 0 0,0 0 0 0 0,1 1-1 0 0,-1-1 1 0 0,0 1 0 0 0,-1-4 0 0 0,1 2 125 0 0,0 2-187 0 0,0 0-1 0 0,0 1 1 0 0,0-1-1 0 0,0 0 1 0 0,1 0-1 0 0,-1 0 1 0 0,0 0-1 0 0,0 0 0 0 0,1 0 1 0 0,-1 0-1 0 0,1 1 1 0 0,-1-1-1 0 0,1 0 1 0 0,0-1-1 0 0,-1 2-220 0 0,0 0 0 0 0,1 0-1 0 0,-1 0 1 0 0,0-1 0 0 0,0 1-1 0 0,1 0 1 0 0,-1 0 0 0 0,0-1 0 0 0,0 1-1 0 0,0 0 1 0 0,1 0 0 0 0,-1-1-1 0 0,0 1 1 0 0,0 0 0 0 0,0-1 0 0 0,0 1-1 0 0,0 0 1 0 0,1 0 0 0 0,-1-1-1 0 0,0 1 1 0 0,0-1 0 0 0,1-2 981 0 0,2 9-694 0 0,-3-4-306 0 0,1 0 0 0 0,0 1 0 0 0,0-1 0 0 0,0 0 1 0 0,0 0-1 0 0,3 3 0 0 0,4 10 260 0 0,-8-14-279 0 0,0-1 0 0 0,0 1 0 0 0,1-1 0 0 0,-1 1 0 0 0,0-1 0 0 0,0 1-1 0 0,0-1 1 0 0,1 1 0 0 0,-1-1 0 0 0,0 1 0 0 0,1-1 0 0 0,-1 1-1 0 0,0-1 1 0 0,1 0 0 0 0,-1 1 0 0 0,1-1 0 0 0,0 1 0 0 0,-1-1 10 0 0,0-1 0 0 0,0 1 0 0 0,1 0 0 0 0,-1 0 0 0 0,0-1 0 0 0,0 1 1 0 0,1 0-1 0 0,-1 0 0 0 0,0-1 0 0 0,0 1 0 0 0,0 0 0 0 0,0-1 0 0 0,1 1 0 0 0,-1 0 0 0 0,0-1 1 0 0,0 1-1 0 0,0 0 0 0 0,0-1 0 0 0,0 1 0 0 0,0 0 0 0 0,0-1 0 0 0,0 1 0 0 0,0 0 1 0 0,0-1-1 0 0,0 1 0 0 0,0 0 0 0 0,0-1 0 0 0,0 0 0 0 0,1-66 295 0 0,0 74-1012 0 0,-1-5 599 0 0,0 0 0 0 0,0 1 0 0 0,0-1 0 0 0,0 0 0 0 0,0 0 0 0 0,0 0 0 0 0,-1 0 0 0 0,1 0 0 0 0,-1 0 0 0 0,0 3 0 0 0,-4 5-732 0 0,-3 5-1856 0 0,4-6-3504 0 0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27.32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193 62 0 0 0,'13'-11'14'0'0,"-8"8"89"0"0,-1 0 1084 0 0,3-2 1327 0 0,7-3 8993 0 0,-17 1-7278 0 0,1 7-4067 0 0,-1-1 0 0 0,1 1 0 0 0,0-1 0 0 0,0 0 0 0 0,-1 1 0 0 0,1-1 0 0 0,0 0 1 0 0,0 0-1 0 0,-2-2 0 0 0,-14-5 304 0 0,4 5 32 0 0,1 1 0 0 0,-1 0 0 0 0,-26 2 1 0 0,39 0-499 0 0,0 0 32 0 0,-1 0 0 0 0,1 0-1 0 0,-1 0 1 0 0,0 1 0 0 0,1-1-1 0 0,-1 1 1 0 0,1 0 0 0 0,-1-1-1 0 0,1 1 1 0 0,-3 1-1 0 0,-10 4 318 0 0,3 2-246 0 0,10-8-97 0 0,1 1-1 0 0,-1-1 1 0 0,1 0-1 0 0,-1 0 0 0 0,0 1 1 0 0,1-1-1 0 0,-1 1 1 0 0,1-1-1 0 0,0 0 1 0 0,-1 1-1 0 0,1-1 0 0 0,-1 1 1 0 0,1-1-1 0 0,0 1 1 0 0,-1-1-1 0 0,1 1 1 0 0,-14 13 79 0 0,1 11 52 0 0,8-13-65 0 0,1 1 0 0 0,-1-1-1 0 0,-1 16 1 0 0,2-14-21 0 0,3-8 14 0 0,-1 0 1 0 0,1 0 0 0 0,1 0-1 0 0,-1 8 1 0 0,1-12-62 0 0,0-1 8 0 0,0 0 0 0 0,-1 0 0 0 0,1 0-1 0 0,1 0 1 0 0,-1 0 0 0 0,0 0 0 0 0,0-1-1 0 0,0 1 1 0 0,0 0 0 0 0,1 0 0 0 0,-1 0-1 0 0,0 0 1 0 0,1 0 0 0 0,-1 0 0 0 0,1 0-1 0 0,-1 0 1 0 0,1 0 0 0 0,6 9 188 0 0,-7-10-181 0 0,0 1 0 0 0,0 0-1 0 0,1-1 1 0 0,-1 1 0 0 0,0-1 0 0 0,0 1-1 0 0,1-1 1 0 0,-1 1 0 0 0,1-1-1 0 0,-1 1 1 0 0,1-1 0 0 0,-1 1 0 0 0,0-1-1 0 0,1 0 1 0 0,0 1 0 0 0,-1-1-1 0 0,1 0 1 0 0,-1 1 0 0 0,1-1 0 0 0,0 0-1 0 0,1 1 22 0 0,-1 0 0 0 0,1 0 0 0 0,-1 0 0 0 0,0 0 0 0 0,1 0-1 0 0,-1 0 1 0 0,0 0 0 0 0,2 1 0 0 0,8 7 132 0 0,-1-4-101 0 0,0-2-1 0 0,1 1 1 0 0,11 1 0 0 0,-14-3-62 0 0,26 5-173 0 0,-1-1 1 0 0,1-2-1 0 0,59-1 0 0 0,-93-3 71 0 0,0 0-1 0 0,1 0 0 0 0,-1 0 0 0 0,0 0 0 0 0,0 0 1 0 0,0 0-1 0 0,1 0 0 0 0,-1 0 0 0 0,0-1 0 0 0,0 1 1 0 0,1 0-1 0 0,-1 0 0 0 0,0 0 0 0 0,0 0 1 0 0,0 0-1 0 0,1-1 0 0 0,-1 1 0 0 0,0 0 0 0 0,0 0 1 0 0,0 0-1 0 0,0-1 0 0 0,0 1 0 0 0,1 0 0 0 0,-1 0 1 0 0,0-1-1 0 0,0 1 0 0 0,0 0 0 0 0,0 0 1 0 0,0 0-1 0 0,0-1 0 0 0,0 1 0 0 0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28.00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28 0 0 0,'0'0'19132'0'0,"15"-5"-18945"0"0,46-12-33 0 0,-56 15-105 0 0,-1 1-1 0 0,1 0 1 0 0,0 1-1 0 0,0-1 1 0 0,0 1-1 0 0,7 0 0 0 0,-9 0-25 0 0,-1 1 0 0 0,1 0 0 0 0,0-1 0 0 0,-1 1 0 0 0,1 0 0 0 0,-1 1 0 0 0,3 0 0 0 0,5 3 35 0 0,-1-1-26 0 0,0 1 0 0 0,-1-1 1 0 0,0 2-1 0 0,1-1 1 0 0,-2 1-1 0 0,1 0 0 0 0,-1 1 1 0 0,0 0-1 0 0,11 13 1 0 0,-17-18-35 0 0,0 1-1 0 0,1-1 1 0 0,-1 1 0 0 0,0 0 0 0 0,0-1 0 0 0,-1 1 0 0 0,1 0-1 0 0,-1 0 1 0 0,1 0 0 0 0,-1 0 0 0 0,0 0 0 0 0,0 3-1 0 0,0-1 10 0 0,-1 1 0 0 0,0-1 0 0 0,0 0 0 0 0,0 1 0 0 0,-3 6 0 0 0,2-8 52 0 0,-1-1 0 0 0,1 0 0 0 0,-1 0 0 0 0,0 0 0 0 0,0 0 0 0 0,0 0 0 0 0,0 0 0 0 0,0-1 0 0 0,-1 1 0 0 0,1-1 0 0 0,-6 2 0 0 0,4-1 78 0 0,0-1-1 0 0,0-1 0 0 0,-1 1 1 0 0,1-1-1 0 0,0 1 1 0 0,-1-1-1 0 0,1-1 1 0 0,0 1-1 0 0,-1-1 0 0 0,1 0 1 0 0,-1-1-1 0 0,1 1 1 0 0,-1-1-1 0 0,1 0 1 0 0,0 0-1 0 0,-11-4 0 0 0,8 2-1 0 0,0-1 0 0 0,1 0 0 0 0,-1-1 0 0 0,1 1 0 0 0,0-2 0 0 0,-12-9 0 0 0,12 7 10 0 0,4 5-74 0 0,0 0 1 0 0,1 0-1 0 0,-1 0 0 0 0,1 0 0 0 0,0-1 1 0 0,0 1-1 0 0,0-1 0 0 0,-2-5 0 0 0,3 6-23 0 0,-1 0 7 0 0,1-1-1 0 0,0 1 1 0 0,0-1-1 0 0,0 1 1 0 0,1-1-1 0 0,-1-6 1 0 0,1 7-54 0 0,0 0 0 0 0,0 0 0 0 0,1 0 0 0 0,0 1 0 0 0,-1-1 1 0 0,1 0-1 0 0,0 1 0 0 0,0-1 0 0 0,1 0 0 0 0,-1 1 0 0 0,0 0 0 0 0,1-1 1 0 0,-1 1-1 0 0,1 0 0 0 0,0 0 0 0 0,0-1 0 0 0,0 2 0 0 0,0-1 0 0 0,0 0 0 0 0,3-2 1 0 0,-1 2-146 0 0,0-1 0 0 0,0 1 0 0 0,0 0 0 0 0,1 0 0 0 0,-1 0 0 0 0,0 1 0 0 0,1 0 0 0 0,-1-1 0 0 0,1 2 1 0 0,-1-1-1 0 0,9 0 0 0 0,3 0-1042 0 0,13 1-1789 0 0,-12 2-7841 0 0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29.02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 0 0 0 0,'0'0'21987'0'0,"-2"1"-21747"0"0,2-1-204 0 0,0 0-3 0 0,-1 1 0 0 0,1-1-1 0 0,-1 0 1 0 0,0 1-1 0 0,1-1 1 0 0,-1 0-1 0 0,0 0 1 0 0,1 1 0 0 0,-1-1-1 0 0,0 0 1 0 0,1 0-1 0 0,-1 0 1 0 0,-1 0 0 0 0,2 17 505 0 0,0-11-454 0 0,0 0 0 0 0,0-1 0 0 0,1 1 0 0 0,0-1 0 0 0,0 1 0 0 0,0-1 0 0 0,1 1 0 0 0,0-1 0 0 0,0 0-1 0 0,0 0 1 0 0,1 0 0 0 0,5 9 0 0 0,-5-10-55 0 0,1 3-14 0 0,0 0 0 0 0,1-1 0 0 0,-1 1 0 0 0,1-1 0 0 0,8 7 0 0 0,-7-5 1 0 0,-5-8-18 0 0,-1 1 1 0 0,1 0-1 0 0,-1 0 0 0 0,1-1 0 0 0,-1 1 1 0 0,1 0-1 0 0,0-1 0 0 0,-1 1 0 0 0,1-1 1 0 0,0 1-1 0 0,-1-1 0 0 0,2 1 0 0 0,-2 0 25 0 0,0-1 0 0 0,1 0 0 0 0,-1 0 0 0 0,0 0 0 0 0,1 0 0 0 0,-1 1 0 0 0,0-1 0 0 0,0 0 0 0 0,1 0 0 0 0,-1 0 0 0 0,0 0 0 0 0,1 0 0 0 0,-1 0 0 0 0,0 0-1 0 0,0 0 1 0 0,1 0 0 0 0,-1 0 0 0 0,0 0 0 0 0,1 0 0 0 0,-1 0 0 0 0,0 0 0 0 0,1 0 0 0 0,-1 0 0 0 0,0 0 0 0 0,0 0 0 0 0,1 0 0 0 0,-1-1 0 0 0,0 1 0 0 0,1 0 0 0 0,-1 0 0 0 0,0 0 0 0 0,0-1 0 0 0,1 1 0 0 0,-1 0 0 0 0,0 0-1 0 0,0 0 1 0 0,0-1 0 0 0,1 1 0 0 0,1-2-135 0 0,0-1 114 0 0,0-1 0 0 0,-1 1 0 0 0,1 0 0 0 0,-1-1 0 0 0,0 1 0 0 0,0-1 0 0 0,0 1 0 0 0,0-1 0 0 0,0-3-1 0 0,2-4-40 0 0,0-5 67 0 0,1-17 1 0 0,-1 9 62 0 0,-3 23-74 0 0,1 0 1 0 0,-1 0-1 0 0,0 0 1 0 0,1 0-1 0 0,-1 0 1 0 0,1 0-1 0 0,-1 0 0 0 0,1 0 1 0 0,-1 1-1 0 0,1-1 1 0 0,0 0-1 0 0,-1 0 0 0 0,1 1 1 0 0,0-1-1 0 0,0 0 1 0 0,-1 1-1 0 0,1-1 0 0 0,1 0 1 0 0,-1 1 77 0 0,-1 0-111 0 0,1 0 0 0 0,0 0 0 0 0,0 0 0 0 0,0 1-1 0 0,0-1 1 0 0,0 0 0 0 0,0 1 0 0 0,0-1 0 0 0,0 0 0 0 0,0 1 0 0 0,1 0 0 0 0,22 20-158 0 0,38 43 0 0 0,-54-54 123 0 0,1 0-1 0 0,0 0 0 0 0,1-1 0 0 0,13 10 1 0 0,-21-18 38 0 0,-1 0-1 0 0,0-1 1 0 0,0 1 0 0 0,1 0 0 0 0,-1 0 0 0 0,1-1 0 0 0,-1 1 0 0 0,0-1 0 0 0,3 1 0 0 0,-3-1 12 0 0,-1 0 0 0 0,1 0-1 0 0,-1 0 1 0 0,1-1 0 0 0,-1 1 0 0 0,1 0 0 0 0,-1 0 0 0 0,1-1 0 0 0,-1 1 0 0 0,1 0 0 0 0,-1-1-1 0 0,0 1 1 0 0,1 0 0 0 0,-1-1 0 0 0,0 1 0 0 0,1-1 0 0 0,-1 1 0 0 0,0-1 0 0 0,1 1 0 0 0,-1-1-1 0 0,0 1 1 0 0,0-1 0 0 0,0 1 0 0 0,1-1 0 0 0,-1 1 0 0 0,0-1 0 0 0,0 1 0 0 0,0-1 0 0 0,0 1-1 0 0,0-2 1 0 0,5-33-389 0 0,-4 26 292 0 0,0-1-1 0 0,4-13 1 0 0,1-14 150 0 0,-6 36-50 0 0,0 1 0 0 0,0 0 0 0 0,0 0 0 0 0,1 0-1 0 0,-1-1 1 0 0,0 1 0 0 0,0 0 0 0 0,0 0 0 0 0,1 0 0 0 0,-1-1 0 0 0,0 1 0 0 0,0 0 0 0 0,1 0 0 0 0,-1 0 0 0 0,0 0 0 0 0,1 0 0 0 0,-1 0 0 0 0,0 0-1 0 0,0 0 1 0 0,1 0 0 0 0,-1 0 0 0 0,0 0 0 0 0,0 0 0 0 0,1 0 0 0 0,-1 0 0 0 0,0 0 0 0 0,1 0 0 0 0,-1 0 0 0 0,0 0 0 0 0,0 0 0 0 0,1 0 0 0 0,-1 0-1 0 0,0 0 1 0 0,0 0 0 0 0,1 0 0 0 0,-1 1 0 0 0,0-1 0 0 0,0 0 0 0 0,1 0 0 0 0,-1 0 0 0 0,0 0 0 0 0,0 1 0 0 0,15 9-199 0 0,-13-9 176 0 0,14 11-78 0 0,23 22 1 0 0,-11-9 10 0 0,-20-19-184 0 0,0 0 0 0 0,-1 1 0 0 0,9 9 0 0 0,-2-7-2980 0 0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29.83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 50 1608 0 0,'0'0'19363'0'0,"4"2"-19252"0"0,-2 0-87 0 0,0 0 1 0 0,0 0-1 0 0,0 0 1 0 0,0 0 0 0 0,0 0-1 0 0,-1 1 1 0 0,1-1-1 0 0,0 0 1 0 0,-1 1-1 0 0,0-1 1 0 0,0 1-1 0 0,0-1 1 0 0,0 1-1 0 0,1 3 1 0 0,43 143 543 0 0,-14-52-528 0 0,-18-58-13 0 0,1-3 6 0 0,-10-28-91 0 0,0 1 1 0 0,-1-1-1 0 0,0 1 0 0 0,0 0 1 0 0,-1 0-1 0 0,-1 0 0 0 0,2 13 1 0 0,-4-22 91 0 0,1 0 0 0 0,0-1 1 0 0,-1 1-1 0 0,1 0 0 0 0,-1 0 0 0 0,1 0 1 0 0,-1-1-1 0 0,1 1 0 0 0,0 0 1 0 0,-1 0-1 0 0,1-1 0 0 0,-1 1 1 0 0,1 0-1 0 0,0-1 0 0 0,-1 1 0 0 0,1-1 1 0 0,-1 0-1 0 0,-19-24 194 0 0,0-1 1 0 0,1-1-1 0 0,2-1 0 0 0,-16-33 1 0 0,22 34-199 0 0,-9-33 0 0 0,16 45-20 0 0,1 1 0 0 0,1-1 1 0 0,0 0-1 0 0,0-17 1 0 0,2 27-14 0 0,0 0 0 0 0,0 0 0 0 0,0 0 0 0 0,1 1 0 0 0,0-1 1 0 0,0 0-1 0 0,0 0 0 0 0,0 1 0 0 0,1-1 0 0 0,0 1 0 0 0,0-1 1 0 0,0 1-1 0 0,0 0 0 0 0,5-7 0 0 0,-2 6-25 0 0,0-1 0 0 0,0 1-1 0 0,0 0 1 0 0,0 0 0 0 0,1 0 0 0 0,0 1 0 0 0,0 0-1 0 0,0 0 1 0 0,1 0 0 0 0,-1 1 0 0 0,1 0 0 0 0,0 0-1 0 0,-1 1 1 0 0,1 0 0 0 0,1 0 0 0 0,-1 1 0 0 0,0-1-1 0 0,0 2 1 0 0,0-1 0 0 0,9 1 0 0 0,-4 0-4 0 0,-1 0 0 0 0,0 0 0 0 0,0 2 1 0 0,1-1-1 0 0,-1 1 0 0 0,14 5 0 0 0,-12-2 11 0 0,1 0 0 0 0,-1 1-1 0 0,0 0 1 0 0,-1 1-1 0 0,21 15 1 0 0,-32-22 2 0 0,0 1 0 0 0,-1 0-1 0 0,1-1 1 0 0,0 1 0 0 0,-1 0 0 0 0,1 0 0 0 0,-1-1-1 0 0,1 1 1 0 0,-1 0 0 0 0,0 0 0 0 0,1 0-1 0 0,-1 0 1 0 0,0 0 0 0 0,0 0 0 0 0,1 0-1 0 0,-1-1 1 0 0,0 1 0 0 0,0 0 0 0 0,0 0 0 0 0,0 0-1 0 0,0 0 1 0 0,0 0 0 0 0,-1 0 0 0 0,1 0-1 0 0,-1 2 1 0 0,1-2 0 0 0,-1 1-1 0 0,1-1 0 0 0,-1 0 1 0 0,0 1-1 0 0,0-1 1 0 0,0 0-1 0 0,0 1 1 0 0,0-1-1 0 0,0 0 0 0 0,0 0 1 0 0,0 0-1 0 0,0 0 1 0 0,0 0-1 0 0,-3 2 1 0 0,-12 6-94 0 0,9-4 57 0 0,1-2 0 0 0,-12 6 1 0 0,2-3-50 0 0,2 0-380 0 0,-24 7 0 0 0,29-11-21 0 0,-31 8-2927 0 0,14-2-6870 0 0,17-6 4151 0 0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30.51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0 5113 0 0,'0'0'15719'0'0,"-1"2"-15691"0"0,0 1 4 0 0,1 0-1 0 0,-1 0 0 0 0,1 0 1 0 0,0 0-1 0 0,-1 0 0 0 0,1 0 0 0 0,1 0 1 0 0,-1 0-1 0 0,0 0 0 0 0,1 0 0 0 0,1 5 1 0 0,0-2 40 0 0,0 0 1 0 0,1 0 0 0 0,0-1-1 0 0,0 1 1 0 0,4 4-1 0 0,3 7 72 0 0,-9-14-115 0 0,1 1-1 0 0,0-1 1 0 0,0 1-1 0 0,5 4 1 0 0,4 5 34 0 0,-9-9-52 0 0,1-1-1 0 0,-1 0 1 0 0,1 0 0 0 0,0 0-1 0 0,0 0 1 0 0,0 0-1 0 0,0-1 1 0 0,5 3 0 0 0,1 1-52 0 0,-7-5 118 0 0,-1 0-1 0 0,1 0 1 0 0,0 0-1 0 0,0 0 1 0 0,0 0 0 0 0,3 1-1 0 0,-5-2-58 0 0,1 0-1 0 0,-1 0 1 0 0,1 0 0 0 0,0 0-1 0 0,-1 0 1 0 0,1 0 0 0 0,-1 0-1 0 0,1 0 1 0 0,-1 0-1 0 0,1 0 1 0 0,-1-1 0 0 0,1 1-1 0 0,-1 0 1 0 0,1 0 0 0 0,-1 0-1 0 0,1-1 1 0 0,-1 1 0 0 0,1 0-1 0 0,-1-1 1 0 0,1 1-1 0 0,-1 0 1 0 0,1-1 0 0 0,-1 1-1 0 0,0-1 1 0 0,1 1 0 0 0,-1 0-1 0 0,0-1 1 0 0,1 0 0 0 0,8-13 170 0 0,-6 11-163 0 0,-1 0 1 0 0,1-1-1 0 0,-1 1 0 0 0,0-1 1 0 0,0 0-1 0 0,-1 0 0 0 0,2-4 0 0 0,-1 2 19 0 0,2-11 127 0 0,0-1 0 0 0,-1 0 0 0 0,1-27 1 0 0,-4 45-181 0 0,0 0 1 0 0,0 0 0 0 0,1-1 0 0 0,-1 1-1 0 0,0 0 1 0 0,0 0 0 0 0,1 0 0 0 0,-1 0-1 0 0,0 0 1 0 0,1 0 0 0 0,-1-1 0 0 0,0 1 0 0 0,1 0-1 0 0,-1 0 1 0 0,0 0 0 0 0,0 0 0 0 0,1 0-1 0 0,-1 0 1 0 0,0 0 0 0 0,1 1 0 0 0,-1-1 0 0 0,0 0-1 0 0,1 0 1 0 0,-1 0 0 0 0,0 0 0 0 0,0 0-1 0 0,1 0 1 0 0,-1 0 0 0 0,0 1 0 0 0,1-1 0 0 0,-1 0-1 0 0,0 0 1 0 0,0 0 0 0 0,0 1 0 0 0,1-1-1 0 0,5 15-90 0 0,0-1 1 0 0,1 1-1 0 0,0-2 0 0 0,10 15 0 0 0,-12-21-193 0 0,-1-1 0 0 0,0 1-1 0 0,0 0 1 0 0,4 11 0 0 0,-1-6-2944 0 0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31.3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41 2136 0 0,'0'0'19723'0'0,"0"-7"-19451"0"0,0-20-24 0 0,0 20 343 0 0,5 22-2094 0 0,0 6 1443 0 0,1 9 26 0 0,8 65 163 0 0,0-30 40 0 0,5 32 77 0 0,1 17 40 0 0,-18-95-231 0 0,-1-11-24 0 0,1 0-1 0 0,-1 0 0 0 0,5 11 0 0 0,-5-17 26 0 0,0 0 1 0 0,0 0-1 0 0,1 0 0 0 0,-1 0 0 0 0,1-1 0 0 0,-1 1 0 0 0,1 0 0 0 0,0-1 0 0 0,-1 1 0 0 0,1-1 0 0 0,0 1 0 0 0,0-1 0 0 0,0 0 0 0 0,0 0 0 0 0,1 0 0 0 0,-1 0 0 0 0,0 0 0 0 0,0-1 0 0 0,0 1 0 0 0,5 0 0 0 0,6 1-302 0 0,-1-1 1 0 0,22 0-1 0 0,-26-1-86 0 0,-3 0-104 0 0,-1 0-1 0 0,0 0 0 0 0,1-1 0 0 0,-1 1 0 0 0,0-1 0 0 0,7-2 0 0 0,4-4-7747 0 0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31.66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338 52 4817 0 0,'0'0'17760'0'0,"-22"-9"-17774"0"0,-69-25-15 0 0,88 33 20 0 0,-1-1 0 0 0,0 1 0 0 0,1 0 0 0 0,-1 0 0 0 0,0 0 0 0 0,-7 0 0 0 0,-78 2-1206 0 0,45-1-1683 0 0,1 1-4534 0 0,28-1-2566 0 0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32.45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146 69 5345 0 0,'0'0'17645'0'0,"-8"-11"-17475"0"0,-23-35-74 0 0,22 35-50 0 0,6 12-56 0 0,0 0 0 0 0,0 0-1 0 0,0 0 1 0 0,0 1 0 0 0,1-1 0 0 0,-1 1-1 0 0,0 0 1 0 0,1 0 0 0 0,-1 0-1 0 0,-1 2 1 0 0,-6 4 25 0 0,-22 14 89 0 0,32-21-102 0 0,-2 0 8 0 0,0 0 0 0 0,0 0 0 0 0,1 0 0 0 0,-1 1-1 0 0,1-1 1 0 0,-1 1 0 0 0,1 0 0 0 0,0-1 0 0 0,-1 1 0 0 0,0 2-1 0 0,1 0 3 0 0,0-2 55 0 0,0 0-1 0 0,0 0 1 0 0,1 0-1 0 0,-1 0 1 0 0,1 0-1 0 0,-1 0 1 0 0,1 0-1 0 0,0 0 1 0 0,0 0-1 0 0,0 0 1 0 0,0 0-1 0 0,0 0 1 0 0,1 4-1 0 0,1-2-7 0 0,1-1-1 0 0,-1 1 0 0 0,1 0 1 0 0,-1-1-1 0 0,1 1 1 0 0,0-1-1 0 0,5 5 0 0 0,-6-6-35 0 0,4 3-8 0 0,-1-1 1 0 0,1 0 0 0 0,0 0-1 0 0,0-1 1 0 0,11 5 0 0 0,8 6-52 0 0,-23-13 45 0 0,-1-1 0 0 0,0 1 0 0 0,0 0 0 0 0,0-1 0 0 0,1 1-1 0 0,-1-1 1 0 0,0 0 0 0 0,1 1 0 0 0,-1-1 0 0 0,0 0 0 0 0,1 0-1 0 0,-1 1 1 0 0,0-1 0 0 0,1 0 0 0 0,-1 0 0 0 0,0-1 0 0 0,1 1 0 0 0,-1 0-1 0 0,0 0 1 0 0,1-1 0 0 0,-1 1 0 0 0,0-1 0 0 0,1 1 0 0 0,-1-1-1 0 0,0 1 1 0 0,0-1 0 0 0,0 0 0 0 0,0 0 0 0 0,0 0 0 0 0,2 0-1 0 0,-1-2 11 0 0,0 1-1 0 0,0-1 0 0 0,0 1 0 0 0,0-1 0 0 0,0 0 0 0 0,0 0 0 0 0,-1 0 0 0 0,0 0 0 0 0,1 0 0 0 0,-1 0 0 0 0,1-5 0 0 0,3-8 51 0 0,-4 11-9 0 0,1-1 1 0 0,-1 1 0 0 0,0-1-1 0 0,1-7 1 0 0,-2 12 6 0 0,9 18-770 0 0,0-3 684 0 0,17 20 1 0 0,1 1-170 0 0,-6-12-591 0 0,-3-4-3106 0 0,-16-16 2379 0 0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33.36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 32 1248 0 0,'0'0'20674'0'0,"-3"-5"-20385"0"0,-7-16-62 0 0,7 16 328 0 0,3 21-1537 0 0,0 3 1022 0 0,-1-10 16 0 0,1-1 0 0 0,0 0 0 0 0,1 1 0 0 0,0-1 0 0 0,2 10 0 0 0,0-4 32 0 0,2 21 0 0 0,3 10 47 0 0,25 113 97 0 0,-32-139-221 0 0,-1-15 6 0 0,0 1 0 0 0,1-1 0 0 0,-1 0-1 0 0,1 1 1 0 0,0-1 0 0 0,3 9-1 0 0,-4-13 84 0 0,1 0 0 0 0,-1 1 0 0 0,1-1 0 0 0,-1 0 0 0 0,1 0 0 0 0,-1 1 0 0 0,1-1 0 0 0,-1 0-1 0 0,1 0 1 0 0,-1 0 0 0 0,1 0 0 0 0,0 1 0 0 0,-1-1 0 0 0,1 0 0 0 0,-1 0 0 0 0,1 0 0 0 0,-1 0 0 0 0,1-1 0 0 0,-1 1 0 0 0,2 0-1 0 0,15-3-643 0 0,-13 3 409 0 0,28-9-2054 0 0,-12 2-5648 0 0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33.70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243 6 1312 0 0,'0'0'13146'0'0,"-2"-1"-12809"0"0,-7-3 39 0 0,6 3 1325 0 0,-10 5-783 0 0,3-2-434 0 0,1 0 0 0 0,0-1 0 0 0,-1 0 0 0 0,-15 0 0 0 0,-40-5-346 0 0,1-1-2447 0 0,40 5-3862 0 0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34.13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 0 3457 0 0,'0'0'13761'0'0,"-1"5"-13302"0"0,0-4-456 0 0,-5 25 716 0 0,5-24-681 0 0,1-1 0 0 0,0 1-1 0 0,0 0 1 0 0,0 0 0 0 0,0 0-1 0 0,0-1 1 0 0,0 1-1 0 0,1 0 1 0 0,-1 0 0 0 0,1-1-1 0 0,-1 1 1 0 0,1 0 0 0 0,-1-1-1 0 0,1 1 1 0 0,1 1-1 0 0,5 6-497 0 0,10 14-921 0 0,-3-11-7335 0 0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34.34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5593 0 0,'0'0'18525'0'0,"2"0"-20508"0"0,-2 0 1946 0 0,1 0 0 0 0,-1 0 0 0 0,0 0 1 0 0,1 0-1 0 0,-1 0 0 0 0,0 0 1 0 0,1 0-1 0 0,-1 0 0 0 0,0 0 0 0 0,1 0 1 0 0,-1 0-1 0 0,0 1 0 0 0,0-1 1 0 0,1 0-1 0 0,-1 0 0 0 0,0 0 0 0 0,1 0 1 0 0,-1 1-1 0 0,0-1 0 0 0,0 0 1 0 0,0 0-1 0 0,1 1 0 0 0,-1-1 0 0 0,0 1 1 0 0,4 11-946 0 0,-3 19-1864 0 0,-1-24 1459 0 0,0 5-3707 0 0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34.87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58 43 1680 0 0,'0'0'19522'0'0,"4"-7"-19305"0"0,13-21-90 0 0,-17 28-127 0 0,0-1 1 0 0,0 1-1 0 0,1-1 0 0 0,-1 1 1 0 0,0-1-1 0 0,1 1 0 0 0,-1 0 0 0 0,0-1 1 0 0,1 1-1 0 0,-1-1 0 0 0,1 1 1 0 0,-1 0-1 0 0,1-1 0 0 0,-1 1 1 0 0,1 0-1 0 0,-1-1 0 0 0,1 1 1 0 0,-1 0-1 0 0,1 0 0 0 0,-1 0 1 0 0,1-1-1 0 0,-1 1 0 0 0,1 0 1 0 0,-1 0-1 0 0,1 0 0 0 0,0 0 1 0 0,-1 0-1 0 0,1 0 0 0 0,-1 0 0 0 0,1 0 1 0 0,-1 0-1 0 0,1 0 0 0 0,0 1 1 0 0,2-1-33 0 0,-2 1 13 0 0,1-1-1 0 0,-1 0 1 0 0,0 1 0 0 0,1-1 0 0 0,-1 0 0 0 0,0 1 0 0 0,1 0 0 0 0,-1-1 0 0 0,0 1 0 0 0,0 0 0 0 0,0 0-1 0 0,2 1 1 0 0,14 14-126 0 0,-7-7 84 0 0,-1-1 15 0 0,0 1 0 0 0,0 0 1 0 0,-1 1-1 0 0,0 0 0 0 0,-1 0 1 0 0,0 0-1 0 0,8 17 0 0 0,-13-21-9 0 0,-1-1 0 0 0,1 1 0 0 0,-1 0 0 0 0,0 0-1 0 0,0 1 1 0 0,-1-1 0 0 0,0 0 0 0 0,0 0 0 0 0,-1 9-1 0 0,1-14 60 0 0,-1 0 0 0 0,1 0 0 0 0,0 0 0 0 0,0-1-1 0 0,-1 1 1 0 0,1 0 0 0 0,0 0 0 0 0,-1-1 0 0 0,1 1 0 0 0,-1 0-1 0 0,1 0 1 0 0,-1-1 0 0 0,0 1 0 0 0,1 0 0 0 0,-1-1-1 0 0,1 1 1 0 0,-1-1 0 0 0,0 1 0 0 0,0-1 0 0 0,1 1 0 0 0,-1-1-1 0 0,0 1 1 0 0,0-1 0 0 0,0 0 0 0 0,1 0 0 0 0,-1 1 0 0 0,0-1-1 0 0,-2 0 1 0 0,-2 1 178 0 0,0-1-1 0 0,0 1 1 0 0,-10-2 0 0 0,4 1 149 0 0,5-1-159 0 0,-1 0 1 0 0,1 0 0 0 0,-1 0-1 0 0,1-1 1 0 0,0 0 0 0 0,-1 0-1 0 0,1 0 1 0 0,0-1 0 0 0,1 0 0 0 0,-1 0-1 0 0,-9-7 1 0 0,6 3-28 0 0,1 1 0 0 0,0-1 0 0 0,1-1 1 0 0,-1 1-1 0 0,1-1 0 0 0,-9-15 0 0 0,13 19-229 0 0,1-1 1 0 0,0 1-1 0 0,0-1 0 0 0,1 1 0 0 0,-1-1 0 0 0,1 0 0 0 0,0 0 0 0 0,0 1 1 0 0,1-1-1 0 0,-1 0 0 0 0,1 0 0 0 0,0 0 0 0 0,1 0 0 0 0,0-7 1 0 0,0 10-154 0 0,-1 1 1 0 0,1 0-1 0 0,-1-1 1 0 0,1 1-1 0 0,0 0 1 0 0,-1 0-1 0 0,1-1 1 0 0,0 1-1 0 0,0 0 1 0 0,0 0-1 0 0,0 0 1 0 0,0 0-1 0 0,0 0 1 0 0,0 0-1 0 0,0 0 1 0 0,2-1-1 0 0,0 1-1195 0 0,-1 0 0 0 0,1-1 0 0 0,0 1 0 0 0,-1 0 0 0 0,1 0 0 0 0,0 1 0 0 0,3-2 0 0 0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35.42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 1 6737 0 0,'0'0'17762'0'0,"-1"9"-17894"0"0,2-7 125 0 0,-1-1-1 0 0,1 1 1 0 0,0 0 0 0 0,0 0 0 0 0,1 0 0 0 0,1 2 0 0 0,4 7 6 0 0,-4-6-51 0 0,0 0-1 0 0,8 9 1 0 0,1 2-181 0 0,-10-12 138 0 0,1 0-1 0 0,-1 0 1 0 0,1-1-1 0 0,0 1 1 0 0,1-1-1 0 0,-1 0 1 0 0,6 5-1 0 0,-7-7 17 0 0,-1 0 67 0 0,1 0-1 0 0,-1 0 1 0 0,1 0-1 0 0,-1-1 1 0 0,1 1-1 0 0,-1 0 0 0 0,1-1 1 0 0,0 1-1 0 0,-1-1 1 0 0,1 1-1 0 0,0-1 1 0 0,-1 0-1 0 0,1 0 1 0 0,0 0-1 0 0,0 0 1 0 0,-1 0-1 0 0,1 0 0 0 0,2-1 1 0 0,6-11 92 0 0,-8 10-69 0 0,12-27 117 0 0,-12 26-94 0 0,-1 0 1 0 0,1 0-1 0 0,-1 0 1 0 0,1-5 0 0 0,4-10 165 0 0,-1 7-145 0 0,-4 9 26 0 0,0 1-1 0 0,0-1 1 0 0,0 0 0 0 0,0 0 0 0 0,0 1-1 0 0,0-1 1 0 0,2-2 0 0 0,-2 3-79 0 0,0 1 0 0 0,-1-1 0 0 0,1 1 0 0 0,0 0 0 0 0,0-1 0 0 0,-1 1 0 0 0,1 0 0 0 0,0-1 0 0 0,0 1 0 0 0,0 0 0 0 0,-1 0 0 0 0,1 0 0 0 0,0 0 0 0 0,0 0 0 0 0,0 0 0 0 0,0 0 0 0 0,-1 0 0 0 0,1 0 0 0 0,0 0 0 0 0,0 0 0 0 0,0 1 0 0 0,-1-1 0 0 0,2 1 0 0 0,2 0-60 0 0,-1 1 0 0 0,0 0 0 0 0,0-1 0 0 0,0 1 0 0 0,0 1-1 0 0,4 2 1 0 0,5 5-75 0 0,78 65-668 0 0,-33-25-794 0 0,-40-34-633 0 0,-14-9-1847 0 0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40.09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42 71 0 0 0,'0'0'14803'0'0,"0"-1"-13953"0"0,0 1-832 0 0,0 0 1 0 0,0-1-1 0 0,0 1 1 0 0,0 0-1 0 0,0 0 0 0 0,0 0 1 0 0,0 0-1 0 0,0 0 1 0 0,0-1-1 0 0,0 1 1 0 0,0 0-1 0 0,1 0 1 0 0,-1 0-1 0 0,0 0 1 0 0,0 0-1 0 0,0 0 1 0 0,0-1-1 0 0,0 1 1 0 0,0 0-1 0 0,0 0 0 0 0,0 0 1 0 0,0 0-1 0 0,0 0 1 0 0,1 0-1 0 0,-1 0 1 0 0,0 0-1 0 0,0-1 1 0 0,0 1-1 0 0,0 0 1 0 0,0 0-1 0 0,0 0 1 0 0,1 0-1 0 0,-1 0 1 0 0,0 0-1 0 0,0 0 0 0 0,0 0 1 0 0,0 0-1 0 0,0 0 1 0 0,1 0-1 0 0,-1 0 1 0 0,0 0-1 0 0,0 0 1 0 0,0 0-1 0 0,4 7 414 0 0,1 3-313 0 0,0-3 262 0 0,1-1 1 0 0,-1 0-1 0 0,1 0 1 0 0,0 0-1 0 0,1-1 1 0 0,-1 0 0 0 0,1 0-1 0 0,8 4 1 0 0,-11-7-334 0 0,-1 1 1 0 0,1-1-1 0 0,-1 1 1 0 0,0 0 0 0 0,3 3-1 0 0,11 10 55 0 0,0-1-75 0 0,0 1 0 0 0,-1 0-1 0 0,14 20 1 0 0,-10-12-16 0 0,91 102 55 0 0,-95-109-28 0 0,2 0-1 0 0,37 28 1 0 0,-47-40-17 0 0,-7-4-21 0 0,0-1 0 0 0,1 1 0 0 0,-1 0 0 0 0,0-1 0 0 0,0 1 0 0 0,0 0 0 0 0,0 0 1 0 0,0 0-1 0 0,0 0 0 0 0,0 0 0 0 0,0 0 0 0 0,0 0 0 0 0,1 3 0 0 0,-14-15-891 0 0,-1 1-1 0 0,-13-8 1 0 0,14 10 329 0 0,-31-25-3327 0 0,1-1 1 0 0,1-1-1 0 0,-38-45 1 0 0,69 67 3842 0 0,-15-24 0 0 0,17 24 376 0 0,-1 1 0 0 0,1 0 0 0 0,-12-11 0 0 0,-61-52 4709 0 0,58 52-3095 0 0,19 18-1142 0 0,-1 0-1 0 0,0 0 0 0 0,-7-5 1 0 0,11 8-431 0 0,0 0 1 0 0,1 0 0 0 0,-1 0-1 0 0,1-1 1 0 0,0 1 0 0 0,-1 0-1 0 0,1 0 1 0 0,0 0 0 0 0,0 0-1 0 0,1 0 1 0 0,-1-3 0 0 0,1-1 700 0 0,-1 6-1051 0 0,0-1 0 0 0,0 1 0 0 0,1 0 0 0 0,-1-1 0 0 0,0 1 0 0 0,0 0 0 0 0,1-1-1 0 0,-1 1 1 0 0,0 0 0 0 0,1 0 0 0 0,-1-1 0 0 0,0 1 0 0 0,1 0 0 0 0,-1 0 0 0 0,1 0 0 0 0,-1 0 0 0 0,0-1 0 0 0,1 1 0 0 0,-1 0 0 0 0,1 0 0 0 0,10-2-59 0 0,-5 1-84 0 0,1 1 1 0 0,-1 0 0 0 0,0 0-1 0 0,0 0 1 0 0,1 1 0 0 0,-1 0-1 0 0,0 0 1 0 0,0 1-1 0 0,8 2 1 0 0,8 5-106 0 0,24 13 0 0 0,-17-8-95 0 0,9 3-20 0 0,58 30-394 0 0,-97-47 715 0 0,1 0-1 0 0,0 0 1 0 0,0 0 0 0 0,0 0-1 0 0,0 0 1 0 0,0 0 0 0 0,0 0-1 0 0,0 0 1 0 0,0 0-1 0 0,0 0 1 0 0,0 0 0 0 0,0 0-1 0 0,0 0 1 0 0,-1 0-1 0 0,1 0 1 0 0,0 0 0 0 0,0 1-1 0 0,0-1 1 0 0,0 0 0 0 0,0 0-1 0 0,0 0 1 0 0,0 0-1 0 0,0 0 1 0 0,0 0 0 0 0,0 0-1 0 0,0 0 1 0 0,0 0-1 0 0,0 0 1 0 0,0 1 0 0 0,0-1-1 0 0,0 0 1 0 0,0 0 0 0 0,0 0-1 0 0,0 0 1 0 0,0 0-1 0 0,0 0 1 0 0,0 0 0 0 0,0 0-1 0 0,0 0 1 0 0,0 0-1 0 0,0 0 1 0 0,0 1 0 0 0,1-1-1 0 0,-1 0 1 0 0,0 0 0 0 0,0 0-1 0 0,0 0 1 0 0,0 0-1 0 0,0 0 1 0 0,0 0 0 0 0,0 0-1 0 0,0 0 1 0 0,0 0-1 0 0,0 0 1 0 0,0 0 0 0 0,0 0-1 0 0,0 0 1 0 0,1 0 0 0 0,-1 0-1 0 0,0 0 1 0 0,0 0-1 0 0,0 0 1 0 0,0 0 0 0 0,0 0-1 0 0,0 0 1 0 0,0 0-1 0 0,0 0 1 0 0,1 0 0 0 0,-13 1 88 0 0,-14-2 847 0 0,-22-11-22 0 0,-10-3-110 0 0,19 5-249 0 0,35 10-492 0 0,0-1-1 0 0,0 0 1 0 0,0-1 0 0 0,0 1-1 0 0,-5-4 1 0 0,6 5-54 0 0,1-1 0 0 0,0 1 0 0 0,-1 0 0 0 0,1-1 0 0 0,0 1 0 0 0,-1 0 0 0 0,1 1 0 0 0,-4-1 0 0 0,-2 1 54 0 0,8-1-19 0 0,-1 0-1 0 0,1 0 1 0 0,0 0-1 0 0,-1 0 0 0 0,1 0 1 0 0,-1 0-1 0 0,1 0 1 0 0,0 0-1 0 0,-1 0 1 0 0,1 0-1 0 0,0 0 0 0 0,-1 0 1 0 0,1 0-1 0 0,0 1 1 0 0,-1-1-1 0 0,1 0 0 0 0,0 0 1 0 0,-1 0-1 0 0,1 1 1 0 0,0-1-1 0 0,0 0 1 0 0,-1 0-1 0 0,1 1 0 0 0,0-1 1 0 0,-1 1-1 0 0,1 8 781 0 0,0-3-1010 0 0,0 47-505 0 0,0-30-6724 0 0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41.84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 60 0 0 0,'0'0'21151'0'0,"-4"-10"-20541"0"0,-10-27-77 0 0,12 27 215 0 0,4 8-41 0 0,-1 2-702 0 0,-1 0 0 0 0,0 0 0 0 0,0 0 0 0 0,1 0-1 0 0,-1 0 1 0 0,0 0 0 0 0,0 0 0 0 0,1 1 0 0 0,-1-1 0 0 0,0 0 0 0 0,0 0 0 0 0,1 0-1 0 0,-1 0 1 0 0,0 1 0 0 0,0-1 0 0 0,0 0 0 0 0,0 0 0 0 0,1 0 0 0 0,-1 1 0 0 0,0-1-1 0 0,0 0 1 0 0,0 0 0 0 0,0 1 0 0 0,0-1 0 0 0,1 0 0 0 0,-2 33-9 0 0,5 81 12 0 0,-3-105 2 0 0,1 10 23 0 0,5 20 0 0 0,10 27-20 0 0,3-3 50 0 0,-18-52-63 0 0,-1-8 0 0 0,0 1-1 0 0,0 0 0 0 0,0-1 1 0 0,3 6-1 0 0,-3-4-20 0 0,0-1 0 0 0,1 1 0 0 0,-2 0 1 0 0,1 7-1 0 0,0-9 449 0 0,-1-7 664 0 0,1-1-1091 0 0,1 0 0 0 0,-1 0-1 0 0,1 0 1 0 0,0 1-1 0 0,1-1 1 0 0,4-7-1 0 0,-5 9-22 0 0,0 1-1 0 0,-1 0 0 0 0,1-1 0 0 0,0 1 0 0 0,1 0 0 0 0,-1 1 0 0 0,0-1 0 0 0,0 0 0 0 0,1 0 0 0 0,-1 1 0 0 0,1 0 1 0 0,-1-1-1 0 0,1 1 0 0 0,0 0 0 0 0,-1 0 0 0 0,6-1 0 0 0,2 1-119 0 0,0-1 0 0 0,0 2 0 0 0,14-1 1 0 0,-16 1 89 0 0,0 1 1 0 0,1 0 0 0 0,-1 0 0 0 0,0 0 0 0 0,0 1 1 0 0,0 1-1 0 0,0-1 0 0 0,0 1 0 0 0,10 5 0 0 0,-4-1-1 0 0,-1 1 0 0 0,0 1 0 0 0,19 15 1 0 0,-30-23 42 0 0,0 1 0 0 0,-1-1 1 0 0,1 1-1 0 0,0 0 0 0 0,-1 0 0 0 0,0-1 1 0 0,1 1-1 0 0,-1 0 0 0 0,0 0 1 0 0,0 0-1 0 0,0 0 0 0 0,0 0 0 0 0,-1 0 1 0 0,1 1-1 0 0,0-1 0 0 0,-1 0 0 0 0,1 0 1 0 0,-1 1-1 0 0,0-1 0 0 0,0 0 1 0 0,0 0-1 0 0,0 1 0 0 0,0-1 0 0 0,-1 0 1 0 0,1 0-1 0 0,-1 0 0 0 0,1 1 0 0 0,-1-1 1 0 0,0 0-1 0 0,0 0 0 0 0,0 0 1 0 0,0 0-1 0 0,0 0 0 0 0,0 0 0 0 0,0 0 1 0 0,-1 0-1 0 0,1-1 0 0 0,-1 1 0 0 0,1 0 1 0 0,-1-1-1 0 0,0 0 0 0 0,0 1 1 0 0,1-1-1 0 0,-1 0 0 0 0,0 0 0 0 0,0 0 1 0 0,-4 2-1 0 0,5-3 16 0 0,-6 3 79 0 0,-1 0 0 0 0,1 0-1 0 0,-1-1 1 0 0,1 0 0 0 0,-1 0 0 0 0,1-1 0 0 0,-12 1-1 0 0,-21-2 115 0 0,3 1-259 0 0,-48-6 1 0 0,74 4-142 0 0,6 1-176 0 0,0-1-1 0 0,0 1 1 0 0,0-1-1 0 0,0-1 1 0 0,0 1-1 0 0,-5-3 1 0 0,4 2-1156 0 0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42.38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15 242 3737 0 0,'0'0'11601'0'0,"-3"4"-11094"0"0,-6 11-85 0 0,7-11 1692 0 0,3-4-1869 0 0,1 0 1 0 0,0 0-1 0 0,-1 0 0 0 0,1 0 0 0 0,0 0 0 0 0,-1-1 0 0 0,1 1 0 0 0,-1 0 0 0 0,3-2 0 0 0,-3 2-209 0 0,0-1 0 0 0,0 0-1 0 0,0 0 1 0 0,-1 0-1 0 0,1 0 1 0 0,0 0 0 0 0,-1 0-1 0 0,1 0 1 0 0,-1 0-1 0 0,1 0 1 0 0,-1 0 0 0 0,1-3-1 0 0,0-1-7 0 0,0-1 1 0 0,0 1-1 0 0,0-1 0 0 0,-1 1 0 0 0,0-1 0 0 0,-1-8 1 0 0,0-1 9 0 0,1-29 146 0 0,1-47 927 0 0,-1 89-1065 0 0,0-1-1 0 0,1 1 0 0 0,-1 0 1 0 0,1 0-1 0 0,0 0 1 0 0,0 0-1 0 0,0 0 1 0 0,0 0-1 0 0,0 0 0 0 0,0 0 1 0 0,0 0-1 0 0,1 0 1 0 0,-1 1-1 0 0,1-1 1 0 0,-1 1-1 0 0,1-1 0 0 0,0 1 1 0 0,-1-1-1 0 0,1 1 1 0 0,0 0-1 0 0,0 0 1 0 0,4-2-1 0 0,-3 2-160 0 0,0-1 1 0 0,1 1-1 0 0,-1 0 0 0 0,0 0 0 0 0,1 1 1 0 0,-1-1-1 0 0,1 1 0 0 0,0 0 0 0 0,-1 0 1 0 0,1 0-1 0 0,-1 0 0 0 0,1 0 0 0 0,5 2 1 0 0,-8-2-34 0 0,0 1 0 0 0,0-1 0 0 0,0 1 0 0 0,0-1 0 0 0,0 1 0 0 0,-1-1 0 0 0,1 1 1 0 0,0 0-1 0 0,0-1 0 0 0,-1 1 0 0 0,1 0 0 0 0,0-1 0 0 0,-1 1 0 0 0,1 0 0 0 0,0 0 0 0 0,-1 0 0 0 0,0 0 1 0 0,1-1-1 0 0,-1 1 0 0 0,1 0 0 0 0,-1 2 0 0 0,3 8-3460 0 0,-3 0-3984 0 0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42.95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 3 0 0 0,'0'0'21951'0'0,"-1"0"-21621"0"0,1-1-314 0 0,0 1-1 0 0,0 0 1 0 0,0 0 0 0 0,-1 0 0 0 0,1 0 0 0 0,0 0 0 0 0,0-1 0 0 0,0 1-1 0 0,0 0 1 0 0,0 0 0 0 0,0 0 0 0 0,0 0 0 0 0,-1 0 0 0 0,1 0-1 0 0,0 0 1 0 0,0 0 0 0 0,0 0 0 0 0,0 0 0 0 0,0-1 0 0 0,-1 1 0 0 0,1 0-1 0 0,0 0 1 0 0,0 0 0 0 0,0 0 0 0 0,0 0 0 0 0,0 0 0 0 0,-1 0-1 0 0,1 0 1 0 0,0 0 0 0 0,0 0 0 0 0,0 0 0 0 0,0 0 0 0 0,-1 0 0 0 0,1 1-1 0 0,0-1 1 0 0,0 0 0 0 0,0 0 0 0 0,0 0 0 0 0,0 0 0 0 0,-1 0-1 0 0,1 0 1 0 0,0 0 0 0 0,0 0 0 0 0,1 9 275 0 0,10 13-138 0 0,47 57-33 0 0,-57-77-99 0 0,0-1 0 0 0,1 0-1 0 0,-1 0 1 0 0,0 1 0 0 0,1-1-1 0 0,-1 0 1 0 0,1-1 0 0 0,-1 1-1 0 0,1 0 1 0 0,0 0 0 0 0,-1-1-1 0 0,1 1 1 0 0,0-1 0 0 0,-1 1-1 0 0,1-1 1 0 0,0 0-1 0 0,0 1 1 0 0,-1-1 0 0 0,1 0-1 0 0,0 0 1 0 0,0 0 0 0 0,-1-1-1 0 0,1 1 1 0 0,0 0 0 0 0,0-1-1 0 0,-1 1 1 0 0,1-1 0 0 0,0 1-1 0 0,-1-1 1 0 0,1 0 0 0 0,-1 0-1 0 0,1 0 1 0 0,-1 0 0 0 0,1 0-1 0 0,-1 0 1 0 0,0 0 0 0 0,1 0-1 0 0,1-3 1 0 0,3-5 4 0 0,0 0-1 0 0,0 1 1 0 0,-1-2 0 0 0,-1 1-1 0 0,1-1 1 0 0,-1 0 0 0 0,3-15-1 0 0,-6 24-17 0 0,-1 0 0 0 0,0 0 0 0 0,0 0 0 0 0,1 1 0 0 0,-1-1 0 0 0,0 0 0 0 0,1 0 0 0 0,-1 0 0 0 0,1 1 0 0 0,-1-1 0 0 0,1 0 0 0 0,-1 1 0 0 0,1-1 1 0 0,0 0-1 0 0,-1 1 0 0 0,1-1 0 0 0,0 1 0 0 0,-1-1 0 0 0,1 1 0 0 0,0-1 0 0 0,0 1 0 0 0,0-1-15 0 0,0 1 1 0 0,0 0 0 0 0,-1 0 0 0 0,1 0 0 0 0,0 0 0 0 0,-1 0-1 0 0,1 0 1 0 0,0 0 0 0 0,0 0 0 0 0,-1 0 0 0 0,1 1 0 0 0,0-1-1 0 0,-1 0 1 0 0,1 0 0 0 0,0 1 0 0 0,-1-1 0 0 0,1 0 0 0 0,-1 1-1 0 0,1-1 1 0 0,0 0 0 0 0,-1 1 0 0 0,1-1 0 0 0,-1 1 0 0 0,1-1-1 0 0,0 2 1 0 0,20 20-179 0 0,11 14 70 0 0,-29-32-197 0 0,0 0 0 0 0,0 0 1 0 0,0 0-1 0 0,-1 0 0 0 0,0 1 0 0 0,0-1 0 0 0,2 8 1 0 0,-3-4-2542 0 0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43.41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60 976 0 0,'0'0'21864'0'0,"3"-10"-21595"0"0,1-2-201 0 0,8-25 159 0 0,-4 50-781 0 0,2 11 429 0 0,-4-5 106 0 0,4 9 27 0 0,-2 0-1 0 0,10 57 1 0 0,-7-29-1 0 0,5 38-18 0 0,2-2-102 0 0,-17-82-200 0 0,0 0-203 0 0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43.63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388 45 7386 0 0,'0'0'15475'0'0,"-30"-7"-15292"0"0,-95-22-66 0 0,85 21-70 0 0,26 8-27 0 0,5 1-16 0 0,-5-2-227 0 0,1 1 0 0 0,-1 1 0 0 0,1 0 0 0 0,-1 1 0 0 0,-24 7 0 0 0,21-4-756 0 0,-12 5-1715 0 0,11-1-4570 0 0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44.43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22 206 0 0 0,'0'0'22003'0'0,"15"-13"-21357"0"0,48-42-78 0 0,-45 37-190 0 0,-16 11-45 0 0,0 2-133 0 0,1-5 278 0 0,0 0 0 0 0,3-12 0 0 0,-4 12-272 0 0,4-5 44 0 0,-5 13-234 0 0,0 1-1 0 0,0-1 0 0 0,0 0 0 0 0,0 0 1 0 0,-1 1-1 0 0,1-1 0 0 0,-1 0 0 0 0,1 0 1 0 0,-1 0-1 0 0,1 0 0 0 0,-1 0 0 0 0,0 0 1 0 0,0 1-1 0 0,0-1 0 0 0,0 0 0 0 0,-1-3 1 0 0,1 4-41 0 0,-1 1 0 0 0,0-1 1 0 0,1 1-1 0 0,-1-1 0 0 0,1 1 1 0 0,-1-1-1 0 0,0 1 0 0 0,0 0 1 0 0,1-1-1 0 0,-1 1 0 0 0,0 0 1 0 0,0 0-1 0 0,1-1 0 0 0,-1 1 1 0 0,0 0-1 0 0,0 0 0 0 0,0 0 1 0 0,0 0-1 0 0,0 0 0 0 0,-21 0-136 0 0,15 1 125 0 0,3-1 28 0 0,1 0-1 0 0,0 0 1 0 0,0 1 0 0 0,-1-1 0 0 0,1 1 0 0 0,0 0-1 0 0,0 0 1 0 0,0 0 0 0 0,0 1 0 0 0,0-1 0 0 0,0 1-1 0 0,1-1 1 0 0,-1 1 0 0 0,0 0 0 0 0,1 0 0 0 0,-1 0-1 0 0,1 0 1 0 0,-1 1 0 0 0,-3 4 0 0 0,-12 17 9 0 0,6-15-9 0 0,12-8 7 0 0,0-1 1 0 0,-1 0-1 0 0,1 0 0 0 0,0 0 1 0 0,-1 0-1 0 0,1 1 0 0 0,-1-1 0 0 0,1 0 1 0 0,0 0-1 0 0,0 1 0 0 0,-1-1 1 0 0,1 0-1 0 0,0 1 0 0 0,-1-1 1 0 0,1 0-1 0 0,0 1 0 0 0,0-1 0 0 0,0 0 1 0 0,-1 1-1 0 0,1-1 0 0 0,0 0 1 0 0,0 1-1 0 0,0-1 0 0 0,0 1 0 0 0,0-1 1 0 0,-1 1-1 0 0,0 4 17 0 0,0-2-10 0 0,0 1 0 0 0,0-1-1 0 0,1 0 1 0 0,-1 0-1 0 0,1 0 1 0 0,0 0-1 0 0,0 0 1 0 0,0 1 0 0 0,1 4-1 0 0,0 4 77 0 0,-1-10-68 0 0,0-1-1 0 0,1 1 1 0 0,-1-1 0 0 0,0 1 0 0 0,1-1-1 0 0,0 0 1 0 0,-1 1 0 0 0,1-1 0 0 0,0 0-1 0 0,0 1 1 0 0,0-1 0 0 0,0 0 0 0 0,0 0-1 0 0,0 0 1 0 0,0 0 0 0 0,1 1 0 0 0,4 5 68 0 0,-2-3-24 0 0,0-1 0 0 0,0 1-1 0 0,0-1 1 0 0,5 3 0 0 0,0 0 46 0 0,4 1-16 0 0,-1 0 0 0 0,2-1 0 0 0,-1-1 0 0 0,0 0 0 0 0,24 5 0 0 0,-23-6-33 0 0,2-1-38 0 0,1 0-1 0 0,-1-1 1 0 0,1 0 0 0 0,0-2-1 0 0,27-2 1 0 0,-41 2-203 0 0,1-1-1 0 0,-1 1 1 0 0,1-1-1 0 0,-1 0 1 0 0,0-1 0 0 0,1 1-1 0 0,-1-1 1 0 0,4-1-1 0 0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45.68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181 115 0 0 0,'0'0'21437'0'0,"-6"-15"-20948"0"0,-15-48-85 0 0,11 42-13 0 0,4 16 48 0 0,6 4-415 0 0,-1 1 1 0 0,1 0-1 0 0,0 0 1 0 0,-1-1-1 0 0,1 1 0 0 0,0 0 1 0 0,-1-1-1 0 0,1 1 1 0 0,0 0-1 0 0,0-1 1 0 0,-1 1-1 0 0,1-1 1 0 0,0 1-1 0 0,0 0 0 0 0,0-1 1 0 0,-1 1-1 0 0,1-1 1 0 0,-1 0-11 0 0,-1 0 1 0 0,1 1 0 0 0,-1 0-1 0 0,0-1 1 0 0,1 1 0 0 0,-1 0-1 0 0,0 0 1 0 0,1 0 0 0 0,-1 0-1 0 0,0 0 1 0 0,1 0-1 0 0,-3 0 1 0 0,-1 1 52 0 0,3-1-63 0 0,-1-1 3 0 0,0 1 0 0 0,1 0-1 0 0,-1 1 1 0 0,0-1 0 0 0,1 0-1 0 0,-1 1 1 0 0,-3 1-1 0 0,1 0 21 0 0,4-2-28 0 0,1 0 1 0 0,-1 1 0 0 0,0-1-1 0 0,1 0 1 0 0,-1 1 0 0 0,1-1-1 0 0,-1 0 1 0 0,1 1-1 0 0,-1-1 1 0 0,1 0 0 0 0,0 1-1 0 0,-1-1 1 0 0,1 1-1 0 0,-1-1 1 0 0,1 1 0 0 0,0-1-1 0 0,-1 1 1 0 0,1-1-1 0 0,0 1 1 0 0,0 0 0 0 0,-1-1-1 0 0,1 2 1 0 0,-17 20 61 0 0,3 4 11 0 0,-5 16 123 0 0,16-31-140 0 0,1-7-38 0 0,1 1 0 0 0,0-1 1 0 0,0 1-1 0 0,0 0 0 0 0,0-1 1 0 0,0 6-1 0 0,1 31 179 0 0,-2-24-119 0 0,2 0 0 0 0,1 0 0 0 0,0 1-1 0 0,6 29 1 0 0,39 111 252 0 0,-14-64-204 0 0,9 31-91 0 0,-25-76-9 0 0,-14-45-37 0 0,1 11-41 0 0,-3-15 41 0 0,-12 6-8180 0 0,-7-3-3161 0 0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46.03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307 13 5825 0 0,'0'0'16457'0'0,"-10"-2"-16377"0"0,-14-2-23 0 0,-45-2 1 0 0,41 6-91 0 0,6-1-475 0 0,-1 2 0 0 0,1 0 0 0 0,-26 5 0 0 0,1 0-5138 0 0,33-5-354 0 0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46.62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111 111 0 0 0,'0'0'19671'0'0,"-11"-14"-19250"0"0,-34-44-51 0 0,27 38 17 0 0,12 17-15 0 0,1 2-268 0 0,5 1-110 0 0,-1 0 1 0 0,0-1-1 0 0,1 1 1 0 0,-1 0 0 0 0,0 0-1 0 0,0 0 1 0 0,1 0-1 0 0,-1 0 1 0 0,0 0-1 0 0,1 0 1 0 0,-1 0 0 0 0,0 0-1 0 0,0 0 1 0 0,1 0-1 0 0,-1 1 1 0 0,0-1 0 0 0,1 0-1 0 0,-1 0 1 0 0,0 1-1 0 0,1-1 1 0 0,-1 0-1 0 0,1 1 1 0 0,-1-1 0 0 0,0 1-1 0 0,1-1 1 0 0,-1 1-1 0 0,1-1 1 0 0,-1 1 0 0 0,1-1-1 0 0,-1 1 1 0 0,1-1-1 0 0,0 1 1 0 0,-1 0 0 0 0,1-1-1 0 0,0 1 1 0 0,-1 1-1 0 0,0 1 5 0 0,0 1-1 0 0,1-1 1 0 0,-1 1-1 0 0,1 0 0 0 0,0 5 1 0 0,0-5 39 0 0,0 10 32 0 0,0-6-21 0 0,-1 0 0 0 0,2-1 0 0 0,-1 1 0 0 0,1 0 0 0 0,0 0 0 0 0,0 0-1 0 0,1-1 1 0 0,5 15 0 0 0,-3-16 2 0 0,-2 0 57 0 0,1 0 1 0 0,1 0-1 0 0,4 6 1 0 0,-7-10-64 0 0,1 0 1 0 0,0 0-1 0 0,0-1 1 0 0,0 1-1 0 0,1 0 1 0 0,-1-1 0 0 0,0 1-1 0 0,0-1 1 0 0,1 0-1 0 0,4 2 1 0 0,4 1 17 0 0,0-1 0 0 0,1 0 0 0 0,-1-1 0 0 0,0 0 0 0 0,1-1 0 0 0,-1 0 0 0 0,1-1 0 0 0,21-2 0 0 0,-31 1-51 0 0,0 1 0 0 0,-1-1 0 0 0,1 1 1 0 0,0-1-1 0 0,0 0 0 0 0,0 0 0 0 0,-1 0 1 0 0,1 0-1 0 0,0 0 0 0 0,-1 0 0 0 0,1 0 1 0 0,-1 0-1 0 0,1-1 0 0 0,-1 1 0 0 0,0-1 0 0 0,1 1 1 0 0,-1-1-1 0 0,0 1 0 0 0,0-1 0 0 0,0 0 1 0 0,0 0-1 0 0,0 1 0 0 0,0-5 0 0 0,1 0-25 0 0,0-1 1 0 0,-1 0-1 0 0,0 1 0 0 0,0-1 0 0 0,0-10 0 0 0,-2 12-40 0 0,1 1 0 0 0,-1 0 0 0 0,0-1 0 0 0,0 1 0 0 0,0 0 0 0 0,-1 0 0 0 0,0 0 0 0 0,1 0 0 0 0,-1 0 0 0 0,-1 0 0 0 0,1 0-1 0 0,0 1 1 0 0,-1-1 0 0 0,0 1 0 0 0,-4-5 0 0 0,-4-2-302 0 0,0 0-1 0 0,0 1 0 0 0,-17-9 1 0 0,23 14-45 0 0,-1 1 1 0 0,0 0-1 0 0,0 0 1 0 0,0 1 0 0 0,0 0-1 0 0,-1 0 1 0 0,1 1 0 0 0,-8-2-1 0 0,-8 1-3761 0 0,-1 2-3799 0 0,16 0 2515 0 0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47.11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60 213 2793 0 0,'0'0'16530'0'0,"-1"3"-16318"0"0,-1 15 2833 0 0,1-25-2060 0 0,-15-34-775 0 0,1 2-127 0 0,11 29-44 0 0,0 1-1 0 0,0-2 0 0 0,1 1 0 0 0,0 0 0 0 0,1-1 0 0 0,0 1 0 0 0,1-1 0 0 0,-1-15 0 0 0,2 24-38 0 0,0 1 0 0 0,0-1 0 0 0,1 1 0 0 0,-1-1 0 0 0,0 1 0 0 0,1-1 0 0 0,-1 1 0 0 0,1 0 0 0 0,-1-1 0 0 0,1 1 0 0 0,0-1 0 0 0,-1 1 0 0 0,1 0 0 0 0,0 0 0 0 0,0 0 0 0 0,0-1 1 0 0,0 1-1 0 0,0 0 0 0 0,0 0 0 0 0,0 0 0 0 0,0 1 0 0 0,1-1 0 0 0,-1 0 0 0 0,0 0 0 0 0,1 1 0 0 0,-1-1 0 0 0,0 0 0 0 0,1 1 0 0 0,-1-1 0 0 0,2 1 0 0 0,5-2-395 0 0,0 1 1 0 0,0 0-1 0 0,0 0 0 0 0,10 1 1 0 0,-13 0-66 0 0,-4 0 226 0 0,0 0 0 0 0,0 0 0 0 0,0 1 1 0 0,0-1-1 0 0,-1 0 0 0 0,1 0 0 0 0,0 1 1 0 0,0-1-1 0 0,-1 0 0 0 0,1 1 0 0 0,0-1 1 0 0,0 1-1 0 0,-1-1 0 0 0,1 1 0 0 0,0-1 1 0 0,-1 1-1 0 0,1 0 0 0 0,-1-1 0 0 0,1 1 1 0 0,-1 0-1 0 0,1-1 0 0 0,-1 1 0 0 0,1 0 1 0 0,-1 0-1 0 0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48.23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93 48 1400 0 0,'0'0'22541'0'0,"0"-4"-22350"0"0,-1-11-52 0 0,1 14-136 0 0,0 1 0 0 0,-1 0 0 0 0,1-1 0 0 0,0 1 0 0 0,0 0 1 0 0,0-1-1 0 0,-1 1 0 0 0,1 0 0 0 0,0 0 0 0 0,0-1 1 0 0,-1 1-1 0 0,1 0 0 0 0,0 0 0 0 0,-1 0 0 0 0,1-1 1 0 0,0 1-1 0 0,-1 0 0 0 0,1 0 0 0 0,0 0 0 0 0,-1 0 0 0 0,1 0 1 0 0,-1 0-1 0 0,1 0 0 0 0,0 0 0 0 0,-1 0 0 0 0,1 0 1 0 0,0 0-1 0 0,-1 0 0 0 0,1 0 0 0 0,-1 0 0 0 0,1 0 1 0 0,0 0-1 0 0,-1 0 0 0 0,1 0 0 0 0,-14 4 78 0 0,12-4-75 0 0,-2 4-6 0 0,-1-1-2 0 0,1 1 1 0 0,0-1-1 0 0,0 1 1 0 0,1 0-1 0 0,-7 7 1 0 0,-4 4 17 0 0,9-11-19 0 0,4-3 5 0 0,1-1 1 0 0,-1 0 0 0 0,1 1-1 0 0,-1-1 1 0 0,0 1-1 0 0,1-1 1 0 0,-1 1 0 0 0,1 0-1 0 0,0-1 1 0 0,-1 1 0 0 0,1-1-1 0 0,-1 1 1 0 0,1 0-1 0 0,0-1 1 0 0,-1 1 0 0 0,1 0-1 0 0,0-1 1 0 0,0 1 0 0 0,-1 1-1 0 0,1-2 4 0 0,0 1 3 0 0,-1 0 0 0 0,1 0 0 0 0,0 0 0 0 0,-1 0 0 0 0,1 0 1 0 0,0 0-1 0 0,0 0 0 0 0,0 0 0 0 0,0 0 0 0 0,-1 0 1 0 0,1 0-1 0 0,1 0 0 0 0,-1 0 0 0 0,0 0 0 0 0,0 1 0 0 0,1 2 34 0 0,-1-2-15 0 0,0 0-1 0 0,0 0 1 0 0,0-1-1 0 0,0 1 1 0 0,0 0-1 0 0,1-1 1 0 0,-1 1-1 0 0,0 0 1 0 0,1-1 0 0 0,0 1-1 0 0,-1 0 1 0 0,1-1-1 0 0,0 1 1 0 0,0-1-1 0 0,0 1 1 0 0,0-1-1 0 0,0 0 1 0 0,0 1 0 0 0,0-1-1 0 0,3 2 1 0 0,15 18 166 0 0,-15-15-162 0 0,1 0 0 0 0,1-1 0 0 0,-1 0 0 0 0,10 8 0 0 0,-7-8 12 0 0,1 0-1 0 0,-1 0 1 0 0,1-1-1 0 0,-1 0 0 0 0,1 0 1 0 0,0-1-1 0 0,1-1 1 0 0,-1 1-1 0 0,1-1 0 0 0,-1-1 1 0 0,1 0-1 0 0,15 0 1 0 0,-12-1-27 0 0,41-2 70 0 0,-47 2-75 0 0,0-1 0 0 0,0-1 1 0 0,-1 1-1 0 0,1-1 0 0 0,-1 0 0 0 0,8-4 0 0 0,-2 0 8 0 0,21-14 1 0 0,-29 17-14 0 0,0 0 1 0 0,0-1 0 0 0,0 0 0 0 0,-1 0-1 0 0,1 0 1 0 0,-1 0 0 0 0,5-8 0 0 0,-5 7-5 0 0,2-4-30 0 0,1-2-1 0 0,4-11 0 0 0,-9 19 13 0 0,0 0 0 0 0,0 0 0 0 0,-1 0-1 0 0,1-1 1 0 0,0 1 0 0 0,-1 0 0 0 0,0 0-1 0 0,0-1 1 0 0,0 1 0 0 0,0 0 0 0 0,-1-1-1 0 0,0-3 1 0 0,-1 3-3 0 0,0 0-1 0 0,0 0 0 0 0,-1 0 1 0 0,1 1-1 0 0,-1-1 0 0 0,0 1 1 0 0,0-1-1 0 0,0 1 0 0 0,-1 0 1 0 0,-4-3-1 0 0,0-1 20 0 0,6 5-18 0 0,0 0-1 0 0,0 0 1 0 0,0 0-1 0 0,0 1 1 0 0,0-1-1 0 0,0 0 1 0 0,-1 1-1 0 0,1 0 1 0 0,-1-1-1 0 0,1 1 1 0 0,-1 0-1 0 0,1 0 1 0 0,-1 1 0 0 0,0-1-1 0 0,0 0 1 0 0,1 1-1 0 0,-1 0 1 0 0,-3-1-1 0 0,5 2 12 0 0,0-1 0 0 0,1 0 0 0 0,-1 0 0 0 0,1 0 0 0 0,-1 1 0 0 0,1-1-1 0 0,-1 0 1 0 0,0 0 0 0 0,1 1 0 0 0,-1-1 0 0 0,1 1 0 0 0,-1-1 0 0 0,1 0 0 0 0,0 1 0 0 0,-1-1 0 0 0,1 1-1 0 0,-1-1 1 0 0,1 1 0 0 0,0-1 0 0 0,-1 1 0 0 0,1-1 0 0 0,0 1 0 0 0,0 0 0 0 0,-1 0 0 0 0,-5 19 8 0 0,5-12-8 0 0,-3 1 16 0 0,4-8-8 0 0,-1 1 1 0 0,1-1 0 0 0,-1 0-1 0 0,1 1 1 0 0,-1-1 0 0 0,1 1-1 0 0,0-1 1 0 0,0 3-1 0 0,-2 68 46 0 0,2-72-45 0 0,0 1 0 0 0,0-1 0 0 0,1 1 0 0 0,-1-1 0 0 0,0 1 0 0 0,0 0 0 0 0,0-1 0 0 0,1 1 0 0 0,-1-1-1 0 0,0 1 1 0 0,1-1 0 0 0,-1 0 0 0 0,0 1 0 0 0,1-1 0 0 0,-1 1 0 0 0,1-1 0 0 0,-1 0 0 0 0,1 1 0 0 0,0 0 0 0 0,6 6 33 0 0,9 6-28 0 0,-12-9 17 0 0,0 0 1 0 0,1-1-1 0 0,0 0 0 0 0,0 1 0 0 0,0-2 1 0 0,10 6-1 0 0,1 0 22 0 0,-2 0-10 0 0,1-1-1 0 0,1-1 1 0 0,20 6-1 0 0,48 9-253 0 0,-81-21 195 0 0,23 4-469 0 0,-8-1-2755 0 0,-6 0-4244 0 0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49.76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212 21 0 0 0,'0'0'20218'0'0,"-1"0"-19406"0"0,-1-1-699 0 0,0 1 40 0 0,1-1 0 0 0,-1 1 0 0 0,1-1 1 0 0,-1 1-1 0 0,1-1 0 0 0,0 0 0 0 0,-1 1 0 0 0,1-1 0 0 0,0 0 0 0 0,0 0 0 0 0,-1 0 0 0 0,0-2 0 0 0,1 2-65 0 0,0 0 0 0 0,0 0 0 0 0,0 1 1 0 0,0-1-1 0 0,0 0 0 0 0,0 1 0 0 0,0-1 0 0 0,-1 1 1 0 0,1-1-1 0 0,0 1 0 0 0,0 0 0 0 0,0 0 0 0 0,-1-1 1 0 0,1 1-1 0 0,0 0 0 0 0,0 0 0 0 0,-2 0 0 0 0,-27 1-311 0 0,17-1 387 0 0,-3 0-6 0 0,16 0-170 0 0,-19 0-22 0 0,16 0 32 0 0,1 1-1 0 0,0-1 1 0 0,0 0-1 0 0,0 1 1 0 0,0 0-1 0 0,0-1 1 0 0,0 1 0 0 0,0 0-1 0 0,0 0 1 0 0,-3 2-1 0 0,-8 3 25 0 0,10-4-20 0 0,-1 0 0 0 0,1 1 0 0 0,0-1 0 0 0,0 0 0 0 0,0 1 0 0 0,1 0-1 0 0,-1 0 1 0 0,-4 6 0 0 0,5-6 14 0 0,0 0 0 0 0,0 0-1 0 0,0 1 1 0 0,1-1 0 0 0,0 1-1 0 0,-1-1 1 0 0,0 7 0 0 0,0-2 6 0 0,-1 14 66 0 0,3 0 375 0 0,15-9 157 0 0,2-4-407 0 0,1-1-1 0 0,33 11 1 0 0,-18-10-287 0 0,1-2 1 0 0,-1-2 0 0 0,60 2-1 0 0,-39-6-997 0 0,-32-2-3197 0 0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50.38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85 41 3601 0 0,'0'0'19209'0'0,"3"-4"-19039"0"0,8-10-58 0 0,-8 11-62 0 0,0 3-99 0 0,-1 1-1 0 0,0-1 1 0 0,0 1-1 0 0,0-1 1 0 0,1 1-1 0 0,-1 0 0 0 0,0 0 1 0 0,0 0-1 0 0,0 0 1 0 0,0 0-1 0 0,0 1 1 0 0,-1-1-1 0 0,1 1 1 0 0,0-1-1 0 0,0 1 0 0 0,-1-1 1 0 0,1 1-1 0 0,1 2 1 0 0,14 12-79 0 0,-16-14 109 0 0,0-1-1 0 0,1 0 1 0 0,-1 1 0 0 0,0-1 0 0 0,0 0 0 0 0,0 1 0 0 0,0-1 0 0 0,0 1 0 0 0,0 0 0 0 0,0-1-1 0 0,-1 1 1 0 0,1 0 0 0 0,0 2 0 0 0,0 0-61 0 0,0 1 0 0 0,0-1 1 0 0,-1 1-1 0 0,1 5 0 0 0,-1-8 63 0 0,0 0-1 0 0,0 0 1 0 0,-1 0-1 0 0,1 1 1 0 0,0-1 0 0 0,-1 0-1 0 0,0 0 1 0 0,1 0 0 0 0,-1 0-1 0 0,0 0 1 0 0,0 0-1 0 0,0 0 1 0 0,0 0 0 0 0,-1-1-1 0 0,-1 4 1 0 0,-1-2 64 0 0,1 0-1 0 0,-1 0 1 0 0,0 0 0 0 0,0 0 0 0 0,0-1-1 0 0,-5 3 1 0 0,4-4 61 0 0,0 0 0 0 0,-1 0 0 0 0,1 0 0 0 0,0-1-1 0 0,0 0 1 0 0,0 0 0 0 0,-8-1 0 0 0,-3 0 153 0 0,-15-1 204 0 0,29 2-436 0 0,1 0 1 0 0,-1 0 0 0 0,1-1-1 0 0,0 1 1 0 0,-1 0 0 0 0,1-1-1 0 0,0 1 1 0 0,-1-1 0 0 0,1 1-1 0 0,0-1 1 0 0,0 0 0 0 0,-1 0 0 0 0,1 0-1 0 0,0 1 1 0 0,0-1 0 0 0,0 0-1 0 0,0 0 1 0 0,-1-2 0 0 0,0-1 225 0 0,-3-9 431 0 0,4 7-656 0 0,0 0 1 0 0,1 0-1 0 0,-1 0 0 0 0,1-1 0 0 0,0 1 0 0 0,1 0 0 0 0,-1 0 0 0 0,1-1 1 0 0,3-9-1 0 0,-2 12-162 0 0,-1 1 1 0 0,0-1-1 0 0,1 1 0 0 0,0-1 1 0 0,0 1-1 0 0,0 0 0 0 0,0 0 1 0 0,1 0-1 0 0,-1 0 0 0 0,1 0 1 0 0,0 0-1 0 0,0 1 0 0 0,0-1 1 0 0,0 1-1 0 0,0 0 0 0 0,5-3 1 0 0,-3 2-580 0 0,14-5-2432 0 0,-3 7-7725 0 0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51.27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4737 0 0,'0'0'18968'0'0,"0"0"-18972"0"0,0 0 1 0 0,0 0-1 0 0,0 1 1 0 0,0-1-1 0 0,0 0 0 0 0,0 0 1 0 0,0 0-1 0 0,0 0 0 0 0,0 0 1 0 0,0 0-1 0 0,0 1 0 0 0,-1-1 1 0 0,1 0-1 0 0,0 0 1 0 0,0 0-1 0 0,0 0 0 0 0,0 0 1 0 0,0 1-1 0 0,1-1 0 0 0,-1 0 1 0 0,0 0-1 0 0,0 0 1 0 0,0 0-1 0 0,0 0 0 0 0,0 0 1 0 0,0 1-1 0 0,0-1 0 0 0,0 0 1 0 0,0 0-1 0 0,0 0 1 0 0,0 0-1 0 0,0 0 0 0 0,0 0 1 0 0,0 1-1 0 0,1-1 0 0 0,8 14-89 0 0,-3-4 91 0 0,0-1-1 0 0,1 0 1 0 0,8 9 0 0 0,30 36-324 0 0,-38-47 248 0 0,10 9-121 0 0,-12-12 107 0 0,-3-2 81 0 0,1-1 0 0 0,-1 1 0 0 0,1 0 0 0 0,-1-1 0 0 0,4 2 0 0 0,-5-3 18 0 0,-1 0 1 0 0,1 0-1 0 0,-1 1 0 0 0,0-1 0 0 0,1 0 1 0 0,-1 0-1 0 0,1 0 0 0 0,-1 0 0 0 0,1 0 1 0 0,-1 0-1 0 0,1 0 0 0 0,-1 0 0 0 0,0 0 1 0 0,1 0-1 0 0,-1-1 0 0 0,1 1 0 0 0,-1 0 1 0 0,1 0-1 0 0,-1 0 0 0 0,0 0 0 0 0,1-1 1 0 0,-1 1-1 0 0,0 0 0 0 0,1 0 0 0 0,-1-1 1 0 0,0 1-1 0 0,1 0 0 0 0,-1-1 0 0 0,0 1 1 0 0,1 0-1 0 0,-1-1 0 0 0,0 1 0 0 0,0 0 1 0 0,1-1-1 0 0,-1 1 0 0 0,0-1 0 0 0,0 1 1 0 0,0 0-1 0 0,0-1 0 0 0,0 1 0 0 0,1-2 1 0 0,2-14 45 0 0,0-1 0 0 0,-1 0 0 0 0,-1 0 1 0 0,-1-30-1 0 0,-1 17 1040 0 0,3 30-1123 0 0,0 0 0 0 0,1 1 1 0 0,-1 0-1 0 0,0-1 1 0 0,0 1-1 0 0,0 0 0 0 0,-1 0 1 0 0,1 0-1 0 0,0 1 1 0 0,0-1-1 0 0,-1 0 1 0 0,1 0-1 0 0,0 1 0 0 0,-1 0 1 0 0,2 1-1 0 0,12 10-14 0 0,55 37-145 0 0,-59-41 78 0 0,1-2 0 0 0,0 1 0 0 0,0-2 0 0 0,15 6 0 0 0,-25-11 119 0 0,-1 0-1 0 0,1-1 1 0 0,0 1 0 0 0,-1-1-1 0 0,1 0 1 0 0,0 1 0 0 0,0-1 0 0 0,0 0-1 0 0,-1 0 1 0 0,1 0 0 0 0,0-1-1 0 0,0 1 1 0 0,0 0 0 0 0,-1-1-1 0 0,1 1 1 0 0,3-2 0 0 0,-4 1-2 0 0,0 1 0 0 0,1-1 1 0 0,-1 0-1 0 0,0-1 0 0 0,0 1 0 0 0,0 0 1 0 0,0 0-1 0 0,0 0 0 0 0,0-1 1 0 0,0 1-1 0 0,0 0 0 0 0,-1-1 1 0 0,1 1-1 0 0,0-1 0 0 0,-1 1 0 0 0,1-1 1 0 0,0-2-1 0 0,1-7-206 0 0,-1-1 0 0 0,0 1 0 0 0,0-19 0 0 0,-1 28 208 0 0,0 1 30 0 0,8 2-222 0 0,-5 0 83 0 0,0 1 0 0 0,0 0 0 0 0,0 0-1 0 0,0 0 1 0 0,-1 1 0 0 0,4 3-1 0 0,5 3-69 0 0,60 55-2927 0 0,-70-63 2668 0 0,0 0-1 0 0,0 0 1 0 0,0 0-1 0 0,0 1 1 0 0,-1-1-1 0 0,1 0 1 0 0,0 0-1 0 0,0 1 0 0 0,-1-1 1 0 0,1 0-1 0 0,0 4 1 0 0,2 3-6580 0 0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52.26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65 175 2385 0 0,'0'0'18790'0'0,"-6"3"-18144"0"0,6-2-461 0 0,1 0-150 0 0,-1 0-1 0 0,0 0 1 0 0,0 0 0 0 0,0 0-1 0 0,1 0 1 0 0,-1 0 0 0 0,0 1-1 0 0,-1-1 1 0 0,1 2-1 0 0,0 4-155 0 0,4 22 112 0 0,15 52 0 0 0,-8-38 14 0 0,-7-29-1 0 0,1 1-1 0 0,12 23 1 0 0,4 12 10 0 0,-12-32 221 0 0,-7-16 380 0 0,-9-12-279 0 0,-7-13-525 0 0,-7-10 51 0 0,8 14 119 0 0,1 0-1 0 0,1-1 1 0 0,-12-27-1 0 0,4 8 30 0 0,13 25-8 0 0,1 0-1 0 0,0 0 0 0 0,1 0 1 0 0,0 0-1 0 0,1-1 0 0 0,1 1 1 0 0,0-1-1 0 0,1 0 0 0 0,1 1 1 0 0,2-27-1 0 0,-1 36-27 0 0,0-1 0 0 0,0 1 0 0 0,1 0 0 0 0,0-1 0 0 0,0 1 0 0 0,0 0 0 0 0,0 0 0 0 0,4-6 0 0 0,-4 8 2 0 0,1 0 0 0 0,-1 0-1 0 0,0 0 1 0 0,1 0 0 0 0,-1 0 0 0 0,1 1 0 0 0,0-1 0 0 0,0 1-1 0 0,0 0 1 0 0,0-1 0 0 0,1 2 0 0 0,5-4 0 0 0,-5 4-11 0 0,0 0 0 0 0,0 0 1 0 0,0 0-1 0 0,0 0 0 0 0,0 1 0 0 0,0 0 1 0 0,1 0-1 0 0,-1 0 0 0 0,0 0 0 0 0,0 1 1 0 0,0 0-1 0 0,0 0 0 0 0,0 0 0 0 0,1 0 1 0 0,-2 0-1 0 0,1 1 0 0 0,0 0 0 0 0,5 3 1 0 0,0 0-44 0 0,0 2 0 0 0,0 0 0 0 0,0 0 0 0 0,-1 0 1 0 0,12 15-1 0 0,-19-20 44 0 0,0 0 0 0 0,1 0 1 0 0,-1 0-1 0 0,0 0 0 0 0,0 0 1 0 0,-1 1-1 0 0,1-1 0 0 0,0 0 1 0 0,-1 1-1 0 0,0-1 0 0 0,1 3 1 0 0,-1 1-98 0 0,1-1 0 0 0,-1 1 0 0 0,-2 9 0 0 0,1-13 34 0 0,-1 1 0 0 0,1 0 0 0 0,-1-1 0 0 0,0 0 0 0 0,0 1 0 0 0,0-1 1 0 0,0 0-1 0 0,0 0 0 0 0,-1 0 0 0 0,1 0 0 0 0,0-1 0 0 0,-1 1 0 0 0,-3 1 0 0 0,-4 1-486 0 0,0 0 0 0 0,-16 4 0 0 0,-7-3-5769 0 0,20-5-3116 0 0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53.02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 18 3489 0 0,'0'0'17313'0'0,"-2"1"-17181"0"0,-5 6-52 0 0,7-6-68 0 0,0 0-1 0 0,-1 0 1 0 0,1-1 0 0 0,0 1-1 0 0,-1 0 1 0 0,1 0 0 0 0,0 0-1 0 0,0 0 1 0 0,0-1 0 0 0,0 1-1 0 0,0 0 1 0 0,0 0 0 0 0,0 0 0 0 0,0 0-1 0 0,0-1 1 0 0,0 3 0 0 0,1-1 38 0 0,-1 1 52 0 0,1 1 0 0 0,0 0 0 0 0,1 0 0 0 0,-1-1 0 0 0,1 1 0 0 0,-1-1 0 0 0,1 1-1 0 0,0-1 1 0 0,1 1 0 0 0,-1-1 0 0 0,5 5 0 0 0,-3-3-36 0 0,29 34 234 0 0,-29-36-282 0 0,-1 0 0 0 0,0 0 1 0 0,1 0-1 0 0,-1 0 0 0 0,1-1 0 0 0,0 0 0 0 0,0 1 0 0 0,8 2 1 0 0,-11-5 9 0 0,-1 1 0 0 0,1-1 0 0 0,0 0 0 0 0,0 0 1 0 0,0 0-1 0 0,-1 0 0 0 0,1 0 0 0 0,0 0 1 0 0,0 0-1 0 0,-1 0 0 0 0,1 0 0 0 0,0-1 0 0 0,0 1 1 0 0,0 0-1 0 0,-1 0 0 0 0,1-1 0 0 0,0 1 0 0 0,-1 0 1 0 0,1-1-1 0 0,0 1 0 0 0,-1-1 0 0 0,1 1 0 0 0,0-1 1 0 0,-1 1-1 0 0,1-1 0 0 0,-1 1 0 0 0,1-1 1 0 0,-1 0-1 0 0,1 1 0 0 0,0-2 0 0 0,1-1-29 0 0,-1-1-1 0 0,1 0 1 0 0,-1 0-1 0 0,2-6 1 0 0,-1 4 2 0 0,2-7-41 0 0,-1-1 0 0 0,0 1 1 0 0,-1-1-1 0 0,1-20 0 0 0,0 0 183 0 0,-2 34-176 0 0,-1 0 0 0 0,0 0 0 0 0,0 0 0 0 0,1 1 0 0 0,-1-1 0 0 0,0 0 0 0 0,1 0 0 0 0,-1 0-1 0 0,0 0 1 0 0,0 0 0 0 0,0 0 0 0 0,1 0 0 0 0,-1 0 0 0 0,0 1 0 0 0,0-1 0 0 0,1 0 0 0 0,-1 0 0 0 0,0 0 0 0 0,0 0 0 0 0,0 1 0 0 0,1-1 0 0 0,-1 0 0 0 0,0 0 0 0 0,0 1 0 0 0,0-1 0 0 0,21 34-540 0 0,11 15 496 0 0,-19-31-83 0 0,-9-11-787 0 0,1 0 1 0 0,8 8-1 0 0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53.73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60 0 0 0,'0'0'16989'0'0,"11"-10"-16129"0"0,32-27-117 0 0,-31 25 115 0 0,-11 13-558 0 0,0-1 142 0 0,12 46 204 0 0,2 0-565 0 0,-1 3 11 0 0,-8-30-43 0 0,5 29 0 0 0,-7-34-30 0 0,-1 1 1 0 0,9 18 0 0 0,-3-6 30 0 0,28 72 87 0 0,-9-36-51 0 0,-28-62-33 0 0,1 1 1 0 0,0 0 0 0 0,-1-1-1 0 0,1 1 1 0 0,0-1 0 0 0,0 1 0 0 0,0-1-1 0 0,0 1 1 0 0,0-1 0 0 0,0 0-1 0 0,0 0 1 0 0,1 1 0 0 0,-1-1-1 0 0,0 0 1 0 0,1 0 0 0 0,-1 0 0 0 0,1 0-1 0 0,-1-1 1 0 0,1 1 0 0 0,0 0-1 0 0,-1-1 1 0 0,1 1 0 0 0,0-1-1 0 0,-1 1 1 0 0,4 0 0 0 0,14 1 179 0 0,-15-2-294 0 0,-1 1 0 0 0,1-1 0 0 0,-1 0-1 0 0,0 1 1 0 0,1-1 0 0 0,6-2 0 0 0,-8 2-111 0 0,1-1 0 0 0,-1 1 0 0 0,0-1-1 0 0,0 0 1 0 0,-1 0 0 0 0,1 0 0 0 0,0 0 0 0 0,0 0 0 0 0,0 0-1 0 0,-1-1 1 0 0,1 1 0 0 0,1-2 0 0 0,9-12-6125 0 0,-7 9 1776 0 0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54.00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163 0 6449 0 0,'0'0'12994'0'0,"-2"2"-14494"0"0,-2 3 1321 0 0,0-1 0 0 0,-1 0 0 0 0,1 0 0 0 0,-1 0 0 0 0,0 0 0 0 0,0-1 1 0 0,-1 0-1 0 0,1 0 0 0 0,-10 3 0 0 0,6-3-734 0 0,1 0 0 0 0,-1-1 0 0 0,0-1-1 0 0,0 1 1 0 0,1-1 0 0 0,-12-1 0 0 0,1 0-2834 0 0,8 0-2268 0 0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54.77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197 63 6057 0 0,'0'0'16696'0'0,"-9"-11"-16577"0"0,-30-29-49 0 0,29 31-60 0 0,6 7-8 0 0,1 2 8 0 0,-2 0-13 0 0,0 0 0 0 0,0 0 0 0 0,1 0 1 0 0,-1 1-1 0 0,0-1 0 0 0,0 1 0 0 0,1 0 0 0 0,-1 1 1 0 0,1-1-1 0 0,-1 1 0 0 0,-5 3 0 0 0,4-2-5 0 0,-23 16-5 0 0,26-17 7 0 0,1-1-1 0 0,0 1 1 0 0,0 0-1 0 0,0 0 0 0 0,0 0 1 0 0,0 0-1 0 0,0 0 1 0 0,1 0-1 0 0,-2 4 1 0 0,-4 1-15 0 0,7-7 22 0 0,-1 0-1 0 0,1 1 1 0 0,0-1 0 0 0,-1 0-1 0 0,1 0 1 0 0,0 1 0 0 0,-1-1-1 0 0,1 0 1 0 0,0 1 0 0 0,0-1-1 0 0,-1 0 1 0 0,1 1 0 0 0,0-1-1 0 0,0 0 1 0 0,0 1 0 0 0,-1-1-1 0 0,1 0 1 0 0,0 1 0 0 0,0-1-1 0 0,0 1 1 0 0,0-1 0 0 0,0 1-1 0 0,0-1 1 0 0,0 1 0 0 0,-1 10 2 0 0,1-9 38 0 0,0-1 0 0 0,-1 0 0 0 0,1 1-1 0 0,0-1 1 0 0,0 1 0 0 0,0-1-1 0 0,1 0 1 0 0,-1 1 0 0 0,0-1 0 0 0,0 0-1 0 0,1 1 1 0 0,-1-1 0 0 0,1 0-1 0 0,-1 1 1 0 0,1-1 0 0 0,-1 0 0 0 0,1 0-1 0 0,0 1 1 0 0,0-1 0 0 0,0 0-1 0 0,-1 0 1 0 0,2 1 0 0 0,6 4 30 0 0,-1-1 1 0 0,1 1 0 0 0,0-1-1 0 0,0-1 1 0 0,1 1-1 0 0,-1-1 1 0 0,1-1 0 0 0,0 0-1 0 0,11 3 1 0 0,-14-5-55 0 0,-1 0 0 0 0,1 0 0 0 0,-1-1 0 0 0,9 0 0 0 0,-12 0-8 0 0,0 0-1 0 0,0 0 1 0 0,0 0-1 0 0,0 0 0 0 0,0-1 1 0 0,0 1-1 0 0,0-1 1 0 0,0 0-1 0 0,0 0 1 0 0,0 1-1 0 0,0-1 1 0 0,0-1-1 0 0,0 1 0 0 0,2-2 1 0 0,0 0-22 0 0,0-2 1 0 0,0 1-1 0 0,-1 0 1 0 0,1-1-1 0 0,-1 1 0 0 0,0-1 1 0 0,0 0-1 0 0,-1 0 1 0 0,1-1-1 0 0,-1 1 0 0 0,0 0 1 0 0,-1-1-1 0 0,1 1 1 0 0,-1-1-1 0 0,1-9 1 0 0,-2 15-27 0 0,0 0-4 0 0,1 0 1 0 0,-1 0-1 0 0,0 0 0 0 0,0 0 1 0 0,1 0-1 0 0,-1 0 0 0 0,0 0 1 0 0,1 0-1 0 0,-1 1 0 0 0,0-1 1 0 0,1 0-1 0 0,-1 0 0 0 0,0 0 1 0 0,0 0-1 0 0,1 1 1 0 0,-1-1-1 0 0,0 0 0 0 0,0 0 1 0 0,1 0-1 0 0,-1 1 0 0 0,0-1 1 0 0,0 0-1 0 0,0 1 0 0 0,1-1 1 0 0,-1 0-1 0 0,0 0 0 0 0,0 1 1 0 0,0 0-1 0 0,5 11-310 0 0,-3-5 236 0 0,5 7 74 0 0,12 16 1 0 0,5 12-1549 0 0,-21-36 300 0 0,-1-1 0 0 0,0 1 0 0 0,2 7 0 0 0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55.53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 0 0 0,'0'0'20824'0'0,"9"-3"-16471"0"0,1 34-5361 0 0,-8-26 1009 0 0,0 0-1 0 0,-1 0 1 0 0,1-1 0 0 0,-1 1-1 0 0,0 9 1 0 0,4 11 20 0 0,20 85 3 0 0,-2-11 18 0 0,-13-63-26 0 0,3 0 1 0 0,26 55-1 0 0,-34-82-18 0 0,0-1-1 0 0,0 1 0 0 0,1-1 1 0 0,0 0-1 0 0,0-1 0 0 0,1 1 1 0 0,0-1-1 0 0,0-1 0 0 0,1 1 1 0 0,-1-1-1 0 0,1 0 0 0 0,12 5 1 0 0,-17-10-203 0 0,0 1 1 0 0,0-1 0 0 0,0-1 0 0 0,1 1-1 0 0,-1 0 1 0 0,0-1 0 0 0,0 0 0 0 0,7 0-1 0 0,-8 0-974 0 0,1 0-1 0 0,-1 0 1 0 0,1 0-1 0 0,-1-1 1 0 0,0 1-1 0 0,1-1 1 0 0,2-1-1 0 0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55.74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182 0 2769 0 0,'0'0'12309'0'0,"-21"3"-13875"0"0,-69 9 426 0 0,45-5-1710 0 0,28-4-2492 0 0,9-3 1162 0 0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56.16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11 3905 0 0,'0'0'20083'0'0,"0"-2"-19978"0"0,0-5-84 0 0,0 6-67 0 0,0 13-646 0 0,0 0 260 0 0,4 20-1 0 0,-2-26 434 0 0,-1 0 1 0 0,1 0-1 0 0,0 0 0 0 0,1 0 0 0 0,0 0 0 0 0,-1-1 1 0 0,5 6-1 0 0,-1-3-7 0 0,-4-6-29 0 0,0 0 0 0 0,0 0 0 0 0,-1 1-1 0 0,1-1 1 0 0,-1 0 0 0 0,1 1 0 0 0,1 4 0 0 0,-1-3-1187 0 0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56.37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38 10034 0 0,'0'0'14458'0'0,"3"-8"-16435"0"0,10-22-51 0 0,-14 60-367 0 0,0-20 902 0 0,1-1 0 0 0,-1 1 0 0 0,0-1 1 0 0,-4 13-1 0 0,1-10-3026 0 0,3-3-1590 0 0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56.97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 43 704 0 0,'0'0'17453'0'0,"9"-7"-17458"0"0,29-21-71 0 0,-37 27 57 0 0,0 0 0 0 0,0 1 0 0 0,0-1 0 0 0,0 0 0 0 0,1 1 0 0 0,-1-1 0 0 0,0 1 0 0 0,0-1 0 0 0,0 1 0 0 0,0 0 0 0 0,1-1 0 0 0,-1 1 0 0 0,0 0 0 0 0,0 0 0 0 0,1 0 0 0 0,-1 0 0 0 0,0 0 0 0 0,2 0 0 0 0,-1 1-9 0 0,-1-1 0 0 0,0 1 0 0 0,0 0 0 0 0,0 0 0 0 0,1-1 0 0 0,-1 1 0 0 0,0 0 0 0 0,0 0 0 0 0,0 0 0 0 0,1 2 0 0 0,3 2-58 0 0,7 7-31 0 0,0 0 1 0 0,-1 1-1 0 0,0 1 1 0 0,-1 0-1 0 0,0 0 0 0 0,8 18 1 0 0,-17-28 90 0 0,1-1 0 0 0,-1 1 0 0 0,0-1 0 0 0,0 1 0 0 0,0 5 0 0 0,2 6-30 0 0,-2-12 70 0 0,-1 0-1 0 0,0 0 1 0 0,1 0 0 0 0,-1 1 0 0 0,0-1 0 0 0,-1 0-1 0 0,1 0 1 0 0,-1 0 0 0 0,1 0 0 0 0,-1 0-1 0 0,0 0 1 0 0,0 0 0 0 0,0 0 0 0 0,0 0 0 0 0,-1-1-1 0 0,-2 5 1 0 0,4-6 12 0 0,-1 0 18 0 0,0 1 1 0 0,0-1-1 0 0,0 0 1 0 0,0 0-1 0 0,0 0 0 0 0,0 0 1 0 0,0-1-1 0 0,0 1 1 0 0,0 0-1 0 0,0 0 1 0 0,0 0-1 0 0,-1-1 0 0 0,1 1 1 0 0,0-1-1 0 0,-1 1 1 0 0,1-1-1 0 0,0 0 1 0 0,-1 1-1 0 0,-1-1 0 0 0,-5 1 265 0 0,0-1 0 0 0,-11 0-1 0 0,9 0-42 0 0,5 0-183 0 0,1-1 0 0 0,-1 0-1 0 0,1 0 1 0 0,-1 0 0 0 0,1 0-1 0 0,0-1 1 0 0,-9-3 0 0 0,4 0 107 0 0,1 0-1 0 0,-14-10 1 0 0,20 14-109 0 0,0-1 0 0 0,0 0 0 0 0,0 1 0 0 0,0-1 0 0 0,0 0 0 0 0,1 0-1 0 0,-1 0 1 0 0,0 0 0 0 0,1 0 0 0 0,0 0 0 0 0,-1 0 0 0 0,1-1 0 0 0,0 1 0 0 0,0-1 0 0 0,0 1-1 0 0,1 0 1 0 0,-1-1 0 0 0,0 0 0 0 0,1 1 0 0 0,0-1 0 0 0,-1 1 0 0 0,2-5 0 0 0,-2 3-46 0 0,1 0 0 0 0,0 0 1 0 0,0 0-1 0 0,1 1 1 0 0,-1-1-1 0 0,1 0 0 0 0,0 0 1 0 0,0 1-1 0 0,0-1 0 0 0,0 0 1 0 0,1 1-1 0 0,-1-1 1 0 0,1 1-1 0 0,4-6 0 0 0,-3 5-217 0 0,-1 0-1 0 0,1 0 0 0 0,1 0 0 0 0,-1 1 0 0 0,1-1 0 0 0,-1 1 1 0 0,1 0-1 0 0,0 0 0 0 0,0 0 0 0 0,8-4 0 0 0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57.74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 61 472 0 0,'0'0'20671'0'0,"-1"-10"-20503"0"0,-3-31-122 0 0,4 32-128 0 0,0 9 80 0 0,0 0 1 0 0,0 0-1 0 0,0 0 1 0 0,0-1-1 0 0,0 1 1 0 0,0 0-1 0 0,1 0 1 0 0,-1 0 0 0 0,0 0-1 0 0,0 0 1 0 0,0 0-1 0 0,0 0 1 0 0,0 0-1 0 0,0 0 1 0 0,0 0-1 0 0,0 0 1 0 0,0 0-1 0 0,0 0 1 0 0,0 0 0 0 0,0 0-1 0 0,1 0 1 0 0,-1 0-1 0 0,0 0 1 0 0,0 0-1 0 0,0 0 1 0 0,0 0-1 0 0,0 0 1 0 0,0 0 0 0 0,0 0-1 0 0,0 0 1 0 0,0 0-1 0 0,0 0 1 0 0,0 0-1 0 0,0 0 1 0 0,1 0-1 0 0,-1 0 1 0 0,0 0-1 0 0,0 1 1 0 0,0-1 0 0 0,0 0-1 0 0,0 0 1 0 0,0 0-1 0 0,0 0 1 0 0,0 0-1 0 0,4 6-94 0 0,6 8 18 0 0,-2 1 0 0 0,0 0 1 0 0,9 22-1 0 0,-5-8 11 0 0,3 16-37 0 0,-14-43 65 0 0,-1-1 90 0 0,0-1 0 0 0,1 1-1 0 0,-1 0 1 0 0,1 0 0 0 0,-1 0 0 0 0,1 0 0 0 0,-1 0-1 0 0,1-1 1 0 0,0 1 0 0 0,-1 0 0 0 0,1 0 0 0 0,1 0-1 0 0,-1-1-30 0 0,0 0-1 0 0,-1 0 0 0 0,1 0 1 0 0,0 0-1 0 0,-1 0 0 0 0,1 0 1 0 0,0-1-1 0 0,-1 1 0 0 0,1 0 1 0 0,-1-1-1 0 0,1 1 0 0 0,0 0 1 0 0,-1-1-1 0 0,1 1 1 0 0,-1-1-1 0 0,1 1 0 0 0,-1 0 1 0 0,1-1-1 0 0,-1 0 0 0 0,1 1 1 0 0,0-1-1 0 0,3-5-70 0 0,-1 1 0 0 0,1 0 0 0 0,-1-1 1 0 0,0 0-1 0 0,0 0 0 0 0,0 0 0 0 0,-1 0 0 0 0,0 0 0 0 0,2-11 0 0 0,5-12-302 0 0,-7 22 281 0 0,1 0 0 0 0,1 0-1 0 0,6-11 1 0 0,-9 17 54 0 0,0 1 0 0 0,-1 0 0 0 0,1-1-1 0 0,0 1 1 0 0,0 0 0 0 0,0 0 0 0 0,0 0 0 0 0,0 0 0 0 0,0 0-1 0 0,0 0 1 0 0,0 0 0 0 0,-1 0 0 0 0,2 0 0 0 0,4 1-352 0 0,-4-1 332 0 0,0 0-1 0 0,0 1 1 0 0,-1-1 0 0 0,1 1-1 0 0,0-1 1 0 0,0 1 0 0 0,0 0 0 0 0,0 0-1 0 0,-1 0 1 0 0,3 2 0 0 0,20 15-166 0 0,-7-5 125 0 0,49 37-217 0 0,-25-18-935 0 0,-39-30 695 0 0,1 1 1 0 0,0-1-1 0 0,-1 1 0 0 0,5 5 1 0 0,2 7-7806 0 0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95 129 0 0 0,'0'0'14619'0'0,"-6"-7"-13587"0"0,-2-2-606 0 0,-21-22 2800 0 0,20 16-488 0 0,0 1-1139 0 0,-2-4-399 0 0,-6-3-108 0 0,12 11 341 0 0,5 7-518 0 0,2 5-504 0 0,0 2-406 0 0,0-1 0 0 0,1 0 0 0 0,0 0 0 0 0,-1 0 0 0 0,5 2 0 0 0,1 2 8 0 0,46 48 70 0 0,112 107 294 0 0,-76-70-274 0 0,-61-61-70 0 0,65 70 19 0 0,-34-22-12 0 0,-56-75-33 0 0,8 10 92 0 0,1-1-1 0 0,23 20 1 0 0,-26-31 290 0 0,-10-2-394 0 0,0 0 1 0 0,1 0 0 0 0,-1 0-1 0 0,0 0 1 0 0,0 0 0 0 0,1 0-1 0 0,-1 0 1 0 0,0 0 0 0 0,1 0-1 0 0,-1 0 1 0 0,0 0 0 0 0,1 0 0 0 0,-1 0-1 0 0,0 0 1 0 0,0 0 0 0 0,1 0-1 0 0,-1 0 1 0 0,0-1 0 0 0,0 1-1 0 0,1 0 1 0 0,-1 0 0 0 0,0 0-1 0 0,0 0 1 0 0,1-1 0 0 0,-1 1-1 0 0,0 0 1 0 0,0-8-502 0 0,1 6 227 0 0,-1 1 1 0 0,0-1-1 0 0,0 0 0 0 0,0 0 1 0 0,0 1-1 0 0,0-1 0 0 0,-1 0 0 0 0,1 1 1 0 0,0-1-1 0 0,-1 0 0 0 0,1 1 1 0 0,-1-1-1 0 0,0 0 0 0 0,1 1 1 0 0,-1-1-1 0 0,0 1 0 0 0,0-1 0 0 0,0 1 1 0 0,0 0-1 0 0,-2-2 0 0 0,-20-19-5379 0 0,8 8-1934 0 0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357 98 8458 0 0,'0'0'19573'0'0,"-8"-15"-19203"0"0,-24-48-45 0 0,25 48-178 0 0,3 11 849 0 0,4 6-1075 0 0,-4 16 63 0 0,0-5 11 0 0,-5 22 26 0 0,-14 39-1 0 0,5-21 0 0 0,-5 16-13 0 0,-26 96 56 0 0,42-134-105 0 0,-16 61 82 0 0,18-76-31 0 0,-1 0 0 0 0,0-1-1 0 0,-15 25 1 0 0,18-35 0 0 0,-1 1 1 0 0,0-1-1 0 0,0-1 0 0 0,0 1 1 0 0,-1-1-1 0 0,1 1 0 0 0,-7 3 1 0 0,0-1-137 0 0,0 0 0 0 0,-18 7 1 0 0,17-9-903 0 0,6-5-2150 0 0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11 9450 0 0,'0'0'14846'0'0,"-22"8"-14683"0"0,-65 28 26 0 0,85-35-174 0 0,0-1-1 0 0,0 1 1 0 0,1 0-1 0 0,-1 1 1 0 0,0-1 0 0 0,0 0-1 0 0,1 0 1 0 0,-1 1 0 0 0,0-1-1 0 0,-2 4 1 0 0,4-4-4 0 0,0-1-1 0 0,0 1 1 0 0,-1-1 0 0 0,1 1 0 0 0,0 0 0 0 0,0-1-1 0 0,0 1 1 0 0,0 0 0 0 0,0-1 0 0 0,0 1 0 0 0,0-1-1 0 0,0 1 1 0 0,0 0 0 0 0,0-1 0 0 0,0 1 0 0 0,0-1-1 0 0,1 2 1 0 0,0 3 91 0 0,-1 0-29 0 0,1-1 0 0 0,0 0 0 0 0,0 1 0 0 0,1-1-1 0 0,-1 0 1 0 0,1 1 0 0 0,0-1 0 0 0,0 0 0 0 0,1 0-1 0 0,-1 0 1 0 0,1-1 0 0 0,-1 1 0 0 0,6 4 0 0 0,2 2 105 0 0,1 0 1 0 0,22 16-1 0 0,-23-19-112 0 0,1 0-1 0 0,0-1 0 0 0,1-1 0 0 0,-1 1 0 0 0,1-2 1 0 0,15 5-1 0 0,-10-5 46 0 0,0-1 0 0 0,1-1 0 0 0,33 1 0 0 0,-48-3-89 0 0,-1 0 1 0 0,1 0 0 0 0,0 0 0 0 0,-1-1 0 0 0,1 1-1 0 0,0-1 1 0 0,-1 0 0 0 0,1 1 0 0 0,-1-1-1 0 0,1 0 1 0 0,-1-1 0 0 0,1 1 0 0 0,-1 0 0 0 0,0-1-1 0 0,0 1 1 0 0,0-1 0 0 0,4-3 0 0 0,-4 2 9 0 0,0 0 1 0 0,0 1 0 0 0,-1-1-1 0 0,1 0 1 0 0,-1 0-1 0 0,0 0 1 0 0,1 0-1 0 0,-1 0 1 0 0,-1 0 0 0 0,1 0-1 0 0,0 0 1 0 0,-1 0-1 0 0,0 0 1 0 0,1-6-1 0 0,-2 3-2 0 0,1-1 1 0 0,-1 0-1 0 0,0 1 0 0 0,-1-1 0 0 0,1 1 0 0 0,-1-1 0 0 0,-1 1 0 0 0,1 0 0 0 0,-1 0 0 0 0,0 0 0 0 0,0 0 0 0 0,-1 1 0 0 0,0-1 0 0 0,-5-5 0 0 0,1 2-13 0 0,-1 0 0 0 0,-1 0-1 0 0,0 0 1 0 0,0 2 0 0 0,0-1 0 0 0,-17-8 0 0 0,21 13-58 0 0,0 0 0 0 0,0 1 0 0 0,0 0 1 0 0,0 0-1 0 0,-1 0 0 0 0,1 1 1 0 0,0 0-1 0 0,-1 0 0 0 0,1 1 1 0 0,-1 0-1 0 0,-6 0 0 0 0,7 1-379 0 0,0 0-1 0 0,0 0 1 0 0,0 0 0 0 0,0 1-1 0 0,0 0 1 0 0,0 0-1 0 0,-6 3 1 0 0,5-1-626 0 0,-15 8-6115 0 0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8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328 33 6633 0 0,'0'0'20483'0'0,"-13"-4"-20273"0"0,-43-13-46 0 0,46 14-123 0 0,-1 0 0 0 0,1 1 1 0 0,-1 1-1 0 0,0-1 0 0 0,1 2 0 0 0,-22 0 0 0 0,6 1-29 0 0,6 0 79 0 0,-30 5 0 0 0,16-1-2590 0 0,0-2-6360 0 0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380 26 9914 0 0,'0'0'15602'0'0,"-10"-4"-15598"0"0,-32-15-17 0 0,29 17 13 0 0,7 5 5 0 0,1 0 2 0 0,-6 3 30 0 0,0-1 0 0 0,-1-1 0 0 0,1 0 0 0 0,-1 0 1 0 0,0-1-1 0 0,0-1 0 0 0,-24 2 0 0 0,-77-3-2055 0 0,76-4-2772 0 0,0-1-5284 0 0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8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0 7930 0 0,'0'0'14687'0'0,"-4"6"-14566"0"0,-15 17 29 0 0,18-22-134 0 0,0 0 0 0 0,0 0 0 0 0,1 1 0 0 0,-1-1 0 0 0,1 0 0 0 0,-1 1 1 0 0,1-1-1 0 0,-1 0 0 0 0,1 1 0 0 0,0-1 0 0 0,0 0 0 0 0,0 1 0 0 0,0-1 1 0 0,0 0-1 0 0,0 1 0 0 0,0 2 0 0 0,1 1 55 0 0,-1 3 17 0 0,0 0 0 0 0,0-1 0 0 0,1 1 0 0 0,0-1 0 0 0,0 1 0 0 0,1-1 0 0 0,3 9 0 0 0,19 40 287 0 0,8 23-1439 0 0,-30-75 293 0 0,-1-1 0 0 0,0 1 1 0 0,1-1-1 0 0,0 0 1 0 0,0 0-1 0 0,3 5 0 0 0,-4-6-617 0 0,1-1-1 0 0,-1 1 1 0 0,1-1-1 0 0,0 0 1 0 0,-1 1-1 0 0,1-1 1 0 0,3 1-1 0 0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288 1 10882 0 0,'0'0'12770'0'0,"-28"0"-12650"0"0,-90 0-51 0 0,110 0-60 0 0,0 0 0 0 0,0 0 0 0 0,0 1 1 0 0,-14 2-1 0 0,11 0-35 0 0,-36 9-1570 0 0,18-2-5626 0 0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78 2048 0 0,'0'0'14211'0'0,"-4"-12"-13629"0"0,-13-36-111 0 0,14 39-172 0 0,1 2 11 0 0,3 5 161 0 0,10 2-579 0 0,-8 0 80 0 0,0 1 1 0 0,0-1-1 0 0,-1 1 1 0 0,1 0-1 0 0,0 0 0 0 0,-1-1 1 0 0,1 2-1 0 0,-1-1 1 0 0,0 0-1 0 0,1 0 0 0 0,2 3 1 0 0,26 21-4 0 0,-26-19 13 0 0,22 18 101 0 0,-2 1 1 0 0,38 47-1 0 0,-54-58 24 0 0,1-1-1 0 0,-2 1 1 0 0,0 0-1 0 0,-1 1 1 0 0,0 0 0 0 0,-1 0-1 0 0,-1 1 1 0 0,5 20-1 0 0,-7-22-13 0 0,1 10 149 0 0,0 0 0 0 0,1 32 0 0 0,-5-32-75 0 0,1 5 172 0 0,-7 57 1 0 0,4-77-287 0 0,0 0 0 0 0,0 0 1 0 0,-1 0-1 0 0,0-1 0 0 0,0 1 1 0 0,-1-1-1 0 0,0 1 1 0 0,0-1-1 0 0,-1-1 0 0 0,-8 11 1 0 0,8-13-418 0 0,1 0 0 0 0,-1 0 1 0 0,-1-1-1 0 0,-10 8 1 0 0,-11 2-7710 0 0,14-10-2609 0 0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43 4089 0 0,'0'0'17253'0'0,"-8"-7"-16214"0"0,-23-22-154 0 0,23 22 1480 0 0,17 16-2273 0 0,-2-1-98 0 0,38 32 9 0 0,-7-10 65 0 0,1 0 29 0 0,51 30 1 0 0,-42-35-28 0 0,20 13-128 0 0,-51-30-468 0 0,-13-7-2848 0 0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0 12371 0 0,'0'0'13338'0'0,"-18"10"-13223"0"0,-55 29-28 0 0,56-27-45 0 0,13-6 0 0 0,-2 21 120 0 0,-9 48 88 0 0,6-31-1940 0 0,8-42 1194 0 0,1 0-1 0 0,-1 0 1 0 0,1 0-1 0 0,-1 0 0 0 0,0 0 1 0 0,0 0-1 0 0,-1 2 1 0 0,-4 8-9209 0 0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37 2993 0 0,'0'0'19205'0'0,"-8"-6"-19086"0"0,-25-18-41 0 0,32 23-70 0 0,-1 0-1 0 0,1 1 0 0 0,-1-1 1 0 0,0 0-1 0 0,1 0 0 0 0,-1 1 1 0 0,0-1-1 0 0,0 1 0 0 0,1 0 1 0 0,-1-1-1 0 0,0 1 0 0 0,0 0 1 0 0,0 0-1 0 0,0 0 0 0 0,1 0 1 0 0,-3 1-1 0 0,-5 0 36 0 0,5-1-32 0 0,0 0-1 0 0,0 0 0 0 0,1 1 0 0 0,-1-1 0 0 0,0 1 0 0 0,1 0 0 0 0,-1 0 0 0 0,-4 3 1 0 0,6-4-9 0 0,1 1 0 0 0,-1 0 0 0 0,0 0 0 0 0,1 1 0 0 0,-1-1 0 0 0,1 0 0 0 0,-1 1 1 0 0,1-1-1 0 0,0 0 0 0 0,-1 1 0 0 0,1 0 0 0 0,0-1 0 0 0,0 1 0 0 0,0 0 0 0 0,0-1 1 0 0,0 1-1 0 0,0 3 0 0 0,0-2 13 0 0,0 0 0 0 0,1 0 1 0 0,-1 0-1 0 0,1 0 0 0 0,0 0 1 0 0,0 0-1 0 0,1 0 0 0 0,-1 0 0 0 0,0 0 1 0 0,1 0-1 0 0,1 5 0 0 0,2 2 64 0 0,0-1-1 0 0,6 11 1 0 0,2 4 11 0 0,27 63 24 0 0,-34-73-109 0 0,-1-1 0 0 0,-1 1 0 0 0,4 28 0 0 0,-2 42 5 0 0,-2-14 9 0 0,-2-65 49 0 0,0 0-1 0 0,0 0 1 0 0,0-1-1 0 0,0 1 1 0 0,1 0-1 0 0,0 0 1 0 0,0-1-1 0 0,1 1 1 0 0,-1-1-1 0 0,1 0 1 0 0,0 0-1 0 0,0 0 1 0 0,0 0-1 0 0,0 0 1 0 0,1 0-1 0 0,0-1 1 0 0,0 0-1 0 0,0 0 1 0 0,0 0-1 0 0,0 0 1 0 0,0-1-1 0 0,1 1 1 0 0,-1-1-1 0 0,1 0 1 0 0,0 0 0 0 0,9 1-1 0 0,-2 0 33 0 0,-1-1 1 0 0,1 0-1 0 0,0-1 0 0 0,0 0 0 0 0,18-2 1 0 0,-29 1-210 0 0,0-1 1 0 0,1 1 0 0 0,-1 0 0 0 0,0-1 0 0 0,1 1 0 0 0,-1-1-1 0 0,0 1 1 0 0,0-1 0 0 0,1 1 0 0 0,-1-1 0 0 0,0 0 0 0 0,0 0 0 0 0,0 1-1 0 0,0-1 1 0 0,0 0 0 0 0,0 0 0 0 0,0 0 0 0 0,0 0 0 0 0,-1-1-1 0 0,1 1 1 0 0,0 0 0 0 0,0 0 0 0 0,-1 0 0 0 0,1 0 0 0 0,-1-1 0 0 0,1 1-1 0 0,-1-2 1 0 0,2-3-2279 0 0,-1 0 0 0 0,-1 0 0 0 0,1 0 0 0 0,-1-10-1 0 0,0 11-490 0 0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81 5961 0 0,'0'0'16996'0'0,"1"-13"-16684"0"0,3-41-93 0 0,-2 40-81 0 0,-1 14-145 0 0,1 0-1 0 0,-1 0 0 0 0,1 0 1 0 0,-1 0-1 0 0,0 1 0 0 0,1-1 1 0 0,-1 0-1 0 0,1 1 0 0 0,-1-1 1 0 0,0 1-1 0 0,1-1 0 0 0,-1 1 1 0 0,0 0-1 0 0,1 0 0 0 0,-1-1 1 0 0,0 1-1 0 0,0 0 0 0 0,0 0 1 0 0,0 0-1 0 0,0 0 0 0 0,0 0 1 0 0,2 3-1 0 0,0-1 18 0 0,17 18-39 0 0,-9-10 15 0 0,13 16 1 0 0,-16-16-12 0 0,-2-4 20 0 0,0 1 0 0 0,7 14 0 0 0,-12-20 3 0 0,0 0 1 0 0,0 0-1 0 0,0 1 0 0 0,0-1 0 0 0,0 0 0 0 0,-1 1 1 0 0,1-1-1 0 0,-1 1 0 0 0,0-1 0 0 0,1 1 1 0 0,-1-1-1 0 0,0 1 0 0 0,-1-1 0 0 0,1 1 0 0 0,-1 2 1 0 0,1-4 13 0 0,-1 0 0 0 0,0 0 1 0 0,1 0-1 0 0,-1-1 1 0 0,1 1-1 0 0,-1 0 0 0 0,0-1 1 0 0,0 1-1 0 0,1 0 1 0 0,-1-1-1 0 0,0 1 0 0 0,0-1 1 0 0,0 1-1 0 0,0-1 1 0 0,0 0-1 0 0,0 1 0 0 0,1-1 1 0 0,-1 0-1 0 0,0 0 1 0 0,-2 1-1 0 0,-21 2 502 0 0,23-3-487 0 0,-15 1 207 0 0,-1-1 0 0 0,1-1-1 0 0,-1 0 1 0 0,1-1 0 0 0,0-1 0 0 0,-19-5 0 0 0,26 5-174 0 0,3 2 2 0 0,1 0 1 0 0,0-1-1 0 0,0 0 1 0 0,0 0-1 0 0,0 0 1 0 0,0 0-1 0 0,0-1 1 0 0,0 0-1 0 0,-6-5 1 0 0,10 6-63 0 0,0 1 0 0 0,0-1-1 0 0,0 1 1 0 0,0-1 0 0 0,0 0 0 0 0,0 0 0 0 0,0 0 0 0 0,0 1-1 0 0,1-1 1 0 0,-1 0 0 0 0,1 0 0 0 0,0 0 0 0 0,-1 0 0 0 0,1 0-1 0 0,0 0 1 0 0,0 0 0 0 0,0 0 0 0 0,0 0 0 0 0,1 0 0 0 0,-1 0-1 0 0,0 0 1 0 0,2-3 0 0 0,-1 2-349 0 0,0 0 1 0 0,0 0-1 0 0,1 0 0 0 0,-1 0 0 0 0,1 0 1 0 0,-1 1-1 0 0,1-1 0 0 0,0 0 0 0 0,0 1 1 0 0,0-1-1 0 0,1 1 0 0 0,-1 0 0 0 0,4-3 1 0 0,-2 3-699 0 0,0 0 1 0 0,-1 0 0 0 0,1 0-1 0 0,5 0 1 0 0,8-3-6917 0 0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 3809 0 0,'0'0'19359'0'0,"7"-5"-19339"0"0,21-19-15 0 0,-27 23-8 0 0,0 1 0 0 0,0-1 1 0 0,0 0-1 0 0,1 0 0 0 0,-1 1 0 0 0,0-1 0 0 0,0 1 0 0 0,1-1 1 0 0,-1 1-1 0 0,0 0 0 0 0,1 0 0 0 0,-1-1 0 0 0,1 1 0 0 0,-1 0 1 0 0,0 0-1 0 0,1 0 0 0 0,-1 0 0 0 0,1 0 0 0 0,-1 1 1 0 0,0-1-1 0 0,1 0 0 0 0,-1 1 0 0 0,0-1 0 0 0,1 1 0 0 0,1 0 1 0 0,-2 0-2 0 0,9 3-13 0 0,0 0 0 0 0,-1 1 0 0 0,0 0 1 0 0,0 1-1 0 0,0 0 0 0 0,0 0 0 0 0,-1 1 1 0 0,0 0-1 0 0,-1 1 0 0 0,11 12 1 0 0,-16-18-2 0 0,-1 1 1 0 0,1 0 0 0 0,-1 0-1 0 0,2 5 1 0 0,1 2-27 0 0,-3-6 28 0 0,1 1 0 0 0,-1 0 0 0 0,-1 0 0 0 0,1 0 0 0 0,-1 0 0 0 0,1-1 0 0 0,-2 1 0 0 0,0 7 0 0 0,1 7-7 0 0,0-8 24 0 0,0-4 0 0 0,0-1 0 0 0,0 1 0 0 0,0-1 1 0 0,-3 10-1 0 0,-2 8 8 0 0,1 0 0 0 0,2 1 0 0 0,0-1-1 0 0,2 0 1 0 0,2 25 0 0 0,-1-41 14 0 0,0 0 1 0 0,1-1-1 0 0,0 1 0 0 0,0-1 1 0 0,1 1-1 0 0,0-1 0 0 0,6 11 0 0 0,-7-15-5 0 0,0 1 14 0 0,2 4 89 0 0,-4-8-119 0 0,1 1-1 0 0,-1-1 0 0 0,0 0 1 0 0,0 0-1 0 0,0 0 1 0 0,0 0-1 0 0,0 0 1 0 0,0 0-1 0 0,0 0 1 0 0,0 1-1 0 0,0-1 0 0 0,0 0 1 0 0,0 0-1 0 0,0 0 1 0 0,0 0-1 0 0,0 0 1 0 0,-1 0-1 0 0,1 1 1 0 0,0-1-1 0 0,0 0 1 0 0,0 0-1 0 0,0 0 0 0 0,0 0 1 0 0,0 0-1 0 0,0 0 1 0 0,0 0-1 0 0,0 0 1 0 0,0 1-1 0 0,0-1 1 0 0,0 0-1 0 0,-1 0 0 0 0,1 0 1 0 0,0 0-1 0 0,0 0 1 0 0,0 0-1 0 0,0 0 1 0 0,0 0-1 0 0,0 0 1 0 0,0 0-1 0 0,-1 0 0 0 0,1 0 1 0 0,0 0-1 0 0,0 0 1 0 0,0 0-1 0 0,0 0 1 0 0,0 0-1 0 0,0 0 1 0 0,-1 0-1 0 0,1 0 1 0 0,0 0-1 0 0,-16 1-623 0 0,-18 3 0 0 0,10-1-407 0 0,-2 1-2364 0 0,4-1-1689 0 0,7-2-1945 0 0,5-1 1677 0 0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230 50 1608 0 0,'0'0'21017'0'0,"-4"-8"-20336"0"0,-10-24-95 0 0,10 22 995 0 0,-11 11-686 0 0,9 1-882 0 0,0 0 0 0 0,0 1-1 0 0,1 0 1 0 0,-1 0 0 0 0,1 1 0 0 0,-8 5-1 0 0,1 1 18 0 0,-17 17 1 0 0,15-10-9 0 0,0 1 0 0 0,0 0 1 0 0,-20 38-1 0 0,30-47-7 0 0,0 1 1 0 0,0 0-1 0 0,1 0 1 0 0,0 1-1 0 0,0-1 0 0 0,-1 14 1 0 0,0 66 100 0 0,4-71-79 0 0,1 1 0 0 0,0-1 0 0 0,2 0-1 0 0,0 0 1 0 0,1-1 0 0 0,1 1 0 0 0,11 28 0 0 0,-1-13 37 0 0,23 37 1 0 0,-22-43-437 0 0,2-2 0 0 0,1 0 0 0 0,40 42 0 0 0,-50-59-260 0 0,25 23-2555 0 0,-11-11-3706 0 0,-9-10-4549 0 0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5 3297 0 0,'0'0'20764'0'0,"-1"-5"-19914"0"0,1 15-809 0 0,1-1 0 0 0,0 1 0 0 0,1-1 0 0 0,0 0 1 0 0,0 0-1 0 0,1 0 0 0 0,6 14 0 0 0,12 35 120 0 0,-14-43-116 0 0,-1 0-1 0 0,6 22 1 0 0,-10-28-23 0 0,-1-1 1 0 0,0 1 0 0 0,-1-1 0 0 0,0 12-1 0 0,0-6-7 0 0,0-13-116 0 0,-1-1 1 0 0,1 0-1 0 0,0 1 0 0 0,0-1 1 0 0,-1 0-1 0 0,1 1 1 0 0,0-1-1 0 0,-1 0 1 0 0,1 0-1 0 0,0 0 0 0 0,0 1 1 0 0,-1-1-1 0 0,1 0 1 0 0,-1 0-1 0 0,1 0 0 0 0,0 0 1 0 0,-1 0-1 0 0,1 1 1 0 0,0-1-1 0 0,-1 0 1 0 0,1 0-1 0 0,-1 0 0 0 0,1 0 1 0 0,0 0-1 0 0,-1 0 1 0 0,0 0-1 0 0,-13-1-5531 0 0,12 1 3747 0 0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314 44 7610 0 0,'0'0'15591'0'0,"-29"-7"-15280"0"0,-91-21-129 0 0,81 20-103 0 0,26 8-22 0 0,4 0-23 0 0,3 0-44 0 0,-1 0 0 0 0,1 1-1 0 0,0-1 1 0 0,0 1 0 0 0,1 0 0 0 0,-1 1 0 0 0,0 0 0 0 0,0-1 0 0 0,-9 6 0 0 0,10-4-738 0 0,0 0 0 0 0,1 0 0 0 0,-8 7 0 0 0,3-3-4296 0 0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77 0 0 0,'0'0'18965'0'0,"7"-9"-17754"0"0,24-30-162 0 0,-30 38-947 0 0,0 0 1 0 0,-1 0-1 0 0,1 0 1 0 0,0 0-1 0 0,-1 1 1 0 0,1-1-1 0 0,-1 0 1 0 0,1 0 0 0 0,-1 0-1 0 0,1 0 1 0 0,-1 0-1 0 0,0-1 1 0 0,0 1-1 0 0,1 0 1 0 0,-1 0-1 0 0,0-2 1 0 0,0 3-36 0 0,-1-1 0 0 0,1 1 1 0 0,0-1-1 0 0,0 1 0 0 0,-1-1 0 0 0,1 1 1 0 0,0 0-1 0 0,-1-1 0 0 0,1 1 0 0 0,0 0 1 0 0,-1-1-1 0 0,1 1 0 0 0,0 0 0 0 0,-1-1 1 0 0,1 1-1 0 0,-1 0 0 0 0,1 0 0 0 0,-1-1 1 0 0,-3-1 1139 0 0,-3 2-749 0 0,5 1-456 0 0,1-1 0 0 0,0 1 1 0 0,0-1-1 0 0,0 1 0 0 0,0 0 0 0 0,0-1 1 0 0,0 1-1 0 0,1 0 0 0 0,-1 0 0 0 0,0 0 1 0 0,0 0-1 0 0,0 0 0 0 0,0 2 0 0 0,-11 16 22 0 0,10-14-23 0 0,-15 30 27 0 0,15-31-27 0 0,1 0 1 0 0,-1 0-1 0 0,-1 8 1 0 0,-1 6 13 0 0,-32 105 37 0 0,25-80-56 0 0,6-23 22 0 0,0-1 0 0 0,2 0-1 0 0,-2 28 1 0 0,4-29 9 0 0,1 0 0 0 0,3 21-1 0 0,-1-30 12 0 0,0 0-1 0 0,0 0 1 0 0,0 0-1 0 0,1 0 1 0 0,1 0-1 0 0,5 9 1 0 0,0-2 34 0 0,0-1-1 0 0,2 0 1 0 0,0-1 0 0 0,14 14 0 0 0,54 47 135 0 0,-64-63-184 0 0,-7-5-109 0 0,1 0-1 0 0,0-1 1 0 0,0 0 0 0 0,14 7-1 0 0,-14-9-1712 0 0,0 0 0 0 0,16 3 0 0 0,-14-6-3111 0 0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31 1440 0 0,'0'0'14159'0'0,"-8"-5"-12960"0"0,-24-14-127 0 0,24 14-69 0 0,2 4 3018 0 0,13 9-4066 0 0,0 0 106 0 0,1 0 1 0 0,0-1-1 0 0,17 11 1 0 0,-18-13-32 0 0,186 122 418 0 0,-167-111-417 0 0,-9-5-62 0 0,0-2 0 0 0,31 14-1 0 0,-33-18-421 0 0,-6-5-2709 0 0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218 1 7690 0 0,'0'0'16039'0'0,"-22"7"-15791"0"0,-64 23-79 0 0,57-19-73 0 0,22-6-34 0 0,3-1-33 0 0,-1 2 81 0 0,-1-1-1 0 0,1 1 1 0 0,0 0-1 0 0,0 1 1 0 0,1-1-1 0 0,0 1 1 0 0,-4 9-1 0 0,-5 17-1417 0 0,2 2-6124 0 0,8-28 1369 0 0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279 116 3129 0 0,'0'0'19122'0'0,"-21"-17"-18794"0"0,-64-52-54 0 0,81 66-242 0 0,1 0-1 0 0,-1 0 1 0 0,0 0-1 0 0,0 0 1 0 0,0 1 0 0 0,-8-3-1 0 0,5 3 25 0 0,0 0 0 0 0,0 1-1 0 0,0-1 1 0 0,0 2-1 0 0,-9-1 1 0 0,12 1-51 0 0,0 0 1 0 0,0 1-1 0 0,0-1 0 0 0,0 1 1 0 0,1 0-1 0 0,-1 0 0 0 0,0 0 0 0 0,0 0 1 0 0,1 0-1 0 0,-1 1 0 0 0,-4 3 1 0 0,3-2 3 0 0,3-2-6 0 0,0 1-1 0 0,0-1 1 0 0,0 1-1 0 0,0-1 1 0 0,0 1-1 0 0,1 0 1 0 0,-4 3-1 0 0,1 1 3 0 0,3-5 5 0 0,1 0-1 0 0,-1 0 1 0 0,0 0-1 0 0,1 0 1 0 0,-1 0-1 0 0,1 0 1 0 0,-1 0-1 0 0,1 0 1 0 0,-1 0-1 0 0,1 0 1 0 0,0 0-1 0 0,0 0 1 0 0,-1 0-1 0 0,1 0 1 0 0,0 0-1 0 0,0 1 1 0 0,0 0-1 0 0,-3 162 38 0 0,3-149-42 0 0,0-1 0 0 0,1 1-1 0 0,1-1 1 0 0,0 1 0 0 0,5 16 0 0 0,-1-9-13 0 0,-4-11 18 0 0,1-1 1 0 0,5 13-1 0 0,8 11 222 0 0,38 61 1 0 0,-54-94-181 0 0,1 0 0 0 0,0 0 1 0 0,0 0-1 0 0,1 0 0 0 0,-1 0 0 0 0,0 0 0 0 0,0 0 0 0 0,0 0 0 0 0,0 0 0 0 0,1-1 0 0 0,-1 1 1 0 0,0-1-1 0 0,1 1 0 0 0,-1-1 0 0 0,1 1 0 0 0,-1-1 0 0 0,1 0 0 0 0,-1 1 0 0 0,0-1 1 0 0,1 0-1 0 0,-1 0 0 0 0,1 0 0 0 0,-1 0 0 0 0,3-1 0 0 0,4 0 87 0 0,-1-1-1 0 0,0 0 1 0 0,11-5-1 0 0,-9 3-170 0 0,1 1 84 0 0,0 1 1 0 0,-1 0 0 0 0,1 0 0 0 0,0 1 0 0 0,17 0 0 0 0,6 1-2365 0 0,-9 0-2582 0 0,-13 2-4736 0 0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 2961 0 0,'2'-6'17206'0'0,"3"5"-16507"0"0,0 0 0 0 0,0 0-1 0 0,0-1 1 0 0,0 0 0 0 0,7-3 0 0 0,-8 3-231 0 0,8-4 280 0 0,22-8-1 0 0,-26 13-739 0 0,-1-1 1 0 0,0 2-1 0 0,1-1 1 0 0,-1 1-1 0 0,9 1 1 0 0,2-1-1 0 0,11 2 5 0 0,-27-2-12 0 0,0 0 0 0 0,-1 1 0 0 0,1-1 0 0 0,0 1 0 0 0,0-1 0 0 0,0 1 0 0 0,0 0 0 0 0,0 0 0 0 0,-1 0 0 0 0,1 0 0 0 0,0 0 0 0 0,1 2 0 0 0,-3-3-4 0 0,1 1 0 0 0,-1-1 0 0 0,1 1 0 0 0,-1-1 0 0 0,1 1 0 0 0,-1-1 0 0 0,1 1 0 0 0,-1 0 0 0 0,0-1 0 0 0,1 1 0 0 0,-1-1 0 0 0,0 1 0 0 0,0 0 0 0 0,1-1 0 0 0,-1 1 0 0 0,0 0 0 0 0,0 0 0 0 0,0-1 0 0 0,0 1 0 0 0,0 0 0 0 0,0 0 0 0 0,9 24-13 0 0,1 11 34 0 0,-8-30-27 0 0,-1 1 0 0 0,0-1 0 0 0,0 1 0 0 0,-1-1-1 0 0,0 1 1 0 0,0 0 0 0 0,-2 7 0 0 0,1-12 8 0 0,0 1 0 0 0,0-1-1 0 0,0 0 1 0 0,0 0 0 0 0,-1 0 0 0 0,1 0-1 0 0,-1 0 1 0 0,1 0 0 0 0,-4 2 0 0 0,-6 10 1 0 0,-3 3 21 0 0,10-11-10 0 0,3-5-10 0 0,0 0 1 0 0,0 0 0 0 0,1 1 0 0 0,-1-1 0 0 0,0 0-1 0 0,0 1 1 0 0,1-1 0 0 0,-1 0 0 0 0,1 1-1 0 0,-1-1 1 0 0,1 1 0 0 0,0-1 0 0 0,0 0-1 0 0,-1 1 1 0 0,1 1 0 0 0,0-2 19 0 0,0-1 0 0 0,0 0-1 0 0,0 1 1 0 0,0-1 0 0 0,0 1 0 0 0,0-1 0 0 0,0 1-1 0 0,0-1 1 0 0,0 0 0 0 0,0 1 0 0 0,0-1 0 0 0,1 1 0 0 0,-1-1-1 0 0,0 0 1 0 0,0 1 0 0 0,0-1 0 0 0,1 0 0 0 0,-1 1-1 0 0,0-1 1 0 0,0 0 0 0 0,1 1 0 0 0,-1-1 0 0 0,1 1-1 0 0,12 0 490 0 0,-13-1-508 0 0,19-1 171 0 0,25-4 0 0 0,-25 2-143 0 0,28 0-1 0 0,58 3-1024 0 0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10034 0 0,'0'0'11915'0'0,"20"-2"-11821"0"0,60-1-10 0 0,-76 3-74 0 0,-1 0 0 0 0,1 0 0 0 0,-1 0-1 0 0,1 0 1 0 0,-1 1 0 0 0,1-1 0 0 0,-1 1 0 0 0,0 0-1 0 0,7 2 1 0 0,-3 0 30 0 0,-2-1-18 0 0,13 4 100 0 0,15 7 0 0 0,-29-11-13 0 0,0 0-1 0 0,0 1 1 0 0,6 5-1 0 0,-9-8-30 0 0,-1 1-1 0 0,0 0 1 0 0,1-1-1 0 0,-1 1 1 0 0,0 0 0 0 0,0-1-1 0 0,0 1 1 0 0,1 0-1 0 0,-1-1 1 0 0,0 1 0 0 0,0 0-1 0 0,0-1 1 0 0,0 1 0 0 0,-1 1-1 0 0,1-1-69 0 0,0 0 0 0 0,0 0 0 0 0,0 0 0 0 0,0 0 0 0 0,1 0 0 0 0,-1 1-1 0 0,0-1 1 0 0,0 0 0 0 0,0 0 0 0 0,1 0 0 0 0,0 1 0 0 0,32 54 582 0 0,-3-4-284 0 0,-15-27-159 0 0,22 53-1 0 0,-33-66-145 0 0,0 0 0 0 0,1 14 0 0 0,-4-23-4 0 0,1 14 3 0 0,-1 0-1 0 0,0 0 0 0 0,-2 22 0 0 0,0-4 50 0 0,1-33-43 0 0,0 0-1 0 0,0 0 1 0 0,0 0 0 0 0,0-1 0 0 0,1 1-1 0 0,-1 0 1 0 0,1 0 0 0 0,-1 0 0 0 0,1 0-1 0 0,0 0 1 0 0,-1 0 0 0 0,1-1 0 0 0,0 1-1 0 0,0 0 1 0 0,2 2 0 0 0,-2-4-7 0 0,-1 0 1 0 0,0 0-1 0 0,0 0 1 0 0,0 0-1 0 0,1 1 1 0 0,-1-1-1 0 0,0 0 1 0 0,0 0-1 0 0,0 0 1 0 0,1 0-1 0 0,-1 1 1 0 0,0-1-1 0 0,0 0 1 0 0,0 0-1 0 0,0 0 1 0 0,0 1-1 0 0,0-1 1 0 0,0 0 0 0 0,1 0-1 0 0,-1 0 1 0 0,0 1-1 0 0,0-1 1 0 0,0 0-1 0 0,0 0 1 0 0,0 1-1 0 0,0-1 1 0 0,0 0-1 0 0,0 0 1 0 0,0 0-1 0 0,0 1 1 0 0,0-1-1 0 0,0 0 1 0 0,0 0-1 0 0,0 1 1 0 0,-1-1-1 0 0,1 0 1 0 0,0 0-1 0 0,0 0 1 0 0,0 1-1 0 0,0-1 1 0 0,0 0-1 0 0,-8 5-17 0 0,-12-2-354 0 0,-25 0-1 0 0,2-3-8048 0 0,36 0 5649 0 0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18 2465 0 0,'0'0'15445'0'0,"-3"-3"-14322"0"0,-9-11 2877 0 0,24 19-3995 0 0,94 80 136 0 0,-81-69-94 0 0,0-1 1 0 0,45 20 0 0 0,-18-9-57 0 0,5 2-315 0 0,-50-24 230 0 0,-1-1-677 0 0,-2-2-2978 0 0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1 5441 0 0,'0'0'17384'0'0,"-12"0"-17020"0"0,-38-1-81 0 0,33 3-77 0 0,12 2-92 0 0,4-2-70 0 0,-2 0 7 0 0,1 1-1 0 0,0-1 1 0 0,-1 1 0 0 0,1 0 0 0 0,1 0 0 0 0,-1 0-1 0 0,0 0 1 0 0,1 0 0 0 0,0 0 0 0 0,-2 5 0 0 0,0 4 77 0 0,0 1 1 0 0,2 0 0 0 0,-1-1 0 0 0,1 1 0 0 0,1 15 0 0 0,0-25-118 0 0,0 0-26 0 0,0-1 1 0 0,0 1 0 0 0,0-1 0 0 0,-1 1-1 0 0,1-1 1 0 0,-1 1 0 0 0,0-1-1 0 0,1 0 1 0 0,-1 1 0 0 0,0-1-1 0 0,-1 0 1 0 0,1 0 0 0 0,0 1 0 0 0,-1-1-1 0 0,1 0 1 0 0,-1 0 0 0 0,0-1-1 0 0,-2 4 1 0 0,-11 4-3715 0 0,-2-5-5304 0 0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207 54 8538 0 0,'0'0'15139'0'0,"-18"-8"-15102"0"0,-53-28-14 0 0,48 27-18 0 0,23 9-5 0 0,0 0 0 0 0,-1 0 0 0 0,1 0 1 0 0,0 0-1 0 0,-1 0 0 0 0,1 0 0 0 0,0 0 0 0 0,0 0 1 0 0,-1 0-1 0 0,1 0 0 0 0,0 0 0 0 0,-1 0 0 0 0,1 0 0 0 0,0 0 1 0 0,0 0-1 0 0,-1 0 0 0 0,1 0 0 0 0,0 0 0 0 0,0 0 1 0 0,-1 1-1 0 0,1-1 0 0 0,-4 2 4 0 0,-3 0 3 0 0,1 1 0 0 0,-10 5-1 0 0,1 0 21 0 0,11-6-23 0 0,0 0 0 0 0,0 0 1 0 0,1 1-1 0 0,-1 0 0 0 0,1-1 0 0 0,-5 7 0 0 0,3-4 14 0 0,4-5-16 0 0,1 1-1 0 0,-1-1 1 0 0,1 0-1 0 0,0 1 1 0 0,-1-1-1 0 0,1 1 1 0 0,0-1-1 0 0,-1 1 0 0 0,1-1 1 0 0,0 1-1 0 0,0-1 1 0 0,-1 1-1 0 0,1-1 1 0 0,0 1-1 0 0,0-1 1 0 0,0 1-1 0 0,0-1 1 0 0,0 1-1 0 0,0 0 1 0 0,0-1-1 0 0,0 1 1 0 0,0-1-1 0 0,0 2 1 0 0,0 11 7 0 0,-1-8 0 0 0,1 1-1 0 0,0-1 1 0 0,0 0-1 0 0,1 0 1 0 0,0 0 0 0 0,2 9-1 0 0,29 98 29 0 0,-17-53-10 0 0,-1 9-18 0 0,-2-10 6 0 0,-7-30 15 0 0,0 0 1 0 0,-2 1-1 0 0,-1 49 0 0 0,-1-77 25 0 0,-1-1-1 0 0,0 1 0 0 0,1-1 0 0 0,-1 1 0 0 0,1-1 1 0 0,-1 0-1 0 0,1 1 0 0 0,-1-1 0 0 0,1 0 0 0 0,-1 1 1 0 0,1-1-1 0 0,-1 0 0 0 0,1 0 0 0 0,-1 1 0 0 0,1-1 1 0 0,-1 0-1 0 0,1 0 0 0 0,-1 0 0 0 0,1 0 0 0 0,-1 0 1 0 0,1 0-1 0 0,0 0 0 0 0,-1 0 0 0 0,1 0 0 0 0,0 0 1 0 0,23 0 224 0 0,-19 0-244 0 0,32-6-14 0 0,-30 5-197 0 0,-1 1-1 0 0,0-1 1 0 0,1 0 0 0 0,-1 0 0 0 0,0-1-1 0 0,10-4 1 0 0,0-2-4541 0 0,-2-3-6253 0 0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9 7842 0 0,'0'0'16663'0'0,"-2"-2"-16663"0"0,-5-4 11 0 0,5 8 3 0 0,2 7 8 0 0,4 4 55 0 0,-1 0 0 0 0,2-1 0 0 0,0 1 1 0 0,0-1-1 0 0,1 0 0 0 0,0-1 0 0 0,15 21 0 0 0,-4-13 43 0 0,-13-16-108 0 0,-1 1-1 0 0,0-1 1 0 0,1 1 0 0 0,-1 0 0 0 0,3 5 0 0 0,-5-6-371 0 0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 6145 0 0,'0'0'15662'0'0,"9"-7"-15666"0"0,30-20-10 0 0,-38 26 13 0 0,0 0 0 0 0,0 1 1 0 0,0-1-1 0 0,0 0 1 0 0,1 1-1 0 0,-1-1 0 0 0,0 1 1 0 0,0 0-1 0 0,1-1 1 0 0,-1 1-1 0 0,0 0 0 0 0,0 0 1 0 0,1 0-1 0 0,-1 0 0 0 0,0 0 1 0 0,1 0-1 0 0,-1 0 1 0 0,0 0-1 0 0,1 1 0 0 0,-1-1 1 0 0,0 0-1 0 0,0 1 1 0 0,0-1-1 0 0,2 2 0 0 0,4 0 1 0 0,96 28 67 0 0,-34-17-20 0 0,-62-13 4 0 0,-7 0-35 0 0,0 0-1 0 0,1 0 0 0 0,-1 0 1 0 0,0 0-1 0 0,1 0 0 0 0,-1 0 1 0 0,1 0-1 0 0,-1 0 0 0 0,0 0 1 0 0,1 0-1 0 0,-1 0 0 0 0,0 0 0 0 0,1 0 1 0 0,-1 0-1 0 0,0 0 0 0 0,1 0 1 0 0,-1 0-1 0 0,0 0 0 0 0,1 0 1 0 0,-1 1-1 0 0,0-1 0 0 0,1 0 1 0 0,-1 0-1 0 0,0 0 0 0 0,1 1 1 0 0,-1-1-1 0 0,0 0 0 0 0,0 1 1 0 0,1 0 686 0 0,-2-1-781 0 0,1 0 66 0 0,-1 0 0 0 0,0 1 0 0 0,1-1-1 0 0,-1 0 1 0 0,1 1 0 0 0,-1-1-1 0 0,1 0 1 0 0,-1 1 0 0 0,1-1 0 0 0,-1 1-1 0 0,1-1 1 0 0,-1 1 0 0 0,1-1 0 0 0,-1 1-1 0 0,1-1 1 0 0,0 1 0 0 0,-1-1 0 0 0,1 2-1 0 0,-7 14-13 0 0,5-13 28 0 0,0 3 6 0 0,1 0 0 0 0,-1 0 1 0 0,1 0-1 0 0,0 0 0 0 0,1 1 1 0 0,0-1-1 0 0,0 11 0 0 0,0-5 4 0 0,0-11-11 0 0,0 7 12 0 0,0 0 0 0 0,0 1 0 0 0,1-1 0 0 0,0 0 0 0 0,0 1 0 0 0,1-1 0 0 0,4 13 0 0 0,51 116 85 0 0,-51-116-98 0 0,1 1 12 0 0,-6-19-9 0 0,0 0 0 0 0,0 0 0 0 0,0 0 1 0 0,0 0-1 0 0,-1 1 0 0 0,0-1 1 0 0,0 6-1 0 0,0-5 2 0 0,1 0 0 0 0,-1 0 0 0 0,0-1 0 0 0,2 7 0 0 0,-1-9-19 0 0,-1 0-1 0 0,0-1 1 0 0,1 1-1 0 0,-1 0 1 0 0,0 0-1 0 0,0-1 1 0 0,0 1 0 0 0,1 0-1 0 0,-1 0 1 0 0,0 0-1 0 0,0-1 1 0 0,0 1-1 0 0,0 0 1 0 0,-1 0-1 0 0,1 0 1 0 0,0-1-1 0 0,0 1 1 0 0,0 0-1 0 0,-1 0 1 0 0,1-1 0 0 0,0 1-1 0 0,-1 0 1 0 0,1-1-1 0 0,-1 1 1 0 0,1 0-1 0 0,0-1 1 0 0,-1 1-1 0 0,0-1 1 0 0,1 1-1 0 0,-1 0 1 0 0,1-1-1 0 0,-1 1 1 0 0,0-1-1 0 0,1 0 1 0 0,-1 1 0 0 0,0-1-1 0 0,1 1 1 0 0,-1-1-1 0 0,0 0 1 0 0,0 0-1 0 0,-1 1 1 0 0,-14 1-1991 0 0,-5 0-2287 0 0,6-1-2368 0 0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34 2473 0 0,'0'0'16670'0'0,"-2"-6"-15619"0"0,-7-15-119 0 0,9 21-869 0 0,0-1 1 0 0,0 1-1 0 0,0 0 0 0 0,0 0 0 0 0,0-1 1 0 0,0 1-1 0 0,-1 0 0 0 0,1 0 1 0 0,0-1-1 0 0,0 1 0 0 0,0 0 1 0 0,0 0-1 0 0,0-1 0 0 0,0 1 1 0 0,-1 0-1 0 0,1 0 0 0 0,0 0 1 0 0,0-1-1 0 0,0 1 0 0 0,0 0 1 0 0,-1 0-1 0 0,1 0 0 0 0,0 0 1 0 0,0 0-1 0 0,-1-1 0 0 0,1 1 1 0 0,0 0-1 0 0,0 0 0 0 0,-1 0 1 0 0,1 0-1 0 0,0 0 0 0 0,0 0 1 0 0,-1 0-1 0 0,1 0 0 0 0,0 0 1 0 0,0 0-1 0 0,-1 0 0 0 0,1 0 1 0 0,0 0-1 0 0,0 0 0 0 0,-1 0 1 0 0,1 0-1 0 0,0 0 0 0 0,0 0 1 0 0,-1 0-1 0 0,1 0 0 0 0,0 1 1 0 0,0-1-1 0 0,-1 0 0 0 0,1 0 1 0 0,0 0-1 0 0,0 0 0 0 0,0 1 1 0 0,-1-1-1 0 0,1 0 0 0 0,0 0 1 0 0,0 0-1 0 0,0 1 0 0 0,0-1 1 0 0,0 0-1 0 0,-1 0 0 0 0,1 0 1 0 0,0 1-1 0 0,0-1 0 0 0,0 0 1 0 0,0 0-1 0 0,0 1 0 0 0,0-1 0 0 0,0 1 1 0 0,0 1-63 0 0,1 0 0 0 0,-1 1 0 0 0,1-1 1 0 0,0 0-1 0 0,0 1 0 0 0,0-1 0 0 0,0 0 1 0 0,0 0-1 0 0,2 2 0 0 0,4 9 24 0 0,19 35 100 0 0,-7-16-20 0 0,-10-16-68 0 0,-6-11-22 0 0,0 1 0 0 0,5 10 0 0 0,10 18 28 0 0,-15-28-34 0 0,-3-4-7 0 0,1-1-1 0 0,0 1 1 0 0,-1 0 0 0 0,1-1-1 0 0,-1 1 1 0 0,1 0 0 0 0,-1-1-1 0 0,0 4 1 0 0,2 4 93 0 0,-2-8-214 0 0,0-1-1 0 0,0 1 1 0 0,0-1-1 0 0,0 1 1 0 0,0-1-1 0 0,1 1 1 0 0,-1-1-1 0 0,0 1 1 0 0,0-1-1 0 0,0 1 1 0 0,-1-1-1 0 0,1 1 1 0 0,0-1-1 0 0,0 2 1 0 0,-1-2-65 0 0,1 0 0 0 0,0 1 0 0 0,-1-1 0 0 0,1 0 1 0 0,-1 1-1 0 0,1-1 0 0 0,-1 0 0 0 0,1 0 0 0 0,-1 0 0 0 0,1 0 0 0 0,-1 1 0 0 0,1-1 1 0 0,-1 0-1 0 0,1 0 0 0 0,-1 0 0 0 0,0 0 0 0 0,1 0 0 0 0,-1 0 0 0 0,0 0 0 0 0,0-1-552 0 0,-1 1 0 0 0,1 0 0 0 0,0 0 0 0 0,-1-1 0 0 0,1 1 0 0 0,-1-1-1 0 0,1 0 1 0 0,0 1 0 0 0,0-1 0 0 0,-1 0 0 0 0,1 1 0 0 0,0-1 0 0 0,0 0-1 0 0,0 0 1 0 0,-1-1 0 0 0,-2-1-2171 0 0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323 21 11554 0 0,'0'0'11939'0'0,"-28"-3"-11524"0"0,-88-8-80 0 0,52 4 86 0 0,-15 7-452 0 0,61 5-1716 0 0,6 0-2859 0 0,6-3-395 0 0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 6433 0 0,'0'0'14861'0'0,"3"-3"-14864"0"0,0 0 0 0 0,-3 3 2 0 0,0-1 0 0 0,1 0 1 0 0,-1 1-1 0 0,1-1 0 0 0,-1 1 0 0 0,1-1 1 0 0,-1 1-1 0 0,1-1 0 0 0,-1 1 0 0 0,1-1 1 0 0,0 1-1 0 0,-1-1 0 0 0,1 1 0 0 0,0 0 0 0 0,-1 0 1 0 0,1-1-1 0 0,0 1 0 0 0,-1 0 0 0 0,1 0 1 0 0,0-1-1 0 0,-1 1 0 0 0,1 0 0 0 0,0 0 1 0 0,0 0-1 0 0,-1 0 0 0 0,1 0 0 0 0,0 0 1 0 0,0 0-1 0 0,-1 1 0 0 0,1-1 0 0 0,0 0 0 0 0,-1 0 1 0 0,2 1-1 0 0,74 43 16 0 0,13 8 63 0 0,-47-30-35 0 0,50 24 172 0 0,-84-42-197 0 0,8 3 53 0 0,23 14 0 0 0,-39-21-86 0 0,0 0 1 0 0,0 0-1 0 0,0 0 0 0 0,0 0 1 0 0,-1 0-1 0 0,1 0 1 0 0,0 0-1 0 0,0 0 1 0 0,0 0-1 0 0,0 0 0 0 0,0 0 1 0 0,0 1-1 0 0,-1-1 1 0 0,1 0-1 0 0,0 0 1 0 0,0 0-1 0 0,0 0 0 0 0,0 0 1 0 0,0 0-1 0 0,0 0 1 0 0,0 0-1 0 0,0 0 1 0 0,0 0-1 0 0,-1 0 0 0 0,1 0 1 0 0,0 1-1 0 0,0-1 1 0 0,0 0-1 0 0,0 0 1 0 0,0 0-1 0 0,0 0 0 0 0,0 0 1 0 0,0 0-1 0 0,0 0 1 0 0,0 1-1 0 0,0-1 1 0 0,0 0-1 0 0,0 0 0 0 0,0 0 1 0 0,0 0-1 0 0,0 0 1 0 0,0 0-1 0 0,0 0 1 0 0,0 1-1 0 0,0-1 0 0 0,0 0 1 0 0,0 0-1 0 0,0 0 1 0 0,0 0-1 0 0,0 0 1 0 0,0 0-1 0 0,0 0 0 0 0,0 1 1 0 0,0-1-1 0 0,0 0 1 0 0,0 0-1 0 0,1 0 1 0 0,-1 0-1 0 0,0 0 0 0 0,0 0 1 0 0,0 0-1 0 0,0 0 1 0 0,0 0-1 0 0,0 0 1 0 0,0 1-1 0 0,1-1 0 0 0,-10 1-1937 0 0,-12-5-5469 0 0,14 3 3753 0 0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246 0 6433 0 0,'0'0'17365'0'0,"-19"5"-17051"0"0,-57 14-82 0 0,73-18-217 0 0,1 0 1 0 0,-1-1 0 0 0,1 1-1 0 0,-1 0 1 0 0,1 0 0 0 0,-1 1-1 0 0,1-1 1 0 0,0 0-1 0 0,-3 3 1 0 0,5-4-11 0 0,-5 4 47 0 0,1 1-1 0 0,0 0 1 0 0,0 0-1 0 0,0 0 1 0 0,1 0-1 0 0,-1 1 1 0 0,1 0-1 0 0,1-1 1 0 0,-3 8-1 0 0,-1 3 51 0 0,1 0 1 0 0,-3 20-1 0 0,-5 6 120 0 0,13-41-560 0 0,-1 1 0 0 0,1 0 0 0 0,-1-1 0 0 0,0 1 0 0 0,0-1 0 0 0,0 1 0 0 0,0-1 0 0 0,0 0 0 0 0,0 1 0 0 0,0-1-1 0 0,0 0 1 0 0,0 0 0 0 0,-1 0 0 0 0,1 0 0 0 0,0 0 0 0 0,-1 0 0 0 0,-2 2 0 0 0,1-2-775 0 0,0 0 1 0 0,0 0-1 0 0,0 0 1 0 0,0 0-1 0 0,0 0 1 0 0,-1-1-1 0 0,1 0 1 0 0,-5 1-1 0 0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212 51 2873 0 0,'0'0'18896'0'0,"-9"-8"-18730"0"0,-27-26-71 0 0,36 33-92 0 0,-1 0 0 0 0,1 1-1 0 0,-1-1 1 0 0,1 0 0 0 0,-1 1-1 0 0,0-1 1 0 0,1 1 0 0 0,-1-1 0 0 0,0 1-1 0 0,0-1 1 0 0,1 1 0 0 0,-1 0 0 0 0,0-1-1 0 0,0 1 1 0 0,1 0 0 0 0,-1 0 0 0 0,0-1-1 0 0,-1 1 1 0 0,-8 0 12 0 0,-1 1-1 0 0,1 0 0 0 0,0 1 1 0 0,0 0-1 0 0,0 0 1 0 0,-15 6-1 0 0,13-3 10 0 0,0-1-1 0 0,0 2 0 0 0,-17 9 1 0 0,29-14-22 0 0,0-1 0 0 0,0 1 0 0 0,-1-1 0 0 0,1 1 0 0 0,0-1 0 0 0,0 0 0 0 0,0 1 0 0 0,0-1 0 0 0,0 1 0 0 0,0-1 0 0 0,0 1 0 0 0,0-1 0 0 0,0 1 0 0 0,0-1 0 0 0,0 1 0 0 0,0-1 0 0 0,0 1 0 0 0,0 0-8 0 0,0 4-9 0 0,0 2 11 0 0,0 0 1 0 0,1-1 0 0 0,-1 1 0 0 0,4 11-1 0 0,-1-2 8 0 0,4 33-1 0 0,-5-31 6 0 0,5 23-1 0 0,-4-28-11 0 0,7 21 30 0 0,17 51-23 0 0,-13-33 27 0 0,-1-3 5 0 0,-12-43-29 0 0,0 0 0 0 0,0 0 1 0 0,0 6-1 0 0,2 12-13 0 0,1-14 17 0 0,-3-8-7 0 0,-1 0 0 0 0,1-1 0 0 0,-1 1 0 0 0,1 0 0 0 0,-1 0 0 0 0,0-1 0 0 0,1 3-1 0 0,-1-3 26 0 0,0-1 0 0 0,0 1 0 0 0,0 0 0 0 0,0-1 0 0 0,0 1 0 0 0,0-1 0 0 0,0 1 0 0 0,0-1 0 0 0,1 1 0 0 0,-1-1 0 0 0,0 1 0 0 0,0-1 0 0 0,1 1 0 0 0,-1-1 0 0 0,0 1 0 0 0,0-1 0 0 0,1 1-1 0 0,-1-1 1 0 0,1 0 0 0 0,-1 1 0 0 0,0-1 0 0 0,1 0 0 0 0,-1 1 0 0 0,1-1 0 0 0,-1 0 0 0 0,1 0 0 0 0,-1 1 0 0 0,1-1 0 0 0,-1 0 0 0 0,1 0 0 0 0,-1 0 0 0 0,1 1 0 0 0,-1-1 0 0 0,1 0 0 0 0,-1 0-1 0 0,1 0 1 0 0,0 0 0 0 0,-1 0 0 0 0,1 0 0 0 0,-1 0 0 0 0,1 0 0 0 0,-1-1 0 0 0,2 1 0 0 0,3-1 86 0 0,0 0 1 0 0,0 0-1 0 0,8-4 0 0 0,-6 2-151 0 0,15-3-140 0 0,2 0 0 0 0,26-2-1 0 0,-42 6-877 0 0,0 1-1 0 0,11-5 1 0 0,0 0-4848 0 0,-12 3 459 0 0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 4473 0 0,'0'0'18323'0'0,"3"-7"-18233"0"0,10-18-39 0 0,-12 24-50 0 0,-1 0 1 0 0,1 1-1 0 0,-1-1 0 0 0,1 1 1 0 0,-1-1-1 0 0,1 1 0 0 0,-1-1 1 0 0,1 1-1 0 0,-1 0 0 0 0,1-1 1 0 0,0 1-1 0 0,-1 0 0 0 0,1-1 1 0 0,0 1-1 0 0,-1 0 1 0 0,1 0-1 0 0,0 0 0 0 0,-1-1 1 0 0,1 1-1 0 0,0 0 0 0 0,0 0 1 0 0,-1 0-1 0 0,1 0 0 0 0,0 0 1 0 0,-1 0-1 0 0,1 1 0 0 0,1-1 1 0 0,2 0 4 0 0,119 7 97 0 0,-104-5-90 0 0,30 2-18 0 0,-49-4-7 0 0,0 0 1 0 0,0 1 0 0 0,-1-1 0 0 0,1 0-1 0 0,0 0 1 0 0,0 0 0 0 0,0 1 0 0 0,0-1-1 0 0,0 0 1 0 0,0 0 0 0 0,0 0 0 0 0,-1 1-1 0 0,1-1 1 0 0,0 0 0 0 0,0 0 0 0 0,0 0-1 0 0,0 0 1 0 0,-1 0 0 0 0,1 0-1 0 0,0 1 1 0 0,0-1 0 0 0,0 0 0 0 0,-1 0-1 0 0,1 0 1 0 0,-3 2-4 0 0,0 0 0 0 0,0 1 0 0 0,0-1 0 0 0,0 1 0 0 0,0-1 0 0 0,-3 7 0 0 0,0-3 12 0 0,5-4 6 0 0,-1 0 0 0 0,0 0 0 0 0,1-1 0 0 0,0 1 0 0 0,-1 0 0 0 0,1 1 0 0 0,0-1 1 0 0,0 0-1 0 0,0 0 0 0 0,0 0 0 0 0,1 1 0 0 0,-1-1 0 0 0,0 0 0 0 0,1 1 0 0 0,0-1 0 0 0,0 0 0 0 0,-1 1 0 0 0,1-1 0 0 0,1 1 0 0 0,-1-1 0 0 0,0 0 0 0 0,1 1 0 0 0,-1-1 0 0 0,1 1 0 0 0,-1-1 0 0 0,1 0 0 0 0,0 0 0 0 0,0 0 0 0 0,0 1 0 0 0,1-1 1 0 0,-1 0-1 0 0,0 0 0 0 0,1 0 0 0 0,-1-1 0 0 0,1 1 0 0 0,0 0 0 0 0,-1-1 0 0 0,4 3 0 0 0,2 1 12 0 0,1 0-1 0 0,16 7 1 0 0,5 2 12 0 0,-29-13-32 0 0,1-1 1 0 0,-1 0 0 0 0,0 0 0 0 0,0 0 0 0 0,1 1 0 0 0,-1-1 0 0 0,0 0 0 0 0,1 0 0 0 0,-1 1 0 0 0,0-1 0 0 0,0 0 0 0 0,0 0 0 0 0,1 1 0 0 0,-1-1-1 0 0,0 0 1 0 0,0 1 0 0 0,0-1 0 0 0,0 0 0 0 0,1 1 0 0 0,-1-1 0 0 0,0 0 0 0 0,0 1 0 0 0,0-1 0 0 0,0 0 0 0 0,0 1 0 0 0,0-1 0 0 0,0 0 0 0 0,0 1-1 0 0,0-1 1 0 0,0 1 0 0 0,0-1 0 0 0,0 0 0 0 0,-1 1 0 0 0,1-1 0 0 0,0 0 0 0 0,0 1 0 0 0,0-1 0 0 0,0 0 0 0 0,-1 1 0 0 0,1-1 0 0 0,0 0 0 0 0,0 0-1 0 0,0 1 1 0 0,-1-1 0 0 0,1 0 0 0 0,0 0 0 0 0,-1 1 0 0 0,1-1 0 0 0,-16 11 21 0 0,-3-2 86 0 0,0-1 1 0 0,0-1-1 0 0,-1-1 1 0 0,-37 8-1 0 0,1 1-3014 0 0,48-14 686 0 0,0 1-777 0 0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56 80 0 0,'0'0'14664'0'0,"13"-8"-13842"0"0,42-23-85 0 0,-34 20-109 0 0,-13 9 24 0 0,0 1-192 0 0,1 0-87 0 0,1 0 0 0 0,-1 1 0 0 0,19 1 0 0 0,-26-1-372 0 0,-1 1 0 0 0,1-1 0 0 0,0 1 0 0 0,0 0 0 0 0,-1-1 0 0 0,1 1 0 0 0,0 0 0 0 0,-1 0 0 0 0,1 0 0 0 0,-1 0 0 0 0,1 0 0 0 0,-1 0 0 0 0,0 1 0 0 0,1-1 0 0 0,-1 0 0 0 0,0 1 0 0 0,0-1 0 0 0,0 1 0 0 0,0-1 1 0 0,1 4-1 0 0,2 3-41 0 0,-1 0 1 0 0,5 17 0 0 0,-5-15 59 0 0,11 49-48 0 0,-1-6 29 0 0,3 6 32 0 0,-12-41-29 0 0,1 0 0 0 0,0 0 0 0 0,1 0 0 0 0,14 26 0 0 0,-15-35 3 0 0,-1 1 0 0 0,5 12 0 0 0,13 31 27 0 0,-12-32 13 0 0,5 2 49 0 0,1 3-8 0 0,-14-21-69 0 0,0 0 0 0 0,1-1 1 0 0,-1 1-1 0 0,5 5 0 0 0,-5-8-14 0 0,2 4 23 0 0,-4-6-1 0 0,0 1 0 0 0,0 0 1 0 0,0-1-1 0 0,0 1 0 0 0,1-1 0 0 0,-1 1 0 0 0,0-1 0 0 0,0 1 0 0 0,0-1 0 0 0,0 1 1 0 0,-1 0-1 0 0,1-1 0 0 0,0 1 0 0 0,0-1 0 0 0,0 1 0 0 0,0-1 0 0 0,-1 1 0 0 0,1-1 0 0 0,0 1 1 0 0,0-1-1 0 0,-1 1 0 0 0,1-1 0 0 0,0 1 0 0 0,-1 0 0 0 0,0 0 34 0 0,-1 0 0 0 0,1 0 0 0 0,-1 0 0 0 0,1 0 0 0 0,-1 0-1 0 0,1-1 1 0 0,-1 1 0 0 0,-2 1 0 0 0,-4 0 154 0 0,-1 0-1 0 0,-13 2 1 0 0,17-3-174 0 0,-22 2 176 0 0,-29-1-1 0 0,-12 1-2506 0 0,44-1-452 0 0,9-1-2318 0 0,3-1-5324 0 0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15 3089 0 0,'0'0'12649'0'0,"-1"-2"-12449"0"0,-2-8-49 0 0,2 8 272 0 0,3 2-270 0 0,1-1 29 0 0,1 1 1 0 0,0 1-1 0 0,-1-1 0 0 0,1 0 0 0 0,0 1 0 0 0,-1 0 0 0 0,1-1 0 0 0,-1 1 0 0 0,6 3 1 0 0,3 2-21 0 0,-1 1 0 0 0,1 1 0 0 0,12 10 0 0 0,-3-2-20 0 0,-1-1 6 0 0,-2 1-1 0 0,21 22 1 0 0,30 40 252 0 0,-67-76-386 0 0,16 21 134 0 0,-1 2-1 0 0,0 0 1 0 0,-2 0 0 0 0,-1 2 0 0 0,-1 0 0 0 0,-2 0 0 0 0,10 33 0 0 0,-15-36-10 0 0,-1-1 1 0 0,0 1 0 0 0,-2 0 0 0 0,-1 0 0 0 0,-2 46 0 0 0,-1-65-85 0 0,1 0 1 0 0,-1 0-1 0 0,0 0 1 0 0,-1 0-1 0 0,1 0 1 0 0,-1 0-1 0 0,0-1 0 0 0,-4 8 1 0 0,-2 0 231 0 0,-16 21 0 0 0,21-30-211 0 0,-1 1 0 0 0,0-1 0 0 0,0 0 0 0 0,0 0 0 0 0,0 0 0 0 0,0 0 1 0 0,-5 2-1 0 0,-1-1-385 0 0,0 0-1 0 0,-14 4 1 0 0,3-4-3215 0 0,7-2-3593 0 0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16 3881 0 0,'0'0'16826'0'0,"-1"-3"-15963"0"0,1 2-347 0 0,-1-11 4912 0 0,21 26-5089 0 0,-6-6-250 0 0,16 15 78 0 0,-1 1 0 0 0,36 39 1 0 0,42 65 154 0 0,-4-7-4 0 0,27 34-43 0 0,-117-140-242 0 0,61 69 136 0 0,-17-15-14 0 0,-49-61-175 0 0,-8-8 19 0 0,0 0 0 0 0,0 0-1 0 0,0-1 1 0 0,0 1 0 0 0,1 0 0 0 0,-1 0-1 0 0,0 0 1 0 0,0 0 0 0 0,0 0 0 0 0,0 0 0 0 0,0 0-1 0 0,0 0 1 0 0,0 0 0 0 0,0 0 0 0 0,0 0-1 0 0,0 0 1 0 0,0 0 0 0 0,0 0 0 0 0,0 0 0 0 0,0-1-1 0 0,0 1 1 0 0,0 0 0 0 0,0 0 0 0 0,0 0-1 0 0,1 0 1 0 0,-1 0 0 0 0,0 0 0 0 0,0 0 0 0 0,0 0-1 0 0,0 0 1 0 0,0-1 0 0 0,0 1 0 0 0,0 0-1 0 0,0 0 1 0 0,-1 0 0 0 0,1 0 0 0 0,0 0 0 0 0,0 0-1 0 0,0 0 1 0 0,0 0 0 0 0,0 0 0 0 0,0 0-1 0 0,0-1 1 0 0,0 1 0 0 0,0 0 0 0 0,0 0 0 0 0,0 0-1 0 0,-8-20-228 0 0,6 14 91 0 0,-3-5-484 0 0,0 0 0 0 0,0 1 0 0 0,-1 0 0 0 0,-10-13 0 0 0,-31-35-5793 0 0,28 36 2272 0 0,3 6-1942 0 0,4 4-3421 0 0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391 42 9170 0 0,'0'0'19524'0'0,"-4"-7"-19205"0"0,-12-21-56 0 0,12 22 330 0 0,4 20-541 0 0,0-7-54 0 0,-1-1 1 0 0,0 0-1 0 0,-4 11 0 0 0,1-2 14 0 0,3-10 4 0 0,-1 0 0 0 0,-4 9-1 0 0,-2 3-3 0 0,1 2 13 0 0,-2-1 1 0 0,0 0-1 0 0,-1 0 0 0 0,-19 24 1 0 0,-45 68 327 0 0,42-60-239 0 0,2 1 0 0 0,-30 71 0 0 0,57-115-76 0 0,0 0 1 0 0,-1-1-1 0 0,1 0 1 0 0,-2 0-1 0 0,-7 9 1 0 0,10-12-426 0 0,-1-1 0 0 0,1 1 0 0 0,-1-1 0 0 0,0 0 1 0 0,-5 3-1 0 0,5-4-625 0 0,1 0-1 0 0,0 0 1 0 0,-1 0 0 0 0,1 0 0 0 0,-1-1 0 0 0,1 1-1 0 0,-1-1 1 0 0,-4 1 0 0 0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13563 0 0,'0'0'15525'0'0,"-1"1"-15443"0"0,0 3-61 0 0,0 0 1 0 0,1-1-1 0 0,-1 1 0 0 0,1 0 0 0 0,0 0 1 0 0,-1 0-1 0 0,2 0 0 0 0,-1 0 0 0 0,0 0 1 0 0,1-1-1 0 0,2 8 0 0 0,0-1 44 0 0,0 0-1 0 0,1 0 1 0 0,7 13 0 0 0,12 18 54 0 0,31 62 11 0 0,-46-86-189 0 0,-6-15-47 0 0,-1 1-1 0 0,1-1 1 0 0,-1 1 0 0 0,0-1-1 0 0,0 1 1 0 0,0 0 0 0 0,0-1-1 0 0,0 1 1 0 0,-1 0 0 0 0,1 0-1 0 0,-1-1 1 0 0,1 1 0 0 0,-1 0-1 0 0,0 0 1 0 0,-1 5 0 0 0,1-8-99 0 0,0 0 1 0 0,0 0 0 0 0,-1 1-1 0 0,1-1 1 0 0,0 0 0 0 0,0 0-1 0 0,-1 1-408 0 0,1-1 409 0 0,0 0-1 0 0,0 0 1 0 0,-1 0 0 0 0,1 1-1 0 0,0-1 1 0 0,0 0 0 0 0,-1 0-1 0 0,1 0 1 0 0,0 0-1 0 0,-1 0 1 0 0,1 0 0 0 0,0 0-1 0 0,0 0 1 0 0,-1 0 0 0 0,1 0-1 0 0,0 0 1 0 0,-1 0 0 0 0,1 0-1 0 0,0 0 1 0 0,-1 0 0 0 0,1 0-1 0 0,0 0 1 0 0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262 3 3929 0 0,'0'0'21859'0'0,"-2"1"-21245"0"0,-4-1-365 0 0,0 1 1 0 0,-1-1-1 0 0,1 0 1 0 0,0 0-1 0 0,-9-2 1 0 0,-14 0 246 0 0,10 2-256 0 0,8 0-193 0 0,0-1 0 0 0,-1 2 1 0 0,1 0-1 0 0,0 0 0 0 0,0 1 1 0 0,-13 3-1 0 0,-6 3-99 0 0,1-1-1714 0 0,28-6 1149 0 0,-1-1-1 0 0,1 0 0 0 0,-1 1 0 0 0,0-1 0 0 0,1 0 1 0 0,-1 0-1 0 0,-3 0 0 0 0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368 46 11955 0 0,'0'0'15111'0'0,"-28"-7"-14899"0"0,-88-23-59 0 0,83 22-74 0 0,25 8-21 0 0,1 0-27 0 0,-7 2-108 0 0,-1-1-1 0 0,0 2 1 0 0,1 0 0 0 0,0 1-1 0 0,0 0 1 0 0,-16 7 0 0 0,0 0-4127 0 0,0-2-4680 0 0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50 5665 0 0,'0'0'21289'0'0,"0"-8"-20825"0"0,0-25-116 0 0,0 25 555 0 0,-8 11-947 0 0,2 7 63 0 0,0 0 1 0 0,-12 13-1 0 0,1 1 28 0 0,3-5-23 0 0,7-11-5 0 0,1 1 0 0 0,1-1 1 0 0,-1 1-1 0 0,1 0 1 0 0,-4 11-1 0 0,2 4 23 0 0,0 0-1 0 0,1 1 0 0 0,2-1 1 0 0,0 1-1 0 0,0 31 0 0 0,3-29 12 0 0,2 0-1 0 0,0 1 0 0 0,2-1 0 0 0,10 48 1 0 0,-3-39 14 0 0,2-1 0 0 0,23 48 0 0 0,-29-69-41 0 0,2-1 0 0 0,0 1 0 0 0,0-2 0 0 0,2 1 0 0 0,-1-1 0 0 0,1-1 1 0 0,1 0-1 0 0,19 16 0 0 0,-23-22 0 0 0,-1-1-1 0 0,2 0 1 0 0,-1 0 0 0 0,0 0 0 0 0,1-1-1 0 0,-1 0 1 0 0,1-1 0 0 0,14 3 0 0 0,-2-2-1274 0 0,0-1 1 0 0,27-1 0 0 0,-33-3-3001 0 0,-2-2-4878 0 0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7482 0 0,'0'0'14273'0'0,"7"7"-14157"0"0,2 2-70 0 0,-3-2-3 0 0,0 0 1 0 0,1-1-1 0 0,0 0 1 0 0,11 7-1 0 0,50 31 349 0 0,97 46 0 0 0,-145-80-459 0 0,-1 0-824 0 0,32 12 1 0 0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0 10114 0 0,'0'0'15531'0'0,"-12"6"-15309"0"0,-37 20-67 0 0,45-24-137 0 0,0 0 1 0 0,1 0 0 0 0,-1 0 0 0 0,1 1 0 0 0,0-1 0 0 0,0 1 0 0 0,0 0 0 0 0,0 0 0 0 0,0 0 0 0 0,1 0 0 0 0,-1 1 0 0 0,1-1 0 0 0,0 1 0 0 0,-3 4 0 0 0,-2 6 11 0 0,-13 22 58 0 0,-1 4-1537 0 0,18-35-714 0 0,-1 0 0 0 0,-8 9-1 0 0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64 3049 0 0,'0'0'16557'0'0,"-6"-10"-16052"0"0,-2-3-349 0 0,-15-27 771 0 0,23 40-916 0 0,0 0 1 0 0,0 0-1 0 0,0 1 0 0 0,0-1 1 0 0,0 0-1 0 0,0 0 0 0 0,0 1 1 0 0,0-1-1 0 0,0 0 0 0 0,0 0 1 0 0,-1 0-1 0 0,1 1 0 0 0,0-1 1 0 0,0 0-1 0 0,0 0 0 0 0,0 0 1 0 0,-1 1-1 0 0,1-1 0 0 0,0 0 1 0 0,0 0-1 0 0,0 0 0 0 0,-1 0 1 0 0,1 0-1 0 0,0 0 0 0 0,0 0 1 0 0,-1 1-1 0 0,1-1 0 0 0,0 0 1 0 0,0 0-1 0 0,-1 0 0 0 0,1 0 1 0 0,0 0-1 0 0,0 0 0 0 0,-1 0 1 0 0,1 0-1 0 0,0 0 0 0 0,0 0 1 0 0,-1 0-1 0 0,-15 1 497 0 0,12-1-387 0 0,-49 0 756 0 0,26 0-634 0 0,27 0-242 0 0,0 0-1 0 0,0 0 1 0 0,0 0-1 0 0,-1 0 1 0 0,1 0 0 0 0,0 0-1 0 0,0 0 1 0 0,0 0-1 0 0,-1 1 1 0 0,1-1 0 0 0,0 0-1 0 0,0 0 1 0 0,0 0 0 0 0,0 0-1 0 0,-1 0 1 0 0,1 0-1 0 0,0 1 1 0 0,0-1 0 0 0,0 0-1 0 0,0 0 1 0 0,0 0-1 0 0,-1 0 1 0 0,1 1 0 0 0,0-1-1 0 0,0 0 1 0 0,0 0-1 0 0,0 0 1 0 0,0 0 0 0 0,0 1-1 0 0,0-1 1 0 0,0 10 12 0 0,0-8-1 0 0,0 1 0 0 0,1-1-1 0 0,-1 0 1 0 0,1 1 0 0 0,2 3 0 0 0,10 16 65 0 0,0 1 0 0 0,-1 0 1 0 0,15 44-1 0 0,-23-56-77 0 0,-1-1 0 0 0,-1 0-1 0 0,3 18 1 0 0,2 96-30 0 0,-8-88 46 0 0,0-11 7 0 0,3 30 0 0 0,0-45 21 0 0,-1 0 1 0 0,1 0 0 0 0,1 0 0 0 0,0 0-1 0 0,0 0 1 0 0,6 10 0 0 0,-6-13 36 0 0,1-1 0 0 0,0 1 0 0 0,1-1 0 0 0,-1 0 0 0 0,1-1 0 0 0,0 1 1 0 0,0-1-1 0 0,1 0 0 0 0,6 5 0 0 0,-8-7-42 0 0,1 0 0 0 0,-1 0 0 0 0,1-1 0 0 0,-1 1 0 0 0,1-1 0 0 0,0-1 0 0 0,0 1 0 0 0,0-1-1 0 0,0 1 1 0 0,0-1 0 0 0,1-1 0 0 0,-1 1 0 0 0,0-1 0 0 0,9 0 0 0 0,-13 0-172 0 0,0 0 1 0 0,0-1-1 0 0,-1 1 0 0 0,1 0 1 0 0,0-1-1 0 0,0 1 0 0 0,-1 0 1 0 0,1-1-1 0 0,0 1 0 0 0,-1-1 1 0 0,1 1-1 0 0,-1-1 0 0 0,1 1 1 0 0,-1-1-1 0 0,1 1 0 0 0,-1-1 1 0 0,1 1-1 0 0,-1-1 0 0 0,1 0 1 0 0,-1 1-1 0 0,0-1 0 0 0,1 0 1 0 0,-1 0-1 0 0,0 1 0 0 0,1-2 1 0 0,1-9-3983 0 0,-2 1-3696 0 0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75 7690 0 0,'0'0'15728'0'0,"7"-12"-15670"0"0,24-38-54 0 0,-23 39-16 0 0,-3 9-6 0 0,-3 2 5 0 0,0 1 0 0 0,0-1 0 0 0,0 1-1 0 0,0 0 1 0 0,0-1 0 0 0,0 1-1 0 0,0 0 1 0 0,0 0 0 0 0,0 1 0 0 0,0-1-1 0 0,-1 0 1 0 0,4 3 0 0 0,19 19-56 0 0,-24-23 69 0 0,12 13-17 0 0,-1 1 1 0 0,0 0-1 0 0,-1 1 1 0 0,14 27-1 0 0,-11-6-48 0 0,-12-35 67 0 0,-1 0 1 0 0,1 1-1 0 0,-1-1 0 0 0,0 1 1 0 0,1-1-1 0 0,-1 0 0 0 0,0 1 1 0 0,0-1-1 0 0,0 1 0 0 0,0-1 1 0 0,0 1-1 0 0,0-1 0 0 0,0 0 1 0 0,-1 1-1 0 0,1-1 0 0 0,0 1 1 0 0,-1-1-1 0 0,1 0 0 0 0,-1 1 1 0 0,0-1-1 0 0,1 0 0 0 0,-1 0 1 0 0,0 1-1 0 0,0-1 0 0 0,0 0 1 0 0,-1 1-1 0 0,0 0 48 0 0,0 0 0 0 0,-1-1-1 0 0,1 0 1 0 0,-1 1 0 0 0,1-1 0 0 0,-1 0 0 0 0,1 0-1 0 0,-1-1 1 0 0,0 1 0 0 0,1 0 0 0 0,-1-1 0 0 0,0 0-1 0 0,-3 0 1 0 0,-4 1 121 0 0,-1-2 0 0 0,1 1 0 0 0,0-1 0 0 0,0-1 0 0 0,0 0 0 0 0,-18-6 0 0 0,10 0 53 0 0,0 0 1 0 0,-28-16 0 0 0,42 21-167 0 0,0 0 0 0 0,-1 0-1 0 0,1 0 1 0 0,1-1 0 0 0,-1 1 0 0 0,1-1 0 0 0,-5-5-1 0 0,7 7-58 0 0,0 0-1 0 0,0 1 0 0 0,0-1 0 0 0,0 0 0 0 0,0 0 1 0 0,0 1-1 0 0,0-1 0 0 0,1 0 0 0 0,-1 0 0 0 0,1 0 1 0 0,-1 0-1 0 0,1 0 0 0 0,0 0 0 0 0,0 0 0 0 0,0 0 1 0 0,0 0-1 0 0,0 0 0 0 0,0 0 0 0 0,1 0 0 0 0,-1 0 1 0 0,2-3-1 0 0,-1 3-172 0 0,0 0 1 0 0,0 0-1 0 0,0 0 0 0 0,1 1 1 0 0,-1-1-1 0 0,1 0 0 0 0,-1 1 1 0 0,1-1-1 0 0,-1 1 0 0 0,1 0 1 0 0,0-1-1 0 0,0 1 0 0 0,0 0 1 0 0,0 0-1 0 0,0 0 0 0 0,2-1 1 0 0,1 1-971 0 0,-1-1 1 0 0,1 1 0 0 0,-1 0-1 0 0,1 0 1 0 0,0 0 0 0 0,6 0-1 0 0,13 1-7323 0 0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57 7650 0 0,'0'0'13389'0'0,"19"-10"-13354"0"0,62-30-8 0 0,-79 39-26 0 0,1 0 1 0 0,0 0 0 0 0,0 0 0 0 0,0 0 0 0 0,-1 1 0 0 0,1-1 0 0 0,0 1 0 0 0,5 0-1 0 0,-6 0 1 0 0,0 0 0 0 0,-1 1-1 0 0,1-1 1 0 0,0 1 0 0 0,-1-1 0 0 0,1 1-1 0 0,-1 0 1 0 0,3 1 0 0 0,4 2 3 0 0,0-1-4 0 0,71 35 35 0 0,-68-32-30 0 0,1 1 0 0 0,-1 1 0 0 0,0 0 0 0 0,15 14 0 0 0,-24-20 0 0 0,0 1 1 0 0,0-1 0 0 0,0 0-1 0 0,0 1 1 0 0,0 0 0 0 0,-1 0 0 0 0,1-1-1 0 0,-1 1 1 0 0,0 0 0 0 0,0 0-1 0 0,0 0 1 0 0,0 0 0 0 0,0 0 0 0 0,-1 1-1 0 0,0-1 1 0 0,1 0 0 0 0,-1 0-1 0 0,0 0 1 0 0,0 0 0 0 0,-1 0 0 0 0,1 1-1 0 0,-1-1 1 0 0,0 0 0 0 0,1 0 0 0 0,-3 5-1 0 0,-1 0 59 0 0,0 1 7 0 0,0-1 0 0 0,1 0 0 0 0,-3 11-1 0 0,2-5 3 0 0,2-11-52 0 0,1 0 1 0 0,1 0 0 0 0,-1 0-1 0 0,0 0 1 0 0,0 6 0 0 0,1-2 25 0 0,0 0 1 0 0,0 0 0 0 0,1 0-1 0 0,0-1 1 0 0,0 1 0 0 0,0 0-1 0 0,1 0 1 0 0,0-1 0 0 0,3 9-1 0 0,5 3 92 0 0,20 29 0 0 0,-13-22-51 0 0,30 37 49 0 0,-39-51-123 0 0,-3-6-10 0 0,-4-4-4 0 0,0 0 0 0 0,0 0-1 0 0,0 0 1 0 0,0 1 0 0 0,0-1 0 0 0,-1 0 0 0 0,1 0 0 0 0,0 0-1 0 0,0 3 1 0 0,3 5-1 0 0,0-2 3 0 0,-4-7-3 0 0,0 0 0 0 0,0 0 1 0 0,0 1-1 0 0,0-1 0 0 0,0 0 1 0 0,0 0-1 0 0,-1 0 1 0 0,1 1-1 0 0,0-1 0 0 0,0 0 1 0 0,0 0-1 0 0,0 0 0 0 0,0 0 1 0 0,0 1-1 0 0,-1-1 0 0 0,1 0 1 0 0,0 0-1 0 0,0 0 0 0 0,0 0 1 0 0,0 0-1 0 0,-1 0 0 0 0,1 1 1 0 0,0-1-1 0 0,0 0 0 0 0,0 0 1 0 0,-1 0-1 0 0,1 0 0 0 0,0 0 1 0 0,0 0-1 0 0,0 0 1 0 0,-1 0-1 0 0,1 0 0 0 0,0 0 1 0 0,0 0-1 0 0,-26 4 144 0 0,-44 1 0 0 0,-13 1-6207 0 0,50-2-3381 0 0,24-2 1686 0 0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271 17 6145 0 0,'0'0'19411'0'0,"-10"-3"-19152"0"0,-35-6-47 0 0,35 7-144 0 0,0 1 0 0 0,0 0 0 0 0,0 0 1 0 0,-13 2-1 0 0,1 0-37 0 0,8 0-479 0 0,-1 1 0 0 0,1 1-1 0 0,-1 0 1 0 0,-22 9 0 0 0,25-8-1289 0 0,-2 1-2224 0 0,5-1-2527 0 0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14 280 0 0,'0'0'21922'0'0,"-2"-2"-21386"0"0,-13-9 192 0 0,15 11-705 0 0,1 0-1 0 0,-1 0 0 0 0,1 0 0 0 0,-1-1 0 0 0,1 1 0 0 0,0 0 0 0 0,-1 0 1 0 0,1 0-1 0 0,-1 0 0 0 0,1 0 0 0 0,-1 0 0 0 0,1 1 0 0 0,-1-1 1 0 0,1 0-1 0 0,-1 0 0 0 0,1 0 0 0 0,-1 0 0 0 0,1 1 0 0 0,10 3-49 0 0,8 9 39 0 0,34 25 0 0 0,-27-17-6 0 0,38 22-186 0 0,108 55-1 0 0,-120-71 30 0 0,-47-24 1605 0 0,3 2-9079 0 0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0 9666 0 0,'0'0'13540'0'0,"-16"16"-13372"0"0,-51 46-46 0 0,46-42-48 0 0,17-13-18 0 0,1-2-22 0 0,-7 12-480 0 0,-13 25 0 0 0,22-40 18 0 0,1-1 1 0 0,-1 0-1 0 0,0 1 1 0 0,0-1-1 0 0,0 0 1 0 0,0 0-1 0 0,0 0 1 0 0,0 0-1 0 0,-1 1 1 0 0,1-1-1 0 0,-2 1 1 0 0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245 76 9018 0 0,'0'0'15249'0'0,"-22"-13"-15156"0"0,-72-37-33 0 0,69 39-35 0 0,16 10-2 0 0,4 1-18 0 0,-1 1 1 0 0,0-1-1 0 0,0 1 1 0 0,1 1-1 0 0,-1-1 0 0 0,1 1 1 0 0,-1 0-1 0 0,1 0 1 0 0,0 0-1 0 0,0 1 1 0 0,0 0-1 0 0,0 0 0 0 0,-8 7 1 0 0,12-9-4 0 0,0 0 0 0 0,0-1 0 0 0,0 1 0 0 0,0 0 0 0 0,0 1 0 0 0,1-1 0 0 0,-1 0 0 0 0,0 0 1 0 0,1 0-1 0 0,-1 0 0 0 0,1 0 0 0 0,-1 1 0 0 0,1-1 0 0 0,-1 0 0 0 0,1 1 0 0 0,0-1 0 0 0,0 0 0 0 0,0 0 0 0 0,0 1 0 0 0,0-1 0 0 0,0 0 0 0 0,0 1 0 0 0,0-1 1 0 0,0 0-1 0 0,0 1 0 0 0,1-1 0 0 0,-1 0 0 0 0,1 0 0 0 0,-1 1 0 0 0,2 1 0 0 0,1 3 34 0 0,1-1 1 0 0,-1 1-1 0 0,2 0 1 0 0,6 7-1 0 0,-8-10-17 0 0,12 13 25 0 0,-2-1-39 0 0,0-1 0 0 0,0 2 0 0 0,-2 0 0 0 0,0 0 0 0 0,9 19 0 0 0,-8-7-21 0 0,-2 2 1 0 0,13 56-1 0 0,-10 4 36 0 0,1-2-17 0 0,-11-71 11 0 0,-3-11-9 0 0,1-1 0 0 0,0 1 0 0 0,1 0 0 0 0,-1-1 0 0 0,1 1 0 0 0,3 5 0 0 0,1 0 27 0 0,-4-6-11 0 0,0 0 0 0 0,1 0-1 0 0,0-1 1 0 0,4 5 0 0 0,-6-7 36 0 0,0-1 0 0 0,0 0 1 0 0,0 0-1 0 0,0 0 1 0 0,1 0-1 0 0,-1 0 1 0 0,0 0-1 0 0,1-1 0 0 0,-1 1 1 0 0,1 0-1 0 0,-1-1 1 0 0,1 1-1 0 0,-1-1 1 0 0,1 1-1 0 0,-1-1 1 0 0,1 0-1 0 0,0 0 0 0 0,1 0 1 0 0,2 0-28 0 0,0 0-1 0 0,0-1 1 0 0,0 0 0 0 0,0 0 0 0 0,0 0-1 0 0,0-1 1 0 0,0 0 0 0 0,-1 0 0 0 0,1 0-1 0 0,-1 0 1 0 0,1-1 0 0 0,5-4 0 0 0,-7 5-616 0 0,1-1 0 0 0,-1 0 0 0 0,0-1 1 0 0,5-6-1 0 0,-3 0-3055 0 0,-4 5-772 0 0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 4833 0 0,'0'0'17093'0'0,"10"-8"-17060"0"0,33-24 3 0 0,-41 31-32 0 0,0 0-1 0 0,-1 0 0 0 0,1 1 0 0 0,0-1 1 0 0,-1 0-1 0 0,1 1 0 0 0,0-1 0 0 0,0 1 1 0 0,0-1-1 0 0,0 1 0 0 0,0 0 1 0 0,-1 0-1 0 0,1 0 0 0 0,0 0 0 0 0,0 0 1 0 0,0 0-1 0 0,0 1 0 0 0,0-1 0 0 0,0 0 1 0 0,-1 1-1 0 0,1 0 0 0 0,0-1 0 0 0,0 1 1 0 0,1 1-1 0 0,8 2 31 0 0,76 26 43 0 0,-56-18-32 0 0,-29-12-43 0 0,1 1 1 0 0,-1 0 0 0 0,0 0 0 0 0,0 0-1 0 0,0 0 1 0 0,0 0 0 0 0,0 1 0 0 0,0-1-1 0 0,-1 0 1 0 0,4 4 0 0 0,-4-3 10 0 0,0-1 1 0 0,0 0 0 0 0,-1 1-1 0 0,1-1 1 0 0,-1 0 0 0 0,1 1-1 0 0,-1-1 1 0 0,1 1 0 0 0,-1-1-1 0 0,0 1 1 0 0,0-1 0 0 0,0 1-1 0 0,0-1 1 0 0,0 1 0 0 0,0-1-1 0 0,0 1 1 0 0,0-1-1 0 0,-1 3 1 0 0,0-2 26 0 0,0 1-1 0 0,0-1 1 0 0,0 0-1 0 0,-1 1 1 0 0,1-1-1 0 0,-1 0 1 0 0,0 0-1 0 0,1 0 1 0 0,-1 0-1 0 0,0 0 1 0 0,0 0-1 0 0,0-1 1 0 0,-3 3-1 0 0,-8 8 184 0 0,-7 6 110 0 0,15-14-263 0 0,0 0 0 0 0,0 1 0 0 0,-6 6 0 0 0,10-9-52 0 0,0 0 1 0 0,-1 0-1 0 0,1 0 1 0 0,0 0-1 0 0,0 1 1 0 0,0-1-1 0 0,1 0 0 0 0,-1 0 1 0 0,0 1-1 0 0,1-1 1 0 0,-1 0-1 0 0,1 1 1 0 0,0 2-1 0 0,0-2 22 0 0,0 0-1 0 0,0-1 1 0 0,0 1 0 0 0,1-1-1 0 0,-1 1 1 0 0,1-1 0 0 0,0 1-1 0 0,-1-1 1 0 0,1 1 0 0 0,2 2-1 0 0,-2-4-2 0 0,0 0-1 0 0,0 1 0 0 0,0-1 1 0 0,0 0-1 0 0,0 0 0 0 0,0 1 0 0 0,0-1 1 0 0,1 0-1 0 0,-1 0 0 0 0,0-1 1 0 0,1 1-1 0 0,-1 0 0 0 0,1 0 1 0 0,-1-1-1 0 0,1 1 0 0 0,-1-1 0 0 0,3 1 1 0 0,11 2 200 0 0,0-2 0 0 0,1 1 0 0 0,24-3 0 0 0,-15 1-145 0 0,-7-1-61 0 0,0-1 0 0 0,0 0 0 0 0,0-1 0 0 0,31-10 0 0 0,-17-1-3573 0 0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56 9514 0 0,'0'0'12624'0'0,"22"-10"-12629"0"0,70-29-11 0 0,-88 37 14 0 0,-1 1 1 0 0,1 0-1 0 0,-1 0 0 0 0,7 0 1 0 0,-9 1 1 0 0,-1 0-1 0 0,0 0 1 0 0,1 0-1 0 0,-1 0 1 0 0,1 0 0 0 0,-1 0-1 0 0,1 0 1 0 0,-1 0-1 0 0,1 0 1 0 0,-1 0 0 0 0,0 1-1 0 0,1-1 1 0 0,-1 0 0 0 0,1 0-1 0 0,-1 0 1 0 0,0 1-1 0 0,1-1 1 0 0,10 10-22 0 0,-1 0-1 0 0,0 0 1 0 0,0 1 0 0 0,-1 0-1 0 0,-1 1 1 0 0,0 0 0 0 0,11 23-1 0 0,-17-29-22 0 0,0 1-1 0 0,-1-1 1 0 0,0 0-1 0 0,0 0 0 0 0,0 0 1 0 0,-1 1-1 0 0,0-1 0 0 0,0 0 1 0 0,-2 11-1 0 0,0-12 42 0 0,1 0-1 0 0,-1 0 1 0 0,0 1-1 0 0,0-1 1 0 0,-1-1-1 0 0,1 1 1 0 0,-1 0-1 0 0,-5 5 1 0 0,3-2 3 0 0,-8 15 1 0 0,12-19 24 0 0,-1 0 1 0 0,1 0 0 0 0,0 1-1 0 0,0-1 1 0 0,0 1-1 0 0,1-1 1 0 0,-1 1-1 0 0,1-1 1 0 0,0 1 0 0 0,1-1-1 0 0,-1 1 1 0 0,1-1-1 0 0,0 1 1 0 0,0-1-1 0 0,0 0 1 0 0,3 7 0 0 0,2 2 41 0 0,1 0 1 0 0,0-1 0 0 0,0 0 0 0 0,10 12 0 0 0,7 5-18 0 0,-13-17-30 0 0,-2 0 0 0 0,12 18 1 0 0,-15-20-20 0 0,-4-7 0 0 0,0 0 0 0 0,0 0 0 0 0,-1 0 1 0 0,1 0-1 0 0,-1 0 0 0 0,2 6 0 0 0,1 3 4 0 0,-3-10-5 0 0,0-1 1 0 0,-1 0-1 0 0,1 1 1 0 0,-1-1 0 0 0,0 0-1 0 0,1 1 1 0 0,-1-1-1 0 0,0 4 1 0 0,0-4 1 0 0,1 0 0 0 0,-1 1 0 0 0,-1-1 0 0 0,1 0 0 0 0,0 1 0 0 0,0-1 1 0 0,0 0-1 0 0,-1 0 0 0 0,1 1 0 0 0,-1-1 0 0 0,1 0 0 0 0,-1 0 0 0 0,1 1 0 0 0,-2 0 0 0 0,1-1 12 0 0,-1 1-1 0 0,0-1 1 0 0,1 0 0 0 0,-1 0-1 0 0,0 1 1 0 0,0-1 0 0 0,0-1-1 0 0,0 1 1 0 0,-2 1 0 0 0,-5 0-33 0 0,-1 0 1 0 0,1 0-1 0 0,-1-1 1 0 0,0 0-1 0 0,1-1 0 0 0,-12 0 1 0 0,9 0-320 0 0,-12 0-1117 0 0,-2 0-2285 0 0,1 0-4716 0 0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6169 0 0,'0'0'13802'0'0,"2"4"-14011"0"0,93 156 639 0 0,-8 10 129 0 0,-54-101 110 0 0,44 128 0 0 0,-71-176-570 0 0,0 1 0 0 0,-2 0 0 0 0,-1 1 0 0 0,0-1 0 0 0,-2 45 1 0 0,-2-63-105 0 0,1 1 0 0 0,-1-1 0 0 0,0 1 0 0 0,0-1 0 0 0,0 1 0 0 0,-1-1 0 0 0,1 0 0 0 0,-1 0 0 0 0,0 0 0 0 0,-1 0 0 0 0,1 0 0 0 0,-4 5 0 0 0,1-4 74 0 0,1-1 0 0 0,0 1 0 0 0,-1-1 0 0 0,0-1 1 0 0,0 1-1 0 0,0-1 0 0 0,0 1 0 0 0,-8 2 0 0 0,-7 1-815 0 0,-1 0 0 0 0,1-1 0 0 0,-2-1 0 0 0,-24 3 0 0 0,22-4-1847 0 0,5-1-3131 0 0,5-2-4774 0 0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335 18 4881 0 0,'0'0'14758'0'0,"0"-2"-14181"0"0,0-13 1847 0 0,15 15-1284 0 0,-12 0-149 0 0,-4 1-351 0 0,-11 1-89 0 0,-18 3-115 0 0,-92-3 491 0 0,31-2-831 0 0,83 0-222 0 0,0 1 0 0 0,-1 0 0 0 0,1 1 0 0 0,0 0 1 0 0,-11 4-1 0 0,1 2-3124 0 0,0 0-4305 0 0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24 8866 0 0,'0'0'15248'0'0,"-3"-4"-15212"0"0,3 3-3 0 0,-10-14-150 0 0,7 11-27 0 0,5 14 54 0 0,1-6 96 0 0,-1 1 1 0 0,0-1-1 0 0,5 6 1 0 0,6 11 73 0 0,-9-13-57 0 0,10 15 0 0 0,-10-17-12 0 0,0 0-1 0 0,0 1 1 0 0,-1-1 0 0 0,4 9-1 0 0,2 10 49 0 0,1 0-1 0 0,21 38 1 0 0,-10-26-14 0 0,46 57 0 0 0,-8-10-19 0 0,-40-54-20 0 0,-11-18-7 0 0,-1 0 0 0 0,9 19 0 0 0,-14-26-2 0 0,0-1 1 0 0,-1 0-1 0 0,1 1 1 0 0,-1 0 0 0 0,0-1-1 0 0,-1 1 1 0 0,1 0-1 0 0,-1-1 1 0 0,0 1-1 0 0,0 0 1 0 0,-1 6 0 0 0,1-11 5 0 0,0 1 1 0 0,-1-1-1 0 0,1 0 1 0 0,0 1 0 0 0,-1-1-1 0 0,1 1 1 0 0,-1-1-1 0 0,1 1 1 0 0,0-1 0 0 0,-1 0-1 0 0,1 1 1 0 0,-1-1 0 0 0,1 0-1 0 0,-1 0 1 0 0,1 1-1 0 0,-1-1 1 0 0,1 0 0 0 0,-1 0-1 0 0,1 0 1 0 0,-1 1-1 0 0,0-1 1 0 0,1 0 0 0 0,-1 0-1 0 0,1 0 1 0 0,-1 0 0 0 0,0 0-1 0 0,-19-1 306 0 0,13 1-198 0 0,1 0-54 0 0,0-1 0 0 0,0 0 1 0 0,0 0-1 0 0,0 0 0 0 0,0-1 0 0 0,0 0 0 0 0,0 0 0 0 0,-6-3 1 0 0,-6-5 30 0 0,-19-12 1 0 0,19 10-24 0 0,0-1-23 0 0,1 0 0 0 0,0-1 0 0 0,1-1 0 0 0,0 0 0 0 0,1-1 0 0 0,-22-32 0 0 0,35 45-136 0 0,0-1 0 0 0,0 1 0 0 0,0-1 1 0 0,0 0-1 0 0,1 1 0 0 0,0-1 0 0 0,-1 0 0 0 0,1 0 0 0 0,1 0 1 0 0,-1 0-1 0 0,1 0 0 0 0,-1-8 0 0 0,1 9-393 0 0,1 0-1 0 0,-1 0 1 0 0,1 0-1 0 0,-1-1 0 0 0,1 1 1 0 0,0 0-1 0 0,0 1 1 0 0,0-1-1 0 0,1 0 1 0 0,2-4-1 0 0,11-13-9725 0 0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0 17940 0 0,'0'0'8978'0'0,"-13"14"-13123"0"0,13 2 576 0 0,0-1-2400 0 0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76 5913 0 0,'0'0'20781'0'0,"-3"-12"-20345"0"0,-11-37-65 0 0,10 35 63 0 0,4 14-412 0 0,0 0 1 0 0,0 0-1 0 0,0 0 1 0 0,0 0-1 0 0,0 0 0 0 0,0 0 1 0 0,0 0-1 0 0,0 0 0 0 0,0 0 1 0 0,0 0-1 0 0,0 0 1 0 0,0 0-1 0 0,0 0 0 0 0,0 0 1 0 0,0 0-1 0 0,0 0 0 0 0,0 0 1 0 0,0 0-1 0 0,0 0 1 0 0,0 0-1 0 0,0 0 0 0 0,0 0 1 0 0,1 0 133 0 0,-1 0-133 0 0,0 0-24 0 0,-1 0 0 0 0,1 0 0 0 0,0 0 0 0 0,0 0 0 0 0,0 0 0 0 0,0 0 0 0 0,0 0 0 0 0,0 0-1 0 0,0 0 1 0 0,0 0 0 0 0,0 0 0 0 0,0 0 0 0 0,-1 0 0 0 0,1 0 0 0 0,0 0 0 0 0,0 0 0 0 0,0 0 0 0 0,0 0 0 0 0,0 0 0 0 0,0 0 0 0 0,0 0 0 0 0,0 0 0 0 0,0 0 0 0 0,-1 0 0 0 0,1 0 0 0 0,0 0 0 0 0,0 0 0 0 0,0 0 0 0 0,0 0 0 0 0,0 0 0 0 0,0 0 0 0 0,0 0 0 0 0,0 0 0 0 0,0 0 0 0 0,0 0 0 0 0,0 1-1 0 0,0-1 1 0 0,0 0 0 0 0,-1 0 0 0 0,1 0 0 0 0,0 0 0 0 0,0 0 0 0 0,0 0 0 0 0,0 0 0 0 0,0 0 0 0 0,0 0 0 0 0,0 1 0 0 0,-4 3 14 0 0,4-4-10 0 0,-10 9 41 0 0,-6 13-12 0 0,10-11-21 0 0,-2 7-12 0 0,2-1-17 0 0,4-11 25 0 0,0 0 0 0 0,-3 10-1 0 0,-2 28 58 0 0,-2 54-1 0 0,9-74-44 0 0,0-1-1 0 0,2 0 0 0 0,1 1 1 0 0,5 24-1 0 0,25 61 68 0 0,-25-87-59 0 0,1-1 0 0 0,23 38 0 0 0,-19-39 10 0 0,17 19-1 0 0,-23-32-19 0 0,0 1 0 0 0,0-1 1 0 0,0 0-1 0 0,1-1 0 0 0,10 7 0 0 0,-7-6-240 0 0,0 0 1 0 0,1-1-1 0 0,0-1 1 0 0,0 0-1 0 0,0 0 1 0 0,26 5-1 0 0,-15-7-4512 0 0,-8-3-6260 0 0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9058 0 0,'0'0'12915'0'0,"24"10"-12885"0"0,75 33-3 0 0,-61-24-2 0 0,-23-8-6 0 0,-5-2-10 0 0,52 33 21 0 0,-11-7 6 0 0,-36-25-221 0 0,0 0 0 0 0,1 0 0 0 0,22 8 0 0 0,-31-14-444 0 0,3 0-3484 0 0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0 9258 0 0,'0'0'14239'0'0,"-13"17"-14064"0"0,-42 51-42 0 0,52-65-116 0 0,1 0-1 0 0,-1 0 1 0 0,1 1-1 0 0,0-1 1 0 0,0 0-1 0 0,0 1 1 0 0,-2 6-1 0 0,2-3 33 0 0,-9 28 191 0 0,8-24-697 0 0,-7 19 0 0 0,8-28-598 0 0,1 1 1 0 0,-1 0 0 0 0,1 0-1 0 0,-1 0 1 0 0,0-1 0 0 0,-3 4-1 0 0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336 50 9410 0 0,'0'0'13219'0'0,"-30"-6"-12655"0"0,-95-18-76 0 0,52 11 300 0 0,54 10-610 0 0,1 1-1 0 0,0 1 0 0 0,-20 0 1 0 0,24 2-120 0 0,14-1-55 0 0,0 0-11 0 0,0 0 13 0 0,0 1-1 0 0,0-1 1 0 0,0 0-1 0 0,0 1 1 0 0,0-1-1 0 0,0 0 0 0 0,0 1 1 0 0,0-1-1 0 0,0 0 1 0 0,1 0-1 0 0,-1 1 1 0 0,0-1-1 0 0,0 0 0 0 0,0 1 1 0 0,1-1-1 0 0,-1 0 1 0 0,0 1-1 0 0,23 22 131 0 0,27 38 1 0 0,-39-46-148 0 0,0 1 0 0 0,-2 0 1 0 0,16 35-1 0 0,-14-21 13 0 0,-1 0-1 0 0,-2 1 1 0 0,-1 0 0 0 0,-1 0-1 0 0,3 56 1 0 0,-5-3 6 0 0,-3-76 4 0 0,-1 0 0 0 0,2 1 1 0 0,-1-1-1 0 0,1 0 0 0 0,0 0 0 0 0,6 14 0 0 0,-7-21 34 0 0,0 1-1 0 0,0 0 1 0 0,0-1-1 0 0,0 1 1 0 0,0-1-1 0 0,1 0 0 0 0,-1 1 1 0 0,0-1-1 0 0,1 0 1 0 0,-1 0-1 0 0,1 1 1 0 0,0-1-1 0 0,-1-1 1 0 0,1 1-1 0 0,0 0 0 0 0,0 0 1 0 0,-1-1-1 0 0,4 2 1 0 0,4-1 155 0 0,0 0 1 0 0,0-1-1 0 0,0 0 1 0 0,0 0-1 0 0,0-1 1 0 0,13-2 0 0 0,-16 1-610 0 0,0 1 1 0 0,-1-1-1 0 0,1-1 1 0 0,5-2 0 0 0,-6 2-1400 0 0,0 0 1 0 0,0 0 0 0 0,-1-1 0 0 0,8-6 0 0 0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6825 0 0,'0'0'13202'0'0,"-1"13"-12826"0"0,-4 43-53 0 0,5-48-213 0 0,0-1 1 0 0,0 0-1 0 0,0 0 1 0 0,2 9-1 0 0,-1-11-21 0 0,1 0 1 0 0,-1-1-1 0 0,5 10 0 0 0,0-3 51 0 0,2 4 73 0 0,0-1 1 0 0,2 1-1 0 0,0-2 0 0 0,21 23 0 0 0,-21-24-173 0 0,-6-7-47 0 0,-3-4-55 0 0,0 0 0 0 0,0 1 0 0 0,1-1 0 0 0,-1 0 0 0 0,0 0 0 0 0,0 0 0 0 0,3 2 0 0 0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52 10778 0 0,'0'0'9798'0'0,"12"-8"-9870"0"0,39-26 14 0 0,-50 33 53 0 0,1 0 0 0 0,-1 0 1 0 0,1 0-1 0 0,0 0 0 0 0,-1 0 1 0 0,1 0-1 0 0,0 1 0 0 0,0-1 1 0 0,0 1-1 0 0,-1-1 0 0 0,1 1 1 0 0,0 0-1 0 0,0 0 0 0 0,0 0 1 0 0,0 0-1 0 0,3 0 0 0 0,2 1-11 0 0,16 1 5 0 0,32 7 0 0 0,-6 0 30 0 0,-31-6-7 0 0,3 1 125 0 0,-7-3 2869 0 0,-15 12-3622 0 0,-5 53 576 0 0,6-54 50 0 0,1 1 0 0 0,0 0 0 0 0,0-1-1 0 0,5 18 1 0 0,18 48 37 0 0,-18-60-28 0 0,16 34 14 0 0,-4-9-10 0 0,-2-4 3 0 0,7 19 0 0 0,-16-38-20 0 0,2 7 4 0 0,-6-4-2 0 0,-3-23 3 0 0,0 0-5 0 0,0 0 0 0 0,0 0-1 0 0,0 1 1 0 0,0-1 0 0 0,0 0 0 0 0,0 0 0 0 0,0 0 0 0 0,-1 0 0 0 0,1 1 0 0 0,0-1 0 0 0,0 0 0 0 0,0 0 0 0 0,0 0 0 0 0,-1 0 0 0 0,1 0 0 0 0,0 1 0 0 0,0-1 0 0 0,0 0 0 0 0,-1 0 0 0 0,1 0 0 0 0,0 0 0 0 0,0 0 0 0 0,0 0 0 0 0,-1 0 0 0 0,1 0 0 0 0,0 0-1 0 0,0 0 1 0 0,0 0 0 0 0,-1 0 0 0 0,1 0 0 0 0,0 0 0 0 0,-96 1 435 0 0,48-1-3528 0 0,1 1-8263 0 0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332 22 9842 0 0,'0'0'13643'0'0,"-23"-3"-13095"0"0,-73-9-125 0 0,78 10-69 0 0,-34-2 1 0 0,42 4-280 0 0,-9 0-30 0 0,4 0 68 0 0,-17 1 0 0 0,28 0-225 0 0,0-1 1 0 0,0 1 0 0 0,0 0 0 0 0,-1 0-1 0 0,1 1 1 0 0,0-1 0 0 0,0 1 0 0 0,-5 3-1 0 0,-3 1-1835 0 0,-1 0-1714 0 0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5 9018 0 0,'0'0'15969'0'0,"0"0"-15969"0"0,0 0 1 0 0,0 0-1 0 0,-1 0 0 0 0,1 0 1 0 0,0 0-1 0 0,0-1 1 0 0,0 1-1 0 0,0 0 0 0 0,0 0 1 0 0,0 0-1 0 0,0 0 1 0 0,0 0-1 0 0,0 0 0 0 0,0-1 1 0 0,0 1-1 0 0,0 0 1 0 0,0 0-1 0 0,0 0 1 0 0,0 0-1 0 0,0 0 0 0 0,0 0 1 0 0,0-1-1 0 0,0 1 1 0 0,0 0-1 0 0,0 0 0 0 0,0 0 1 0 0,0 0-1 0 0,0 0 1 0 0,0 0-1 0 0,0-1 1 0 0,0 1-1 0 0,0 0 0 0 0,0 0 1 0 0,0 0-1 0 0,1 0 1 0 0,-1 0-1 0 0,0 0 0 0 0,0 0 1 0 0,0-1-1 0 0,0 1 1 0 0,0 0-1 0 0,0 0 0 0 0,0 0 1 0 0,1 0-1 0 0,2 2 5 0 0,1 0-1 0 0,-1 0 0 0 0,1 0 0 0 0,-1 0 1 0 0,0 1-1 0 0,6 5 0 0 0,5 3 14 0 0,215 138 187 0 0,-111-76-182 0 0,-90-53-118 0 0,-19-12-705 0 0,14 7 0 0 0,-18-13-56 0 0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278 0 5977 0 0,'0'0'17673'0'0,"-21"7"-17473"0"0,-68 20-68 0 0,56-15-56 0 0,21-5-24 0 0,7-3-37 0 0,-7 5-16 0 0,1 1 0 0 0,0 0 0 0 0,1 1 0 0 0,0 0-1 0 0,1 1 1 0 0,-12 18 0 0 0,8-3-1579 0 0,4-8-1829 0 0,-3-1-3483 0 0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230 28 7778 0 0,'0'0'15839'0'0,"-14"-5"-15838"0"0,-44-15 13 0 0,56 19-14 0 0,0 1-1 0 0,0-1 1 0 0,0 1 0 0 0,0 0 0 0 0,0-1 0 0 0,1 1 0 0 0,-1 0 0 0 0,0 0 0 0 0,-2 1 0 0 0,3-1-1 0 0,0 0 1 0 0,0 1-1 0 0,0-1 0 0 0,0 0 1 0 0,1 1-1 0 0,-1-1 1 0 0,0 1-1 0 0,0-1 1 0 0,1 1-1 0 0,-2 1 1 0 0,-1 0 0 0 0,-11 7 17 0 0,-1-1 0 0 0,-29 12 0 0 0,28-13 1 0 0,15-7-14 0 0,-4 2 9 0 0,0 0 1 0 0,1 0-1 0 0,0 1 0 0 0,-1-1 1 0 0,-5 6-1 0 0,18 5 1285 0 0,-4-7-1307 0 0,0 0 0 0 0,-1 1 0 0 0,0-1-1 0 0,0 1 1 0 0,0 0 0 0 0,1 9 0 0 0,11 52-14 0 0,-14-60 23 0 0,14 131 0 0 0,0-44 22 0 0,-14-84-14 0 0,1 0 0 0 0,1 0 0 0 0,0 1 1 0 0,7 16-1 0 0,22 42 39 0 0,-31-69-47 0 0,2 4 17 0 0,0-1-1 0 0,0 1 1 0 0,0-1 0 0 0,6 5 0 0 0,3 5 24 0 0,-11-12 1 0 0,1 0 0 0 0,0-1-1 0 0,0 1 1 0 0,0-1 0 0 0,0 0 0 0 0,0 1 0 0 0,0-1-1 0 0,0 0 1 0 0,0 0 0 0 0,4 1 0 0 0,-5-2 0 0 0,0 1 0 0 0,0-1 0 0 0,0 0 0 0 0,0 1 0 0 0,0-1 0 0 0,0 0 0 0 0,0 0 0 0 0,0 0 0 0 0,1 0 0 0 0,-1 0 0 0 0,0 0 0 0 0,0 0 0 0 0,0 0 0 0 0,0 0 0 0 0,0-1 0 0 0,0 1 0 0 0,0 0 0 0 0,0-1 0 0 0,0 1 0 0 0,0 0 0 0 0,0-1 0 0 0,0 0 0 0 0,0 1 0 0 0,0-1 0 0 0,1 0 0 0 0,2-2-20 0 0,-1 0 0 0 0,1 1 0 0 0,0 0 0 0 0,0 0 0 0 0,0 0-1 0 0,1 0 1 0 0,5-1 0 0 0,6-1-330 0 0,32-6 0 0 0,-27 9-3920 0 0,2 0-5750 0 0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38 9690 0 0,'0'0'14236'0'0,"2"-6"-14148"0"0,7-17-36 0 0,-8 22-50 0 0,-1 1-1 0 0,1-1 1 0 0,-1 1-1 0 0,1-1 1 0 0,-1 1-1 0 0,1-1 0 0 0,-1 1 1 0 0,1-1-1 0 0,-1 1 1 0 0,1-1-1 0 0,0 1 1 0 0,-1 0-1 0 0,1-1 1 0 0,0 1-1 0 0,-1 0 0 0 0,1 0 1 0 0,0-1-1 0 0,-1 1 1 0 0,1 0-1 0 0,0 0 1 0 0,0 0-1 0 0,-1 0 0 0 0,1 0 1 0 0,0 0-1 0 0,-1 0 1 0 0,2 0-1 0 0,2 0-6 0 0,22-1-7 0 0,0 1 1 0 0,34 5-1 0 0,-24-2 25 0 0,8 2 181 0 0,-42-4-177 0 0,-1 0 0 0 0,1 1 0 0 0,0 0 0 0 0,-1-1 0 0 0,1 1 0 0 0,-1 0 0 0 0,0 0 0 0 0,1-1 0 0 0,0 4 0 0 0,2 1-3 0 0,11 14-26 0 0,-7-9 15 0 0,14 15 1 0 0,-22-25-13 0 0,1 1 1 0 0,-1-1 0 0 0,0 0 0 0 0,1 0 0 0 0,-1 1 0 0 0,0-1 0 0 0,0 0 0 0 0,0 0 0 0 0,0 1 0 0 0,0-1 0 0 0,0 0 0 0 0,0 0 0 0 0,0 1 0 0 0,0-1 0 0 0,-1 0-1 0 0,1 0 1 0 0,0 0 0 0 0,-1 1 0 0 0,0 0 0 0 0,-1 0 10 0 0,-1-1 0 0 0,1 1 1 0 0,-1-1-1 0 0,0 0 0 0 0,1 0 0 0 0,-1 0 0 0 0,0 0 0 0 0,1 0 0 0 0,-4 0 0 0 0,-29 3 120 0 0,18-2-107 0 0,-37 4 103 0 0,53-6-123 0 0,0 0 1 0 0,0 1-1 0 0,0-1 0 0 0,0 0 0 0 0,0 1 1 0 0,0-1-1 0 0,0 1 0 0 0,0-1 0 0 0,-2 2 0 0 0,3-2 6 0 0,0 0 0 0 0,0 0-1 0 0,0 1 1 0 0,-1-1 0 0 0,1 0-1 0 0,0 0 1 0 0,0 1-1 0 0,0-1 1 0 0,0 0 0 0 0,0 0-1 0 0,0 0 1 0 0,0 1-1 0 0,0-1 1 0 0,0 0 0 0 0,-1 0-1 0 0,1 1 1 0 0,0-1-1 0 0,0 0 1 0 0,0 0 0 0 0,0 1-1 0 0,0-1 1 0 0,1 0 0 0 0,-1 0-1 0 0,0 1 1 0 0,0-1-1 0 0,0 0 1 0 0,0 0 0 0 0,0 1-1 0 0,0-1 1 0 0,0 0-1 0 0,0 0 1 0 0,0 0 0 0 0,1 1-1 0 0,-1-1 1 0 0,0 0-1 0 0,0 0 1 0 0,0 0 0 0 0,0 1-1 0 0,1-1 1 0 0,-1 0 0 0 0,0 0-1 0 0,0 0 1 0 0,1 0-1 0 0,-1 0 1 0 0,0 1 0 0 0,0-1-1 0 0,0 0 1 0 0,1 0-1 0 0,-1 0 1 0 0,0 0 0 0 0,1 0-1 0 0,89 44 112 0 0,2 1-129 0 0,-88-43 6 0 0,0 0 1 0 0,0 1-1 0 0,0 0 1 0 0,-1 0-1 0 0,5 4 1 0 0,-7-6-2 0 0,0 1 0 0 0,0-1 0 0 0,0 1 0 0 0,0-1 1 0 0,0 1-1 0 0,0-1 0 0 0,0 1 0 0 0,0 0 0 0 0,-1 0 1 0 0,1-1-1 0 0,-1 1 0 0 0,1 0 0 0 0,-1 0 0 0 0,0 0 1 0 0,1 2-1 0 0,-1-2 12 0 0,-1-1 1 0 0,1 1-1 0 0,0-1 1 0 0,0 1-1 0 0,-1-1 0 0 0,1 0 1 0 0,0 1-1 0 0,-1-1 1 0 0,0 1-1 0 0,1-1 1 0 0,-1 0-1 0 0,0 1 0 0 0,1-1 1 0 0,-1 0-1 0 0,-2 2 1 0 0,1-1 9 0 0,0 0 0 0 0,0 0 1 0 0,-1-1-1 0 0,1 1 0 0 0,0-1 0 0 0,-1 1 1 0 0,-4 1-1 0 0,-1 0 23 0 0,0-1 0 0 0,1 0 0 0 0,-1-1 0 0 0,-16 2 1 0 0,-52 0-697 0 0,27-2-6939 0 0,40-1 1890 0 0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49 7410 0 0,'0'0'14145'0'0,"18"-8"-14089"0"0,58-24-8 0 0,-48 23-14 0 0,-27 9-31 0 0,0 0-1 0 0,0 0 1 0 0,0 0-1 0 0,0 0 1 0 0,0 0 0 0 0,-1 0-1 0 0,1 1 1 0 0,0-1-1 0 0,0 0 1 0 0,1 1 0 0 0,3 0 8 0 0,5 1 29 0 0,0 1 1 0 0,18 7-1 0 0,-18-6-9 0 0,-7-3-18 0 0,0 0 1 0 0,0 0-1 0 0,-1 0 1 0 0,6 3-1 0 0,-8-3-23 0 0,1-1 0 0 0,0 1 0 0 0,-1 0 0 0 0,1-1 0 0 0,-1 1 0 0 0,1-1 0 0 0,-1 1 0 0 0,1 0 0 0 0,-1 0 0 0 0,1-1 0 0 0,-1 1 0 0 0,1 0 0 0 0,-1 0 0 0 0,0-1 0 0 0,0 1 0 0 0,1 0 0 0 0,-1 0-1 0 0,0 0 1 0 0,0 0 0 0 0,0-1 0 0 0,0 2 0 0 0,0 1-6 0 0,-1 0 1 0 0,0 0-1 0 0,0 0 0 0 0,0 0 0 0 0,0 0 0 0 0,0-1 0 0 0,0 1 0 0 0,-1 0 1 0 0,-2 4-1 0 0,-1 0 2 0 0,2-2 20 0 0,0 0 0 0 0,0 1-1 0 0,0-1 1 0 0,1 1 0 0 0,0 0-1 0 0,0 0 1 0 0,1 0 0 0 0,-1 0-1 0 0,1 0 1 0 0,0 0 0 0 0,1 9-1 0 0,0-5 14 0 0,0 0 0 0 0,1 0 0 0 0,0 0 0 0 0,1 0-1 0 0,0 0 1 0 0,1 0 0 0 0,0-1 0 0 0,0 1 0 0 0,6 10-1 0 0,81 145 173 0 0,-80-148-181 0 0,12 30-1 0 0,-17-35 5 0 0,-4-7-17 0 0,0 0-1 0 0,0 0 0 0 0,0 0 0 0 0,0 0 0 0 0,-1 0 1 0 0,0 8-1 0 0,0-12 6 0 0,-1 0 16 0 0,-1-1-1 0 0,1 1 0 0 0,-1-1 0 0 0,1 0 0 0 0,-1 1 0 0 0,1-1 1 0 0,-3 0-1 0 0,2 0 11 0 0,-10 1-641 0 0,-1 0 1 0 0,-20-2 0 0 0,7 0-7365 0 0,21 1 3384 0 0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5529 0 0,'0'0'12340'0'0,"4"-3"-12313"0"0,14-7-15 0 0,-17 10-12 0 0,0 0 1 0 0,-1 0-1 0 0,1 0 1 0 0,0 0 0 0 0,0 0-1 0 0,0 0 1 0 0,-1 0-1 0 0,1 0 1 0 0,0 0-1 0 0,0 0 1 0 0,-1 1-1 0 0,1-1 1 0 0,0 0-1 0 0,-1 0 1 0 0,1 1-1 0 0,0-1 1 0 0,0 1-1 0 0,-1-1 1 0 0,1 1 0 0 0,-1-1-1 0 0,1 1 1 0 0,0-1-1 0 0,0 2 1 0 0,2 1 0 0 0,15 9 127 0 0,-2 2 0 0 0,20 19 0 0 0,26 34 593 0 0,-56-59-653 0 0,17 18 269 0 0,-2 1 1 0 0,-1 0-1 0 0,17 32 1 0 0,-27-40-146 0 0,0 1-1 0 0,-1 1 1 0 0,-1 0-1 0 0,-1 0 0 0 0,7 37 1 0 0,-11-38-61 0 0,-1 0-1 0 0,0 0 1 0 0,-1 0-1 0 0,-1 0 1 0 0,-2 0-1 0 0,-3 27 1 0 0,1-32-88 0 0,1-1 1 0 0,-2 1-1 0 0,0-1 0 0 0,-1 1 1 0 0,0-1-1 0 0,-1-1 0 0 0,0 1 1 0 0,-18 22-1 0 0,17-26-485 0 0,0-1-1 0 0,-1 0 0 0 0,1-1 1 0 0,-12 8-1 0 0,0-3-3397 0 0,-1-2-3386 0 0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46 2777 0 0,'0'0'12077'0'0,"-5"-7"-11420"0"0,-14-20-159 0 0,18 26-388 0 0,0 0 0 0 0,1 0-1 0 0,-1 0 1 0 0,0 0 0 0 0,0 0 0 0 0,0 0 0 0 0,0 0 0 0 0,0 1 0 0 0,0-1 0 0 0,-3-1 0 0 0,-5 2 1627 0 0,4 0-892 0 0,5 0-655 0 0,-12 10 3985 0 0,14-7-4074 0 0,0 1 0 0 0,0-1 0 0 0,0 0-1 0 0,1 0 1 0 0,0 0 0 0 0,-1-1 0 0 0,4 4-1 0 0,-3-4-38 0 0,162 176 1583 0 0,-22-21-1075 0 0,-50-62-252 0 0,-77-79-262 0 0,28 27 63 0 0,-18-22-38 0 0,-12-7-3 0 0,1-2 0 0 0,0 0 0 0 0,1-1 0 0 0,29 16-1 0 0,-42-26-39 0 0,-1 0-1 0 0,1 0 0 0 0,0 0 0 0 0,0 0 0 0 0,0 0 0 0 0,3 0 0 0 0,-7-10-878 0 0,-4 1-145 0 0,-1-1 0 0 0,0 1 0 0 0,-1 0 0 0 0,0 1 0 0 0,-13-12 0 0 0,7 7-554 0 0,-25-24-7672 0 0,27 24-1238 0 0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261 37 9530 0 0,'0'0'18423'0'0,"-2"-6"-18058"0"0,-5-18-88 0 0,5 18 261 0 0,2 10-535 0 0,0 1 0 0 0,0-1 1 0 0,0 1-1 0 0,0 0 0 0 0,-1-1 1 0 0,0 1-1 0 0,0-1 0 0 0,0 0 1 0 0,-2 6-1 0 0,-1 4 19 0 0,-6 26 19 0 0,-23 59 0 0 0,13-47 24 0 0,-8 18-46 0 0,-19 56 97 0 0,6-13-53 0 0,30-89-182 0 0,-23 41-1 0 0,26-51-773 0 0,1-1-3256 0 0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 7098 0 0,'0'0'18303'0'0,"2"-2"-18097"0"0,-1 1-191 0 0,0 0 0 0 0,0 0 0 0 0,0 0 0 0 0,0 0 0 0 0,0 0 0 0 0,1 0 0 0 0,-1 1 0 0 0,0-1 0 0 0,1 0 0 0 0,-1 1 0 0 0,0-1 0 0 0,1 1 0 0 0,-1-1 0 0 0,1 1 0 0 0,-1 0 0 0 0,1 0 0 0 0,-1 0 0 0 0,3 0 1 0 0,36 0 103 0 0,-24 0-59 0 0,-4 1-9 0 0,0 0-1 0 0,0 1 1 0 0,0 1-1 0 0,0 0 1 0 0,-1 0-1 0 0,16 7 1 0 0,-25-9-46 0 0,-1 0 0 0 0,1-1 0 0 0,-1 1 1 0 0,0 0-1 0 0,1 0 0 0 0,-1 0 1 0 0,0 0-1 0 0,0 0 0 0 0,1 0 0 0 0,-1 0 1 0 0,0 1-1 0 0,0-1 0 0 0,0 0 0 0 0,-1 1 1 0 0,1-1-1 0 0,0 0 0 0 0,0 1 1 0 0,-1-1-1 0 0,1 3 0 0 0,0-1-8 0 0,0 0-1 0 0,-1 0 1 0 0,0 0 0 0 0,0 1-1 0 0,1-1 1 0 0,-2 0 0 0 0,1 0-1 0 0,0 0 1 0 0,-2 4 0 0 0,0-1 3 0 0,0-1 0 0 0,0 1 0 0 0,-1-1-1 0 0,0 1 1 0 0,0-1 0 0 0,-1 0 0 0 0,-4 5 0 0 0,-1 3 26 0 0,-3 5 30 0 0,0 1 0 0 0,-11 23 0 0 0,23-40-36 0 0,-1-1 1 0 0,1 1-1 0 0,-1-1 0 0 0,1 1 1 0 0,0-1-1 0 0,-1 1 0 0 0,1-1 1 0 0,0 1-1 0 0,0 0 0 0 0,0 1 0 0 0,0-2 14 0 0,0 0 0 0 0,1-1 0 0 0,-1 1 0 0 0,0 0 0 0 0,0-1-1 0 0,0 1 1 0 0,1 0 0 0 0,-1-1 0 0 0,0 1 0 0 0,1 0-1 0 0,-1-1 1 0 0,0 1 0 0 0,1 0 0 0 0,-1-1 0 0 0,1 1 0 0 0,-1-1-1 0 0,1 1 1 0 0,-1-1 0 0 0,1 1 0 0 0,1 0 0 0 0,3 1 79 0 0,0-1 1 0 0,1 1 0 0 0,0-1 0 0 0,-1 0-1 0 0,1 0 1 0 0,0 0 0 0 0,0-1 0 0 0,-1 0-1 0 0,11-1 1 0 0,2 0-16 0 0,3 0-483 0 0,-1-2 0 0 0,0 0 0 0 0,0-1 1 0 0,0-1-1 0 0,23-9 0 0 0,-35 9-1887 0 0,-3 3-1090 0 0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314 49 10010 0 0,'0'0'16104'0'0,"-28"-8"-15867"0"0,-84-24-80 0 0,77 24-80 0 0,25 8-30 0 0,3 0-29 0 0,-6 0-5 0 0,8 0-17 0 0,0 0 0 0 0,1 0 0 0 0,-1 0 1 0 0,0 0-1 0 0,0 1 0 0 0,1 0 0 0 0,-1 0 0 0 0,-6 2 0 0 0,8-2-606 0 0,-1 1 1 0 0,0-1-1 0 0,0-1 0 0 0,0 1 0 0 0,0-1 0 0 0,0 1 0 0 0,-6-2 0 0 0,8 1-1092 0 0,0 0-1 0 0,-1 0 1 0 0,1 0 0 0 0,0-1-1 0 0,0 0 1 0 0,-1 1-1 0 0,-3-3 1 0 0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261 62 14067 0 0,'0'0'12415'0'0,"-25"-11"-12403"0"0,-79-30-3 0 0,75 32-1 0 0,29 9-8 0 0,-1 0 0 0 0,1 0 0 0 0,0 0 1 0 0,-1 0-1 0 0,1 0 0 0 0,0 0 0 0 0,-1 0 0 0 0,1 0 0 0 0,0 0 0 0 0,-1 0 0 0 0,1 0 0 0 0,-1 0 0 0 0,1 0 0 0 0,0 0 0 0 0,-1 0 1 0 0,1 0-1 0 0,0 1 0 0 0,-1-1 0 0 0,1 0 0 0 0,0 0 0 0 0,-1 1 0 0 0,-2 1-5 0 0,-13 6-74 0 0,11-5-389 0 0,-1 0 0 0 0,0-1 0 0 0,1 1 0 0 0,-8 1 0 0 0,-11 1-4654 0 0,8-2-3131 0 0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24 3721 0 0,'0'0'20728'0'0,"-3"-4"-20097"0"0,-8-11-116 0 0,11 15-455 0 0,-1-1 1 0 0,1 1-1 0 0,0 0 1 0 0,-1-1-1 0 0,1 1 1 0 0,-1 0-1 0 0,1-1 1 0 0,-1 1-1 0 0,1 0 1 0 0,-1 0-1 0 0,1-1 1 0 0,-1 1-1 0 0,1 0 1 0 0,-1 0-1 0 0,0 0 1 0 0,1 0-1 0 0,-1 0 1 0 0,1 0-1 0 0,-1 0 1 0 0,1 0-1 0 0,-1 0 1 0 0,1 0-1 0 0,-1 0 1 0 0,0 0-1 0 0,1 0 1 0 0,-1 0-1 0 0,1 1 1 0 0,-1-1-1 0 0,1 0 1 0 0,-1 0-1 0 0,1 1 1 0 0,-1-1-1 0 0,1 0 1 0 0,-1 1-1 0 0,1-1 1 0 0,0 0-1 0 0,-1 1 1 0 0,-5 5-52 0 0,1 0-1 0 0,-1 0 1 0 0,2 0 0 0 0,-1 0-1 0 0,1 1 1 0 0,0 0 0 0 0,0-1-1 0 0,0 2 1 0 0,-4 13 0 0 0,0 5 41 0 0,-8 41 1 0 0,12-35-37 0 0,1-1 0 0 0,2 52 0 0 0,1-52 20 0 0,1-4 32 0 0,7 48 0 0 0,13 26 14 0 0,-13-67-85 0 0,1 1 43 0 0,1 0 0 0 0,2-1 0 0 0,2-1 0 0 0,18 34 0 0 0,-12-34-6 0 0,-17-30-71 0 0,-1 0 0 0 0,0-1 0 0 0,1 1 0 0 0,-1 0 0 0 0,1-1 0 0 0,0 1 0 0 0,0-1 1 0 0,4 2-1 0 0,-7-3-92 0 0,1-1 1 0 0,0 1 0 0 0,0-1-1 0 0,0 0 1 0 0,0 0-1 0 0,-1 1 1 0 0,1-1 0 0 0,0 0-1 0 0,0 0 1 0 0,0 0 0 0 0,0 0-1 0 0,0 0 1 0 0,0 0 0 0 0,0 0-1 0 0,-1 0 1 0 0,1-1-1 0 0,0 1 1 0 0,0 0 0 0 0,0 0-1 0 0,0-1 1 0 0,0 1 0 0 0,-1-1-1 0 0,2 0 1 0 0,7-6-3721 0 0,-2-1-3796 0 0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0 7026 0 0,'0'0'10929'0'0,"-2"0"-10729"0"0,2 0-189 0 0,0 0 1 0 0,-1 0 0 0 0,1 0 0 0 0,0 0-1 0 0,-1 1 1 0 0,1-1 0 0 0,0 0 0 0 0,-1 0 0 0 0,1 0-1 0 0,0 0 1 0 0,-1 0 0 0 0,1 0 0 0 0,0 1-1 0 0,0-1 1 0 0,-1 0 0 0 0,1 0 0 0 0,0 0 0 0 0,0 1-1 0 0,-1-1 1 0 0,1 0 0 0 0,0 0 0 0 0,0 1-1 0 0,-1-1 1 0 0,1 0 0 0 0,0 1 0 0 0,0-1 0 0 0,0 0-1 0 0,0 1 1 0 0,0-1 0 0 0,-1 0 0 0 0,1 1-1 0 0,0-1 1 0 0,0 0 0 0 0,0 1 0 0 0,0 1 48 0 0,1-1 1 0 0,-1 1-1 0 0,0-1 0 0 0,1 0 1 0 0,-1 1-1 0 0,1-1 1 0 0,-1 0-1 0 0,1 1 0 0 0,1 1 1 0 0,4 6 153 0 0,0-1-1 0 0,1 1 1 0 0,0-2 0 0 0,0 1 0 0 0,1-1 0 0 0,12 10-1 0 0,56 33 482 0 0,-51-34-520 0 0,177 101 594 0 0,-195-112-767 0 0,-7-5-35 0 0,1 1-1 0 0,0-1 1 0 0,-1 1 0 0 0,1-1-1 0 0,0 1 1 0 0,0-1 0 0 0,0 1 0 0 0,0-1-1 0 0,-1 0 1 0 0,1 1 0 0 0,0-1 0 0 0,1 0-1 0 0,-12-4-7711 0 0,2-1 1607 0 0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1 10554 0 0,'0'0'14010'0'0,"-21"12"-13795"0"0,-63 38-69 0 0,59-33-68 0 0,24-17-75 0 0,1 1 0 0 0,-1-1 0 0 0,1 0 0 0 0,0 1 0 0 0,-1-1 0 0 0,1 0 1 0 0,0 1-1 0 0,0-1 0 0 0,-1 0 0 0 0,1 1 0 0 0,0-1 0 0 0,0 1 0 0 0,-1-1 0 0 0,1 1 1 0 0,0 0-1 0 0,-3 5 24 0 0,0-1 24 0 0,0 1 1 0 0,0 0-1 0 0,1-1 1 0 0,0 1-1 0 0,-3 12 0 0 0,-4 34-1781 0 0,6-40-2136 0 0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288 36 9050 0 0,'0'0'13448'0'0,"-29"-6"-13108"0"0,-89-18-93 0 0,78 18-125 0 0,25 6-33 0 0,5 1-43 0 0,6-2-42 0 0,1 1-1 0 0,-1 0 0 0 0,0 1 0 0 0,1-1 0 0 0,-1 1 0 0 0,0-1 1 0 0,1 1-1 0 0,-1 0 0 0 0,1 1 0 0 0,-1-1 0 0 0,1 0 0 0 0,-6 4 1 0 0,8-4-3 0 0,-1 0 1 0 0,1 0 0 0 0,-1 0-1 0 0,1 0 1 0 0,-1 0 0 0 0,1 0-1 0 0,0 0 1 0 0,-1 0 0 0 0,1 1-1 0 0,0-1 1 0 0,0 0 0 0 0,0 1-1 0 0,0-1 1 0 0,0 1 0 0 0,0-1-1 0 0,1 1 1 0 0,-1 0-1 0 0,0-1 1 0 0,1 1 0 0 0,-1 0-1 0 0,1 0 1 0 0,0-1 0 0 0,-1 1-1 0 0,1 0 1 0 0,0 0 0 0 0,0-1-1 0 0,0 1 1 0 0,1 3 0 0 0,-1-2 19 0 0,1-1 0 0 0,-1 1 0 0 0,1-1 0 0 0,0 0 0 0 0,0 1 0 0 0,0-1 0 0 0,0 0 0 0 0,0 1 0 0 0,4 3 0 0 0,16 18 150 0 0,-11-13-124 0 0,4 5 2 0 0,61 76 65 0 0,-65-77-112 0 0,0 0-1 0 0,-2 1 0 0 0,1 0 0 0 0,9 27 0 0 0,-12-24-6 0 0,-1 1-1 0 0,-1-1 0 0 0,-1 1 1 0 0,0 0-1 0 0,-1 37 1 0 0,-2-23 0 0 0,1 44-16 0 0,-1-64 37 0 0,2 1-1 0 0,0 0 0 0 0,6 17 1 0 0,-6-22-3 0 0,-1-7-6 0 0,0 0 0 0 0,0 0-1 0 0,0 0 1 0 0,0 0 0 0 0,0 0-1 0 0,0 0 1 0 0,4 4-1 0 0,-3-4 9 0 0,-1-2 11 0 0,-1 0 0 0 0,1 0 0 0 0,0 0 0 0 0,0 0 0 0 0,0 0 0 0 0,0 0 0 0 0,0 0 0 0 0,0-1 0 0 0,2 2 0 0 0,3 2 160 0 0,-5-3-121 0 0,1 0-1 0 0,0 1 0 0 0,0-1 0 0 0,0 0 1 0 0,0-1-1 0 0,4 2 0 0 0,5 0 86 0 0,0-1 0 0 0,1-1-1 0 0,20-1 1 0 0,-27 0-192 0 0,-1 0 0 0 0,1 0-1 0 0,0 0 1 0 0,-1-1 0 0 0,1 1-1 0 0,7-5 1 0 0,7-6-3060 0 0,-17 10 1396 0 0,0 0 1 0 0,7-8-5117 0 0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25 11658 0 0,'0'0'12008'0'0,"18"-5"-12057"0"0,60-14 10 0 0,-76 19 38 0 0,0 0 0 0 0,0-1-1 0 0,0 1 1 0 0,0 0-1 0 0,0 1 1 0 0,0-1 0 0 0,0 0-1 0 0,4 1 1 0 0,-5 0 0 0 0,0-1 0 0 0,0 1 1 0 0,0-1-1 0 0,-1 1 0 0 0,1-1 0 0 0,0 1 1 0 0,0 0-1 0 0,0-1 0 0 0,0 2 0 0 0,-1-2 1 0 0,17 20-12 0 0,0-1-1 0 0,-2 2 0 0 0,17 30 1 0 0,-27-42 0 0 0,-1 1 1 0 0,0-1 0 0 0,0 1 0 0 0,3 14-1 0 0,-6-20 14 0 0,0 1 0 0 0,-1 0 0 0 0,1 0 0 0 0,-1 0 0 0 0,0 0 0 0 0,0 0 0 0 0,0 0 0 0 0,-1 0 0 0 0,0-1 0 0 0,0 1-1 0 0,-2 7 1 0 0,2-10 19 0 0,0 1 0 0 0,0-1 0 0 0,-1 0 0 0 0,1 1 0 0 0,-1-1 0 0 0,1 0 0 0 0,-1 0-1 0 0,0 0 1 0 0,0 0 0 0 0,0 0 0 0 0,0 0 0 0 0,-1 0 0 0 0,-2 1 0 0 0,1-1 35 0 0,0 0 0 0 0,0 0 0 0 0,-1-1 0 0 0,1 1 0 0 0,0-1-1 0 0,-1 0 1 0 0,-7 1 0 0 0,4-2 21 0 0,0 0 1 0 0,-1 0-1 0 0,1 0 0 0 0,0-1 0 0 0,-1 0 0 0 0,1-1 0 0 0,0 0 0 0 0,-11-4 0 0 0,14 4-38 0 0,-68-30 422 0 0,63 27-389 0 0,1-1 0 0 0,-1 1 0 0 0,1-2-1 0 0,1 1 1 0 0,-10-9 0 0 0,16 12-46 0 0,-1 0 0 0 0,1 0 1 0 0,0 0-1 0 0,0-1 0 0 0,0 1 1 0 0,0 0-1 0 0,1-1 0 0 0,0 1 0 0 0,-1-1 1 0 0,1 0-1 0 0,0 1 0 0 0,1-1 1 0 0,-1 0-1 0 0,1 0 0 0 0,-1 1 1 0 0,1-1-1 0 0,0 0 0 0 0,1 0 0 0 0,-1 0 1 0 0,2-4-1 0 0,-2 6-56 0 0,1 0 1 0 0,-1 1-1 0 0,1-1 0 0 0,0 1 1 0 0,0-1-1 0 0,0 0 0 0 0,-1 1 1 0 0,1 0-1 0 0,1-1 0 0 0,-1 1 1 0 0,0 0-1 0 0,0-1 0 0 0,0 1 0 0 0,1 0 1 0 0,2-2-1 0 0,2-1-398 0 0,1 1 0 0 0,10-5-1 0 0,-7 4-406 0 0,-3 1-213 0 0,0 0 1 0 0,0 1-1 0 0,0 0 1 0 0,0 0 0 0 0,13-1-1 0 0,18 2-10094 0 0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 9954 0 0,'0'0'12728'0'0,"16"-8"-12710"0"0,48-22-13 0 0,-61 28-6 0 0,0 1-1 0 0,0 0 1 0 0,0 0 0 0 0,0 0 0 0 0,0 1 0 0 0,4-1 0 0 0,-6 1 0 0 0,-1 0 0 0 0,1 0 0 0 0,0 0 0 0 0,0 0 0 0 0,0 0 1 0 0,0 1-1 0 0,0-1 0 0 0,0 0 0 0 0,0 1 0 0 0,1 0 1 0 0,4 1-3 0 0,17 7-17 0 0,40 21 0 0 0,-56-26-11 0 0,0 0 1 0 0,0 1-1 0 0,0 0 1 0 0,-1 0-1 0 0,0 1 1 0 0,0-1-1 0 0,0 1 0 0 0,-1 1 1 0 0,7 9-1 0 0,-9-12 11 0 0,-1 1 0 0 0,0-1 0 0 0,-1 1 0 0 0,1-1 0 0 0,-1 1 0 0 0,0 0 0 0 0,0-1 0 0 0,0 9 0 0 0,0 4-13 0 0,-2 19 0 0 0,0-29 35 0 0,0 7 28 0 0,-1 0 0 0 0,-1 0 0 0 0,0-1 0 0 0,-10 26 0 0 0,11-33-11 0 0,0-1 1 0 0,1 1-1 0 0,0 0 0 0 0,0 1 1 0 0,-1 8-1 0 0,3 33 158 0 0,-1-46-165 0 0,2 9 30 0 0,0-1 0 0 0,1 1 0 0 0,0-1 0 0 0,0 0 0 0 0,1 0 0 0 0,7 13 0 0 0,1 4 31 0 0,-8-18-48 0 0,0 4 21 0 0,2-1 0 0 0,-1 0 0 0 0,1 0 0 0 0,1-1 0 0 0,13 18 0 0 0,-18-27-42 0 0,0 0-1 0 0,0 0 1 0 0,-1-1 0 0 0,1 1-1 0 0,-1 0 1 0 0,1 0-1 0 0,-1 1 1 0 0,0-1-1 0 0,0 0 1 0 0,0 0-1 0 0,0 1 1 0 0,0-1 0 0 0,-1 0-1 0 0,2 5 1 0 0,-3-7-2 0 0,1 1 0 0 0,0-1 1 0 0,0 0-1 0 0,-1 1 0 0 0,1-1 0 0 0,0 0 1 0 0,-1 0-1 0 0,1 1 0 0 0,-1-1 1 0 0,1 0-1 0 0,0 0 0 0 0,-1 0 0 0 0,1 0 1 0 0,-1 1-1 0 0,1-1 0 0 0,0 0 1 0 0,-1 0-1 0 0,1 0 0 0 0,-1 0 0 0 0,1 0 1 0 0,-1 0-1 0 0,1 0 0 0 0,0 0 1 0 0,-1 0-1 0 0,1 0 0 0 0,-1-1 0 0 0,-4 2 30 0 0,-11 2-223 0 0,0 0 0 0 0,0-1 0 0 0,-1-1 0 0 0,-24-1 0 0 0,-17 1-6441 0 0,42-1 772 0 0,3 0-4058 0 0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0 8890 0 0,'0'0'14518'0'0,"-2"2"-14476"0"0,0 1-25 0 0,1-1-1 0 0,-1 0 0 0 0,1 1 0 0 0,0-1 0 0 0,0 1 1 0 0,0-1-1 0 0,0 1 0 0 0,0-1 0 0 0,1 1 1 0 0,-1 0-1 0 0,1-1 0 0 0,0 1 0 0 0,0 0 0 0 0,0 0 1 0 0,0-1-1 0 0,0 1 0 0 0,1 5 0 0 0,1 2 57 0 0,0 0-1 0 0,0-1 0 0 0,7 19 1 0 0,10 18 97 0 0,17 41-57 0 0,-28-68-330 0 0,8 17-1232 0 0,-5-13-4246 0 0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268 1 10986 0 0,'0'0'11533'0'0,"-27"1"-11356"0"0,-84 6-72 0 0,73-4-51 0 0,27 0-36 0 0,3-1-33 0 0,-13 3-382 0 0,-11 4-2295 0 0,13-3-5284 0 0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10034 0 0,'0'0'14042'0'0,"25"16"-13902"0"0,82 50-39 0 0,-51-28-24 0 0,-46-31-67 0 0,5 5-183 0 0,1 0 0 0 0,-2 1-1 0 0,0 1 1 0 0,0 0 0 0 0,20 28 0 0 0,-29-32-1130 0 0,-4-9 753 0 0,-1 0 1 0 0,0 0-1 0 0,1 0 0 0 0,-1 0 0 0 0,1 0 1 0 0,-1 0-1 0 0,1 0 0 0 0,0 0 1 0 0,-1 0-1 0 0,1-1 0 0 0,0 1 0 0 0,0 0 1 0 0,-1 0-1 0 0,3 0 0 0 0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0 9706 0 0,'0'0'13094'0'0,"-21"24"-13004"0"0,-63 74-16 0 0,79-92-54 0 0,-1 0 0 0 0,-8 15 0 0 0,14-21-18 0 0,-6 11-348 0 0,0 1 1 0 0,-1-2-1 0 0,-9 12 0 0 0,12-18-2317 0 0,1-1 0 0 0,-1 1 0 0 0,-6 4 1 0 0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239 35 10618 0 0,'0'0'12858'0'0,"-24"-6"-12836"0"0,-71-16-2 0 0,63 15 3 0 0,23 8 4 0 0,3 1-11 0 0,-13 2-5 0 0,-26 10 0 0 0,45-14-11 0 0,-1 0 0 0 0,1 0 0 0 0,0 0-1 0 0,-1 0 1 0 0,1 0 0 0 0,-1 0 0 0 0,1 0 0 0 0,0 1-1 0 0,-1-1 1 0 0,1 0 0 0 0,-1 0 0 0 0,1 0-1 0 0,0 1 1 0 0,-1-1 0 0 0,1 0 0 0 0,0 0 0 0 0,0 1-1 0 0,-1-1 1 0 0,1 0 0 0 0,0 1 0 0 0,-1-1-1 0 0,1 1 1 0 0,0-1 0 0 0,0 0 0 0 0,0 1 0 0 0,0-1-1 0 0,-1 0 1 0 0,1 1 0 0 0,0-1 0 0 0,0 1-1 0 0,0-1 1 0 0,0 1 0 0 0,0-1 0 0 0,0 0 0 0 0,0 1-1 0 0,0-1 1 0 0,0 1 0 0 0,0-1 0 0 0,0 1-1 0 0,0-1 1 0 0,1 0 0 0 0,-1 1 0 0 0,0-1-1 0 0,0 1 1 0 0,0-1 0 0 0,1 1 0 0 0,1 2 39 0 0,0 0 0 0 0,1 0 0 0 0,-1 0 0 0 0,5 4 1 0 0,0 0 2 0 0,2 3-53 0 0,-2 0-1 0 0,1 1 0 0 0,-1 0 0 0 0,-1 0 0 0 0,0 1 0 0 0,-1 0 0 0 0,0 0 1 0 0,4 14-1 0 0,-4-8 12 0 0,3 28 1 0 0,-4-23 14 0 0,-2-4 0 0 0,1 25-1 0 0,-2-11-5 0 0,2 17-2 0 0,-2-16 78 0 0,7 36-1 0 0,-6-59 20 0 0,1 0 0 0 0,0-1-1 0 0,1 1 1 0 0,0-1-1 0 0,8 15 1 0 0,-11-23-35 0 0,0-1 0 0 0,1 1 0 0 0,-1 0 0 0 0,0-1 0 0 0,1 1 0 0 0,-1-1 0 0 0,1 0 0 0 0,0 1 0 0 0,0-1 0 0 0,-1 0 0 0 0,1 0 0 0 0,0 0 0 0 0,0 0 0 0 0,0 0 0 0 0,0-1 0 0 0,0 1-1 0 0,0-1 1 0 0,3 1 0 0 0,4 0 154 0 0,1 0 0 0 0,-1-1 0 0 0,9 0-1 0 0,-1-1-219 0 0,-3 1-18 0 0,-8 1-108 0 0,0-1 0 0 0,0 0 0 0 0,0-1 0 0 0,0 1 0 0 0,0-1-1 0 0,0 0 1 0 0,9-3 0 0 0,-6 1-1145 0 0,3-2-2819 0 0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75 9506 0 0,'0'0'14360'0'0,"9"-12"-14296"0"0,25-37-18 0 0,-33 47-44 0 0,0 1-1 0 0,0 0 1 0 0,1-1 0 0 0,-1 1 0 0 0,0 0 0 0 0,0 0 0 0 0,1 0-1 0 0,-1 0 1 0 0,2-1 0 0 0,-2 2-2 0 0,0 0 1 0 0,-1-1-1 0 0,1 1 1 0 0,-1 0-1 0 0,1 0 1 0 0,-1 0-1 0 0,1 0 1 0 0,0 0-1 0 0,-1 0 1 0 0,1 0-1 0 0,-1 0 0 0 0,1 0 1 0 0,-1 0-1 0 0,1 1 1 0 0,4 0-1 0 0,3-1-10 0 0,0 1 1 0 0,0 0-1 0 0,0 1 0 0 0,0 0 0 0 0,-1 0 0 0 0,1 0 1 0 0,-1 1-1 0 0,15 8 0 0 0,-14-7 4 0 0,-1 0 0 0 0,1 0 1 0 0,-1 1-1 0 0,9 7 0 0 0,-14-10 2 0 0,0 0 0 0 0,0 0 0 0 0,0 0 0 0 0,-1 0 0 0 0,1 0 0 0 0,0 0-1 0 0,-1 1 1 0 0,0-1 0 0 0,1 0 0 0 0,-1 1 0 0 0,0-1 0 0 0,0 1 0 0 0,-1 0 0 0 0,1-1 0 0 0,0 1 0 0 0,-1 0 0 0 0,1 4-1 0 0,-2-4 10 0 0,1-1-1 0 0,0 1 0 0 0,-1-1 0 0 0,1 1 0 0 0,-1-1 0 0 0,0 1 0 0 0,0-1 0 0 0,0 1 0 0 0,0-1 0 0 0,-1 0 1 0 0,1 1-1 0 0,0-1 0 0 0,-1 0 0 0 0,0 0 0 0 0,-2 3 0 0 0,-5 3 59 0 0,1 0-1 0 0,-14 8 1 0 0,-5 5 118 0 0,19-14-124 0 0,5-5-32 0 0,-1 1 0 0 0,1 0 1 0 0,0 0-1 0 0,0 0 0 0 0,1 0 0 0 0,-1 0 1 0 0,0 0-1 0 0,1 1 0 0 0,-4 6 1 0 0,6-9 2 0 0,0 0 0 0 0,0-1-1 0 0,0 1 1 0 0,0 0 0 0 0,0-1 0 0 0,0 1 0 0 0,0 0 0 0 0,0-1 0 0 0,0 1 0 0 0,0 0 0 0 0,1-1 0 0 0,-1 1 0 0 0,0 0 0 0 0,0-1 0 0 0,1 1 0 0 0,-1 0 0 0 0,0-1 0 0 0,1 1 0 0 0,-1-1 0 0 0,0 1 0 0 0,1-1 0 0 0,-1 1 0 0 0,1-1 0 0 0,-1 1 0 0 0,1-1 0 0 0,-1 1 0 0 0,1-1 0 0 0,-1 0 0 0 0,1 1 0 0 0,0-1 0 0 0,-1 0 0 0 0,1 1 0 0 0,0-1 0 0 0,-1 0-1 0 0,1 0 1 0 0,-1 0 0 0 0,1 1 0 0 0,0-1 0 0 0,1 0 0 0 0,4 1 109 0 0,0-1-1 0 0,0 1 0 0 0,9-1 0 0 0,-8-1-95 0 0,23 1-159 0 0,0-2 1 0 0,0-1-1 0 0,35-9 0 0 0,-45 8-866 0 0,11-3-2648 0 0,-11 2-3700 0 0,-13 4 1514 0 0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6801 0 0,'0'0'10468'0'0,"28"3"-10209"0"0,86 10 18 0 0,-76-8 9 0 0,39 16 1226 0 0,-76-21-1473 0 0,1 0 1 0 0,-1 1-1 0 0,0-1 1 0 0,1 1 0 0 0,-1-1-1 0 0,0 1 1 0 0,1-1-1 0 0,-1 1 1 0 0,0 0-1 0 0,0-1 1 0 0,1 1-1 0 0,-1 0 1 0 0,0 0-1 0 0,2 2 1 0 0,-3-2-48 0 0,1 0 0 0 0,-1 1 0 0 0,1-1 0 0 0,-1 0 0 0 0,1 0 1 0 0,-1 1-1 0 0,0-1 0 0 0,1 0 0 0 0,-1 1 0 0 0,0-1 0 0 0,0 0 0 0 0,0 1 0 0 0,0-1 0 0 0,0 0 1 0 0,-1 2-1 0 0,0 3 13 0 0,-6 86 292 0 0,7-77-207 0 0,1 0-1 0 0,1-1 0 0 0,5 24 1 0 0,4 23 72 0 0,6 20 176 0 0,-5-20-115 0 0,-6-31-144 0 0,-4-17 6 0 0,5 16 0 0 0,-2-12-8 0 0,-4-10-23 0 0,2 0-1 0 0,4 11 0 0 0,-5-13 108 0 0,0-1 0 0 0,-1 0-1 0 0,1 1 1 0 0,-1-1-1 0 0,0 1 1 0 0,0 0 0 0 0,0-1-1 0 0,-1 6 1 0 0,-10-3-20 0 0,3-4-446 0 0,0-1 0 0 0,-1 1 0 0 0,1-1 0 0 0,-14 2 0 0 0,-31 1-6053 0 0,43-4 4549 0 0,-8 0-3806 0 0,4-1-2604 0 0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2353 0 0,'0'0'9636'0'0,"9"7"-9353"0"0,2 0-131 0 0,-3-1 49 0 0,0 0 0 0 0,0 0-1 0 0,0 1 1 0 0,9 11 0 0 0,13 16 1381 0 0,-1 1 0 0 0,35 58 0 0 0,-48-66-1130 0 0,-2 0-1 0 0,0 1 0 0 0,-2 1 1 0 0,14 47-1 0 0,-17-42-183 0 0,-1-1 1 0 0,-2 1-1 0 0,4 68 1 0 0,-10-88-222 0 0,0-1 22 0 0,-2 16 0 0 0,2-24-54 0 0,-1-1 0 0 0,0 1 0 0 0,-1-1 0 0 0,1 0 1 0 0,-1 1-1 0 0,1-1 0 0 0,-4 5 0 0 0,-1 2 209 0 0,-1 0 0 0 0,-9 10-1 0 0,-2-4-2758 0 0,15-15 690 0 0,0 0 1 0 0,1 0 0 0 0,-1 0-1 0 0,0-1 1 0 0,-5 2 0 0 0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73 103 496 0 0,'0'0'22420'0'0,"3"-16"-21988"0"0,11-48-99 0 0,-8 47-126 0 0,-6 17-202 0 0,0 0 0 0 0,0-1 0 0 0,0 1 0 0 0,0 0-1 0 0,0 0 1 0 0,0 0 0 0 0,0 0 0 0 0,1 0 0 0 0,-1 0-1 0 0,0 0 1 0 0,0-1 0 0 0,0 1 0 0 0,0 0 0 0 0,0 0 0 0 0,0 0-1 0 0,0 0 1 0 0,1 0 0 0 0,-1 0 0 0 0,0 0 0 0 0,0 0 0 0 0,0 0-1 0 0,0 0 1 0 0,0 0 0 0 0,1 0 0 0 0,-1 0 0 0 0,0 0 0 0 0,0 0-1 0 0,0 0 1 0 0,0 0 0 0 0,0 0 0 0 0,1 0 0 0 0,-1 0-1 0 0,2 0 62 0 0,1-1-49 0 0,0 0 0 0 0,0 1 0 0 0,0-1 0 0 0,0 1 0 0 0,0 0 0 0 0,5 0 0 0 0,-8 1-51 0 0,0 0-1 0 0,1 0 1 0 0,-1 1 0 0 0,0-1 0 0 0,0 0-1 0 0,1 1 1 0 0,-1-1 0 0 0,0 0 0 0 0,0 1 0 0 0,-1 1-1 0 0,1-2 14 0 0,0 0 21 0 0,0 0 0 0 0,0 0 0 0 0,-1 0 0 0 0,1-1-1 0 0,0 1 1 0 0,0 0 0 0 0,-1 0 0 0 0,1 0 0 0 0,-1 0-1 0 0,1-1 1 0 0,-1 1 0 0 0,1 0 0 0 0,-1-1 0 0 0,1 1-1 0 0,-1 0 1 0 0,0 0 0 0 0,-14 11 123 0 0,6-6 1 0 0,2 0-6 0 0,-1 0 58 0 0,-13 14 1 0 0,19-16-163 0 0,-1-1 0 0 0,1 0 0 0 0,-1 1 0 0 0,1 0 0 0 0,0-1 0 0 0,1 1 0 0 0,-3 6 0 0 0,-6 22 25 0 0,1 1 1 0 0,2 0-1 0 0,1 0 0 0 0,1 0 0 0 0,1 40 0 0 0,2 73 101 0 0,3-125-103 0 0,1 1 0 0 0,1-1 1 0 0,1 1-1 0 0,0-1 0 0 0,2 0 0 0 0,0-1 0 0 0,2 0 1 0 0,16 33-1 0 0,-16-40 10 0 0,0 0 1 0 0,1-1-1 0 0,0 0 1 0 0,1-1 0 0 0,1 0-1 0 0,0 0 1 0 0,0-1-1 0 0,22 15 1 0 0,-26-20-72 0 0,0-1 0 0 0,1 0 0 0 0,-1 0 0 0 0,1-1 0 0 0,-1 0 0 0 0,1-1 0 0 0,15 4 0 0 0,-13-5-817 0 0,0 0 0 0 0,0 0 0 0 0,14-1 0 0 0,-22 0 212 0 0,1-1-1 0 0,0 1 1 0 0,-1-1-1 0 0,1 0 1 0 0,5-1-1 0 0,5-5-5496 0 0,-11 7 4779 0 0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 7538 0 0,'0'0'18312'0'0,"1"-6"-18307"0"0,0 2-6 0 0,0 2 0 0 0,-1 1 1 0 0,0-1-1 0 0,1 0 1 0 0,-1 1-1 0 0,1-1 1 0 0,0 1 0 0 0,1-3-1 0 0,-2 3 1 0 0,1 1 0 0 0,-1 0 0 0 0,0-1 0 0 0,1 1 0 0 0,-1 0 0 0 0,1 0 0 0 0,-1 0 0 0 0,0-1 0 0 0,1 1 0 0 0,-1 0 0 0 0,1 0-1 0 0,-1 0 1 0 0,1 0 0 0 0,-1 0 0 0 0,0 0 0 0 0,1 0 0 0 0,-1 0 0 0 0,1 0 0 0 0,-1 0 0 0 0,1 0 0 0 0,-1 0 0 0 0,1 0 0 0 0,-1 0 0 0 0,0 0 0 0 0,1 0 0 0 0,-1 0 0 0 0,1 1 0 0 0,-1-1 0 0 0,0 0 0 0 0,1 0 0 0 0,-1 0 0 0 0,1 1 0 0 0,-1-1-1 0 0,0 0 1 0 0,1 1 0 0 0,-1-1 0 0 0,0 0 0 0 0,1 1 0 0 0,39 33 0 0 0,23 16 2 0 0,-11-12 5 0 0,59 39 46 0 0,-81-59-35 0 0,60 28 1 0 0,-75-39-202 0 0,-2-1 125 0 0,18 5 1 0 0,-26-10-626 0 0,0 0-1 0 0,0 0 1 0 0,0 0 0 0 0,6 0 0 0 0,-9-8-5948 0 0,-4-2 2266 0 0,-2 2-468 0 0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229 0 10946 0 0,'0'0'13799'0'0,"-20"6"-13555"0"0,-65 21-45 0 0,59-16-91 0 0,25-11-97 0 0,0 1 0 0 0,1-1-1 0 0,-1 1 1 0 0,0 0 0 0 0,0-1 0 0 0,1 1-1 0 0,-1 0 1 0 0,1 0 0 0 0,-1-1-1 0 0,0 2 1 0 0,-2 3 42 0 0,-10 14 109 0 0,-19 39 0 0 0,16-15-350 0 0,15-41-222 0 0,0 1 0 0 0,0-1 0 0 0,-1 0 0 0 0,1 1 0 0 0,-3 2 0 0 0,-2-1-3707 0 0,-4-1-4421 0 0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192 79 9058 0 0,'0'0'16346'0'0,"-11"-13"-16294"0"0,-37-38-35 0 0,32 37-19 0 0,16 14 2 0 0,0 0-1 0 0,-1 0 1 0 0,1 0-1 0 0,0 0 1 0 0,0 0-1 0 0,-1-1 1 0 0,1 1-1 0 0,0 0 1 0 0,-1 0-1 0 0,1 0 1 0 0,0 0-1 0 0,-1 0 1 0 0,1 0-1 0 0,0 0 1 0 0,0 0-1 0 0,-1 0 1 0 0,1 0-1 0 0,0 0 1 0 0,-1 0-1 0 0,-2 1-5 0 0,-10-1-1 0 0,1 1 1 0 0,-1 0 0 0 0,-22 6-1 0 0,26-5 4 0 0,5-1 2 0 0,1 0 0 0 0,-1 0 0 0 0,1 0 0 0 0,-6 0 0 0 0,8 0-5 0 0,1 0 1 0 0,0 0-1 0 0,-1 0 0 0 0,1 0 0 0 0,0 1 0 0 0,0-1 0 0 0,0 0 0 0 0,-1 0 0 0 0,1 0 0 0 0,0 0 0 0 0,1 1 0 0 0,-1 1 0 0 0,0-1 14 0 0,1 18 0 0 0,7 36 0 0 0,-2-15-16 0 0,11 54 52 0 0,-6-45-56 0 0,-4-12 30 0 0,23 69 0 0 0,-20-75-4 0 0,7 13 40 0 0,-12-30-34 0 0,4 6 0 0 0,-5-12-28 0 0,-4-9 27 0 0,0 1-1 0 0,1 0 1 0 0,-1 0-1 0 0,0-1 1 0 0,0 1-1 0 0,1 0 1 0 0,-1-1-1 0 0,0 1 1 0 0,1-1-1 0 0,-1 1 1 0 0,1 0-1 0 0,-1-1 1 0 0,1 1-1 0 0,-1-1 1 0 0,1 1-1 0 0,-1-1 1 0 0,1 1-1 0 0,0-1 1 0 0,-1 0-1 0 0,1 1 1 0 0,0-1-1 0 0,0 1 1 0 0,14 1 258 0 0,0-1 0 0 0,0 0 1 0 0,29-4-1 0 0,-29 2-229 0 0,55-5-8 0 0,-63 5-461 0 0,-1-1 0 0 0,0 1 0 0 0,0-1 0 0 0,9-4 0 0 0,-13 5-8 0 0,-1 1 43 0 0,0 0-1 0 0,-1-1 0 0 0,1 1 1 0 0,-1 0-1 0 0,1-1 0 0 0,0 1 1 0 0,-1-1-1 0 0,1 1 0 0 0,-1 0 1 0 0,1-1-1 0 0,-1 1 0 0 0,1-1 1 0 0,0 0-1 0 0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6 8546 0 0,'0'0'15977'0'0,"-2"-2"-15927"0"0,-5-1-44 0 0,7 3-5 0 0,0 0 0 0 0,-1 0 0 0 0,1 0-1 0 0,0 0 1 0 0,0 0 0 0 0,0 0 0 0 0,-1 0-1 0 0,1 0 1 0 0,0 0 0 0 0,0 0 0 0 0,0 1 0 0 0,0-1-1 0 0,-1 0 1 0 0,1 0 0 0 0,0 0 0 0 0,0 0-1 0 0,0 0 1 0 0,0 1 0 0 0,0-1 0 0 0,0 0-1 0 0,0 0 1 0 0,-1 0 0 0 0,1 0 0 0 0,0 1 0 0 0,0-1-1 0 0,0 0 1 0 0,0 3 13 0 0,-1 0 0 0 0,1-1-1 0 0,0 1 1 0 0,0 5 0 0 0,0 0 13 0 0,0 8 37 0 0,1-1 0 0 0,0 0-1 0 0,5 22 1 0 0,-3-28-15 0 0,-1 0-1 0 0,1-1 1 0 0,1 1-1 0 0,0-1 0 0 0,0 0 1 0 0,0 0-1 0 0,8 9 1 0 0,-11-15-46 0 0,10 14 88 0 0,1-1-1 0 0,27 27 0 0 0,-37-41-143 0 0,9 7-4613 0 0,-8-18-1207 0 0,-8-10-4111 0 0,2 14 4947 0 0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95 6233 0 0,'0'0'16013'0'0,"3"-15"-15956"0"0,11-47-31 0 0,-14 61-26 0 0,0 0 0 0 0,1 0 1 0 0,-1 0-1 0 0,0-1 0 0 0,1 1 1 0 0,-1 0-1 0 0,1 0 1 0 0,-1 0-1 0 0,1 1 0 0 0,0-1 1 0 0,-1 0-1 0 0,1 0 0 0 0,0 0 1 0 0,-1 0-1 0 0,2 0 0 0 0,-1 0 0 0 0,-1 1 1 0 0,1 0-1 0 0,-1 0 0 0 0,0 0 0 0 0,1 0 0 0 0,-1 0 0 0 0,1 0 1 0 0,-1 0-1 0 0,1 0 0 0 0,-1 0 0 0 0,0 0 0 0 0,1 0 1 0 0,-1 0-1 0 0,1 0 0 0 0,-1 0 0 0 0,0 0 0 0 0,1 0 0 0 0,0 1 1 0 0,1-1 0 0 0,13 2 0 0 0,0 0 0 0 0,0 0-1 0 0,-1 1 1 0 0,1 1 0 0 0,19 8-1 0 0,6 1 12 0 0,53 10 116 0 0,-84-22 18 0 0,-7-1 265 0 0,-4 1-123 0 0,-1 2-318 0 0,1 0 24 0 0,-1 0 1 0 0,1 0-1 0 0,0 0 0 0 0,0 1 0 0 0,0-1 0 0 0,0 0 1 0 0,1 1-1 0 0,-1-1 0 0 0,1 1 0 0 0,0 0 0 0 0,0 0 0 0 0,-1 3 1 0 0,1 6 16 0 0,0 0 1 0 0,0 15 0 0 0,1-19-4 0 0,1 0-1 0 0,0 0 1 0 0,1 0 0 0 0,3 11-1 0 0,13 34 66 0 0,-12-38-70 0 0,21 47-2 0 0,-13-25 22 0 0,-7-21-10 0 0,-2 1 0 0 0,5 18-1 0 0,-9-28-13 0 0,2 6 21 0 0,-1 0 0 0 0,1 28 0 0 0,-3-42 97 0 0,-13 4-409 0 0,0 0-168 0 0,-9-2-4362 0 0,-42 0 0 0 0,38-3-2464 0 0,13 1 1358 0 0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0 7394 0 0,'0'0'14552'0'0,"0"0"-14547"0"0,-1 1 0 0 0,1-1 0 0 0,-1 0 0 0 0,0 0 0 0 0,1 1 0 0 0,-1-1 0 0 0,1 0 0 0 0,-1 1 0 0 0,1-1 0 0 0,0 1 0 0 0,-1-1-1 0 0,1 0 1 0 0,-1 2 0 0 0,-2 9 14 0 0,1 1 0 0 0,1-1-1 0 0,0 1 1 0 0,0-1 0 0 0,1 1-1 0 0,2 13 1 0 0,-1-15-6 0 0,0 4 32 0 0,1-1-1 0 0,1 0 0 0 0,8 25 0 0 0,-5-18-9 0 0,-1-8-125 0 0,0 0 0 0 0,0 0-1 0 0,12 18 1 0 0,10 11-4402 0 0,-27-40 4250 0 0,2 2-1291 0 0,1 0 0 0 0,-1-1 0 0 0,0 1 0 0 0,1-1 0 0 0,-1 1 0 0 0,4 1 0 0 0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313 43 9634 0 0,'0'0'13128'0'0,"-28"-7"-12874"0"0,-90-21-64 0 0,81 21-101 0 0,25 7-20 0 0,3 0-29 0 0,2 0-229 0 0,-1 0 1 0 0,1 0-1 0 0,0 1 1 0 0,-1 0-1 0 0,1 0 1 0 0,0 1-1 0 0,-1 0 1 0 0,-12 5-1 0 0,1 3-4433 0 0,8-4-2545 0 0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17 3801 0 0,'0'0'12941'0'0,"-3"-3"-12970"0"0,-3-4 9 0 0,1 1 71 0 0,15 15 186 0 0,4 2 55 0 0,0-1-1 0 0,22 12 1 0 0,-11-7-63 0 0,17 11 78 0 0,1-3 0 0 0,1-1-1 0 0,60 21 1 0 0,-85-36-401 0 0,0 0 1 0 0,24 15-1 0 0,-35-20-944 0 0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1 9050 0 0,'0'0'12457'0'0,"-16"12"-12339"0"0,-46 39-33 0 0,58-48-73 0 0,0-1 1 0 0,1 1-1 0 0,0 0 0 0 0,0 1 0 0 0,0-1 1 0 0,-5 7-1 0 0,4-4 18 0 0,-16 29 141 0 0,12-21-110 0 0,-6 22-105 0 0,7-21-521 0 0,-5 8-3657 0 0,2-9-4326 0 0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31 2417 0 0,'0'0'17791'0'0,"4"-5"-17656"0"0,16-16-31 0 0,-16 16 1 0 0,-4 7-88 0 0,0 0 0 0 0,-1-1 0 0 0,1 1 0 0 0,-1 0 0 0 0,0-1-1 0 0,1 1 1 0 0,-1 0 0 0 0,0-1 0 0 0,0 1 0 0 0,0-1 0 0 0,0 0 0 0 0,0 1-1 0 0,-1-1 1 0 0,1 0 0 0 0,0 1 0 0 0,0-1 0 0 0,-1 0 0 0 0,1 0-1 0 0,-4 1 1 0 0,-1 2 94 0 0,0 0-1 0 0,-1-1 1 0 0,-11 4-1 0 0,1-3 56 0 0,0 0 0 0 0,0-2-1 0 0,0 0 1 0 0,0-1 0 0 0,-26-1-1 0 0,25 0 12 0 0,-2-3 1938 0 0,29 4-2265 0 0,-5 4 93 0 0,-1 0 0 0 0,0 0 0 0 0,0 1 0 0 0,0-1 0 0 0,3 9 1 0 0,-2-4 41 0 0,2 5-1 0 0,-1 0 0 0 0,0 0 0 0 0,3 21 0 0 0,4 49-102 0 0,-5-26 67 0 0,-1-11 25 0 0,2 20-2 0 0,-5-56 19 0 0,0 3 7 0 0,4 15-1 0 0,-2-13 6 0 0,-4-13 2 0 0,0 0 0 0 0,0 0 0 0 0,0 0 1 0 0,1 0-1 0 0,2 6 0 0 0,4 4 12 0 0,-7-11-4 0 0,1 0-1 0 0,-1 0 0 0 0,1 0 0 0 0,0 0 1 0 0,0 0-1 0 0,0-1 0 0 0,0 1 0 0 0,1-1 1 0 0,2 4-1 0 0,1-2 33 0 0,-5-3-6 0 0,1 0-1 0 0,0 1 0 0 0,-1-1 1 0 0,1 0-1 0 0,0 0 0 0 0,0 0 1 0 0,0 0-1 0 0,0 0 0 0 0,0-1 1 0 0,0 1-1 0 0,0 0 1 0 0,3 0-1 0 0,6 0 137 0 0,0 0 0 0 0,0-1 0 0 0,17-1 0 0 0,-22 0-487 0 0,0 0 0 0 0,0 0 0 0 0,0-1 0 0 0,0 0 0 0 0,0 0 1 0 0,0 0-1 0 0,10-6 0 0 0,-11 5-603 0 0,8-5-3598 0 0,-1-1-4288 0 0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 9298 0 0,'0'0'14548'0'0,"6"-7"-14548"0"0,18-21-6 0 0,-22 27 5 0 0,-1 0-1 0 0,0 0 1 0 0,0 1 0 0 0,0-1 0 0 0,1 0 0 0 0,-1 1-1 0 0,0-1 1 0 0,0 1 0 0 0,1-1 0 0 0,-1 1 0 0 0,1 0-1 0 0,-1-1 1 0 0,0 1 0 0 0,1 0 0 0 0,-1 0 0 0 0,1 0-1 0 0,-1 0 1 0 0,1 0 0 0 0,-1 0 0 0 0,0 1 0 0 0,1-1-1 0 0,-1 0 1 0 0,1 1 0 0 0,-1-1 0 0 0,0 1 0 0 0,2 0-1 0 0,2 1-1 0 0,150 55-55 0 0,-143-52 42 0 0,-8-4 8 0 0,0 1-1 0 0,1 0 0 0 0,-1 0 0 0 0,0 0 0 0 0,6 5 0 0 0,-9-7-12 0 0,0 1 0 0 0,0 0 0 0 0,-1-1 0 0 0,1 1 0 0 0,0 0 0 0 0,0 0 0 0 0,-1 0 0 0 0,1 0 0 0 0,-1-1 0 0 0,1 1 0 0 0,0 2 0 0 0,-1-2 12 0 0,0-1 1 0 0,0 1-1 0 0,0-1 0 0 0,0 1 0 0 0,0-1 0 0 0,0 1 0 0 0,0-1 1 0 0,0 1-1 0 0,0-1 0 0 0,-1 1 0 0 0,1-1 0 0 0,0 0 0 0 0,0 1 0 0 0,-1-1 1 0 0,1 1-1 0 0,0-1 0 0 0,0 0 0 0 0,-1 1 0 0 0,1-1 0 0 0,0 0 0 0 0,-1 1 1 0 0,1-1-1 0 0,-1 0 0 0 0,1 1 0 0 0,0-1 0 0 0,-2 0 0 0 0,-4 4 11 0 0,0-1 0 0 0,-1 0 0 0 0,1-1 0 0 0,-1 1 0 0 0,0-1 1 0 0,-10 1-1 0 0,10-1-1 0 0,0-1 1 0 0,0 1-1 0 0,0 1 1 0 0,0-1 0 0 0,-11 7-1 0 0,17-8-2 0 0,0 0-1 0 0,0 0 0 0 0,0 0 1 0 0,0 0-1 0 0,0 0 1 0 0,0 0-1 0 0,1 0 1 0 0,-1 0-1 0 0,0 1 0 0 0,1-1 1 0 0,-1 0-1 0 0,1 0 1 0 0,0 1-1 0 0,-1-1 0 0 0,1 0 1 0 0,0 1-1 0 0,0-1 1 0 0,0 0-1 0 0,0 1 0 0 0,0-1 1 0 0,0 0-1 0 0,0 1 1 0 0,0-1-1 0 0,0 0 0 0 0,1 1 1 0 0,-1-1-1 0 0,0 0 1 0 0,1 1-1 0 0,-1-1 0 0 0,1 0 1 0 0,0 0-1 0 0,-1 0 1 0 0,1 1-1 0 0,1 0 0 0 0,60 40 79 0 0,-36-25-79 0 0,-25-16-5 0 0,0 0-1 0 0,-1 0 1 0 0,1 0-1 0 0,0 0 1 0 0,0 0-1 0 0,0 1 1 0 0,-1-1 0 0 0,1 0-1 0 0,-1 0 1 0 0,1 0-1 0 0,-1 1 1 0 0,1-1 0 0 0,-1 0-1 0 0,0 1 1 0 0,1-1-1 0 0,-1 0 1 0 0,0 1-1 0 0,0-1 1 0 0,0 1 0 0 0,0-1-1 0 0,0 0 1 0 0,0 1-1 0 0,-1-1 1 0 0,1 0 0 0 0,0 1-1 0 0,-1-1 1 0 0,1 0-1 0 0,-1 0 1 0 0,1 1-1 0 0,-1-1 1 0 0,-1 2 0 0 0,-11 12 8 0 0,11-12-2 0 0,0 0 0 0 0,0 0 0 0 0,-1 0 0 0 0,1-1 1 0 0,-1 1-1 0 0,0-1 0 0 0,-4 3 0 0 0,0-1-456 0 0,1-1 0 0 0,-1 0 0 0 0,0 0 0 0 0,0-1 0 0 0,-12 3 1 0 0,11-4-2662 0 0,-1 0 0 0 0,-11 0 1 0 0,9-1-2143 0 0,1 0-372 0 0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63 8010 0 0,'0'0'16871'0'0,"6"-10"-16876"0"0,23-32-11 0 0,-28 41 15 0 0,-1 0 0 0 0,1 1 0 0 0,0-1-1 0 0,-1 0 1 0 0,1 0 0 0 0,0 1 0 0 0,0-1 0 0 0,0 0 0 0 0,0 1-1 0 0,-1-1 1 0 0,1 1 0 0 0,0-1 0 0 0,0 1 0 0 0,0 0 0 0 0,0-1 0 0 0,1 1-1 0 0,-1 0 1 0 0,0 0-1 0 0,0 0 0 0 0,0 0 1 0 0,0 0-1 0 0,0 0 0 0 0,-1 1 1 0 0,1-1-1 0 0,0 0 0 0 0,0 1 1 0 0,0-1-1 0 0,1 1 0 0 0,1 1-5 0 0,107 50-18 0 0,8 3 60 0 0,-113-52-11 0 0,0-1 0 0 0,1 0 0 0 0,11 2 0 0 0,-16-4 54 0 0,-16 1-913 0 0,12 1 824 0 0,1 0-1 0 0,-1-1 0 0 0,1 1 0 0 0,0 0 0 0 0,-1 0 0 0 0,1 0 0 0 0,0 1 0 0 0,0-1 0 0 0,0 1 0 0 0,1-1 0 0 0,-1 1 0 0 0,1-1 1 0 0,-1 1-1 0 0,1 0 0 0 0,-1 3 0 0 0,-3 6-36 0 0,1 1 1 0 0,-2 15-1 0 0,4-10 16 0 0,0 0 1 0 0,2 0-1 0 0,1 22 0 0 0,0-26 27 0 0,1 1 9 0 0,0-1-1 0 0,1 1 1 0 0,7 23-1 0 0,-2-10-12 0 0,8 14 56 0 0,-8-23-49 0 0,0 1-37 0 0,-3-10 53 0 0,-5-9-12 0 0,1-1 0 0 0,-1 1 0 0 0,1 0-1 0 0,-1 0 1 0 0,1 0 0 0 0,-1 0 0 0 0,1 0 0 0 0,-1 0 0 0 0,0 0 0 0 0,0 0 0 0 0,0 0 0 0 0,1 1-1 0 0,0 6-44 0 0,-1-7 36 0 0,0 0 0 0 0,1 0 0 0 0,-1 0 0 0 0,0 0 1 0 0,0 0-1 0 0,0 0 0 0 0,0 0 0 0 0,0 0 0 0 0,0 0 1 0 0,0 0-1 0 0,0 0 0 0 0,0 0 0 0 0,-1 0 0 0 0,1 0 1 0 0,0 0-1 0 0,0 0 0 0 0,-1 0 0 0 0,1 0 0 0 0,-1 0 1 0 0,0 1-1 0 0,-3 1-547 0 0,0 0 1 0 0,0-1 0 0 0,0 1 0 0 0,0-1 0 0 0,-1 0-1 0 0,1 0 1 0 0,0 0 0 0 0,-8 1 0 0 0,6-2-1972 0 0,1 0 0 0 0,-1 0 1 0 0,-9 0-1 0 0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5089 0 0,'0'0'9661'0'0,"32"16"-9432"0"0,-32-16-229 0 0,128 69 280 0 0,-120-65-226 0 0,0 0 1 0 0,-1 1-1 0 0,1 0 0 0 0,-1 1 0 0 0,9 9 1 0 0,67 79 1001 0 0,-68-74-820 0 0,-1 1-1 0 0,-1 0 0 0 0,10 24 0 0 0,-13-23-37 0 0,-1-1 0 0 0,-1 1 0 0 0,-1 1-1 0 0,-1 0 1 0 0,-1 0 0 0 0,-1 0-1 0 0,1 41 1 0 0,-6 0 36 0 0,0-56-219 0 0,0-1 0 0 0,0 1-1 0 0,-1 0 1 0 0,-1 0 0 0 0,1-1 0 0 0,-4 9 0 0 0,0-6 7 0 0,0 0 1 0 0,0-1-1 0 0,-1 0 1 0 0,0 0 0 0 0,0 0-1 0 0,-1-1 1 0 0,0 0 0 0 0,0 0-1 0 0,-17 11 1 0 0,11-10-795 0 0,-1 0-1 0 0,0-1 1 0 0,0-1 0 0 0,-1 0-1 0 0,-30 8 1 0 0,5-4-7160 0 0,26-7 770 0 0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61 3449 0 0,'0'0'15368'0'0,"-8"-9"-14526"0"0,-24-25-107 0 0,31 33-675 0 0,0 0 0 0 0,0 1 0 0 0,1-1 0 0 0,-1 0 0 0 0,0 1 0 0 0,1-1 0 0 0,-1 0 0 0 0,0 0 0 0 0,1 0 0 0 0,0 1 0 0 0,-1-1 0 0 0,1 0 0 0 0,-1 0 0 0 0,1 0 0 0 0,0 0 0 0 0,0 0 0 0 0,-1 0 0 0 0,0-2 2034 0 0,6 9-2193 0 0,1 1 137 0 0,1 0 0 0 0,0-1-1 0 0,9 7 1 0 0,5 4 56 0 0,43 47 244 0 0,28 31-7 0 0,23 23-59 0 0,115 107-88 0 0,-211-206-179 0 0,-1 0 1 0 0,24 34 0 0 0,-32-41 20 0 0,-8-10-26 0 0,0 0-1 0 0,0 1 0 0 0,-1-1 1 0 0,1 0-1 0 0,-1 1 1 0 0,1-1-1 0 0,-1 1 1 0 0,2 3-1 0 0,-2-4-434 0 0,-2-8-342 0 0,-6-4-1895 0 0,-14-18 0 0 0,11 16 693 0 0,-17-20-6501 0 0,17 22 618 0 0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278 66 4385 0 0,'0'0'20642'0'0,"-1"-11"-20229"0"0,-1-4-281 0 0,0-7 15 0 0,1 5 720 0 0,0 22-827 0 0,0 0 1 0 0,-1 0-1 0 0,1 0 1 0 0,-1 0 0 0 0,0 0-1 0 0,0-1 1 0 0,-1 1-1 0 0,-4 7 1 0 0,-4 8 163 0 0,-10 22 1 0 0,11-20-99 0 0,-9 24 139 0 0,-20 74 1 0 0,28-83-224 0 0,-51 171 230 0 0,43-148-180 0 0,17-56-176 0 0,0 1 0 0 0,0 0 0 0 0,-1 0 0 0 0,1-1 0 0 0,-1 1 0 0 0,0-1 0 0 0,-1 0 0 0 0,1 0 0 0 0,-1 0 0 0 0,0 0 0 0 0,-6 4 0 0 0,9-7-399 0 0,-1-1 0 0 0,1 1 0 0 0,0 0 0 0 0,-1-1 1 0 0,1 1-1 0 0,-1-1 0 0 0,1 0 0 0 0,0 1 0 0 0,-3-1 0 0 0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19 2865 0 0,'0'0'21418'0'0,"-2"-3"-20868"0"0,-8-10-76 0 0,10 13-457 0 0,0 0 1 0 0,0 0-1 0 0,0 0 1 0 0,0 0-1 0 0,0 0 0 0 0,0 0 1 0 0,0 0-1 0 0,0 0 1 0 0,0 0-1 0 0,0-1 1 0 0,0 1-1 0 0,0 0 1 0 0,0 0-1 0 0,0 0 1 0 0,0 0-1 0 0,0 0 0 0 0,0 0 1 0 0,0 0-1 0 0,0 0 1 0 0,0-1-1 0 0,0 1 1 0 0,0 0-1 0 0,0 0 1 0 0,0 0-1 0 0,0 0 1 0 0,0 0-1 0 0,0 0 0 0 0,0 0 1 0 0,0 0-1 0 0,0 0 1 0 0,0 0-1 0 0,0 0 1 0 0,1-1-1 0 0,-1 1 1 0 0,0 0-1 0 0,0 0 1 0 0,0 0-1 0 0,0 0 0 0 0,0 0 1 0 0,0 0-1 0 0,0 0 1 0 0,0 0-1 0 0,0 0 1 0 0,1 0-1 0 0,-1 0 1 0 0,0 0-1 0 0,0 0 1 0 0,0 0-1 0 0,0 0 0 0 0,0 0 1 0 0,0 0-1 0 0,0 0 1 0 0,0 0-1 0 0,0 0 1 0 0,1 0-1 0 0,-1 0 1 0 0,0 0-1 0 0,6 0-6 0 0,1 0 7 0 0,1 0 0 0 0,0 1 0 0 0,0 0 0 0 0,0 0 0 0 0,-1 1 0 0 0,10 3 0 0 0,29 10-47 0 0,36 13 46 0 0,-70-23-5 0 0,-8-4-20 0 0,0 1-1 0 0,0-1 0 0 0,0 1 0 0 0,0 0 0 0 0,0 0 1 0 0,-1 0-1 0 0,1 1 0 0 0,-1-1 0 0 0,1 1 1 0 0,-1 0-1 0 0,4 4 0 0 0,-6-6 5 0 0,-1-1 1 0 0,0 1-1 0 0,0-1 0 0 0,0 1 0 0 0,0-1 1 0 0,0 1-1 0 0,1-1 0 0 0,-1 1 1 0 0,0-1-1 0 0,0 1 0 0 0,0 0 1 0 0,0-1-1 0 0,0 1 0 0 0,-1-1 0 0 0,1 1 1 0 0,0-1-1 0 0,0 1 0 0 0,0-1 1 0 0,0 1-1 0 0,-1-1 0 0 0,1 1 1 0 0,0-1-1 0 0,0 1 0 0 0,-1-1 1 0 0,1 1-1 0 0,0-1 0 0 0,-1 1 0 0 0,1-1 1 0 0,0 0-1 0 0,-1 1 0 0 0,0-1 1 0 0,-13 11-54 0 0,-2-3 77 0 0,1-1 0 0 0,-1-1-1 0 0,-23 6 1 0 0,34-10-18 0 0,0-2-1 0 0,1 2 1 0 0,-1-1-1 0 0,1 0 0 0 0,0 1 1 0 0,0 0-1 0 0,-1 0 1 0 0,1 0-1 0 0,0 1 1 0 0,-6 4-1 0 0,10-6-2 0 0,-1 0 0 0 0,1 0 0 0 0,-1 0 1 0 0,1 0-1 0 0,-1 0 0 0 0,1 0 0 0 0,0 0 0 0 0,0 0 1 0 0,0 0-1 0 0,-1 0 0 0 0,1 0 0 0 0,0 0 0 0 0,0 0 1 0 0,0 0-1 0 0,1 0 0 0 0,-1 2 0 0 0,0-1 7 0 0,1 1 0 0 0,-1-1 0 0 0,1 1 0 0 0,0-1-1 0 0,1 4 1 0 0,2 0 11 0 0,-1 0 0 0 0,2 0-1 0 0,-1-1 1 0 0,0 0 0 0 0,1 0-1 0 0,10 9 1 0 0,37 22 12 0 0,-27-19-8 0 0,-11-7-11 0 0,-8-7-10 0 0,-1 0 0 0 0,0 1-1 0 0,0-1 1 0 0,0 1 0 0 0,0 1 0 0 0,-1-1-1 0 0,0 1 1 0 0,5 5 0 0 0,-8-9-5 0 0,-1 0 0 0 0,1-1 0 0 0,-1 1 0 0 0,0 0 0 0 0,1-1 0 0 0,-1 1 1 0 0,0 0-1 0 0,1-1 0 0 0,-1 1 0 0 0,0 0 0 0 0,0 0 0 0 0,0-1 0 0 0,0 1 0 0 0,1 0 0 0 0,-1 0 0 0 0,0 0 0 0 0,0-1 0 0 0,-1 1 0 0 0,1 0 0 0 0,0 0 1 0 0,0-1-1 0 0,0 1 0 0 0,0 0 0 0 0,-1 0 0 0 0,1-1 0 0 0,0 1 0 0 0,-1 0 0 0 0,1-1 0 0 0,0 1 0 0 0,-1 0 0 0 0,1-1 0 0 0,-1 1 0 0 0,1-1 0 0 0,-1 1 1 0 0,0 0-1 0 0,1-1 0 0 0,-1 1 0 0 0,1-1 0 0 0,-1 0 0 0 0,0 1 0 0 0,1-1 0 0 0,-1 0 0 0 0,0 1 0 0 0,0-1 0 0 0,1 0 0 0 0,-1 0 0 0 0,0 1 0 0 0,-1-1 1 0 0,-4 1-1 0 0,0 0 1 0 0,-1 0 0 0 0,1 0 0 0 0,-10-1 0 0 0,15 0 2 0 0,-28 0-435 0 0,1-2-1 0 0,-1-1 1 0 0,0-1-1 0 0,-46-14 1 0 0,38 7-3278 0 0,13 3-2758 0 0,15 5 2652 0 0,-2-1-6186 0 0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320 38 4921 0 0,'0'0'17885'0'0,"-8"0"-17422"0"0,-56 0 316 0 0,-6 6-528 0 0,53-3-606 0 0,0-2 0 0 0,0 0 0 0 0,-29-1 1 0 0,41-1-272 0 0,1 0 0 0 0,-1 0 0 0 0,0 0 1 0 0,0-1-1 0 0,1 0 0 0 0,-1 0 0 0 0,1 0 0 0 0,-7-4 1 0 0,7 3-872 0 0,0 0 1 0 0,0 0 0 0 0,0-1-1 0 0,-5-6 1 0 0,1 2-2593 0 0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331 60 4729 0 0,'0'0'18472'0'0,"-9"-10"-18443"0"0,-29-30-1 0 0,27 30-11 0 0,11 10-16 0 0,0 0-1 0 0,-1 0 1 0 0,1 0-1 0 0,0 0 1 0 0,0 0 0 0 0,0 0-1 0 0,0 0 1 0 0,0 0-1 0 0,0 0 1 0 0,0 0-1 0 0,0 0 1 0 0,0 0-1 0 0,-1 0 1 0 0,1 0-1 0 0,0 0 1 0 0,0 0-1 0 0,0 0 1 0 0,0 0-1 0 0,0 0 1 0 0,0 0-1 0 0,0 0 1 0 0,0 0 0 0 0,0 1-1 0 0,-1-1 1 0 0,1 0-1 0 0,0 0 1 0 0,0 0-1 0 0,0 0 1 0 0,0 0-1 0 0,0 0 1 0 0,0 0-1 0 0,0 0 1 0 0,0 0-1 0 0,0 0 1 0 0,0 0-1 0 0,0 0 1 0 0,0 0-1 0 0,0 1 1 0 0,-2 0 12 0 0,-11 9 61 0 0,9-7-51 0 0,0 0 0 0 0,-1 0 0 0 0,1 0 0 0 0,0-1 0 0 0,-1 0 0 0 0,-8 4 0 0 0,-1-2 2 0 0,-1-1 0 0 0,0 0 0 0 0,0-1 0 0 0,-26 0 0 0 0,23-2-1305 0 0,-25-4-1 0 0,32 2-1309 0 0,-17-5-1 0 0,12 3-2996 0 0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79 0 0 0,'0'0'11524'0'0,"5"-7"-10411"0"0,13-23 44 0 0,-18 29-889 0 0,1 1 0 0 0,0-1 0 0 0,-1 0 0 0 0,1 0 0 0 0,-1 0 0 0 0,1 0 1 0 0,-1 0-1 0 0,0 0 0 0 0,1 0 0 0 0,-1 0 0 0 0,0 0 0 0 0,0 0 0 0 0,1 0 0 0 0,-1-1 1 0 0,0 1-1 0 0,0 0 0 0 0,0 0 0 0 0,-1 0 0 0 0,1 0 0 0 0,0 0 0 0 0,0 0 0 0 0,0 0 1 0 0,-1 0-1 0 0,1 0 0 0 0,-1 0 0 0 0,1 0 0 0 0,-1 0 0 0 0,1 0 0 0 0,-1 0 1 0 0,1 0-1 0 0,-1 0 0 0 0,0 1 0 0 0,0-1 0 0 0,1 0 0 0 0,-2-1 0 0 0,0 1 316 0 0,2 1-558 0 0,-1-1-1 0 0,1 1 0 0 0,-1-1 0 0 0,1 1 1 0 0,-1 0-1 0 0,1-1 0 0 0,-1 1 0 0 0,0 0 1 0 0,1 0-1 0 0,-1-1 0 0 0,1 1 0 0 0,-1 0 1 0 0,0 0-1 0 0,1 0 0 0 0,-1 0 0 0 0,0 0 0 0 0,1 0 1 0 0,-1 0-1 0 0,0 0 0 0 0,1 0 0 0 0,-1 0 1 0 0,0 0-1 0 0,1 0 0 0 0,-1 0 0 0 0,1 1 1 0 0,-1-1-1 0 0,0 0 0 0 0,1 0 0 0 0,-1 1 1 0 0,1-1-1 0 0,-1 0 0 0 0,0 1 0 0 0,0 0 0 0 0,-1 1 116 0 0,-1 0-1 0 0,1 1 0 0 0,-1-1 0 0 0,-2 5 1 0 0,5-7-139 0 0,-11 23 31 0 0,2-8-12 0 0,2 0-1 0 0,0 1 0 0 0,-6 22 0 0 0,8-25-9 0 0,-3 7 1 0 0,3-6-2 0 0,1 0 1 0 0,-5 21-1 0 0,4-8 17 0 0,1-10 14 0 0,2 1-1 0 0,-1 22 0 0 0,2-24-4 0 0,4 68 181 0 0,-2-69-170 0 0,1 0 1 0 0,1 0-1 0 0,7 23 1 0 0,2-7-12 0 0,1-1 1 0 0,1 0-1 0 0,1-1 0 0 0,2-1 1 0 0,1 0-1 0 0,2-1 1 0 0,0-1-1 0 0,2-1 0 0 0,0-1 1 0 0,45 36-1 0 0,-60-55-462 0 0,0 0 0 0 0,0-1 0 0 0,0 1 0 0 0,0-2 0 0 0,1 1 0 0 0,9 3 0 0 0,5-2-4236 0 0,0-3-4510 0 0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37 1384 0 0,'0'0'20498'0'0,"-9"-6"-19871"0"0,-26-19-179 0 0,27 19-17 0 0,20 15-381 0 0,16 14 42 0 0,24 19-8 0 0,-14-15-34 0 0,106 72 80 0 0,-122-86-171 0 0,59 36 195 0 0,-62-39-396 0 0,-1-1 1 0 0,31 9-1 0 0,-34-15-2052 0 0,-17-12-4730 0 0,1 6 5711 0 0,-1 1 0 0 0,1-1-1 0 0,-1 0 1 0 0,0 1-1 0 0,0-1 1 0 0,-4-3 0 0 0,5 4 280 0 0,-7-4-2605 0 0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1 7170 0 0,'0'0'15385'0'0,"-19"8"-14924"0"0,-57 27-124 0 0,51-21-134 0 0,19-6-80 0 0,3-3-72 0 0,-1 0-15 0 0,1 1-1 0 0,0 0 0 0 0,0 0 1 0 0,0 0-1 0 0,1 0 1 0 0,-1 1-1 0 0,2-1 0 0 0,-2 9 1 0 0,0 4-60 0 0,0 29 1 0 0,1-19-435 0 0,2-22-718 0 0,-1-1 0 0 0,-3 11 0 0 0,-3 2-8320 0 0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230 59 4793 0 0,'0'0'19394'0'0,"-9"-10"-19197"0"0,-27-29-85 0 0,25 29-72 0 0,-2 11-39 0 0,0 0 1 0 0,0 1-1 0 0,0 0 0 0 0,-14 5 1 0 0,-5-2 19 0 0,23-4-5 0 0,1 0-1 0 0,-10 3 1 0 0,14-3 9 0 0,0 0 1 0 0,0-1 0 0 0,0 1 0 0 0,-7-1 835 0 0,12 2-827 0 0,0 0 0 0 0,0 0 0 0 0,1 0-1 0 0,-1-1 1 0 0,0 1 0 0 0,3 1 0 0 0,0 1-6 0 0,6 8-21 0 0,-1-3 8 0 0,10 14 1 0 0,3 8-18 0 0,-10-16 3 0 0,-2 1-1 0 0,14 25 1 0 0,-15-22-8 0 0,-2 0 0 0 0,0 0 0 0 0,-2 1 0 0 0,0 0 0 0 0,-1 0 0 0 0,2 25 1 0 0,-4-28-10 0 0,1 25-71 0 0,-3-30 95 0 0,1 0-1 0 0,1 0 1 0 0,3 15 0 0 0,-4-25 6 0 0,-1 1 0 0 0,2-1 0 0 0,-1 1 0 0 0,0-1 0 0 0,0 0 0 0 0,1 0 0 0 0,-1 0 0 0 0,1 0 0 0 0,-1 0 0 0 0,1 0 0 0 0,0 0 0 0 0,2 2 0 0 0,14 6 134 0 0,-7-5-19 0 0,-6-3-55 0 0,0 0 0 0 0,12 3 0 0 0,17 3-56 0 0,-24-5-82 0 0,-1-1 0 0 0,0 0 0 0 0,1 0-1 0 0,12 0 1 0 0,-18-2-155 0 0,-1 0-352 0 0,0 0-1 0 0,0 0 1 0 0,0-1 0 0 0,5 0-1 0 0,-7 1 77 0 0,1-1 0 0 0,-1 1 0 0 0,0-1 0 0 0,0 1 0 0 0,0-1 0 0 0,0 0 0 0 0,0 0 0 0 0,0 1 0 0 0,0-1 0 0 0,0 0 0 0 0,0 0 0 0 0,0 0 0 0 0,-1 0 0 0 0,2-2 0 0 0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79 2633 0 0,'0'0'19949'0'0,"0"-14"-19583"0"0,0-38-97 0 0,0 39 8 0 0,6 14-347 0 0,-3 3 27 0 0,0-1 0 0 0,0 1 1 0 0,0-1-1 0 0,-1 1 0 0 0,4 5 1 0 0,3 5 7 0 0,10 12 32 0 0,-2-3-30 0 0,-1 0 1 0 0,0 1-1 0 0,16 36 1 0 0,-31-58 29 0 0,-1 0 1 0 0,1 1 0 0 0,0-1-1 0 0,-1 1 1 0 0,0-1 0 0 0,0 1 0 0 0,1-1-1 0 0,-2 4 1 0 0,1 0-24 0 0,0-6 27 0 0,0 1-1 0 0,-1-1 1 0 0,1 1-1 0 0,0-1 1 0 0,-1 1 0 0 0,1-1-1 0 0,0 1 1 0 0,-1-1-1 0 0,1 1 1 0 0,-1-1 0 0 0,1 0-1 0 0,-1 1 1 0 0,1-1 0 0 0,-1 0-1 0 0,1 1 1 0 0,-1-1-1 0 0,1 0 1 0 0,-1 0 0 0 0,1 1-1 0 0,-1-1 1 0 0,0 0-1 0 0,1 0 1 0 0,-1 0 0 0 0,1 0-1 0 0,-2 0 1 0 0,-17 3 211 0 0,9-4-111 0 0,0 0 1 0 0,0 0-1 0 0,0-1 0 0 0,0 0 1 0 0,0-1-1 0 0,0 0 0 0 0,1 0 1 0 0,-1-1-1 0 0,-13-8 1 0 0,-36-21 235 0 0,53 29-273 0 0,-1 0 0 0 0,1-1 0 0 0,1 0 0 0 0,-1 0 0 0 0,1-1 0 0 0,-9-10 0 0 0,13 14-22 0 0,-1-1 0 0 0,1 0 1 0 0,0 0-1 0 0,0 1 0 0 0,0-1 0 0 0,0 0 0 0 0,0 0 1 0 0,1 0-1 0 0,-1-5 0 0 0,1 6-50 0 0,0 1 0 0 0,-1-1 0 0 0,1 0 0 0 0,1 1 0 0 0,-1-1 0 0 0,0 1 0 0 0,0-1 0 0 0,0 1 0 0 0,1-1 0 0 0,-1 1 0 0 0,1-1 0 0 0,-1 1 1 0 0,1-1-1 0 0,0 1 0 0 0,0-1 0 0 0,0 1 0 0 0,-1 0 0 0 0,1 0 0 0 0,2-2 0 0 0,1 0-436 0 0,1-1 0 0 0,0 1 1 0 0,1 1-1 0 0,-1-1 0 0 0,0 1 1 0 0,1 0-1 0 0,0 0 0 0 0,-1 1 1 0 0,11-2-1 0 0,19-1-4517 0 0,0 4-3494 0 0,-28 0 5978 0 0,2 0-2436 0 0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83 6409 0 0,'0'0'16929'0'0,"7"-14"-16858"0"0,23-41-34 0 0,-22 43-32 0 0,-5 10-10 0 0,1 2-6 0 0,-1 1 0 0 0,1-1 0 0 0,-1 0 0 0 0,1 1-1 0 0,-1 0 1 0 0,1 0 0 0 0,-1 0 0 0 0,0 0 0 0 0,1 1 0 0 0,-1-1-1 0 0,0 1 1 0 0,0 0 0 0 0,0-1 0 0 0,0 1 0 0 0,2 3 0 0 0,9 6-20 0 0,-1 0 0 0 0,0 1 1 0 0,-1 0-1 0 0,-1 1 0 0 0,12 16 1 0 0,0 8-96 0 0,-20-33 115 0 0,-1 1-1 0 0,0-1 1 0 0,0 0 0 0 0,-1 1-1 0 0,1-1 1 0 0,-1 1 0 0 0,1 5 0 0 0,-2-5-1 0 0,1-1 0 0 0,0 0 0 0 0,0 0 0 0 0,2 5 0 0 0,-1-5 9 0 0,-1 0 1 0 0,0 0-1 0 0,0 0 0 0 0,0 0 0 0 0,0 1 1 0 0,0 3-1 0 0,-1 6 11 0 0,6 27 0 0 0,1 5 15 0 0,-6-36-27 0 0,1 0 1 0 0,4 15 0 0 0,-1-4 6 0 0,0-6-8 0 0,0 0-1 0 0,8 17 1 0 0,-7-17-8 0 0,-1-3 4 0 0,4 7 10 0 0,-2 0 1 0 0,0 1-1 0 0,6 27 1 0 0,-13-46-2 0 0,0-1 1 0 0,0 1-1 0 0,0-1 1 0 0,0 0-1 0 0,0 1 1 0 0,0-1 0 0 0,0 1-1 0 0,0-1 1 0 0,0 0-1 0 0,0 1 1 0 0,0-1-1 0 0,0 1 1 0 0,0-1-1 0 0,0 0 1 0 0,0 1-1 0 0,0-1 1 0 0,0 1-1 0 0,-1-1 1 0 0,1 0-1 0 0,0 1 1 0 0,0-1-1 0 0,-1 1 1 0 0,-7 0-38 0 0,0 0-29 0 0,-68 1-3333 0 0,19 0-7071 0 0,47-1 1641 0 0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253 2 11771 0 0,'0'0'13394'0'0,"-18"0"-13292"0"0,-55-1-36 0 0,65 0-49 0 0,0 1-1 0 0,0 0 1 0 0,0 1-1 0 0,0 0 1 0 0,-9 2-1 0 0,1 1-109 0 0,6-3-295 0 0,-38 5-4965 0 0,43-5 3176 0 0,0-1 1 0 0,0-1-1 0 0,0 1 1 0 0,-6-2-1 0 0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3 3569 0 0,'0'0'18588'0'0,"-4"-2"-18532"0"0,18 17-16 0 0,0-1 1 0 0,2 0 0 0 0,24 17-1 0 0,-23-17-10 0 0,29 21 96 0 0,80 47 1 0 0,-97-63-158 0 0,-22-14-104 0 0,0-1-1 0 0,0 0 1 0 0,0 0 0 0 0,0 0 0 0 0,1-1 0 0 0,-1 0-1 0 0,1 0 1 0 0,8 1 0 0 0,-16-4 23 0 0,0 0-1 0 0,0 0 1 0 0,1 0 0 0 0,-1 0-1 0 0,0 1 1 0 0,0-1 0 0 0,0 0-1 0 0,1 0 1 0 0,-1 0 0 0 0,0 0-1 0 0,0 0 1 0 0,0 0 0 0 0,1-1-1 0 0,-1 1 1 0 0,0 0 0 0 0,0 0-1 0 0,0 0 1 0 0,0 0 0 0 0,1 0-1 0 0,-1 0 1 0 0,0 0 0 0 0,0 0-1 0 0,0 0 1 0 0,0 0 0 0 0,1-1-1 0 0,-1 1 1 0 0,0 0 0 0 0,0 0-1 0 0,0 0 1 0 0,0-1 0 0 0,-1-5-2514 0 0,-11-10-1402 0 0,9 11 2236 0 0,-4-6-2189 0 0,-1 5-1520 0 0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227 1 7258 0 0,'0'0'15811'0'0,"-11"10"-15343"0"0,-34 34-119 0 0,40-40-276 0 0,1-1-1 0 0,1 1 0 0 0,-1 1 1 0 0,0-1-1 0 0,1 0 0 0 0,0 1 0 0 0,-5 9 1 0 0,1-1 33 0 0,-35 67 220 0 0,32-60-329 0 0,8-16-124 0 0,1 0 0 0 0,-1 0 1 0 0,0-1-1 0 0,0 1 1 0 0,0-1-1 0 0,-1 0 0 0 0,1 0 1 0 0,-1 0-1 0 0,0 0 0 0 0,0 0 1 0 0,0 0-1 0 0,-6 3 1 0 0,-15 6-4971 0 0,7-7-3265 0 0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241 26 8458 0 0,'0'0'12931'0'0,"-27"-5"-12751"0"0,-82-12-34 0 0,75 13-68 0 0,24 6-18 0 0,4 1-24 0 0,-4-1 20 0 0,0 0 0 0 0,1 1 0 0 0,-17 7 0 0 0,26-10 8 0 0,0 1 1 0 0,0-1-1 0 0,0 0 1 0 0,0 0-1 0 0,0 0 1 0 0,0 0-1 0 0,0 0 1 0 0,0 0-1 0 0,0 0 1 0 0,0 1-1 0 0,0-1 1 0 0,0 0-1 0 0,0 0 1 0 0,0 0-1 0 0,0 0 1 0 0,0 0-1 0 0,0 0 0 0 0,0 0 1 0 0,1 1-1 0 0,-1-1 1 0 0,0 0-1 0 0,0 0 1 0 0,0 0-1 0 0,0 0 1 0 0,0 0-1 0 0,0 0 1 0 0,0 0-1 0 0,0 0 1 0 0,0 0-1 0 0,0 0 1 0 0,1 1-1 0 0,-1-1 1 0 0,0 0-1 0 0,0 0 1 0 0,0 0-1 0 0,0 0 1 0 0,0 0-1 0 0,0 0 1 0 0,0 0-1 0 0,1 0 1 0 0,-1 0-1 0 0,0 0 1 0 0,0 0-1 0 0,0 0 1 0 0,0 0-1 0 0,0 0 1 0 0,1 0-1 0 0,10 4-92 0 0,-4-1 151 0 0,-3-1-129 0 0,-1 0 0 0 0,1 0 0 0 0,-1 1 0 0 0,0 0 0 0 0,0-1 0 0 0,0 1 0 0 0,5 6 0 0 0,15 26-43 0 0,-16-25 52 0 0,-1 2-8 0 0,0 0-1 0 0,0 0 1 0 0,-1 1-1 0 0,-1 0 1 0 0,0 0-1 0 0,5 25 1 0 0,8 42 1 0 0,-7-42-10 0 0,-7-26 12 0 0,3 17-12 0 0,2 0-1 0 0,13 33 1 0 0,-14-44-9 0 0,-6-13 33 0 0,1 0-1 0 0,0-1 1 0 0,0 1 0 0 0,3 4-1 0 0,-2-4 25 0 0,-3-4-30 0 0,1 0 1 0 0,-1-1-1 0 0,1 1 0 0 0,-1 0 0 0 0,1-1 1 0 0,-1 1-1 0 0,1 0 0 0 0,0-1 1 0 0,-1 1-1 0 0,1-1 0 0 0,0 1 0 0 0,0 0 1 0 0,5 1 78 0 0,0 1 0 0 0,0-1 1 0 0,1 0-1 0 0,-1 0 0 0 0,0-1 1 0 0,0 0-1 0 0,1 0 0 0 0,12 0 1 0 0,19 3-46 0 0,33 13-67 0 0,-50-14-322 0 0,-7-3-4793 0 0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1 113 3361 0 0,'0'0'21272'0'0,"1"-15"-21009"0"0,6-48-75 0 0,-4 46-76 0 0,-3 16-110 0 0,0 1-1 0 0,0 0 1 0 0,0 0 0 0 0,0 0-1 0 0,0 0 1 0 0,0 0 0 0 0,0 0-1 0 0,0 0 1 0 0,1-1 0 0 0,-1 1-1 0 0,0 0 1 0 0,0 0 0 0 0,0 0-1 0 0,0 0 1 0 0,0 0 0 0 0,0 0-1 0 0,0 0 1 0 0,0 0 0 0 0,0 0-1 0 0,0 0 1 0 0,0 0 0 0 0,0-1-1 0 0,1 1 1 0 0,-1 0 0 0 0,0 0-1 0 0,0 0 1 0 0,0 0 0 0 0,0 0-1 0 0,0 0 1 0 0,0 0 0 0 0,0 0-1 0 0,0 0 1 0 0,1 0 0 0 0,-1 0-1 0 0,0 0 1 0 0,0 0 0 0 0,2 0 21 0 0,0-2-19 0 0,1 0 0 0 0,-1 1 0 0 0,1-1 0 0 0,-1 1 0 0 0,1 0 0 0 0,0 0 0 0 0,-1 0 0 0 0,1 0 0 0 0,0 0 0 0 0,0 0-1 0 0,-1 1 1 0 0,1 0 0 0 0,0-1 0 0 0,4 1 0 0 0,8 0-28 0 0,-1 1 0 0 0,1 0 1 0 0,-1 1-1 0 0,1 1 0 0 0,-1 0 0 0 0,0 1 0 0 0,0 0 0 0 0,21 10 0 0 0,-27-10 10 0 0,0 0 0 0 0,0 0 0 0 0,0 1 0 0 0,8 7 0 0 0,-14-10 2 0 0,0-1 0 0 0,0 1 0 0 0,0 0-1 0 0,0 0 1 0 0,0 0 0 0 0,-1 1 0 0 0,1-1-1 0 0,-1 0 1 0 0,0 1 0 0 0,0-1 0 0 0,0 0-1 0 0,0 1 1 0 0,0 0 0 0 0,0-1 0 0 0,0 1-1 0 0,-1-1 1 0 0,0 1 0 0 0,1 4 0 0 0,-1-4 6 0 0,0 0 1 0 0,-1 0 0 0 0,1 0 0 0 0,-1 0 0 0 0,0 0 0 0 0,1 0 0 0 0,-1 0-1 0 0,-1 0 1 0 0,-1 4 0 0 0,-1 0-3 0 0,0 0 1 0 0,-8 8-1 0 0,-44 50 83 0 0,50-58-92 0 0,5-6 27 0 0,-1 0-1 0 0,1 1 0 0 0,0-1 1 0 0,0 0-1 0 0,0 0 0 0 0,0 1 1 0 0,0-1-1 0 0,0 1 1 0 0,0-1-1 0 0,1 1 0 0 0,-1-1 1 0 0,1 1-1 0 0,-1 0 0 0 0,1-1 1 0 0,-1 1-1 0 0,1 0 0 0 0,0-1 1 0 0,0 1-1 0 0,0 2 0 0 0,0-3 18 0 0,0-1 0 0 0,0 0-1 0 0,0 1 1 0 0,1-1 0 0 0,-1 0 0 0 0,0 1-1 0 0,1-1 1 0 0,-1 1 0 0 0,0-1-1 0 0,1 0 1 0 0,-1 0 0 0 0,0 1-1 0 0,1-1 1 0 0,-1 0 0 0 0,1 0-1 0 0,-1 1 1 0 0,0-1 0 0 0,1 0 0 0 0,-1 0-1 0 0,1 0 1 0 0,-1 0 0 0 0,1 0-1 0 0,-1 0 1 0 0,1 0 0 0 0,-1 0-1 0 0,0 0 1 0 0,1 0 0 0 0,0 0 0 0 0,19 1 285 0 0,-14-2-262 0 0,24 0-330 0 0,0-2 1 0 0,0-1-1 0 0,45-11 1 0 0,-50 6-3097 0 0,-13 3-1357 0 0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69 5089 0 0,'0'0'12946'0'0,"20"-12"-12906"0"0,-20 12-40 0 0,79-48 33 0 0,-77 46-31 0 0,1 1 1 0 0,0 0 0 0 0,0 0-1 0 0,0 0 1 0 0,4-1 0 0 0,-6 2-2 0 0,0-1 0 0 0,-1 1 0 0 0,1 0 0 0 0,0 0 0 0 0,-1 1 0 0 0,1-1 1 0 0,0 0-1 0 0,-1 0 0 0 0,1 0 0 0 0,0 0 0 0 0,-1 0 0 0 0,2 1 0 0 0,-2-1 0 0 0,17 7 53 0 0,0 1 0 0 0,0 1 0 0 0,-1 0 0 0 0,24 18 0 0 0,-38-25-43 0 0,1 0 0 0 0,-1 1 0 0 0,0-1 1 0 0,0 0-1 0 0,0 1 0 0 0,0 0 0 0 0,2 3 0 0 0,-4-5-8 0 0,0-1 1 0 0,1 1 0 0 0,-1 0-1 0 0,1 0 1 0 0,-1 0 0 0 0,0-1-1 0 0,0 1 1 0 0,0 0 0 0 0,1 0-1 0 0,-1 0 1 0 0,0 0-1 0 0,0 0 1 0 0,0-1 0 0 0,0 1-1 0 0,-1 0 1 0 0,1 0 0 0 0,0 0-1 0 0,0 0 1 0 0,0-1 0 0 0,-1 1-1 0 0,1 0 1 0 0,0 0 0 0 0,-1 0-1 0 0,1-1 1 0 0,-1 1-1 0 0,1 0 1 0 0,-1 0 0 0 0,1-1-1 0 0,-1 1 1 0 0,0 1 0 0 0,-6 2 167 0 0,1 1-1 0 0,-1-1 1 0 0,0-1 0 0 0,0 1 0 0 0,-10 3 0 0 0,16-7-136 0 0,0 0 0 0 0,0 1 0 0 0,0-1 0 0 0,0 1 0 0 0,0 0 0 0 0,0-1 0 0 0,0 1 0 0 0,0 0-1 0 0,1-1 1 0 0,-1 1 0 0 0,0 0 0 0 0,1 0 0 0 0,-1-1 0 0 0,0 1 0 0 0,1 0 0 0 0,-1 0 0 0 0,1 0 0 0 0,-1 2 0 0 0,0-1 3 0 0,1 0 1 0 0,0-1-1 0 0,-1 1 1 0 0,1 0-1 0 0,0 0 0 0 0,0 0 1 0 0,0 0-1 0 0,0 0 1 0 0,1 3-1 0 0,1 2 63 0 0,0 1 0 0 0,0-1 0 0 0,7 13 0 0 0,-9-20-100 0 0,42 94 262 0 0,-16-31-212 0 0,-4-10-31 0 0,-10-24-49 0 0,15 48 0 0 0,-20-31 23 0 0,-6-43 5 0 0,-1 0-1 0 0,1 0 1 0 0,-1-1-1 0 0,0 1 1 0 0,-1 4-1 0 0,1 1-18 0 0,0-8 19 0 0,-1 1 1 0 0,1 0-1 0 0,0-1 1 0 0,0 1-1 0 0,-1 0 1 0 0,1-1-1 0 0,-1 1 1 0 0,1-1-1 0 0,0 1 0 0 0,-1-1 1 0 0,1 1-1 0 0,-1-1 1 0 0,1 1-1 0 0,-1-1 1 0 0,1 0-1 0 0,-1 1 1 0 0,0-1-1 0 0,1 0 1 0 0,-1 1-1 0 0,0-1 0 0 0,1 0 1 0 0,-2 1-1 0 0,-15 2 86 0 0,-6-3-1487 0 0,-39-6 0 0 0,34 0-2927 0 0,1-2-3289 0 0,17 6 967 0 0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 7001 0 0,'0'0'12383'0'0,"26"-2"-12379"0"0,83-5 3 0 0,-104 7-7 0 0,-1 1 0 0 0,0-1 0 0 0,1 1 1 0 0,-1-1-1 0 0,5 3 0 0 0,-7-3 0 0 0,0 1 1 0 0,0 0-1 0 0,-1 0 0 0 0,1 0 0 0 0,-1 0 0 0 0,4 2 0 0 0,18 19 6 0 0,0 1 0 0 0,-2 1 0 0 0,21 31 0 0 0,-26-34 16 0 0,16 22 302 0 0,-2 2 0 0 0,-2 2 0 0 0,-2 0 0 0 0,25 63 0 0 0,-40-80-131 0 0,-2 2 0 0 0,-1-1-1 0 0,-1 1 1 0 0,-2 0 0 0 0,-1 0-1 0 0,-1 0 1 0 0,-3 54 0 0 0,-1-78-205 0 0,0 1 1 0 0,0-1 0 0 0,-1 0-1 0 0,0 1 1 0 0,-1-1-1 0 0,0 0 1 0 0,0-1-1 0 0,0 1 1 0 0,-1 0-1 0 0,-7 10 1 0 0,6-11-814 0 0,-1 0-1 0 0,1 0 1 0 0,-8 6-1 0 0,5-4-1365 0 0,0 0-4069 0 0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45 9290 0 0,'0'0'13979'0'0,"-4"-8"-13460"0"0,-13-21-162 0 0,13 21 79 0 0,9 10-424 0 0,12 25-64 0 0,-5-6 62 0 0,0 1 0 0 0,0 0 0 0 0,-2 1 0 0 0,-1 0 0 0 0,6 26 0 0 0,-1 12 49 0 0,-6-20-126 0 0,-6-30 138 0 0,0 21 0 0 0,-2-27-4801 0 0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465 12 5265 0 0,'0'0'16088'0'0,"-30"1"-15382"0"0,-96 2-100 0 0,107-2-331 0 0,1-1 0 0 0,-20-2 0 0 0,27 1-159 0 0,1 0-40 0 0,-135-9-253 0 0,104 9-3663 0 0,14 0-5693 0 0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8362 0 0,'0'0'12446'0'0,"2"11"-12418"0"0,1 3-15 0 0,-1-2 2 0 0,1 0 1 0 0,0-1-1 0 0,6 13 1 0 0,11 23 55 0 0,35 60-1 0 0,17 14-48 0 0,-57-94-21 0 0,-5-11 13 0 0,0 1 0 0 0,8 23 0 0 0,-15-31-14 0 0,0-1-10 0 0,1 1-1 0 0,-2 0 1 0 0,1 0-1 0 0,-2-1 0 0 0,1 1 1 0 0,0 14-1 0 0,-2-21 13 0 0,0 0-8 0 0,0 0 0 0 0,0 0-1 0 0,0 0 1 0 0,0 0 0 0 0,0 0 0 0 0,-1 0 0 0 0,0 3 0 0 0,0-4 5 0 0,1 0 0 0 0,-1-1 1 0 0,1 1-1 0 0,-1 0 0 0 0,1-1 0 0 0,-1 1 0 0 0,0-1 0 0 0,1 1 1 0 0,-1 0-1 0 0,0-1 0 0 0,1 0 0 0 0,-1 1 0 0 0,0-1 1 0 0,0 1-1 0 0,1-1 0 0 0,-1 0 0 0 0,0 1 0 0 0,0-1 1 0 0,0 0-1 0 0,0 0 0 0 0,1 0 0 0 0,-1 0 0 0 0,-1 0 0 0 0,-2 0 40 0 0,0 0-1 0 0,1 0 0 0 0,-1 0 0 0 0,0-1 0 0 0,0 1 1 0 0,1-1-1 0 0,-1 0 0 0 0,1 0 0 0 0,-1 0 0 0 0,1-1 1 0 0,-1 1-1 0 0,-5-5 0 0 0,-3-2 65 0 0,1 0 0 0 0,-12-12 1 0 0,15 13-84 0 0,-6-5 81 0 0,1-1 0 0 0,-19-22 0 0 0,26 27-51 0 0,1-1 1 0 0,-1 1-1 0 0,2-1 1 0 0,-1 0-1 0 0,1 0 1 0 0,-4-13-1 0 0,7 18-66 0 0,-1 0-1 0 0,2 0 0 0 0,-1 0 0 0 0,0 0 0 0 0,1 0 0 0 0,0 0 0 0 0,0 0 1 0 0,0 0-1 0 0,0 0 0 0 0,1 0 0 0 0,0 0 0 0 0,0 0 0 0 0,0 0 0 0 0,0 0 1 0 0,0 1-1 0 0,4-7 0 0 0,-3 6-389 0 0,1 0 0 0 0,0 0 0 0 0,0 0 1 0 0,0 0-1 0 0,1 1 0 0 0,-1-1 0 0 0,1 1 0 0 0,0 0 1 0 0,0 0-1 0 0,0 1 0 0 0,0-1 0 0 0,1 1 0 0 0,6-3 1 0 0,12-4-4345 0 0,-7 4-1530 0 0,-9 3 818 0 0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16644 0 0,'0'0'9224'0'0,"1"-3"-10759"0"0,5-7 864 0 0,-4 6-162 0 0,-5 17-10959 0 0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 57 7058 0 0,'0'0'16856'0'0,"-5"-11"-16841"0"0,-15-29-18 0 0,20 40 3 0 0,0-1 0 0 0,0 1 0 0 0,0 0 0 0 0,0 0 0 0 0,0-1-1 0 0,-1 1 1 0 0,1 0 0 0 0,0 0 0 0 0,0-1 0 0 0,0 1-1 0 0,0 0 1 0 0,-1 0 0 0 0,1 0 0 0 0,0-1 0 0 0,0 1 0 0 0,0 0-1 0 0,-1 0 1 0 0,1 0 0 0 0,0 0 0 0 0,0-1 0 0 0,-1 1-1 0 0,1 0 1 0 0,0 0 0 0 0,0 0 0 0 0,-1 0 0 0 0,1 0 0 0 0,0 0-1 0 0,0 0 1 0 0,-1 0 0 0 0,1 0 0 0 0,0 0 0 0 0,-1 0 0 0 0,1 0-1 0 0,0 0 1 0 0,0 0 0 0 0,-1 0 0 0 0,1 0 0 0 0,0 0-1 0 0,0 0 1 0 0,-1 0 0 0 0,1 0 0 0 0,0 1 0 0 0,0-1 0 0 0,-1 0-1 0 0,1 0 1 0 0,0 0 0 0 0,0 0 0 0 0,-1 1 0 0 0,1-1-1 0 0,0 0 1 0 0,0 0 0 0 0,0 0 0 0 0,0 1 0 0 0,-1-1 0 0 0,-6 15-8 0 0,6-12 9 0 0,-12 26 12 0 0,1 1 0 0 0,2 1 0 0 0,-8 35 0 0 0,11-36 17 0 0,1-8-21 0 0,1 0 0 0 0,1 0 1 0 0,-2 27-1 0 0,6-46-9 0 0,0 58 36 0 0,1-52-14 0 0,0-1 0 0 0,1 0 0 0 0,0 1 0 0 0,0-1 0 0 0,5 11 0 0 0,-1-5 31 0 0,1 0-1 0 0,0-1 0 0 0,1 0 1 0 0,0 0-1 0 0,1-1 0 0 0,1 0 1 0 0,17 17-1 0 0,5-1-11 0 0,2-2 0 0 0,0-1 0 0 0,2-2 0 0 0,39 19 0 0 0,-51-30-2109 0 0,-9-5-5934 0 0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21 760 0 0,'0'0'16449'0'0,"-3"-3"-15491"0"0,-10-15 3525 0 0,13 18-4478 0 0,1 0-1 0 0,-1 0 1 0 0,0 0 0 0 0,1 0-1 0 0,-1 0 1 0 0,1 0 0 0 0,-1 0-1 0 0,0 0 1 0 0,1 0-1 0 0,-1 0 1 0 0,0 1 0 0 0,1-1-1 0 0,-1 0 1 0 0,1 0 0 0 0,-1 0-1 0 0,1 1 1 0 0,19 26-2 0 0,21 13 193 0 0,-29-29-103 0 0,0 0-1 0 0,1 0 1 0 0,16 9 0 0 0,2 2 80 0 0,-10-8-87 0 0,0-1-1 0 0,33 15 1 0 0,16 9 143 0 0,-64-33 990 0 0,-1-2-4380 0 0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1 3993 0 0,'0'0'18879'0'0,"-14"10"-18474"0"0,-41 32-85 0 0,52-40-281 0 0,0 0 0 0 0,1 0 0 0 0,-1 0-1 0 0,1 0 1 0 0,0 1 0 0 0,0-1 0 0 0,0 0 0 0 0,-3 5 0 0 0,2-1 63 0 0,0-1-53 0 0,0 0 0 0 0,1 0 0 0 0,-1 0 0 0 0,1 0 0 0 0,1 1 0 0 0,-3 9 0 0 0,-1 36 248 0 0,4-36-220 0 0,-5 28 1 0 0,5-41-254 0 0,1 1-1 0 0,-1-1 1 0 0,0 0-1 0 0,0 0 1 0 0,0 0 0 0 0,0 1-1 0 0,0-1 1 0 0,-1 0-1 0 0,1-1 1 0 0,-1 1-1 0 0,1 0 1 0 0,-1 0 0 0 0,1-1-1 0 0,-1 1 1 0 0,0-1-1 0 0,0 1 1 0 0,-3 1 0 0 0,-9 3-4691 0 0,-1-3-3584 0 0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6 7570 0 0,'0'0'13205'0'0,"-24"-1"-13168"0"0,-70-4-6 0 0,71 6-18 0 0,17 2-2 0 0,5-3-11 0 0,-5 4 16 0 0,-13 12 22 0 0,18-15-28 0 0,0 0 0 0 0,1 0 0 0 0,-1 0 0 0 0,0 0 0 0 0,0 0 0 0 0,1 1 0 0 0,-1-1 0 0 0,0 0 0 0 0,1 1 0 0 0,-1-1 0 0 0,1 0 0 0 0,0 1 0 0 0,-1-1 0 0 0,1 0 0 0 0,0 3-1 0 0,0-2 40 0 0,0 0 0 0 0,0-1-1 0 0,0 1 1 0 0,0 0 0 0 0,0 0-1 0 0,0 0 1 0 0,1 0 0 0 0,-1-1-1 0 0,1 1 1 0 0,-1 0 0 0 0,1 0-1 0 0,0-1 1 0 0,0 1-1 0 0,0-1 1 0 0,-1 1 0 0 0,3 2-1 0 0,2 1 48 0 0,29 42 247 0 0,-30-39-330 0 0,1-1 1 0 0,-2 1 0 0 0,1 0-1 0 0,4 14 1 0 0,-4-8-12 0 0,-1 0 0 0 0,3 22-1 0 0,8 72 79 0 0,-13-99-71 0 0,6 18 0 0 0,-1 1 7 0 0,-5-25 0 0 0,0-1-1 0 0,0 1 1 0 0,0-1 0 0 0,0 1 0 0 0,2 3-1 0 0,2 3 74 0 0,-5-8-24 0 0,0 0 0 0 0,1 0 1 0 0,-1 1-1 0 0,1-1 1 0 0,-1 0-1 0 0,1-1 1 0 0,-1 1-1 0 0,1 0 1 0 0,0 0-1 0 0,-1 0 1 0 0,1 0-1 0 0,0 0 1 0 0,0-1-1 0 0,-1 1 1 0 0,1 0-1 0 0,0-1 1 0 0,0 1-1 0 0,0 0 1 0 0,0-1-1 0 0,0 1 1 0 0,0-1-1 0 0,0 0 0 0 0,0 1 1 0 0,0-1-1 0 0,0 0 1 0 0,0 1-1 0 0,1-1 1 0 0,-1 0-1 0 0,0 0 1 0 0,2 0-1 0 0,3-1 30 0 0,0 1 0 0 0,-1-1-1 0 0,1 0 1 0 0,0-1 0 0 0,8-3-1 0 0,-7 3-81 0 0,0 0 0 0 0,0 0-1 0 0,11-1 1 0 0,48-2-948 0 0,-57 1-1856 0 0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10250 0 0,'0'0'12854'0'0,"2"10"-12813"0"0,18 79 64 0 0,12 25 131 0 0,-30-109-203 0 0,-1-1-1 0 0,1 0 0 0 0,4 7 0 0 0,-1-1 47 0 0,-6-37-14956 0 0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5017 0 0,'0'0'13754'0'0,"13"-2"-13689"0"0,44-8-5 0 0,-55 9-55 0 0,0 1 0 0 0,0 0 0 0 0,1 0 0 0 0,-1-1 0 0 0,0 1 0 0 0,0 1 0 0 0,0-1 1 0 0,0 0-1 0 0,1 0 0 0 0,-1 1 0 0 0,0-1 0 0 0,0 1 0 0 0,3 1 0 0 0,2 1 17 0 0,4 1 42 0 0,5 2 79 0 0,1 0 1 0 0,0-1 0 0 0,21 2 0 0 0,-30-6-471 0 0,-8-1 451 0 0,1 0 0 0 0,-1 0 0 0 0,1 0 0 0 0,-1 0 0 0 0,1 0 0 0 0,-1 0 0 0 0,0 0 0 0 0,1 0 0 0 0,-1 0 0 0 0,1 0 0 0 0,-1 0 0 0 0,0 1 0 0 0,1-1 0 0 0,-1 0 0 0 0,1 0 0 0 0,0 1-1 0 0,-1-1-27 0 0,0 1-1 0 0,0 0 0 0 0,1 0 0 0 0,-1 0 0 0 0,0-1 0 0 0,0 1 0 0 0,0 0 1 0 0,0 0-1 0 0,0 0 0 0 0,0 0 0 0 0,0 1 0 0 0,0 6-107 0 0,0 1 17 0 0,0 0-1 0 0,0 0 1 0 0,1 1-1 0 0,4 13 1 0 0,1-1-5 0 0,7 22 10 0 0,-6-26-10 0 0,5 15 15 0 0,2 0 0 0 0,17 30 1 0 0,-21-46 3 0 0,-2 1 0 0 0,12 35 0 0 0,-17-45-18 0 0,-2-5-3 0 0,1 0-1 0 0,-1-1 0 0 0,0 1 0 0 0,-1 0 1 0 0,1 0-1 0 0,-1 0 0 0 0,1 0 0 0 0,-1 1 1 0 0,0-1-1 0 0,0 0 0 0 0,0 0 0 0 0,-1 3 1 0 0,1 4 18 0 0,0-9-14 0 0,0-1 0 0 0,0 1-1 0 0,0 0 1 0 0,0-1 0 0 0,0 1-1 0 0,0-1 1 0 0,0 1-1 0 0,0 0 1 0 0,0-1 0 0 0,0 1-1 0 0,-1-1 1 0 0,1 1 0 0 0,0 0-1 0 0,0-1 1 0 0,0 1 0 0 0,-1-1-1 0 0,1 1 1 0 0,0-1 0 0 0,-1 1-1 0 0,1-1 1 0 0,0 1 0 0 0,-2 0-1 0 0,-3 3 73 0 0,-4 3 58 0 0,2-5-137 0 0,0 0 1 0 0,0 0 0 0 0,0-1 0 0 0,0 0 0 0 0,0-1 0 0 0,-10 1 0 0 0,-10-2-3648 0 0,5 1-5046 0 0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342 1 8570 0 0,'0'0'15016'0'0,"-21"4"-14745"0"0,-66 15-76 0 0,73-17-71 0 0,-21 8 0 0 0,16-4-28 0 0,-10 0-512 0 0,-34 2 0 0 0,31-6-3671 0 0,3-4-4961 0 0,17-1-1381 0 0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5513 0 0,'0'0'15645'0'0,"0"2"-15558"0"0,1 1-52 0 0,-1-1 0 0 0,1 1 0 0 0,0-1 0 0 0,-1 0 1 0 0,1 1-1 0 0,0-1 0 0 0,1 0 0 0 0,-1 1 0 0 0,0-1 1 0 0,1 0-1 0 0,-1 0 0 0 0,1 0 0 0 0,-1 0 0 0 0,1 0 1 0 0,3 2-1 0 0,6 6 134 0 0,17 12-1 0 0,-19-16-127 0 0,77 55 174 0 0,98 52 1 0 0,-95-72-1326 0 0,-87-40 642 0 0,0-1 0 0 0,0 1 0 0 0,0-1 0 0 0,1 1 0 0 0,-1-1 0 0 0,0 0 0 0 0,0 0 0 0 0,3 0 0 0 0,-3 0-517 0 0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1 5617 0 0,'0'0'15430'0'0,"-21"16"-15170"0"0,-60 51-61 0 0,75-62-161 0 0,0 0 0 0 0,-7 8 1 0 0,13-12-33 0 0,-1-1 0 0 0,1 1 1 0 0,0-1-1 0 0,-1 1 1 0 0,1 0-1 0 0,0-1 0 0 0,0 1 1 0 0,-1-1-1 0 0,1 1 1 0 0,0 0-1 0 0,0-1 0 0 0,0 1 1 0 0,0 0-1 0 0,0-1 1 0 0,0 2-1 0 0,-1 3 44 0 0,-2 17-354 0 0,1 1 1 0 0,0 38 0 0 0,3-44-2204 0 0,-3-9-1632 0 0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227 54 4993 0 0,'0'0'17637'0'0,"-22"-9"-17555"0"0,-65-26-41 0 0,61 26-25 0 0,18 9-26 0 0,3 0 14 0 0,0-1 1 0 0,1 1 0 0 0,-1 1 0 0 0,0-1 0 0 0,1 1-1 0 0,-1 0 1 0 0,1 0 0 0 0,-1 0 0 0 0,1 0 0 0 0,-6 3 0 0 0,1 0 1 0 0,7-3-5 0 0,1-1 0 0 0,0 1 0 0 0,0 0 0 0 0,-1-1 0 0 0,1 1 0 0 0,0 0-1 0 0,0 0 1 0 0,-1 0 0 0 0,1 0-4 0 0,0 0 0 0 0,1 0 0 0 0,-1 0 0 0 0,1 0 0 0 0,-1 0 0 0 0,1 0 0 0 0,-1 0 0 0 0,1 0 0 0 0,-1 0 0 0 0,1 0 0 0 0,0 0 0 0 0,0 0 0 0 0,-1 1-1 0 0,1-1 1 0 0,0 0 0 0 0,0 0 0 0 0,0 0 0 0 0,0 0 0 0 0,1 0 0 0 0,-1 0 0 0 0,0 2 0 0 0,1 1 20 0 0,-1 11 34 0 0,1 0 1 0 0,1-1 0 0 0,6 25-1 0 0,17 40 106 0 0,-16-52-95 0 0,-2-5-22 0 0,24 79 28 0 0,-13 30-64 0 0,-17-93-41 0 0,-1-29 52 0 0,0 1 1 0 0,1-1 0 0 0,3 20-1 0 0,-4-27 50 0 0,0 0 1 0 0,1 0-1 0 0,-1-1 0 0 0,1 1 0 0 0,0 0 0 0 0,0 0 0 0 0,0-1 0 0 0,1 3 0 0 0,-2-3-2 0 0,1-1 0 0 0,0 1 0 0 0,0-1 0 0 0,0 1 0 0 0,-1-1 0 0 0,1 1 0 0 0,0-1 0 0 0,0 1 0 0 0,0-1 0 0 0,0 0 0 0 0,0 0 0 0 0,0 1 0 0 0,0-1 0 0 0,0 0 0 0 0,0 0 0 0 0,0 0 0 0 0,0 0 0 0 0,1 0 0 0 0,5-1 33 0 0,0 1 0 0 0,0-2 0 0 0,-1 1 0 0 0,14-5 0 0 0,10-1-41 0 0,-7 3 355 0 0,41 1-1 0 0,-26 3-6990 0 0,-17 0-3307 0 0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39 5185 0 0,'0'0'18984'0'0,"-1"-6"-18882"0"0,-5-19-72 0 0,6 24-30 0 0,0 1 0 0 0,0 0 0 0 0,0-1 0 0 0,0 1 0 0 0,0 0-1 0 0,0 0 1 0 0,0-1 0 0 0,0 1 0 0 0,1 0 0 0 0,-1 0 0 0 0,0-1 0 0 0,0 1 0 0 0,0 0-1 0 0,0 0 1 0 0,0-1 0 0 0,0 1 0 0 0,1 0 0 0 0,-1 0 0 0 0,0 0 0 0 0,0-1-1 0 0,0 1 1 0 0,0 0 0 0 0,1 0 0 0 0,-1 0 0 0 0,0 0 0 0 0,0-1 0 0 0,1 1 0 0 0,-1 0-1 0 0,0 0 1 0 0,0 0 0 0 0,1 0 0 0 0,-1 0 0 0 0,0 0 0 0 0,0 0 0 0 0,1 0 0 0 0,-1 0-1 0 0,0 0 1 0 0,12 0-42 0 0,-10 0 33 0 0,7 2-5 0 0,-1 0 0 0 0,1 0 0 0 0,-1 0 0 0 0,13 7 0 0 0,-9-5 8 0 0,151 63 20 0 0,-153-63-28 0 0,0 1 0 0 0,-1 0 1 0 0,0 1-1 0 0,12 9 0 0 0,-20-15 8 0 0,-1 0 0 0 0,0 1 0 0 0,1-1 0 0 0,-1 0 0 0 0,1 1 0 0 0,-1-1 0 0 0,0 0 0 0 0,1 1 0 0 0,-1-1-1 0 0,0 0 1 0 0,1 1 0 0 0,-1-1 0 0 0,0 1 0 0 0,1-1 0 0 0,-1 1 0 0 0,0-1 0 0 0,0 1 0 0 0,0-1 0 0 0,0 0-1 0 0,1 1 1 0 0,-1-1 0 0 0,0 1 0 0 0,0-1 0 0 0,0 1 0 0 0,0-1 0 0 0,0 1 0 0 0,0 0 0 0 0,0-1 0 0 0,0 1 0 0 0,0-1-1 0 0,-1 0 1 0 0,1 1 0 0 0,0-1 0 0 0,0 1 0 0 0,0-1 0 0 0,0 1 0 0 0,-1-1 0 0 0,1 1 0 0 0,0-1 0 0 0,-1 1-1 0 0,1-1 1 0 0,0 0 0 0 0,-1 1 0 0 0,1-1 0 0 0,0 0 0 0 0,-1 1 0 0 0,1-1 0 0 0,-1 0 0 0 0,1 1 0 0 0,-4 1 10 0 0,0 1 0 0 0,0-1 0 0 0,0 0 0 0 0,-6 3 0 0 0,6-3 12 0 0,-10 3 32 0 0,-1 0 0 0 0,1-1 0 0 0,-17 3 0 0 0,15-3-27 0 0,0 0 0 0 0,-20 8 0 0 0,36-12-22 0 0,-1 0 0 0 0,1 0 0 0 0,-1 1 0 0 0,1-1 0 0 0,-1 0 0 0 0,1 0-1 0 0,-1 1 1 0 0,1-1 0 0 0,0 0 0 0 0,-1 1 0 0 0,1-1 0 0 0,-1 0 0 0 0,1 1 0 0 0,0-1 0 0 0,-1 1-1 0 0,1-1 1 0 0,0 0 0 0 0,-1 1 0 0 0,1-1 0 0 0,0 1 0 0 0,0-1 0 0 0,0 1 0 0 0,-1-1 0 0 0,1 1-1 0 0,0-1 1 0 0,0 1 0 0 0,0-1 0 0 0,0 1 0 0 0,0 0 0 0 0,0-1 0 0 0,0 1 0 0 0,0-1 0 0 0,0 1-1 0 0,0-1 1 0 0,0 1 0 0 0,0-1 0 0 0,1 1 0 0 0,-1-1 0 0 0,0 1 0 0 0,1 1-8 0 0,0 0-1 0 0,0-1 1 0 0,0 1 0 0 0,0-1-1 0 0,0 0 1 0 0,0 1 0 0 0,1-1-1 0 0,-1 0 1 0 0,0 0 0 0 0,2 2-1 0 0,12 5-72 0 0,-1-1 0 0 0,1 0 0 0 0,30 9 0 0 0,-32-12 54 0 0,-1 1 0 0 0,1 0 1 0 0,-1 0-1 0 0,0 1 0 0 0,0 1 0 0 0,15 10 1 0 0,-26-16 3 0 0,0 1 1 0 0,0-1 0 0 0,0 0 0 0 0,-1 1-1 0 0,1-1 1 0 0,0 1 0 0 0,0-1 0 0 0,-1 1-1 0 0,1-1 1 0 0,-1 1 0 0 0,1 0 0 0 0,-1-1-1 0 0,0 1 1 0 0,0 0 0 0 0,0-1-1 0 0,0 3 1 0 0,1-2 6 0 0,-1-1 0 0 0,0 1 0 0 0,-1 0 0 0 0,1 0 0 0 0,0 0 0 0 0,0-1-1 0 0,-1 1 1 0 0,1 0 0 0 0,-1-1 0 0 0,0 1 0 0 0,1 0 0 0 0,-1-1 0 0 0,0 1 0 0 0,-2 2 0 0 0,0-1-114 0 0,0-1 1 0 0,0 1 0 0 0,0-1-1 0 0,-1 0 1 0 0,1 0 0 0 0,-1 0-1 0 0,1 0 1 0 0,-1-1 0 0 0,0 1 0 0 0,1-1-1 0 0,-1 0 1 0 0,-5 0 0 0 0,-4 1-2965 0 0,0-1 0 0 0,-17-1 0 0 0,16 0-1312 0 0,4 0-2987 0 0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 9810 0 0,'0'0'12745'0'0,"5"-7"-12822"0"0,15-24 29 0 0,-19 31 47 0 0,-1-1-1 0 0,0 1 1 0 0,1 0-1 0 0,-1-1 1 0 0,1 1-1 0 0,-1-1 1 0 0,1 1-1 0 0,-1 0 1 0 0,1-1-1 0 0,-1 1 0 0 0,1 0 1 0 0,0 0-1 0 0,-1-1 1 0 0,1 1-1 0 0,-1 0 1 0 0,1 0-1 0 0,0 0 1 0 0,-1 0-1 0 0,1 0 1 0 0,-1 0-1 0 0,1 0 1 0 0,0 0-1 0 0,-1 0 1 0 0,1 0-1 0 0,0 0 1 0 0,-1 0-1 0 0,1 0 1 0 0,-1 1-1 0 0,1-1 1 0 0,0 0-1 0 0,-1 0 1 0 0,1 1-1 0 0,-1-1 1 0 0,1 0-1 0 0,-1 1 1 0 0,1-1-1 0 0,0 1 1 0 0,1 0-5 0 0,50 24-35 0 0,26 11 30 0 0,-61-29-50 0 0,-17-6 36 0 0,-1 0-373 0 0,1 1 342 0 0,-1-1 1 0 0,0 0 0 0 0,0 1 0 0 0,0-1-1 0 0,0 0 1 0 0,0 0 0 0 0,0 0-1 0 0,0 0 1 0 0,-3 2 0 0 0,-1 3 32 0 0,2-3 24 0 0,1 1 1 0 0,-1-1-1 0 0,1 1 0 0 0,1-1 0 0 0,-1 1 0 0 0,0 0 1 0 0,1 0-1 0 0,0 0 0 0 0,0 0 0 0 0,0 0 0 0 0,0 0 1 0 0,0 5-1 0 0,0 7 23 0 0,3 29 0 0 0,-2-43-24 0 0,4 21 22 0 0,0-1-1 0 0,2 1 1 0 0,0-1-1 0 0,10 23 1 0 0,2 4-11 0 0,10 30 55 0 0,8 22 27 0 0,-36-99-88 0 0,1 0 0 0 0,-1-1 1 0 0,1 1-1 0 0,-1 0 0 0 0,0-1 0 0 0,0 1 1 0 0,0 0-1 0 0,0-1 0 0 0,0 1 1 0 0,0 0-1 0 0,-1 2 0 0 0,0-3-1 0 0,1 0-1 0 0,0 0 1 0 0,-1 0-1 0 0,1-1 1 0 0,-1 1 0 0 0,1 0-1 0 0,-1 0 1 0 0,0-1-1 0 0,1 1 1 0 0,-1 0-1 0 0,0-1 1 0 0,0 1-1 0 0,1-1 1 0 0,-1 1 0 0 0,0-1-1 0 0,0 1 1 0 0,0-1-1 0 0,1 1 1 0 0,-1-1-1 0 0,0 0 1 0 0,0 0-1 0 0,-1 1 1 0 0,-9 0-641 0 0,1 1 1 0 0,-1-1-1 0 0,-20-2 0 0 0,13 1-2283 0 0,-11 0-5883 0 0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72 1808 0 0,'0'0'19267'0'0,"1"-12"-18967"0"0,2-34-73 0 0,-3 45-216 0 0,0 0 0 0 0,0 0 1 0 0,0 0-1 0 0,0 1 0 0 0,0-1 0 0 0,1 0 0 0 0,-1 0 1 0 0,0 1-1 0 0,0-1 0 0 0,1 0 0 0 0,-1 0 1 0 0,0 1-1 0 0,1-1 0 0 0,0-1 0 0 0,-1 2-5 0 0,1 0-1 0 0,-1 0 0 0 0,0 0 1 0 0,0 0-1 0 0,1 0 0 0 0,-1 0 1 0 0,0 0-1 0 0,0 0 0 0 0,1 0 1 0 0,-1 0-1 0 0,0 0 0 0 0,0 0 1 0 0,1 0-1 0 0,-1 0 0 0 0,0 0 1 0 0,1 0-1 0 0,-1 0 0 0 0,0 0 1 0 0,0 0-1 0 0,1 0 0 0 0,2 1 42 0 0,6 0-47 0 0,0-1 0 0 0,0 2 1 0 0,-1 0-1 0 0,1 0 0 0 0,-1 0 0 0 0,0 1 1 0 0,1 0-1 0 0,-1 1 0 0 0,-1 0 0 0 0,1 0 1 0 0,13 10-1 0 0,3 5 40 0 0,0 0 0 0 0,22 25-1 0 0,-5-1 262 0 0,-1 1-1 0 0,-3 2 1 0 0,53 82-1 0 0,-75-100-150 0 0,0 0-1 0 0,-2 1 1 0 0,-1 0-1 0 0,-1 1 1 0 0,-2 0 0 0 0,-1 0-1 0 0,-1 1 1 0 0,-2 1 0 0 0,2 48-1 0 0,-8 28 214 0 0,-1-89-319 0 0,-1-1 1 0 0,0 1-1 0 0,-11 31 0 0 0,11-40-229 0 0,-1-1-1 0 0,0 1 1 0 0,0-1-1 0 0,-1 0 0 0 0,0 0 1 0 0,-1-1-1 0 0,0 1 0 0 0,0-1 1 0 0,0-1-1 0 0,-12 11 1 0 0,11-12-1046 0 0,-10 7-5463 0 0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379 42 0 0 0,'0'0'3510'0'0,"0"-3"-2995"0"0,0 3-455 0 0,0-1 0 0 0,0 0 0 0 0,0 1 1 0 0,0-1-1 0 0,0 0 0 0 0,0 1 0 0 0,1-1 0 0 0,-1 0 1 0 0,0 1-1 0 0,0-1 0 0 0,1 1 0 0 0,-1-1 0 0 0,0 1 1 0 0,1-1-1 0 0,-1 0 0 0 0,1 1 0 0 0,-1-1 0 0 0,1 0 1 0 0,0 1 106 0 0,0-1 1 0 0,1 1-1 0 0,-1-1 1 0 0,0 1-1 0 0,0 0 1 0 0,1 0-1 0 0,-1-1 1 0 0,0 1-1 0 0,1 0 1 0 0,-1 0-1 0 0,2 0 1 0 0,33-3 4362 0 0,31 3 6266 0 0,-57-3-6882 0 0,-17 3-3695 0 0,-161 3 794 0 0,102 1-905 0 0,34-2-56 0 0,-110-1 392 0 0,74-2-305 0 0,38 6 101 0 0,30-5-167 0 0,32 0 1346 0 0,-28 0-1400 0 0,0-1 0 0 0,0 0 0 0 0,0 0 0 0 0,5-2 0 0 0,9-2 18 0 0,17-2-26 0 0,0 1 0 0 0,63-2-1 0 0,-84 8-116 0 0,13 0 189 0 0,26 3-1 0 0,-44-1-309 0 0,-1-1-1 0 0,1 1 0 0 0,-1 0 0 0 0,1 1 1 0 0,-1 0-1 0 0,0 0 0 0 0,9 5 0 0 0,0 4-2251 0 0,-8-3-4148 0 0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33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4433 0 0,'-3'2'18255'0'0,"3"1"-18257"0"0,2 0 1 0 0,-1 0 0 0 0,0 0 0 0 0,1 0 0 0 0,-1 0 0 0 0,1 0 0 0 0,0-1 0 0 0,0 1 0 0 0,0-1 0 0 0,3 4-1 0 0,2 2 77 0 0,89 112 207 0 0,-82-105-244 0 0,-1 0 29 0 0,2-1 1 0 0,19 17 0 0 0,-31-29-53 0 0,37 28 199 0 0,44 26 0 0 0,-44-30-710 0 0,-38-23-413 0 0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34.3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23 4585 0 0,'0'0'21114'0'0,"-4"-4"-20818"0"0,-15-11-68 0 0,14 11 92 0 0,6 14-368 0 0,-2 0 33 0 0,1 0-1 0 0,-1 0 1 0 0,-1 0-1 0 0,0 0 1 0 0,0-1-1 0 0,-1 1 1 0 0,0-1-1 0 0,-1 1 0 0 0,0-1 1 0 0,-6 11-1 0 0,-1-3 29 0 0,-1 0-1 0 0,0-1 1 0 0,-1 0-1 0 0,-1-1 1 0 0,-20 18-1 0 0,27-27-25 0 0,0-2-72 0 0,1 1 1 0 0,0 0-1 0 0,1 1 0 0 0,-9 9 1 0 0,11-11-1974 0 0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35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269 64 9082 0 0,'0'0'13838'0'0,"-32"-11"-13658"0"0,-97-31-54 0 0,93 32-61 0 0,26 9-7 0 0,3 2-26 0 0,3-1-17 0 0,1-1 2 0 0,0 1 1 0 0,0 0-1 0 0,0 0 0 0 0,0 1 1 0 0,0-1-1 0 0,0 1 0 0 0,1-1 1 0 0,-1 1-1 0 0,0 0 0 0 0,0 0 0 0 0,1 0 1 0 0,-4 2-1 0 0,5-3-18 0 0,0 1 1 0 0,0-1-1 0 0,1 1 0 0 0,-1 0 0 0 0,0-1 1 0 0,1 1-1 0 0,-1 0 0 0 0,1-1 0 0 0,-1 1 1 0 0,1 0-1 0 0,-1 0 0 0 0,1-1 1 0 0,-1 1-1 0 0,1 0 0 0 0,0 0 0 0 0,0 0 1 0 0,-1 0-1 0 0,1-1 0 0 0,0 1 0 0 0,0 0 1 0 0,0 0-1 0 0,0 0 0 0 0,0 0 1 0 0,0 0-1 0 0,0 0 0 0 0,0 0 0 0 0,0-1 1 0 0,0 1-1 0 0,1 0 0 0 0,-1 1 0 0 0,3 8 20 0 0,0-1 0 0 0,6 11-1 0 0,3 14 25 0 0,36 143 13 0 0,-4-10 27 0 0,-27-107 18 0 0,-15-49-62 0 0,-1-10-36 0 0,-1 0 0 0 0,0 0 0 0 0,0 1 0 0 0,1-1 0 0 0,-1 0 1 0 0,0 0-1 0 0,1 0 0 0 0,-1 0 0 0 0,1 1 0 0 0,0-1 0 0 0,-1 0 0 0 0,1 0 1 0 0,1 1-1 0 0,4 7 171 0 0,-3-5 718 0 0,6-3-187 0 0,71-5 89 0 0,-1-1-896 0 0,-18 5-1846 0 0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35.5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20 6561 0 0,'0'0'14996'0'0,"18"-4"-15139"0"0,57-11 68 0 0,-72 15 67 0 0,0-1 0 0 0,0 1 0 0 0,0 0 0 0 0,0 0 0 0 0,0 0 0 0 0,0 1 0 0 0,5 0 0 0 0,-6 0 1 0 0,-1-1-1 0 0,1 1 1 0 0,-1 0 0 0 0,0 0-1 0 0,1 0 1 0 0,-1-1 0 0 0,0 1-1 0 0,2 2 1 0 0,2 2-17 0 0,12 8-53 0 0,24 24 1 0 0,-35-31 41 0 0,-1 1 0 0 0,0 0 0 0 0,0-1 0 0 0,0 1 0 0 0,-1 1-1 0 0,0-1 1 0 0,3 9 0 0 0,-6-14 30 0 0,0 0 1 0 0,0 1-1 0 0,0-1 0 0 0,-1 0 1 0 0,1 1-1 0 0,-1-1 0 0 0,1 0 1 0 0,-1 1-1 0 0,0-1 0 0 0,0 1 0 0 0,0-1 1 0 0,0 1-1 0 0,-1-1 0 0 0,1 0 1 0 0,-1 1-1 0 0,1-1 0 0 0,-1 1 1 0 0,0-1-1 0 0,0 0 0 0 0,0 0 0 0 0,0 0 1 0 0,0 1-1 0 0,-1-1 0 0 0,1 0 1 0 0,-1 0-1 0 0,1-1 0 0 0,-1 1 1 0 0,0 0-1 0 0,1 0 0 0 0,-1-1 0 0 0,-3 3 1 0 0,0-1 115 0 0,-1 0 0 0 0,0-1 0 0 0,1 1 0 0 0,-1-1 0 0 0,0 0 0 0 0,0 0 0 0 0,0-1 0 0 0,-1 0 0 0 0,1 0 0 0 0,0 0 0 0 0,-7-1 0 0 0,3 0 81 0 0,0 0 1 0 0,1 0 0 0 0,-1-1 0 0 0,1 0-1 0 0,-1-1 1 0 0,1 0 0 0 0,-13-4-1 0 0,10 1-34 0 0,1 0-1 0 0,0 0 0 0 0,1-1 1 0 0,-1-1-1 0 0,-9-7 1 0 0,17 11-116 0 0,0 0 1 0 0,0 0 0 0 0,0 0-1 0 0,0 0 1 0 0,1 0 0 0 0,-1 0-1 0 0,1-1 1 0 0,0 1 0 0 0,0-1-1 0 0,0 1 1 0 0,1-1 0 0 0,-1 0-1 0 0,1 0 1 0 0,0 0 0 0 0,0 0-1 0 0,0 0 1 0 0,1 0 0 0 0,-1-7-1 0 0,1 9-111 0 0,0-1 0 0 0,0 1-1 0 0,0-1 1 0 0,0 1 0 0 0,1 0-1 0 0,-1-1 1 0 0,1 1 0 0 0,0 0-1 0 0,-1-1 1 0 0,1 1 0 0 0,0 0-1 0 0,0 0 1 0 0,1 0 0 0 0,-1-1-1 0 0,0 1 1 0 0,1 1-1 0 0,-1-1 1 0 0,1 0 0 0 0,0 0-1 0 0,-1 0 1 0 0,1 1 0 0 0,0-1-1 0 0,4-1 1 0 0,-3 0-724 0 0,1 1 0 0 0,-1 0 0 0 0,1 0 0 0 0,0 1 0 0 0,4-2 1 0 0,-4 1-1522 0 0,1 1 0 0 0,-1 1 0 0 0,0-1 1 0 0,8 0-1 0 0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36.1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 9682 0 0,'0'0'15923'0'0,"0"-5"-15863"0"0,0-15-96 0 0,0 20 24 0 0,1-1 0 0 0,-1 1-1 0 0,0 0 1 0 0,0 0 0 0 0,0-1-1 0 0,0 1 1 0 0,0 0 0 0 0,0-1-1 0 0,1 1 1 0 0,-1 0 0 0 0,0 0-1 0 0,0-1 1 0 0,0 1 0 0 0,1 0-1 0 0,-1 0 1 0 0,0 0 0 0 0,0-1-1 0 0,1 1 1 0 0,-1 0 0 0 0,0 0-1 0 0,1 0 1 0 0,-1 0 0 0 0,0 0-1 0 0,0-1 1 0 0,1 1 0 0 0,-1 0-1 0 0,0 0 1 0 0,1 0 0 0 0,-1 0-1 0 0,0 0 1 0 0,1 0 0 0 0,-1 0-1 0 0,0 0 1 0 0,1 0 0 0 0,-1 0-1 0 0,0 0 1 0 0,1 0 0 0 0,-1 1-1 0 0,11 1-247 0 0,-4 2 201 0 0,0 0 0 0 0,-1 0 0 0 0,1 1-1 0 0,-1-1 1 0 0,10 11 0 0 0,1-1 42 0 0,35 32-128 0 0,-50-45 118 0 0,-1 0 1 0 0,0 0 0 0 0,0 1-1 0 0,0-1 1 0 0,0 0 0 0 0,0 1 0 0 0,0-1-1 0 0,0 1 1 0 0,-1-1 0 0 0,1 1 0 0 0,0-1-1 0 0,-1 1 1 0 0,1 0 0 0 0,-1 1 0 0 0,2 25-234 0 0,-2-23 246 0 0,0 0 0 0 0,0 0 0 0 0,2 9 0 0 0,4 7 30 0 0,1 0 0 0 0,14 26 0 0 0,7 18-1 0 0,-17-34-14 0 0,-3-11-5 0 0,9 39 0 0 0,-12-33 135 0 0,-1 0 0 0 0,0 45 0 0 0,-16-69-692 0 0,-12 5-539 0 0,-1 0 0 0 0,-29 4 0 0 0,15-4-4979 0 0,20-4 459 0 0,7-2-2930 0 0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37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10 4609 0 0,'0'0'13334'0'0,"-6"-2"-12382"0"0,-16-4-285 0 0,16 5 1402 0 0,6 2-2012 0 0,0 0 0 0 0,0 1 0 0 0,0-1 0 0 0,1 0 0 0 0,-1 0 0 0 0,0 1 0 0 0,0-1 0 0 0,1 0 0 0 0,-1 2 0 0 0,3 0 55 0 0,-1 0 1 0 0,0 0 0 0 0,1 0-1 0 0,0 0 1 0 0,0 0-1 0 0,5 4 1 0 0,2 1 71 0 0,11 10 108 0 0,1-2 0 0 0,34 21-1 0 0,-14-10-174 0 0,97 60 85 0 0,-74-45-136 0 0,-64-41-71 0 0,4 3-65 0 0,0-1-1 0 0,0 1 1 0 0,1-1-1 0 0,-1 0 1 0 0,10 3-1 0 0,-14-5 984 0 0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37.7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243 1 6673 0 0,'0'0'18350'0'0,"-26"11"-18146"0"0,-81 39-66 0 0,74-31-66 0 0,32-19-66 0 0,0 1-1 0 0,0 0 1 0 0,0-1 0 0 0,0 1-1 0 0,0 0 1 0 0,1 0 0 0 0,-1 0-1 0 0,0-1 1 0 0,0 3 0 0 0,-4 4 25 0 0,5-7-30 0 0,-6 6 18 0 0,0 1-1 0 0,1-1 1 0 0,0 1-1 0 0,0 1 1 0 0,0-1 0 0 0,1 1-1 0 0,0-1 1 0 0,-3 12-1 0 0,-2 16-642 0 0,4-11-4181 0 0,3-18 1890 0 0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38.4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5 10282 0 0,'0'0'12321'0'0,"-17"-1"-12274"0"0,-50-2-11 0 0,66 3-32 0 0,-1 0-1 0 0,0 0 0 0 0,1 0 0 0 0,-1 0 1 0 0,0 0-1 0 0,1 1 0 0 0,-1-1 1 0 0,0 1-1 0 0,-2 1 0 0 0,3-2 0 0 0,1 0-1 0 0,-1 1 0 0 0,1-1 0 0 0,0 0 0 0 0,-1 1 0 0 0,1-1 0 0 0,0 0 0 0 0,-1 1 0 0 0,1-1 0 0 0,0 1 0 0 0,0-1 1 0 0,-1 1-1 0 0,1-1 0 0 0,0 1 0 0 0,0 0 0 0 0,-2 3 15 0 0,-2 0 28 0 0,0 1 0 0 0,1 1-1 0 0,0-1 1 0 0,-4 8 0 0 0,6-12-11 0 0,1 1 0 0 0,-1-1 0 0 0,1 1 0 0 0,-1-1 0 0 0,1 1 0 0 0,-1-1 0 0 0,1 1 0 0 0,0-1 1 0 0,0 1-1 0 0,0-1 0 0 0,0 1 0 0 0,0-1 0 0 0,0 1 0 0 0,0 0 0 0 0,1-1 0 0 0,-1 1 0 0 0,0-1 0 0 0,1 1 0 0 0,-1-1 0 0 0,1 0 1 0 0,0 1-1 0 0,-1-1 0 0 0,2 2 0 0 0,1 1-2 0 0,-1 0 0 0 0,1 0 0 0 0,-1 0 0 0 0,0 0 0 0 0,0 1 0 0 0,-1-1 0 0 0,3 7 0 0 0,4 34-3 0 0,-5-29 11 0 0,8 81 43 0 0,-9-63-50 0 0,2 1 0 0 0,13 49 0 0 0,-10-54 9 0 0,5 14 29 0 0,-1-18 86 0 0,26 45-1 0 0,-34-64-124 0 0,8 9 187 0 0,-10-16-125 0 0,0 1 0 0 0,0-1 0 0 0,0 1 0 0 0,-1-1-1 0 0,1 1 1 0 0,0-1 0 0 0,0 0 0 0 0,1 1 0 0 0,-1-1 0 0 0,0 0 0 0 0,0 0 0 0 0,0 0-1 0 0,0 0 1 0 0,0 0 0 0 0,0 0 0 0 0,0 0 0 0 0,0 0 0 0 0,0 0 0 0 0,0-1 0 0 0,0 1-1 0 0,1-1 1 0 0,29-11 236 0 0,-12 5-319 0 0,-3 2-439 0 0,25-12-1 0 0,-23 8-3507 0 0,-1-2-5430 0 0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39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68 7314 0 0,'0'0'17861'0'0,"-3"-11"-17736"0"0,-9-33-52 0 0,12 43-73 0 0,0 1 0 0 0,0 0 0 0 0,0-1 0 0 0,0 1 0 0 0,-1 0 0 0 0,1-1 0 0 0,0 1 0 0 0,0 0 0 0 0,0-1 0 0 0,0 1 0 0 0,0-1 0 0 0,0 1 0 0 0,0 0 0 0 0,0-1 0 0 0,0 1 0 0 0,1 0 0 0 0,-1-1 0 0 0,0 1 0 0 0,0 0 0 0 0,0-1 0 0 0,0 1 0 0 0,0 0 0 0 0,1-1 0 0 0,-1 1 0 0 0,0 0 0 0 0,0-1 0 0 0,0 1 0 0 0,1 0 0 0 0,-1 0 0 0 0,0-1 0 0 0,1 1 0 0 0,-1 0 0 0 0,0 0 0 0 0,0-1 0 0 0,1 1 0 0 0,-1 0 0 0 0,1 0 0 0 0,10 0-108 0 0,-8 1 79 0 0,3-2 0 0 0,0 1 1 0 0,1 1-1 0 0,-1-1 1 0 0,1 1-1 0 0,-1 0 0 0 0,0 0 1 0 0,1 1-1 0 0,-1 0 1 0 0,0 0-1 0 0,7 4 0 0 0,-1 0-23 0 0,-8-5 17 0 0,0 1 1 0 0,-1 0 0 0 0,0 0 0 0 0,6 3 0 0 0,-9-4 16 0 0,1 0 0 0 0,0 0-1 0 0,0 0 1 0 0,0 0 0 0 0,-1 0 0 0 0,1 0 0 0 0,0 0-1 0 0,-1 0 1 0 0,1 0 0 0 0,-1 0 0 0 0,1 0-1 0 0,-1 1 1 0 0,1-1 0 0 0,-1 0 0 0 0,0 0 0 0 0,0 0-1 0 0,0 1 1 0 0,0 1 0 0 0,0 3 6 0 0,0 0 0 0 0,-1 0 0 0 0,0 0 0 0 0,-1 0 0 0 0,1 0 0 0 0,-4 6 0 0 0,-16 36 159 0 0,9-24-6 0 0,8-15-69 0 0,0 1 0 0 0,1 0 0 0 0,0 0 0 0 0,0 0 0 0 0,1 0 0 0 0,0 0 0 0 0,1 1 0 0 0,0 18 441 0 0,16-29 294 0 0,-3-1-741 0 0,0-1-1 0 0,0 0 0 0 0,20-5 1 0 0,8-2-105 0 0,32 0-64 0 0,-33 5-722 0 0,-14 1-2562 0 0,17-6-10854 0 0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39.5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74 7338 0 0,'0'0'12139'0'0,"17"-13"-12183"0"0,56-37-1 0 0,-71 49 42 0 0,0-1-1 0 0,0 1 0 0 0,0 0 1 0 0,0 0-1 0 0,0 0 1 0 0,0 0-1 0 0,1 1 1 0 0,-1-1-1 0 0,0 1 1 0 0,4-1-1 0 0,-5 1 1 0 0,-1 0 0 0 0,1 0 0 0 0,0 0 0 0 0,0 1 0 0 0,0-1 0 0 0,0 0 1 0 0,0 1-1 0 0,-1-1 0 0 0,1 0 0 0 0,0 1 0 0 0,0-1 0 0 0,-1 1 0 0 0,1-1 0 0 0,1 1 0 0 0,2 3-17 0 0,8 3-21 0 0,-1 0 1 0 0,0 1-1 0 0,0 0 0 0 0,-1 1 0 0 0,15 16 0 0 0,-19-19 12 0 0,-1 0 1 0 0,-1 0-1 0 0,1 1 1 0 0,-1 0 0 0 0,-1-1-1 0 0,1 1 1 0 0,-1 1-1 0 0,0-1 1 0 0,0 0-1 0 0,-1 1 1 0 0,1 8 0 0 0,-1 4 7 0 0,-2 39 1 0 0,-1-23 114 0 0,1-17 10 0 0,-1-6 43 0 0,1 0 0 0 0,1 0 0 0 0,0 0 1 0 0,0 0-1 0 0,7 22 0 0 0,49 123 541 0 0,-55-152-682 0 0,1 0 0 0 0,-2 1 0 0 0,1 0 0 0 0,-1-1 0 0 0,0 1-1 0 0,1 10 1 0 0,-1-7-3 0 0,1 2 3 0 0,-2-11-5 0 0,0-1-1 0 0,0 1 0 0 0,-1-1 0 0 0,1 1 1 0 0,0-1-1 0 0,0 0 0 0 0,-1 1 0 0 0,1-1 1 0 0,0 1-1 0 0,0-1 0 0 0,-1 0 1 0 0,1 1-1 0 0,0-1 0 0 0,-1 0 0 0 0,1 1 1 0 0,-1-1-1 0 0,1 0 0 0 0,-1 1 0 0 0,1-1 1 0 0,0 0-1 0 0,-1 0 0 0 0,1 0 1 0 0,-1 0-1 0 0,1 1 0 0 0,-2-1 0 0 0,-10 3-123 0 0,-1-1-1 0 0,0 0 0 0 0,0-1 1 0 0,-17-1-1 0 0,-6 0-3211 0 0,0-1-5582 0 0,23 1 1303 0 0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41.9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3825 0 0,'0'0'13787'0'0,"3"3"-13486"0"0,8 5-100 0 0,-1 1 298 0 0,14 14-1 0 0,-18-16-320 0 0,1 0 0 0 0,1-1 0 0 0,9 7 0 0 0,1 1 106 0 0,125 86 870 0 0,-68-57-1003 0 0,4 2-117 0 0,-66-37-98 0 0,-6-5-223 0 0,-1 1 1 0 0,0 0-1 0 0,10 9 0 0 0,-14-11 693 0 0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42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6 2745 0 0,'0'0'20891'0'0,"-18"-1"-20531"0"0,-53-4-92 0 0,68 5-230 0 0,-1 0 0 0 0,1 0 0 0 0,0 1 0 0 0,-7 0-1 0 0,3 4 107 0 0,4-2-78 0 0,1-1-33 0 0,-1 0 0 0 0,1 0 1 0 0,0 0-1 0 0,0 0 1 0 0,0 1-1 0 0,0-1 0 0 0,0 1 1 0 0,1-1-1 0 0,-1 1 1 0 0,1 0-1 0 0,0 0 0 0 0,-1 0 1 0 0,0 4-1 0 0,-1 5 22 0 0,1 0 1 0 0,-2 13-1 0 0,3-19-27 0 0,-1 25 89 0 0,2 43 0 0 0,1-30-1408 0 0,-1-44 1153 0 0,0 1 1 0 0,0-1-1 0 0,0 0 1 0 0,0 1-1 0 0,0-1 1 0 0,0 1-1 0 0,0-1 1 0 0,-1 0-1 0 0,1 1 1 0 0,0-1-1 0 0,0 1 1 0 0,0-1-1 0 0,0 0 1 0 0,-1 1-1 0 0,1-1 1 0 0,0 0-1 0 0,0 1 1 0 0,0-1-1 0 0,-1 0 1 0 0,1 1-1 0 0,-1-1 1 0 0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43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48 7066 0 0,'0'0'18137'0'0,"0"-8"-18101"0"0,0-24-42 0 0,-1 25-74 0 0,-3 6 49 0 0,-2 6 0 0 0,6-5 28 0 0,-11 9 11 0 0,0 0 1 0 0,0-1-1 0 0,-2-1 0 0 0,1 1 0 0 0,0-2 1 0 0,-15 5-1 0 0,27-10-7 0 0,-7 1 25 0 0,1 0 0 0 0,-1-1 1 0 0,0 1-1 0 0,1-1 0 0 0,-1-1 0 0 0,-9 1 976 0 0,23 16-1474 0 0,3 8 410 0 0,0-1 1 0 0,9 39 0 0 0,-8-23 46 0 0,10 47-16 0 0,2 6 47 0 0,-14-62-10 0 0,-7-21-3 0 0,1 1 0 0 0,0-1 0 0 0,9 19 1 0 0,-10-25-4 0 0,0 1 0 0 0,0 0 1 0 0,2 6-1 0 0,4 13-7 0 0,8 11 14 0 0,-14-30 2 0 0,-1-4-8 0 0,-1-1 0 0 0,0 1 0 0 0,0 0 0 0 0,1 0 0 0 0,-1 0 0 0 0,0 0 0 0 0,1-1 0 0 0,-1 1 0 0 0,1 0 0 0 0,-1 0 0 0 0,1-1 0 0 0,0 1 0 0 0,-1 0 0 0 0,1-1 1 0 0,-1 1-1 0 0,1 0 0 0 0,0-1 0 0 0,0 1 0 0 0,-1-1 0 0 0,1 0 0 0 0,0 1 0 0 0,0-1 0 0 0,0 1 0 0 0,1-1 0 0 0,15 4 200 0 0,3-5-91 0 0,20-4 0 0 0,-20 3-121 0 0,21-1 1 0 0,-41 3 0 0 0,78 2-1295 0 0,-46 1-5846 0 0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43.3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0 10266 0 0,'0'0'13740'0'0,"-2"6"-13692"0"0,1-2-37 0 0,0-2-4 0 0,0 1-1 0 0,0-1 1 0 0,0 1 0 0 0,0-1-1 0 0,1 1 1 0 0,-1 0-1 0 0,1 0 1 0 0,0-1-1 0 0,-1 1 1 0 0,1 0-1 0 0,1 0 1 0 0,0 4-1 0 0,4 16 55 0 0,-2-7-41 0 0,1-1 0 0 0,6 17 0 0 0,22 29-1245 0 0,-32-61 1095 0 0,0 1 0 0 0,1-1 0 0 0,-1 1 0 0 0,0-1 0 0 0,1 1 0 0 0,-1-1 0 0 0,0 1 0 0 0,1-1 0 0 0,-1 1 0 0 0,1-1 0 0 0,-1 0 0 0 0,0 1 0 0 0,1-1-1 0 0,-1 0 1 0 0,1 1 0 0 0,-1-1 0 0 0,1 0 0 0 0,-1 0 0 0 0,1 1 0 0 0,0-1 0 0 0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43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35 600 0 0,'0'0'17165'0'0,"23"-6"-17140"0"0,72-18-14 0 0,-61 20 9 0 0,-21 6 7 0 0,-5 1-10 0 0,28 5 52 0 0,-24-4 34 0 0,0-1 0 0 0,0-1 0 0 0,22 2 1 0 0,-12-1 725 0 0,-31 6-171 0 0,6-7-629 0 0,0 1 0 0 0,0-1 0 0 0,0 1-1 0 0,0 0 1 0 0,0 0 0 0 0,1 0 0 0 0,0 0 0 0 0,-1 1 0 0 0,1-1 0 0 0,0 1 0 0 0,-2 5 0 0 0,2-2 32 0 0,0-1-1 0 0,1 0 0 0 0,-1 1 0 0 0,2-1 1 0 0,-1 1-1 0 0,0 9 0 0 0,2-3 46 0 0,0 1-1 0 0,1 0 1 0 0,0-1-1 0 0,1 1 1 0 0,0-1-1 0 0,1 0 1 0 0,9 20-1 0 0,39 84 166 0 0,-42-93-244 0 0,-5-14-8 0 0,-1 1-1 0 0,0-1 1 0 0,4 20-1 0 0,-7-24-22 0 0,-1-5 7 0 0,0 1 0 0 0,0-1 0 0 0,0 1-1 0 0,1-1 1 0 0,-1 1 0 0 0,1-1 0 0 0,-1 1 0 0 0,1-1 0 0 0,-1 1 0 0 0,1-1 0 0 0,1 2 0 0 0,-2-3-4 0 0,0 1 0 0 0,0 0-1 0 0,0-1 1 0 0,1 1 0 0 0,-1-1 0 0 0,0 1-1 0 0,0-1 1 0 0,0 1 0 0 0,0 0 0 0 0,0-1-1 0 0,0 1 1 0 0,0-1 0 0 0,0 1 0 0 0,0 0-1 0 0,-1-1 1 0 0,1 1 0 0 0,0-1 0 0 0,0 1 0 0 0,0-1-1 0 0,-1 1 1 0 0,1-1 0 0 0,0 1 0 0 0,-1-1-1 0 0,1 1 1 0 0,0-1 0 0 0,-2 2 0 0 0,-8 1-342 0 0,-1 0 0 0 0,0 0 0 0 0,0-1 0 0 0,-17 2 0 0 0,-9-2-3119 0 0,2-2-3964 0 0,20 0-1788 0 0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45.2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13 1216 0 0,'0'0'20485'0'0,"-2"-2"-20020"0"0,-8-6-161 0 0,8 6-128 0 0,3 3-174 0 0,-1 0 0 0 0,1 1-1 0 0,-1-1 1 0 0,1 1 0 0 0,0-1-1 0 0,0 0 1 0 0,0 0 0 0 0,-1 1-1 0 0,1-1 1 0 0,0 0 0 0 0,1 0-1 0 0,-1 0 1 0 0,1 1 0 0 0,1 0 8 0 0,32 33 115 0 0,47 34 0 0 0,-80-67-122 0 0,25 19 65 0 0,46 26 0 0 0,-1-9-48 0 0,-59-28-32 0 0,-11-9-101 0 0,-1 1 1 0 0,1-1-1 0 0,-1 0 1 0 0,1 1-1 0 0,0-1 1 0 0,-1 0-1 0 0,1 0 1 0 0,0 0-1 0 0,0-1 0 0 0,0 1 1 0 0,0 0-1 0 0,0-1 1 0 0,0 1-1 0 0,3-1 1 0 0,-6-12-6278 0 0,-7-5-2292 0 0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45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0 5753 0 0,'0'0'17723'0'0,"-9"6"-17254"0"0,-29 16-69 0 0,34-19-281 0 0,-1 1-1 0 0,0-1 0 0 0,1 1 1 0 0,0 0-1 0 0,-1 0 1 0 0,2 0-1 0 0,-1 1 0 0 0,0-1 1 0 0,-2 6-1 0 0,-1 1-48 0 0,-4 6 71 0 0,1 0 1 0 0,-13 33 0 0 0,3-6-67 0 0,17-38-67 0 0,1 1 0 0 0,0 0 0 0 0,0 0 0 0 0,-2 11 0 0 0,-4 17-791 0 0,5-19-1458 0 0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46.5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281 56 2296 0 0,'0'0'19467'0'0,"-11"-9"-19165"0"0,-31-26-30 0 0,25 25-65 0 0,8 9-39 0 0,3 2-91 0 0,-13-2 175 0 0,11 1-184 0 0,1-1-1 0 0,-1 1 1 0 0,1 1-1 0 0,-1-1 1 0 0,1 1-1 0 0,0 1 1 0 0,-12 2-1 0 0,-69 26 268 0 0,84-28-145 0 0,-7 3-462 0 0,11-5 325 0 0,-1 0-1 0 0,1 0 1 0 0,0 0 0 0 0,0 1 0 0 0,0-1 0 0 0,0 0 0 0 0,-1 0 0 0 0,1 0-1 0 0,0 0 1 0 0,0 1 0 0 0,0-1 0 0 0,0 0 0 0 0,0 0 0 0 0,0 0-1 0 0,0 0 1 0 0,0 1 0 0 0,0-1 0 0 0,0 0 0 0 0,0 0 0 0 0,-1 0-1 0 0,1 1 1 0 0,0-1 0 0 0,0 0 0 0 0,0 0 0 0 0,0 0 0 0 0,1 1-1 0 0,-1-1 1 0 0,0 0 0 0 0,0 0 0 0 0,0 0 0 0 0,0 1 0 0 0,0-1-1 0 0,0 0 1 0 0,0 0 0 0 0,0 0 0 0 0,0 1 0 0 0,0-1 0 0 0,0 0-1 0 0,1 0 1 0 0,-1 0 0 0 0,0 0 0 0 0,0 0 0 0 0,0 1 0 0 0,0-1-1 0 0,1 0 1 0 0,2 3-60 0 0,-1 1-1 0 0,1 0 0 0 0,-1 0 0 0 0,0-1 0 0 0,0 1 1 0 0,2 6-1 0 0,6 12-8 0 0,3 1 12 0 0,-2 0 0 0 0,17 46 0 0 0,17 81-6 0 0,-14-42 4 0 0,-18-62 7 0 0,4 13-1 0 0,-1-12-23 0 0,-11-36 20 0 0,4 23 0 0 0,-4-16 16 0 0,-4-7-14 0 0,-1-10 1 0 0,0 0-1 0 0,0-1 1 0 0,0 1-1 0 0,0 0 1 0 0,0 0 0 0 0,0 0-1 0 0,0 0 1 0 0,0 0 0 0 0,1 0-1 0 0,-1-1 1 0 0,0 1-1 0 0,0 0 1 0 0,1 0 0 0 0,0 1-1 0 0,-1-2 25 0 0,11-1 340 0 0,1-10-1383 0 0,1-1-3597 0 0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47.2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 2585 0 0,'0'0'20168'0'0,"3"-4"-19836"0"0,10-11-81 0 0,-11 13-217 0 0,0 1 0 0 0,0 0 0 0 0,0 0 0 0 0,0 0 0 0 0,1 0 0 0 0,-1 0 0 0 0,0 0 0 0 0,1 1 0 0 0,-1-1 0 0 0,0 1 0 0 0,1 0 0 0 0,-1-1 0 0 0,1 1 0 0 0,-1 0 0 0 0,0 0 0 0 0,1 1 0 0 0,2 0 0 0 0,6-1 31 0 0,10 0 21 0 0,3 0-16 0 0,1 0-1 0 0,39 7 1 0 0,-19 1-13 0 0,60 14 145 0 0,-104-22-203 0 0,0 0 1 0 0,-1 0 0 0 0,1 0 0 0 0,-1 0 0 0 0,1 0 0 0 0,-1 1 0 0 0,1-1 0 0 0,-1 0 0 0 0,1 0 0 0 0,-1 1 0 0 0,1-1-1 0 0,-1 0 1 0 0,0 0 0 0 0,1 1 0 0 0,-1-1 0 0 0,1 1 0 0 0,-1-1 0 0 0,0 0 0 0 0,1 1 0 0 0,-1-1 0 0 0,0 1-1 0 0,1 0 1 0 0,-1 0-6 0 0,0-1 0 0 0,-1 1 0 0 0,1 0 0 0 0,0-1 0 0 0,0 1 0 0 0,-1-1 0 0 0,1 1 0 0 0,0 0 0 0 0,-1-1-1 0 0,1 1 1 0 0,-1-1 0 0 0,1 1 0 0 0,-1-1 0 0 0,1 0 0 0 0,-1 1 0 0 0,1-1 0 0 0,-1 1 0 0 0,0-1 0 0 0,0 1 0 0 0,-14 8 14 0 0,-1-2 1 0 0,1 1 0 0 0,-22 6 0 0 0,-22 11-14 0 0,57-25 9 0 0,0 1-1 0 0,0 0 1 0 0,1 0-1 0 0,-1 0 1 0 0,1 0 0 0 0,-1 0-1 0 0,0 0 1 0 0,1 0-1 0 0,0 0 1 0 0,-1 1-1 0 0,1-1 1 0 0,0 1-1 0 0,0-1 1 0 0,0 1 0 0 0,0-1-1 0 0,0 1 1 0 0,-2 3-1 0 0,3-1-8 0 0,-1-3 5 0 0,1 1 0 0 0,0-1 0 0 0,-1 1 0 0 0,1-1 0 0 0,0 0 0 0 0,0 1 0 0 0,0-1 1 0 0,0 1-1 0 0,0-1 0 0 0,1 0 0 0 0,-1 1 0 0 0,0-1 0 0 0,1 0 0 0 0,-1 1 0 0 0,0-1 0 0 0,1 0 0 0 0,0 1 0 0 0,-1-1 0 0 0,1 0 0 0 0,0 0 0 0 0,0 0 0 0 0,-1 1 0 0 0,3 0 0 0 0,8 9 19 0 0,1-2-1 0 0,0 1 0 0 0,0-1 1 0 0,23 12-1 0 0,-12-7-8 0 0,28 17-4 0 0,47 39 1 0 0,-96-69-18 0 0,1 1 0 0 0,-1 0 1 0 0,0 0-1 0 0,0-1 0 0 0,0 2 0 0 0,-1-1 0 0 0,1 0 1 0 0,0 0-1 0 0,-1 0 0 0 0,1 1 0 0 0,-1-1 0 0 0,0 1 1 0 0,0-1-1 0 0,0 1 0 0 0,0 0 0 0 0,0-1 0 0 0,-1 1 1 0 0,1 0-1 0 0,-1 0 0 0 0,1 3 0 0 0,-2-4 6 0 0,1-1 0 0 0,-1 0-1 0 0,1 0 1 0 0,-1 0 0 0 0,1 1 0 0 0,-1-1-1 0 0,0 0 1 0 0,1 0 0 0 0,-1 0-1 0 0,0 0 1 0 0,0 0 0 0 0,0 0 0 0 0,0 0-1 0 0,-1 1 1 0 0,-18 12-32 0 0,6-8-44 0 0,1 1 0 0 0,-2-2 0 0 0,1 0-1 0 0,0 0 1 0 0,-23 3 0 0 0,24-6-1791 0 0,-22 0 1 0 0,2-2-7951 0 0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47.9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86 3761 0 0,'0'0'17741'0'0,"15"-14"-17604"0"0,49-42-31 0 0,-62 54-98 0 0,1 0 0 0 0,-1 0 1 0 0,1 0-1 0 0,-1 1 1 0 0,1-1-1 0 0,0 1 0 0 0,3-2 1 0 0,-6 3-7 0 0,1 0 1 0 0,-1 0-1 0 0,1 0 0 0 0,-1 0 1 0 0,1 0-1 0 0,-1 0 1 0 0,1 0-1 0 0,-1 0 1 0 0,1 0-1 0 0,0 0 1 0 0,-1 0-1 0 0,1 1 0 0 0,-1-1 1 0 0,1 0-1 0 0,-1 0 1 0 0,1 0-1 0 0,-1 1 1 0 0,1-1-1 0 0,3 2 13 0 0,17 6 15 0 0,-1 1 1 0 0,-1 1 0 0 0,30 19-1 0 0,-44-26-21 0 0,-3-2-7 0 0,1 0-1 0 0,-1 1 1 0 0,0-1 0 0 0,0 1 0 0 0,0-1 0 0 0,0 1 0 0 0,0 0 0 0 0,0 0 0 0 0,0 0 0 0 0,0 0-1 0 0,-1 0 1 0 0,1 0 0 0 0,1 4 0 0 0,-3-4 6 0 0,1 0 0 0 0,-1 0 0 0 0,0-1 0 0 0,0 1 0 0 0,-1 0 0 0 0,1 0 0 0 0,0-1 0 0 0,0 1 0 0 0,-1 0 0 0 0,1 0 0 0 0,-1-1 0 0 0,0 1 0 0 0,1 0 0 0 0,-1-1 0 0 0,0 1 0 0 0,-2 1 0 0 0,-4 15 329 0 0,4-8-121 0 0,2 0-1 0 0,-1-1 0 0 0,1 15 0 0 0,1-14-130 0 0,1 0 1 0 0,0 0-1 0 0,1-1 1 0 0,0 1-1 0 0,1 0 1 0 0,4 10-1 0 0,27 55 94 0 0,-23-52-139 0 0,1 1-7 0 0,25 58 52 0 0,-29-60-71 0 0,18 53-9 0 0,-23-62-4 0 0,0-1-1 0 0,-1 1 0 0 0,0 0 1 0 0,-1 15-1 0 0,-1-21-17 0 0,-1 21-18 0 0,0-26 37 0 0,1-1 0 0 0,-1 1 0 0 0,1 0-1 0 0,-1-1 1 0 0,0 1 0 0 0,1-1 0 0 0,-1 1 0 0 0,0-1-1 0 0,0 1 1 0 0,0-1 0 0 0,0 0 0 0 0,0 1-1 0 0,-3 1 1 0 0,0 0 0 0 0,1 0 0 0 0,-1-1 1 0 0,0 0-1 0 0,0 1 0 0 0,0-1 0 0 0,-1-1 0 0 0,1 1 0 0 0,-8 2 1 0 0,2-3 9 0 0,1 1 0 0 0,-1-1 0 0 0,-12-1 0 0 0,3 0-545 0 0,-20 0-1403 0 0,26 2-2558 0 0,1 1-3541 0 0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53.4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50 2320 0 0,'0'0'17612'0'0,"12"-6"-16744"0"0,0-1-609 0 0,38-20 953 0 0,-48 25-1075 0 0,1 1-1 0 0,0 0 0 0 0,0 0 1 0 0,0 0-1 0 0,0 0 0 0 0,0 0 1 0 0,0 1-1 0 0,0-1 0 0 0,0 1 1 0 0,0 0-1 0 0,0 0 0 0 0,0 0 1 0 0,0 0-1 0 0,0 1 0 0 0,0-1 1 0 0,0 1-1 0 0,0-1 0 0 0,0 1 1 0 0,0 0-1 0 0,0 1 0 0 0,3 1 1 0 0,102 81-100 0 0,-103-79-39 0 0,0 0-1 0 0,-1 0 1 0 0,1 0 0 0 0,-1 1-1 0 0,7 10 1 0 0,-10-14-7 0 0,1 1 1 0 0,-1 0-1 0 0,0 0 0 0 0,0-1 0 0 0,0 1 0 0 0,0 0 0 0 0,0 0 1 0 0,-1 0-1 0 0,1 0 0 0 0,-1 0 0 0 0,0 0 0 0 0,0 0 0 0 0,0 0 1 0 0,0 0-1 0 0,0 0 0 0 0,-1 3 0 0 0,0-5 12 0 0,0 1 0 0 0,0 0 1 0 0,0-1-1 0 0,0 1 0 0 0,0-1 0 0 0,0 1 1 0 0,-1-1-1 0 0,1 0 0 0 0,0 1 0 0 0,-1-1 0 0 0,1 0 1 0 0,-1 0-1 0 0,1 0 0 0 0,-1 0 0 0 0,0 0 0 0 0,1 0 1 0 0,-4 0-1 0 0,-3 2 108 0 0,-1 0 1 0 0,-10 2-1 0 0,-1-2 144 0 0,0 0 0 0 0,1-2 0 0 0,-1 0 0 0 0,-34-4 0 0 0,39 1-80 0 0,1-1 0 0 0,-1-1 0 0 0,-22-8-1 0 0,25 7-37 0 0,8 4-56 0 0,0-1 0 0 0,1 1 0 0 0,-1-1 0 0 0,1 0 0 0 0,-1-1 0 0 0,1 1 0 0 0,-6-6 0 0 0,7 6-32 0 0,1 1 1 0 0,-1-1 0 0 0,1 0 0 0 0,-1 0-1 0 0,1 1 1 0 0,0-1 0 0 0,0 0 0 0 0,0 0 0 0 0,0 0-1 0 0,0-1 1 0 0,0 1 0 0 0,1 0 0 0 0,-1 0 0 0 0,1 0-1 0 0,-1-1 1 0 0,1-1 0 0 0,0 1-54 0 0,0 0 1 0 0,0 0-1 0 0,1 0 0 0 0,-1 0 0 0 0,1 0 1 0 0,0 0-1 0 0,0 0 0 0 0,0 0 1 0 0,0 0-1 0 0,0 0 0 0 0,1 1 1 0 0,-1-1-1 0 0,1 0 0 0 0,0 1 1 0 0,0 0-1 0 0,0-1 0 0 0,0 1 1 0 0,0 0-1 0 0,0 0 0 0 0,4-3 1 0 0,0 1-207 0 0,-1 0 0 0 0,1 1 0 0 0,0 0 0 0 0,0-1 1 0 0,0 2-1 0 0,13-5 0 0 0,-13 6-1043 0 0,1-1-1 0 0,-1 1 1 0 0,1 1 0 0 0,7-1 0 0 0,0 1-5730 0 0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54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 18 0 0 0,'0'0'9533'0'0,"6"0"-8857"0"0,6 1 169 0 0,-1 0 1 0 0,1 0-1 0 0,17 6 1 0 0,-22-5-172 0 0,4 0 313 0 0,-10-1-947 0 0,-1-1 1 0 0,0 0 0 0 0,1 0 0 0 0,-1 0-1 0 0,0 0 1 0 0,1 1 0 0 0,-1-1-1 0 0,0 0 1 0 0,0 0 0 0 0,1 0 0 0 0,-1 1-1 0 0,0-1 1 0 0,0 0 0 0 0,1 1 0 0 0,-1-1-1 0 0,0 0 1 0 0,0 0 0 0 0,0 1 0 0 0,0-1-1 0 0,1 0 1 0 0,-1 1 0 0 0,0-1 0 0 0,0 0-1 0 0,0 1 1 0 0,0-1 0 0 0,0 1-1 0 0,0-1 175 0 0,-1 11 1007 0 0,-1-9-994 0 0,0 1 0 0 0,-1-1 0 0 0,1 0 1 0 0,-1 0-1 0 0,-5 4 0 0 0,-6 5 334 0 0,1 4 15 0 0,-5 4 81 0 0,14-14-516 0 0,0-1 0 0 0,0 1-1 0 0,0 0 1 0 0,-3 6 0 0 0,2-3 56 0 0,4-2-61 0 0,1-5-130 0 0,0-1-1 0 0,0 0 1 0 0,0 0-1 0 0,0 1 0 0 0,0-1 1 0 0,0 0-1 0 0,0 1 1 0 0,0-1-1 0 0,0 0 1 0 0,-1 0-1 0 0,1 1 1 0 0,0-1-1 0 0,0 0 0 0 0,0 0 1 0 0,0 1-1 0 0,0-1 1 0 0,0 0-1 0 0,-1 0 1 0 0,1 1-1 0 0,0-1 1 0 0,0 0-1 0 0,0 0 1 0 0,-1 0-1 0 0,1 1 0 0 0,0-1 1 0 0,0 0-1 0 0,-1 0 1 0 0,1 0-1 0 0,0 0 1 0 0,0 0-1 0 0,-1 0 1 0 0,1 0-1 0 0,0 1 0 0 0,-1-1 1 0 0,1 0-1 0 0,-1 0 1 0 0,-6 2 225 0 0,0-1 0 0 0,0 0 1 0 0,0 0-1 0 0,-15 0 0 0 0,16-1-157 0 0,0-1 0 0 0,0 0 0 0 0,0 0 0 0 0,0 0-1 0 0,0-1 1 0 0,0 0 0 0 0,-6-3 0 0 0,-2-1 124 0 0,-22-15 0 0 0,31 18-101 0 0,1 0 0 0 0,0 0 0 0 0,0 0 1 0 0,0-1-1 0 0,-5-6 0 0 0,8 8-23 0 0,-1 0 0 0 0,1 0 0 0 0,0 0-1 0 0,-1 0 1 0 0,1 0 0 0 0,0-1 0 0 0,1 1-1 0 0,-1 0 1 0 0,0-1 0 0 0,0 1 0 0 0,1 0-1 0 0,0-1 1 0 0,-1-3 0 0 0,2 4-38 0 0,-1-1-1 0 0,0 1 1 0 0,1-1 0 0 0,0 1-1 0 0,0-1 1 0 0,0 1 0 0 0,0 0-1 0 0,0-1 1 0 0,0 1 0 0 0,0 0-1 0 0,1 0 1 0 0,-1 0 0 0 0,1 0-1 0 0,0 0 1 0 0,-1 0 0 0 0,1 0-1 0 0,0 1 1 0 0,0-1 0 0 0,0 1-1 0 0,0-1 1 0 0,0 1 0 0 0,1 0 0 0 0,2-2-1 0 0,2 0-54 0 0,1 0 1 0 0,-1 0-1 0 0,1 0 0 0 0,0 1 1 0 0,0 0-1 0 0,11-1 0 0 0,10 2-106 0 0,47 2 0 0 0,-70 0 96 0 0,0 0-1 0 0,0 0 1 0 0,0 0 0 0 0,0 1-1 0 0,0-1 1 0 0,0 1 0 0 0,-1 1-1 0 0,1-1 1 0 0,7 6-1 0 0,-10-7-121 0 0,-1 1 0 0 0,0 0 0 0 0,0 0 0 0 0,0 0 0 0 0,1 0 0 0 0,-2 0 0 0 0,1 0 1 0 0,0 0-1 0 0,0 1 0 0 0,-1-1 0 0 0,1 1 0 0 0,-1-1 0 0 0,0 1 0 0 0,0 0 0 0 0,0 0 0 0 0,0-1 0 0 0,0 1 0 0 0,-1 0 0 0 0,1 0 0 0 0,-1 0 0 0 0,0 4 0 0 0,0 7-2914 0 0,0-5-2452 0 0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55.7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1 1936 0 0,'0'0'12951'0'0,"13"1"-9354"0"0,119-1-700 0 0,-121 1-2802 0 0,-1-1 1 0 0,1 2 0 0 0,-1-1 0 0 0,20 6 0 0 0,-24-5-75 0 0,0 0 1 0 0,-1 0 0 0 0,1 1 0 0 0,-1 0-1 0 0,1 0 1 0 0,-1 0 0 0 0,0 1-1 0 0,0-1 1 0 0,7 9 0 0 0,-9-10-16 0 0,-1 1 0 0 0,0-1 0 0 0,0 1 0 0 0,-1 0 0 0 0,1-1 0 0 0,0 1 0 0 0,-1 0 0 0 0,0 0 0 0 0,0 0 0 0 0,0 1 0 0 0,0-1 0 0 0,0 0 0 0 0,-1 0 0 0 0,1 0 0 0 0,-1 1 0 0 0,0-1 0 0 0,0 0 0 0 0,0 0 0 0 0,-1 5 0 0 0,0-4 30 0 0,0 0 1 0 0,0 1-1 0 0,-1-1 1 0 0,1-1-1 0 0,-1 1 1 0 0,0 0 0 0 0,0 0-1 0 0,0-1 1 0 0,-1 1-1 0 0,1-1 1 0 0,-1 1-1 0 0,0-1 1 0 0,0 0-1 0 0,-5 4 1 0 0,-3 2 151 0 0,-1-1 1 0 0,0-1-1 0 0,0 0 1 0 0,-1 0-1 0 0,0-1 1 0 0,-24 7-1 0 0,26-10-40 0 0,1 0 0 0 0,-2-1 0 0 0,1 0 0 0 0,0-1 0 0 0,0 0-1 0 0,-1-1 1 0 0,1-1 0 0 0,0 1 0 0 0,-12-4 0 0 0,15 2-37 0 0,-1 0 1 0 0,1-1-1 0 0,-13-6 1 0 0,5 2 13 0 0,10 4-60 0 0,0 0 0 0 0,0 0 0 0 0,1-1 1 0 0,-1 1-1 0 0,0-1 0 0 0,1 0 1 0 0,0-1-1 0 0,0 1 0 0 0,-5-8 1 0 0,8 10-40 0 0,0 0 0 0 0,1-1 0 0 0,-1 1 0 0 0,1-1 0 0 0,0 1 0 0 0,0-1 0 0 0,0 1 0 0 0,0-1 0 0 0,0 1 0 0 0,0-1 0 0 0,1 0 0 0 0,-1 1 1 0 0,1-1-1 0 0,0 0 0 0 0,0 0 0 0 0,0 0 0 0 0,0 1 0 0 0,0-1 0 0 0,1 0 0 0 0,-1 1 0 0 0,1-1 0 0 0,-1 0 0 0 0,1 1 0 0 0,0-1 0 0 0,2-2 1 0 0,0-1-115 0 0,0 1 1 0 0,0 0 0 0 0,1 0 0 0 0,0 1 0 0 0,0-1 0 0 0,0 1 0 0 0,0 0 0 0 0,1 0 0 0 0,-1 0-1 0 0,1 1 1 0 0,0-1 0 0 0,0 1 0 0 0,1 0 0 0 0,-1 1 0 0 0,1-1 0 0 0,-1 1 0 0 0,1 0 0 0 0,0 0-1 0 0,-1 1 1 0 0,1 0 0 0 0,10-1 0 0 0,-4 2-869 0 0,15 0-2167 0 0,-10 2-2635 0 0</inkml:trace>
</inkml:ink>
</file>

<file path=ppt/ink/ink1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56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56 408 0 0,'0'0'12019'0'0,"-7"-5"-11030"0"0,-3-3-586 0 0,-19-14 2202 0 0,28 21-2254 0 0,0 0 1 0 0,0 0-1 0 0,0 0 1 0 0,1 0-1 0 0,-1 0 1 0 0,0 0 0 0 0,1 0-1 0 0,-1 0 1 0 0,0-1-1 0 0,1 1 1 0 0,-1 0-1 0 0,1 0 1 0 0,0 0 0 0 0,-1-1-1 0 0,1-2 263 0 0,11 4-248 0 0,-4 0-368 0 0,0 1 0 0 0,-1 0 0 0 0,1 0 0 0 0,-1 0 1 0 0,1 0-1 0 0,-1 1 0 0 0,0 0 0 0 0,1 1 0 0 0,9 5 0 0 0,-1 0-4 0 0,0 2-1 0 0,0 0 0 0 0,-1 0 1 0 0,21 21-1 0 0,-32-28 4 0 0,0 0 1 0 0,-1 0-1 0 0,1 0 1 0 0,-1 0 0 0 0,1 1-1 0 0,-1-1 1 0 0,0 1-1 0 0,0-1 1 0 0,-1 1-1 0 0,3 7 1 0 0,-2-5 0 0 0,-1 1 0 0 0,0 0 1 0 0,-1 0-1 0 0,1-1 0 0 0,-2 13 0 0 0,1-16 13 0 0,-1-1 0 0 0,0 1 0 0 0,1 0 0 0 0,-1-1 0 0 0,0 1 0 0 0,-1-1 0 0 0,1 1 0 0 0,0-1 0 0 0,-1 1 0 0 0,1-1 0 0 0,-1 0 0 0 0,0 0 0 0 0,1 0 0 0 0,-1 0 0 0 0,0 0 0 0 0,0 0 0 0 0,-1 0 0 0 0,1-1 0 0 0,0 1 0 0 0,-1-1 0 0 0,-2 2 0 0 0,-1 0 78 0 0,0 0 1 0 0,0-1-1 0 0,0 0 0 0 0,-1 0 1 0 0,1 0-1 0 0,-1-1 0 0 0,-12 2 1 0 0,19-3-90 0 0,-10 1 129 0 0,0-1 0 0 0,0 0 0 0 0,-1 0 1 0 0,1-1-1 0 0,0-1 0 0 0,0 1 0 0 0,-11-5 0 0 0,-2-2 213 0 0,-41-22 0 0 0,58 27-265 0 0,0-1 1 0 0,0 0-1 0 0,0 0 1 0 0,1 0-1 0 0,0-1 1 0 0,0 0-1 0 0,0 0 1 0 0,0 0-1 0 0,1-1 1 0 0,-1 0-1 0 0,-3-8 1 0 0,6 12-47 0 0,1-1 0 0 0,0 1 0 0 0,0-1-1 0 0,0 0 1 0 0,0 1 0 0 0,1-1 0 0 0,-1 0 0 0 0,1 0 0 0 0,0 1 0 0 0,-1-1 0 0 0,1 0 0 0 0,1 0-1 0 0,-1 0 1 0 0,0 1 0 0 0,1-1 0 0 0,-1 0 0 0 0,1 0 0 0 0,0 1 0 0 0,0-1 0 0 0,1-3 0 0 0,0 3-44 0 0,0 0 0 0 0,0 0 0 0 0,1 0 0 0 0,-1 0 0 0 0,1 0 1 0 0,-1 0-1 0 0,1 1 0 0 0,0 0 0 0 0,0-1 0 0 0,0 1 0 0 0,1 0 1 0 0,-1 0-1 0 0,0 1 0 0 0,6-3 0 0 0,-1 1-247 0 0,1 0 0 0 0,-1 1-1 0 0,0 1 1 0 0,1-1 0 0 0,-1 1 0 0 0,1 0 0 0 0,-1 1-1 0 0,13 1 1 0 0,8 4-4024 0 0,-1 5-4563 0 0</inkml:trace>
</inkml:ink>
</file>

<file path=ppt/ink/ink1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05.4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100 167 3185 0 0,'0'0'16090'0'0,"1"-4"-15494"0"0,-1 2-548 0 0,1 1 21 0 0,-1-1 0 0 0,1 1-1 0 0,-1-1 1 0 0,1 1 0 0 0,-1-1 0 0 0,1 1-1 0 0,0 0 1 0 0,-1-1 0 0 0,1 1 0 0 0,0 0-1 0 0,0 0 1 0 0,0 0 0 0 0,0 0-1 0 0,0 0 1 0 0,1 0 0 0 0,-1 0 0 0 0,0 0-1 0 0,0 0 1 0 0,1 0 0 0 0,-1 0 0 0 0,2 0-1 0 0,15-6 751 0 0,-11 4-654 0 0,0 0 0 0 0,1 0 0 0 0,-1 1 0 0 0,15-3-1 0 0,11 0 163 0 0,-32 5-280 0 0,1 13-143 0 0,-1-7 103 0 0,0-1 0 0 0,1 1 1 0 0,0-1-1 0 0,3 7 0 0 0,-3-7-1 0 0,1 1 0 0 0,-1-1 0 0 0,2 10 0 0 0,-4-14-4 0 0,0-1 0 0 0,0 1 1 0 0,0-1-1 0 0,1 1 1 0 0,-1 0-1 0 0,0-1 1 0 0,0 0-1 0 0,1 1 0 0 0,-1-1 1 0 0,0 1-1 0 0,1-1 1 0 0,-1 1-1 0 0,1-1 0 0 0,-1 0 1 0 0,1 1-1 0 0,-1-1 0 0 0,1 1-1 0 0,-1-1 1 0 0,1 1-1 0 0,-1-1 1 0 0,0 0-1 0 0,1 1 1 0 0,-1-1-1 0 0,0 1 1 0 0,1-1-1 0 0,-1 1 1 0 0,0-1 0 0 0,0 0-1 0 0,1 1 1 0 0,-1-1-1 0 0,0 1 1 0 0,0 0-1 0 0,0-1 1 0 0,0 1-1 0 0,0-1 1 0 0,0 1-1 0 0,1 4 37 0 0,-3 9 64 0 0,2-13-82 0 0,0 0 0 0 0,-1-1 0 0 0,1 1 0 0 0,-1-1 0 0 0,1 1 0 0 0,-1-1 0 0 0,1 1 0 0 0,0-1 0 0 0,-1 1 0 0 0,0-1 0 0 0,1 0 0 0 0,-1 1 0 0 0,1-1 0 0 0,-1 0 0 0 0,1 1 0 0 0,-1-1 0 0 0,0 0 0 0 0,1 0 0 0 0,-1 1 0 0 0,0-1 0 0 0,1 0 0 0 0,-2 0 0 0 0,-8 1 242 0 0,-1 0 0 0 0,1-1-1 0 0,-1 0 1 0 0,1 0-1 0 0,-1-1 1 0 0,1-1-1 0 0,0 0 1 0 0,-18-5-1 0 0,15 2-99 0 0,-1 0 1 0 0,1-1-1 0 0,1 0 0 0 0,-1-1 1 0 0,-21-16-1 0 0,31 20-104 0 0,0 1 0 0 0,0-1 0 0 0,1 0 0 0 0,-1 0 0 0 0,1 0 0 0 0,0 0 0 0 0,0-1 0 0 0,0 1 0 0 0,0 0 0 0 0,1-1 0 0 0,-1 0 0 0 0,1 1 0 0 0,-1-5 0 0 0,0 1-4 0 0,1 0-1 0 0,0 0 1 0 0,0 0-1 0 0,1-1 1 0 0,0 1-1 0 0,1-8 1 0 0,0 12-60 0 0,-1 1 1 0 0,1 0-1 0 0,0-1 1 0 0,0 1-1 0 0,0 0 1 0 0,0 0-1 0 0,0 0 1 0 0,0 0-1 0 0,1 0 1 0 0,-1 0-1 0 0,1 0 1 0 0,-1 0-1 0 0,1 0 1 0 0,0 1-1 0 0,0-1 1 0 0,0 1-1 0 0,0-1 1 0 0,0 1-1 0 0,0 0 1 0 0,0 0-1 0 0,0 0 0 0 0,3-1 1 0 0,4-2-68 0 0,0 1 1 0 0,0 1-1 0 0,0-1 1 0 0,12-1-1 0 0,-7 2 19 0 0,1 1 0 0 0,-1 0 0 0 0,23 2 0 0 0,-30 0-38 0 0,0 0 0 0 0,1 1 0 0 0,-1-1-1 0 0,0 2 1 0 0,0-1 0 0 0,0 1 0 0 0,-1 0 0 0 0,12 7 0 0 0,-16-9-78 0 0,0 1 1 0 0,0-1-1 0 0,-1 1 1 0 0,1 0-1 0 0,-1 0 1 0 0,1 0-1 0 0,-1 0 1 0 0,0 0-1 0 0,1 0 1 0 0,-1 0-1 0 0,0 0 1 0 0,-1 1-1 0 0,1-1 1 0 0,0 0-1 0 0,0 4 1 0 0,2 16-4545 0 0,-5-1-5593 0 0</inkml:trace>
</inkml:ink>
</file>

<file path=ppt/ink/ink1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21.3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53 48 0 0 0,'0'0'7296'0'0,"9"-6"-6764"0"0,27-18-32 0 0,-32 22-279 0 0,0 0-1 0 0,-1 0 0 0 0,1 0 0 0 0,0 0 0 0 0,0 1 0 0 0,0-1 1 0 0,0 1-1 0 0,0 0 0 0 0,1 0 0 0 0,-1 1 0 0 0,0-1 0 0 0,0 1 0 0 0,1 0 1 0 0,-1 0-1 0 0,5 1 0 0 0,6-1 172 0 0,-12 0-360 0 0,-1 1 0 0 0,1-1 0 0 0,0 1 0 0 0,-1-1 0 0 0,1 1 0 0 0,-1 0 1 0 0,1 0-1 0 0,-1 0 0 0 0,1 0 0 0 0,-1 0 0 0 0,0 1 0 0 0,0-1 0 0 0,4 4 1 0 0,2 2 112 0 0,0 0 1 0 0,7 10 0 0 0,-1-1 138 0 0,-3-6-161 0 0,-2 1 0 0 0,0 0 1 0 0,0 0-1 0 0,7 13 0 0 0,-13-18-98 0 0,1 0 0 0 0,-2 1 0 0 0,1-1 0 0 0,0 1-1 0 0,-1 0 1 0 0,-1-1 0 0 0,1 1 0 0 0,-1 0-1 0 0,0 0 1 0 0,0 8 0 0 0,-1-12 15 0 0,0 1 0 0 0,0-1 0 0 0,-1 0 1 0 0,1 0-1 0 0,-1 0 0 0 0,0 0 0 0 0,1 0 0 0 0,-1 0 0 0 0,-2 4 0 0 0,2-6 32 0 0,0 1 0 0 0,0 0 0 0 0,-1-1 0 0 0,1 1 0 0 0,0-1-1 0 0,-1 1 1 0 0,1-1 0 0 0,-1 0 0 0 0,1 1 0 0 0,-1-1 0 0 0,0 0 0 0 0,1 0-1 0 0,-1 0 1 0 0,0 0 0 0 0,-3 0 0 0 0,-8 3 295 0 0,0-1 0 0 0,0-1 0 0 0,0 0 0 0 0,0-1 0 0 0,0 0 0 0 0,-1-1 0 0 0,1 0 0 0 0,0-1 0 0 0,-16-4 0 0 0,9 1 163 0 0,-24-9 0 0 0,37 11-387 0 0,0-1 0 0 0,1 0 0 0 0,-1 0 0 0 0,1-1 0 0 0,-1 0 0 0 0,-9-8 0 0 0,10 7-58 0 0,1 0 73 0 0,0 1 0 0 0,0-1-1 0 0,-5-8 1 0 0,9 11-102 0 0,-1 0-1 0 0,1 0 0 0 0,0 0 0 0 0,0-1 1 0 0,0 1-1 0 0,0-1 0 0 0,0 1 0 0 0,1-1 1 0 0,-1 1-1 0 0,1-1 0 0 0,-1 1 0 0 0,1-5 1 0 0,0 4-34 0 0,0 0 0 0 0,0 0 1 0 0,1 0-1 0 0,-1 0 1 0 0,1 0-1 0 0,-1 0 1 0 0,1 0-1 0 0,0 0 1 0 0,0 0-1 0 0,0 0 1 0 0,1 0-1 0 0,-1 0 0 0 0,1 0 1 0 0,-1 1-1 0 0,1-1 1 0 0,0 1-1 0 0,0-1 1 0 0,0 1-1 0 0,0 0 1 0 0,1 0-1 0 0,-1 0 0 0 0,1 0 1 0 0,3-2-1 0 0,0-1-83 0 0,1 1 1 0 0,0 0-1 0 0,1 1 0 0 0,-1 0 0 0 0,0 0 0 0 0,1 0 0 0 0,0 1 0 0 0,-1 0 0 0 0,14-1 0 0 0,19 0-4025 0 0,-40 3 3831 0 0,0 0 1 0 0,1 0-1 0 0,-1 0 1 0 0,0 0-1 0 0,1 0 1 0 0,-1 0-1 0 0,0 0 1 0 0,0 0-1 0 0,1 0 1 0 0,-1 0-1 0 0,0 1 1 0 0,1-1-1 0 0</inkml:trace>
</inkml:ink>
</file>

<file path=ppt/ink/ink1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08.4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0 244 0 0 0,'0'0'7183'0'0,"9"-5"-5441"0"0,-3 4-1553 0 0,-3 1-137 0 0,-1 0 0 0 0,1 0 0 0 0,0 0 0 0 0,-1 1 0 0 0,1-1 0 0 0,0 0 0 0 0,-1 1 0 0 0,4 1 0 0 0,-6-2 161 0 0,15 3 5907 0 0,-9-2-6616 0 0,-2 0 496 0 0,16 3 858 0 0,1 0-1 0 0,39 1 1 0 0,-28-6-25 0 0,34-4 0 0 0,-34 3-626 0 0,52 2 0 0 0,-36 1-124 0 0,237 6 173 0 0,-191-1-232 0 0,158 5 93 0 0,-172-9-6 0 0,74-4 216 0 0,-4-13 48 0 0,72-10 17 0 0,36-2-175 0 0,-75 9-146 0 0,78-4 23 0 0,-218 18-70 0 0,146-21 306 0 0,154-27 17 0 0,-196 38-293 0 0,-59 6-22 0 0,275-13 0 0 0,-85 8 48 0 0,44-6 6 0 0,-228 15 8 0 0,126-5 32 0 0,-178 9-126 0 0,224 9 8 0 0,-4 6 54 0 0,-118-11 13 0 0,-105-4-68 0 0,226 5 83 0 0,-106 0-34 0 0,34 2 16 0 0,95-2-35 0 0,-176-6-26 0 0,-4 1-1003 0 0,-107 0 859 0 0,-1 0 0 0 0,0 0 0 0 0,1 0 0 0 0,-1 0 1 0 0,0 0-1 0 0,1 0 0 0 0,-1 0 0 0 0,0 0 0 0 0,1 0 0 0 0,-1 0 0 0 0,0 0 0 0 0,1 0 0 0 0,-1 0 0 0 0,0 1 0 0 0,0-1 0 0 0,1 0 0 0 0,-1 0 0 0 0,0 0 0 0 0,0 0 0 0 0,1 1 0 0 0,-1-1 1 0 0,0 0-1 0 0,0 0 0 0 0,1 1 0 0 0,-1-1 0 0 0,0 1 0 0 0,2 5-5110 0 0</inkml:trace>
</inkml:ink>
</file>

<file path=ppt/ink/ink1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10.3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2375 0 0 0,'0'0'4942'0'0,"9"-6"-4383"0"0,30-15 36 0 0,-21 10 2671 0 0,-9 8-1223 0 0,39-5 761 0 0,-26 5-1864 0 0,0-1-1 0 0,-1-1 1 0 0,34-12 0 0 0,-36 10-382 0 0,35-8 0 0 0,0 1 94 0 0,-6-5 123 0 0,-31 12-566 0 0,0 0-1 0 0,26-6 1 0 0,52-11 59 0 0,20-4-162 0 0,39-9-7 0 0,-41 7-36 0 0,-77 20-42 0 0,-16 4 9 0 0,242-79 408 0 0,-179 50 77 0 0,-40 13 59 0 0,54-36 0 0 0,-69 41-485 0 0,1 2-1 0 0,38-16 0 0 0,-38 17-67 0 0,3-2 12 0 0,34-9 6 0 0,86-29 10 0 0,-79 28-39 0 0,7-1-4 0 0,32-8 9 0 0,55-15-5 0 0,150-43 69 0 0,-85 22 6 0 0,-155 47 41 0 0,102-45 0 0 0,-88 35-49 0 0,-46 18-63 0 0,16-6 25 0 0,-15 5-16 0 0,-15 7-6 0 0,-7 1 9 0 0,71-22-10 0 0,-61 18 6 0 0,-2 1 4 0 0,-6 3 31 0 0,-1 0-1 0 0,38-22 0 0 0,-21 10 14 0 0,2 0-50 0 0,1-1 1 0 0,49-17-1 0 0,107-30-32 0 0,42-10 35 0 0,-104 23-16 0 0,-79 29 25 0 0,-18 9-26 0 0,251-110 32 0 0,-193 89 3 0 0,-41 16-25 0 0,189-59-21 0 0,7 18 5 0 0,251-89 129 0 0,-470 141-121 0 0,104-41-4 0 0,-57 23 48 0 0,-10 4-107 0 0,19-8 69 0 0,-26 12-6 0 0,15-7 38 0 0,38-15 229 0 0,-113 40 200 0 0,-1-1-1915 0 0</inkml:trace>
</inkml:ink>
</file>

<file path=ppt/ink/ink1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25.0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49 44 0 0 0,'0'0'12532'0'0,"-8"-7"-11662"0"0,-23-18-117 0 0,22 15 1456 0 0,9 10-2201 0 0,0 0-1 0 0,0 0 1 0 0,0 0 0 0 0,0 0-1 0 0,0 0 1 0 0,0 0 0 0 0,-1 0 0 0 0,1 0-1 0 0,0 0 1 0 0,0 0 0 0 0,0 0-1 0 0,1-1 1 0 0,-1 1 0 0 0,0 0 0 0 0,0 0-1 0 0,0 0 1 0 0,0 0 0 0 0,0 0-1 0 0,0 0 1 0 0,0 0 0 0 0,0 0 0 0 0,0 0-1 0 0,0 0 1 0 0,0 0 0 0 0,0 0-1 0 0,0 0 1 0 0,0 0 0 0 0,0-1 0 0 0,0 1-1 0 0,0 0 1 0 0,0 0 0 0 0,0 0-1 0 0,0 0 1 0 0,0 0 0 0 0,0 0 0 0 0,1 0-1 0 0,-1 0 1 0 0,0 0 0 0 0,0 0-1 0 0,0 0 1 0 0,0 0 0 0 0,0 0 0 0 0,0 0-1 0 0,0 0 1 0 0,0 0 0 0 0,0 0-1 0 0,0 0 1 0 0,0 0 0 0 0,0 0 0 0 0,1 0-1 0 0,-1 0 1 0 0,0 0 0 0 0,0 0-1 0 0,0 0 1 0 0,0 0 0 0 0,0 0 0 0 0,0 0-1 0 0,0 0 1 0 0,0 0 0 0 0,15 5-346 0 0,-13-5 605 0 0,19 11 59 0 0,94 18 607 0 0,42 18-797 0 0,-31-8 137 0 0,56 5 646 0 0,-87-22-753 0 0,-1 5 0 0 0,119 51 1 0 0,181 94-77 0 0,-293-127-50 0 0,-60-29 31 0 0,69 18 1 0 0,-78-25-44 0 0,183 38 180 0 0,-166-38-195 0 0,495 104 99 0 0,-515-107-112 0 0,181 45 15 0 0,-69-13-7 0 0,11 3 31 0 0,51 9-26 0 0,-182-45-13 0 0,145 31 8 0 0,111 26 1 0 0,-111-23-5 0 0,-151-36-4 0 0,259 65-24 0 0,-175-31-6 0 0,-77-29 14 0 0,33 18 0 0 0,-26-12 9 0 0,2 1 5 0 0,29 13 0 0 0,22 6 17 0 0,49 16-6 0 0,211 31-26 0 0,-260-68 9 0 0,87 27 0 0 0,-139-29-20 0 0,47 23-1 0 0,-28-11 14 0 0,18 8 19 0 0,78 30 12 0 0,-101-44 4 0 0,4-2-4 0 0,21 5-26 0 0,19 7 8 0 0,-28-9-9 0 0,47 14 6 0 0,37 10 17 0 0,-136-40-13 0 0,13 3-19 0 0,36 15-1 0 0,-53-18-121 0 0,0 0 0 0 0,0 0-1 0 0,-1 0 1 0 0,1 1 0 0 0,3 3-1 0 0,-6-6-111 0 0,0 1 0 0 0,-1-1 0 0 0,1 1 0 0 0,-1-1 0 0 0,1 1 1 0 0,-1 0-1 0 0,0-1 0 0 0,1 1 0 0 0,-1 0 0 0 0,1 0 0 0 0,-1-1 0 0 0,0 1 0 0 0,0 0 0 0 0,0-1 0 0 0,1 2 0 0 0,-1-1-245 0 0,0 0-1 0 0,0-1 0 0 0,-1 1 0 0 0,1 0 1 0 0,0-1-1 0 0,0 1 0 0 0,0 0 0 0 0,-1-1 1 0 0,1 1-1 0 0,0-1 0 0 0,-1 1 1 0 0,1 0-1 0 0</inkml:trace>
</inkml:ink>
</file>

<file path=ppt/ink/ink1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27.7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21 162 0 0 0,'0'0'5499'0'0,"-3"-2"-5146"0"0,-15-8 1559 0 0,29 11 3670 0 0,2 0-3545 0 0,3-2-1289 0 0,17-2 0 0 0,-17 0-347 0 0,18 1 0 0 0,42-3 701 0 0,2 0-78 0 0,136 3-17 0 0,-23-3-564 0 0,755 5 186 0 0,-915-1-546 0 0,54-8-1 0 0,283-27 242 0 0,-367 36-323 0 0,215-17 77 0 0,-140 9-31 0 0,-55 4-33 0 0,27 0 0 0 0,-28 3-9 0 0,31-5 0 0 0,0-1 17 0 0,-8 2-8 0 0,16-2-3 0 0,103-1 0 0 0,-55 6-2 0 0,7-5 5 0 0,127 4 29 0 0,-142 4-53 0 0,-5 5 14 0 0,0 0 1 0 0,-15-6 4 0 0,197 4-40 0 0,-220 0 50 0 0,23 2-1 0 0,72-2 1 0 0,0 1-49 0 0,-60-1 53 0 0,2 0-28 0 0,185 0 23 0 0,-216-9-27 0 0,-1 1 18 0 0,57 1-35 0 0,134 8 46 0 0,-80 7-14 0 0,136-7-7 0 0,-250-5 0 0 0,1-4 7 0 0,-17 1-3 0 0,49-9 1 0 0,-11 2-7 0 0,-28 5-6 0 0,50-3 20 0 0,43 5 47 0 0,-130 1-33 0 0,-12 1-273 0 0,0 1 1 0 0,0-1 0 0 0,-1 1-1 0 0,1 0 1 0 0,0 0 0 0 0,0 0-1 0 0,-1 0 1 0 0,4 1-1 0 0,-4 0-1279 0 0,-2 0 1019 0 0,0 0-1 0 0,1-1 0 0 0,-1 1 0 0 0,0 0 0 0 0,1-1 0 0 0,-1 1 0 0 0,0 0 0 0 0,0-1 0 0 0,0 1 0 0 0,0 0 0 0 0,0 0 0 0 0,1-1 0 0 0,-2 1 0 0 0,1 0 0 0 0,0 1 0 0 0</inkml:trace>
</inkml:ink>
</file>

<file path=ppt/ink/ink1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31.1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635 277 2064 0 0,'0'0'9338'0'0,"5"-1"-8421"0"0,-3 1-775 0 0,3-1 279 0 0,-1 0 1 0 0,0 0-1 0 0,0 0 1 0 0,1-1-1 0 0,6-3 1 0 0,-7 3-34 0 0,0 1 0 0 0,0-1 0 0 0,0 1-1 0 0,7-2 1 0 0,1 1 6495 0 0,-24-5-5308 0 0,-3 0-1517 0 0,0 0 0 0 0,-1 1 1 0 0,1 0-1 0 0,-23-4 0 0 0,-1 0 0 0 0,-36-17 40 0 0,65 23-74 0 0,-1 1 0 0 0,1 0 1 0 0,-20-3-1 0 0,0-1-5 0 0,22 6 9 0 0,0-1 1 0 0,0 0-1 0 0,-11-3 1 0 0,9 1 77 0 0,-19-3 0 0 0,-50-10 196 0 0,41 4-72 0 0,22 7-91 0 0,4 0-111 0 0,9 6-3 0 0,1-1-1 0 0,0 1 1 0 0,0-1 0 0 0,0 0 0 0 0,0 0-1 0 0,0 0 1 0 0,0 0 0 0 0,0 0-1 0 0,0 0 1 0 0,1-1 0 0 0,-1 1-1 0 0,-1-2 1 0 0,-6-4 29 0 0,-25-14 23 0 0,33 19-57 0 0,1 2-21 0 0,0-1 1 0 0,0 1 0 0 0,0 0 0 0 0,0 0-1 0 0,0 0 1 0 0,0 0 0 0 0,0 0 0 0 0,0 0-1 0 0,0 0 1 0 0,0 0 0 0 0,0 0 0 0 0,0-1-1 0 0,0 1 1 0 0,0 0 0 0 0,0 0 0 0 0,0 0-1 0 0,0 0 1 0 0,0 0 0 0 0,-1 0 0 0 0,1 0 0 0 0,0 0-1 0 0,0 0 1 0 0,0 0 0 0 0,0 0 0 0 0,0 0-1 0 0,0-1 1 0 0,0 1 0 0 0,0 0 0 0 0,0 0-1 0 0,0 0 1 0 0,0 0 0 0 0,-1 0 0 0 0,1 0-1 0 0,0 0 1 0 0,0 0 0 0 0,0 0 0 0 0,0 0-1 0 0,0 0 1 0 0,0 0 0 0 0,0 0 0 0 0,0 0-1 0 0,0 0 1 0 0,-1 0 0 0 0,1 0 0 0 0,0 0-1 0 0,0 0 1 0 0,-2 0 5 0 0,-1-1-1 0 0,1 1 1 0 0,-1-1-1 0 0,1 0 1 0 0,0 0-1 0 0,-1 0 0 0 0,1 0 1 0 0,0 0-1 0 0,0-1 1 0 0,0 1-1 0 0,0-1 1 0 0,0 1-1 0 0,-2-3 1 0 0,-8-5 98 0 0,9 5-29 0 0,3 3-62 0 0,0 1-1 0 0,0 0 1 0 0,0-1-1 0 0,0 1 1 0 0,0 0 0 0 0,-1 0-1 0 0,1-1 1 0 0,0 1-1 0 0,0 0 1 0 0,0-1-1 0 0,-1 1 1 0 0,1 0-1 0 0,0 0 1 0 0,0-1 0 0 0,0 1-1 0 0,-1 0 1 0 0,1 0-1 0 0,0 0 1 0 0,-1-1-1 0 0,1 1 1 0 0,0 0 0 0 0,0 0-1 0 0,-1 0 1 0 0,1 0-1 0 0,0 0 1 0 0,-1 0-1 0 0,2-2 268 0 0,-1 2-271 0 0,0 0-1 0 0,0-1 1 0 0,0 1-1 0 0,0 0 1 0 0,0 0-1 0 0,1 0 0 0 0,-1 0 1 0 0,0 0-1 0 0,0 0 1 0 0,0 0-1 0 0,0-1 1 0 0,0 1-1 0 0,0 0 1 0 0,0 0-1 0 0,0 0 1 0 0,0 0-1 0 0,1 0 1 0 0,-1 0-1 0 0,0 0 0 0 0,0 0 1 0 0,0 0-1 0 0,0 0 1 0 0,0 0-1 0 0,0 0 1 0 0,1 0-1 0 0,-1 0 1 0 0,0 0-1 0 0,0 0 1 0 0,0 0-1 0 0,0 0 1 0 0,0 0-1 0 0,0 0 1 0 0,1 0-1 0 0,-1 0 0 0 0,0 0 1 0 0,0 0-1 0 0,0 0 1 0 0,0 0-1 0 0,0 0 1 0 0,10 0-13 0 0,-1 1 0 0 0,1 0 0 0 0,-1 1 1 0 0,13 4-1 0 0,38 15-5 0 0,-8-3 12 0 0,5-1-8 0 0,80 26 24 0 0,-93-28-16 0 0,44 24 0 0 0,-79-35-5 0 0,0 1 0 0 0,0 0 1 0 0,13 10-1 0 0,-22-15 3 0 0,0 0 0 0 0,0 0 1 0 0,0 1-1 0 0,0-1 0 0 0,0 0 0 0 0,0 0 0 0 0,0 0 0 0 0,0 0 0 0 0,1 0 0 0 0,-1 0 1 0 0,0 0-1 0 0,0 0 0 0 0,0 0 0 0 0,0 1 0 0 0,0-1 0 0 0,0 0 0 0 0,0 0 1 0 0,0 0-1 0 0,0 0 0 0 0,0 0 0 0 0,0 0 0 0 0,0 1 0 0 0,0-1 0 0 0,0 0 0 0 0,0 0 1 0 0,0 0-1 0 0,0 0 0 0 0,0 0 0 0 0,0 0 0 0 0,0 0 0 0 0,0 1 0 0 0,0-1 1 0 0,0 0-1 0 0,0 0 0 0 0,0 0 0 0 0,0 0 0 0 0,0 0 0 0 0,0 0 0 0 0,0 0 0 0 0,-1 1 1 0 0,1-1-1 0 0,0 0 0 0 0,0 0 0 0 0,0 0 0 0 0,0 0 0 0 0,0 0 0 0 0,0 0 1 0 0,0 0-1 0 0,0 0 0 0 0,-1 0 0 0 0,1 0 0 0 0,0 0 0 0 0,0 0 0 0 0,0 0 1 0 0,0 0-1 0 0,0 0 0 0 0,0 1 0 0 0,0-1 0 0 0,-1 0 0 0 0,1 0 0 0 0,0 0 0 0 0,0 0 1 0 0,0 0-1 0 0,0-1 0 0 0,0 1 0 0 0,0 0 0 0 0,-1 0 0 0 0,-9 1 18 0 0,10-1-16 0 0,-8-1 5 0 0,0 0 0 0 0,1-1-1 0 0,-1 1 1 0 0,1-1 0 0 0,0-1-1 0 0,-9-3 1 0 0,-10-3 2 0 0,-39-13 25 0 0,-140-35 2 0 0,166 44-27 0 0,-28-7 3 0 0,60 18-1 0 0,1 0 0 0 0,0-1 0 0 0,-6-3 0 0 0,7 4 5 0 0,32 14 75 0 0,15 6-88 0 0,2-1 1 0 0,58 14 0 0 0,-21-6 45 0 0,-45-14-64 0 0,76 28 22 0 0,-107-37-12 0 0,1 0 0 0 0,-1 0 0 0 0,9 1 0 0 0,-6-2 15 0 0,-1 1 0 0 0,10 3 1 0 0,-16-5-12 0 0,-1 0 1 0 0,0 0-1 0 0,0 0 1 0 0,0 0 0 0 0,0 0 0 0 0,1 0 0 0 0,-1 0 0 0 0,0 0 0 0 0,0 0 0 0 0,0 0 0 0 0,0 1 0 0 0,0-1 0 0 0,0 0 0 0 0,0 0 0 0 0,0 0 0 0 0,0 0 0 0 0,0 0 0 0 0,1 0 0 0 0,-1 0 0 0 0,0 0 0 0 0,0 0 0 0 0,0 0 0 0 0,0 0 0 0 0,0 0 0 0 0,0 1 0 0 0,0-1 0 0 0,0 0 0 0 0,0 0 0 0 0,0 0 0 0 0,0 0 0 0 0,0 0-1 0 0,0 0 1 0 0,0 0 0 0 0,0 0 0 0 0,0 1 0 0 0,0-1 0 0 0,0 0 0 0 0,0 0 0 0 0,0 0 0 0 0,0 0 0 0 0,0 0 0 0 0,0 0 0 0 0,0 0 0 0 0,0 0 0 0 0,0 1 0 0 0,0-1 0 0 0,0 0 0 0 0,0 0 0 0 0,0 0 0 0 0,0 0-15 0 0,0 1-68 0 0,0-1 81 0 0,0 1 0 0 0,0-1 0 0 0,0 1 0 0 0,0 0 0 0 0,0-1 0 0 0,0 1 1 0 0,0-1-1 0 0,0 1 0 0 0,-1-1 0 0 0,1 1 0 0 0,0-1 0 0 0,0 1 0 0 0,0 0 0 0 0,-1-1 0 0 0,1 0 0 0 0,0 1 0 0 0,0-1 0 0 0,-1 1 1 0 0,0 0-1 0 0,0 1 3 0 0,-12 10-2 0 0,-2-1-1 0 0,1-1 0 0 0,-24 12 1 0 0,34-19-5 0 0,-5 2 14 0 0,-1-1 0 0 0,1 0-1 0 0,-1 0 1 0 0,-20 4 0 0 0,-44 4 33 0 0,30-6-14 0 0,-3-1-15 0 0,33-4 0 0 0,0 0 1 0 0,-25 6-1 0 0,10-3 12 0 0,8-2 57 0 0,16-2 488 0 0,17 0-285 0 0,39-4-276 0 0,-37 2-18 0 0,67-3-41 0 0,9-2 41 0 0,-73 6 15 0 0,-12 1-2 0 0,0 0 0 0 0,0-1 1 0 0,0 1-1 0 0,0-1 0 0 0,0-1 1 0 0,7-1-1 0 0,-11 2 2 0 0,-1 1-1 0 0,1 0 1 0 0,0-1 0 0 0,-1 1-1 0 0,1-1 1 0 0,0 1-1 0 0,-1-1 1 0 0,1 1 0 0 0,0-1-1 0 0,-1 0 1 0 0,1 1 0 0 0,-1-1-1 0 0,1 0 1 0 0,-1 1 0 0 0,1-1-1 0 0,-1 0 1 0 0,0 0-1 0 0,1 0 1 0 0,-1 0-16 0 0,-10 0-19 0 0,0 0 21 0 0,1 0-1 0 0,-1 1 1 0 0,-14 1 0 0 0,-2 0-8 0 0,17-1 11 0 0,0 2 0 0 0,0-1 0 0 0,1 1 0 0 0,-1 1-1 0 0,-15 6 1 0 0,-13 3-7 0 0,22-7 16 0 0,0 0 1 0 0,1 1 0 0 0,0 1 0 0 0,-16 9-1 0 0,-7 4 7 0 0,22-16-5 0 0,13-3 1 0 0,0-1-1 0 0,0 0 1 0 0,0 1 0 0 0,0-1 0 0 0,1 1-1 0 0,-5 1 1 0 0,4-1-6 0 0,-1 1-1 0 0,1-1 1 0 0,-1-1 0 0 0,1 1-1 0 0,-1 0 1 0 0,0-1 0 0 0,1 1-1 0 0,-6-1 1 0 0,-26 0-25 0 0,13-1-242 0 0,2-3-2220 0 0,7 0-5217 0 0</inkml:trace>
</inkml:ink>
</file>

<file path=ppt/ink/ink1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32.4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287 0 3305 0 0,'0'0'15542'0'0,"-6"2"-14565"0"0,-37 5 1003 0 0,-73 5-1 0 0,78-10-1702 0 0,3 3-79 0 0,24-3-124 0 0,1 0 0 0 0,-14-1 0 0 0,24-1 3 0 0,9 4 26 0 0,-3-3-93 0 0,1 0 0 0 0,-1 0 1 0 0,0 0-1 0 0,10-1 0 0 0,16 2-6 0 0,131 18-207 0 0,-146-18 181 0 0,-9-2-8 0 0,0 1 0 0 0,-1 0 0 0 0,11 4 1 0 0,-44-2 186 0 0,-26-4 857 0 0,-67-10 0 0 0,86 8-695 0 0,-43 1 0 0 0</inkml:trace>
</inkml:ink>
</file>

<file path=ppt/ink/ink1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33.2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 83 9978 0 0,'0'0'16174'0'0,"-5"-3"-16123"0"0,-18-4-24 0 0,23 7-27 0 0,0 0 0 0 0,-1 0 1 0 0,1 0-1 0 0,0 0 0 0 0,-1 0 1 0 0,1 0-1 0 0,0 0 0 0 0,-1 0 1 0 0,1 0-1 0 0,0 0 1 0 0,-1 1-1 0 0,1-1 0 0 0,0 0 1 0 0,-1 0-1 0 0,1 0 0 0 0,0 0 1 0 0,-1 1-1 0 0,1-1 0 0 0,0 0 1 0 0,0 0-1 0 0,-1 0 0 0 0,1 1 1 0 0,0-1-1 0 0,0 0 1 0 0,0 0-1 0 0,-1 1 0 0 0,1-1 1 0 0,0 0-1 0 0,0 1 0 0 0,0-1 1 0 0,0 0-1 0 0,0 1 0 0 0,-1-1 1 0 0,1 1-1 0 0,-2 13 30 0 0,2-10-20 0 0,-1 2 13 0 0,-1-1 0 0 0,2 1 0 0 0,-1-1 0 0 0,1 1 0 0 0,0-1 0 0 0,0 1 1 0 0,0-1-1 0 0,1 1 0 0 0,0-1 0 0 0,0 1 0 0 0,0-1 0 0 0,1 1 0 0 0,-1-1 1 0 0,1 0-1 0 0,1 0 0 0 0,3 8 0 0 0,33 47 194 0 0,-32-52-180 0 0,0 2 34 0 0,-6-17 1245 0 0,-1-7-1235 0 0,-4-4-50 0 0,-1-1 1 0 0,0 1 0 0 0,-2 0 0 0 0,-10-20-1 0 0,-3-7 11 0 0,9 11-12 0 0,-6-11 125 0 0,16 43-125 0 0,0 1 1 0 0,1-1-1 0 0,-1 0 0 0 0,1 1 1 0 0,0-1-1 0 0,-1 0 0 0 0,1 1 0 0 0,0-1 1 0 0,0-2-1 0 0,0 3 50 0 0,0 12-212 0 0,2 0 112 0 0,0-1 0 0 0,0 0 0 0 0,8 19 0 0 0,-4-10 17 0 0,66 174 13 0 0,-67-183 3 0 0,-4-6-8 0 0,1-1-1 0 0,-1 0 1 0 0,0 0 0 0 0,1 1-1 0 0,-2-1 1 0 0,1 1 0 0 0,0 4-1 0 0,0-8 19 0 0,-1 0-1 0 0,0 0 1 0 0,0 0-1 0 0,0 0 1 0 0,0 0 0 0 0,1 0-1 0 0,-1 0 1 0 0,0 1-1 0 0,0-1 1 0 0,0 0 0 0 0,1 0-1 0 0,-1 0 1 0 0,0 0-1 0 0,0 0 1 0 0,0 0-1 0 0,1 0 1 0 0,-1-1 0 0 0,0 1-1 0 0,0 0 1 0 0,0 0-1 0 0,0 0 1 0 0,1 0-1 0 0,-1 0 1 0 0,0 0 0 0 0,0 0-1 0 0,1 0 1 0 0,-1-11 123 0 0,-2-47 165 0 0,1 51-308 0 0,-1-1-1 0 0,1 1 1 0 0,-1-1 0 0 0,0 1-1 0 0,-6-13 1 0 0,0 5-1 0 0,0-1 0 0 0,-1 2 0 0 0,-12-17 0 0 0,18 25 0 0 0,2 6-2 0 0,1-1 0 0 0,0 1 0 0 0,0-1 0 0 0,0 1 0 0 0,-1-1-1 0 0,1 1 1 0 0,0-1 0 0 0,-1 1 0 0 0,1-1 0 0 0,0 1 0 0 0,-1 0 0 0 0,1-1 0 0 0,-1 1 0 0 0,1 0 0 0 0,0-1 0 0 0,-1 1-1 0 0,1 0 1 0 0,-1-1 0 0 0,0 1 0 0 0,0 0-28 0 0,1 4-220 0 0,1 4 224 0 0,-1 1 0 0 0,2-1-1 0 0,-1 0 1 0 0,1 0 0 0 0,4 12 0 0 0,19 39-57 0 0,-1 0-1119 0 0,-14-33-418 0 0,-2-3-1810 0 0,-3-7-2363 0 0</inkml:trace>
</inkml:ink>
</file>

<file path=ppt/ink/ink1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35.4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 35 1376 0 0,'0'0'15621'0'0,"-7"-7"-14861"0"0,-21-19-128 0 0,25 25 1148 0 0,6 6-1456 0 0,11 10-358 0 0,62 52 341 0 0,-46-39-224 0 0,56 41-1 0 0,-47-42-34 0 0,-12-8-33 0 0,42 22-1 0 0,-61-37-198 0 0,-1 0 0 0 0,1 1 0 0 0,-1 0 0 0 0,0 0-1 0 0,0 0 1 0 0,12 12 0 0 0,-17-11-300 0 0</inkml:trace>
</inkml:ink>
</file>

<file path=ppt/ink/ink1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35.7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188 1 6793 0 0,'0'0'15557'0'0,"-21"5"-15356"0"0,-63 18-63 0 0,65-16-84 0 0,13-2-7 0 0,6-5-45 0 0,-5 8 46 0 0,1-1 1 0 0,0 1 0 0 0,1 0 0 0 0,0-1 0 0 0,0 1 0 0 0,-2 10 0 0 0,-4 11 69 0 0,8-25-123 0 0,0 1 0 0 0,0-1 0 0 0,-1 9 0 0 0,2-10-242 0 0,0 1 0 0 0,0-1 0 0 0,-1 0 0 0 0,0 1 0 0 0,0-1 1 0 0,0 0-1 0 0,0 0 0 0 0,-2 4 0 0 0,-2 4-2622 0 0,2-3-2353 0 0</inkml:trace>
</inkml:ink>
</file>

<file path=ppt/ink/ink1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36.5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248 19 7522 0 0,'0'0'11549'0'0,"-31"-3"-11408"0"0,-98-10-49 0 0,90 10-44 0 0,29 5-16 0 0,4 1-19 0 0,-24 10 51 0 0,30-11-26 0 0,-1 0 0 0 0,1-1 0 0 0,-1 1 0 0 0,1 0-1 0 0,0 0 1 0 0,0-1 0 0 0,0 1 0 0 0,0 0 0 0 0,0-1-1 0 0,0 1 1 0 0,1 3 0 0 0,1-2 30 0 0,-1 0 0 0 0,1-1 0 0 0,0 1 0 0 0,0 0 0 0 0,0-1 0 0 0,1 1 0 0 0,-1-1 0 0 0,5 4 1 0 0,3 3 86 0 0,5 5-27 0 0,-7-7-84 0 0,-1 1-1 0 0,12 14 1 0 0,-9-9-46 0 0,0 2 0 0 0,-1 0 0 0 0,0 0 0 0 0,10 28 0 0 0,-15-30-2 0 0,0 0 0 0 0,-1 0 0 0 0,-1 0 0 0 0,1 15 0 0 0,-2 54-27 0 0,-2-47 25 0 0,-1-1 16 0 0,1-25 27 0 0,0-1 1 0 0,1 1-1 0 0,0 0 1 0 0,1 10 0 0 0,0-17-5 0 0,-1-1 1 0 0,1 0 0 0 0,0 1 0 0 0,-1-1 0 0 0,1 1 0 0 0,0-1 0 0 0,0 0 0 0 0,0 0 0 0 0,0 1 0 0 0,0-1 0 0 0,0 0 0 0 0,1 0 0 0 0,-1 0 0 0 0,0 0 0 0 0,1 0 0 0 0,-1-1 0 0 0,0 1 0 0 0,4 1 0 0 0,3 2 123 0 0,18 5 0 0 0,-23-9-152 0 0,2 2-107 0 0,0-1 0 0 0,0 0 0 0 0,0-1 0 0 0,5 1 0 0 0,10-2-3160 0 0,-20 1 2854 0 0,1 0-1 0 0,0-1 0 0 0,-1 1 1 0 0,1 0-1 0 0,0-1 0 0 0,0 1 1 0 0,-1 0-1 0 0,1-1 1 0 0,0 1-1 0 0,-1-1 0 0 0,1 1 1 0 0,0-1-1 0 0</inkml:trace>
</inkml:ink>
</file>

<file path=ppt/ink/ink1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37.0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146 32 5025 0 0,'0'0'16326'0'0,"4"-5"-16227"0"0,12-17-90 0 0,-15 21-17 0 0,-1 1 0 0 0,0 0 0 0 0,0-1-1 0 0,1 1 1 0 0,-1 0 0 0 0,0 0 0 0 0,1-1-1 0 0,-1 1 1 0 0,0 0 0 0 0,1 0 0 0 0,-1-1-1 0 0,1 1 1 0 0,-1 0 0 0 0,0 0 0 0 0,1 0-1 0 0,-1 0 1 0 0,0 0 0 0 0,1-1 0 0 0,-1 1-1 0 0,1 0 1 0 0,-1 0 0 0 0,1 0 0 0 0,-1 0-1 0 0,0 0 1 0 0,1 0 0 0 0,-1 0 0 0 0,1 1-1 0 0,-1-1 1 0 0,0 0 0 0 0,1 0 0 0 0,-1 0-1 0 0,1 0 1 0 0,-1 0 0 0 0,0 1 0 0 0,1-1-1 0 0,-1 0 1 0 0,0 0 0 0 0,1 1 0 0 0,-1-1-1 0 0,0 0 1 0 0,1 0 0 0 0,-1 1 0 0 0,0-1-1 0 0,0 0 1 0 0,1 1 0 0 0,-1-1 0 0 0,0 0-1 0 0,0 1 1 0 0,0-1 0 0 0,1 1 0 0 0,-1-1-1 0 0,0 0 1 0 0,0 1 0 0 0,0 0-8 0 0,10 14-43 0 0,16 21 0 0 0,8 11 7 0 0,-32-43 52 0 0,4 6-8 0 0,8 18-1 0 0,-12-23 8 0 0,-1 0 1 0 0,1 0-1 0 0,-1 0 1 0 0,0 0-1 0 0,-1 0 1 0 0,1 9-1 0 0,-1-13 14 0 0,0 0 0 0 0,0 0-1 0 0,-1 1 1 0 0,1-1 0 0 0,0 0 0 0 0,-1 0 0 0 0,1 0-1 0 0,0 0 1 0 0,-1 0 0 0 0,1 0 0 0 0,-1 0-1 0 0,0-1 1 0 0,1 1 0 0 0,-1 0 0 0 0,0 0 0 0 0,0 0-1 0 0,1-1 1 0 0,-1 1 0 0 0,0 0 0 0 0,0-1 0 0 0,0 1-1 0 0,0 0 1 0 0,0-1 0 0 0,0 1 0 0 0,0-1-1 0 0,0 0 1 0 0,0 1 0 0 0,0-1 0 0 0,0 0 0 0 0,-2 1-1 0 0,-4 0 121 0 0,0 0-1 0 0,0-1 0 0 0,-12 0 1 0 0,14 0-59 0 0,-8 1 39 0 0,-1-2 0 0 0,1 0-1 0 0,0 0 1 0 0,0-2-1 0 0,0 1 1 0 0,0-1-1 0 0,0-1 1 0 0,1-1 0 0 0,-1 0-1 0 0,1 0 1 0 0,0-1-1 0 0,1-1 1 0 0,-20-13 0 0 0,29 18-67 0 0,0 1 0 0 0,1-1 0 0 0,-1 0 1 0 0,1 0-1 0 0,-1 0 0 0 0,1 0 0 0 0,0 0 1 0 0,0 0-1 0 0,0 0 0 0 0,0 0 0 0 0,0 0 0 0 0,0 0 1 0 0,1-1-1 0 0,-1 1 0 0 0,1 0 0 0 0,-1-1 1 0 0,1 1-1 0 0,0 0 0 0 0,0-1 0 0 0,0-2 1 0 0,0 3-74 0 0,1 1 0 0 0,-1 0 0 0 0,0-1 0 0 0,1 1 0 0 0,-1 0 0 0 0,1 0 0 0 0,0 0 0 0 0,-1-1 0 0 0,1 1 0 0 0,0 0 0 0 0,0 0 0 0 0,0 0 0 0 0,-1 0 0 0 0,1 0 0 0 0,0 1 0 0 0,0-1 0 0 0,1 0 0 0 0,-1 0 0 0 0,0 0 0 0 0,0 1 0 0 0,0-1 0 0 0,0 1 0 0 0,1-1 0 0 0,0 0 0 0 0,6-2-421 0 0,0 1-1 0 0,12-3 1 0 0,-19 4 390 0 0,9-1-1137 0 0,0 1 0 0 0,13-1 0 0 0,6 2-6222 0 0,-18 0 3019 0 0,-3 0-2479 0 0</inkml:trace>
</inkml:ink>
</file>

<file path=ppt/ink/ink1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37.5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1 102 7866 0 0,'0'0'15404'0'0,"4"-17"-15302"0"0,11-51-57 0 0,-10 53-47 0 0,-2 13-11 0 0,1 2-19 0 0,0 1 0 0 0,0-1 0 0 0,0 1 0 0 0,0 0 0 0 0,0 0 0 0 0,0 1 0 0 0,0-1 0 0 0,0 1 0 0 0,6 3 0 0 0,3 4-26 0 0,17 12 0 0 0,-10-5 6 0 0,-2-2 23 0 0,-1 0-1 0 0,-1 1 0 0 0,22 27 1 0 0,-33-35 8 0 0,1 0 1 0 0,-2 0-1 0 0,1 1 1 0 0,-1-1-1 0 0,0 1 1 0 0,-1 0-1 0 0,0 0 1 0 0,0 0-1 0 0,-1 1 1 0 0,2 12-1 0 0,0 6-41 0 0,-2 54 0 0 0,-2-68 59 0 0,-1 8 1 0 0,-1 0 0 0 0,0 0 0 0 0,-2 0 0 0 0,-1 0-1 0 0,-8 24 1 0 0,10-36 13 0 0,0 1 0 0 0,1-1 0 0 0,0 1 0 0 0,0-1 0 0 0,1 1 0 0 0,1 0 0 0 0,0 19 0 0 0,2-25-6 0 0,-1 0 1 0 0,1-1-1 0 0,0 1 0 0 0,0-1 0 0 0,0 0 0 0 0,0 0 1 0 0,0 0-1 0 0,1 0 0 0 0,-1 0 0 0 0,1 0 0 0 0,3 3 1 0 0,-2-3-17 0 0,-4-2-28 0 0,1-1 0 0 0,-1 1 0 0 0,0-1-1 0 0,1 1 1 0 0,-1-1 0 0 0,0 1 0 0 0,0 0 0 0 0,1-1-1 0 0,-1 1 1 0 0,0-1 0 0 0,0 1 0 0 0,0 0 0 0 0,0-1-1 0 0,0 1 1 0 0,0-1 0 0 0,0 1 0 0 0,0 0 0 0 0,0-1 0 0 0,0 1-1 0 0,0-1 1 0 0,0 1 0 0 0,-1 0 0 0 0,1-1 0 0 0,0 1-1 0 0,0-1 1 0 0,0 1 0 0 0,-1-1 0 0 0,1 1 0 0 0,0-1-1 0 0,-1 1 1 0 0,1-1 0 0 0,-1 1 0 0 0,1-1 0 0 0,-1 1-1 0 0,1-1 1 0 0,-1 1 0 0 0,1-1 0 0 0,-1 0 0 0 0,1 1-1 0 0,-1-1 1 0 0,1 0 0 0 0,-1 0 0 0 0,1 1 0 0 0,-1-1 0 0 0,0 0-1 0 0,1 0 1 0 0,-1 0 0 0 0,0 0 0 0 0,-12 2-2441 0 0,1-1 1 0 0,-23-1 0 0 0,13-1-3741 0 0,11 1-772 0 0</inkml:trace>
</inkml:ink>
</file>

<file path=ppt/ink/ink1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37.8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389 43 8074 0 0,'0'0'12017'0'0,"-33"-6"-11494"0"0,-102-20-193 0 0,122 23-235 0 0,-1 0 0 0 0,-23 0-1 0 0,26 3-45 0 0,-14-1 261 0 0,-24 2 0 0 0,13 5-1720 0 0,28-4-921 0 0,-1 1 1 0 0,-9 4-1 0 0</inkml:trace>
</inkml:ink>
</file>

<file path=ppt/ink/ink1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38.7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 33 0 0 0,'0'0'12303'0'0,"-7"-5"-12018"0"0,-26-23 9049 0 0,43 32-9294 0 0,25 16-51 0 0,56 43-1 0 0,-68-46 26 0 0,37 21 1 0 0,-35-23-12 0 0,21 11 12 0 0,-27-16-413 0 0,0 1 0 0 0,23 17 0 0 0,-39-26-202 0 0,2 2-991 0 0</inkml:trace>
</inkml:ink>
</file>

<file path=ppt/ink/ink1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38.9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188 0 7970 0 0,'0'0'13164'0'0,"-19"14"-12996"0"0,-60 41-36 0 0,53-35-41 0 0,19-11-10 0 0,4-4-46 0 0,-3 6 159 0 0,0 0 1 0 0,-7 20-1 0 0,-2 6-3781 0 0,1-14-6024 0 0</inkml:trace>
</inkml:ink>
</file>

<file path=ppt/ink/ink1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39.6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196 131 6505 0 0,'0'0'16405'0'0,"-26"-22"-16203"0"0,-78-64-80 0 0,76 65-78 0 0,28 21-43 0 0,0 0 0 0 0,0 0 1 0 0,0 0-1 0 0,-1-1 0 0 0,1 1 0 0 0,0 0 0 0 0,0 0 0 0 0,-1 0 0 0 0,1 0 0 0 0,0 0 0 0 0,0 0 1 0 0,-1-1-1 0 0,1 1 0 0 0,0 0 0 0 0,0 0 0 0 0,-1 0 0 0 0,1 0 0 0 0,0 0 0 0 0,0 0 0 0 0,-1 0 1 0 0,1 0-1 0 0,0 0 0 0 0,-1 0 0 0 0,1 0 0 0 0,0 1 0 0 0,-1-1 0 0 0,-2 1 9 0 0,2-1-12 0 0,0 0 0 0 0,0 0 0 0 0,0 0 0 0 0,1 0-1 0 0,-1 0 1 0 0,0 0 0 0 0,0 0 0 0 0,1 1 0 0 0,-1-1-1 0 0,0 0 1 0 0,1 0 0 0 0,-1 1 0 0 0,0-1 0 0 0,1 1-1 0 0,-1-1 1 0 0,0 1 0 0 0,0 0 0 0 0,0 0 0 0 0,0 1 0 0 0,0-1 0 0 0,0 1 0 0 0,0-1 0 0 0,0 1 0 0 0,0 0 1 0 0,0 2-1 0 0,-1 3 9 0 0,1 0 0 0 0,-1 0 0 0 0,2 0 0 0 0,-1 0 0 0 0,1 1 0 0 0,1 11 1 0 0,0 2 14 0 0,-1-10 4 0 0,1 0 1 0 0,1 0-1 0 0,0 0 1 0 0,0 0-1 0 0,5 12 1 0 0,23 53 72 0 0,-16-45-85 0 0,20 72 42 0 0,-25-75-59 0 0,-6-13 4 0 0,-1 0-1 0 0,0 0 0 0 0,-1 1 1 0 0,0-1-1 0 0,-3 26 1 0 0,1-36 0 0 0,0 0 1 0 0,0-1-1 0 0,0 1 1 0 0,0 0-1 0 0,-1 0 1 0 0,0-1-1 0 0,0 1 0 0 0,0-1 1 0 0,-4 5-1 0 0,-8 19 62 0 0,14-28-37 0 0,0 0 1 0 0,-1 1-1 0 0,1-1 1 0 0,0 1-1 0 0,0-1 0 0 0,-1 1 1 0 0,1-1-1 0 0,0 1 1 0 0,0-1-1 0 0,0 1 0 0 0,0-1 1 0 0,0 1-1 0 0,0-1 1 0 0,0 1-1 0 0,0-1 0 0 0,0 1 1 0 0,0-1-1 0 0,0 0 0 0 0,0 1 1 0 0,0-1-1 0 0,0 1 1 0 0,1-1-1 0 0,-1 1 0 0 0,0-1 1 0 0,0 1-1 0 0,0-1 1 0 0,1 1-1 0 0,-1-1 0 0 0,0 0 1 0 0,1 1-1 0 0,-1-1 1 0 0,0 1-1 0 0,1-1 0 0 0,-1 0 1 0 0,0 0-1 0 0,1 1 0 0 0,-1-1 1 0 0,1 0-1 0 0,-1 1 1 0 0,1-1-1 0 0,0 0 0 0 0,2 1 100 0 0,0 0 0 0 0,1-1 0 0 0,-1 0-1 0 0,0 0 1 0 0,6 0 0 0 0,-2 0-123 0 0,31 1 147 0 0,39-1 56 0 0,-67-1-362 0 0,0 0 0 0 0,-1 0-1 0 0,1-1 1 0 0,0-1 0 0 0,13-4-1 0 0,-8-2-1613 0 0,-2-2-4490 0 0</inkml:trace>
</inkml:ink>
</file>

<file path=ppt/ink/ink1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40.0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20 134 5017 0 0,'0'0'17005'0'0,"-3"-20"-16788"0"0,-12-64-66 0 0,15 81-137 0 0,-1 0 0 0 0,1 1 0 0 0,0-1 0 0 0,0 0 0 0 0,1-6 0 0 0,-1 9-13 0 0,0 0 1 0 0,0 0-1 0 0,0 0 0 0 0,0 0 0 0 0,0-1 1 0 0,0 1-1 0 0,0 0 0 0 0,0 0 0 0 0,0 0 0 0 0,0 0 1 0 0,0 0-1 0 0,0-1 0 0 0,0 1 0 0 0,1 0 1 0 0,-1 0-1 0 0,0 0 0 0 0,0 0 0 0 0,0 0 1 0 0,0 0-1 0 0,0 0 0 0 0,0-1 0 0 0,1 1 0 0 0,-1 0 1 0 0,0 0-1 0 0,0 0 0 0 0,0 0 0 0 0,0 0 1 0 0,0 0-1 0 0,1 0 0 0 0,-1 0 0 0 0,0 0 0 0 0,0 0 1 0 0,0 0-1 0 0,0 0 0 0 0,1 0 0 0 0,1 0 6 0 0,2-1-44 0 0,-1 0 0 0 0,1 0 0 0 0,-1 1-1 0 0,1 0 1 0 0,0-1 0 0 0,0 1 0 0 0,-1 1 0 0 0,1-1 0 0 0,0 1 0 0 0,6 1 0 0 0,-1 1 19 0 0,0 1 1 0 0,0 0 0 0 0,0 0-1 0 0,-1 1 1 0 0,0 0 0 0 0,0 1-1 0 0,13 11 1 0 0,-18-14 7 0 0,-1 0-1 0 0,1-1 1 0 0,-1 1 0 0 0,0 0-1 0 0,1 0 1 0 0,-2 1-1 0 0,1-1 1 0 0,0 0 0 0 0,-1 1-1 0 0,1-1 1 0 0,-1 1 0 0 0,0-1-1 0 0,1 7 1 0 0,-2-7 10 0 0,1 0 0 0 0,-1 0 0 0 0,0 0 0 0 0,0 0-1 0 0,0 0 1 0 0,-1 0 0 0 0,1 0 0 0 0,-1 0 0 0 0,0-1 0 0 0,1 1 0 0 0,-1 0 0 0 0,-1 0 0 0 0,1 0 0 0 0,0-1 0 0 0,-1 1-1 0 0,1-1 1 0 0,-3 4 0 0 0,-31 29 142 0 0,25-26-72 0 0,1 1 0 0 0,-15 17 0 0 0,23-25-44 0 0,-1 1 0 0 0,1-1 0 0 0,-1 1 0 0 0,1 0 0 0 0,0 0 0 0 0,0-1 0 0 0,0 1 0 0 0,1 0 0 0 0,-1 0 0 0 0,1 0 0 0 0,-1 5 0 0 0,1-7-2 0 0,0 0-1 0 0,0 0 0 0 0,1-1 0 0 0,-1 1 0 0 0,0 0 0 0 0,1 0 0 0 0,-1 0 0 0 0,1-1 0 0 0,-1 1 0 0 0,1 0 0 0 0,-1 0 0 0 0,1-1 0 0 0,-1 1 1 0 0,1 0-1 0 0,0-1 0 0 0,-1 1 0 0 0,1-1 0 0 0,0 1 0 0 0,-1-1 0 0 0,1 1 0 0 0,0-1 0 0 0,0 0 0 0 0,0 1 0 0 0,0-1 0 0 0,-1 0 0 0 0,1 1 1 0 0,1-1-1 0 0,2 1 124 0 0,0 0 0 0 0,1 0 1 0 0,-1-1-1 0 0,6 1 0 0 0,-4-1-140 0 0,0 0-1 0 0,0 0 0 0 0,0-1 1 0 0,0 1-1 0 0,0-1 0 0 0,0-1 1 0 0,11-3-1 0 0,10-10-1806 0 0,-11 3-3200 0 0,-3 3-3099 0 0</inkml:trace>
</inkml:ink>
</file>

<file path=ppt/ink/ink1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40.6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28 4609 0 0,'0'0'10741'0'0,"16"-4"-10529"0"0,49-15-15 0 0,-42 15-33 0 0,-16 6-9 0 0,-1 1-56 0 0,-5-3-86 0 0,0 0 1 0 0,1 0 0 0 0,-1 1 0 0 0,0-1-1 0 0,0 1 1 0 0,1-1 0 0 0,-1 1-1 0 0,0 0 1 0 0,0-1 0 0 0,0 1-1 0 0,0 0 1 0 0,0 0 0 0 0,0 0-1 0 0,0-1 1 0 0,0 1 0 0 0,0 0 0 0 0,0 0-1 0 0,0 1 1 0 0,-1-1 0 0 0,1 0-1 0 0,1 2 1 0 0,-2 0-26 0 0,1 1 0 0 0,0-1-1 0 0,-1 1 1 0 0,0-1 0 0 0,1 0 0 0 0,-2 7-1 0 0,1 1 58 0 0,1-5-15 0 0,0 0-1 0 0,0 0 1 0 0,0-1 0 0 0,1 1-1 0 0,3 6 1 0 0,-3-6 9 0 0,6 14 159 0 0,20 33 0 0 0,-2-3 14 0 0,-14-22-107 0 0,-1 2 0 0 0,-1 0 0 0 0,-2 0 0 0 0,-1 0 0 0 0,5 48 0 0 0,-11-71-47 0 0,4 70 724 0 0,-5-76-707 0 0,0-1 0 0 0,0 0 0 0 0,0 0 0 0 0,0 1 0 0 0,0-1 0 0 0,-1 0 0 0 0,1 0 0 0 0,0 0 0 0 0,0 1 0 0 0,0-1-1 0 0,0 0 1 0 0,-1 0 0 0 0,1 0 0 0 0,0 1 0 0 0,0-1 0 0 0,-1 0 0 0 0,1 0 0 0 0,0 0 0 0 0,0 0 0 0 0,-1 0 0 0 0,1 0 0 0 0,0 0 0 0 0,-1 0 0 0 0,1 0 0 0 0,0 1 0 0 0,0-1 0 0 0,-1 0 0 0 0,1 0 0 0 0,0 0 0 0 0,-1-1-1 0 0,-13 1-2416 0 0,8 0 230 0 0,3 0 1138 0 0,-4 0-1714 0 0,0 2-2281 0 0</inkml:trace>
</inkml:ink>
</file>

<file path=ppt/ink/ink1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42.1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 57 136 0 0,'0'0'13144'0'0,"-3"-6"-12529"0"0,-9-22-103 0 0,5 19 574 0 0,7 9-1083 0 0,0 0-1 0 0,0 0 1 0 0,0 0 0 0 0,0 0 0 0 0,-1 0-1 0 0,1 0 1 0 0,0 0 0 0 0,0 0-1 0 0,0 0 1 0 0,-1-1 0 0 0,1 1 0 0 0,0 0-1 0 0,0 0 1 0 0,0 0 0 0 0,-1 0 0 0 0,1 0-1 0 0,0 0 1 0 0,0 1 0 0 0,0-1 0 0 0,-1 0-1 0 0,1 0 1 0 0,0 0 0 0 0,0 0-1 0 0,0 0 1 0 0,-1 0 0 0 0,1 0 0 0 0,0 0-1 0 0,-1 1-15 0 0,1 0 0 0 0,-1-1 0 0 0,0 1 0 0 0,1 0 0 0 0,-1 0 0 0 0,1 0 0 0 0,-1 0 0 0 0,1-1-1 0 0,0 1 1 0 0,-1 0 0 0 0,1 0 0 0 0,0 0 0 0 0,-1 1 0 0 0,1 0 17 0 0,0-1 1 0 0,-1 1 0 0 0,1-1-1 0 0,-1 0 1 0 0,1 1-1 0 0,-1-1 1 0 0,1 0-1 0 0,-2 3 1 0 0,-3-1 3253 0 0,6-12-2244 0 0,1 6-1009 0 0,1 0 0 0 0,-1 0 0 0 0,1 1 0 0 0,0 0 0 0 0,0-1 0 0 0,0 1 0 0 0,0 0 0 0 0,0 0 0 0 0,0 0 0 0 0,0 1 1 0 0,1-1-1 0 0,-1 1 0 0 0,1 0 0 0 0,-1 0 0 0 0,6-1 0 0 0,4 0-130 0 0,1 1 0 0 0,25 1 0 0 0,-19 0 43 0 0,-19 0 70 0 0,1 0 0 0 0,-1 0 1 0 0,0 0-1 0 0,0 0 0 0 0,0 0 0 0 0,0 1 0 0 0,0-1 1 0 0,0 0-1 0 0,0 0 0 0 0,0 1 0 0 0,0-1 1 0 0,0 1-1 0 0,0-1 0 0 0,0 1 0 0 0,0-1 1 0 0,0 1-1 0 0,0-1 0 0 0,0 1 0 0 0,0 0 0 0 0,0 0 1 0 0,-1-1-1 0 0,1 1 0 0 0,1 1 0 0 0,-2 0-9 0 0,1 0 0 0 0,-1-1 0 0 0,1 1-1 0 0,-1 0 1 0 0,1-1 0 0 0,-1 1-1 0 0,0 0 1 0 0,0-1 0 0 0,0 1-1 0 0,0 0 1 0 0,0 0 0 0 0,0-1 0 0 0,-1 3-1 0 0,-1 5 1 0 0,-1 0 0 0 0,0 0 0 0 0,0-1 0 0 0,-6 11 0 0 0,-16 29 57 0 0,11-15 12 0 0,6-16-11 0 0,8-15-27 0 0,-1 0 0 0 0,1 0 1 0 0,-1 0-1 0 0,0-1 0 0 0,0 1 1 0 0,0 0-1 0 0,0 0 0 0 0,-2 2 1 0 0,2-3-5 0 0,0 0 0 0 0,1 0 1 0 0,-1 0-1 0 0,0-1 1 0 0,1 1-1 0 0,-1 0 0 0 0,1 0 1 0 0,-1 1-1 0 0,1-1 1 0 0,-1 2-1 0 0,1-3-4 0 0,0 1 0 0 0,0 0 0 0 0,-1 0 0 0 0,1-1 1 0 0,0 1-1 0 0,0 0 0 0 0,-1 0 0 0 0,1-1 0 0 0,-1 1 0 0 0,1 0 0 0 0,-1-1 0 0 0,1 1 0 0 0,-1-1 1 0 0,1 1-1 0 0,-1-1 0 0 0,1 1 0 0 0,-1-1 0 0 0,0 1 0 0 0,1-1 0 0 0,-2 1 0 0 0,-1 5 14 0 0,3-6-15 0 0,0 1 0 0 0,0 0 0 0 0,0-1 0 0 0,0 1 1 0 0,0-1-1 0 0,-1 1 0 0 0,1-1 0 0 0,0 1 0 0 0,0-1 1 0 0,-1 1-1 0 0,1-1 0 0 0,0 1 0 0 0,-1-1 0 0 0,1 1 0 0 0,-1-1 1 0 0,1 1-1 0 0,0-1 0 0 0,-1 0 0 0 0,1 1 0 0 0,-2 0 0 0 0,2 10 541 0 0,0-10-540 0 0,0-1 0 0 0,0 1-1 0 0,1 0 1 0 0,-1-1 0 0 0,0 1 0 0 0,0-1 0 0 0,1 1 0 0 0,-1-1 0 0 0,1 1 0 0 0,-1-1-1 0 0,0 1 1 0 0,1-1 0 0 0,-1 1 0 0 0,1-1 0 0 0,-1 0 0 0 0,1 1 0 0 0,-1-1-1 0 0,1 0 1 0 0,0 1 0 0 0,-1-1 0 0 0,2 0 0 0 0,-2 1 189 0 0,18-2 815 0 0,-1-1 0 0 0,17-3 0 0 0,21-3-389 0 0,156 3-1162 0 0,-209 5 489 0 0,16 2-2237 0 0,-7 3-5726 0 0</inkml:trace>
</inkml:ink>
</file>

<file path=ppt/ink/ink1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59.2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352 2 4377 0 0,'0'0'17476'0'0,"-18"0"-17046"0"0,-86-1 283 0 0,77 2-174 0 0,-35 6 1 0 0,36-3-405 0 0,-37 1 0 0 0,52-5-478 0 0,-13 0-2354 0 0,8 0-8830 0 0</inkml:trace>
</inkml:ink>
</file>

<file path=ppt/ink/ink1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59.9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133 104 792 0 0,'0'0'22752'0'0,"-14"-9"-22510"0"0,-44-27-64 0 0,43 27 147 0 0,15 23-305 0 0,0-11-2 0 0,0 0 1 0 0,1 1-1 0 0,0-1 0 0 0,-1 0 0 0 0,1 0 1 0 0,0 0-1 0 0,0 0 0 0 0,1 0 1 0 0,-1 0-1 0 0,0 0 0 0 0,1-1 0 0 0,0 1 1 0 0,0 0-1 0 0,3 3 0 0 0,2 4 14 0 0,-4-6-17 0 0,64 96 148 0 0,-64-93-137 0 0,1-2-17 0 0,-1 0 0 0 0,0 0 0 0 0,-1 0 0 0 0,1 0 0 0 0,-1 1 0 0 0,0-1 0 0 0,-1 1 0 0 0,1 0 0 0 0,0 7 0 0 0,-2-13 183 0 0,0-2 132 0 0,-1-4-278 0 0,0 1 0 0 0,0 0 0 0 0,-1-1-1 0 0,0 1 1 0 0,0 0 0 0 0,0 0-1 0 0,-1 0 1 0 0,-4-7 0 0 0,1 1-23 0 0,-95-154 80 0 0,61 104 218 0 0,40 61-317 0 0,0 0 1 0 0,0 0-1 0 0,0 0 0 0 0,0 0 0 0 0,0 0 0 0 0,0 0 0 0 0,0 0 0 0 0,0 0 0 0 0,0 0 1 0 0,0 0-1 0 0,0 0 0 0 0,0 0 0 0 0,-1 0 0 0 0,1 0 0 0 0,0 0 0 0 0,0 0 0 0 0,0 1 0 0 0,0-1 1 0 0,0 0-1 0 0,0 0 0 0 0,0 0 0 0 0,0 0 0 0 0,0 0 0 0 0,0 0 0 0 0,0 0 0 0 0,0 0 1 0 0,0 0-1 0 0,0 0 0 0 0,0 0 0 0 0,0 0 0 0 0,0 0 0 0 0,0 0 0 0 0,0 0 0 0 0,0 0 1 0 0,0 0-1 0 0,0 0 0 0 0,0 0 0 0 0,0 0 0 0 0,0 0 0 0 0,0 0 0 0 0,0 0 0 0 0,0 0 1 0 0,0 0-1 0 0,0 0 0 0 0,-1 0 0 0 0,1 0 0 0 0,0 0 0 0 0,0 0 0 0 0,0 0 0 0 0,0-1 1 0 0,0 1-1 0 0,0 0 0 0 0,0 0 0 0 0,0 0 0 0 0,0 0 0 0 0,0 0 0 0 0,0 0 0 0 0,0 0 1 0 0,0 0-1 0 0,0 0 0 0 0,0 6 24 0 0,2 7-74 0 0,3 5 51 0 0,0 0 0 0 0,1-1 1 0 0,1 0-1 0 0,1 0 0 0 0,16 26 1 0 0,1-5 19 0 0,33 38 0 0 0,-32-47-9 0 0,-17-19-133 0 0,0 0-1 0 0,0 0 0 0 0,-2 0 1 0 0,9 15-1 0 0,-12-11-1728 0 0</inkml:trace>
</inkml:ink>
</file>

<file path=ppt/ink/ink1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07.7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2547 126 0 0 0,'158'-19'0'0'0,"-82"11"0"0"0,-59 7 0 0 0,95-8 0 0 0,78-5 0 0 0,-98 9 0 0 0,87-4 0 0 0,-170 10 68 0 0,0 0 0 0 0,0 1-1 0 0,0 0 1 0 0,15 5 0 0 0,-12-4 83 0 0,21 5 0 0 0,7-1 482 0 0,-23-4-5 0 0,-14-2 831 0 0,-213-18 1248 0 0,127 8-1932 0 0,-50-5 446 0 0,-105-10 525 0 0,-414-8-24 0 0,-50 50-1003 0 0,357 3-505 0 0,-414 24 1475 0 0,508-37-1701 0 0,144-7-2952 0 0,74-2-862 0 0,11-2-3526 0 0</inkml:trace>
</inkml:ink>
</file>

<file path=ppt/ink/ink1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08.6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2827 22 0 0 0,'0'0'6487'0'0,"20"-3"-5985"0"0,33-4-217 0 0,-32 3-23 0 0,-18 3 17 0 0,-7 0 144 0 0,-338-5 2939 0 0,-170 6-2616 0 0,226 1-481 0 0,-388 8 33 0 0,393-4-180 0 0,-255 16-56 0 0,375-8-1314 0 0,57 0-4749 0 0,81-9 165 0 0</inkml:trace>
</inkml:ink>
</file>

<file path=ppt/ink/ink1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09.4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2840 0 0 0 0,'0'0'10176'0'0,"-36"5"-9280"0"0,-123 12-282 0 0,-1-5-7 0 0,134-10-536 0 0,-426 15 729 0 0,52-2-482 0 0,-29 3-119 0 0,-133 7 3 0 0,293-13-604 0 0,115-5-1766 0 0,2 1-4085 0 0,111-6 1193 0 0</inkml:trace>
</inkml:ink>
</file>

<file path=ppt/ink/ink1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10.2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3094 0 0 0 0,'0'0'3958'0'0,"-32"4"-3130"0"0,-105 9-82 0 0,123-12-646 0 0,-91 7 1296 0 0,-396 0 4121 0 0,-38 1-4384 0 0,-591 57-647 0 0,698-24-1138 0 0,251-20-8606 0 0,159-18 5004 0 0</inkml:trace>
</inkml:ink>
</file>

<file path=ppt/ink/ink1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11.2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3683 61 1032 0 0,'0'0'9758'0'0,"-35"-5"-9099"0"0,-115-17-96 0 0,20 7 244 0 0,114 14-717 0 0,-322-15 1042 0 0,-1 15-681 0 0,191 1-251 0 0,-526 24 434 0 0,419-11-438 0 0,-204 2 263 0 0,277-10-294 0 0,132-4-133 0 0,-167 7 61 0 0,9 1-234 0 0,-21 2-956 0 0,3 11-8582 0 0,199-18 4325 0 0</inkml:trace>
</inkml:ink>
</file>

<file path=ppt/ink/ink1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12.0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2567 8 0 0 0,'0'0'4980'0'0,"3"-1"-4986"0"0,6-3 12 0 0,-9 3-6 0 0,0 1 0 0 0,0 0 1 0 0,-1 0-1 0 0,1 0 0 0 0,0 0 1 0 0,0 0-1 0 0,0 0 0 0 0,0 0 1 0 0,0 0-1 0 0,0-1 0 0 0,0 1 1 0 0,0 0-1 0 0,0 0 0 0 0,0 0 1 0 0,0 0-1 0 0,0 0 0 0 0,0 0 1 0 0,0 0-1 0 0,-1 0 0 0 0,1 0 1 0 0,0 0-1 0 0,0 0 0 0 0,0 0 0 0 0,0 0 1 0 0,0-1-1 0 0,0 1 0 0 0,0 0 1 0 0,0 0-1 0 0,-1 0 0 0 0,1 0 1 0 0,0 0-1 0 0,0 0 0 0 0,0 0 1 0 0,0 0-1 0 0,0 0 0 0 0,0 0 1 0 0,0 0-1 0 0,0 0 0 0 0,-1 0 1 0 0,1 1-1 0 0,-25-1 30 0 0,9 0-23 0 0,-124 11 4 0 0,33-1 208 0 0,-178-3 1141 0 0,138-6-609 0 0,-281 1 511 0 0,124-1-800 0 0,-6-1-141 0 0,-160 3-3 0 0,361-2-456 0 0,-16 1-1447 0 0,45 1-2281 0 0,51 0-279 0 0</inkml:trace>
</inkml:ink>
</file>

<file path=ppt/ink/ink1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12.7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2552 9 0 0 0,'0'0'10786'0'0,"-39"-1"-9733"0"0,-130-1-236 0 0,-37-1 197 0 0,-620 1 142 0 0,-22 39-996 0 0,805-34-189 0 0,-214 17-2711 0 0,121-8-4925 0 0,108-10 3113 0 0</inkml:trace>
</inkml:ink>
</file>

<file path=ppt/ink/ink1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13.6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2620 37 0 0 0,'0'0'16598'0'0,"20"-4"-16572"0"0,58-14-134 0 0,-68 14 3 0 0,-10 4 104 0 0,0 0 0 0 0,-1-1 0 0 0,1 1 0 0 0,0 0 0 0 0,0 0 1 0 0,0 0-1 0 0,0 0 0 0 0,0-1 0 0 0,0 1 0 0 0,0 0 0 0 0,-1 0 0 0 0,1 0 1 0 0,0 0-1 0 0,0 0 0 0 0,0 0 0 0 0,0 0 0 0 0,-1-1 0 0 0,1 1 1 0 0,0 0-1 0 0,0 0 0 0 0,0 0 0 0 0,0 0 0 0 0,-1 0 0 0 0,1 0 0 0 0,0 0 1 0 0,0 0-1 0 0,0 0 0 0 0,0 0 0 0 0,-1 0 0 0 0,-22-2 86 0 0,20 2-58 0 0,-239-6 939 0 0,187 6-871 0 0,-378 9 1168 0 0,-814 32 750 0 0,1155-39-2009 0 0,-340 1-1262 0 0,276-3-7614 0 0,117 0-1724 0 0</inkml:trace>
</inkml:ink>
</file>

<file path=ppt/ink/ink1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30.1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730 16 0 0 0,'0'0'1351'0'0,"16"3"-640"0"0,80 12 625 0 0,-52-10 505 0 0,-24-3-510 0 0,29 7 1 0 0,-35-6-1065 0 0,-1 1 1 0 0,0 0 0 0 0,-1 1 0 0 0,17 8 0 0 0,-3 0 8047 0 0,-32-13-9195 0 0,2 0 801 0 0,1 0 0 0 0,-1 1 0 0 0,0 0 0 0 0,1 0 0 0 0,-6 2 0 0 0,-5 2 112 0 0,12-5-30 0 0,-31 9 297 0 0,-55 8 0 0 0,-6-6 268 0 0,-109 8 55 0 0,133-17-434 0 0,-138 2 638 0 0,144-6-275 0 0,-80-13-1 0 0,115 11-343 0 0,19 4 0 0 0,1-1 0 0 0,0-1 0 0 0,0 0 0 0 0,0 0-1 0 0,-16-6 1 0 0,18 6 2461 0 0,6-3-1720 0 0,1 4-867 0 0,0 1-78 0 0,0 0 1 0 0,0 0 0 0 0,0 0 0 0 0,0 0-1 0 0,0 0 1 0 0,0 0 0 0 0,0 0-1 0 0,0 0 1 0 0,0 0 0 0 0,0 0 0 0 0,0 0-1 0 0,0 0 1 0 0,0 0 0 0 0,0 0 0 0 0,-1 0-1 0 0,1 0 1 0 0,0-1 0 0 0,0 1-1 0 0,0 0 1 0 0,0 0 0 0 0,0 0 0 0 0,0 0-1 0 0,0 0 1 0 0,0 0 0 0 0,0 0-1 0 0,0 0 1 0 0,0 0 0 0 0,0 0 0 0 0,0 0-1 0 0,0 0 1 0 0,0 0 0 0 0,0 0-1 0 0,0-1 1 0 0,0 1 0 0 0,0 0 0 0 0,0 0-1 0 0,1 0 1 0 0,-1 0 0 0 0,0 0-1 0 0,0 0 1 0 0,0 0 0 0 0,0 0 0 0 0,0 0-1 0 0,0 0 1 0 0,0 0 0 0 0,0 0 0 0 0,0 0-1 0 0,0 0 1 0 0,0 0 0 0 0,0 0-1 0 0,0 0 1 0 0,0 0 0 0 0,0 0 0 0 0,0 0-1 0 0,0-1 1 0 0,0 1 0 0 0,1 0-1 0 0,2-4 12 0 0,-2 4-13 0 0,4-3-62 0 0,0 0 0 0 0,1 0 1 0 0,-1 0-1 0 0,1 1 0 0 0,-1 0 1 0 0,1 0-1 0 0,0 0 0 0 0,10-1 0 0 0,51-2-174 0 0,-54 4 208 0 0,115-3-125 0 0,36-1 116 0 0,-102 1 46 0 0,151-12-1 0 0,-157 9 12 0 0,96-26 0 0 0,-109 18 151 0 0,-72 25-3472 0 0,-18 6-5211 0 0,31-13-134 0 0</inkml:trace>
</inkml:ink>
</file>

<file path=ppt/ink/ink1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31.3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504 71 0 0 0,'0'0'2874'0'0,"30"0"-1342"0"0,93 2 122 0 0,-74-2 1174 0 0,-38 0 1479 0 0,-22 0-3338 0 0,-291-7 3792 0 0,227 5-4273 0 0,27 1-312 0 0,-71 6 1 0 0,5 18 29 0 0,108-21-195 0 0,-22 3 178 0 0,15-4 2849 0 0,18-8-2471 0 0,1 3-618 0 0,-1 0 0 0 0,1 1 1 0 0,0 0-1 0 0,0 0 0 0 0,0 1 0 0 0,0-1 0 0 0,0 1 1 0 0,12-2-1 0 0,4 0-117 0 0,29-1 0 0 0,184-4-203 0 0,77-6 232 0 0,-369 5 289 0 0,-95-4 447 0 0,119 12-558 0 0,-2-1-124 0 0,-1 2 1 0 0,1 1 0 0 0,-62 9-1 0 0,76-4-2085 0 0,-36 14 0 0 0,19-6-6131 0 0,22-8-1980 0 0</inkml:trace>
</inkml:ink>
</file>

<file path=ppt/ink/ink1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36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57 1024 0 0,'0'0'8006'0'0,"-5"-3"-6663"0"0,-13-11-130 0 0,17 14-894 0 0,0-1 0 0 0,0 0-1 0 0,0 0 1 0 0,0 0 0 0 0,1 1-1 0 0,-1-1 1 0 0,0 0-1 0 0,1 0 1 0 0,-1 0 0 0 0,0 0-1 0 0,1 0 1 0 0,-1 0-1 0 0,1 0 1 0 0,0 0 0 0 0,-1 0-1 0 0,1-1 1 0 0,0 1 0 0 0,-1 0-1 0 0,1 0 1 0 0,0 0-1 0 0,0-2 1 0 0,0 3 90 0 0,0-3 251 0 0,0 3-619 0 0,0 0 0 0 0,0 0 0 0 0,0 0 0 0 0,0 0 0 0 0,0-1 0 0 0,0 1 0 0 0,0 0 0 0 0,0 0-1 0 0,0 0 1 0 0,0-1 0 0 0,0 1 0 0 0,0 0 0 0 0,0 0 0 0 0,0 0 0 0 0,0-1 0 0 0,0 1 0 0 0,0 0 0 0 0,0 0 0 0 0,0 0-1 0 0,0 0 1 0 0,0-1 0 0 0,0 1 0 0 0,0 0 0 0 0,1 0 0 0 0,-1 0 0 0 0,0-1 0 0 0,5 0 87 0 0,-4 0-122 0 0,1 0-1 0 0,0 1 1 0 0,-1-1-1 0 0,1 1 1 0 0,0 0-1 0 0,0 0 0 0 0,3-1 1 0 0,27-1 299 0 0,-22 1-268 0 0,1 0 0 0 0,-1 1 0 0 0,13 1 0 0 0,-20 0-48 0 0,-1 0-1 0 0,1 0 0 0 0,-1 0 1 0 0,1 0-1 0 0,-1 0 1 0 0,1 1-1 0 0,-1-1 1 0 0,0 1-1 0 0,3 1 0 0 0,18 18-74 0 0,-12-10 52 0 0,0 1 1 0 0,-1 0 0 0 0,15 24 0 0 0,-21-29 3 0 0,0 0 0 0 0,0 1 1 0 0,-1-1-1 0 0,-1 1 0 0 0,1 0 0 0 0,-1 0 0 0 0,0 0 0 0 0,-1 0 1 0 0,1 9-1 0 0,-2-13 12 0 0,0 0 0 0 0,0 0 0 0 0,0 0 0 0 0,0 0 0 0 0,0 0 0 0 0,-1 1 1 0 0,0-1-1 0 0,-2 5 0 0 0,2-7 27 0 0,0 0-1 0 0,0 0 1 0 0,0 0 0 0 0,-1 0 0 0 0,1 0-1 0 0,-1-1 1 0 0,1 1 0 0 0,-1 0 0 0 0,1-1-1 0 0,-1 1 1 0 0,0-1 0 0 0,0 0 0 0 0,0 0-1 0 0,0 1 1 0 0,0-1 0 0 0,-3 1 0 0 0,-2 0 176 0 0,0 0 0 0 0,0 0 1 0 0,-1 0-1 0 0,1-1 0 0 0,0 0 1 0 0,0-1-1 0 0,-1 0 0 0 0,1 0 1 0 0,0 0-1 0 0,-1-1 0 0 0,1 0 1 0 0,0 0-1 0 0,-10-4 0 0 0,7 2 1 0 0,1 0 1 0 0,0-1-1 0 0,0 0 0 0 0,0 0 0 0 0,1-1 0 0 0,-1-1 0 0 0,1 1 0 0 0,0-1 0 0 0,-8-9 0 0 0,11 10-80 0 0,0-1 0 0 0,0 0 0 0 0,1 0 0 0 0,0 0 1 0 0,1 0-1 0 0,-1-1 0 0 0,1 1 0 0 0,0-1 0 0 0,1 0 0 0 0,-1 0 0 0 0,2 0 0 0 0,-1 0 0 0 0,1-1 0 0 0,0 1 0 0 0,0-8 0 0 0,1 13-111 0 0,0-1 1 0 0,0 1-1 0 0,0-1 0 0 0,1 1 1 0 0,-1-1-1 0 0,1 1 1 0 0,0-1-1 0 0,0 1 1 0 0,0 0-1 0 0,0 0 0 0 0,0-1 1 0 0,0 1-1 0 0,0 0 1 0 0,1 0-1 0 0,-1 0 0 0 0,1 0 1 0 0,0 0-1 0 0,-1 1 1 0 0,1-1-1 0 0,0 0 1 0 0,0 1-1 0 0,3-2 0 0 0,-1 0-333 0 0,0 0 0 0 0,0 1 0 0 0,0-1 0 0 0,0 1 0 0 0,6-2 0 0 0,7 0-4486 0 0,-1 6-5119 0 0</inkml:trace>
</inkml:ink>
</file>

<file path=ppt/ink/ink1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37.3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94 0 0 0,'0'0'14802'0'0,"-7"-12"-13742"0"0,-24-35-81 0 0,22 30 631 0 0,10 12-281 0 0,0 0-645 0 0,0-2 972 0 0,2 6-372 0 0,7 9-57 0 0,-5-4-1314 0 0,51 53 868 0 0,-25-25-623 0 0,101 107 121 0 0,-75-78-194 0 0,24 31 25 0 0,-34-36-67 0 0,-6-7 8 0 0,-17-19 37 0 0,45 43 0 0 0,-25-40 119 0 0,-20-16 46 0 0,-15-11-118 0 0,0-2 0 0 0,0 1 1 0 0,0-1-1 0 0,1 0 0 0 0,0-1 0 0 0,-1 0 0 0 0,12 1 1 0 0,-6-2-96 0 0,-14-2-31 0 0,-6-5-1328 0 0,-9-4-795 0 0,-1 0 0 0 0,-19-9 1 0 0,0 1-2659 0 0,12 4-1013 0 0,2 2-3816 0 0</inkml:trace>
</inkml:ink>
</file>

<file path=ppt/ink/ink1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37.8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275 93 6097 0 0,'0'0'20346'0'0,"-1"-15"-19871"0"0,-2-63 1161 0 0,3 94-1869 0 0,0-10 220 0 0,0-1 1 0 0,-1 1 0 0 0,1-1-1 0 0,-1 1 1 0 0,-1-1 0 0 0,1 0-1 0 0,-4 9 1 0 0,-14 44 24 0 0,1-12-8 0 0,8-22 8 0 0,-10 41 0 0 0,5-19 4 0 0,5-14 0 0 0,-11 31-17 0 0,15-42 15 0 0,-2 0 0 0 0,0-1 0 0 0,-13 23 0 0 0,-3 7 20 0 0,13-29 4 0 0,-14 22 0 0 0,15-27-8 0 0,0 1-1 0 0,-10 24 0 0 0,19-37-103 0 0,0-3-75 0 0,1 1-1 0 0,-1-1 1 0 0,1 1 0 0 0,-1-1-1 0 0,1 1 1 0 0,0 0-1 0 0,0-1 1 0 0,-1 3-1 0 0,17-4-8295 0 0</inkml:trace>
</inkml:ink>
</file>

<file path=ppt/ink/ink1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39.6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22 2104 0 0,'0'0'17329'0'0,"31"2"-17010"0"0,96 5-75 0 0,-117-6-202 0 0,-1 0 0 0 0,12 3 0 0 0,-20-4-35 0 0,0 0-1 0 0,0 0 1 0 0,-1 1 0 0 0,1-1 0 0 0,0 1 0 0 0,0-1-1 0 0,0 0 1 0 0,-1 1 0 0 0,1 0 0 0 0,0-1 0 0 0,0 1-1 0 0,-1-1 1 0 0,2 2 0 0 0,3 3 28 0 0,-3-2-28 0 0,1-1-1 0 0,0 1 1 0 0,-1 0-1 0 0,1 0 1 0 0,-1 1-1 0 0,0-1 1 0 0,0 0-1 0 0,0 1 1 0 0,0-1-1 0 0,-1 1 1 0 0,1 0-1 0 0,-1 0 1 0 0,1 6-1 0 0,-1-8 8 0 0,-1 1-1 0 0,0 0 0 0 0,0-1 1 0 0,0 1-1 0 0,0 0 1 0 0,0-1-1 0 0,0 1 0 0 0,-1 0 1 0 0,1-1-1 0 0,-1 1 0 0 0,0-1 1 0 0,0 1-1 0 0,0-1 1 0 0,0 1-1 0 0,0-1 0 0 0,0 0 1 0 0,-1 1-1 0 0,1-1 1 0 0,-1 0-1 0 0,0 0 0 0 0,-2 2 1 0 0,-1 0 74 0 0,0 0 0 0 0,0 0-1 0 0,0-1 1 0 0,0 0 0 0 0,-1 0 0 0 0,1 0 0 0 0,-1-1 0 0 0,0 0 0 0 0,0 0 0 0 0,0 0-1 0 0,0-1 1 0 0,-7 1 0 0 0,-7 0 322 0 0,-1-1 0 0 0,-25-2 0 0 0,37 0-271 0 0,0 0-1 0 0,0-1 0 0 0,1 0 1 0 0,-1-1-1 0 0,1 1 0 0 0,0-2 0 0 0,-1 1 1 0 0,1-1-1 0 0,1 0 0 0 0,-1-1 1 0 0,1 0-1 0 0,0 0 0 0 0,-11-10 1 0 0,16 13-67 0 0,-1-1 1 0 0,1 0-1 0 0,0 0 1 0 0,1 0-1 0 0,-1 0 1 0 0,0 0-1 0 0,1 0 1 0 0,-1 0-1 0 0,1-1 1 0 0,0 1-1 0 0,0 0 1 0 0,1-1-1 0 0,-1 1 1 0 0,1-1 0 0 0,-1 1-1 0 0,1-1 1 0 0,0 1-1 0 0,0-1 1 0 0,1 1-1 0 0,0-6 1 0 0,0 6-68 0 0,0 0 0 0 0,0 1 0 0 0,0-1 0 0 0,0 1 0 0 0,1-1 0 0 0,-1 1 0 0 0,1-1 0 0 0,-1 1 0 0 0,1 0 0 0 0,0 0 0 0 0,0 0 0 0 0,0 0 0 0 0,0 0 0 0 0,0 0 0 0 0,0 0 0 0 0,1 1 0 0 0,-1-1 0 0 0,5-1 0 0 0,1-1-170 0 0,0 0 1 0 0,0 1-1 0 0,0 1 1 0 0,0-1-1 0 0,9-1 0 0 0,-8 3-418 0 0,-1 0-1 0 0,0 1 0 0 0,0-1 0 0 0,1 2 0 0 0,15 1 1 0 0,-19-1-1024 0 0,1 0 1 0 0,0 1 0 0 0,-1 0 0 0 0,0 0 0 0 0,7 3-1 0 0</inkml:trace>
</inkml:ink>
</file>

<file path=ppt/ink/ink1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40.8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349 99 0 0 0,'0'0'7046'0'0,"-5"-7"-6078"0"0,-16-24 68 0 0,19 29-567 0 0,1 0-1 0 0,0 0 1 0 0,0-1 0 0 0,0 1 0 0 0,0 0-1 0 0,0 0 1 0 0,0-1 0 0 0,1 1-1 0 0,-1 0 1 0 0,1-1 0 0 0,0 1 0 0 0,-1-1-1 0 0,1 1 1 0 0,0-1 0 0 0,1 1-1 0 0,-1-3 1 0 0,1-5 1388 0 0,-1 9-1837 0 0,0 1-1 0 0,0 0 1 0 0,0-1 0 0 0,0 1 0 0 0,1 0 0 0 0,-1-1 0 0 0,0 1-1 0 0,0 0 1 0 0,0-1 0 0 0,1 1 0 0 0,-1 0 0 0 0,0 0 0 0 0,0-1-1 0 0,0 1 1 0 0,1 0 0 0 0,-1 0 0 0 0,0-1 0 0 0,1 1 0 0 0,-1 0-1 0 0,0 0 1 0 0,1 0 0 0 0,-1 0 0 0 0,0-1 0 0 0,1 1 0 0 0,-1 0-1 0 0,0 0 1 0 0,1 0 0 0 0,-1 0 0 0 0,0 0 0 0 0,1 0 0 0 0,-1 0-1 0 0,0 0 1 0 0,1 0 0 0 0,-1 0 0 0 0,0 0 0 0 0,1 0 0 0 0,-1 0 0 0 0,0 0-1 0 0,1 0 1 0 0,0 1 0 0 0,13 4-393 0 0,-6 1 305 0 0,-1 1 0 0 0,0 0-1 0 0,0 0 1 0 0,7 11 0 0 0,-10-13 51 0 0,-1 1 0 0 0,0-1 0 0 0,1 1 0 0 0,-2 0 0 0 0,1-1 0 0 0,-1 1-1 0 0,3 11 1 0 0,-4-10-17 0 0,0 0 0 0 0,-1-1 0 0 0,0 12-1 0 0,-1-1-10 0 0,1-14 48 0 0,-1-1 0 0 0,1 1 1 0 0,-1-1-1 0 0,1 1 1 0 0,-1-1-1 0 0,0 1 0 0 0,0-1 1 0 0,0 1-1 0 0,-1-1 1 0 0,1 0-1 0 0,0 0 0 0 0,-1 0 1 0 0,0 0-1 0 0,1 0 1 0 0,-1 0-1 0 0,-3 2 0 0 0,2-1 44 0 0,0 0 0 0 0,-1 0-1 0 0,0 0 1 0 0,0-1 0 0 0,0 0-1 0 0,0 1 1 0 0,0-2-1 0 0,-8 4 1 0 0,2-3 160 0 0,1-1 0 0 0,-2 1 0 0 0,1-2 0 0 0,0 1 0 0 0,0-1 0 0 0,0-1 0 0 0,0 0-1 0 0,-15-3 1 0 0,-8-5 251 0 0,-36-13 0 0 0,63 20-438 0 0,-6-2 139 0 0,1-1 0 0 0,0-1 0 0 0,-1 0-1 0 0,2-1 1 0 0,-1 0 0 0 0,1 0 0 0 0,0-1 0 0 0,-16-16 0 0 0,24 20-65 0 0,0 1-1 0 0,0 0 1 0 0,0 0 0 0 0,0-1 0 0 0,0 1 0 0 0,0-1 0 0 0,1 0-1 0 0,0 1 1 0 0,0-1 0 0 0,0 0 0 0 0,0 0 0 0 0,1 0 0 0 0,-1 0-1 0 0,1 0 1 0 0,0 0 0 0 0,0 0 0 0 0,0 1 0 0 0,2-9 0 0 0,-1 10-80 0 0,0 0 1 0 0,1 0 0 0 0,-1 0 0 0 0,0 1-1 0 0,1-1 1 0 0,-1 0 0 0 0,1 0 0 0 0,0 1-1 0 0,-1-1 1 0 0,1 1 0 0 0,0-1-1 0 0,0 1 1 0 0,0 0 0 0 0,0 0 0 0 0,0 0-1 0 0,0 0 1 0 0,4-1 0 0 0,3-1-28 0 0,1 0 0 0 0,15-3 0 0 0,-4 4-39 0 0,0 0 0 0 0,0 1-1 0 0,30 3 1 0 0,-33 0-178 0 0,0 1 1 0 0,0 0-1 0 0,0 2 1 0 0,0 0-1 0 0,29 13 0 0 0,-46-18 60 0 0,0 1 0 0 0,1-1 0 0 0,-1 1-1 0 0,0-1 1 0 0,0 1 0 0 0,0 0-1 0 0,0 0 1 0 0,0 0 0 0 0,0 0 0 0 0,0 0-1 0 0,0 0 1 0 0,0 0 0 0 0,0 0-1 0 0,0 0 1 0 0,-1 0 0 0 0,1 0 0 0 0,1 3-1 0 0,-2-2-911 0 0,1-1 0 0 0,-1 1 0 0 0,0-1 0 0 0,0 1-1 0 0,0-1 1 0 0,0 1 0 0 0,0-1 0 0 0,0 1 0 0 0,-1 3-1 0 0</inkml:trace>
</inkml:ink>
</file>

<file path=ppt/ink/ink1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41.4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63 6385 0 0,'0'0'15670'0'0,"-10"-13"-15686"0"0,-32-34 7 0 0,39 44 9 0 0,1 4 5 0 0,4 9 17 0 0,7 14 58 0 0,3 2 67 0 0,1-2 1 0 0,2 1 0 0 0,0-2 0 0 0,2 0-1 0 0,0-1 1 0 0,2 0 0 0 0,37 33-1 0 0,-23-28 50 0 0,49 31 0 0 0,40 15 36 0 0,-35-22-80 0 0,52 19 35 0 0,-13-8-110 0 0,-119-57-107 0 0,0 0 0 0 0,0 0 0 0 0,10 12 0 0 0,-14-14-23 0 0,-3-3 45 0 0,0 0 1 0 0,0 0-1 0 0,0 0 1 0 0,0 0 0 0 0,0 0-1 0 0,0 0 1 0 0,0 0-1 0 0,0 0 1 0 0,0 0-1 0 0,0 0 1 0 0,0 1-1 0 0,0-1 1 0 0,0 0-1 0 0,0 0 1 0 0,0 0-1 0 0,0 0 1 0 0,0 0-1 0 0,0 0 1 0 0,0 0 0 0 0,0 0-1 0 0,0 0 1 0 0,0 1-1 0 0,0-1 1 0 0,0 0-1 0 0,0 0 1 0 0,0 0-1 0 0,0 0 1 0 0,0 0-1 0 0,0 0 1 0 0,0 0-1 0 0,0 0 1 0 0,0 0 0 0 0,0 0-1 0 0,0 1 1 0 0,0-1-1 0 0,0 0 1 0 0,-1 0-1 0 0,1 0 1 0 0,0 0-1 0 0,0 0 1 0 0,0 0-1 0 0,0 0 1 0 0,0 0-1 0 0,0 0 1 0 0,0 0-1 0 0,0 0 1 0 0,0 0 0 0 0,0 0-1 0 0,-1 0 1 0 0,1 0-1 0 0,0 0 1 0 0,0 0-1 0 0,0 0 1 0 0,0 0-1 0 0,0 0 1 0 0,0 0-1 0 0,0 0 1 0 0,0 0-1 0 0,0 0 1 0 0,-1 0-1 0 0,1 0 1 0 0,0 0 0 0 0,0 0-1 0 0,0 0 1 0 0,0 0-1 0 0,-10 0-327 0 0,8 0 152 0 0,-8 0-1051 0 0,0 0 0 0 0,0-1 0 0 0,-14-3 0 0 0,16 2-1606 0 0,-1-1 1 0 0,-9-4-1 0 0,5 1-6966 0 0</inkml:trace>
</inkml:ink>
</file>

<file path=ppt/ink/ink1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41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315 89 7882 0 0,'0'0'16513'0'0,"-9"-16"-16424"0"0,-25-47-57 0 0,27 54-35 0 0,7 9 3 0 0,0 0 0 0 0,-1 0 0 0 0,1 0-1 0 0,0 0 1 0 0,0-1 0 0 0,0 1 0 0 0,0 0 0 0 0,0 0 0 0 0,0 0-1 0 0,0 0 1 0 0,0 0 0 0 0,0 0 0 0 0,0 1 0 0 0,-1-1-1 0 0,1 0 1 0 0,0 0 0 0 0,0 0 0 0 0,0 0 0 0 0,0 0 0 0 0,0 0-1 0 0,0 0 1 0 0,0 0 0 0 0,0 0 0 0 0,0 0 0 0 0,0 0 0 0 0,0 0-1 0 0,0 0 1 0 0,-1 0 0 0 0,1 0 0 0 0,0 0 0 0 0,0 0-1 0 0,0 0 1 0 0,0 0 0 0 0,0 1 0 0 0,0-1 0 0 0,0 0 0 0 0,0 0-1 0 0,0 0 1 0 0,0 0 0 0 0,0 0 0 0 0,0 0 0 0 0,0 0-1 0 0,0 0 1 0 0,0 0 0 0 0,0 0 0 0 0,0 1 0 0 0,0-1 0 0 0,0 0-1 0 0,0 0 1 0 0,1 15-18 0 0,-1-14 17 0 0,1 61 26 0 0,-4 89 77 0 0,1-136-91 0 0,-1 0 1 0 0,-1 0 0 0 0,0 0-1 0 0,-1-1 1 0 0,0 0-1 0 0,-11 20 1 0 0,-51 77 132 0 0,57-96-120 0 0,-47 64 141 0 0,45-64-123 0 0,-1 2-621 0 0,-1 0 0 0 0,-30 27 1 0 0,44-43 313 0 0,-1-1 0 0 0,1 0 1 0 0,0 1-1 0 0,-1-1 0 0 0,1 1 0 0 0,0-1 1 0 0,-1 1-1 0 0,1-1 0 0 0,0 1 1 0 0,0-1-1 0 0,-1 1 0 0 0,1-1 0 0 0,0 1 1 0 0,0-1-1 0 0,0 1 0 0 0</inkml:trace>
</inkml:ink>
</file>

<file path=ppt/ink/ink1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42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 11034 0 0,'0'0'12238'0'0,"-2"21"-11825"0"0,-7 68-41 0 0,9-83-302 0 0,-1 1-1 0 0,1-1 1 0 0,2 9 0 0 0,-2-13-33 0 0,1 0 1 0 0,-1 0-1 0 0,1 0 1 0 0,0 0-1 0 0,0 0 1 0 0,1 2 0 0 0,2 3 74 0 0,8 16 222 0 0,1-2 1 0 0,19 25 0 0 0,-10-15-207 0 0,-19-27-194 0 0,0 1 1 0 0,-1-1 0 0 0,1 1-1 0 0,-1-1 1 0 0,0 1 0 0 0,-1 0-1 0 0,1 0 1 0 0,-1-1 0 0 0,0 1-1 0 0,0 6 1 0 0,-2 16-9312 0 0</inkml:trace>
</inkml:ink>
</file>

<file path=ppt/ink/ink1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43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59 1512 0 0,'0'0'13401'0'0,"0"-6"-12203"0"0,2-22-208 0 0,-2 27-924 0 0,0 0 1 0 0,1 0-1 0 0,-1 0 1 0 0,0 0-1 0 0,1 0 0 0 0,-1 0 1 0 0,1 0-1 0 0,0 1 0 0 0,-1-1 1 0 0,1 0-1 0 0,0 0 1 0 0,-1 1-1 0 0,1-1 0 0 0,0 0 1 0 0,0 1-1 0 0,0-1 0 0 0,-1 0 1 0 0,1 1-1 0 0,0 0 1 0 0,1-1-1 0 0,18-5 603 0 0,-8 5-636 0 0,0 0 0 0 0,0 1 0 0 0,0 0-1 0 0,0 1 1 0 0,0 0 0 0 0,0 1 0 0 0,0 0 0 0 0,-1 1-1 0 0,18 6 1 0 0,-3 1-36 0 0,-1 1-1 0 0,29 17 1 0 0,-43-22-8 0 0,-1 1 0 0 0,0 0 0 0 0,-1 1 0 0 0,0 0 0 0 0,0 0 1 0 0,0 1-1 0 0,10 15 0 0 0,-17-21 6 0 0,0 0 1 0 0,0 0-1 0 0,0 1 1 0 0,0-1-1 0 0,-1 1 1 0 0,1-1-1 0 0,-1 1 1 0 0,0-1-1 0 0,0 1 1 0 0,-1 0-1 0 0,1-1 1 0 0,-1 1-1 0 0,0 0 1 0 0,0 0 0 0 0,0 0-1 0 0,0-1 1 0 0,0 1-1 0 0,-1 0 1 0 0,0-1-1 0 0,0 1 1 0 0,0 0-1 0 0,0-1 1 0 0,-1 1-1 0 0,1-1 1 0 0,-1 1-1 0 0,0-1 1 0 0,0 0-1 0 0,0 0 1 0 0,0 0-1 0 0,-1 0 1 0 0,1 0-1 0 0,-4 2 1 0 0,0 0 48 0 0,-1 0 1 0 0,1-1 0 0 0,-1 0-1 0 0,0-1 1 0 0,-1 1-1 0 0,1-1 1 0 0,0-1-1 0 0,-1 1 1 0 0,0-1 0 0 0,-9 1-1 0 0,-8 0 424 0 0,-46-1-1 0 0,71-2-467 0 0,-10 0 165 0 0,0-1 0 0 0,0-1 0 0 0,0 1-1 0 0,0-1 1 0 0,1-1 0 0 0,-1 0 0 0 0,1 0-1 0 0,0-1 1 0 0,-13-7 0 0 0,-2-3 233 0 0,1-2 0 0 0,-22-18 0 0 0,41 31-337 0 0,0 0-1 0 0,1-1 0 0 0,-1 0 1 0 0,1 1-1 0 0,0-2 1 0 0,0 1-1 0 0,0 0 0 0 0,0 0 1 0 0,1-1-1 0 0,-4-9 0 0 0,4 6 22 0 0,0 0 0 0 0,0 0-1 0 0,0 0 1 0 0,1 0-1 0 0,0-17 1 0 0,1 23-97 0 0,1 0-1 0 0,-1-1 1 0 0,1 1-1 0 0,-1 0 1 0 0,1-1-1 0 0,0 1 1 0 0,0 0-1 0 0,0 0 1 0 0,0 0-1 0 0,0 0 1 0 0,0 0 0 0 0,1 0-1 0 0,-1 0 1 0 0,1 0-1 0 0,-1 0 1 0 0,1 0-1 0 0,0 1 1 0 0,0-1-1 0 0,0 1 1 0 0,0-1 0 0 0,3-1-1 0 0,-3 2-199 0 0,0 0-1 0 0,0 0 1 0 0,0 0 0 0 0,0 1-1 0 0,0-1 1 0 0,0 1 0 0 0,1-1-1 0 0,-1 1 1 0 0,0-1-1 0 0,4 1 1 0 0,-5 0-190 0 0,1 0-1 0 0,0 1 1 0 0,0-1 0 0 0,-1 0-1 0 0,1 1 1 0 0,0-1 0 0 0,-1 1 0 0 0,1 0-1 0 0,0-1 1 0 0,-1 1 0 0 0,1 0-1 0 0,-1 0 1 0 0,1 0 0 0 0,1 2-1 0 0,16 13-8818 0 0</inkml:trace>
</inkml:ink>
</file>

<file path=ppt/ink/ink1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44.8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27 114 1064 0 0,'0'0'11643'0'0,"-4"-17"-11088"0"0,-16-73 534 0 0,17 83 123 0 0,4 12-963 0 0,3 14-78 0 0,12 3 491 0 0,0-1 0 0 0,1 0-1 0 0,33 30 1 0 0,-44-44-572 0 0,75 70 567 0 0,3-2-1 0 0,145 98 1 0 0,67 15-113 0 0,-114-66-345 0 0,-171-113-200 0 0,13 14 0 0 0,-19-18-13 0 0,-54-46-3517 0 0,4 4-1486 0 0,4 2-2119 0 0,29 24 1403 0 0</inkml:trace>
</inkml:ink>
</file>

<file path=ppt/ink/ink1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45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370 44 7082 0 0,'0'0'14257'0'0,"-20"-9"-14221"0"0,-5-3-10 0 0,-28-9 0 0 0,52 21-23 0 0,0 0-1 0 0,1-1 1 0 0,-1 1-1 0 0,0 0 1 0 0,0 0-1 0 0,0-1 1 0 0,0 1-1 0 0,0 0 1 0 0,0 0 0 0 0,0 0-1 0 0,0 0 1 0 0,0 0-1 0 0,0 1 1 0 0,0-1-1 0 0,0 0 1 0 0,1 0-1 0 0,-1 0 1 0 0,0 1-1 0 0,0-1 1 0 0,0 1-1 0 0,0-1 1 0 0,0 0-1 0 0,1 1 1 0 0,-1 0-1 0 0,0-1 1 0 0,-1 2 0 0 0,1-1 5 0 0,0 1 0 0 0,1 0 0 0 0,-1-1 1 0 0,0 1-1 0 0,1 0 0 0 0,-1-1 1 0 0,1 1-1 0 0,0 0 0 0 0,-1 3 0 0 0,0 2 31 0 0,-21 95 404 0 0,-1 6-77 0 0,11-61-208 0 0,-5 50 0 0 0,11-64-57 0 0,0-1 0 0 0,-15 40 0 0 0,-11 17 135 0 0,25-72-208 0 0,-1 0 1 0 0,-1-1-1 0 0,-12 17 0 0 0,18-29-256 0 0,-1 0 0 0 0,1 0 0 0 0,-1 0 0 0 0,0 0 0 0 0,0-1 0 0 0,-5 4 0 0 0,-4 0-3582 0 0,1-1-4159 0 0</inkml:trace>
</inkml:ink>
</file>

<file path=ppt/ink/ink1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45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70 3761 0 0,'0'0'18666'0'0,"14"-10"-18368"0"0,41-32-63 0 0,-51 39-179 0 0,0 1 1 0 0,0-1 0 0 0,0 1 0 0 0,9-4-1 0 0,-12 5-42 0 0,0 1 0 0 0,1 0 0 0 0,-1-1 0 0 0,1 1 0 0 0,-1 0 0 0 0,1 0 0 0 0,-1 0 0 0 0,1 0 0 0 0,1 1 0 0 0,8 0 5 0 0,-9-1-21 0 0,0 0 0 0 0,0 1 0 0 0,0-1 0 0 0,0 1-1 0 0,1-1 1 0 0,-1 1 0 0 0,-1 0 0 0 0,1 0 0 0 0,0 0-1 0 0,0 0 1 0 0,0 0 0 0 0,0 0 0 0 0,-1 1 0 0 0,1-1-1 0 0,-1 1 1 0 0,1-1 0 0 0,2 4 0 0 0,-3-4 0 0 0,2 3-8 0 0,-1 0 1 0 0,0 0-1 0 0,0 0 0 0 0,0 0 1 0 0,0 0-1 0 0,0 0 0 0 0,-1 1 1 0 0,0-1-1 0 0,0 1 0 0 0,0-1 1 0 0,0 7-1 0 0,0 2 8 0 0,-1 0 0 0 0,-2 17 0 0 0,1-24-2 0 0,0 0 0 0 0,0 0 0 0 0,-1-1 0 0 0,0 1 0 0 0,0 0 0 0 0,0-1 1 0 0,-5 8-1 0 0,-5 7 3 0 0,-17 32-53 0 0,25-43 93 0 0,2-7 22 0 0,1 1 1 0 0,0 0-1 0 0,0-1 1 0 0,0 1 0 0 0,0 0-1 0 0,0-1 1 0 0,1 1 0 0 0,-1 0-1 0 0,1 4 297 0 0,129-16 1195 0 0,-43 1-1570 0 0,54 8 8 0 0,-125 1-214 0 0,0 0 1 0 0,0 1-1 0 0,0 1 1 0 0,0 1-1 0 0,19 7 1 0 0,-33-11 74 0 0,0 0 1 0 0,0 1-1 0 0,-1-1 1 0 0,1 1-1 0 0,0-1 1 0 0,0 0-1 0 0,-1 1 0 0 0,1-1 1 0 0,0 1-1 0 0,-1 0 1 0 0,1-1-1 0 0,0 1 1 0 0,-1 0-1 0 0,1-1 0 0 0,-1 1 1 0 0,1 0-1 0 0,-1 0 1 0 0,1 1-1 0 0,1 10-8875 0 0</inkml:trace>
</inkml:ink>
</file>

<file path=ppt/ink/ink1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47.2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88 116 0 0 0,'0'0'12764'0'0,"-2"-10"-11912"0"0,-9-34 18 0 0,3 21 858 0 0,7 21-1383 0 0,0-1 0 0 0,0 1 0 0 0,1 0 1 0 0,-1-1-1 0 0,0 1 0 0 0,1 0 0 0 0,0-1 0 0 0,0 1 0 0 0,0-3 1 0 0,0 4-315 0 0,0 0 1 0 0,0 1 0 0 0,0-1 0 0 0,0 1 0 0 0,1-1-1 0 0,-1 1 1 0 0,0-1 0 0 0,0 0 0 0 0,1 1 0 0 0,-1-1-1 0 0,0 1 1 0 0,1-1 0 0 0,-1 1 0 0 0,0 0 0 0 0,1-1 0 0 0,-1 1-1 0 0,1-1 1 0 0,-1 1 0 0 0,1 0 0 0 0,-1-1 0 0 0,1 1-1 0 0,-1 0 1 0 0,1-1 0 0 0,-1 1 0 0 0,1 0 0 0 0,-1 0-1 0 0,1 0 1 0 0,0-1 0 0 0,-1 1 0 0 0,1 0 0 0 0,-1 0 0 0 0,1 0-1 0 0,1 0 1 0 0,25 0-95 0 0,-19 1 106 0 0,3 0-47 0 0,0 1 1 0 0,-1 0-1 0 0,1 0 0 0 0,-1 1 1 0 0,1 1-1 0 0,14 6 0 0 0,2 4-22 0 0,29 18-1 0 0,-47-26 21 0 0,0 0 0 0 0,0 1-1 0 0,-1 0 1 0 0,12 12 0 0 0,-17-16-5 0 0,-1 0 0 0 0,1 0 0 0 0,-1 0 0 0 0,1 1 0 0 0,-1-1 0 0 0,0 1 0 0 0,-1 0 0 0 0,1 0 0 0 0,0 0 0 0 0,-1 0 0 0 0,0 0 0 0 0,0 0 0 0 0,0 0 0 0 0,0 7 0 0 0,-1-9 10 0 0,0-1-1 0 0,0 1 0 0 0,-1-1 1 0 0,1 1-1 0 0,0-1 0 0 0,-1 1 1 0 0,1-1-1 0 0,-1 1 0 0 0,1-1 1 0 0,-1 0-1 0 0,0 1 0 0 0,1-1 1 0 0,-1 0-1 0 0,0 1 0 0 0,-2 1 1 0 0,1-1 7 0 0,0 0 0 0 0,-1 0 0 0 0,1-1 0 0 0,0 1 0 0 0,-1-1 1 0 0,1 1-1 0 0,-1-1 0 0 0,-2 1 0 0 0,-4 1 52 0 0,0-1-1 0 0,0 0 1 0 0,0 0 0 0 0,-13 0 0 0 0,2-1 110 0 0,0 0 0 0 0,-1-2 0 0 0,1 0 0 0 0,0-1 0 0 0,0-1 0 0 0,0-1 0 0 0,-37-13 0 0 0,48 14-62 0 0,1 0 0 0 0,-1-1 0 0 0,1-1 0 0 0,0 1 0 0 0,-15-12 0 0 0,22 15-87 0 0,0 0-1 0 0,1 0 0 0 0,-1 1 1 0 0,0-1-1 0 0,0 0 1 0 0,1 0-1 0 0,-1 0 0 0 0,0 0 1 0 0,1-1-1 0 0,-1 1 0 0 0,1 0 1 0 0,-1 0-1 0 0,1 0 1 0 0,0 0-1 0 0,-1 0 0 0 0,1-1 1 0 0,0 1-1 0 0,0 0 1 0 0,0 0-1 0 0,0-2 0 0 0,0 2-138 0 0,0 1-1 0 0,0-1 1 0 0,1 0-1 0 0,-1 1 1 0 0,0-1 0 0 0,1 0-1 0 0,-1 1 1 0 0,0-1-1 0 0,1 0 1 0 0,-1 1-1 0 0,1-1 1 0 0,-1 1-1 0 0,1-1 1 0 0,-1 0-1 0 0,1 1 1 0 0,-1-1-1 0 0,1 1 1 0 0,-1 0-1 0 0,1-1 1 0 0,0 1-1 0 0,-1 0 1 0 0,1-1-1 0 0,0 1 1 0 0,-1 0-1 0 0,1-1 1 0 0,0 1-1 0 0,-1 0 1 0 0,1 0-1 0 0,0 0 1 0 0,0 0-1 0 0,-1 0 1 0 0,1 0 0 0 0,1 0-1 0 0,7 0-2696 0 0,-2 0-2949 0 0</inkml:trace>
</inkml:ink>
</file>

<file path=ppt/ink/ink1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48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60 1488 0 0,'0'0'14678'0'0,"-9"-10"-14151"0"0,-23-30-96 0 0,24 30 1712 0 0,10 11-2107 0 0,0-1 1 0 0,0 0-1 0 0,0 1 1 0 0,0 0-1 0 0,0-1 1 0 0,0 1-1 0 0,0 0 1 0 0,0 0-1 0 0,0 0 1 0 0,0 1-1 0 0,2 1 1 0 0,19 17-15 0 0,-19-17 22 0 0,58 62 269 0 0,-19-14-18 0 0,-2-1 196 0 0,60 55 1 0 0,73 50 39 0 0,6 8-54 0 0,-153-137-440 0 0,-15-13 12 0 0,26 20 0 0 0,-24-20 5 0 0,-12-11-27 0 0,0 0-1 0 0,-1 0 0 0 0,1 0 1 0 0,0 0-1 0 0,0-1 0 0 0,0 1 1 0 0,3 1-1 0 0,-4-3-9 0 0,-1 0-1 0 0,0 1 1 0 0,0-1-1 0 0,0 0 1 0 0,0 0-1 0 0,0 0 1 0 0,1 0-1 0 0,-1 0 1 0 0,0 0-1 0 0,0 0 1 0 0,0 0-1 0 0,0 0 1 0 0,1 0 0 0 0,-1 0-1 0 0,0 0 1 0 0,0 0-1 0 0,0 0 1 0 0,0 0-1 0 0,1 0 1 0 0,-1 0-1 0 0,0 0 1 0 0,0 0-1 0 0,0 0 1 0 0,0 0-1 0 0,1 0 1 0 0,-1 0-1 0 0,0 0 1 0 0,0 0-1 0 0,0 0 1 0 0,0 0-1 0 0,0-1 1 0 0,1 1 0 0 0,-1 0-1 0 0,0 0 1 0 0,0 0-1 0 0,0 0 1 0 0,0 0-1 0 0,0 0 1 0 0,0-1-1 0 0,0 1 1 0 0,1 0-1 0 0,-1-10-102 0 0,-5-11-991 0 0,-3 8-519 0 0,0 0-1 0 0,-1 1 1 0 0,-1 0 0 0 0,0 0 0 0 0,-13-11-1 0 0,-14-18-6222 0 0,27 28 2915 0 0</inkml:trace>
</inkml:ink>
</file>

<file path=ppt/ink/ink1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48.9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60 160 0 0,'0'0'16805'0'0,"4"-8"-15814"0"0,11-25-102 0 0,-14 31-733 0 0,-1 1-1 0 0,1 0 0 0 0,-1-1 1 0 0,1 1-1 0 0,-1-1 1 0 0,0 1-1 0 0,0 0 0 0 0,1-1 1 0 0,-1-1-1 0 0,0 3-118 0 0,0 0 0 0 0,0 0 0 0 0,0-1 0 0 0,0 1 0 0 0,0 0 0 0 0,0 0 0 0 0,0 0 0 0 0,0 0 0 0 0,0 0 0 0 0,0 0 0 0 0,0 0 0 0 0,0 0 0 0 0,0 0 0 0 0,0 0 0 0 0,0-1 0 0 0,0 1 0 0 0,0 0-1 0 0,0 0 1 0 0,0 0 0 0 0,0 0 0 0 0,0 0 0 0 0,0 0 0 0 0,0 0 0 0 0,0 0 0 0 0,0 0 0 0 0,0 0 0 0 0,0 0 0 0 0,0 0 0 0 0,0 0 0 0 0,0 0 0 0 0,1-1 0 0 0,-1 1 0 0 0,0 0 0 0 0,0 0 0 0 0,0 0 0 0 0,0 0 0 0 0,0 0 0 0 0,0 0 0 0 0,0 0 0 0 0,0 0 0 0 0,0 0 0 0 0,0 0 0 0 0,1 0 0 0 0,-1 0 0 0 0,0 0 0 0 0,0 0-1 0 0,0 0 1 0 0,0 0 0 0 0,0 0 0 0 0,0 0 0 0 0,0 0 0 0 0,0 0 0 0 0,0 0 0 0 0,0 0 0 0 0,0 1 0 0 0,1-1 0 0 0,-1 0-34 0 0,7 7-91 0 0,-6-3 83 0 0,0-1 0 0 0,0 1 1 0 0,0-1-1 0 0,-1 1 1 0 0,1 0-1 0 0,-1-1 0 0 0,0 1 1 0 0,0-1-1 0 0,0 1 0 0 0,-1 5 1 0 0,1 3-5 0 0,-1-7 7 0 0,1 1-1 0 0,-1-1 1 0 0,0 0 0 0 0,0 0 0 0 0,0 0 0 0 0,-4 8 0 0 0,-16 30 78 0 0,8-18-20 0 0,6-11 2 0 0,-13 21 0 0 0,12-23 66 0 0,-9 20 0 0 0,10-19-9 0 0,-9 15 0 0 0,10-19-54 0 0,1 0 0 0 0,0 0 0 0 0,1 0 0 0 0,0 1 0 0 0,0-1 0 0 0,1 1 1 0 0,-3 17-1 0 0,3-3 130 0 0,1-1 0 0 0,0 29 0 0 0,3-5-9 0 0,-2 53 98 0 0,-1-90-271 0 0,-1-1 0 0 0,1 0 0 0 0,-2 1 0 0 0,1-1 0 0 0,-1 0 0 0 0,-6 9 0 0 0,6-9-37 0 0,2-5-284 0 0,-1 0 1 0 0,1 0-1 0 0,0-1 0 0 0,-5 5 1 0 0,1-3-2808 0 0</inkml:trace>
</inkml:ink>
</file>

<file path=ppt/ink/ink1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49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76 776 0 0,'0'0'20874'0'0,"-1"-12"-20466"0"0,0-35-111 0 0,1 46-288 0 0,0 1-1 0 0,0-1 1 0 0,0 1-1 0 0,0-1 1 0 0,0 1-1 0 0,0-1 1 0 0,0 1-1 0 0,0-1 1 0 0,0 1-1 0 0,0-1 1 0 0,0 1-1 0 0,0-1 1 0 0,1 0-1 0 0,-1 1 1 0 0,0-1-1 0 0,0 1 1 0 0,1 0-1 0 0,-1-1 0 0 0,0 1 1 0 0,1-1-1 0 0,-1 1 1 0 0,0-1-1 0 0,1 1 1 0 0,-1 0-1 0 0,1-1 1 0 0,-1 1-1 0 0,0 0 1 0 0,1-1-1 0 0,-1 1 1 0 0,1 0-1 0 0,-1 0 1 0 0,1-1-1 0 0,-1 1 1 0 0,1 0-1 0 0,-1 0 1 0 0,1 0-1 0 0,0 0 0 0 0,-1 0 1 0 0,1 0-1 0 0,-1 0 1 0 0,1 0-1 0 0,-1 0 1 0 0,1 0-1 0 0,-1 0 1 0 0,1 0-1 0 0,0 0 1 0 0,2 0 19 0 0,9-1-9 0 0,1 1 0 0 0,-1 0-1 0 0,0 1 1 0 0,1 0 0 0 0,-1 0-1 0 0,1 2 1 0 0,-1-1 0 0 0,13 6 0 0 0,-3 0-33 0 0,-1 1 0 0 0,0 1 0 0 0,27 16 1 0 0,-43-23-6 0 0,-1 0 0 0 0,1 0 0 0 0,0 1 1 0 0,-1 0-1 0 0,0 0 0 0 0,7 8 1 0 0,-9-10-11 0 0,0 1 1 0 0,-1 0-1 0 0,1 0 1 0 0,-1 0-1 0 0,1 0 1 0 0,-1 0-1 0 0,0 0 1 0 0,0 0-1 0 0,-1 0 1 0 0,1 0 0 0 0,-1 1-1 0 0,1-1 1 0 0,-1 4-1 0 0,-1-6 24 0 0,1 1 0 0 0,0 0 0 0 0,-1-1 0 0 0,0 1 0 0 0,1-1 0 0 0,-1 1 0 0 0,0-1 0 0 0,1 1 0 0 0,-1-1 0 0 0,0 1 0 0 0,0-1 0 0 0,0 0 0 0 0,-1 1 0 0 0,1-1 1 0 0,0 0-1 0 0,0 0 0 0 0,-1 0 0 0 0,1 0 0 0 0,-1 0 0 0 0,1 0 0 0 0,0 0 0 0 0,-4 1 0 0 0,-2 1 17 0 0,-1 0 0 0 0,1 0 0 0 0,-12 2-1 0 0,-24 4-15 0 0,-15 3 35 0 0,58-12-29 0 0,0 0 0 0 0,-1 0 1 0 0,1 1-1 0 0,0-1 0 0 0,-1 0 0 0 0,1 0 0 0 0,0 0 0 0 0,-1 0 0 0 0,1 0 0 0 0,0 0 1 0 0,0 0-1 0 0,-1 1 0 0 0,1-1 0 0 0,0 0 0 0 0,0 0 0 0 0,-1 0 0 0 0,1 1 0 0 0,0-1 1 0 0,0 0-1 0 0,0 0 0 0 0,-1 1 0 0 0,1-1 0 0 0,0 0 0 0 0,0 0 0 0 0,0 1 1 0 0,0-1-1 0 0,0 0 0 0 0,-1 1 0 0 0,1-1 0 0 0,0 0 0 0 0,0 1 0 0 0,0 0 4 0 0,1-1-1 0 0,-1 1 1 0 0,0 0-1 0 0,0-1 1 0 0,1 1-1 0 0,-1 0 1 0 0,0-1-1 0 0,1 1 1 0 0,-1-1-1 0 0,1 1 1 0 0,-1 0-1 0 0,1-1 1 0 0,0 1-1 0 0,20 15 104 0 0,-21-16-108 0 0,17 10 38 0 0,16 11-31 0 0,0 1 0 0 0,34 30-1 0 0,-65-51-19 0 0,0 1 0 0 0,0 0 0 0 0,-1 0 0 0 0,1-1 0 0 0,-1 1 0 0 0,1 0 0 0 0,-1 1 0 0 0,0-1 0 0 0,0 0 0 0 0,0 0 0 0 0,0 0 0 0 0,0 1 0 0 0,-1-1-1 0 0,1 0 1 0 0,-1 1 0 0 0,1-1 0 0 0,-1 1 0 0 0,0 2 0 0 0,0-4 7 0 0,0 0-1 0 0,-1 0 1 0 0,1 1-1 0 0,-1-1 1 0 0,1 0-1 0 0,-1 0 1 0 0,1 0-1 0 0,-1 0 1 0 0,0 0-1 0 0,0 0 1 0 0,1-1-1 0 0,-1 1 1 0 0,0 0-1 0 0,0 0 1 0 0,0 0-1 0 0,0-1 1 0 0,0 1-1 0 0,0 0 1 0 0,0-1-1 0 0,0 1 1 0 0,0-1-1 0 0,-1 1 1 0 0,-4 1 6 0 0,1 0 0 0 0,-1 0 1 0 0,-6 2-1 0 0,-16 0-43 0 0,0 0 0 0 0,-29 0 0 0 0,0-4-2141 0 0,1-2-4141 0 0,38 1 1182 0 0,4-1-3376 0 0</inkml:trace>
</inkml:ink>
</file>

<file path=ppt/ink/ink1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1:01.0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0 201 1664 0 0,'1'-1'17043'0'0,"6"2"-14592"0"0,12-1-3137 0 0,-12 0 1472 0 0,173-12 1870 0 0,-44 1-2107 0 0,-133 11-544 0 0,343-10 322 0 0,-154 2 25 0 0,-109 3-183 0 0,18 0-6 0 0,95 5-37 0 0,-122 4-55 0 0,-47-2-28 0 0,19 1-51 0 0,53 2 192 0 0,-23-5-172 0 0,303 9 73 0 0,-351-7-83 0 0,71 8 7 0 0,-3-1 2 0 0,-10-2-1 0 0,17 3 14 0 0,-17-2-2 0 0,208 4 393 0 0,-277-12-364 0 0,14-2 195 0 0,37-5-1 0 0,11-2-5 0 0,80-5-128 0 0,4 5-52 0 0,29-1 22 0 0,457 6 144 0 0,-414 5-180 0 0,-199-3 57 0 0,57-10 0 0 0,-3 0-31 0 0,597-11-5 0 0,-609 25-59 0 0,132 1 3 0 0,-165-7 2 0 0,80-18 1 0 0,-22 2 19 0 0,-76 16-14 0 0,220-25 7 0 0,218 19 30 0 0,-326 4-43 0 0,-45 1-17 0 0,133-8 3 0 0,-1 0 10 0 0,353 6-37 0 0,-455 11 25 0 0,3 1 24 0 0,15-2-47 0 0,7 2 49 0 0,-59-3-62 0 0,-20-2 70 0 0,46 7-35 0 0,24-3 112 0 0,-138-5-100 0 0,1 1 0 0 0,0-1 0 0 0,-1 0 1 0 0,1 1-1 0 0,0-1 0 0 0,-1 0 0 0 0,1-1 0 0 0,-1 1 0 0 0,0 0 0 0 0,1-1 0 0 0,3-3 0 0 0,-1 3-594 0 0,-6 6-799 0 0,-8 9-1538 0 0,9-13 2807 0 0,-22 21-4691 0 0,6-7-3026 0 0</inkml:trace>
</inkml:ink>
</file>

<file path=ppt/ink/ink1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1:15.99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 4924 704 0 0,'-14'10'23700'0'0,"18"-33"-21348"0"0,-4 23-2332 0 0,1-2-10 0 0,-1 1 0 0 0,1 0 1 0 0,-1 0-1 0 0,1 0 1 0 0,0-1-1 0 0,-1 1 1 0 0,1 0-1 0 0,0 0 1 0 0,0 0-1 0 0,0 0 1 0 0,0 0-1 0 0,0 1 0 0 0,0-1 1 0 0,1-1-1 0 0,-1 2-16 0 0,-1 0-4 0 0,0-1 16 0 0,0 0 11 0 0,12-9 243 0 0,-8 5-130 0 0,-4 5-127 0 0,0-1-1 0 0,0 1 1 0 0,0 0-1 0 0,1-1 1 0 0,-1 1-1 0 0,0 0 1 0 0,0-1 0 0 0,0 1-1 0 0,1 0 1 0 0,-1 0-1 0 0,0-1 1 0 0,0 1-1 0 0,1 0 1 0 0,-1 0 0 0 0,0-1-1 0 0,1 1 1 0 0,-1 0-1 0 0,1 0 1 0 0,3-3 11 0 0,0 1 0 0 0,0-1 0 0 0,0 0 0 0 0,0 0 1 0 0,0 0-1 0 0,3-5 0 0 0,14-10 0 0 0,2 2 2 0 0,0 0 0 0 0,1 2-1 0 0,38-17 1 0 0,-26 13-3 0 0,-23 11-22 0 0,15-6 1 0 0,72-29 24 0 0,-71 27-10 0 0,-20 10 0 0 0,-1 1 0 0 0,14-5 0 0 0,-9 4-9 0 0,0-1 1 0 0,17-10-1 0 0,51-33 95 0 0,-68 41-72 0 0,0-1-1 0 0,0 0 1 0 0,14-13 0 0 0,-17 13-21 0 0,1 2 0 0 0,-1-1 0 0 0,19-8 1 0 0,-14 8-3 0 0,19-15 1 0 0,-22 15 7 0 0,0 0 1 0 0,16-6-1 0 0,-6 3 7 0 0,0 0-9 0 0,-13 7-14 0 0,0-1 0 0 0,14-8 0 0 0,5-5 89 0 0,46-34-2 0 0,-34 23-53 0 0,45-25 0 0 0,-2 2-31 0 0,18-10 34 0 0,-44 28 0 0 0,12-4-36 0 0,-39 22 20 0 0,45-30 0 0 0,-47 27-4 0 0,61-29 1 0 0,-21 13 4 0 0,2-4 10 0 0,64-39-5 0 0,-47 28 9 0 0,23-18 26 0 0,-61 37-44 0 0,90-62 2 0 0,-76 49 10 0 0,-40 25-19 0 0,1 1 0 0 0,49-27 0 0 0,-25 16 32 0 0,-24 15-22 0 0,57-36-23 0 0,-71 44 18 0 0,74-39 10 0 0,-29 16-15 0 0,-4 2 25 0 0,40-22-23 0 0,-18 8-4 0 0,15-7 41 0 0,-41 21-52 0 0,89-43 47 0 0,22-12 22 0 0,-102 53-74 0 0,18-12 52 0 0,-17 8-35 0 0,-21 14 42 0 0,63-39-79 0 0,9 5 75 0 0,-102 50-44 0 0,121-51 4 0 0,38-18 18 0 0,-24 13-21 0 0,-114 48 16 0 0,326-138-1 0 0,-330 139 4 0 0,102-53 51 0 0,-91 46-62 0 0,71-39 20 0 0,47-21 44 0 0,-97 46-50 0 0,13-7-29 0 0,52-30 42 0 0,-61 34-21 0 0,76-38 22 0 0,16-9-20 0 0,59-35 25 0 0,-63 24 5 0 0,-98 61-31 0 0,2 2 1 0 0,79-33-1 0 0,59-34 14 0 0,-97 46-23 0 0,13-5-12 0 0,19-17-9 0 0,-94 53 31 0 0,11-8-1 0 0,-19 12-6 0 0,37-19 1 0 0,55-33 15 0 0,-68 38-31 0 0,-45 28 12 0 0,261-150 39 0 0,-202 115-36 0 0,-10 5 4 0 0,87-35-20 0 0,-123 60 10 0 0,32-15-29 0 0,45-19 27 0 0,-77 34 17 0 0,18-10 0 0 0,-2 0 4 0 0,97-51-160 0 0,-7 13 118 0 0,-86 38 86 0 0,-15 7-75 0 0,29-10 1 0 0,0 2 8 0 0,28-8-36 0 0,31-3 14 0 0,99-41-31 0 0,-196 66 106 0 0,-8 2-47 0 0,0 1 1 0 0,-1 0 0 0 0,1-1-1 0 0,0 0 1 0 0,0 1 0 0 0,0-1-1 0 0,0 0 1 0 0,-1 0 0 0 0,1 0-1 0 0,0 0 1 0 0,-1-1 0 0 0,1 1-1 0 0,0 0 1 0 0,-1-1-1 0 0,0 1 1 0 0,2-2 0 0 0,-2 2 2 0 0,0-1-1 0 0,0 1 1 0 0,1 1 0 0 0,-1-1-1 0 0,0 0 1 0 0,0 0 0 0 0,1 0 0 0 0,-1 1-1 0 0,2-2 1 0 0,9-4 46 0 0,-3-2-54 0 0,0 0-1 0 0,1 1 1 0 0,11-7 0 0 0,13-10 34 0 0,-22 15-13 0 0,12-10-24 0 0,18-18 50 0 0,-6 8-47 0 0,-29 22 4 0 0,1 1 1 0 0,10-7-1 0 0,-10 8 2 0 0,-1-1 0 0 0,10-8 0 0 0,-14 9-174 0 0,-5 5-258 0 0,1 0 339 0 0,0 0 0 0 0,1 0-1 0 0,-1 1 1 0 0,0-1 0 0 0,0 1 0 0 0,1-1 0 0 0,-1 1 0 0 0,0-1 0 0 0,0 1 0 0 0,1-1 0 0 0,-2 2 0 0 0,-15 22-2382 0 0,-1-1-4561 0 0,6-8-4565 0 0</inkml:trace>
</inkml:ink>
</file>

<file path=ppt/ink/ink1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1:27.83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86 48 0 0 0,'0'0'5916'0'0,"-7"-5"-5265"0"0,-29-20 274 0 0,14 16 4254 0 0,19 8-4596 0 0,-14-6 13516 0 0,20 7-15989 0 0,4 0 1891 0 0,0 0 0 0 0,-1 0 0 0 0,1 1 0 0 0,0-1 0 0 0,-1 2 0 0 0,1-1 0 0 0,-1 1 0 0 0,13 5 0 0 0,-9-2-13 0 0,-1 0 0 0 0,11 8 0 0 0,10 7 45 0 0,67 39-6 0 0,-59-39 93 0 0,62 24 0 0 0,0-2 49 0 0,17 6-15 0 0,-27-14-76 0 0,-19-5 4 0 0,-2-5-33 0 0,79 27 67 0 0,-21-1-99 0 0,-74-28 10 0 0,73 34 62 0 0,54 21 29 0 0,43 12-3 0 0,35 27-83 0 0,-148-63-14 0 0,-32-14 12 0 0,296 130 61 0 0,-259-118-72 0 0,19 6 7 0 0,-85-35-25 0 0,208 96 11 0 0,-191-85 11 0 0,280 132 23 0 0,4-9 100 0 0,-326-146-138 0 0,111 48 77 0 0,123 43 35 0 0,60 29 22 0 0,-151-59-84 0 0,-23-15 1 0 0,51 23 30 0 0,25 4 26 0 0,-86-35-60 0 0,67 37-3 0 0,-30-3-14 0 0,87 44 7 0 0,-52-28-19 0 0,-128-61-13 0 0,33 17 9 0 0,126 57 18 0 0,-106-52-27 0 0,-118-53-15 0 0,172 83 9 0 0,-5-5 2 0 0,-144-68-3 0 0,136 61 21 0 0,75 31-57 0 0,-120-58 17 0 0,-33-14 30 0 0,128 50 14 0 0,-66-25-42 0 0,-116-46 22 0 0,-15-3-2 0 0,31 16 0 0 0,-14-5-35 0 0,38 21 49 0 0,-63-36-29 0 0,0 1 0 0 0,-1 1 1 0 0,0 1-1 0 0,18 14 1 0 0,5 4-13 0 0,-4-3 36 0 0,32 21-37 0 0,-43-31 48 0 0,27 12-4 0 0,-45-25-20 0 0,112 56 11 0 0,-107-54-22 0 0,74 37 13 0 0,-9-3-27 0 0,-67-35 25 0 0,-3-1-4 0 0,0 0 0 0 0,-1-1 0 0 0,1 0 0 0 0,11 3 1 0 0,-7-3-807 0 0,-20-6-3586 0 0,-11-4-1927 0 0,14 5 2099 0 0</inkml:trace>
</inkml:ink>
</file>

<file path=ppt/ink/ink1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1:31.66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9121 97 0 0 0,'0'0'3972'0'0,"8"-3"-3490"0"0,25-9-56 0 0,-32 12-373 0 0,0 0 0 0 0,-1 0 0 0 0,1 0-1 0 0,0-1 1 0 0,0 1 0 0 0,-1 0 0 0 0,1-1 0 0 0,0 1 0 0 0,-1 0 0 0 0,1-1 0 0 0,-1 1 0 0 0,1-1 0 0 0,0 1 0 0 0,-1-1 0 0 0,1 1 0 0 0,-1-1 0 0 0,1 1 0 0 0,0-2 0 0 0,-1 2-44 0 0,0 0 1 0 0,0 0 0 0 0,0 0 0 0 0,0-1-1 0 0,0 1 1 0 0,1 0 0 0 0,-1 0 0 0 0,0 0-1 0 0,0 0 1 0 0,0 0 0 0 0,0 0 0 0 0,0 0-1 0 0,0 0 1 0 0,1-1 0 0 0,-1 1 0 0 0,0 0 0 0 0,0 0-1 0 0,0 0 1 0 0,0 0 0 0 0,0 0 0 0 0,1 0-1 0 0,-1 0 1 0 0,0 0 0 0 0,0 0 0 0 0,0 0-1 0 0,0 0 1 0 0,1 0 0 0 0,-1 0 0 0 0,0 0-1 0 0,0 0 1 0 0,0 0 0 0 0,0 0 0 0 0,1 1-1 0 0,53-3 8695 0 0,-53 2-8495 0 0,-7 0 15 0 0,-91-2 2063 0 0,-79 2-404 0 0,100 10-1479 0 0,47-6-126 0 0,-42 1 0 0 0,-447-3 2130 0 0,408-9-2139 0 0,32 0-92 0 0,-147 4 458 0 0,-124-11 421 0 0,269 3-831 0 0,-49-5 216 0 0,73 9-330 0 0,-41-3 41 0 0,-187 5-76 0 0,-287 5 73 0 0,346-5-104 0 0,-2 1-26 0 0,169 4-29 0 0,-290 7 3 0 0,319-5-3 0 0,-53 4 18 0 0,-1-1-11 0 0,44-3-14 0 0,-592 7 85 0 0,422-10-52 0 0,-481 8 18 0 0,447 2-5 0 0,83-1-12 0 0,-355-5 119 0 0,298-4-72 0 0,-246 1 151 0 0,329 8-150 0 0,1 0 13 0 0,-113-8 350 0 0,151 5-380 0 0,56-1-28 0 0,-32 1-2 0 0,-193 17 84 0 0,-28 3-41 0 0,242-21-48 0 0,-146 9 64 0 0,85-8-23 0 0,110-5-53 0 0,-12 0 10 0 0,0 0-1 0 0,0 1 1 0 0,0 0-1 0 0,-22 6 1 0 0,23-4-4 0 0,1-1-1 0 0,-1 0 1 0 0,1-1 0 0 0,-22 0 0 0 0,4-1 55 0 0,12 1 20 0 0,-1-1 1 0 0,1-1 0 0 0,-26-4-1 0 0,-5-4 181 0 0,32 8-221 0 0,0 0 0 0 0,-20 1-1 0 0,10 0-1095 0 0</inkml:trace>
</inkml:ink>
</file>

<file path=ppt/ink/ink1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1:37.75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540 253 0 0 0,'0'0'6576'0'0,"1"-3"-6014"0"0,-1 1-373 0 0,1 0 1 0 0,-1 0-1 0 0,0 0 1 0 0,0 0 0 0 0,0 0-1 0 0,0 0 1 0 0,0 0-1 0 0,0 0 1 0 0,-1 0 0 0 0,0-4-1 0 0,0 2 1112 0 0,1-1 1 0 0,-1 1-1 0 0,1-9 0 0 0,0 7 130 0 0,0 6-1319 0 0,1-1 0 0 0,-1 1 0 0 0,0 0 0 0 0,0-1-1 0 0,1 1 1 0 0,-1-1 0 0 0,0 1 0 0 0,1 0-1 0 0,-1-1 1 0 0,1 1 0 0 0,-1 0 0 0 0,0-1 0 0 0,1 1-1 0 0,-1 0 1 0 0,1 0 0 0 0,-1-1 0 0 0,1 1-1 0 0,-1 0 1 0 0,1 0 0 0 0,-1 0 0 0 0,1 0 0 0 0,0 0-1 0 0,11-3 1150 0 0,-11 3-1118 0 0,-17-2 700 0 0,3 0-277 0 0,-47-11 617 0 0,-141-45 395 0 0,141 41-1488 0 0,21 6-2 0 0,-52-22 1 0 0,76 25-55 0 0,8 5 2 0 0,-1-1 1 0 0,0 1 0 0 0,-8-2 0 0 0,14 4 7 0 0,1 0-1 0 0,-1 0 1 0 0,0 0 0 0 0,1 0 0 0 0,-1 0 0 0 0,1 0-1 0 0,-2-2 1 0 0,-8-4 626 0 0,9 4-436 0 0,6 2 181 0 0,4 0 158 0 0,10 0-586 0 0,-10 1 2 0 0,0-1 0 0 0,0 2 0 0 0,0-1-1 0 0,-1 1 1 0 0,9 2 0 0 0,8 4 4 0 0,-6-3-2 0 0,28 13-1 0 0,11 7-19 0 0,37 16 49 0 0,-17-5-31 0 0,-54-23-20 0 0,67 32-14 0 0,-87-42 54 0 0,0-1 1 0 0,0 1-1 0 0,0-1 0 0 0,0 1 0 0 0,6 4 0 0 0,-9-5-17 0 0,-20 7 108 0 0,20-7-96 0 0,-76 40 391 0 0,69-37-326 0 0,0-1 0 0 0,-12 5 0 0 0,3-2 3 0 0,-5 2 1 0 0,-1-2 1 0 0,0 0 0 0 0,-31 4 0 0 0,3-1-97 0 0,40-7-432 0 0,-41 10-961 0 0,35-5-2514 0 0,1 1-3810 0 0</inkml:trace>
</inkml:ink>
</file>

<file path=ppt/ink/ink1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1:38.48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354 31 1104 0 0,'0'0'23291'0'0,"-18"-2"-22621"0"0,-59-4-96 0 0,-9-7 947 0 0,28 4-519 0 0,5 9-583 0 0,30 0-419 0 0,21 0-75 0 0,0 1 0 0 0,0-1 0 0 0,1 1 0 0 0,-1 0 0 0 0,0 0 0 0 0,0 0 0 0 0,0 0 0 0 0,0 0 0 0 0,1 0 1 0 0,-3 2-1 0 0,-9 5-4221 0 0,9-7 2697 0 0</inkml:trace>
</inkml:ink>
</file>

<file path=ppt/ink/ink1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1:39.21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27 112 8274 0 0,'0'0'18160'0'0,"-4"-7"-18047"0"0,-14-21-68 0 0,14 21-62 0 0,5 14-18 0 0,0 0 26 0 0,1 0 0 0 0,0-1 0 0 0,0 1 0 0 0,1-1 1 0 0,0 0-1 0 0,0 1 0 0 0,5 6 0 0 0,-2-1 12 0 0,1 0 40 0 0,26 58-27 0 0,-29-62-14 0 0,-1 0 1 0 0,-1 1-1 0 0,0 0 1 0 0,0-1-1 0 0,-1 1 1 0 0,1 14-1 0 0,0-1 406 0 0,0-24 126 0 0,1-2-338 0 0,0-7-163 0 0,-1 1-1 0 0,-1-1 1 0 0,1 0 0 0 0,-2 0 0 0 0,0-18 0 0 0,-1 9-26 0 0,1 10-12 0 0,-1 1 0 0 0,0-1 0 0 0,-1 0-1 0 0,0 1 1 0 0,-1-1 0 0 0,0 1 0 0 0,0 0 0 0 0,-7-12 0 0 0,-5-8 65 0 0,-23-30 0 0 0,28 44 9 0 0,7 9 10 0 0,2 5-46 0 0,1 0 0 0 0,-1 1 0 0 0,1-1 1 0 0,-1 0-1 0 0,0 0 0 0 0,1 0 0 0 0,-1 1 0 0 0,0-1 1 0 0,1 0-1 0 0,-1 1 0 0 0,0-1 0 0 0,-1 0 0 0 0,2 1 77 0 0,0 1-94 0 0,0 8-2 0 0,1 0 0 0 0,0 1 0 0 0,0-1 0 0 0,1 0 0 0 0,0 0 1 0 0,1 0-1 0 0,0 0 0 0 0,0-1 0 0 0,8 13 0 0 0,29 50 104 0 0,-26-48-101 0 0,0 0-1 0 0,19 51 0 0 0,-27-59-58 0 0,-4-11-156 0 0,-1 0 0 0 0,1 0 0 0 0,-1 0 0 0 0,0 0 0 0 0,0 1 0 0 0,0 7 0 0 0,-1-12-109 0 0,-1 0 1 0 0,1 1 0 0 0,-1-1 0 0 0,0 0 0 0 0,1 0 0 0 0,-1 0 0 0 0,1 1 0 0 0,-1-1 0 0 0,0 0-1 0 0,1 0 1 0 0,-1 0 0 0 0,0 0 0 0 0,1 0 0 0 0,-1 0 0 0 0,1 0 0 0 0,-1 0 0 0 0,0-1 0 0 0</inkml:trace>
</inkml:ink>
</file>

<file path=ppt/ink/ink1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1:49.3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380 14 0 0 0,'0'0'5310'0'0,"31"0"-3669"0"0,95 1 203 0 0,-79 1 891 0 0,-39-1 3927 0 0,-11 0-3408 0 0,-12 0-1169 0 0,-19 0-1807 0 0,-20-1 169 0 0,-70 9 0 0 0,-86 15-273 0 0,192-20-84 0 0,18-4-77 0 0,-1 0 0 0 0,1 0 0 0 0,0 0 0 0 0,0 0 0 0 0,0 1 1 0 0,0-1-1 0 0,0 0 0 0 0,0 0 0 0 0,0 0 0 0 0,0 0 0 0 0,0 0 1 0 0,0 0-1 0 0,0 0 0 0 0,0 0 0 0 0,0 1 0 0 0,0-1 0 0 0,0 0 1 0 0,0 0-1 0 0,0 0 0 0 0,0 0 0 0 0,0 0 0 0 0,0 0 0 0 0,0 0 1 0 0,0 0-1 0 0,0 0 0 0 0,1 1 0 0 0,-1-1 0 0 0,0 0 0 0 0,0 0 0 0 0,0 0 1 0 0,0 0-1 0 0,0 0 0 0 0,0 0 0 0 0,0 0 0 0 0,0 0 0 0 0,0 0 1 0 0,0 0-1 0 0,0 0 0 0 0,1 0 0 0 0,-1 0 0 0 0,0 0 0 0 0,0 0 1 0 0,0 1-1 0 0,0-1 0 0 0,0 0 0 0 0,0 0 0 0 0,0 0 0 0 0,0 0 0 0 0,0 0 1 0 0,1 0-1 0 0,-1 0 0 0 0,0 0 0 0 0,49-3 200 0 0,50-7-1 0 0,-13 0-273 0 0,-16 4 18 0 0,119-13-56 0 0,-137 11 108 0 0,-107 4 223 0 0,-85 2 136 0 0,-114 3 148 0 0,241-1-504 0 0,0 0 0 0 0,0 2 0 0 0,0 0 0 0 0,0 0 0 0 0,-15 5 0 0 0,25-5-13 0 0,1-1 0 0 0,-1 1 0 0 0,1-1 0 0 0,-1 1 0 0 0,1 0 0 0 0,-3 3-1 0 0,2-3-1 0 0,1 0 0 0 0,0 0 0 0 0,-1 0 0 0 0,1-1 0 0 0,-5 3-1 0 0,-11 6 1 0 0,14-8 3 0 0,-1 1 0 0 0,0-1 1 0 0,-6 3-1 0 0,-5 2 11 0 0,14-5-7 0 0,0-1 0 0 0,-1 0 0 0 0,1 0 0 0 0,0 0 0 0 0,-1 0 0 0 0,1 0 0 0 0,-1 0 0 0 0,-2 0-1 0 0,7-2 199 0 0,1 0 0 0 0,0 1 0 0 0,-1-1 0 0 0,1-1 0 0 0,-1 1 0 0 0,1 0-1 0 0,3-3 1 0 0,-2 2-243 0 0,0-1 0 0 0,0 1-1 0 0,9-3 1 0 0,23-3-60 0 0,58-5 0 0 0,37 6-6 0 0,-76 4 79 0 0,41 3-251 0 0,-569-7 558 0 0,468 7-257 0 0,6 1 92 0 0,12 1 12 0 0,189 3-147 0 0,9 1 20 0 0,-211-6-9 0 0,-1 0-203 0 0,0 0 122 0 0,-1 0 0 0 0,1 0 0 0 0,0 0 0 0 0,0 0-1 0 0,0 0 1 0 0,-1 1 0 0 0,1-1 0 0 0,0 0 0 0 0,0 1 0 0 0,0-1 0 0 0,0 1 0 0 0,0-1 0 0 0,-1 2 0 0 0,-3 0-276 0 0,-27 12-2303 0 0,3-1-4724 0 0,10-5-4425 0 0</inkml:trace>
</inkml:ink>
</file>

<file path=ppt/ink/ink1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1:50.5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336 47 784 0 0,'0'0'20334'0'0,"20"0"-19318"0"0,60-1-241 0 0,-60 0-231 0 0,-60-3 510 0 0,17 1-874 0 0,-31-3 106 0 0,-171-12 615 0 0,149 16 830 0 0,327 9-1462 0 0,-95-2-365 0 0,-155-5 65 0 0,-17-1-133 0 0,-21 1 44 0 0,-3 0 128 0 0,-250-7 48 0 0,284 7-57 0 0,0 1-1 0 0,-1 0 1 0 0,1 0 0 0 0,0 1-1 0 0,-9 3 1 0 0,10-4 7 0 0,-1 0-1 0 0,6-1-5 0 0,0 0 0 0 0,0 0 0 0 0,0-1 0 0 0,0 1 0 0 0,-1 0 1 0 0,1 0-1 0 0,0 0 0 0 0,0 0 0 0 0,0 0 0 0 0,-1 0 0 0 0,1 0 0 0 0,0 0 0 0 0,0 0 0 0 0,0 0 0 0 0,-1 0 1 0 0,1 0-1 0 0,0 0 0 0 0,0 1 0 0 0,0-1 0 0 0,0 0 0 0 0,-1 0 0 0 0,1 0 0 0 0,0 0 0 0 0,0 0 0 0 0,0 0 0 0 0,0 0 1 0 0,-1 0-1 0 0,1 1 0 0 0,0-1 0 0 0,0 0 0 0 0,0 0 0 0 0,0 0 0 0 0,0 0 0 0 0,0 0 0 0 0,0 1 0 0 0,0-1 0 0 0,-1 0 1 0 0,1 0-1 0 0,0 0 0 0 0,0 1 0 0 0,0-1 24 0 0,210-6-184 0 0,-108 0 97 0 0,64-4 181 0 0,-165 9 120 0 0,-4 1-102 0 0,-13-3-74 0 0,-20 0-102 0 0,-141 1-1459 0 0,107 12-4709 0 0,49-7 694 0 0,3 0-6185 0 0</inkml:trace>
</inkml:ink>
</file>

<file path=ppt/ink/ink1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2:00.9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19 183 0 0 0,'0'0'6655'0'0,"-3"0"-5890"0"0,-12 0 13854 0 0,15 0-14573 0 0,0 0 0 0 0,0 0-1 0 0,0 0 1 0 0,0 0 0 0 0,0 0-1 0 0,0 0 1 0 0,0 0-1 0 0,0 0 1 0 0,0 0 0 0 0,0-1-1 0 0,0 1 1 0 0,0 0 0 0 0,0 0-1 0 0,0 0 1 0 0,0 0-1 0 0,0 0 1 0 0,0 0 0 0 0,0 0-1 0 0,0-1 1 0 0,0 1 0 0 0,0 0-1 0 0,0 0 1 0 0,0 0-1 0 0,0 0 1 0 0,0 0 0 0 0,0 0-1 0 0,0 0 1 0 0,0 0 0 0 0,0-1-1 0 0,0 1 1 0 0,0 0 0 0 0,0 0-1 0 0,0 0 1 0 0,0 0-1 0 0,0 0 1 0 0,0 0 0 0 0,0 0-1 0 0,0 0 1 0 0,1 0 0 0 0,-1 0-1 0 0,0 0 1 0 0,0-1-1 0 0,0 1 1 0 0,0 0 0 0 0,0 0-1 0 0,0 0 1 0 0,5-5 551 0 0,31-10 1652 0 0,-28 11-2107 0 0,4 0-28 0 0,31-4-34 0 0,-21 6-56 0 0,22-2 55 0 0,-29 2-18 0 0,0 1 1 0 0,27 2-1 0 0,-9 0-7 0 0,57 5 110 0 0,126 2 424 0 0,-29-1-512 0 0,4-3-5 0 0,-135-4-10 0 0,-37-1-33 0 0,25-4 0 0 0,-9 0-9 0 0,295-5 27 0 0,-283 10-44 0 0,18 2 26 0 0,-34 0 9 0 0,46-3 1 0 0,-63-1 13 0 0,28-8 0 0 0,-2 0-29 0 0,124-13-2 0 0,-142 21-22 0 0,116-12 19 0 0,-46 6 1 0 0,111-19 2 0 0,115-1 12 0 0,-162 21-22 0 0,199 5 24 0 0,-144-5-22 0 0,156 7 46 0 0,-182 7-48 0 0,6 0 2 0 0,-74-1-30 0 0,-49-2 51 0 0,30 0-44 0 0,17 1 40 0 0,-103-4-28 0 0,20 2 3 0 0,16 1 12 0 0,17-2 18 0 0,-31 0 72 0 0,48-4-1 0 0,83-16-56 0 0,-4 9-48 0 0,-124 8-3 0 0,13 0 18 0 0,-24 1-9 0 0,43-5 1 0 0,-53 4-8 0 0,31 0 1 0 0,-31 1 4 0 0,0 0 1 0 0,17-3 0 0 0,2-1-2 0 0,1 1 0 0 0,46 4 0 0 0,-27 0 23 0 0,40-2-41 0 0,192 6 37 0 0,-15 1-11 0 0,-213-6-17 0 0,286 0 46 0 0,-251 6-63 0 0,-28-1 70 0 0,-17-2-68 0 0,48 1 49 0 0,186 9-24 0 0,-71 0 11 0 0,96-11-108 0 0,-204-2 106 0 0,5-2 6 0 0,-38-3 13 0 0,-29 4-35 0 0,-15 0 3 0 0,93 1-7 0 0,125 10 36 0 0,-41-6-28 0 0,-203-4 33 0 0,-1 0-70 0 0,0 0-1 0 0,0 0 1 0 0,1 0 0 0 0,-1 0 0 0 0,0 1-1 0 0,0-1 1 0 0,0 0 0 0 0,1 0-1 0 0,-1 0 1 0 0,0 0 0 0 0,0 1-1 0 0,0-1 1 0 0,0 0 0 0 0,0 0 0 0 0,1 0-1 0 0,-1 1 1 0 0,0-1 0 0 0,0 0-1 0 0,0 0 1 0 0,0 1 0 0 0,0-1 0 0 0,0 0-1 0 0,0 0 1 0 0,0 0 0 0 0,0 1-1 0 0,0-1 1 0 0,0 0 0 0 0,0 0-1 0 0,0 1 1 0 0,0 34-4215 0 0,0-13-4147 0 0,0-12-3457 0 0</inkml:trace>
</inkml:ink>
</file>

<file path=ppt/ink/ink1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2:11.2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 4815 0 0 0,'0'0'8705'0'0,"-2"0"-7603"0"0,0 1-1185 0 0,1-1 332 0 0,0 0 0 0 0,0 0-1 0 0,0 0 1 0 0,1 0-1 0 0,-1 0 1 0 0,0 0 0 0 0,0 0-1 0 0,0 0 1 0 0,0 0 0 0 0,1 0-1 0 0,-1-1 1 0 0,0 1-1 0 0,0 0 1 0 0,0 0 0 0 0,1-1-1 0 0,-1 1 1 0 0,0-1-1 0 0,0 1 1 0 0,1-1 0 0 0,-1 1-1 0 0,-1-2 1 0 0,-1-8 6597 0 0,4-2-4880 0 0,3-12-1294 0 0,-4 23-437 0 0,4-7 37 0 0,-4 7-231 0 0,1 0 1 0 0,-1 0-1 0 0,1 0 0 0 0,-1 0 1 0 0,0 0-1 0 0,1-1 1 0 0,-1 1-1 0 0,0 0 0 0 0,0-2 1 0 0,1 0 132 0 0,0 0 1 0 0,1 0-1 0 0,-1-1 1 0 0,1 1-1 0 0,2-4 1 0 0,9-4 41 0 0,0 1 1 0 0,1 1-1 0 0,0-1 1 0 0,25-10 0 0 0,0 1-116 0 0,32-16 95 0 0,14-8 26 0 0,-54 29-148 0 0,8-4-8 0 0,44-13 0 0 0,19-8 21 0 0,62-38 63 0 0,-130 60-127 0 0,51-30 61 0 0,57-44-10 0 0,-101 60-79 0 0,-27 19 26 0 0,22-13 1 0 0,-35 25-21 0 0,45-27 19 0 0,60-27 1 0 0,-27 14 55 0 0,-1 2-87 0 0,-50 24 11 0 0,9-6 47 0 0,-22 10-44 0 0,21-7 0 0 0,8-3-12 0 0,26-10 6 0 0,31-11 30 0 0,-79 33-20 0 0,-1-1 0 0 0,0-1 0 0 0,-1-1 0 0 0,29-20 0 0 0,67-55 74 0 0,-108 79-65 0 0,52-44 23 0 0,-48 41-38 0 0,0 1 0 0 0,1 0 1 0 0,0 0-1 0 0,20-9 0 0 0,-30 17 2 0 0,11-8 0 0 0,-12 7-3 0 0,1 0 0 0 0,0 1 0 0 0,0-1 0 0 0,6-2 0 0 0,28-12-9 0 0,-9 3 6 0 0,57-29 15 0 0,-29 14-7 0 0,100-59-13 0 0,-90 49 5 0 0,-45 26 13 0 0,0-2-1 0 0,-2 0 1 0 0,1 0-1 0 0,-2-2 1 0 0,22-22 0 0 0,24-25 36 0 0,-42 43-55 0 0,8-7 2 0 0,52-32-1 0 0,103-58 22 0 0,-87 72-38 0 0,-48 25 17 0 0,208-90 32 0 0,-233 99-18 0 0,25-11-3 0 0,49-18 0 0 0,-66 27 2 0 0,37-22 0 0 0,9-3 9 0 0,257-124 7 0 0,-249 116-12 0 0,-63 33-28 0 0,24-13 21 0 0,49-36 0 0 0,-25 18 29 0 0,-33 22-14 0 0,67-36-58 0 0,-70 40 60 0 0,67-35-58 0 0,162-86 72 0 0,-97 52 24 0 0,324-176-42 0 0,-389 221-23 0 0,-33 14 2 0 0,91-36 6 0 0,2-1 0 0 0,2-15 33 0 0,-89 40-44 0 0,92-46-10 0 0,56-12 36 0 0,-86 44 28 0 0,-35 19-72 0 0,96-49 62 0 0,-148 59-46 0 0,-23 12 15 0 0,-1-1 0 0 0,0-1 0 0 0,34-26 1 0 0,-57 39-1 0 0,66-49-26 0 0,-40 32 46 0 0,46-30-34 0 0,-21 14 14 0 0,-33 23 2 0 0,203-116 7 0 0,-189 107-58 0 0,27-14 49 0 0,7 2 5 0 0,-67 32-8 0 0,-1-1 0 0 0,1 0 0 0 0,0 0 0 0 0,4-4 0 0 0,-5 4 0 0 0,1 0 0 0 0,-1 0 1 0 0,0 1-1 0 0,1-1 1 0 0,-1 0-1 0 0,1 1 1 0 0,3-2-1 0 0,2 0 6 0 0,0-1 0 0 0,12-7 0 0 0,-12 6-16 0 0,1 0 0 0 0,10-3 0 0 0,39-19 5 0 0,-17 8 6 0 0,-3 2 2 0 0,42-16 11 0 0,-72 29-6 0 0,1 0 0 0 0,10-6 0 0 0,6-4-12 0 0,-1-1 7 0 0,-19 12-6 0 0,0-1 1 0 0,0 1 0 0 0,9-4 0 0 0,-8 4 5 0 0,-1 0 0 0 0,1 0 0 0 0,-1 0 0 0 0,5-6 0 0 0,-3 4-16 0 0,23-16 45 0 0,-8 6-14 0 0,-5 3-41 0 0,53-33 24 0 0,-41 25 3 0 0,81-31-30 0 0,-97 46 26 0 0,-11 5 1 0 0,0-1-1 0 0,0 1 0 0 0,0-1 0 0 0,-1 0 1 0 0,1 0-1 0 0,0 1 0 0 0,1-3 0 0 0,16-6 14 0 0,-18 8-77 0 0,1 0 1 0 0,-1 0-1 0 0,1 0 1 0 0,0 0-1 0 0,-1 0 1 0 0,1 0 0 0 0,0 0-1 0 0,-1 1 1 0 0,1-1-1 0 0,0 1 1 0 0,0-1-1 0 0,0 1 1 0 0,0 0-1 0 0,0 0 1 0 0,-1-1 0 0 0,4 2-1 0 0,-5-1-54 0 0,0 0 0 0 0,1 0 0 0 0,-1 0 0 0 0,1 0 0 0 0,-1 1 1 0 0,0-1-1 0 0,1 0 0 0 0,-1 1 0 0 0,1-1 0 0 0,-1 0 0 0 0,0 0 0 0 0,1 1 0 0 0,-1-1 0 0 0,0 1 0 0 0,0-1 0 0 0,1 0 0 0 0,-1 1 0 0 0,0-1 1 0 0,0 1-1 0 0,0-1 0 0 0,1 1 0 0 0,-1-1 0 0 0,0 0 0 0 0,0 1 0 0 0,0-1 0 0 0,0 1 0 0 0,0-1 0 0 0,0 1 0 0 0,1 14-7741 0 0</inkml:trace>
</inkml:ink>
</file>

<file path=ppt/ink/ink1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2:14.6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454 56 0 0 0,'0'0'7744'0'0,"-1"-5"-6766"0"0,-1-1-508 0 0,0-4-113 0 0,1-2 3650 0 0,2 11-3851 0 0,-1 1 0 0 0,0-1-1 0 0,0 1 1 0 0,0-1 0 0 0,1 1 0 0 0,-1-1-1 0 0,0 1 1 0 0,0-1 0 0 0,1 1 0 0 0,-1 0-1 0 0,1-1 1 0 0,-1 1 0 0 0,0-1-1 0 0,1 1 1 0 0,-1 0 0 0 0,1 0 0 0 0,-1-1-1 0 0,0 1 1 0 0,1 0 0 0 0,0-1 0 0 0,15-5 1298 0 0,-7 2-399 0 0,-5 3-870 0 0,-1 0 0 0 0,0 0-1 0 0,0 1 1 0 0,1-1 0 0 0,-1 1-1 0 0,0 0 1 0 0,1 0 0 0 0,6 1 0 0 0,0 0 138 0 0,-9-1-226 0 0,-6 1 3250 0 0,-18 7-3228 0 0,-33 4 91 0 0,0-3 0 0 0,-76 4 0 0 0,126-13-202 0 0,-148 4 505 0 0,119-4-385 0 0,-26 7 1386 0 0,71-9-1037 0 0,0-2-460 0 0,0 1-1 0 0,0 0 0 0 0,1 0 0 0 0,17-1 1 0 0,367-10-35 0 0,-351 14-28 0 0,-36-1 45 0 0,-6 1 0 0 0,1 0 0 0 0,-1 0 0 0 0,1 0 0 0 0,-1 1 0 0 0,1-1 0 0 0,-1 0 0 0 0,1 1 0 0 0,2 1 0 0 0,-4-2-23 0 0,-1 2 16 0 0,0-2 6 0 0,-12 5-12 0 0,10-4 2 0 0,1-1 13 0 0,0 0 1 0 0,0 0-1 0 0,1 0 1 0 0,-1 1 0 0 0,0-1-1 0 0,1 0 1 0 0,-1 1 0 0 0,0-1-1 0 0,1 0 1 0 0,-1 1-1 0 0,0-1 1 0 0,1 1 0 0 0,-1-1-1 0 0,1 1 1 0 0,-1-1 0 0 0,1 1-1 0 0,-1-1 1 0 0,1 1-1 0 0,-1 0 1 0 0,1-1 0 0 0,-1 1-1 0 0,1-1 1 0 0,0 1 0 0 0,0 0-1 0 0,-1 0 1 0 0,1-1-1 0 0,0 1 1 0 0,0 0 0 0 0,0 0-1 0 0,0 0 5 0 0,0-1 0 0 0,1 0-1 0 0,-1 1 1 0 0,0-1 0 0 0,1 0-1 0 0,-1 1 1 0 0,1-1 0 0 0,-1 0 0 0 0,1 0-1 0 0,-1 0 1 0 0,1 1 0 0 0,-1-1-1 0 0,1 0 1 0 0,-1 0 0 0 0,1 0-1 0 0,-1 0 1 0 0,1 0 0 0 0,0 0-1 0 0,16 2 9 0 0,-11-1 7 0 0,30-1 51 0 0,-21 0 101 0 0,-15 0-115 0 0,18 0 63 0 0,-13-1-230 0 0,-3 0 32 0 0,-5 1 42 0 0,2 1 35 0 0,0-1 0 0 0,0 1 0 0 0,0 0 0 0 0,0-1 0 0 0,0 1 0 0 0,1 0 0 0 0,-1 0 0 0 0,0-1 0 0 0,1 1 0 0 0,-1 0 0 0 0,0 0 0 0 0,1 0 0 0 0,-1 0 0 0 0,1 1 0 0 0,-9 17-2 0 0,6-11 5 0 0,-1 1 0 0 0,-6 10 0 0 0,-5 9 20 0 0,11-18-6 0 0,-1-1-1 0 0,-1 0 1 0 0,-7 10-1 0 0,-7 11 92 0 0,18-26-71 0 0,-1-1 1 0 0,1 1-1 0 0,-1-1 0 0 0,0 0 1 0 0,0 0-1 0 0,0 0 0 0 0,0 0 1 0 0,-1 0-1 0 0,1-1 1 0 0,-8 5-1 0 0,-2-1-26 0 0,0 0 0 0 0,-14 4 0 0 0,7-3-838 0 0,5 0-2507 0 0,4 0-5632 0 0</inkml:trace>
</inkml:ink>
</file>

<file path=ppt/ink/ink1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2:15.5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192 6 776 0 0,'0'0'21918'0'0,"4"0"-21190"0"0,2 0-675 0 0,1-1 1023 0 0,-17-1-363 0 0,-26 0-539 0 0,-51 1 0 0 0,35 2 58 0 0,51-1-227 0 0,-6 1 20 0 0,7-1-22 0 0,0 0 0 0 0,-1 0 0 0 0,1 0 0 0 0,0 0 0 0 0,0 0 1 0 0,-1 0-1 0 0,1 0 0 0 0,0 0 0 0 0,0 0 0 0 0,-1 0 0 0 0,1 0 0 0 0,0 0 1 0 0,0 1-1 0 0,0-1 0 0 0,-1 0 0 0 0,1 0 0 0 0,0 0 0 0 0,0 0 1 0 0,0 1-1 0 0,-1-1 0 0 0,1 0 0 0 0,0 0 0 0 0,0 0 0 0 0,0 1 0 0 0,0-1 1 0 0,0 0-1 0 0,0 0 0 0 0,-1 0 0 0 0,1 1 0 0 0,0-1 9 0 0,20 5 46 0 0,83-3 61 0 0,-55-3-126 0 0,-35 0 1 0 0,23-3 0 0 0,-21 1 20 0 0,-6 2 45 0 0,-11 0 206 0 0,-15 2 317 0 0,7-1-604 0 0,-8 0 120 0 0,-1-1-3 0 0,-1 2 1 0 0,1 0-1 0 0,-23 5 0 0 0,2 1 18 0 0,25-5-90 0 0,0 1-1 0 0,-15 4 0 0 0,30-6-24 0 0,-1-1 0 0 0,1 0 0 0 0,-1 0 0 0 0,1 0-1 0 0,0 1 1 0 0,-1-1 0 0 0,1 0 0 0 0,-1 0 0 0 0,1 1 0 0 0,0-1-1 0 0,-1 0 1 0 0,1 1 0 0 0,0-1 0 0 0,0 1 0 0 0,-1-1 0 0 0,1 0-1 0 0,0 1 1 0 0,-1 0 0 0 0</inkml:trace>
</inkml:ink>
</file>

<file path=ppt/ink/ink1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2:16.2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 71 6497 0 0,'0'0'19762'0'0,"-4"-9"-19317"0"0,-13-28-83 0 0,13 22 471 0 0,4 15-807 0 0,0-1 1 0 0,0 1-1 0 0,0-1 1 0 0,0 1-1 0 0,0-1 0 0 0,0 1 1 0 0,0 0-1 0 0,0-1 1 0 0,1 1-1 0 0,-1-1 0 0 0,0 1 1 0 0,0 0-1 0 0,0-1 1 0 0,0 1-1 0 0,1 0 1 0 0,-1-1-1 0 0,1 0 0 0 0,-1 1-19 0 0,1 0 0 0 0,-1 0-1 0 0,1-1 1 0 0,-1 1-1 0 0,1 0 1 0 0,-1 0 0 0 0,1 0-1 0 0,-1-1 1 0 0,1 1-1 0 0,0 0 1 0 0,-1 0 0 0 0,1 0-1 0 0,-1 0 1 0 0,1 0-1 0 0,0 0 1 0 0,-1 1-1 0 0,1-1 1 0 0,-1 0 0 0 0,1 0-1 0 0,-1 0 1 0 0,2 1-1 0 0,0 1-6 0 0,-1 0 0 0 0,1 0 0 0 0,-1 0 0 0 0,1 0 0 0 0,-1 0 0 0 0,0 0 0 0 0,0 1 0 0 0,2 2 0 0 0,-2-1-18 0 0,29 60 65 0 0,9 18-44 0 0,-30-64 11 0 0,26 41 0 0 0,-23-40-15 0 0,0 0-1 0 0,-1 1 1 0 0,-1 0-1 0 0,15 42 0 0 0,-23-56-3 0 0,-1 1 0 0 0,0-1 0 0 0,0 1 0 0 0,-1 0 0 0 0,0 9 0 0 0,0-7 15 0 0,0-8-7 0 0,0 1 0 0 0,-1-1 0 0 0,1 1-1 0 0,0-1 1 0 0,-1 1 0 0 0,1 0 0 0 0,-1-1 0 0 0,1 0-1 0 0,-1 1 1 0 0,0-1 0 0 0,1 1 0 0 0,-1-1-1 0 0,0 0 1 0 0,0 1 0 0 0,0-1 0 0 0,0 0-1 0 0,0 0 1 0 0,-1 0 0 0 0,1 0 0 0 0,0 0-1 0 0,0 0 1 0 0,-1 0 0 0 0,1 0 0 0 0,0 0-1 0 0,-1-1 1 0 0,1 1 0 0 0,-1-1 0 0 0,1 1 0 0 0,-1-1-1 0 0,-1 1 1 0 0,-6 1 77 0 0,1-1-1 0 0,-1 0 0 0 0,0 0 1 0 0,-9-1-1 0 0,16 0-60 0 0,-3 0 15 0 0,1-1-1 0 0,-1 0 1 0 0,0 0 0 0 0,0 0 0 0 0,0 0 0 0 0,1-1-1 0 0,-6-2 1 0 0,-30-18 207 0 0,34 18-208 0 0,0 0 0 0 0,0 0 1 0 0,0-1-1 0 0,1 0 0 0 0,0 0 1 0 0,-5-6-1 0 0,8 9-17 0 0,1 0 0 0 0,-1 0 1 0 0,1 0-1 0 0,0-1 0 0 0,0 1 0 0 0,0 0 0 0 0,0 0 1 0 0,0-1-1 0 0,0 1 0 0 0,0-1 0 0 0,1 1 0 0 0,-1-1 1 0 0,1 1-1 0 0,0-1 0 0 0,0 1 0 0 0,0-1 0 0 0,0 1 1 0 0,0-1-1 0 0,0 1 0 0 0,2-4 0 0 0,-2 5-16 0 0,1-1 0 0 0,0 1 1 0 0,-1 0-1 0 0,1-1 0 0 0,0 1 0 0 0,0 0 0 0 0,0 0 1 0 0,0-1-1 0 0,0 1 0 0 0,0 0 0 0 0,0 0 0 0 0,2 0 0 0 0,17-12-18 0 0,-10 7 7 0 0,10-5-49 0 0,0 1-1 0 0,36-12 1 0 0,-37 15-669 0 0,0 0 1 0 0,0-2 0 0 0,27-16-1 0 0,-44 24 402 0 0,-1-1 0 0 0,1 1 1 0 0,-1 0-1 0 0,1-1 0 0 0,-1 1 0 0 0,1-1 0 0 0,-1 0 1 0 0,0 1-1 0 0,0-1 0 0 0,1 0 0 0 0,0-2 0 0 0,0-5-4204 0 0,-1-1-3843 0 0</inkml:trace>
</inkml:ink>
</file>

<file path=ppt/ink/ink1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2:16.6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 71 7802 0 0,'0'0'16750'0'0,"-4"-2"-16729"0"0,2 0-15 0 0,-7-4 8 0 0,9 6-14 0 0,0 0 0 0 0,0 0 1 0 0,0 0-1 0 0,0 0 0 0 0,0 0 0 0 0,0 0 0 0 0,0 0 1 0 0,0-1-1 0 0,0 1 0 0 0,-1 0 0 0 0,1 0 1 0 0,0 0-1 0 0,0 0 0 0 0,0 0 0 0 0,0 0 0 0 0,0 0 1 0 0,0 0-1 0 0,0 0 0 0 0,0 0 0 0 0,0 0 1 0 0,0 0-1 0 0,0 0 0 0 0,0 0 0 0 0,0 0 0 0 0,0 0 1 0 0,0 0-1 0 0,0 0 0 0 0,0 0 0 0 0,0 0 0 0 0,0 0 1 0 0,0 0-1 0 0,0 0 0 0 0,0 0 0 0 0,0 0 1 0 0,0 0-1 0 0,0 0 0 0 0,-1 1 0 0 0,1-1 0 0 0,0 0 1 0 0,0 0-1 0 0,0 0 0 0 0,0 0 0 0 0,0 0 1 0 0,0 0-1 0 0,0 0 0 0 0,0 0 0 0 0,0 0 0 0 0,0 0 1 0 0,0 0-1 0 0,0 0 0 0 0,0 0 0 0 0,0 0 1 0 0,0 0-1 0 0,0 0 0 0 0,0 0 0 0 0,0 0 0 0 0,0 0 1 0 0,0 0-1 0 0,0 0 0 0 0,0 0 0 0 0,0 0 1 0 0,0 0-1 0 0,0 0 0 0 0,0 0 0 0 0,0 0 0 0 0,0 1 1 0 0,0-1-1 0 0,5 7 29 0 0,-2-3 10 0 0,0-1 0 0 0,0 0-1 0 0,1 0 1 0 0,-1 0 0 0 0,1 0-1 0 0,0 0 1 0 0,0-1 0 0 0,0 0-1 0 0,7 3 1 0 0,-11-4-7 0 0,1-1 1 0 0,-1 0-1 0 0,0 0 1 0 0,0 0-1 0 0,1 0 1 0 0,-1 0-1 0 0,0 0 1 0 0,0 0-1 0 0,1 0 1 0 0,-1 0-1 0 0,0 0 1 0 0,0 0-1 0 0,1 0 1 0 0,-1 0-1 0 0,0 0 0 0 0,0 0 1 0 0,1 0-1 0 0,-1 0 1 0 0,0 0-1 0 0,0 0 1 0 0,1 0-1 0 0,-1 0 1 0 0,0 0-1 0 0,0 0 1 0 0,1-1-1 0 0,-1 1 1 0 0,0 0-1 0 0,0 0 1 0 0,0 0-1 0 0,0 0 1 0 0,1 0-1 0 0,-1-1 0 0 0,0 1 1 0 0,0 0-1 0 0,0 0 1 0 0,1-1-1 0 0,-1-10 319 0 0,-1 7-337 0 0,-1 0 1 0 0,1 0-1 0 0,-4-8 1 0 0,-1 3 10 0 0,0 1 1 0 0,-13-15-1 0 0,5 8 21 0 0,10 8-86 0 0,6 13-348 0 0,14 32-2016 0 0,-13-28 976 0 0,4 11-6598 0 0,-5-10-3507 0 0</inkml:trace>
</inkml:ink>
</file>

<file path=ppt/ink/ink1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2:27.6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93 70 624 0 0,'0'0'14239'0'0,"-14"-10"-13075"0"0,-45-30-57 0 0,40 23 7538 0 0,19 17-8515 0 0,8-1 1613 0 0,12 1-2738 0 0,-17 0 1604 0 0,22-1-564 0 0,-17 0-34 0 0,1 1 0 0 0,-1 0 0 0 0,0 0 0 0 0,0 1-1 0 0,0 0 1 0 0,1 1 0 0 0,8 2 0 0 0,61 29 45 0 0,-39-15-24 0 0,-24-12-11 0 0,24 13 1 0 0,-19-8 1 0 0,43 15 1 0 0,-13-5-7 0 0,50 21 67 0 0,-64-27-49 0 0,50 26 12 0 0,4 0 2 0 0,-38-18-20 0 0,13 5-1 0 0,31 16 20 0 0,59 29 3 0 0,-29-13-18 0 0,72 29-10 0 0,-90-42 3 0 0,-8-7-18 0 0,-27-11 1 0 0,16 4 10 0 0,-11-5 0 0 0,15 8-10 0 0,230 99 31 0 0,-104-38-39 0 0,-88-44 44 0 0,126 53 34 0 0,-148-60-42 0 0,63 30 22 0 0,13 18-26 0 0,28 15 33 0 0,-39-22 16 0 0,12 7-51 0 0,161 86 64 0 0,-257-135-71 0 0,41 18 28 0 0,40 17-16 0 0,75 34 42 0 0,26 14 29 0 0,-200-92-77 0 0,361 195 151 0 0,-196-106-113 0 0,-177-95-61 0 0,18 10-6 0 0,105 55 83 0 0,-49-24-73 0 0,-13-12 20 0 0,-44-21 4 0 0,4 1 3 0 0,6 2-30 0 0,-21-13 13 0 0,-9-1-29 0 0,24 13 51 0 0,47 19-44 0 0,-59-29 30 0 0,329 158-10 0 0,-363-170-33 0 0,87 43-39 0 0,-14 1 78 0 0,75 44-26 0 0,-137-79 4 0 0,-8-5 3 0 0,43 33 0 0 0,-46-29 4 0 0,41 22 1 0 0,-53-34-3 0 0,123 91 9 0 0,-123-88-3 0 0,-3-3-8 0 0,0-2 1 0 0,35 17-1 0 0,-30-17-4 0 0,81 37-2 0 0,26 13-21 0 0,-61-28-39 0 0,2 1 18 0 0,4 10 58 0 0,32 18 56 0 0,-103-60-977 0 0,-13-4-858 0 0,2 1 890 0 0,-11 0-5393 0 0,6-2-3075 0 0</inkml:trace>
</inkml:ink>
</file>

<file path=ppt/ink/ink1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2:42.9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43 188 0 0 0,'0'0'9683'0'0,"-7"0"-8988"0"0,-2 1-335 0 0,-6 0-51 0 0,3-1 9386 0 0,21 0-5161 0 0,-7 0-4531 0 0,-1 0 1 0 0,0 0-1 0 0,0-1 1 0 0,1 1 0 0 0,-1 0-1 0 0,0-1 1 0 0,0 1 0 0 0,0 0-1 0 0,1-1 1 0 0,-1 0-1 0 0,0 1 1 0 0,0-1 0 0 0,0 0-1 0 0,0 1 1 0 0,1-3-1 0 0,2 1 79 0 0,0 0 0 0 0,0-1 0 0 0,0 1 0 0 0,0 1-1 0 0,0-1 1 0 0,1 0 0 0 0,-1 1 0 0 0,6-1 0 0 0,21-1 105 0 0,-1 1 1 0 0,44 2-1 0 0,-23 1-19 0 0,51 3 365 0 0,-77-4-446 0 0,26 0 207 0 0,76-9-1 0 0,-39 1-142 0 0,-62 6-119 0 0,33 2 1 0 0,-19 1-25 0 0,-25 0-1 0 0,1 1 0 0 0,20 4 0 0 0,18 2-9 0 0,150 0 155 0 0,-131-7-126 0 0,-20 0 8 0 0,76-7-1 0 0,70-1 42 0 0,-154 7-66 0 0,52-2 43 0 0,-26-4-8 0 0,-43 3-29 0 0,19-2 37 0 0,71-18 0 0 0,-83 15-10 0 0,23-7 42 0 0,-43 9-61 0 0,0 1 1 0 0,0 1-1 0 0,0 0 1 0 0,16-1 0 0 0,11 1-4 0 0,27 0-8 0 0,-20 8-7 0 0,1 1 6 0 0,48 0-2 0 0,-63-5 20 0 0,38-1 23 0 0,-66 1-46 0 0,0-2 0 0 0,0 1 0 0 0,7-3 1 0 0,12-3 36 0 0,8-2 48 0 0,21-2-115 0 0,-41 7 27 0 0,1 0 0 0 0,0 2 0 0 0,25-2-1 0 0,-15 4 11 0 0,-10-1-15 0 0,-1 1 0 0 0,1 0-1 0 0,-1 2 1 0 0,0-1 0 0 0,16 5 0 0 0,48 11 5 0 0,-53-13 10 0 0,0-1 1 0 0,-1-2-1 0 0,28-1 0 0 0,-24 0-20 0 0,16-7 51 0 0,16 3-99 0 0,0-1 23 0 0,24 2 97 0 0,-72 3-80 0 0,1 0 0 0 0,11 3 0 0 0,-3 0 29 0 0,0-2 0 0 0,1 0 0 0 0,28-2 0 0 0,16-9-23 0 0,5-1-2 0 0,-34 8 11 0 0,56-1-2 0 0,104 2 4 0 0,-193 2-6 0 0,1 1 1 0 0,-1 0-1 0 0,0-1 1 0 0,0 1-1 0 0,0 1 0 0 0,0-1 1 0 0,8 4-1 0 0,-7-3-1 0 0,0 1 0 0 0,0-2 0 0 0,9 3 0 0 0,-9-3 10 0 0,0 0 0 0 0,0 0 1 0 0,0-1-1 0 0,0 0 0 0 0,0 0 1 0 0,0 0-1 0 0,0-1 1 0 0,0 1-1 0 0,0-1 0 0 0,0 0 1 0 0,0-1-1 0 0,5-1 0 0 0,-5 1-8 0 0,0 0 0 0 0,0 1 1 0 0,1 0-1 0 0,-1 0 0 0 0,1 0 0 0 0,-1 1 0 0 0,7 0 0 0 0,5-1 20 0 0,363-7-120 0 0,-254 9 109 0 0,4-2 22 0 0,180 4-16 0 0,-286-2 9 0 0,188 14-64 0 0,-205-15 43 0 0,10 3-5 0 0,-17-3-2 0 0,1 1 0 0 0,-1-1-1 0 0,1 0 1 0 0,-1 1-1 0 0,1-1 1 0 0,-1 0-1 0 0,1 1 1 0 0,-1-1-1 0 0,0 1 1 0 0,1-1 0 0 0,-1 0-1 0 0,0 1 1 0 0,1-1-1 0 0,-1 1 1 0 0,0-1-1 0 0,1 1 1 0 0,-1 0 0 0 0,0-1-1 0 0,0 1 1 0 0,0-1-1 0 0,0 1 1 0 0,1-1-1 0 0,-1 1 1 0 0,0 0-1 0 0,0-1 1 0 0,0 2 0 0 0,0-2 51 0 0,124 0-26 0 0,-61 0-3 0 0,18 5-18 0 0,128 2 35 0 0,-54-2-35 0 0,53 3 35 0 0,7 1-26 0 0,-93-7-74 0 0,86 2 70 0 0,150-4-34 0 0,-325-3 73 0 0,-22 1 15 0 0,-8 1-60 0 0,0 1 1 0 0,-1-1-1 0 0,1 1 1 0 0,0-1-1 0 0,3-2 1 0 0,-5 3 4 0 0,0-1 1 0 0,0 1-1 0 0,0-1 1 0 0,0 1 0 0 0,1 0-1 0 0,-1 0 1 0 0,0-1-1 0 0,0 1 1 0 0,2 0 0 0 0,2 0 2 0 0,-1 0 1 0 0,0-1 0 0 0,9-2 0 0 0,-9 2-3 0 0,0 0 0 0 0,1 0-1 0 0,8 0 1 0 0,137-3-12 0 0,-119 4 17 0 0,221 7-9 0 0,8-3-10 0 0,-160-4-2 0 0,-22 0-1 0 0,87-1 42 0 0,-75-7-7 0 0,-3 0 2 0 0,90-12-9 0 0,-154 16-29 0 0,125-13-124 0 0,-30 3 193 0 0,-95 11-69 0 0,11-1-32 0 0,-33 4 57 0 0,-3-1-177 0 0,1 1 3 0 0,-1 0 1 0 0,0-1-1 0 0,1 1 0 0 0,-1 0 1 0 0,1 0-1 0 0,-1 0 0 0 0,0 0 0 0 0,1 0 1 0 0,-4 0-1 0 0,5 0 130 0 0,-14 2-2011 0 0,0 1 1 0 0,0 0 0 0 0,-17 6-1 0 0,1 0-6415 0 0,12-3-2404 0 0</inkml:trace>
</inkml:ink>
</file>

<file path=ppt/ink/ink1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2:44.2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619 254 616 0 0,'0'0'19663'0'0,"5"-1"-17543"0"0,-11-3-1909 0 0,0-1-1 0 0,0 1 0 0 0,0 0 0 0 0,0 0 0 0 0,-1 0 1 0 0,0 1-1 0 0,-7-3 0 0 0,-54-15-98 0 0,67 21-100 0 0,-62-19 216 0 0,0-2 0 0 0,-61-30 0 0 0,66 25 130 0 0,-27-14 359 0 0,51 24-440 0 0,22 10-113 0 0,-23-13 1 0 0,47 26-97 0 0,1 0 1 0 0,23 8-1 0 0,94 29 24 0 0,-85-27-56 0 0,217 77 33 0 0,-249-90-66 0 0,0 1 0 0 0,0 1-1 0 0,-1 0 1 0 0,1 1 0 0 0,20 16-1 0 0,-15 1-59 0 0,-17-23 53 0 0,0 1-1 0 0,-1-1 1 0 0,1 1 0 0 0,0-1-1 0 0,-1 1 1 0 0,1 0 0 0 0,-1-1-1 0 0,1 3 1 0 0,3 10-18 0 0,-3-14 22 0 0,-1 1 0 0 0,0-1 0 0 0,0 1 0 0 0,1-1 0 0 0,-1 1 0 0 0,0-1 0 0 0,0 1 0 0 0,0-1 1 0 0,0 1-1 0 0,1-1 0 0 0,-1 1 0 0 0,0-1 0 0 0,0 1 0 0 0,0-1 0 0 0,0 1 0 0 0,0-1 0 0 0,0 1 0 0 0,0-1 1 0 0,0 1-1 0 0,-1-1 0 0 0,1 1 0 0 0,0-1 0 0 0,0 1 0 0 0,0-1 0 0 0,-1 1 0 0 0,1-1 0 0 0,0 1 0 0 0,0-1 0 0 0,-1 0 1 0 0,1 1-1 0 0,0-1 0 0 0,-1 1 0 0 0,1-1 0 0 0,0 0 0 0 0,-1 1 0 0 0,-2 1 2 0 0,0 0-1 0 0,0 0 0 0 0,1-1 1 0 0,-6 3-1 0 0,1-1 2 0 0,-7 3 3 0 0,0 0 0 0 0,-1-1 0 0 0,-26 5 0 0 0,32-7-3 0 0,-27 4 39 0 0,-39 2-1 0 0,29-4-8 0 0,-135 22 874 0 0,91-7-2745 0 0,3 6-9112 0 0,77-22-698 0 0</inkml:trace>
</inkml:ink>
</file>

<file path=ppt/ink/ink1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2:45.1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178 12 6041 0 0,'0'0'18964'0'0,"-2"-2"-18857"0"0,-8-7-70 0 0,32 47 123 0 0,16 27 84 0 0,39 78-43 0 0,-69-124-191 0 0,0-1 0 0 0,-2 1 0 0 0,0 1 0 0 0,-1-1 0 0 0,-1 1 0 0 0,1 20 0 0 0,-4-30-17 0 0,-1 0 0 0 0,0 1 0 0 0,0-1 0 0 0,-1 0 0 0 0,-3 12 0 0 0,3-18 15 0 0,0-1 0 0 0,0 1 0 0 0,0-1 0 0 0,0 1 1 0 0,-1-1-1 0 0,0 0 0 0 0,0 1 0 0 0,1-1 1 0 0,-2 0-1 0 0,1 0 0 0 0,0 0 0 0 0,-1-1 0 0 0,1 1 1 0 0,-1-1-1 0 0,0 1 0 0 0,0-1 0 0 0,-5 3 1 0 0,4-3 26 0 0,1 0 1 0 0,-1-1 0 0 0,0 0-1 0 0,0 0 1 0 0,0 0 0 0 0,0 0 0 0 0,0 0-1 0 0,0-1 1 0 0,0 0 0 0 0,-1 0 0 0 0,1 0-1 0 0,0 0 1 0 0,0-1 0 0 0,-6-1-1 0 0,3 0 31 0 0,-1 0 0 0 0,1-1-1 0 0,0 0 1 0 0,0 0-1 0 0,0-1 1 0 0,-11-7-1 0 0,4 1 15 0 0,1-1-1 0 0,0-1 0 0 0,0 0 0 0 0,1-1 0 0 0,-11-15 0 0 0,7 6 38 0 0,1-1-1 0 0,-18-39 1 0 0,29 55-91 0 0,1-1 0 0 0,0-1 0 0 0,0 1 1 0 0,1 0-1 0 0,-2-18 0 0 0,3 23-20 0 0,1-1 0 0 0,0 1 0 0 0,0-1 0 0 0,0 1 0 0 0,0 0 0 0 0,1-1 0 0 0,-1 1 0 0 0,1-1 0 0 0,0 1 0 0 0,0 0 0 0 0,0 0 0 0 0,0-1 0 0 0,1 1 0 0 0,0 0 0 0 0,-1 0 0 0 0,1 0 0 0 0,3-4 0 0 0,1 2-58 0 0,0 0 0 0 0,0 0 0 0 0,1 1 0 0 0,-1 0 0 0 0,1 0 0 0 0,0 0 0 0 0,0 1 0 0 0,14-5 0 0 0,-10 4-797 0 0,0-1-1 0 0,14-7 0 0 0,-10-1-2687 0 0,-8 4-3677 0 0</inkml:trace>
</inkml:ink>
</file>

<file path=ppt/ink/ink1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2:45.6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103 135 7842 0 0,'0'0'15303'0'0,"-17"-13"-15238"0"0,-49-38-14 0 0,65 50-48 0 0,0 0 0 0 0,0 0 0 0 0,0 0 0 0 0,0 1 0 0 0,0-1 0 0 0,0 0 1 0 0,0 1-1 0 0,-1-1 0 0 0,1 1 0 0 0,0-1 0 0 0,0 1 0 0 0,-3-1 0 0 0,4 1-1 0 0,0 0-1 0 0,0 1 1 0 0,0-1-1 0 0,-1 0 1 0 0,1 0-1 0 0,0 0 1 0 0,0 1-1 0 0,0-1 1 0 0,0 0-1 0 0,0 0 1 0 0,0 0-1 0 0,0 1 1 0 0,0-1-1 0 0,0 0 1 0 0,0 0-1 0 0,0 1 1 0 0,0-1-1 0 0,0 0 1 0 0,0 0-1 0 0,0 0 1 0 0,0 1-1 0 0,0-1 1 0 0,0 0-1 0 0,0 0 1 0 0,0 0 0 0 0,0 1-1 0 0,1-1 1 0 0,-1 3 16 0 0,-1 2 12 0 0,1-2 8 0 0,-1-1 1 0 0,1 1-1 0 0,0 0 1 0 0,0 0 0 0 0,0 0-1 0 0,0-1 1 0 0,0 1-1 0 0,0 0 1 0 0,1 0-1 0 0,-1 0 1 0 0,1-1 0 0 0,0 1-1 0 0,2 5 1 0 0,0-4 46 0 0,1-1 0 0 0,-1 1 1 0 0,1-1-1 0 0,0 0 0 0 0,0 0 1 0 0,0 0-1 0 0,1 0 0 0 0,-1-1 0 0 0,1 1 1 0 0,-1-1-1 0 0,1 0 0 0 0,0-1 1 0 0,0 1-1 0 0,0-1 0 0 0,0 0 0 0 0,0 0 1 0 0,0 0-1 0 0,0-1 0 0 0,0 0 1 0 0,0 0-1 0 0,9-1 0 0 0,-13 0-67 0 0,0 1-1 0 0,0-1 1 0 0,0 0-1 0 0,-1 1 1 0 0,1-1-1 0 0,0 0 1 0 0,0 0-1 0 0,-1 1 1 0 0,1-1-1 0 0,-1 0 1 0 0,1 0-1 0 0,-1 0 1 0 0,1 0-1 0 0,-1 0 1 0 0,1 0-1 0 0,-1 0 1 0 0,0 0-1 0 0,0 0 1 0 0,1 0-1 0 0,-1 0 1 0 0,0 0-1 0 0,0 0 1 0 0,0 0-1 0 0,0 0 1 0 0,0 0-1 0 0,-1-2 1 0 0,1 0-7 0 0,0 0 0 0 0,0-1 0 0 0,-1 1-1 0 0,1 0 1 0 0,-1-1 0 0 0,0 1 0 0 0,-2-6 0 0 0,-3 0-5 0 0,0 1 1 0 0,-1 0-1 0 0,0 0 0 0 0,-11-9 0 0 0,-2-3 13 0 0,16 15-3 0 0,-1 0 0 0 0,1 0 0 0 0,-1 1 1 0 0,0 0-1 0 0,-9-5 0 0 0,14 11-28 0 0,-1 0 0 0 0,1 0-1 0 0,0 0 1 0 0,0 0 0 0 0,0 1 0 0 0,0-1 0 0 0,0 3 0 0 0,1-1 15 0 0,1-1 1 0 0,-1 0-1 0 0,0 0 1 0 0,1 0 0 0 0,0 0-1 0 0,0 0 1 0 0,3 5-1 0 0,4 4-7 0 0,9 15-279 0 0,1 2-2101 0 0,-9-9-4377 0 0,-6-10-4788 0 0</inkml:trace>
</inkml:ink>
</file>

<file path=ppt/ink/ink1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2:46.1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0 119 3065 0 0,'0'0'17962'0'0,"1"-5"-17550"0"0,1-17-34 0 0,-2 21-351 0 0,0 0 0 0 0,0 0 0 0 0,1 0 0 0 0,-1 1 0 0 0,0-1 1 0 0,1 0-1 0 0,-1 0 0 0 0,1 1 0 0 0,-1-1 0 0 0,1 0 0 0 0,-1 1 1 0 0,1-1-1 0 0,0 0 0 0 0,-1 1 0 0 0,1-1 0 0 0,0 1 0 0 0,0-1 1 0 0,-1 1-1 0 0,1-1 0 0 0,0 1 0 0 0,0 0 0 0 0,-1-1 0 0 0,1 1 1 0 0,1-1-1 0 0,6-2 209 0 0,0-1-79 0 0,0 0 1 0 0,1 1 0 0 0,-1 0 0 0 0,12-2 0 0 0,-3 0-22 0 0,28-7 52 0 0,-23 7-161 0 0,23-9-1 0 0,-11 1-1267 0 0,-19 8-8223 0 0</inkml:trace>
</inkml:ink>
</file>

<file path=ppt/ink/ink1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2:47.1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 0 0 0 0,'0'0'10464'0'0,"-2"1"-9197"0"0,-10 2 477 0 0,12-3-1671 0 0,0 0-1 0 0,0 0 1 0 0,-1 0 0 0 0,1 0-1 0 0,0 0 1 0 0,0 0 0 0 0,-1 0 0 0 0,1 0-1 0 0,0 0 1 0 0,0 0 0 0 0,0 0 0 0 0,-1 0-1 0 0,1 0 1 0 0,0 0 0 0 0,0 0-1 0 0,-1 1 1 0 0,1-1 0 0 0,0 0 0 0 0,0 0-1 0 0,0 0 1 0 0,0 0 0 0 0,-1 1-1 0 0,1-1 1 0 0,0 0 0 0 0,0 0 0 0 0,0 0-1 0 0,0 0 1 0 0,0 1 0 0 0,0-1 0 0 0,-1 0-1 0 0,1 0 1 0 0,0 1 0 0 0,2 8 438 0 0,-1-6-851 0 0,0-1 1 0 0,0 0-1 0 0,0 1 0 0 0,1-1 1 0 0,-1 0-1 0 0,2 2 0 0 0,11 8-7071 0 0,-11-6 814 0 0</inkml:trace>
</inkml:ink>
</file>

<file path=ppt/ink/ink1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3:54.2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1143 9 0 0 0,'0'0'6287'0'0,"9"-2"-4828"0"0,-8 2-1450 0 0,20-3 2432 0 0,32-1 0 0 0,-7 14 9781 0 0,-47-2-11489 0 0,-16 2-524 0 0,0 0-1 0 0,0-2 1 0 0,-1 0-1 0 0,-35 11 1 0 0,3-1 191 0 0,-53 29-42 0 0,20-9-158 0 0,-24 6-32 0 0,21-6-110 0 0,-28 13-64 0 0,-258 110 312 0 0,342-150-272 0 0,0 2 1 0 0,1 1-1 0 0,0 1 0 0 0,-51 37 0 0 0,75-49-24 0 0,1 2-1 0 0,-1-1 1 0 0,-6 8-1 0 0,9-10-88 0 0,1 0 0 0 0,0-1-1 0 0,0 1 1 0 0,0 0 0 0 0,0 0-1 0 0,0 1 1 0 0,0-1 0 0 0,1 0-1 0 0,-1 0 1 0 0,0 0 0 0 0,1 0-1 0 0,0 1 1 0 0,-1 2 0 0 0,1 4-1339 0 0,0-1-3559 0 0</inkml:trace>
</inkml:ink>
</file>

<file path=ppt/ink/ink1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3:55.0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563 86 1776 0 0,'0'0'17916'0'0,"-7"-14"-17454"0"0,-26-40-66 0 0,22 38-65 0 0,11 16-324 0 0,0 0-1 0 0,0 0 1 0 0,0 0-1 0 0,0 0 1 0 0,0 0-1 0 0,0 0 0 0 0,0-1 1 0 0,0 1-1 0 0,-1 0 1 0 0,1 0-1 0 0,0 0 1 0 0,0 0-1 0 0,0 0 1 0 0,0 0-1 0 0,0 0 0 0 0,0 0 1 0 0,-1 0-1 0 0,1 0 1 0 0,0 0-1 0 0,0 0 1 0 0,0 0-1 0 0,0 0 1 0 0,0 0-1 0 0,-1 0 0 0 0,1 0 1 0 0,0 0-1 0 0,0 0 1 0 0,0 0-1 0 0,0 0 1 0 0,0 0-1 0 0,0 0 1 0 0,-1 0-1 0 0,1 0 0 0 0,-3 1 173 0 0,-2-1-151 0 0,-1 1 0 0 0,0-1-1 0 0,0 1 1 0 0,0 1 0 0 0,1-1-1 0 0,-7 3 1 0 0,-12 4-20 0 0,4-3 15 0 0,-29 8 96 0 0,-1-3 1 0 0,-58 6-1 0 0,77-14-65 0 0,-68 3 148 0 0,27-5 119 0 0,66-1 603 0 0,9-1-406 0 0,9-3-307 0 0,-9 4-281 0 0,6-2 33 0 0,1 1 0 0 0,-1 0 0 0 0,1 1-1 0 0,-1 0 1 0 0,1 1 0 0 0,14 1-1 0 0,6-1 13 0 0,228 1-290 0 0,-211 4 279 0 0,1 2 0 0 0,61 17-1 0 0,-105-23 33 0 0,2 0-9 0 0,0 0 0 0 0,0 1 0 0 0,0 0 0 0 0,0 0 0 0 0,0 1 1 0 0,-1-1-1 0 0,11 7 0 0 0,-15-7-3 0 0,0 0 0 0 0,-1-1 0 0 0,1 1 0 0 0,0 0 0 0 0,-1 0-1 0 0,1-1 1 0 0,-1 1 0 0 0,0 0 0 0 0,0 0 0 0 0,1 0 0 0 0,-1 0 0 0 0,-1-1 0 0 0,1 1 0 0 0,0 0 0 0 0,-1 2 0 0 0,1 4 1 0 0,0-4 15 0 0,-1 1 0 0 0,1-1 0 0 0,-1 0 0 0 0,0 1 0 0 0,0-1 0 0 0,-1 0 0 0 0,1 0 0 0 0,-1 0 0 0 0,0 0 0 0 0,0 0-1 0 0,-1-1 1 0 0,-2 6 0 0 0,-6 4 3 0 0,-23 23 0 0 0,4-3 21 0 0,5-5-52 0 0,-37 34 0 0 0,49-52-397 0 0,1-1-1 0 0,-25 14 0 0 0,9-7-2110 0 0,9-4-2793 0 0,3-4-5482 0 0</inkml:trace>
</inkml:ink>
</file>

<file path=ppt/ink/ink1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3:56.0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48 5801 0 0,'0'0'17633'0'0,"0"-8"-17539"0"0,-2-27-76 0 0,3 30-28 0 0,3 9-13 0 0,2 6-20 0 0,1 5 54 0 0,-1 1 0 0 0,-1-1 0 0 0,0 1 0 0 0,5 31 0 0 0,2 69 106 0 0,-10-76-59 0 0,0-24-33 0 0,-2-1-8 0 0,2 0-1 0 0,0 0 1 0 0,4 15 0 0 0,-1-13-10 0 0,4 15-45 0 0,-5-26-38 0 0,-3-7-759 0 0,-5-9-1119 0 0,-16-22-6511 0 0,-28-34 0 0 0,39 54 4499 0 0</inkml:trace>
</inkml:ink>
</file>

<file path=ppt/ink/ink1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3:56.6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79 0 0 0,'0'0'17426'0'0,"12"-13"-17120"0"0,39-38-99 0 0,-50 50-199 0 0,1-1 1 0 0,-1 1 0 0 0,1 0 0 0 0,-1-1-1 0 0,1 1 1 0 0,-1 0 0 0 0,1 0 0 0 0,0 0 0 0 0,0 1-1 0 0,0-1 1 0 0,-1 0 0 0 0,1 1 0 0 0,0-1 0 0 0,0 1-1 0 0,0-1 1 0 0,0 1 0 0 0,0 0 0 0 0,0 0 0 0 0,0 0-1 0 0,2 0 1 0 0,4 1 15 0 0,29-2-23 0 0,0 3 0 0 0,0 1 1 0 0,65 14-1 0 0,-91-15-32 0 0,1 2 0 0 0,-1-1 0 0 0,0 1 0 0 0,0 1 0 0 0,0 0 0 0 0,-1 1 0 0 0,1 0 0 0 0,-1 0 0 0 0,-1 1 0 0 0,1 1 0 0 0,12 12 0 0 0,-20-17 15 0 0,0-1-1 0 0,0 1 1 0 0,0 0 0 0 0,-1-1 0 0 0,1 1 0 0 0,-1 0 0 0 0,1 0 0 0 0,-1 0-1 0 0,0 0 1 0 0,0 0 0 0 0,-1 0 0 0 0,1 0 0 0 0,-1 0 0 0 0,1 1-1 0 0,-1-1 1 0 0,-1 6 0 0 0,1-7 27 0 0,0 0 1 0 0,0-1-1 0 0,-1 1 0 0 0,1 0 0 0 0,-1-1 0 0 0,0 1 1 0 0,1 0-1 0 0,-1-1 0 0 0,0 1 0 0 0,0-1 1 0 0,0 1-1 0 0,0-1 0 0 0,0 0 0 0 0,0 1 1 0 0,-1-1-1 0 0,1 0 0 0 0,-2 2 0 0 0,-5 3 176 0 0,-17 10-1 0 0,13-9-26 0 0,1 0-20 0 0,-1-1-1 0 0,1 0 1 0 0,-1-1 0 0 0,-1-1 0 0 0,-17 5-1 0 0,-67 9 818 0 0,83-15-740 0 0,5-2-102 0 0,4-1 1251 0 0,12 0-660 0 0,36 1-675 0 0,0 2-1 0 0,74 14 0 0 0,-88-11-86 0 0,-1 2 0 0 0,0 1-1 0 0,0 1 1 0 0,50 26 0 0 0,-73-33 24 0 0,0 0 0 0 0,0 0 1 0 0,0 1-1 0 0,-1 0 0 0 0,1 0 0 0 0,-1 0 1 0 0,0 0-1 0 0,6 9 0 0 0,-9-11 20 0 0,1 0-1 0 0,-1 0 1 0 0,0 1-1 0 0,0-1 0 0 0,0 0 1 0 0,0 0-1 0 0,0 1 1 0 0,-1-1-1 0 0,1 1 1 0 0,-1-1-1 0 0,1 1 1 0 0,-1-1-1 0 0,0 0 0 0 0,0 1 1 0 0,0-1-1 0 0,0 1 1 0 0,-1-1-1 0 0,1 1 1 0 0,-1-1-1 0 0,1 1 1 0 0,-1-1-1 0 0,0 0 1 0 0,-2 4-1 0 0,1-2 14 0 0,0-1-1 0 0,-1 1 1 0 0,1-1-1 0 0,-1 0 1 0 0,0 0-1 0 0,0 0 1 0 0,0-1 0 0 0,0 1-1 0 0,-6 3 1 0 0,-5 2 29 0 0,-17 8 0 0 0,19-11-8 0 0,-7 4 25 0 0,-1 0 0 0 0,1-2 1 0 0,-2 0-1 0 0,-35 7 0 0 0,48-13-39 0 0,-20 3-19 0 0,-44 1 1 0 0,14-7-1967 0 0,50 1 185 0 0,0 0 0 0 0,-14-5-1 0 0,6 0-3441 0 0,5 5-4151 0 0</inkml:trace>
</inkml:ink>
</file>

<file path=ppt/ink/ink1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3:57.1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25 102 6825 0 0,'0'0'15989'0'0,"-4"-3"-15938"0"0,-12-8-58 0 0,15 10 6 0 0,1 1 0 0 0,0 0 0 0 0,0 0-1 0 0,0 0 1 0 0,0 0 0 0 0,0 0 0 0 0,0 0 0 0 0,0 0-1 0 0,0 0 1 0 0,0 0 0 0 0,0 0 0 0 0,0 0 0 0 0,-1 0-1 0 0,1 0 1 0 0,0 0 0 0 0,0-1 0 0 0,0 1 0 0 0,0 0-1 0 0,0 0 1 0 0,0 0 0 0 0,0 0 0 0 0,0 0 0 0 0,-1 0-1 0 0,1 0 1 0 0,0 0 0 0 0,0 0 0 0 0,0 0 0 0 0,0 0-1 0 0,0 0 1 0 0,0 0 0 0 0,0 1 0 0 0,0-1 0 0 0,0 0-1 0 0,-1 0 1 0 0,1 0 0 0 0,0 0 0 0 0,0 0 0 0 0,0 0-1 0 0,0 0 1 0 0,0 0 0 0 0,0 0 0 0 0,0 0 0 0 0,0 0-1 0 0,0 0 1 0 0,0 0 0 0 0,0 0 0 0 0,-1 1 0 0 0,1-1-1 0 0,0 0 1 0 0,0 0 0 0 0,0 0 0 0 0,0 0 0 0 0,0 0-1 0 0,0 0 1 0 0,0 0 0 0 0,0 0 0 0 0,0 1 0 0 0,0-1-1 0 0,0 0 1 0 0,0 0 0 0 0,0 0 0 0 0,0 0 0 0 0,0 0-1 0 0,0 0 1 0 0,0 1 0 0 0,1 4 28 0 0,2 0-4 0 0,0 0 1 0 0,0 0-1 0 0,1 0 0 0 0,-1-1 0 0 0,1 0 0 0 0,0 0 0 0 0,5 4 1 0 0,-3-3-5 0 0,0-1 1 0 0,-1 0-1 0 0,2 0 1 0 0,-1-1 0 0 0,0 1-1 0 0,8 1 1 0 0,42 14 78 0 0,-40-14-65 0 0,1 0 1 0 0,0-1 1 0 0,0 0 0 0 0,0-2-1 0 0,0 0 1 0 0,18 0 0 0 0,-34-2-29 0 0,0 0-1 0 0,0-1 1 0 0,0 1 0 0 0,0 0 0 0 0,0 0 0 0 0,0-1 0 0 0,0 1 0 0 0,0-1-1 0 0,0 1 1 0 0,-1-1 0 0 0,1 1 0 0 0,0-1 0 0 0,0 1 0 0 0,-1-1 0 0 0,1 0-1 0 0,0 1 1 0 0,-1-1 0 0 0,1 0 0 0 0,0 0 0 0 0,-1 1 0 0 0,1-1 0 0 0,-1 0-1 0 0,1 0 1 0 0,-1 0 0 0 0,0 0 0 0 0,1 0 0 0 0,-1 0 0 0 0,0 0 0 0 0,0 0 0 0 0,0 0-1 0 0,1 0 1 0 0,-1-1 0 0 0,1-6 6 0 0,-1 0 0 0 0,0 0 0 0 0,0-8 0 0 0,0 5 0 0 0,-1 3-40 0 0,1 0 0 0 0,-1 0 0 0 0,0 0 0 0 0,-1 0 0 0 0,0 0 0 0 0,0 0 0 0 0,-7-14 0 0 0,-13-31-96 0 0,21 52 111 0 0,3 2-385 0 0,4 5 249 0 0,-1-1 0 0 0,1 0 0 0 0,9 7 0 0 0,-1-1 54 0 0,81 55-3699 0 0,-82-57 1806 0 0,-1 1-1550 0 0,0-1-3838 0 0</inkml:trace>
</inkml:ink>
</file>

<file path=ppt/ink/ink1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3:57.8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50 17 6057 0 0,'0'0'15810'0'0,"-8"-4"-15702"0"0,1 1-75 0 0,1 0-1 0 0,-1 1 0 0 0,-7-2 1 0 0,14 3-30 0 0,0 1 0 0 0,-1 0 0 0 0,1 0 0 0 0,0 0 1 0 0,-1 0-1 0 0,1 0 0 0 0,0 1 0 0 0,0-1 0 0 0,-1 0 0 0 0,1 0 1 0 0,0 0-1 0 0,0 0 0 0 0,-1 0 0 0 0,1 0 0 0 0,0 0 0 0 0,0 0 0 0 0,0 1 1 0 0,-1-1-1 0 0,1 0 0 0 0,0 0 0 0 0,0 0 0 0 0,0 0 0 0 0,-1 1 1 0 0,1-1-1 0 0,0 0 0 0 0,0 0 0 0 0,0 0 0 0 0,0 1 0 0 0,0-1 1 0 0,-1 0-1 0 0,1 0 0 0 0,0 1 0 0 0,0-1 0 0 0,0 0 0 0 0,0 0 1 0 0,0 1-1 0 0,0-1 0 0 0,0 0 0 0 0,0 0 0 0 0,0 1 0 0 0,0-1 1 0 0,0 0-1 0 0,0 0 0 0 0,0 1 0 0 0,0-1 0 0 0,0 0 0 0 0,0 0 1 0 0,0 1-1 0 0,1-1 0 0 0,-1 0 0 0 0,0 0 0 0 0,0 1 0 0 0,0-1 0 0 0,8 18 133 0 0,-6-14-97 0 0,32 61 452 0 0,58 85 0 0 0,-56-94-419 0 0,-25-40-40 0 0,2 0 1 0 0,16 16-1 0 0,9 12-240 0 0,-24-28-1411 0 0</inkml:trace>
</inkml:ink>
</file>

<file path=ppt/ink/ink1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3:58.1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6377 0 0,'0'0'15096'0'0,"2"11"-14691"0"0,6 41-82 0 0,-7-48-289 0 0,0 1-1 0 0,0-1 1 0 0,1 0 0 0 0,-1 0 0 0 0,1 0-1 0 0,0 0 1 0 0,1 0 0 0 0,2 4 0 0 0,2 4 40 0 0,84 130 191 0 0,-78-122-315 0 0,-1-3-420 0 0,0-1 0 0 0,17 18 1 0 0,-12-16-1753 0 0,-10-9-969 0 0,1-1-3531 0 0</inkml:trace>
</inkml:ink>
</file>

<file path=ppt/ink/ink1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3:58.3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403 7 5377 0 0,'0'0'11852'0'0,"-33"1"-10561"0"0,-104 0-364 0 0,66-1 12 0 0,16 3-733 0 0,1-1-3676 0 0,51-2 2500 0 0,0 0 0 0 0,-1 0-1 0 0,1 0 1 0 0,0 0 0 0 0,0-1-1 0 0,0 1 1 0 0,-1-1-1 0 0,1 0 1 0 0,0 0 0 0 0,0 0-1 0 0,0-1 1 0 0,-3-1 0 0 0,-2-1-3538 0 0</inkml:trace>
</inkml:ink>
</file>

<file path=ppt/ink/ink1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3:58.8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104 352 496 0 0,'0'0'19076'0'0,"8"-32"-18337"0"0,21-98-119 0 0,-28 126-572 0 0,0-1-1 0 0,-1 1 1 0 0,1 0-1 0 0,-1-1 1 0 0,0 1-1 0 0,-1 0 1 0 0,0-7 0 0 0,1 10-25 0 0,-1 0 1 0 0,1 0 0 0 0,0 0-1 0 0,-1 0 1 0 0,1 0 0 0 0,-1 1 0 0 0,0-1-1 0 0,1 0 1 0 0,-1 0 0 0 0,0 0-1 0 0,1 1 1 0 0,-1-1 0 0 0,0 0 0 0 0,-1-1-1 0 0,-4-3 155 0 0,0-2-29 0 0,3 2-13 0 0,-1 0 0 0 0,-1 0 0 0 0,1 1 1 0 0,-7-6-1 0 0,9 9-118 0 0,1 0 0 0 0,-1 0 0 0 0,0-1 0 0 0,0 1 0 0 0,0 1 0 0 0,-1-1 0 0 0,1 0 0 0 0,0 1 0 0 0,0-1 0 0 0,0 1 0 0 0,0-1 0 0 0,-1 1 0 0 0,1 0 0 0 0,0 0 0 0 0,0 0 0 0 0,-3 0 0 0 0,3 1-22 0 0,1 0 1 0 0,-1-1-1 0 0,1 1 0 0 0,-1 0 1 0 0,1 0-1 0 0,-1 0 0 0 0,1 0 1 0 0,0 0-1 0 0,0 0 0 0 0,-1 0 1 0 0,1 0-1 0 0,0 1 0 0 0,0-1 1 0 0,0 0-1 0 0,0 1 0 0 0,1-1 1 0 0,-2 2-1 0 0,-12 27 7 0 0,10-20-1 0 0,1-1 0 0 0,0 1-1 0 0,1-1 1 0 0,-2 15 0 0 0,3-19 1 0 0,1 0 0 0 0,0-1 0 0 0,0 1 0 0 0,0 0 1 0 0,0 0-1 0 0,1 0 0 0 0,0 0 0 0 0,0-1 0 0 0,0 1 1 0 0,1 0-1 0 0,2 4 0 0 0,0-1 11 0 0,1 0-1 0 0,0 0 1 0 0,0 0 0 0 0,1-1-1 0 0,0 0 1 0 0,0 0 0 0 0,0 0-1 0 0,1-1 1 0 0,0 0 0 0 0,1 0-1 0 0,14 8 1 0 0,57 22 123 0 0,-66-32-132 0 0,0 0 0 0 0,0-1 0 0 0,1 0 0 0 0,19 1-1 0 0,-14-2 4 0 0,0-2 0 0 0,1 0-1 0 0,32-5 1 0 0,-42 3 14 0 0,0-1 0 0 0,0 0-1 0 0,0 0 1 0 0,0-1 0 0 0,0 0 0 0 0,-1 0-1 0 0,1-1 1 0 0,12-10 0 0 0,-15 10 57 0 0,-1 1 0 0 0,0-1 0 0 0,-1-1-1 0 0,1 1 1 0 0,-1-1 0 0 0,0 0 0 0 0,5-7 0 0 0,-2 0 65 0 0,-5 10-53 0 0,-1 0 1 0 0,0-1 0 0 0,0 1-1 0 0,0-1 1 0 0,0 1-1 0 0,0-1 1 0 0,-1 0-1 0 0,1 0 1 0 0,-1 0 0 0 0,0 1-1 0 0,0-8 1 0 0,1-18 172 0 0,-1 22-191 0 0,0 0-1 0 0,-1 0 1 0 0,0 1 0 0 0,0-1-1 0 0,0 0 1 0 0,-1 0 0 0 0,0 0-1 0 0,0 0 1 0 0,-4-8 0 0 0,-1 3-329 0 0,0 0 0 0 0,-1 0 1 0 0,0 1-1 0 0,-1 0 1 0 0,-13-15-1 0 0,7 10-1338 0 0,-8-9-1562 0 0,10 16-1416 0 0,-2 4-3572 0 0</inkml:trace>
</inkml:ink>
</file>

<file path=ppt/ink/ink1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3:59.4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220 197 5313 0 0,'0'0'15667'0'0,"-27"-30"-14706"0"0,-84-91-238 0 0,82 92-433 0 0,18 21-42 0 0,11 8-246 0 0,-19-7 486 0 0,18 6-478 0 0,1 1 0 0 0,-1 0 1 0 0,1 0-1 0 0,-1 0 0 0 0,1 0 0 0 0,-1 0 0 0 0,0 0 1 0 0,1 0-1 0 0,-1 0 0 0 0,1 0 0 0 0,-1 0 0 0 0,1 0 1 0 0,-1 1-1 0 0,1-1 0 0 0,-1 0 0 0 0,1 0 0 0 0,-1 0 0 0 0,1 1 1 0 0,-1-1-1 0 0,1 0 0 0 0,-1 1 0 0 0,1-1 0 0 0,-1 0 1 0 0,1 1-1 0 0,0-1 0 0 0,-1 1 0 0 0,1-1 0 0 0,-1 1 1 0 0,1-1-1 0 0,0 0 0 0 0,0 1 0 0 0,-1-1 0 0 0,1 2 0 0 0,-2 6 28 0 0,0 1 0 0 0,1-1 0 0 0,0 1 0 0 0,0 0 0 0 0,1-1-1 0 0,1 15 1 0 0,0 1 22 0 0,0 1-4 0 0,1 0 0 0 0,8 42 1 0 0,21 47 26 0 0,58 115-117 0 0,18-8-1126 0 0,-106-218 1133 0 0,47 82-1602 0 0,-11-21-3515 0 0,-34-53 1908 0 0,0-1-4872 0 0</inkml:trace>
</inkml:ink>
</file>

<file path=ppt/ink/ink1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3:59.6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201 0 7210 0 0,'0'0'12758'0'0,"-29"1"-12800"0"0,-90 3-97 0 0,114-4 82 0 0,0 0-1 0 0,0 0 1 0 0,0 1 0 0 0,-9 2 0 0 0,14-3 43 0 0,-8 5-1396 0 0,-2 0-4264 0 0</inkml:trace>
</inkml:ink>
</file>

<file path=ppt/ink/ink1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4:00.5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216 725 2320 0 0,'0'0'16976'0'0,"-2"-32"-16192"0"0,-4-104-118 0 0,5 122-476 0 0,0-1 0 0 0,0 1 0 0 0,-4-14 0 0 0,1 10 79 0 0,-3-50 437 0 0,0 29-407 0 0,-18-60 1 0 0,1 24-171 0 0,-14-39 28 0 0,33 105-110 0 0,1 1-1 0 0,-1-1 1 0 0,0 1 0 0 0,-12-13-1 0 0,12 14 0 0 0,4 7-41 0 0,1-1 0 0 0,-1 0-1 0 0,1 0 1 0 0,-1 1 0 0 0,0-1 0 0 0,1 0-1 0 0,-1 1 1 0 0,0-1 0 0 0,0 1 0 0 0,1-1-1 0 0,-1 1 1 0 0,0-1 0 0 0,0 1 0 0 0,0 0-1 0 0,1-1 1 0 0,-1 1 0 0 0,0 0 0 0 0,0-1-1 0 0,0 1 1 0 0,0 0 0 0 0,0 0 0 0 0,0 0-1 0 0,0 0 1 0 0,0 0 0 0 0,0 0 0 0 0,1 0-1 0 0,-1 0 1 0 0,0 0 0 0 0,0 1 0 0 0,0-1-1 0 0,-1 1 1 0 0,1-1-6 0 0,0 1 0 0 0,-1 0 1 0 0,1 0-1 0 0,0 0 0 0 0,0 0 0 0 0,0 0 0 0 0,0 0 0 0 0,0 0 0 0 0,0 0 0 0 0,0 0 0 0 0,0 1 0 0 0,1-1 1 0 0,-1 0-1 0 0,0 1 0 0 0,1-1 0 0 0,-1 0 0 0 0,0 3 0 0 0,-3 18 37 0 0,1 1-1 0 0,1 0 0 0 0,2 37 1 0 0,0-42-26 0 0,1 3-5 0 0,0 0 0 0 0,2-1-1 0 0,1 1 1 0 0,11 37 0 0 0,0-15 3 0 0,23 47 0 0 0,-31-77-18 0 0,0 1 0 0 0,0-1 0 0 0,2-1 0 0 0,-1 0 0 0 0,2 0 0 0 0,-1 0 0 0 0,2-1 0 0 0,-1-1 0 0 0,17 13 0 0 0,-17-17-14 0 0,-1 1 0 0 0,1-2 0 0 0,0 1-1 0 0,1-1 1 0 0,-1-1 0 0 0,1 0 0 0 0,0 0 0 0 0,0-1-1 0 0,0 0 1 0 0,1-1 0 0 0,-1-1 0 0 0,21 1-1 0 0,-27-2 12 0 0,1 0 0 0 0,-1 0 0 0 0,0-1 0 0 0,1 0 0 0 0,-1 0 0 0 0,11-3 0 0 0,-13 2 7 0 0,0 0 1 0 0,1 0 0 0 0,-1 0-1 0 0,0 0 1 0 0,0 0 0 0 0,0-1-1 0 0,0 1 1 0 0,0-1-1 0 0,-1 0 1 0 0,5-6 0 0 0,-3 4-4 0 0,-1-1 0 0 0,0 0-1 0 0,0 0 1 0 0,0 0 0 0 0,-1 0 0 0 0,0 0 0 0 0,0-1 0 0 0,-1 1 0 0 0,1 0 0 0 0,-1-1 0 0 0,0-9 0 0 0,-1 6 41 0 0,0 1 0 0 0,-1 0 1 0 0,0-1-1 0 0,-1 1 0 0 0,0 0 0 0 0,0 0 1 0 0,-5-12-1 0 0,7 20-18 0 0,0 1-1 0 0,0-1 0 0 0,0 0 1 0 0,-1 1-1 0 0,1-1 1 0 0,0 1-1 0 0,-1-1 1 0 0,1 0-1 0 0,-1 1 1 0 0,1-1-1 0 0,0 1 1 0 0,-1-1-1 0 0,1 1 1 0 0,-1-1-1 0 0,1 1 1 0 0,-1 0-1 0 0,1-1 0 0 0,-1 1 1 0 0,0 0-1 0 0,1-1 1 0 0,-1 1-1 0 0,0 0 1 0 0,1 0-1 0 0,-1-1 1 0 0,1 1-1 0 0,-1 0 1 0 0,0 0-1 0 0,0 0 1 0 0,0 0-1 0 0,1 7-73 0 0,0 1 73 0 0,1 0 0 0 0,0-1 0 0 0,0 0 0 0 0,1 1 0 0 0,0-1 0 0 0,0 0 0 0 0,1 0 0 0 0,0 0 0 0 0,0 0 0 0 0,1 0 0 0 0,0-1 0 0 0,0 1 0 0 0,8 8 0 0 0,-3-4 12 0 0,1 0 0 0 0,1-1-1 0 0,0 0 1 0 0,0-1 0 0 0,1 0 0 0 0,15 8 0 0 0,-18-11-7 0 0,1-1 0 0 0,0 0 0 0 0,0-1 0 0 0,1 0 0 0 0,-1 0-1 0 0,12 1 1 0 0,-17-4-3 0 0,-1 0-1 0 0,1-1 0 0 0,0 1 0 0 0,0-1 1 0 0,0 0-1 0 0,0-1 0 0 0,0 1 1 0 0,0-1-1 0 0,-1 0 0 0 0,1-1 1 0 0,0 1-1 0 0,-1-1 0 0 0,1 1 0 0 0,-1-1 1 0 0,1-1-1 0 0,4-2 0 0 0,-7 3-15 0 0,-1 1 0 0 0,1-1-1 0 0,0 1 1 0 0,-1-1-1 0 0,1 0 1 0 0,-1 0 0 0 0,1 0-1 0 0,-1 0 1 0 0,0 0 0 0 0,0 0-1 0 0,0 0 1 0 0,0-1 0 0 0,0 1-1 0 0,0 0 1 0 0,-1-1-1 0 0,1-3 1 0 0,0-4-16 0 0,0-1 0 0 0,-1-15 0 0 0,0 12 13 0 0,0 14-56 0 0,0 4-298 0 0,0 18 173 0 0,-1 8 94 0 0,2 1 1 0 0,9 59 0 0 0,-5-63 29 0 0,-1-9-40 0 0,9 31 0 0 0,-9-37 47 0 0,14 35-508 0 0,21 96 1 0 0,-35-120 366 0 0,-1-11 24 0 0,-1 0 1 0 0,-1 0 0 0 0,1 16 0 0 0,-2-8-84 0 0,0-14 158 0 0,0-1-1 0 0,0 0 0 0 0,0 1 0 0 0,-1-1 0 0 0,0 1 0 0 0,0-1 0 0 0,0 0 0 0 0,-1 0 0 0 0,0 1 0 0 0,0-1 0 0 0,-4 8 0 0 0,4-10-140 0 0,-1 1-1 0 0,0 0 1 0 0,0-1-1 0 0,0 0 0 0 0,0 0 1 0 0,-1 0-1 0 0,1 0 1 0 0,-6 4-1 0 0,7-6 178 0 0,1 0 1 0 0,0-1-1 0 0,-1 1 0 0 0,1 0 0 0 0,-1-1 0 0 0,1 1 1 0 0,-1-1-1 0 0,1 1 0 0 0,-1-1 0 0 0,1 0 1 0 0,-1 1-1 0 0,1-1 0 0 0,-1 0 0 0 0,1 0 1 0 0,-1 0-1 0 0,0 0 0 0 0,1-1 0 0 0,-1 1 1 0 0,1 0-1 0 0,-1-1 0 0 0,1 1 0 0 0,-1-1 1 0 0,1 1-1 0 0,-1-1 0 0 0,1 0 0 0 0,-1 1 1 0 0,-1-3-1 0 0,-2-1 123 0 0,1 0 0 0 0,1-1 1 0 0,-1 1-1 0 0,1-1 0 0 0,0 1 0 0 0,0-1 1 0 0,0 0-1 0 0,0-1 0 0 0,1 1 1 0 0,0 0-1 0 0,0-1 0 0 0,1 1 0 0 0,-2-9 1 0 0,1 6 10 0 0,1 1 1 0 0,1-1-1 0 0,-1 1 1 0 0,1 0-1 0 0,1-1 1 0 0,-1 1-1 0 0,1-1 1 0 0,1 1-1 0 0,-1 0 1 0 0,4-9-1 0 0,-1 7-42 0 0,0 0-1 0 0,0 0 0 0 0,1 0 1 0 0,0 1-1 0 0,1 0 0 0 0,0 0 0 0 0,0 1 1 0 0,1-1-1 0 0,7-6 0 0 0,-8 10-344 0 0,0-1 0 0 0,0 1 0 0 0,0-1-1 0 0,1 2 1 0 0,7-4 0 0 0,-8 4-635 0 0,0 1-1 0 0,0 0 1 0 0,0 1-1 0 0,0-1 1 0 0,1 1-1 0 0,8 0 1 0 0,0-1-3210 0 0,-3 2-1313 0 0</inkml:trace>
</inkml:ink>
</file>

<file path=ppt/ink/ink1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26.54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335 49 0 0 0,'0'0'16821'0'0,"-4"-7"-15005"0"0,0 6-1543 0 0,1 1-1 0 0,-1-1 0 0 0,0 0 1 0 0,0 0-1 0 0,-4-2 0 0 0,-17-4-181 0 0,-8-3 377 0 0,-44-2 653 0 0,50 8-689 0 0,18 3-322 0 0,1 1-1 0 0,-12 0 0 0 0,4 1-63 0 0,14-1-40 0 0,0 0 0 0 0,0 1 0 0 0,0-1 0 0 0,0 1 0 0 0,0 0 0 0 0,0-1 0 0 0,0 1 0 0 0,-2 1 0 0 0,-10 4 28 0 0,11-5-6 0 0,0 0 0 0 0,1 1 1 0 0,-1-1-1 0 0,0 0 0 0 0,1 1 0 0 0,-1 0 1 0 0,1 0-1 0 0,-1-1 0 0 0,1 1 0 0 0,-3 4 1 0 0,-1-1-10 0 0,5-4-20 0 0,0-1 0 0 0,1 1 0 0 0,-1 0 0 0 0,0-1 0 0 0,1 1 0 0 0,-1 0 0 0 0,1-1 0 0 0,-1 1 0 0 0,1 0 0 0 0,-1 0 0 0 0,1 0 0 0 0,0-1 0 0 0,-1 1 0 0 0,1 1 0 0 0,-4 1 24 0 0,4-3-22 0 0,0 0-1 0 0,0 0 1 0 0,0 0-1 0 0,-1 0 1 0 0,1 0-1 0 0,0 1 1 0 0,0-1-1 0 0,0 0 1 0 0,0 0-1 0 0,-1 0 1 0 0,1 0-1 0 0,0 0 1 0 0,0 0-1 0 0,0 0 1 0 0,0 1-1 0 0,0-1 1 0 0,-1 0-1 0 0,1 0 1 0 0,0 0-1 0 0,0 0 1 0 0,0 1-1 0 0,0-1 1 0 0,0 0-1 0 0,0 0 0 0 0,0 0 1 0 0,0 1-1 0 0,0-1 1 0 0,0 0-1 0 0,0 0 1 0 0,0 0-1 0 0,0 0 1 0 0,0 1-1 0 0,0-1 1 0 0,0 0-1 0 0,0 0 1 0 0,0 0-1 0 0,0 1 1 0 0,0-1-1 0 0,0 22 587 0 0,15-12-28 0 0,-10-7-487 0 0,1 1 0 0 0,0-1 0 0 0,5 3 0 0 0,8 3 5 0 0,7 5-58 0 0,43 15-1 0 0,-20-9-92 0 0,39 22 15 0 0,-81-39 40 0 0,-5-2 7 0 0,0 0-1 0 0,-1 0 1 0 0,1 0 0 0 0,0 0-1 0 0,0 0 1 0 0,-1 0-1 0 0,1 0 1 0 0,-1 0-1 0 0,1 1 1 0 0,-1-1 0 0 0,3 4-1 0 0,-4-4-24 0 0,-1 1 0 0 0,1 0 1 0 0,-1-1-1 0 0,1 1 0 0 0,-1 0 0 0 0,0-1 0 0 0,1 1 0 0 0,-3 1 0 0 0,-1 2 47 0 0,0-1-1 0 0,-1 0 1 0 0,1-1-1 0 0,-1 1 1 0 0,0-1-1 0 0,0 0 1 0 0,0 0-1 0 0,-1 0 1 0 0,1-1-1 0 0,-9 3 1 0 0,1-1 9 0 0,0-1 1 0 0,0 0-1 0 0,-24 1 1 0 0,-72 1-852 0 0,73-4-2246 0 0,1-1-4177 0 0</inkml:trace>
</inkml:ink>
</file>

<file path=ppt/ink/ink1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27.32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26 0 0 0,'0'0'20500'0'0,"2"-5"-20269"0"0,5-14-108 0 0,-7 19-127 0 0,0 0 0 0 0,0 0 1 0 0,0 0-1 0 0,0 0 1 0 0,0 0-1 0 0,1 0 0 0 0,-1 0 1 0 0,0 0-1 0 0,0 0 0 0 0,0-1 1 0 0,0 1-1 0 0,0 0 0 0 0,0 0 1 0 0,0 0-1 0 0,0 0 0 0 0,0 0 1 0 0,0 0-1 0 0,0 0 0 0 0,1 0 1 0 0,-1 0-1 0 0,0 0 0 0 0,0 0 1 0 0,0 0-1 0 0,0 0 0 0 0,0 0 1 0 0,0 0-1 0 0,0 0 1 0 0,0 0-1 0 0,0 0 0 0 0,1 0 1 0 0,-1 0-1 0 0,0 0 0 0 0,0 0 1 0 0,0 0-1 0 0,0 0 0 0 0,0 0 1 0 0,0 0-1 0 0,0 0 0 0 0,0 0 1 0 0,0 0-1 0 0,0 0 0 0 0,1 0 1 0 0,-1 1-1 0 0,0-1 0 0 0,0 0 1 0 0,0 0-1 0 0,5 6-67 0 0,3 6 32 0 0,-1 16 47 0 0,-4-18-3 0 0,0 0 0 0 0,-1 1 0 0 0,-1-1 0 0 0,1 0 0 0 0,-1 0 0 0 0,-2 17 1 0 0,2 4 24 0 0,-1-30-29 0 0,1 7 6 0 0,-1-1 1 0 0,1 1-1 0 0,4 12 0 0 0,-3-7 0 0 0,1 0 0 0 0,-2 0 0 0 0,0 17-1 0 0,0-16 4 0 0,0 0 1 0 0,4 23-1 0 0,3-1 19 0 0,3 14 11 0 0,-2-24 38 0 0,12 27 0 0 0,-16-41-27 0 0,1-1 1 0 0,1 0-1 0 0,0-1 0 0 0,14 17 0 0 0,-17-23-42 0 0,0 0-1 0 0,0 0 1 0 0,1 0 0 0 0,0 0-1 0 0,-1-1 1 0 0,1 0-1 0 0,1 0 1 0 0,-1 0 0 0 0,0-1-1 0 0,1 1 1 0 0,-1-1-1 0 0,1-1 1 0 0,0 1 0 0 0,-1-1-1 0 0,1 0 1 0 0,0 0-1 0 0,7 0 1 0 0,-6-1-446 0 0,-3 0 280 0 0,0 0 0 0 0,-1 0 0 0 0,1 0 0 0 0,5-1 0 0 0,0-4-2958 0 0,-3-3-3347 0 0,-5 6 5816 0 0</inkml:trace>
</inkml:ink>
</file>

<file path=ppt/ink/ink1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27.54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316 6 8242 0 0,'0'0'11869'0'0,"-31"-1"-11718"0"0,-96-2-90 0 0,87 1-55 0 0,28 3-35 0 0,6-1 8 0 0,-3 2-294 0 0,0 0 0 0 0,1 0 1 0 0,-1 1-1 0 0,1 0 0 0 0,-11 5 0 0 0,0 2-3024 0 0,0 0-3561 0 0</inkml:trace>
</inkml:ink>
</file>

<file path=ppt/ink/ink1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28.04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31 193 0 0 0,'0'0'12719'0'0,"3"5"-11850"0"0,12 19-130 0 0,-14-21-556 0 0,0-1 0 0 0,1 0-1 0 0,0 0 1 0 0,-1 0 0 0 0,1 0 0 0 0,0-1-1 0 0,0 1 1 0 0,0 0 0 0 0,0-1 0 0 0,3 2 0 0 0,5 4 517 0 0,-2-3-301 0 0,-8-4-389 0 0,1 0 0 0 0,-1 0 0 0 0,0 0 0 0 0,1 0 1 0 0,-1 1-1 0 0,0-1 0 0 0,1 0 0 0 0,-1 0 0 0 0,0 0 0 0 0,0 0 0 0 0,1 0 0 0 0,-1 1 0 0 0,0-1 0 0 0,1 0 0 0 0,-1 0 0 0 0,0 0 0 0 0,0 1 0 0 0,0-1 0 0 0,1 0 0 0 0,-2 1 149 0 0,0-1-1 0 0,0 0 1 0 0,0 0-1 0 0,0 0 0 0 0,0 0 1 0 0,0-1-1 0 0,0 1 1 0 0,0 0-1 0 0,0 0 0 0 0,0 0 1 0 0,0-1-1 0 0,0 1 1 0 0,0-1-1 0 0,0 1 0 0 0,1-1 1 0 0,-1 1-1 0 0,-1-1 1 0 0,-10-11 189 0 0,1 2-53 0 0,1-1 0 0 0,0 0 1 0 0,-12-17-1 0 0,20 22-189 0 0,0 0 0 0 0,0 0 0 0 0,0-1 0 0 0,1 1-1 0 0,0 0 1 0 0,0-1 0 0 0,1 1 0 0 0,0-10 0 0 0,0 12-94 0 0,0 1 1 0 0,0-1-1 0 0,0 0 1 0 0,0 0 0 0 0,1 1-1 0 0,0-1 1 0 0,0 1 0 0 0,0-1-1 0 0,0 1 1 0 0,0-1 0 0 0,1 1-1 0 0,-1-1 1 0 0,1 1 0 0 0,0 0-1 0 0,0 0 1 0 0,1 0-1 0 0,-1 0 1 0 0,0 0 0 0 0,1 1-1 0 0,0-1 1 0 0,-1 1 0 0 0,5-3-1 0 0,-1 0-87 0 0,0 1-1 0 0,0 0 1 0 0,0 1-1 0 0,0-1 1 0 0,1 1 0 0 0,0 1-1 0 0,0-1 1 0 0,0 1-1 0 0,7-2 1 0 0,-3 2-1199 0 0,1 1 0 0 0,19-1 1 0 0,-30 2 1116 0 0,-1 0 1 0 0,1 0 0 0 0,-1 0 0 0 0,1 0-1 0 0,-1 0 1 0 0,0 0 0 0 0,1 1 0 0 0,-1-1-1 0 0,1 0 1 0 0,-1 0 0 0 0,1 0 0 0 0,-1 0-1 0 0,0 0 1 0 0,1 1 0 0 0,-1-1 0 0 0,1 0-1 0 0,-1 0 1 0 0,0 1 0 0 0,1-1 0 0 0,-1 0-1 0 0,0 1 1 0 0,1-1 0 0 0,-1 1 0 0 0</inkml:trace>
</inkml:ink>
</file>

<file path=ppt/ink/ink1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28.87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1 224 0 0 0,'0'0'21401'0'0,"12"-10"-21083"0"0,40-30-70 0 0,-48 37-173 0 0,1 0 0 0 0,-1 0-1 0 0,1 0 1 0 0,0 0-1 0 0,0 1 1 0 0,0 0-1 0 0,10-4 1 0 0,5-1 106 0 0,-8 2-68 0 0,20-6 1 0 0,-5 1 86 0 0,-17 6 166 0 0,20-12 0 0 0,-28 15-249 0 0,-1-1 0 0 0,0 0 1 0 0,0 0-1 0 0,0 0 1 0 0,0-1-1 0 0,0 1 0 0 0,1-4 1 0 0,-2 3-107 0 0,0 1 1 0 0,-1-1-1 0 0,1 1 1 0 0,-1 0-1 0 0,0 0 1 0 0,1-1-1 0 0,-1 1 1 0 0,0 0 0 0 0,0 0-1 0 0,0 0 1 0 0,-1 0-1 0 0,1 0 1 0 0,0 0-1 0 0,-1 0 1 0 0,1 0-1 0 0,-1 0 1 0 0,0 1-1 0 0,0-1 1 0 0,1 1-1 0 0,-1-1 1 0 0,-3 0 0 0 0,-4-4-36 0 0,0 1 1 0 0,0 1-1 0 0,-14-5 1 0 0,21 8 29 0 0,-1 0-19 0 0,0 0 1 0 0,-1 0-1 0 0,1 0 0 0 0,-1 1 0 0 0,1-1 0 0 0,-1 1 0 0 0,1 0 0 0 0,-5 0 0 0 0,6 1 8 0 0,0 0 0 0 0,1 0-1 0 0,-1 0 1 0 0,0 0 0 0 0,1 0-1 0 0,-1 1 1 0 0,1-1 0 0 0,-2 2 0 0 0,-2 2 11 0 0,-5 2 6 0 0,0 0 0 0 0,0-1 0 0 0,-1 0 0 0 0,1 0 0 0 0,-22 6 0 0 0,31-11-3 0 0,1-1-1 0 0,-1 0 1 0 0,1 0 0 0 0,-1 0-1 0 0,0 1 1 0 0,1-1 0 0 0,-1 0 0 0 0,1 1-1 0 0,-1-1 1 0 0,1 0 0 0 0,-1 1-1 0 0,1-1 1 0 0,-1 1 0 0 0,1-1-1 0 0,-1 1 1 0 0,1-1 0 0 0,0 1-1 0 0,-1-1 1 0 0,1 1 0 0 0,0-1 0 0 0,0 1-1 0 0,-1 0 1 0 0,1-1 0 0 0,0 1-1 0 0,0-1 1 0 0,0 1 0 0 0,-1 0-1 0 0,1 0 1 0 0,-2 2-10 0 0,2-2 2 0 0,0-1 0 0 0,-1 0 0 0 0,1 0 0 0 0,0 0 0 0 0,0 0 0 0 0,0 1 0 0 0,0-1 0 0 0,-1 0 0 0 0,1 0 0 0 0,0 0-1 0 0,0 1 1 0 0,0-1 0 0 0,0 0 0 0 0,0 0 0 0 0,-1 1 0 0 0,1-1 0 0 0,0 0 0 0 0,0 0 0 0 0,0 0 0 0 0,0 1 0 0 0,0-1 0 0 0,0 0-1 0 0,0 1 1 0 0,0 46 294 0 0,9-26-108 0 0,-9-20-166 0 0,1 0 1 0 0,-1 0-1 0 0,1-1 1 0 0,-1 1-1 0 0,1 0 1 0 0,-1 0-1 0 0,1 0 0 0 0,-1 0 1 0 0,1-1-1 0 0,0 1 1 0 0,-1 0-1 0 0,1 0 1 0 0,0-1-1 0 0,1 2 1 0 0,5 6 163 0 0,-5-5-134 0 0,0-1 0 0 0,0 1 1 0 0,0 0-1 0 0,1-1 0 0 0,-1 1 1 0 0,1-1-1 0 0,-1 0 0 0 0,1 0 1 0 0,0 0-1 0 0,0 0 1 0 0,5 2-1 0 0,2 1 67 0 0,0 0 0 0 0,14 3 0 0 0,3 0-12 0 0,0-2 0 0 0,38 4-1 0 0,56-2-184 0 0,-31-9-302 0 0,-62 1-4057 0 0,0-1-6792 0 0</inkml:trace>
</inkml:ink>
</file>

<file path=ppt/ink/ink1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29.75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233 100 2537 0 0,'0'0'21105'0'0,"-7"-14"-20822"0"0,-19-38-60 0 0,15 35-45 0 0,6 15-71 0 0,0 1-28 0 0,1-2-50 0 0,-1 2 1 0 0,1-1 0 0 0,0 0-1 0 0,-1 1 1 0 0,0 0-1 0 0,1 0 1 0 0,-1 0 0 0 0,-6 0-1 0 0,-42 1 55 0 0,27 1-21 0 0,24-1-52 0 0,-1 0-1 0 0,1 1 1 0 0,0-1 0 0 0,0 1-1 0 0,-1 0 1 0 0,1-1-1 0 0,0 1 1 0 0,-3 2-1 0 0,2-2-17 0 0,-10 14 153 0 0,13-14-138 0 0,-1 0 1 0 0,0 0-1 0 0,0 0 0 0 0,1 0 1 0 0,-1 0-1 0 0,1 0 1 0 0,-1 0-1 0 0,1 0 1 0 0,-1 0-1 0 0,1 0 0 0 0,0 1 1 0 0,-1 1-1 0 0,-2 15 112 0 0,3-18-120 0 0,-2 12 93 0 0,1 0 1 0 0,0 1-1 0 0,1-1 1 0 0,2 16-1 0 0,-1-26-68 0 0,-1 0 1 0 0,1 0-1 0 0,0 0 1 0 0,0 0-1 0 0,-1-1 1 0 0,1 1-1 0 0,0 0 0 0 0,0 0 1 0 0,1-1-1 0 0,-1 1 1 0 0,0-1-1 0 0,0 1 1 0 0,1-1-1 0 0,-1 0 0 0 0,1 1 1 0 0,-1-1-1 0 0,1 0 1 0 0,2 1-1 0 0,4 2 99 0 0,0 0 1 0 0,16 5-1 0 0,-9-4-88 0 0,-4-2-22 0 0,0 0-1 0 0,0-1 0 0 0,0-1 1 0 0,1 0-1 0 0,-1 0 1 0 0,19-2-1 0 0,-10 1 17 0 0,-18 0-23 0 0,0 0 0 0 0,1 0 0 0 0,-1-1 0 0 0,0 1 0 0 0,0-1 0 0 0,0 1-1 0 0,0-1 1 0 0,0 0 0 0 0,0 0 0 0 0,0 0 0 0 0,0 0 0 0 0,0 0 0 0 0,0 0 0 0 0,0-1 0 0 0,-1 1 0 0 0,1-1 0 0 0,0 1-1 0 0,1-4 1 0 0,0 2 3 0 0,-1 0-1 0 0,0 0 1 0 0,0-1-1 0 0,0 1 0 0 0,0-1 1 0 0,-1 0-1 0 0,1 0 1 0 0,-1 1-1 0 0,1-7 0 0 0,0 2 17 0 0,0 0-1 0 0,5-11 0 0 0,-6 16-4 0 0,0 1 0 0 0,-1-1 0 0 0,0 0 0 0 0,1 0 0 0 0,-1-6 0 0 0,0 6 54 0 0,0 3-26 0 0,0 0-85 0 0,1 1 1 0 0,0-1 0 0 0,-1 0-1 0 0,1 1 1 0 0,0-1-1 0 0,-1 1 1 0 0,1 0-1 0 0,0-1 1 0 0,-1 1 0 0 0,1-1-1 0 0,-1 1 1 0 0,1 0-1 0 0,-1-1 1 0 0,1 2-1 0 0,10 17 35 0 0,-4-7 15 0 0,3 3-8 0 0,1-1-1 0 0,1-1 1 0 0,24 22 0 0 0,5 5-1571 0 0,-36-36 571 0 0,5 4-2480 0 0</inkml:trace>
</inkml:ink>
</file>

<file path=ppt/ink/ink1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30.73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52 0 0 0,'0'0'24717'0'0,"0"-6"-24411"0"0,2-19 64 0 0,8 42-371 0 0,-7-11 19 0 0,0 0 1 0 0,0 0-1 0 0,0-1 1 0 0,8 9-1 0 0,-3-3 17 0 0,8 8-21 0 0,32 32-1 0 0,-33-36-68 0 0,-12-12 30 0 0,0-1 1 0 0,1 1-1 0 0,-1-1 1 0 0,1 0-1 0 0,6 3 1 0 0,-6-3 20 0 0,-3-1 12 0 0,0-1 0 0 0,0 1 1 0 0,-1-1-1 0 0,1 0 0 0 0,0 1 0 0 0,0-1 0 0 0,0 0 1 0 0,0 0-1 0 0,0 1 0 0 0,0-1 0 0 0,0 0 0 0 0,0 0 0 0 0,0 0 1 0 0,0 0-1 0 0,0 0 0 0 0,0-1 0 0 0,0 1 0 0 0,0 0 1 0 0,0 0-1 0 0,0-1 0 0 0,0 1 0 0 0,0 0 0 0 0,0-1 0 0 0,0 1 1 0 0,-1-1-1 0 0,1 1 0 0 0,0-1 0 0 0,0 1 0 0 0,0-1 1 0 0,-1 0-1 0 0,1 1 0 0 0,0-1 0 0 0,-1 0 0 0 0,1 0 0 0 0,0 0 1 0 0,-1 1-1 0 0,1-1 0 0 0,-1 0 0 0 0,0 0 0 0 0,1 0 1 0 0,-1 0-1 0 0,0 0 0 0 0,1-2 0 0 0,3-12-57 0 0,-1-1 1 0 0,0 0-1 0 0,-1 0 0 0 0,-1-1 1 0 0,-1-28-1 0 0,0 24 77 0 0,13 21-712 0 0,49 42 180 0 0,-46-33 522 0 0,0 1-52 0 0,1-1-1 0 0,0 0 0 0 0,26 8 1 0 0,-31-14 11 0 0,-8-1 24 0 0,0-1 0 0 0,0 0 0 0 0,-1 0 0 0 0,1 0 0 0 0,0 0 1 0 0,0-1-1 0 0,0 1 0 0 0,0-1 0 0 0,0 0 0 0 0,7-1 0 0 0,-9 0 4 0 0,-1 0 1 0 0,1 1-1 0 0,-1-1 0 0 0,1 0 1 0 0,-1 0-1 0 0,1-1 0 0 0,-1 1 1 0 0,0 0-1 0 0,0 0 0 0 0,0-1 1 0 0,0 1-1 0 0,0 0 0 0 0,0-1 1 0 0,0 1-1 0 0,1-3 0 0 0,1-2-16 0 0,0 0 0 0 0,-1 1 0 0 0,2-8 0 0 0,9-28-114 0 0,-1 13 110 0 0,-12 27 18 0 0,0 1-1 0 0,1-1 1 0 0,-1 0-1 0 0,0 0 0 0 0,1 1 1 0 0,-1-1-1 0 0,0 0 0 0 0,1 0 1 0 0,-1 1-1 0 0,1-1 0 0 0,-1 0 1 0 0,1 1-1 0 0,-1-1 1 0 0,1 1-1 0 0,0-1 0 0 0,1 0 1 0 0,-2 1-12 0 0,1-1-1 0 0,-1 1 1 0 0,1 0 0 0 0,-1 0 0 0 0,1 0 0 0 0,-1 0 0 0 0,1 0 0 0 0,0 0 0 0 0,-1 0 0 0 0,1 0 0 0 0,-1 0-1 0 0,1 0 1 0 0,-1 0 0 0 0,1 0 0 0 0,-1 0 0 0 0,1 1 0 0 0,0-1 0 0 0,0 0 0 0 0,2 2-59 0 0,0 1 1 0 0,1-1-1 0 0,-1 0 1 0 0,-1 1-1 0 0,5 4 0 0 0,-2-2 66 0 0,110 105-588 0 0,-91-86-40 0 0,-15-9-3155 0 0,-5 0-8708 0 0</inkml:trace>
</inkml:ink>
</file>

<file path=ppt/ink/ink1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32.06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125 782 0 0 0,'0'0'17364'0'0,"10"-7"-16932"0"0,28-22 3 0 0,-36 27-332 0 0,0 0 0 0 0,0 1 1 0 0,0-1-1 0 0,0 0 1 0 0,0 0-1 0 0,-1 0 1 0 0,1 0-1 0 0,-1 0 1 0 0,1-1-1 0 0,-1 1 1 0 0,0 0-1 0 0,1-1 0 0 0,-1 1 1 0 0,1-5-1 0 0,0 0 207 0 0,1-4-11 0 0,0 1-1 0 0,-1-1 1 0 0,-1 0-1 0 0,1-11 0 0 0,-2-46 393 0 0,-2 53-604 0 0,0 0 0 0 0,-1 0 0 0 0,-7-22 0 0 0,3 11-22 0 0,-35-109 213 0 0,24 82-87 0 0,-20-101 1 0 0,34 130-109 0 0,1 11-4 0 0,1 0-1 0 0,0-18 1 0 0,2-7-1320 0 0,-20 38 897 0 0,18 0 340 0 0,0 1-1 0 0,0-1 0 0 0,0 1 0 0 0,0 0 0 0 0,0-1 0 0 0,1 1 0 0 0,-1 0 1 0 0,0 0-1 0 0,1 0 0 0 0,-1 0 0 0 0,1 1 0 0 0,-1-1 0 0 0,1 0 0 0 0,-1 1 1 0 0,1-1-1 0 0,0 1 0 0 0,0-1 0 0 0,0 1 0 0 0,0 0 0 0 0,-2 3 1 0 0,-1 2 28 0 0,1 0 0 0 0,0 0 1 0 0,0 1-1 0 0,-2 7 0 0 0,3 1 75 0 0,0 0-1 0 0,1-1 0 0 0,0 1 0 0 0,3 21 0 0 0,-1-27-45 0 0,0 0 0 0 0,1 0 1 0 0,0-1-1 0 0,0 1 0 0 0,5 10 0 0 0,22 45 176 0 0,-18-42-159 0 0,17 31 66 0 0,68 102 1 0 0,11-27-104 0 0,-102-124-33 0 0,-3-3 31 0 0,0 0 0 0 0,0 0 0 0 0,1 0 1 0 0,-1 0-1 0 0,0-1 0 0 0,1 1 0 0 0,0-1 0 0 0,-1 1 0 0 0,1-1 0 0 0,3 1 0 0 0,-4-1 2 0 0,0-1 0 0 0,-1 0 0 0 0,1 1 1 0 0,0-1-1 0 0,0 0 0 0 0,0 0 0 0 0,0 0 0 0 0,-1 0 1 0 0,1 0-1 0 0,0 0 0 0 0,0 0 0 0 0,0-1 0 0 0,-1 1 0 0 0,1-1 1 0 0,0 0-1 0 0,0 1 0 0 0,2-3 0 0 0,6-3-30 0 0,0 0-1 0 0,-1-1 0 0 0,0 0 1 0 0,0 0-1 0 0,-1-1 0 0 0,0-1 1 0 0,14-17-1 0 0,-17 18-35 0 0,2-2-24 0 0,-1 0 0 0 0,0 0 1 0 0,9-20-1 0 0,-10 16 11 0 0,-4 12 38 0 0,0-1 0 0 0,0 1 0 0 0,0 0 0 0 0,0-1 0 0 0,0 1 0 0 0,-1-1-1 0 0,1 1 1 0 0,-1-1 0 0 0,0-2 0 0 0,0 4-32 0 0,0 12-1223 0 0,1-1 1281 0 0,1 0-1 0 0,0 0 1 0 0,0 0-1 0 0,0-1 0 0 0,2 0 1 0 0,-1 1-1 0 0,1-1 1 0 0,0 0-1 0 0,1 0 1 0 0,0-1-1 0 0,0 1 0 0 0,12 12 1 0 0,-9-12 17 0 0,0 0 0 0 0,1-1 0 0 0,0 1 0 0 0,0-2-1 0 0,17 12 1 0 0,-25-19-122 0 0,-1 0 0 0 0,0 1 0 0 0,1-1 0 0 0,-1 0 0 0 0,1 0 0 0 0,-1 1-1 0 0,1-1 1 0 0,-1 0 0 0 0,1 0 0 0 0,0 0 0 0 0,-1 1 0 0 0,1-1 0 0 0,-1 0 0 0 0,1 0 0 0 0,-1 0-1 0 0,1 0 1 0 0,-1 0 0 0 0,1 0 0 0 0,0 0 0 0 0,-1 0 0 0 0,1-1 0 0 0,-1 1 0 0 0,1 0 0 0 0,-1 0-1 0 0,1 0 1 0 0,-1-1 0 0 0,1 1 0 0 0,-1 0 0 0 0,1 0 0 0 0,-1-1 0 0 0,1 1 0 0 0,-1 0-1 0 0,1-1 1 0 0,3-12-10896 0 0</inkml:trace>
</inkml:ink>
</file>

<file path=ppt/ink/ink1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32.27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5 2320 0 0,'0'0'20380'0'0,"1"-2"-22154"0"0,-1 1 1718 0 0,0 1 1 0 0,1 0-1 0 0,-1 0 1 0 0,0 0-1 0 0,0 0 1 0 0,0-1-1 0 0,0 1 1 0 0,0 0-1 0 0,1 0 1 0 0,-1 0 0 0 0,0 0-1 0 0,0 0 1 0 0,0 0-1 0 0,1-1 1 0 0,-1 2 8 0 0,1-1 0 0 0,-1 0 0 0 0,0 1 0 0 0,0-1 0 0 0,1 0 0 0 0,-1 1 1 0 0,0-1-1 0 0,0 1 0 0 0,1-1 0 0 0,-1 1 0 0 0,0-1 0 0 0,0 0 0 0 0,0 1 1 0 0,0-1-1 0 0,0 1 0 0 0,0-1 0 0 0,0 1 0 0 0,1-1 0 0 0,-1 1 0 0 0,-1 0 1 0 0,2 14-979 0 0,-2-11 554 0 0,1 19-2765 0 0,0-12-2156 0 0</inkml:trace>
</inkml:ink>
</file>

<file path=ppt/ink/ink1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32.8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 1 6721 0 0,'0'0'17276'0'0,"0"1"-17201"0"0,0 1-63 0 0,-1-1-10 0 0,1 1 0 0 0,0-1 0 0 0,0 1 0 0 0,0-1 1 0 0,0 1-1 0 0,0-1 0 0 0,0 1 0 0 0,0-1 0 0 0,0 1 0 0 0,0-1 1 0 0,1 1-1 0 0,-1-1 0 0 0,0 0 0 0 0,1 1 0 0 0,1 1 0 0 0,6 10 13 0 0,29 39 9 0 0,15 14-49 0 0,-14-24-113 0 0,-26-31 86 0 0,-11-10 70 0 0,4-2 754 0 0,-3 0-759 0 0,-1 0 0 0 0,0 0 0 0 0,1 0 0 0 0,-1 0 0 0 0,0 0 0 0 0,0-1 0 0 0,0 1 0 0 0,0 0 0 0 0,0-1 0 0 0,-1 1 0 0 0,1 0 0 0 0,0-1 0 0 0,0 1 0 0 0,-1-1 0 0 0,1-1 0 0 0,6-29-69 0 0,-4 20 5 0 0,-1-7-42 0 0,3-7 10 0 0,-2 17 76 0 0,-3 5 16 0 0,1 1-1 0 0,0 0 0 0 0,0 0 0 0 0,0-1 0 0 0,1 1 1 0 0,-1 0-1 0 0,3-3 0 0 0,-2 6-20 0 0,0-1 0 0 0,0 1 0 0 0,0 0 0 0 0,0 0-1 0 0,0-1 1 0 0,0 1 0 0 0,0 1 0 0 0,2-1 0 0 0,1 0-87 0 0,-2 1 67 0 0,1 0 0 0 0,-1 0 0 0 0,0 0 0 0 0,1 1 1 0 0,-1-1-1 0 0,0 1 0 0 0,0 0 0 0 0,0 0 0 0 0,5 4 0 0 0,3 2-25 0 0,47 32-15 0 0,8 4-303 0 0,-57-39 115 0 0,-7-4 103 0 0,0 0 0 0 0,0 0 0 0 0,0 0 0 0 0,0 0 0 0 0,0 0 0 0 0,-1 0 0 0 0,1 1 0 0 0,-1-1 0 0 0,1 0 0 0 0,-1 1 0 0 0,3 2 0 0 0,-4-1-1268 0 0</inkml:trace>
</inkml:ink>
</file>

<file path=ppt/ink/ink1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33.56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29 268 0 0 0,'0'0'21517'0'0,"11"-14"-21173"0"0,35-42-75 0 0,-43 53-218 0 0,0 0-1 0 0,-1 0 1 0 0,1 0-1 0 0,-1 0 1 0 0,0-1 0 0 0,2-3-1 0 0,0-1 130 0 0,5-11 77 0 0,1 0 76 0 0,-10 17-305 0 0,1 0 0 0 0,0 1 0 0 0,0-1 0 0 0,-1 0 0 0 0,1 0 0 0 0,-1 0 0 0 0,1 0 0 0 0,-1 0 0 0 0,0 0 0 0 0,0 0 0 0 0,0 0 0 0 0,0-1 0 0 0,-3-25 110 0 0,1 25-138 0 0,1-1 1 0 0,-1 1 0 0 0,0-1-1 0 0,0 1 1 0 0,0 0 0 0 0,0 0-1 0 0,-1 0 1 0 0,1 0 0 0 0,-7-5-1 0 0,9 8 0 0 0,-1-2 1 0 0,-3-2 3 0 0,1 1 0 0 0,-1-1 1 0 0,0 1-1 0 0,0 0 0 0 0,0 0 0 0 0,0 0 1 0 0,-5-2-1 0 0,8 5-1 0 0,-2-1-31 0 0,-1 0 0 0 0,1 0-1 0 0,-1 0 1 0 0,-4 1 0 0 0,7 0 22 0 0,1 0 0 0 0,-1 0-1 0 0,1 0 1 0 0,-1 0 0 0 0,1 0 0 0 0,-1 0 0 0 0,0 0-1 0 0,1 0 1 0 0,-1 0 0 0 0,1 0 0 0 0,-1 1 0 0 0,1-1-1 0 0,-1 0 1 0 0,1 0 0 0 0,-1 1 0 0 0,1-1 0 0 0,-1 0 0 0 0,1 1-1 0 0,-1-1 1 0 0,1 0 0 0 0,0 1 0 0 0,-1-1 0 0 0,1 1-1 0 0,0-1 1 0 0,-1 1 0 0 0,1-1 0 0 0,0 1 0 0 0,-1-1-1 0 0,1 1 1 0 0,0-1 0 0 0,0 1 0 0 0,0-1 0 0 0,-1 1 0 0 0,1 0-1 0 0,0 1 3 0 0,-1 0 0 0 0,0 1-1 0 0,1-1 1 0 0,-1 0-1 0 0,0 0 1 0 0,0 0 0 0 0,-3 3-1 0 0,3-4 2 0 0,0 1 0 0 0,0 0-1 0 0,0 0 1 0 0,0 0 0 0 0,0 0 0 0 0,0 0-1 0 0,0 4 1 0 0,-4 15 30 0 0,3-16-22 0 0,1 0 0 0 0,0-1 0 0 0,1 1 0 0 0,-1 8 0 0 0,1-7 16 0 0,2 1-1 0 0,-1-1 1 0 0,1 0-1 0 0,0 1 1 0 0,0-1 0 0 0,0 0-1 0 0,1 0 1 0 0,5 8-1 0 0,-1-5 37 0 0,0 0-1 0 0,1 0 0 0 0,0-1 0 0 0,1 0 1 0 0,10 8-1 0 0,-7-8-19 0 0,-1 0 1 0 0,1-2-1 0 0,0 1 1 0 0,22 7 0 0 0,-1 1-78 0 0,-24-11 70 0 0,1-1 0 0 0,-1 1 0 0 0,1-2 0 0 0,0 1 1 0 0,15 1-1 0 0,12-2-2452 0 0,0-1-7660 0 0</inkml:trace>
</inkml:ink>
</file>

<file path=ppt/ink/ink1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34.59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126 541 0 0 0,'0'0'20966'0'0,"-5"-18"-20599"0"0,-16-51-49 0 0,21 67-292 0 0,0 0 1 0 0,-1 0-1 0 0,1 0 0 0 0,-1 1 0 0 0,1-1 0 0 0,-1 0 0 0 0,0 0 0 0 0,0 0 1 0 0,-1-1-1 0 0,1 2-12 0 0,-1-1 0 0 0,1 1 0 0 0,-1 0 0 0 0,0 0 0 0 0,1 1 0 0 0,-1-1 0 0 0,0 0 0 0 0,1 0 1 0 0,-1 1-1 0 0,0-1 0 0 0,0 1 0 0 0,0 0 0 0 0,1-1 0 0 0,-1 1 0 0 0,0 0 0 0 0,0 0 0 0 0,0 0 0 0 0,0 0 1 0 0,0 0-1 0 0,1 1 0 0 0,-1-1 0 0 0,0 1 0 0 0,0-1 0 0 0,0 1 0 0 0,1-1 0 0 0,-1 1 0 0 0,-1 1 0 0 0,-1 0-11 0 0,1 1 0 0 0,0 0 0 0 0,0-1 0 0 0,0 1 0 0 0,0 0 0 0 0,1 0 0 0 0,-1 1 0 0 0,1-1 0 0 0,0 0 0 0 0,0 1-1 0 0,0-1 1 0 0,0 1 0 0 0,1 0 0 0 0,-1 0 0 0 0,1 0 0 0 0,0-1 0 0 0,0 1 0 0 0,0 0 0 0 0,1 0 0 0 0,0 0 0 0 0,-1 5-1 0 0,1 5 25 0 0,0-11 2 0 0,-1 0 0 0 0,1 1-1 0 0,0-1 1 0 0,0 0 0 0 0,1 1-1 0 0,-1-1 1 0 0,0 0 0 0 0,1 0 0 0 0,0 1-1 0 0,0-1 1 0 0,0 0 0 0 0,0 0-1 0 0,1 0 1 0 0,2 4 0 0 0,-1-2 10 0 0,0-1 1 0 0,0 0-1 0 0,1 0 1 0 0,0-1-1 0 0,0 1 0 0 0,0-1 1 0 0,0 0-1 0 0,5 3 1 0 0,10 5 37 0 0,-14-8-61 0 0,0 0-1 0 0,0 0 0 0 0,0 0 0 0 0,0 0 0 0 0,1-1 0 0 0,-1 0 0 0 0,1-1 0 0 0,-1 1 0 0 0,1-1 1 0 0,9 1-1 0 0,-7-1 18 0 0,-6-1-24 0 0,-1 0 1 0 0,0 0-1 0 0,1 0 1 0 0,-1 0-1 0 0,0 0 1 0 0,1 0-1 0 0,-1 0 1 0 0,1 0 0 0 0,-1 0-1 0 0,0-1 1 0 0,0 1-1 0 0,1 0 1 0 0,-1-1-1 0 0,0 1 1 0 0,1-1-1 0 0,-1 0 1 0 0,0 1-1 0 0,0-1 1 0 0,0 0-1 0 0,0 0 1 0 0,0 0-1 0 0,1-1 1 0 0,2-2-10 0 0,-1 0 0 0 0,0-1 1 0 0,0 1-1 0 0,0-1 1 0 0,-1 0-1 0 0,1 0 0 0 0,-1 0 1 0 0,0 0-1 0 0,-1-1 0 0 0,2-9 1 0 0,0-3-79 0 0,1-3-85 0 0,0-32 1 0 0,-4 28 71 0 0,0-11-137 0 0,-7-62 0 0 0,-4-10-41 0 0,10 102 263 0 0,-2-34 24 0 0,2 36-9 0 0,2 0 1 0 0,-1-1-1 0 0,0 1 0 0 0,1 0 0 0 0,0 0 0 0 0,0 0 0 0 0,2-5 0 0 0,1-2 17 0 0,-3 7-23 0 0,0 1-1 0 0,0 0 1 0 0,0 0 0 0 0,1 0 0 0 0,2-3 0 0 0,-4 5-44 0 0,0 1 0 0 0,0 0 1 0 0,0 0-1 0 0,0 0 0 0 0,1 0 0 0 0,-1 0 1 0 0,0 0-1 0 0,0 0 0 0 0,0 0 0 0 0,0-1 1 0 0,0 1-1 0 0,0 0 0 0 0,1 0 0 0 0,-1 0 1 0 0,0 0-1 0 0,0 0 0 0 0,0-1 0 0 0,0 1 1 0 0,0 0-1 0 0,0 0 0 0 0,0 0 1 0 0,0 0-1 0 0,0-1 0 0 0,0 1 0 0 0,0 0 1 0 0,0 0-1 0 0,0 0 0 0 0,0 0 0 0 0,0-1 1 0 0,0 1-1 0 0,0 0 0 0 0,0 0 0 0 0,0 0 1 0 0,0-1-1 0 0,0 1 0 0 0,0 0 0 0 0,0 0 1 0 0,0 0-1 0 0,0 0 0 0 0,0 0 0 0 0,0-1 1 0 0,-1 1-1 0 0,1 0 0 0 0,0 0 0 0 0,0 0 1 0 0,0 0-1 0 0,0 0 0 0 0,0-1 1 0 0,0 1-1 0 0,-1 0 0 0 0,1 0 0 0 0,-14 0-103 0 0,1 1 937 0 0,12-3-771 0 0,-1 1 0 0 0,1 0 0 0 0,-1-1 0 0 0,1 1 0 0 0,-1-1 0 0 0,1 1 0 0 0,0-1 0 0 0,0 0 0 0 0,0 1 0 0 0,-1-4 0 0 0,1 1-11 0 0,0 0-1 0 0,-1 1 1 0 0,1-1 0 0 0,-3-3 0 0 0,2 3-5 0 0,1 1 1 0 0,-1-1-1 0 0,1 1 0 0 0,-2-8 0 0 0,-1 1 1 0 0,4 9-4 0 0,-1 0 0 0 0,1 1-1 0 0,-1-1 1 0 0,1 0-1 0 0,-1 0 1 0 0,1 0 0 0 0,0 0-1 0 0,-1-1 1 0 0,1 1-1 0 0,0 0 1 0 0,0 0 0 0 0,0-1-1 0 0,0 13-373 0 0,1 1-1 0 0,1 0 0 0 0,3 13 0 0 0,5 13 482 0 0,-2-6 96 0 0,23 58 0 0 0,6-2-2 0 0,-19-41-117 0 0,31 54 0 0 0,21 9-16 0 0,-63-99-126 0 0,-6-8-54 0 0,0-1 0 0 0,1 1 0 0 0,-1-1 0 0 0,1 1 0 0 0,0-1-1 0 0,4 4 1 0 0,-2 3-1343 0 0,-1-4-1813 0 0</inkml:trace>
</inkml:ink>
</file>

<file path=ppt/ink/ink1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13.91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46 71 0 0 0,'0'0'9910'0'0,"-5"-9"-8979"0"0,-7-11-564 0 0,-16-21 10778 0 0,28 58-9142 0 0,2-12-1885 0 0,-1-1-1 0 0,1 1 1 0 0,-1-1 0 0 0,1 0 0 0 0,5 7 0 0 0,1 3 46 0 0,-1 0 1 0 0,7 17-1 0 0,2 5 4 0 0,-1-5 46 0 0,20 67-1 0 0,-23-62-125 0 0,6 20 112 0 0,-17-50-161 0 0,1 0 1 0 0,0-1-1 0 0,4 7 1 0 0,0 3 71 0 0,0-5-9 0 0,-1 3 39 0 0,-3-10-92 0 0,-1 0-1 0 0,1-1 0 0 0,0 1 1 0 0,-1-1-1 0 0,4 4 1 0 0,-4-6 12 0 0,-1 0-111 0 0,0 0-1 0 0,0 0 0 0 0,0 0 1 0 0,0 0-1 0 0,1 0 0 0 0,-1 0 1 0 0,0 0-1 0 0,0-1 1 0 0,0 1-1 0 0,0 0 0 0 0,0 0 1 0 0,0 0-1 0 0,1 0 0 0 0,-1 0 1 0 0,0-1-1 0 0,0 1 0 0 0,0 0 1 0 0,0 0-1 0 0,0 0 1 0 0,0 0-1 0 0,0 0 0 0 0,0-1 1 0 0,0 1-1 0 0,0 0 0 0 0,0 0 1 0 0,0 0-1 0 0,0 0 1 0 0,0-1-1 0 0,0 1 0 0 0,0 0 1 0 0,0 0-1 0 0,0 0 0 0 0,0 0 1 0 0,0-1-1 0 0,0 1 1 0 0,0 0-1 0 0,-1 0 0 0 0</inkml:trace>
</inkml:ink>
</file>

<file path=ppt/ink/ink1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14.29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 82 0 0 0,'0'0'17446'0'0,"-2"-9"-16551"0"0,-6-29-93 0 0,7 37-685 0 0,1 0-1 0 0,0 0 1 0 0,0 0 0 0 0,-1 0 0 0 0,1 0-1 0 0,0 0 1 0 0,0 0 0 0 0,0-1 0 0 0,0 1-1 0 0,1 0 1 0 0,-1 0 0 0 0,0 0 0 0 0,0 0-1 0 0,1-1 1 0 0,-1 1-83 0 0,1 1 0 0 0,-1 0 0 0 0,0-1 0 0 0,1 1 0 0 0,-1-1 0 0 0,1 1 0 0 0,-1 0 0 0 0,1 0 0 0 0,-1-1 0 0 0,0 1-1 0 0,1 0 1 0 0,-1 0 0 0 0,1-1 0 0 0,-1 1 0 0 0,2 0 0 0 0,1-2 212 0 0,0 1-183 0 0,0-1 0 0 0,0 1-1 0 0,1 0 1 0 0,-1 0 0 0 0,0 0-1 0 0,0 0 1 0 0,0 0 0 0 0,5 0-1 0 0,26 0 84 0 0,189 1 68 0 0,-174 7-1050 0 0,-78-10-14971 0 0,17 3 9843 0 0</inkml:trace>
</inkml:ink>
</file>

<file path=ppt/ink/ink1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14.70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10 0 0 0,'0'0'16510'0'0,"2"1"-16122"0"0,0-1-277 0 0,-1 0-79 0 0,0 0 1 0 0,-1 0 0 0 0,1 0 0 0 0,-1 0 0 0 0,1 0 0 0 0,0 0-1 0 0,-1 1 1 0 0,1-1 0 0 0,-1 0 0 0 0,1 0 0 0 0,-1 1-1 0 0,1-1 1 0 0,-1 0 0 0 0,1 1 0 0 0,-1-1 0 0 0,1 0 0 0 0,-1 1-1 0 0,1-1 1 0 0,0 1 0 0 0,20 6 1465 0 0,-5-5-832 0 0,1-1 1 0 0,0 0-1 0 0,30-3 1 0 0,15-12-526 0 0,-42 9-514 0 0,-20 5 285 0 0,1 0 1 0 0,-1 0-1 0 0,0 0 1 0 0,1 0-1 0 0,-1-1 1 0 0,0 1-1 0 0,0 0 1 0 0,1 0-1 0 0,-1-1 1 0 0,0 1-1 0 0,0 0 1 0 0,1 0-1 0 0,-1-1 1 0 0,0 1-1 0 0,0 0 1 0 0,0 0-1 0 0,0-1 1 0 0,1 1 0 0 0,-1 0-1 0 0,0-1 1 0 0,0 1-1 0 0</inkml:trace>
</inkml:ink>
</file>

<file path=ppt/ink/ink1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15.69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41 70 0 0 0,'0'0'19858'0'0,"-7"-10"-18956"0"0,-21-32-119 0 0,22 30-309 0 0,7 7 200 0 0,0 5-591 0 0,0 0 0 0 0,-1 0 0 0 0,1 0 0 0 0,0 0 0 0 0,-1 0 0 0 0,1 0 0 0 0,0 0-1 0 0,-1 0 1 0 0,1 0 0 0 0,-1 0 0 0 0,1 0 0 0 0,0 0 0 0 0,0 1 0 0 0,1-1 33 0 0,1 0-123 0 0,0 1-1 0 0,0-1 1 0 0,0 1 0 0 0,-1-1 0 0 0,1 1 0 0 0,0 0-1 0 0,-1 0 1 0 0,1 0 0 0 0,0 0 0 0 0,-1 1-1 0 0,0-1 1 0 0,1 1 0 0 0,-1-1 0 0 0,0 1 0 0 0,0 0-1 0 0,1 0 1 0 0,-2 0 0 0 0,1 0 0 0 0,0 0 0 0 0,0 1-1 0 0,-1-1 1 0 0,1 0 0 0 0,1 4 0 0 0,1 2-19 0 0,-1 0-1 0 0,1 0 1 0 0,-2 1 0 0 0,1-1 0 0 0,-1 1 0 0 0,1 11 0 0 0,3 14 12 0 0,2 37 49 0 0,-5-39-28 0 0,1 0 1 0 0,2 0-1 0 0,17 54 0 0 0,-9-47 48 0 0,26 51-1 0 0,-28-67-45 0 0,25 46 29 0 0,-36-67-133 0 0,0 0 0 0 0,1 0-1 0 0,-1-1 1 0 0,0 1-1 0 0,1 0 1 0 0,-1-1 0 0 0,3 2-1 0 0,-4-3 42 0 0,0 0 0 0 0,0 0 0 0 0,0 0 0 0 0,0 0 0 0 0,0 0 0 0 0,0 0 0 0 0,0 1 0 0 0,1-1-270 0 0,-1 0 270 0 0,0 0 0 0 0,0 0 0 0 0,0 0 0 0 0,0 0 0 0 0,0 0 0 0 0,0 0 0 0 0,0 0 0 0 0,0 0 0 0 0,0 0 0 0 0,0 0 0 0 0,1 0 0 0 0,-1 0 0 0 0,0 0 0 0 0,0 0 0 0 0,0 0 0 0 0,0 0 0 0 0,0 0 0 0 0,0 0 0 0 0,0 0 0 0 0,0 0 0 0 0,0 0 0 0 0,0 0 0 0 0,1 0 0 0 0,-1 0 0 0 0,0 0 0 0 0,0 0 0 0 0,0 0 0 0 0,0 0 0 0 0,0 0 0 0 0,0-1-216 0 0,-4-8-3391 0 0,-8-5-5435 0 0</inkml:trace>
</inkml:ink>
</file>

<file path=ppt/ink/ink1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16.2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49 29 0 0 0,'0'0'13855'0'0,"26"-5"-13438"0"0,77-15-99 0 0,-79 17-179 0 0,-18 4-11 0 0,1 9 35 0 0,0-1 1 0 0,0 1 0 0 0,-1 0-1 0 0,-1 0 1 0 0,0 1 0 0 0,0 0 0 0 0,-1 0-1 0 0,4 17 1 0 0,-5-20-99 0 0,-1-1-5 0 0,0-1-1 0 0,-1 0 1 0 0,0 1-1 0 0,1-1 1 0 0,-2 1-1 0 0,1-1 1 0 0,-1 1-1 0 0,0 0 1 0 0,-2 8-1 0 0,2-14-2 0 0,0-1 0 0 0,-1 1 0 0 0,1 0 0 0 0,-1 0 0 0 0,0 0 0 0 0,1-1-1 0 0,-1 1 1 0 0,1 0 0 0 0,-1-1 0 0 0,0 1 0 0 0,0-1 0 0 0,1 1 0 0 0,-1-1 0 0 0,0 1-1 0 0,0-1 1 0 0,0 1 0 0 0,1-1 0 0 0,-1 0 0 0 0,0 1 0 0 0,0-1 0 0 0,0 0 0 0 0,0 0-1 0 0,0 0 1 0 0,0 0 0 0 0,-1 0 0 0 0,-30 0 1249 0 0,22 0-958 0 0,-8-1 3 0 0,1-1 1 0 0,-1 0-1 0 0,1-2 1 0 0,-1 0-1 0 0,1 0 1 0 0,1-2-1 0 0,-1 0 1 0 0,-18-10-1 0 0,32 15-260 0 0,0-1-1 0 0,1 1 0 0 0,-1-1 1 0 0,1 0-1 0 0,-1 1 0 0 0,1-1 0 0 0,-1 0 1 0 0,1 0-1 0 0,-3-4 0 0 0,4 5-24 0 0,0-1-1 0 0,0 0 0 0 0,0 0 0 0 0,0 0 1 0 0,0 0-1 0 0,0 0 0 0 0,1 0 0 0 0,-1 0 0 0 0,1-1 1 0 0,-1 1-1 0 0,1 0 0 0 0,0 0 0 0 0,0-3 1 0 0,0 3-85 0 0,1 0 1 0 0,-1 0 0 0 0,0 0 0 0 0,1 0 0 0 0,-1 0-1 0 0,1 0 1 0 0,0 1 0 0 0,0-1 0 0 0,0 0-1 0 0,0 0 1 0 0,0 1 0 0 0,0-1 0 0 0,0 1-1 0 0,0-1 1 0 0,1 1 0 0 0,-1-1 0 0 0,1 1 0 0 0,-1 0-1 0 0,1-1 1 0 0,-1 1 0 0 0,1 0 0 0 0,0 0-1 0 0,0 0 1 0 0,-1 0 0 0 0,4 0 0 0 0,4-3-631 0 0,1 1 0 0 0,0 0 1 0 0,15-2-1 0 0,-2 3-1619 0 0,-8 2-4458 0 0,-12 0 4072 0 0</inkml:trace>
</inkml:ink>
</file>

<file path=ppt/ink/ink1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16.93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25 165 0 0 0,'0'0'22894'0'0,"-4"-1"-22538"0"0,-14-4-93 0 0,16 6 190 0 0,3 2-285 0 0,5 4-129 0 0,-5-6 3 0 0,34 36 334 0 0,-12-11-264 0 0,-17-19-105 0 0,-1-1 0 0 0,1 0 0 0 0,11 9 0 0 0,-6-6-65 0 0,-10-7 44 0 0,-1-1 0 0 0,1 0 1 0 0,0 0-1 0 0,0 0 1 0 0,0 0-1 0 0,0 0 1 0 0,1-1-1 0 0,-1 1 1 0 0,0 0-1 0 0,0 0 0 0 0,0-1 1 0 0,1 1-1 0 0,-1-1 1 0 0,0 1-1 0 0,1-1 1 0 0,-1 1-1 0 0,0-1 1 0 0,1 0-1 0 0,-1 0 0 0 0,1 0 1 0 0,-1 1-1 0 0,0-1 1 0 0,1-1-1 0 0,-1 1 1 0 0,1 0-1 0 0,1-1 1 0 0,-2 1-5 0 0,0-1 1 0 0,0 1-1 0 0,0-1 1 0 0,0 0-1 0 0,1 0 1 0 0,-1 1-1 0 0,0-1 1 0 0,0 0-1 0 0,-1 0 1 0 0,1 0-1 0 0,0 0 1 0 0,0 0-1 0 0,0 0 1 0 0,0-3-1 0 0,8-16-341 0 0,-4 5 84 0 0,-3 8 186 0 0,0 0 0 0 0,0 0 0 0 0,0-8 0 0 0,-2 13 87 0 0,0 1 0 0 0,0 0 0 0 0,1 0 0 0 0,-1 0 0 0 0,0 0 0 0 0,0 0 0 0 0,1 0 0 0 0,-1 0 0 0 0,0-1 0 0 0,1 1 0 0 0,-1 0 0 0 0,1 0 0 0 0,0 0 0 0 0,-1 0 0 0 0,1 1 0 0 0,0-1 0 0 0,-1 0 0 0 0,1 0 0 0 0,0 0 0 0 0,0 0 0 0 0,0 1 0 0 0,1-2 0 0 0,-1 2-8 0 0,1-1 1 0 0,-1 1-1 0 0,1 0 0 0 0,-1-1 1 0 0,1 1-1 0 0,-1 0 0 0 0,1 0 1 0 0,-1 0-1 0 0,1 0 0 0 0,-1 0 1 0 0,1 0-1 0 0,-1 1 1 0 0,1-1-1 0 0,1 1 0 0 0,5 1-27 0 0,-1 1 0 0 0,0 0 0 0 0,0 1 0 0 0,0 0 0 0 0,8 6 0 0 0,-2-1 39 0 0,1 0 0 0 0,1 0 0 0 0,-1-2-1 0 0,1 0 1 0 0,1 0 0 0 0,26 7 0 0 0,-27-11 14 0 0,0 0 0 0 0,15 2-1 0 0,-26-5 0 0 0,-1 0 0 0 0,1 0 0 0 0,0 0 0 0 0,-1 0 0 0 0,1 0 0 0 0,0-1 0 0 0,-1 1-1 0 0,1-1 1 0 0,-1 0 0 0 0,1 0 0 0 0,-1-1 0 0 0,0 1 0 0 0,1-1 0 0 0,4-2 0 0 0,-6 2 6 0 0,-1 1 1 0 0,1-1-1 0 0,-1 1 1 0 0,0-1-1 0 0,0 1 1 0 0,1-1-1 0 0,-1 0 1 0 0,0 0-1 0 0,0 0 1 0 0,0 1-1 0 0,-1-1 1 0 0,1 0-1 0 0,0 0 0 0 0,0-4 1 0 0,0-1 50 0 0,-1 0 0 0 0,0-15 0 0 0,0 9-30 0 0,0 8-40 0 0,-1 0 0 0 0,0 0 1 0 0,0 0-1 0 0,0 0 0 0 0,0 0 0 0 0,-1 0 0 0 0,0 0 0 0 0,-4-8 1 0 0,-4-4-61 0 0,-12-16 0 0 0,16 25 35 0 0,1 0-35 0 0,-1 1 0 0 0,0 0 0 0 0,-1 0 0 0 0,1 0 1 0 0,-14-9-1 0 0,16 13-288 0 0,0 0 1 0 0,0 1-1 0 0,-1-1 1 0 0,1 1-1 0 0,-1 0 1 0 0,0 0 0 0 0,1 1-1 0 0,-1-1 1 0 0,0 1-1 0 0,0 0 1 0 0,0 0-1 0 0,-7 1 1 0 0,12 0 325 0 0,-14 0-3092 0 0,13 1 2609 0 0,0-1 0 0 0,0 0 0 0 0,0 0 0 0 0,0 1-1 0 0,0-1 1 0 0,0 0 0 0 0,0 1 0 0 0,1-1 0 0 0,-1 1 0 0 0,0-1 0 0 0,0 1-1 0 0,0 0 1 0 0</inkml:trace>
</inkml:ink>
</file>

<file path=ppt/ink/ink1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17.93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270 87 0 0 0,'0'0'19791'0'0,"-26"-14"-19128"0"0,-81-42-48 0 0,72 41-179 0 0,35 14-409 0 0,-1 1 0 0 0,1 0 0 0 0,-1 0 0 0 0,0 0 0 0 0,1-1 1 0 0,-1 1-1 0 0,0 0 0 0 0,1 0 0 0 0,-1 0 0 0 0,0 0 0 0 0,1 0 0 0 0,-1 0 1 0 0,0 1-1 0 0,0-1 0 0 0,-6 1 207 0 0,-11-2 409 0 0,10 1-366 0 0,0 0 0 0 0,-14 1 0 0 0,22-1-270 0 0,-1 1-1 0 0,0-1 1 0 0,0 0 0 0 0,0 1 0 0 0,0-1-1 0 0,0 1 1 0 0,1-1 0 0 0,-1 1 0 0 0,0-1 0 0 0,0 1-1 0 0,1-1 1 0 0,-1 1 0 0 0,0 0 0 0 0,1 0 0 0 0,-1-1-1 0 0,1 1 1 0 0,-2 1 0 0 0,-5 15 105 0 0,5-12-44 0 0,1 0 0 0 0,0 0-1 0 0,0 0 1 0 0,0 1 0 0 0,0-1-1 0 0,1 10 1 0 0,0-11-22 0 0,1 1 0 0 0,0 0 0 0 0,0-1 0 0 0,0 1 1 0 0,1-1-1 0 0,-1 1 0 0 0,1-1 0 0 0,0 0 0 0 0,0 1 0 0 0,1-1 0 0 0,-1 0 1 0 0,1 0-1 0 0,0-1 0 0 0,0 1 0 0 0,5 4 0 0 0,-5-5-21 0 0,-1-1-1 0 0,0 0 1 0 0,1 0 0 0 0,0 0-1 0 0,-1 0 1 0 0,1 0 0 0 0,0 0-1 0 0,0-1 1 0 0,0 0 0 0 0,0 1-1 0 0,1-1 1 0 0,-1 0-1 0 0,0 0 1 0 0,0-1 0 0 0,1 1-1 0 0,-1-1 1 0 0,0 0 0 0 0,1 0-1 0 0,-1 0 1 0 0,0 0 0 0 0,1 0-1 0 0,-1-1 1 0 0,3 0-1 0 0,-3 0-11 0 0,-1 0 0 0 0,0-1-1 0 0,0 1 1 0 0,0 0 0 0 0,-1-1-1 0 0,1 1 1 0 0,0-1 0 0 0,0 0-1 0 0,-1 0 1 0 0,1 1 0 0 0,-1-1-1 0 0,0 0 1 0 0,0 0 0 0 0,2-5 0 0 0,3-2 1 0 0,-3 4-21 0 0,0-1 0 0 0,-1 0 1 0 0,1-1-1 0 0,-1 1 0 0 0,-1 0 1 0 0,1 0-1 0 0,-1-1 0 0 0,1-11 1 0 0,-2 15-19 0 0,0 2 21 0 0,0 0 1 0 0,0 0-1 0 0,0 1 0 0 0,0-1 0 0 0,0 0 0 0 0,0 0 1 0 0,0 1-1 0 0,0-1 0 0 0,0 0 0 0 0,0 0 1 0 0,1 1-1 0 0,-1-1 0 0 0,0 0 0 0 0,1 0 0 0 0,-1 1 1 0 0,0-1-1 0 0,1 0 0 0 0,-1 1 0 0 0,1-2 0 0 0,0 2-128 0 0,4 1-346 0 0,-4 1 431 0 0,0 0 0 0 0,0-1 0 0 0,0 1 0 0 0,0 0 0 0 0,0-1 0 0 0,0 1 0 0 0,-1 0 0 0 0,1 0 0 0 0,-1 0 0 0 0,1 4 0 0 0,3 6-24 0 0,8 13 43 0 0,1-2 1 0 0,21 31-1 0 0,-14-23-16 0 0,61 98-632 0 0,-17-24 46 0 0,-64-105 626 0 0,1 0 0 0 0,-1 0 0 0 0,0 1-1 0 0,0-1 1 0 0,0 0 0 0 0,1 0 0 0 0,-1 1-1 0 0,0-1 1 0 0,0 0 0 0 0,0 1 0 0 0,0-1-1 0 0,1 0 1 0 0,-1 1 0 0 0,0-1 0 0 0,0 0 0 0 0,0 1-1 0 0,0-1 1 0 0,0 0 0 0 0,0 1 0 0 0,0-1-1 0 0,0 0 1 0 0,0 1 0 0 0,0-1 0 0 0,0 0 0 0 0,0 1-1 0 0,0-1 1 0 0,0 0 0 0 0,-1 1 0 0 0,1-1-1 0 0,0 0 1 0 0,0 1 0 0 0,-12 0-105 0 0,4-2 235 0 0,-4 0-117 0 0,0 0 1 0 0,0-1-1 0 0,0 0 1 0 0,1-1 0 0 0,-1-1-1 0 0,1 0 1 0 0,0 0 0 0 0,-19-12-1 0 0,26 14-17 0 0,1 0 0 0 0,-1-1 0 0 0,1 0 0 0 0,0 0 0 0 0,0 0 0 0 0,0 0 0 0 0,0-1 0 0 0,0 1 0 0 0,1-1 0 0 0,-1 1-1 0 0,1-1 1 0 0,0 0 0 0 0,0 0 0 0 0,1 0 0 0 0,-1 0 0 0 0,1 0 0 0 0,-1-5 0 0 0,-1-5 17 0 0,1-1 0 0 0,0 0 0 0 0,1-26 0 0 0,1 35 3 0 0,1 0 0 0 0,-1 0 1 0 0,1 0-1 0 0,1-1 0 0 0,-1 1 0 0 0,1 0 1 0 0,0 0-1 0 0,0 1 0 0 0,1-1 0 0 0,0 0 1 0 0,4-6-1 0 0,-2 5 47 0 0,0 0 1 0 0,1 0-1 0 0,0 1 0 0 0,0 0 0 0 0,0 0 1 0 0,1 0-1 0 0,12-7 0 0 0,-14 9-76 0 0,1 1-1 0 0,0 0 0 0 0,1 0 1 0 0,-1 0-1 0 0,0 1 1 0 0,1 0-1 0 0,10-2 0 0 0,-5 3-1862 0 0,20-1-1 0 0</inkml:trace>
</inkml:ink>
</file>

<file path=ppt/ink/ink1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18.5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48 128 3369 0 0,'0'0'12618'0'0,"1"11"-11821"0"0,4 31-124 0 0,-5-40-611 0 0,1 0 0 0 0,-1 0 0 0 0,1 0-1 0 0,0 0 1 0 0,-1 0 0 0 0,1 0 0 0 0,0 0 0 0 0,0-1-1 0 0,0 1 1 0 0,0 0 0 0 0,1 0 0 0 0,-1-1 0 0 0,0 1-1 0 0,1-1 1 0 0,-1 1 0 0 0,1-1 0 0 0,0 0 0 0 0,-1 0 0 0 0,3 2-1 0 0,4 3 205 0 0,3 3 0 0 0,22 12 1 0 0,-33-21-243 0 0,0 0 0 0 0,0 0 0 0 0,0 0 0 0 0,0 1 0 0 0,0-1 0 0 0,1 0 0 0 0,-1 0 0 0 0,0 0 0 0 0,0 0 0 0 0,0 0 0 0 0,0 0 1 0 0,0 0-1 0 0,0 0 0 0 0,1 0 0 0 0,-1 0 0 0 0,0 0 0 0 0,0 0 0 0 0,0 0 0 0 0,0 0 0 0 0,0 0 0 0 0,1 0 0 0 0,-1 0 0 0 0,0 0 0 0 0,0 0 0 0 0,0 0 0 0 0,0 0 0 0 0,0 0 0 0 0,1 0 0 0 0,-1 0 0 0 0,0 0 0 0 0,0 0 0 0 0,0 0 0 0 0,0 0 0 0 0,0 0 0 0 0,1 0 0 0 0,-1 0 0 0 0,0 0 0 0 0,0-1 0 0 0,0 1 0 0 0,0 0 0 0 0,0 0 0 0 0,0 0 0 0 0,0 0 0 0 0,0 0 0 0 0,1-1 0 0 0,-3-7 256 0 0,-9-14-370 0 0,-48-61 387 0 0,7 12 825 0 0,51 68-1007 0 0,-1 0 1 0 0,1 0-1 0 0,-1-1 1 0 0,1 1-1 0 0,0 0 0 0 0,0-1 1 0 0,0 1-1 0 0,1-1 0 0 0,-1 1 1 0 0,1-1-1 0 0,0 0 0 0 0,0 1 1 0 0,0-1-1 0 0,0 1 0 0 0,2-5 1 0 0,-2 8-130 0 0,0-1 0 0 0,0 1 0 0 0,1-1 0 0 0,-1 1 0 0 0,1-1 0 0 0,-1 1 0 0 0,0-1 0 0 0,1 1 0 0 0,-1 0 0 0 0,1-1 0 0 0,-1 1 0 0 0,1 0 0 0 0,-1-1 0 0 0,1 1 0 0 0,-1 0 0 0 0,1 0 0 0 0,-1-1 0 0 0,1 1 0 0 0,-1 0 0 0 0,1 0 0 0 0,0 0 0 0 0,-1 0 0 0 0,2 0 0 0 0,16 0-1143 0 0,-11 0 580 0 0,-3 0 112 0 0,0 1-1 0 0,0 0 1 0 0,-1 0-1 0 0,1 1 1 0 0,0-1-1 0 0,-1 0 1 0 0,1 1-1 0 0,-1 0 1 0 0,0 0-1 0 0,0 0 1 0 0,0 1-1 0 0,5 3 1 0 0,12 8-9330 0 0</inkml:trace>
</inkml:ink>
</file>

<file path=ppt/ink/ink1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19.07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145 76 504 0 0,'0'0'19480'0'0,"-21"-13"-18936"0"0,-64-37-108 0 0,61 38-102 0 0,23 12-319 0 0,1 0 0 0 0,-1 1 0 0 0,0-1 1 0 0,1 1-1 0 0,-1-1 0 0 0,0 1 0 0 0,1-1 0 0 0,-1 1 1 0 0,1-1-1 0 0,-1 1 0 0 0,1-1 0 0 0,-1 1 0 0 0,1 0 1 0 0,-1-1-1 0 0,1 1 0 0 0,0 0 0 0 0,-1 0 0 0 0,1-1 1 0 0,0 1-1 0 0,-1 0 0 0 0,1 0 0 0 0,0-1 0 0 0,0 1 0 0 0,0 0 1 0 0,0 0-1 0 0,0 0 0 0 0,-3 26 222 0 0,3-16-116 0 0,0-5-79 0 0,0 0 0 0 0,0 0 0 0 0,0 0 0 0 0,0 0-1 0 0,1 0 1 0 0,0 0 0 0 0,1 1 0 0 0,-1-2 0 0 0,1 1-1 0 0,5 11 1 0 0,-3-9-11 0 0,-4-7-23 0 0,1 0-1 0 0,-1-1 0 0 0,0 1 1 0 0,1 0-1 0 0,-1 0 0 0 0,1 0 1 0 0,-1-1-1 0 0,1 1 0 0 0,-1 0 1 0 0,1-1-1 0 0,-1 1 0 0 0,1 0 1 0 0,0-1-1 0 0,-1 1 1 0 0,1-1-1 0 0,0 1 0 0 0,0-1 1 0 0,0 1-1 0 0,5 1 234 0 0,-5-1-205 0 0,0-1-1 0 0,0 0 0 0 0,0 1 0 0 0,0-1 0 0 0,0 0 1 0 0,0 0-1 0 0,0 0 0 0 0,0 0 0 0 0,0 0 1 0 0,0 0-1 0 0,2 0 0 0 0,1-1 0 0 0,0 1 0 0 0,0-1 1 0 0,0 0-1 0 0,0 0 0 0 0,0 0 0 0 0,0-1 1 0 0,0 0-1 0 0,0 1 0 0 0,-1-1 0 0 0,1 0 1 0 0,5-5-1 0 0,-7 5-27 0 0,1 0 1 0 0,-1 0-1 0 0,0 0 1 0 0,0-1-1 0 0,0 1 1 0 0,0-1 0 0 0,0 1-1 0 0,0-1 1 0 0,-1 0-1 0 0,1 0 1 0 0,1-4-1 0 0,-2 2-54 0 0,1 0-1 0 0,-1-1 0 0 0,-1 1 1 0 0,1-1-1 0 0,-1-9 0 0 0,0 14 30 0 0,2 3-370 0 0,-1-1 311 0 0,1 0 0 0 0,-1 1 0 0 0,1 0 0 0 0,-1-1 0 0 0,0 1 0 0 0,1 2 0 0 0,-1-3 40 0 0,6 9 74 0 0,1 0-1 0 0,0 0 0 0 0,10 9 1 0 0,10 2-179 0 0,-20-16-924 0 0,0 1 1 0 0,7 7-1 0 0,-11-10-1207 0 0</inkml:trace>
</inkml:ink>
</file>

<file path=ppt/ink/ink1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19.68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59 176 2689 0 0,'0'0'17489'0'0,"0"6"-17464"0"0,0-3-12 0 0,0 2 12 0 0,0-1 0 0 0,0 0 0 0 0,1 0 0 0 0,-1 0 0 0 0,1 1 0 0 0,0-1 1 0 0,0 0-1 0 0,0 0 0 0 0,3 5 0 0 0,18 34 179 0 0,41 57 0 0 0,-59-93-208 0 0,3 2-16 0 0,-1 0 1 0 0,5 11-1 0 0,-10-19-7 0 0,-1-1-9 0 0,1 1-1 0 0,-1 0 1 0 0,1 0 0 0 0,-1 0 0 0 0,0 0 0 0 0,1 0 0 0 0,-1 0-1 0 0,0 0 1 0 0,0 0 0 0 0,0 0 0 0 0,0 0 0 0 0,0 0-1 0 0,0 0 1 0 0,0 0 0 0 0,0 0 0 0 0,0 1 0 0 0,0-2 51 0 0,-1 0 0 0 0,1 0 1 0 0,0 0-1 0 0,-1 1 0 0 0,1-1 1 0 0,0 0-1 0 0,0 0 0 0 0,-1 0 1 0 0,1 0-1 0 0,0 0 0 0 0,-1 0 1 0 0,1 0-1 0 0,0 0 0 0 0,-1 0 1 0 0,1 0-1 0 0,0-1 0 0 0,0 1 1 0 0,-1 0-1 0 0,1 0 1 0 0,0 0-1 0 0,-1 0 0 0 0,1 0 1 0 0,0-1-1 0 0,0 1 0 0 0,-1 0 1 0 0,-7-5 290 0 0,-6-9-79 0 0,0-1 0 0 0,0-1-1 0 0,1 0 1 0 0,-17-28 0 0 0,-13-28-266 0 0,36 59-50 0 0,1-1 0 0 0,0 0 1 0 0,1 0-1 0 0,1 0 0 0 0,0-1 0 0 0,-3-24 1 0 0,6 33 26 0 0,1 0 1 0 0,0 0-1 0 0,0 0 1 0 0,1-1-1 0 0,0 1 1 0 0,0 0-1 0 0,0 0 1 0 0,3-8-1 0 0,-2 10 38 0 0,0 0-1 0 0,0 1 0 0 0,0-1 1 0 0,0 0-1 0 0,1 1 0 0 0,-1-1 1 0 0,1 1-1 0 0,0 0 0 0 0,0 0 0 0 0,0 0 1 0 0,0 0-1 0 0,1 1 0 0 0,4-4 1 0 0,-2 3 28 0 0,0 0 0 0 0,1 0 1 0 0,-1 1-1 0 0,1 0 1 0 0,0 0-1 0 0,0 0 0 0 0,0 1 1 0 0,0 0-1 0 0,0 0 0 0 0,0 1 1 0 0,0 0-1 0 0,7 1 0 0 0,-3 0 4 0 0,0 0 0 0 0,-1 1-1 0 0,1 1 1 0 0,-1 0-1 0 0,0 0 1 0 0,1 1-1 0 0,11 6 1 0 0,-20-9-29 0 0,0 0-1 0 0,0 0 1 0 0,0 0 0 0 0,-1 1-1 0 0,1-1 1 0 0,0 1 0 0 0,-1-1-1 0 0,0 1 1 0 0,1-1 0 0 0,-1 1-1 0 0,0 0 1 0 0,0 0 0 0 0,1-1-1 0 0,-1 1 1 0 0,-1 0 0 0 0,1 0-1 0 0,0 0 1 0 0,0 0 0 0 0,-1 0-1 0 0,1 0 1 0 0,-1 1 0 0 0,0-1-1 0 0,0 0 1 0 0,1 0 0 0 0,-1 0-1 0 0,-1 0 1 0 0,1 0 0 0 0,-1 4-1 0 0,1-4 1 0 0,-1-1-1 0 0,0 0 1 0 0,1 1-1 0 0,-1-1 1 0 0,0 0-1 0 0,0 1 0 0 0,0-1 1 0 0,0 0-1 0 0,0 0 1 0 0,0 0-1 0 0,0 0 1 0 0,-1 0-1 0 0,-1 1 1 0 0,-18 10-210 0 0,4-5-184 0 0,0-1 0 0 0,0-1 0 0 0,-30 5-1 0 0,-3-3-2434 0 0,-1-2-4139 0 0,38-4 4083 0 0,-6 2-2104 0 0</inkml:trace>
</inkml:ink>
</file>

<file path=ppt/ink/ink1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20.33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5 8298 0 0,'0'0'15326'0'0,"0"0"-15371"0"0,0 0 40 0 0,0-1 0 0 0,0 1 0 0 0,0 0 0 0 0,1 0 0 0 0,-1 0 0 0 0,0-1 1 0 0,0 1-1 0 0,0 0 0 0 0,0 0 0 0 0,0 0 0 0 0,0-1 0 0 0,0 1 0 0 0,0 0 0 0 0,0 0 0 0 0,0 0 1 0 0,1 0-1 0 0,-1-1 0 0 0,0 1 0 0 0,0 0 0 0 0,0 0 0 0 0,0 0 0 0 0,0 0 0 0 0,1 0 0 0 0,-1 0 1 0 0,0-1-1 0 0,0 1 0 0 0,0 0 0 0 0,1 0 0 0 0,10 26-79 0 0,12 34 98 0 0,23 98 0 0 0,-29-79 50 0 0,2 9-43 0 0,-17-78-32 0 0,0 1 0 0 0,0-1 0 0 0,-1 1 0 0 0,0 13 534 0 0,-1-42 427 0 0,0 6-941 0 0,1-1 0 0 0,0 1 0 0 0,0 0 0 0 0,1 0 1 0 0,1 0-1 0 0,0 0 0 0 0,1 0 0 0 0,0 0 0 0 0,8-14 1 0 0,-11 24-20 0 0,1 1 0 0 0,-1-1-1 0 0,0 1 1 0 0,1-1 0 0 0,-1 1 0 0 0,1-1 0 0 0,-1 1 0 0 0,1 0 0 0 0,0 0 0 0 0,0 0 0 0 0,-1 0 0 0 0,1 0 0 0 0,0 0 0 0 0,0 0 0 0 0,0 1-1 0 0,0-1 1 0 0,0 1 0 0 0,0-1 0 0 0,0 1 0 0 0,0 0 0 0 0,0 0 0 0 0,0 0 0 0 0,3 0 0 0 0,2 0-29 0 0,1 1 0 0 0,-1 0 0 0 0,1 1 1 0 0,-1-1-1 0 0,8 4 0 0 0,24 11-140 0 0,35 19-1 0 0,-52-23-8 0 0,-19-11 91 0 0,2 1-274 0 0,-1 0-1 0 0,1 0 1 0 0,-1 1 0 0 0,0-1 0 0 0,0 1 0 0 0,0 0-1 0 0,0 0 1 0 0,5 7 0 0 0,-7-4-3055 0 0</inkml:trace>
</inkml:ink>
</file>

<file path=ppt/ink/ink1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21.34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69 17 0 0 0,'0'0'18727'0'0,"21"-3"-18229"0"0,68-8-80 0 0,-56 8-66 0 0,-33 3-332 0 0,1 0 1 0 0,0 0-1 0 0,-1 0 0 0 0,1 0 1 0 0,0 1-1 0 0,0-1 1 0 0,-1 0-1 0 0,1 0 0 0 0,0 1 1 0 0,-1-1-1 0 0,1 0 1 0 0,-1 1-1 0 0,1-1 0 0 0,0 1 1 0 0,6 4 137 0 0,-3-4-129 0 0,-1 1 0 0 0,0 0 1 0 0,0 1-1 0 0,0-1 0 0 0,0 0 0 0 0,0 1 0 0 0,0 0 1 0 0,3 4-1 0 0,0 2-57 0 0,9 17 1 0 0,-13-22 27 0 0,2 3-21 0 0,-2 0 0 0 0,5 14 0 0 0,-4-9-9 0 0,-1-5-4 0 0,-1-1 1 0 0,0 0-1 0 0,-1 1 1 0 0,0-1-1 0 0,0 8 1 0 0,0-1-44 0 0,0-12 73 0 0,-1 0 1 0 0,1 0-1 0 0,0 1 0 0 0,-1-1 0 0 0,1 0 0 0 0,-1 0 0 0 0,1 0 0 0 0,-1 0 0 0 0,1 0 0 0 0,-1 0 0 0 0,0 0 0 0 0,0 0 0 0 0,1 0 1 0 0,-1 0-1 0 0,0 0 0 0 0,0 0 0 0 0,0-1 0 0 0,0 1 0 0 0,0 0 0 0 0,0-1 0 0 0,-2 2 0 0 0,-1 0 41 0 0,1-1-1 0 0,-1 1 1 0 0,1-1-1 0 0,-1 0 1 0 0,1 0-1 0 0,-5 0 1 0 0,-3 1 116 0 0,0-1 0 0 0,-1-1 1 0 0,1 0-1 0 0,0-1 1 0 0,0 0-1 0 0,0-1 0 0 0,-15-3 1 0 0,8-1 54 0 0,-45-18 632 0 0,57 21-670 0 0,-1-1 0 0 0,1 0 0 0 0,-1 0 1 0 0,1 0-1 0 0,1-1 0 0 0,-11-9 0 0 0,14 12-154 0 0,0 0 1 0 0,1 0-1 0 0,-1 0 1 0 0,1 0 0 0 0,-1 0-1 0 0,1 0 1 0 0,0 0-1 0 0,0-1 1 0 0,0 1-1 0 0,0 0 1 0 0,0-1 0 0 0,0 1-1 0 0,1-1 1 0 0,-1 1-1 0 0,1-1 1 0 0,0 1-1 0 0,0-1 1 0 0,0 1 0 0 0,0-1-1 0 0,0 1 1 0 0,0-1-1 0 0,1 1 1 0 0,-1-1-1 0 0,1 1 1 0 0,0 0 0 0 0,0-1-1 0 0,0 1 1 0 0,0 0-1 0 0,0-1 1 0 0,0 1-1 0 0,0 0 1 0 0,1 0 0 0 0,-1 0-1 0 0,1 0 1 0 0,0 0-1 0 0,0 1 1 0 0,-1-1 0 0 0,1 0-1 0 0,0 1 1 0 0,0-1-1 0 0,0 1 1 0 0,1 0-1 0 0,-1 0 1 0 0,0-1 0 0 0,0 2-1 0 0,4-2 1 0 0,4-1-253 0 0,0 0 0 0 0,0 1-1 0 0,0 1 1 0 0,0 0 0 0 0,1 0 0 0 0,17 1 0 0 0,-18 1-835 0 0,-1 0-1 0 0,17 5 1 0 0,-19-4-905 0 0,-1 0 1 0 0,1 1-1 0 0,-1 0 1 0 0,8 4-1 0 0</inkml:trace>
</inkml:ink>
</file>

<file path=ppt/ink/ink1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21.85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247 144 4249 0 0,'0'0'14542'0'0,"-32"-21"-13039"0"0,-97-65-324 0 0,96 64-699 0 0,17 13 325 0 0,11 7-567 0 0,4 1-214 0 0,0 1 0 0 0,1 0 1 0 0,-1-1-1 0 0,1 1 0 0 0,-1 0 1 0 0,0-1-1 0 0,0 1 1 0 0,1 0-1 0 0,-1 0 0 0 0,0 0 1 0 0,1 0-1 0 0,-1 0 0 0 0,0 0 1 0 0,1 0-1 0 0,-1 0 1 0 0,0 0-1 0 0,0 0 0 0 0,1 0 1 0 0,-1 0-1 0 0,0 0 0 0 0,1 1 1 0 0,-1-1-1 0 0,0 0 0 0 0,1 1 1 0 0,-1-1-1 0 0,1 0 1 0 0,-1 1-1 0 0,0-1 0 0 0,1 1 1 0 0,-1-1-1 0 0,1 1 0 0 0,-1-1 1 0 0,1 1-1 0 0,-1-1 1 0 0,1 1-1 0 0,0-1 0 0 0,-1 1 1 0 0,1 0-1 0 0,0-1 0 0 0,-1 1 1 0 0,1 1-1 0 0,-2 2-14 0 0,1 1 0 0 0,0 0-1 0 0,1 0 1 0 0,-1 0 0 0 0,1 6-1 0 0,0 0 174 0 0,-1 9-49 0 0,0 1 0 0 0,2 0 0 0 0,0 0 0 0 0,2 0 0 0 0,6 31 0 0 0,84 219 77 0 0,-55-173-515 0 0,29 125 0 0 0,-63-201 92 0 0,-2 0 0 0 0,0 0-1 0 0,-2 23 1 0 0,1-45 157 0 0,-1 1-1 0 0,0 0 0 0 0,0 0 1 0 0,0 0-1 0 0,0 0 0 0 0,0-1 1 0 0,-1 1-1 0 0,1 0 0 0 0,0 0 1 0 0,0 0-1 0 0,0-1 0 0 0,-1 1 0 0 0,1 0 1 0 0,0 0-1 0 0,-1-1 0 0 0,1 1 1 0 0,-1 0-1 0 0,1-1 0 0 0,-1 1 1 0 0,1 0-1 0 0,-1-1 0 0 0,1 1 1 0 0,-1-1-1 0 0,0 1 0 0 0,1-1 1 0 0,-1 1-1 0 0,0-1 0 0 0,0 1 0 0 0,0-1-17 0 0,0 0-1 0 0,0 0 1 0 0,0 0-1 0 0,0 0 1 0 0,1 0-1 0 0,-1 0 1 0 0,0 0-1 0 0,0 0 1 0 0,0-1-1 0 0,0 1 1 0 0,0 0-1 0 0,1-1 1 0 0,-1 1-1 0 0,0 0 1 0 0,0-1-1 0 0,0 1 1 0 0,1-1-1 0 0,-1 1 1 0 0,0-1-1 0 0,1 0 1 0 0,-1 1-1 0 0,0-1 1 0 0,1 0-1 0 0,-1-1 1 0 0,-5-5-945 0 0,1 0 0 0 0,1-1 0 0 0,-1 0 0 0 0,-2-9 0 0 0,-6-16-8619 0 0,10 23 3998 0 0</inkml:trace>
</inkml:ink>
</file>

<file path=ppt/ink/ink1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21.99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408 49 3793 0 0,'0'0'14939'0'0,"-182"-38"-14867"0"0,149 34-88 0 0,-6 1-136 0 0,4-1-280 0 0,2 4-472 0 0,-6 0-777 0 0,12 0-1615 0 0,7 0-7459 0 0</inkml:trace>
</inkml:ink>
</file>

<file path=ppt/ink/ink1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22.8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46 0 0 0,'0'0'12247'0'0,"3"-6"-11882"0"0,9-20-78 0 0,-10 21-122 0 0,1-2 140 0 0,1 6-64 0 0,-1 1 252 0 0,-3 9-2436 0 0,0-3 2137 0 0,0-1 1 0 0,1 1-1 0 0,2 7 1 0 0,0-1 266 0 0,-2-10-333 0 0,0 0 1 0 0,0 1 0 0 0,0-1-1 0 0,0 0 1 0 0,1 0 0 0 0,-1 0-1 0 0,1 0 1 0 0,0 0 0 0 0,0 0-1 0 0,3 3 1 0 0,5 6 499 0 0,-5-7-459 0 0,-1 0 1 0 0,1 0-1 0 0,-1-1 1 0 0,7 4-1 0 0,-6-3-111 0 0,-1-3-489 0 0,3 3 597 0 0</inkml:trace>
</inkml:ink>
</file>

<file path=ppt/ink/ink1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36.70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248 9 0 0 0,'0'0'13940'0'0,"3"1"-12773"0"0,2-1-1298 0 0,3 1 2243 0 0,-20-1-132 0 0,-61-5-106 0 0,-1 0-383 0 0,72 5-1487 0 0,1 0 0 0 0,0 0-1 0 0,0 1 1 0 0,-1-1 0 0 0,1 0 0 0 0,0 1 0 0 0,0 0 0 0 0,0-1 0 0 0,-1 1 0 0 0,1 0 0 0 0,-1 1-1 0 0,-11 5 33 0 0,3-4 5 0 0,8-2 12 0 0,0 0 0 0 0,0 0 1 0 0,0-1-1 0 0,0 1 0 0 0,-1-1 0 0 0,1 1 0 0 0,-3-1 0 0 0,4 2 174 0 0,0 0-1 0 0,0-1 1 0 0,1 1 0 0 0,-1 0 0 0 0,0 0-1 0 0,0-1 1 0 0,0 5 0 0 0,-1-1-441 0 0,-4 5 221 0 0,5-9-5 0 0,0 0-1 0 0,0 0 0 0 0,0 0 0 0 0,1 0 0 0 0,-1 1 1 0 0,0-1-1 0 0,1 0 0 0 0,-1 0 0 0 0,1 1 0 0 0,-1-1 1 0 0,1 0-1 0 0,-1 3 0 0 0,1-3 4 0 0,0 1 0 0 0,-1-1 0 0 0,1 1-1 0 0,-1-1 1 0 0,1 0 0 0 0,-1 1 0 0 0,0-1 0 0 0,1 0 0 0 0,-1 1 0 0 0,-1 0-1 0 0,-5 11 10 0 0,6-9 15 0 0,-1 0 0 0 0,1 1 0 0 0,0 0 0 0 0,0-1 0 0 0,0 1 0 0 0,1 0 0 0 0,0-1 0 0 0,0 1 0 0 0,0 0 1 0 0,2 8-1 0 0,-1-2 28 0 0,1 7-12 0 0,-2-18-32 0 0,0 1 0 0 0,0-1 0 0 0,0 1 0 0 0,1-1-1 0 0,-1 1 1 0 0,0-1 0 0 0,0 1 0 0 0,1-1 0 0 0,-1 1 0 0 0,0-1 0 0 0,1 1 0 0 0,-1-1 0 0 0,0 1 0 0 0,1-1 0 0 0,-1 1 0 0 0,1-1 0 0 0,-1 0 0 0 0,1 1 0 0 0,-1-1 0 0 0,1 0 0 0 0,-1 1 0 0 0,1-1 0 0 0,0 0 0 0 0,3 2 163 0 0,1-1 0 0 0,0 1 0 0 0,7 4 0 0 0,11 5 38 0 0,-11-8-157 0 0,76 20 175 0 0,-69-19-218 0 0,-1-1 1 0 0,35 0-1 0 0,51 1-701 0 0,-103-4 630 0 0,-1 0 0 0 0,1 0-1 0 0,-1 0 1 0 0,1 0 0 0 0,-1 0 0 0 0,1 0 0 0 0,-1 0-1 0 0,1 0 1 0 0,-1-1 0 0 0,1 1 0 0 0,-1 0 0 0 0,1 0-1 0 0,-1 0 1 0 0,1-1 0 0 0,-1 1 0 0 0,0 0 0 0 0,1 0-1 0 0,-1-1 1 0 0,1 1 0 0 0,-1 0 0 0 0,0-1 0 0 0,1 1 0 0 0,-1 0-1 0 0,0-1 1 0 0,1 1 0 0 0,-1-1 0 0 0,0 0 0 0 0,1-3-2774 0 0</inkml:trace>
</inkml:ink>
</file>

<file path=ppt/ink/ink1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37.26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139 56 0 0 0,'0'0'21190'0'0,"2"-3"-21073"0"0,7-10-63 0 0,-7 10-61 0 0,10 13-303 0 0,-2 1 326 0 0,1 0-1 0 0,0-1 1 0 0,18 13-1 0 0,16 15 41 0 0,-44-37-63 0 0,0 0-1 0 0,-1 1 1 0 0,1-1 0 0 0,0 0 0 0 0,-1 0-1 0 0,1 0 1 0 0,-1 1 0 0 0,1-1 0 0 0,-1 0-1 0 0,0 0 1 0 0,1 1 0 0 0,-1-1 0 0 0,0 0-1 0 0,0 1 1 0 0,0 1 0 0 0,0-3 10 0 0,0 1 1 0 0,0 0-1 0 0,0 0 1 0 0,0 0-1 0 0,0 0 0 0 0,0-1 1 0 0,0 1-1 0 0,-1 0 1 0 0,1 0-1 0 0,0-1 1 0 0,-1 1-1 0 0,1 0 1 0 0,0 0-1 0 0,-1-1 0 0 0,1 1 1 0 0,-1 0-1 0 0,1-1 1 0 0,-1 1-1 0 0,1 0 1 0 0,-1-1-1 0 0,0 1 0 0 0,1-1 1 0 0,-1 1-1 0 0,0-1 1 0 0,-1 1-1 0 0,-6 2 201 0 0,-1 0-1 0 0,-1-1 1 0 0,1-1-1 0 0,0 1 1 0 0,-12-1-1 0 0,0-1 301 0 0,-26-3 0 0 0,35 2-354 0 0,-1-1 0 0 0,1-1 1 0 0,-15-4-1 0 0,21 5-68 0 0,1 0-1 0 0,0 0 1 0 0,0-1 0 0 0,0 1 0 0 0,0-1-1 0 0,1 0 1 0 0,-1 0 0 0 0,1-1 0 0 0,-8-6 0 0 0,11 8-36 0 0,0 0 0 0 0,0 0 0 0 0,-1 1 0 0 0,1-1 1 0 0,1 0-1 0 0,-1 0 0 0 0,0 0 0 0 0,0-1 0 0 0,1 1 0 0 0,-1 0 1 0 0,0-3-1 0 0,1-25 237 0 0,0 15-208 0 0,1 13-71 0 0,-1-1 1 0 0,0 1-1 0 0,1-1 1 0 0,-1 1-1 0 0,1 0 0 0 0,0 0 1 0 0,0-1-1 0 0,0 1 1 0 0,0 0-1 0 0,0 0 1 0 0,0 0-1 0 0,1 0 0 0 0,-1 0 1 0 0,1 0-1 0 0,-1 0 1 0 0,1 0-1 0 0,0 1 1 0 0,2-3-1 0 0,0 1-35 0 0,-1 1 0 0 0,1-1 0 0 0,0 1 0 0 0,0 0 0 0 0,0 0 0 0 0,0 1-1 0 0,0-1 1 0 0,0 1 0 0 0,6-2 0 0 0,10 0-334 0 0,0 1 0 0 0,25 0 0 0 0,-35 3-69 0 0,-1-1 1 0 0,0 1-1 0 0,0 1 1 0 0,0-1-1 0 0,0 1 1 0 0,0 1-1 0 0,9 3 0 0 0,-16-5 65 0 0,0 0-1 0 0,-1 0 0 0 0,1 0 0 0 0,-1 0 1 0 0,0 0-1 0 0,1 0 0 0 0,-1 1 0 0 0,0-1 0 0 0,0 0 1 0 0,2 2-1 0 0,2 9-9203 0 0</inkml:trace>
</inkml:ink>
</file>

<file path=ppt/ink/ink1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38.20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 63 5921 0 0,'0'0'18384'0'0,"-1"0"-18208"0"0,0 1-137 0 0,0-2-33 0 0,1 1 0 0 0,0 0 0 0 0,0 0 1 0 0,-1 0-1 0 0,1 0 0 0 0,0 0 0 0 0,-1 0 0 0 0,1 0 0 0 0,0 0 0 0 0,0 0 1 0 0,-1 1-1 0 0,1-1 0 0 0,0 0 0 0 0,0 0 0 0 0,-1 0 0 0 0,1 0 1 0 0,0 0-1 0 0,0 0 0 0 0,-1 0 0 0 0,1 1 0 0 0,0-1 0 0 0,0 0 1 0 0,0 0-1 0 0,-1 0 0 0 0,1 1 0 0 0,0-1 0 0 0,0 0 0 0 0,0 0 0 0 0,0 0 1 0 0,-1 1-1 0 0,1-1 0 0 0,0 0 0 0 0,0 1 0 0 0,0-1 40 0 0,5 7-90 0 0,32 24 124 0 0,-23-19-57 0 0,-7-5-10 0 0,16 11 0 0 0,-11-9-1 0 0,-6-5-3 0 0,1 0 1 0 0,-1 0-1 0 0,9 4 0 0 0,-1 1-20 0 0,-13-8 15 0 0,0 0 0 0 0,0 0 0 0 0,0 0 0 0 0,1-1 0 0 0,-1 1-1 0 0,0 0 1 0 0,1 0 0 0 0,-1-1 0 0 0,2 1 0 0 0,0 0 2 0 0,-2-1 35 0 0,-1 1 0 0 0,1-1 0 0 0,-1 0 0 0 0,1 0-1 0 0,0 0 1 0 0,-1 0 0 0 0,1 0 0 0 0,0 0 0 0 0,-1 0-1 0 0,1 0 1 0 0,-1 0 0 0 0,1 0 0 0 0,1 0-1 0 0,-2-1-34 0 0,1 1-1 0 0,0-1 0 0 0,-1 1 0 0 0,1-1 0 0 0,-1 0 1 0 0,1 1-1 0 0,-1-1 0 0 0,1 0 0 0 0,-1 1 0 0 0,0-1 0 0 0,1 0 1 0 0,-1 0-1 0 0,0 0 0 0 0,1 0 0 0 0,3-12-99 0 0,0 0-1 0 0,0 0 1 0 0,1-14 0 0 0,-3 3-61 0 0,-1 11 122 0 0,1 1-1 0 0,0 0 0 0 0,5-19 0 0 0,-6 28 15 0 0,6-11 166 0 0,-7 13-152 0 0,0 1 1 0 0,0 0-1 0 0,1-1 1 0 0,-1 1-1 0 0,0 0 1 0 0,1 0 0 0 0,-1-1-1 0 0,1 1 1 0 0,-1 0-1 0 0,0 0 1 0 0,1 0-1 0 0,-1-1 1 0 0,1 1-1 0 0,-1 0 1 0 0,0 0-1 0 0,1 0 1 0 0,-1 0-1 0 0,1 0 1 0 0,-1 0-1 0 0,1 0 1 0 0,-1 0 0 0 0,0 0-1 0 0,1 0 1 0 0,-1 0-1 0 0,1 0 1 0 0,-1 0-1 0 0,1 0 1 0 0,-1 1-1 0 0,0-1 1 0 0,1 0-1 0 0,-1 0 1 0 0,0 0-1 0 0,1 1 1 0 0,-1-1-1 0 0,1 0 1 0 0,1 2-25 0 0,1 0 0 0 0,-1 1 0 0 0,0-1 1 0 0,0 0-1 0 0,2 4 0 0 0,7 7-10 0 0,-5-6 28 0 0,37 39-19 0 0,-34-35 21 0 0,0-1 0 0 0,1 0 1 0 0,1 0-1 0 0,-1-1 1 0 0,1 0-1 0 0,16 9 1 0 0,-19-13 2 0 0,-6-3-25 0 0,1 0 0 0 0,1 0 0 0 0,-1 0 0 0 0,0 0 0 0 0,0-1 0 0 0,0 0 0 0 0,1 1 0 0 0,-1-1 0 0 0,1 0 0 0 0,-1-1 0 0 0,5 2 0 0 0,-7-3 34 0 0,-1 0-1 0 0,1 0 0 0 0,0 1 1 0 0,0-1-1 0 0,0 0 1 0 0,-1 0-1 0 0,1 0 1 0 0,0 0-1 0 0,-1 0 0 0 0,1 0 1 0 0,-1 0-1 0 0,1 0 1 0 0,-1 0-1 0 0,0 0 0 0 0,1-2 1 0 0,1-10-104 0 0,0-1-1 0 0,-1 0 1 0 0,0 1-1 0 0,-3-18 1 0 0,2 0 113 0 0,0 30-12 0 0,0 1 0 0 0,0 0 0 0 0,0 0-1 0 0,0-1 1 0 0,0 1 0 0 0,0 0 0 0 0,1 0 0 0 0,-1 0 0 0 0,0-1 0 0 0,0 1-1 0 0,0 0 1 0 0,1 0 0 0 0,-1 0 0 0 0,0-1 0 0 0,0 1 0 0 0,0 0 0 0 0,1 0-1 0 0,-1 0 1 0 0,0 0 0 0 0,0 0 0 0 0,1-1 0 0 0,-1 1 0 0 0,0 0 0 0 0,0 0-1 0 0,1 0 1 0 0,-1 0 0 0 0,0 0 0 0 0,1 0 0 0 0,-1 0 0 0 0,0 0 0 0 0,0 0-1 0 0,1 0 1 0 0,-1 0 0 0 0,0 0 0 0 0,0 0 0 0 0,1 0 0 0 0,-1 1 0 0 0,0-1-1 0 0,1 0 1 0 0,-1 0 0 0 0,0 0 0 0 0,0 0 0 0 0,0 0 0 0 0,1 0-1 0 0,-1 1 1 0 0,15 6-248 0 0,59 47-105 0 0,-37-25-23 0 0,2 7-2499 0 0,-32-28 1083 0 0,-3-3-1041 0 0</inkml:trace>
</inkml:ink>
</file>

<file path=ppt/ink/ink1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38.89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 59 3993 0 0,'0'0'15386'0'0,"14"24"-15115"0"0,43 73-61 0 0,-16-29 64 0 0,62 136-88 0 0,-100-197-196 0 0,-2-5-9 0 0,1 1-1 0 0,-1 0 1 0 0,0 0 0 0 0,0-1 0 0 0,-1 1-1 0 0,2 4 1 0 0,-3-7 76 0 0,1 0 1 0 0,-1 0-1 0 0,1 0 1 0 0,-1 0-1 0 0,0 0 1 0 0,1 0-1 0 0,-1 0 0 0 0,1 0 1 0 0,-1 0-1 0 0,0 0 1 0 0,1-1-1 0 0,-1 1 1 0 0,1 0-1 0 0,-1-1 0 0 0,-108-96 617 0 0,92 79-639 0 0,0 0 1 0 0,1-2-1 0 0,-21-31 0 0 0,31 41-36 0 0,0 0 0 0 0,1-1 0 0 0,0 1 0 0 0,1-1 1 0 0,1 0-1 0 0,-1-1 0 0 0,2 1 0 0 0,-1-1 0 0 0,0-19 0 0 0,2 24-26 0 0,1 0 0 0 0,1 0 0 0 0,-1 0 0 0 0,1 0 0 0 0,0 0 0 0 0,1 0 0 0 0,3-11 0 0 0,-3 14 7 0 0,0-1 1 0 0,0 1 0 0 0,1-1-1 0 0,0 1 1 0 0,-1 0-1 0 0,2 0 1 0 0,-1 0-1 0 0,0 1 1 0 0,1-1-1 0 0,-1 1 1 0 0,7-5 0 0 0,-4 5 24 0 0,0-1 0 0 0,0 1 0 0 0,0 0 0 0 0,0 1 0 0 0,1-1 0 0 0,-1 1 0 0 0,1 0 1 0 0,0 1-1 0 0,8-1 0 0 0,0 0 22 0 0,0 2 0 0 0,0-1 0 0 0,16 3 1 0 0,-25-1-29 0 0,-1 0 0 0 0,1 0 0 0 0,-1 1 0 0 0,0-1 1 0 0,0 1-1 0 0,1 0 0 0 0,-1 1 0 0 0,-1-1 0 0 0,1 1 1 0 0,0 0-1 0 0,-1 0 0 0 0,1 1 0 0 0,-1-1 0 0 0,6 7 1 0 0,-8-8-31 0 0,-1-1 0 0 0,0 1 1 0 0,0-1-1 0 0,0 1 1 0 0,0-1-1 0 0,0 1 1 0 0,0 0-1 0 0,0-1 0 0 0,0 1 1 0 0,-1 0-1 0 0,1 0 1 0 0,-1 0-1 0 0,1 0 1 0 0,-1-1-1 0 0,0 1 0 0 0,1 0 1 0 0,-1 0-1 0 0,0 0 1 0 0,0 0-1 0 0,-1 0 0 0 0,1 0 1 0 0,0 0-1 0 0,-1-1 1 0 0,1 1-1 0 0,-1 0 1 0 0,1 0-1 0 0,-1 0 0 0 0,0-1 1 0 0,0 1-1 0 0,0 0 1 0 0,0-1-1 0 0,0 1 1 0 0,0-1-1 0 0,0 1 0 0 0,0-1 1 0 0,-1 1-1 0 0,1-1 1 0 0,-1 0-1 0 0,1 0 1 0 0,-1 0-1 0 0,-1 2 0 0 0,-6 2-642 0 0,0-1 0 0 0,0 1 0 0 0,0-1 0 0 0,0-1 0 0 0,0 0 0 0 0,-1 0 0 0 0,0-1 0 0 0,-16 2 0 0 0,4-1-4420 0 0,6 1-4013 0 0</inkml:trace>
</inkml:ink>
</file>

<file path=ppt/ink/ink1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39.60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 34 6113 0 0,'0'0'16360'0'0,"-7"3"-16278"0"0,7 1-57 0 0,1 1 0 0 0,-1 0 0 0 0,1 0-1 0 0,0-1 1 0 0,0 1 0 0 0,1 0-1 0 0,-1-1 1 0 0,1 0 0 0 0,4 8-1 0 0,-2-5 40 0 0,1 0 0 0 0,0 0 0 0 0,0 0-1 0 0,9 8 1 0 0,3 4 20 0 0,-9-11-42 0 0,-1 0 0 0 0,13 10-1 0 0,-17-16-23 0 0,-1 0 0 0 0,1 0 0 0 0,-1 0-1 0 0,1-1 1 0 0,0 0 0 0 0,0 1 0 0 0,0-1 0 0 0,0 0 0 0 0,0 0-1 0 0,0-1 1 0 0,0 1 0 0 0,0-1 0 0 0,4 1 0 0 0,4 0 51 0 0,-9-1-50 0 0,-1 0 0 0 0,0 0 0 0 0,1 0 1 0 0,-1 1-1 0 0,1-1 0 0 0,-1 0 0 0 0,0-1 0 0 0,1 1 0 0 0,-1 0 1 0 0,0 0-1 0 0,1-1 0 0 0,-1 1 0 0 0,1 0 0 0 0,-1-1 0 0 0,0 0 0 0 0,0 1 1 0 0,1-1-1 0 0,-1 0 0 0 0,0 1 0 0 0,0-1 0 0 0,0 0 0 0 0,0 0 0 0 0,0 0 1 0 0,0 0-1 0 0,0 0 0 0 0,0 0 0 0 0,1-2 0 0 0,2-4-1 0 0,0 0-1 0 0,-1 0 0 0 0,0 0 1 0 0,0 0-1 0 0,0 0 1 0 0,-1-1-1 0 0,0 1 1 0 0,1-13-1 0 0,-1-5 75 0 0,-1-33-1 0 0,-2 30 80 0 0,1 27-123 0 0,2 6-708 0 0,46 56 429 0 0,-34-45 193 0 0,1-1 1 0 0,25 21-1 0 0,-31-28-630 0 0,15 11 35 0 0,-8-9-9197 0 0</inkml:trace>
</inkml:ink>
</file>

<file path=ppt/ink/ink1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40.34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 10 608 0 0,'0'0'20989'0'0,"0"-2"-20907"0"0,-2-6-50 0 0,2 18-44 0 0,2 18 62 0 0,5-3 83 0 0,0 0-1 0 0,12 27 1 0 0,-9-21 16 0 0,12 51 0 0 0,-10-29 4 0 0,1 5 42 0 0,11 36 225 0 0,-14-68-197 0 0,17 35 1 0 0,-24-54-143 0 0,0-1 1 0 0,0 0-1 0 0,1 0 1 0 0,0-1-1 0 0,0 1 1 0 0,9 8 0 0 0,-11-12-26 0 0,0-1 0 0 0,0 1 0 0 0,0-1 0 0 0,0 0 0 0 0,0 0 0 0 0,0 0 0 0 0,1 0 0 0 0,-1 0 0 0 0,0-1 0 0 0,0 1 0 0 0,1-1 0 0 0,-1 1 0 0 0,0-1 0 0 0,1 0 0 0 0,-1 0 0 0 0,1 0 1 0 0,2 0-1 0 0,1 0 5 0 0,-1 0-71 0 0,0-1 0 0 0,0 0 0 0 0,0 0 0 0 0,-1 0-1 0 0,1 0 1 0 0,0-1 0 0 0,-1 0 0 0 0,1 0 0 0 0,-1 0-1 0 0,0 0 1 0 0,0-1 0 0 0,1 1 0 0 0,6-7-1 0 0,-7 5-603 0 0,0 0 0 0 0,1-1 0 0 0,-1 1 0 0 0,5-9 0 0 0,-6 9-863 0 0,-1 0 1 0 0,0-1-1 0 0,0 1 1 0 0,0 0-1 0 0,-1-1 0 0 0,2-5 1 0 0</inkml:trace>
</inkml:ink>
</file>

<file path=ppt/ink/ink1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40.5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385 74 5913 0 0,'0'0'15099'0'0,"-32"-10"-14382"0"0,-100-31-275 0 0,122 38-407 0 0,-4-1 107 0 0,-21-5 0 0 0,29 8-119 0 0,-8-1-212 0 0,0 0 1 0 0,0 1 0 0 0,0 1-1 0 0,-17 1 1 0 0,20 1-1601 0 0,0-1-1 0 0,0 2 1 0 0,-12 3 0 0 0,11-2-8280 0 0</inkml:trace>
</inkml:ink>
</file>

<file path=ppt/ink/ink1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41.2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265 49 3289 0 0,'0'0'17982'0'0,"-23"-7"-17551"0"0,-67-25-86 0 0,60 23-143 0 0,20 8-21 0 0,4 2-88 0 0,-1-2 1 0 0,2 1-44 0 0,0 0 0 0 0,0 1 1 0 0,0-1-1 0 0,-5 2 1 0 0,9-2-49 0 0,-1 1 1 0 0,0-1 0 0 0,1 1-1 0 0,-1 0 1 0 0,1 0 0 0 0,-1 0-1 0 0,1 0 1 0 0,-1 0 0 0 0,1 0 0 0 0,-1 0-1 0 0,1 0 1 0 0,0 0 0 0 0,0 1-1 0 0,-2 1 1 0 0,-4 6 10 0 0,-2 2 14 0 0,4-1-8 0 0,-6 12 30 0 0,6-8-19 0 0,3-12-16 0 0,1 1-1 0 0,0-1 0 0 0,0 1 1 0 0,0 0-1 0 0,1-1 1 0 0,-1 1-1 0 0,0 0 0 0 0,1 5 1 0 0,0-2 23 0 0,0-2 62 0 0,0 0 1 0 0,0 0-1 0 0,0-1 0 0 0,2 7 0 0 0,-2-9-57 0 0,1 1 0 0 0,-1-1 0 0 0,1 1 0 0 0,0-1 0 0 0,0 1 0 0 0,0-1 0 0 0,0 1 0 0 0,0-1 0 0 0,0 0 0 0 0,0 0 0 0 0,0 1 0 0 0,0-1 0 0 0,2 1 0 0 0,5 3 18 0 0,-1-1-1 0 0,1 1 1 0 0,-1-2-1 0 0,1 1 1 0 0,0-1 0 0 0,1 0-1 0 0,-1-1 1 0 0,0 0-1 0 0,1 0 1 0 0,0-1-1 0 0,-1 0 1 0 0,1 0 0 0 0,0-1-1 0 0,14-2 1 0 0,-21 2-51 0 0,0 0 1 0 0,0-1 0 0 0,0 0-1 0 0,0 1 1 0 0,0-1 0 0 0,0 0 0 0 0,0 0-1 0 0,-1 0 1 0 0,1 0 0 0 0,0-1-1 0 0,-1 1 1 0 0,1 0 0 0 0,-1-1-1 0 0,1 1 1 0 0,-1-1 0 0 0,0 0-1 0 0,1 1 1 0 0,0-4 0 0 0,3-3 2 0 0,0-1 0 0 0,5-15 0 0 0,-8 20-28 0 0,-1-1 8 0 0,0 1 1 0 0,0 0-1 0 0,0 0 1 0 0,0-9-1 0 0,-1 10 18 0 0,0-1 1 0 0,0 1-1 0 0,1-1 0 0 0,0 1 0 0 0,-1-1 0 0 0,3-5 0 0 0,-3 9-17 0 0,0 0 0 0 0,1 0 0 0 0,-1-1 0 0 0,0 1 0 0 0,0 0 0 0 0,0 0 0 0 0,0 0 0 0 0,0-1-1 0 0,0 1 1 0 0,1 0 0 0 0,-1 0 0 0 0,0 0 0 0 0,0-1 0 0 0,0 1 0 0 0,1 0 0 0 0,-1 0 0 0 0,0 0 0 0 0,0 0 0 0 0,0-1 0 0 0,1 1 0 0 0,-1 0 0 0 0,0 0-1 0 0,0 0 1 0 0,1 0 0 0 0,-1 0 0 0 0,0 0 0 0 0,0 0 0 0 0,1 0 0 0 0,-1 0 0 0 0,0 0 0 0 0,0 0 0 0 0,1 0 0 0 0,-1 0 0 0 0,0 0 0 0 0,1 0 0 0 0,-1 0 0 0 0,0 0-1 0 0,0 0 1 0 0,1 0 0 0 0,-1 0 0 0 0,0 0 0 0 0,0 1 0 0 0,0-1 0 0 0,1 0 0 0 0,-1 0 0 0 0,0 0 0 0 0,0 0 0 0 0,0 1 0 0 0,1-1 0 0 0,-1 0 0 0 0,12 15-383 0 0,-5-5 388 0 0,13 12-381 0 0,46 37 0 0 0,-25-24-3973 0 0,-34-29 811 0 0</inkml:trace>
</inkml:ink>
</file>

<file path=ppt/ink/ink1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42.00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 59 1016 0 0,'0'0'21487'0'0,"-3"-9"-21209"0"0,-11-31-62 0 0,10 30 107 0 0,5 26-1201 0 0,1-13 858 0 0,-1-2 16 0 0,-1 0 0 0 0,1 0 1 0 0,-1 0-1 0 0,1 0 0 0 0,-1 0 0 0 0,0 0 1 0 0,1 0-1 0 0,-1 0 0 0 0,0 0 0 0 0,0 1 1 0 0,0-1-7 0 0,0 14-15 0 0,-3 38 180 0 0,1-41-81 0 0,1 0 0 0 0,0 1-1 0 0,1-1 1 0 0,0 0 0 0 0,4 21 0 0 0,6 7 231 0 0,1 0 0 0 0,2 0 0 0 0,19 41 0 0 0,-23-63-201 0 0,0 0 1 0 0,1-1-1 0 0,23 31 0 0 0,-30-44-105 0 0,0-1 1 0 0,-1 0-1 0 0,1 0 0 0 0,0-1 0 0 0,1 1 1 0 0,-1-1-1 0 0,0 1 0 0 0,1-1 0 0 0,0 0 1 0 0,-1-1-1 0 0,1 1 0 0 0,0 0 0 0 0,0-1 1 0 0,0 0-1 0 0,0 0 0 0 0,0 0 0 0 0,0-1 1 0 0,0 1-1 0 0,0-1 0 0 0,6 0 0 0 0,-9 0-39 0 0,-1 0-1 0 0,1 0 0 0 0,0 0 0 0 0,0-1 1 0 0,-1 1-1 0 0,1 0 0 0 0,0 0 0 0 0,0-1 1 0 0,-1 1-1 0 0,1 0 0 0 0,0-1 1 0 0,-1 1-1 0 0,1-1 0 0 0,-1 1 0 0 0,1-1 1 0 0,0 1-1 0 0,-1-1 0 0 0,1 1 0 0 0,-1-1 1 0 0,1 1-1 0 0,-1-1 0 0 0,0 0 1 0 0,1 1-1 0 0,0-2 0 0 0,5-21-3994 0 0,-3 12-2721 0 0</inkml:trace>
</inkml:ink>
</file>

<file path=ppt/ink/ink1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42.24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257 12 10018 0 0,'0'0'12640'0'0,"-21"-2"-12777"0"0,-66-7-22 0 0,55 8-50 0 0,18 4-76 0 0,6-1 78 0 0,-50 14-2325 0 0,22-4-5843 0 0</inkml:trace>
</inkml:ink>
</file>

<file path=ppt/ink/ink1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42.67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 7434 0 0,'0'0'16171'0'0,"0"-1"-16172"0"0,0 1 1 0 0,0 0-1 0 0,0 0 0 0 0,0 0 0 0 0,0 0 1 0 0,0 0-1 0 0,1 0 0 0 0,-1 0 0 0 0,0 0 1 0 0,0 0-1 0 0,0 0 0 0 0,0 0 0 0 0,0 0 1 0 0,0 0-1 0 0,0 0 0 0 0,0 0 0 0 0,0 0 1 0 0,0 0-1 0 0,1 0 0 0 0,-1 0 0 0 0,0 0 1 0 0,0 0-1 0 0,0 0 0 0 0,0 0 0 0 0,0 0 1 0 0,0 0-1 0 0,0 0 0 0 0,0 0 0 0 0,1 0 1 0 0,-1 0-1 0 0,0 0 0 0 0,0 0 0 0 0,0 0 1 0 0,0 0-1 0 0,0 0 0 0 0,0 0 0 0 0,0 0 1 0 0,0 0-1 0 0,0 0 0 0 0,1 0 0 0 0,2 4 0 0 0,1 0-1 0 0,-1 0 0 0 0,1 0 0 0 0,-1 1 0 0 0,0-1 0 0 0,-1 1 1 0 0,1 0-1 0 0,-1 0 0 0 0,2 6 0 0 0,0-2-18 0 0,9 15 0 0 0,3 12-44 0 0,-13-26-3428 0 0</inkml:trace>
</inkml:ink>
</file>

<file path=ppt/ink/ink1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42.91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 8 9514 0 0,'0'0'12547'0'0,"-15"-7"-18909"0"0,11 19 4362 0 0,2-3-1929 0 0</inkml:trace>
</inkml:ink>
</file>

<file path=ppt/ink/ink1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43.48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105 1 632 0 0,'0'0'19103'0'0,"7"1"-19178"0"0,-4-1 71 0 0,3 0-2 0 0,-1 1 0 0 0,0 0 0 0 0,1 0 0 0 0,-1 0 0 0 0,0 1 0 0 0,1 0 0 0 0,-1 0 0 0 0,0 0 0 0 0,0 0 0 0 0,4 4 0 0 0,8 7 8 0 0,-2 0 1 0 0,0 1 0 0 0,0 1 0 0 0,16 22 0 0 0,-27-31-9 0 0,0 0-1 0 0,0 0 0 0 0,-1 1 1 0 0,0-1-1 0 0,0 1 1 0 0,-1 0-1 0 0,0-1 1 0 0,0 1-1 0 0,0 0 1 0 0,-1 0-1 0 0,0 0 0 0 0,0 10 1 0 0,-1-15 19 0 0,0-1 1 0 0,-1 1 0 0 0,1-1-1 0 0,0 0 1 0 0,-1 1 0 0 0,1-1-1 0 0,-1 0 1 0 0,1 1-1 0 0,-1-1 1 0 0,0 0 0 0 0,0 0-1 0 0,0 1 1 0 0,1-1-1 0 0,-1 0 1 0 0,0 0 0 0 0,0 0-1 0 0,-1 0 1 0 0,1 0-1 0 0,0 0 1 0 0,0-1 0 0 0,0 1-1 0 0,0 0 1 0 0,-1-1 0 0 0,1 1-1 0 0,0 0 1 0 0,-1-1-1 0 0,1 0 1 0 0,-1 1 0 0 0,-1-1-1 0 0,-4 2 209 0 0,-1-1-1 0 0,1 0 1 0 0,-1 0 0 0 0,-8 0-1 0 0,6-1-3 0 0,-1 0-1 0 0,1-1 0 0 0,-1 0 1 0 0,1-1-1 0 0,-12-3 0 0 0,21 5-202 0 0,-57-19 726 0 0,51 16-648 0 0,0 0 0 0 0,1-1 0 0 0,-1 1 0 0 0,1-2 0 0 0,0 1 0 0 0,-7-6 0 0 0,8 5 48 0 0,0 0-1 0 0,1 0 0 0 0,-1 0 0 0 0,-4-8 1 0 0,7 10-86 0 0,0 0 1 0 0,1-1-1 0 0,-1 1 0 0 0,1 0 1 0 0,0 0-1 0 0,0-1 1 0 0,0 1-1 0 0,1 0 0 0 0,-1-1 1 0 0,1-6-1 0 0,-1-1 23 0 0,1 7-67 0 0,-1 1 1 0 0,1-1-1 0 0,0 1 1 0 0,0-1-1 0 0,1 0 0 0 0,-1 1 1 0 0,1-1-1 0 0,0 1 1 0 0,-1-1-1 0 0,2 1 1 0 0,2-7-1 0 0,-3 8-93 0 0,1 0 0 0 0,0 0 0 0 0,0 0 0 0 0,0 0 1 0 0,0 0-1 0 0,0 0 0 0 0,0 1 0 0 0,0-1 0 0 0,1 1 0 0 0,-1-1 0 0 0,1 1 0 0 0,-1 0 0 0 0,1 0 1 0 0,-1 0-1 0 0,1 0 0 0 0,0 1 0 0 0,-1-1 0 0 0,1 1 0 0 0,0 0 0 0 0,-1-1 0 0 0,6 2 0 0 0,0-1-810 0 0,1 0-1 0 0,-1 1 1 0 0,10 2-1 0 0,-13-2-1451 0 0,0 0-1 0 0,0 1 1 0 0,7 3-1 0 0</inkml:trace>
</inkml:ink>
</file>

<file path=ppt/ink/ink1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44.1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 56 2489 0 0,'0'0'22260'0'0,"-4"-10"-22184"0"0,-10-28-73 0 0,13 31-34 0 0,4 6 2 0 0,4 6-22 0 0,-7-5 46 0 0,19 17-31 0 0,-2 1 1 0 0,0 0-1 0 0,24 33 0 0 0,-32-39-67 0 0,1 0-1 0 0,16 15 0 0 0,0 1-198 0 0,-26-27 299 0 0,1-1 0 0 0,-1 1 0 0 0,1 0 0 0 0,-1-1 0 0 0,1 1 0 0 0,0-1 0 0 0,-1 1 0 0 0,1 0 0 0 0,0-1 0 0 0,0 1 0 0 0,-1-1 0 0 0,1 0 0 0 0,0 1 0 0 0,0-1-1 0 0,0 0 1 0 0,-1 1 0 0 0,1-1 0 0 0,0 0 0 0 0,0 0 0 0 0,0 0 0 0 0,0 0 0 0 0,1 0 0 0 0,-1 0 18 0 0,0 0 1 0 0,0-1-1 0 0,-1 1 0 0 0,1-1 0 0 0,0 0 0 0 0,0 1 0 0 0,-1-1 0 0 0,1 0 0 0 0,0 1 1 0 0,-1-1-1 0 0,1 0 0 0 0,0 0 0 0 0,-1 1 0 0 0,1-1 0 0 0,-1 0 0 0 0,0 0 0 0 0,1 0 0 0 0,-1 0 1 0 0,0 0-1 0 0,1-1 0 0 0,13-46 16 0 0,7-18 23 0 0,-21 65-52 0 0,1-3 11 0 0,1-1 1 0 0,0 0-1 0 0,0 1 1 0 0,0-1-1 0 0,0 1 1 0 0,1-1 0 0 0,0 1-1 0 0,0 0 1 0 0,0 0-1 0 0,0 1 1 0 0,7-7-1 0 0,-8 9-17 0 0,-1 1-1 0 0,0-1 0 0 0,1 1 1 0 0,-1-1-1 0 0,0 1 0 0 0,1 0 1 0 0,-1-1-1 0 0,0 1 0 0 0,1 0 1 0 0,-1 0-1 0 0,1 0 0 0 0,-1 0 1 0 0,3 1-1 0 0,0-1-26 0 0,-1 1-1 0 0,1 0 1 0 0,0-1 0 0 0,4 3 0 0 0,11 7-36 0 0,-1 0 0 0 0,23 18 0 0 0,4 1-35 0 0,14 13-349 0 0,-47-34-55 0 0,0 1 0 0 0,16 16 0 0 0,-7-5-6640 0 0,-18-17 5047 0 0</inkml:trace>
</inkml:ink>
</file>

<file path=ppt/ink/ink1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44.83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100 41 0 0 0,'0'0'22712'0'0,"-4"-5"-22540"0"0,-11-17-59 0 0,11 16 27 0 0,4 3-248 0 0,0 3 108 0 0,0 0 1 0 0,0 0-1 0 0,-1 0 1 0 0,1 0-1 0 0,0 0 1 0 0,0 0-1 0 0,0 0 1 0 0,0 0-1 0 0,0 0 0 0 0,0 0 1 0 0,0 0-1 0 0,-1 0 1 0 0,1 0-1 0 0,0 0 1 0 0,0 0-1 0 0,0 0 1 0 0,0 0-1 0 0,0 0 0 0 0,0 0 1 0 0,0 0-1 0 0,-1 0 1 0 0,1 0-1 0 0,0 0 1 0 0,0 0-1 0 0,0 0 1 0 0,0 0-1 0 0,0 0 1 0 0,0 0-1 0 0,0-1 0 0 0,0 1 1 0 0,-1 0-1 0 0,1 0 1 0 0,0 0-1 0 0,0 0 1 0 0,0 0-1 0 0,0 0 1 0 0,0 0-1 0 0,0 0 1 0 0,0 0-1 0 0,0-1 0 0 0,0 1 1 0 0,0 0-1 0 0,0 0 1 0 0,0 0-2 0 0,0 0 1 0 0,0 0-1 0 0,0-1 1 0 0,0 1-1 0 0,0 0 1 0 0,0 0-1 0 0,-1 0 1 0 0,1 0 0 0 0,0 0-1 0 0,0 0 1 0 0,0 0-1 0 0,0 0 1 0 0,0 0-1 0 0,0-1 1 0 0,0 1-1 0 0,0 0 1 0 0,0 0-1 0 0,0 0 1 0 0,0 0-1 0 0,0 0 1 0 0,-1 0-1 0 0,1 0 1 0 0,0 0-1 0 0,0 0 1 0 0,0 0 0 0 0,0 0-1 0 0,0 0 1 0 0,0 0-1 0 0,0 0 1 0 0,0 0-1 0 0,-1 0 1 0 0,1 0-1 0 0,0 0 1 0 0,0 0-1 0 0,0 0 1 0 0,0 0-1 0 0,0 0 1 0 0,0 0-1 0 0,0 0 1 0 0,0 0-1 0 0,-1 0 1 0 0,1 0 0 0 0,0 0-1 0 0,0 0 1 0 0,0 0-20 0 0,-18 0-2237 0 0,11 1 1438 0 0,1 0 1 0 0,0 0-1 0 0,-10 4 0 0 0,1 0-4950 0 0</inkml:trace>
</inkml:ink>
</file>

<file path=ppt/ink/ink1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25.55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 28 0 0 0,'0'0'11581'0'0,"-2"-2"-10321"0"0,-7-8 6926 0 0,9-3-4552 0 0,0 10-2497 0 0,0 11 659 0 0,1 3-1739 0 0,0 0 1 0 0,1 0-1 0 0,3 13 0 0 0,4 18 23 0 0,18 142 76 0 0,-23-142-134 0 0,-4-33-16 0 0,0-1 1 0 0,1 0-1 0 0,0 0 0 0 0,0 1 0 0 0,1-1 0 0 0,3 9 1 0 0,-4-13-6 0 0,0-1 0 0 0,0 1 0 0 0,0 0 0 0 0,0-1 0 0 0,-1 1 0 0 0,0 5 0 0 0,2 11 33 0 0,0-8-25 0 0,-3-10-1 0 0,1-1-1 0 0,1 0 0 0 0,-1 0 0 0 0,0 1 1 0 0,0-1-1 0 0,0 0 0 0 0,1 0 1 0 0,-1 0-1 0 0,0 1 0 0 0,1-1 1 0 0,-1 0-1 0 0,1 0 0 0 0,0 0 0 0 0,0 2 1 0 0,0-2 12 0 0,0 1-1 0 0,0 0 1 0 0,0 0 0 0 0,-1-1 0 0 0,1 1 0 0 0,-1 0 0 0 0,1 0 0 0 0,-1 0 0 0 0,0 0 0 0 0,0 2-1 0 0,0-2 5 0 0,1 0 0 0 0,-1 0 0 0 0,0 0 0 0 0,1 0 0 0 0,-1 0-1 0 0,1 0 1 0 0,1 3 0 0 0,0 3 60 0 0,-2-8-79 0 0,0 0 0 0 0,0 1 0 0 0,0-1 0 0 0,0 1 0 0 0,1-1 0 0 0,-1 1 0 0 0,0-1 0 0 0,0 0 0 0 0,0 1 0 0 0,0-1 0 0 0,0 1 0 0 0,1-1 0 0 0,-1 0 0 0 0,0 1 0 0 0,0-1 1 0 0,1 0-1 0 0,-1 1 0 0 0,0-1 0 0 0,1 0 0 0 0,-1 1 0 0 0,1-1 0 0 0,-1 0 46 0 0,0 0-161 0 0,0 0 7 0 0,1 0 0 0 0,-1 0 0 0 0,0 0 0 0 0,0 0 0 0 0,0 0 0 0 0,1 0 0 0 0,-1 0 0 0 0,0 0 0 0 0,0 0 0 0 0,0 0 0 0 0,0 0 0 0 0,1 0 0 0 0,-1 0 0 0 0,0 0-1 0 0,0 0 1 0 0,0 0 0 0 0,0 0 0 0 0,1 0 0 0 0,-1 0 0 0 0,0-1 0 0 0,0 1 0 0 0,0 0 0 0 0,0 0 0 0 0,0 0 0 0 0,0 0 0 0 0,1 0 0 0 0,-1 0 0 0 0,0-1 0 0 0,0 1 0 0 0,0 0 0 0 0,0 0 0 0 0,0 0 0 0 0,0 0 0 0 0,0-1 0 0 0,0 1 0 0 0,0 0 0 0 0,0 0 0 0 0,0-1 0 0 0</inkml:trace>
</inkml:ink>
</file>

<file path=ppt/ink/ink1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26.64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278 11 576 0 0,'0'0'24232'0'0,"0"-2"-23953"0"0,0-3 658 0 0,0 5-925 0 0,0 0 0 0 0,0 0 1 0 0,0 0-1 0 0,0 0 0 0 0,0-1 1 0 0,0 1-1 0 0,0 0 0 0 0,0 0 1 0 0,0 0-1 0 0,0 0 0 0 0,0 0 0 0 0,0 0 1 0 0,0 0-1 0 0,0 0 0 0 0,0 0 1 0 0,0-1-1 0 0,0 1 0 0 0,0 0 0 0 0,0 0 1 0 0,0 0-1 0 0,0 0 0 0 0,0 0 1 0 0,0 0-1 0 0,0 0 0 0 0,0 0 0 0 0,0 0 1 0 0,0-1-1 0 0,0 1 0 0 0,0 0 1 0 0,0 0-1 0 0,0 0 0 0 0,0 0 0 0 0,0 0 1 0 0,0 0-1 0 0,0 0 0 0 0,-1 0 1 0 0,1 0-1 0 0,0 0 0 0 0,0 0 1 0 0,0 0-1 0 0,0 0 0 0 0,0 0 0 0 0,0 0 1 0 0,0 0-1 0 0,0-1 0 0 0,0 1 1 0 0,-1 0-1 0 0,1 0 0 0 0,0 0 0 0 0,0 0 1 0 0,0 0-1 0 0,0 0 0 0 0,0 0 1 0 0,0 0-1 0 0,0 1 0 0 0,0-1 0 0 0,0 0 1 0 0,-1 0-1 0 0,1 0 0 0 0,0 0 1 0 0,0 0-1 0 0,0 0 0 0 0,0 0 1 0 0,0 0-1 0 0,0 0 0 0 0,-1 1-21 0 0,1-1-17 0 0,-8 9-92 0 0,6-5 120 0 0,0-1-1 0 0,0-1 1 0 0,0 1 0 0 0,0 0 0 0 0,0 0 0 0 0,-5 3 0 0 0,-4 5 15 0 0,-69 90 5 0 0,29-39-10 0 0,17-18-13 0 0,16-18-4 0 0,-10 11-9 0 0,28-32-85 0 0,-9 2-61 0 0,2-3 87 0 0,6-3 73 0 0,1-1-1 0 0,-1 0 1 0 0,1 0-1 0 0,-1 1 1 0 0,1-1-1 0 0,-1 0 1 0 0,1 0-1 0 0,0 1 1 0 0,-1-1-1 0 0,1 1 1 0 0,-1-1-1 0 0,1 0 1 0 0,0 1-1 0 0,-1-1 1 0 0,1 1-1 0 0,0-1 0 0 0,-1 1 1 0 0,1-1-1 0 0,0 1 1 0 0,0-1-1 0 0,0 1 1 0 0,-1-1-1 0 0,1 1 1 0 0,0-1-1 0 0,0 1 1 0 0,0 0-1 0 0,0 0 235 0 0,0 0-228 0 0,0 1-3 0 0,0-1 12 0 0,1-1 18 0 0,1 0 0 0 0,-1 0 0 0 0,0 0 1 0 0,0 0-1 0 0,0 1 0 0 0,1-1 0 0 0,-1 1 1 0 0,0-1-1 0 0,0 1 0 0 0,2 0 1 0 0,-2 0-8 0 0,74 28 288 0 0,120 29 1 0 0,-60-20-313 0 0,-109-31-8 0 0,-15-4-127 0 0,0 0-1 0 0,18 8 1 0 0,-22-9-4271 0 0,-14-3-1273 0 0,-10 0-3391 0 0</inkml:trace>
</inkml:ink>
</file>

<file path=ppt/ink/ink1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27.54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57 242 0 0 0,'0'0'21106'0'0,"16"-8"-20779"0"0,53-25-29 0 0,-53 25-57 0 0,-9 5 37 0 0,-1 0-1 0 0,0 0 1 0 0,1 0-1 0 0,-1-1 1 0 0,-1 0-1 0 0,10-7 1 0 0,-15 10-257 0 0,1 0 52 0 0,0 0 1 0 0,0 0-1 0 0,0-1 1 0 0,-1 1-1 0 0,1-1 0 0 0,0 1 1 0 0,-1 0-1 0 0,1-1 1 0 0,-1 1-1 0 0,1-1 1 0 0,-1 1-1 0 0,0-1 1 0 0,0 1-1 0 0,1-1 1 0 0,-1-1-1 0 0,-2-25 361 0 0,2 24-420 0 0,-1 0 0 0 0,0 0 0 0 0,-1 0 0 0 0,1 0 0 0 0,-1 1 0 0 0,0-1 0 0 0,0 0 0 0 0,-2-3 0 0 0,-21-27 227 0 0,21 29-171 0 0,0 1 31 0 0,0 0 1 0 0,0 0 0 0 0,0 0 0 0 0,0 1-1 0 0,0-1 1 0 0,-9-4 0 0 0,12 8-102 0 0,0 0 1 0 0,-1-1-1 0 0,1 1 1 0 0,0 0-1 0 0,-1 0 1 0 0,1 0-1 0 0,0 0 0 0 0,0 0 1 0 0,-1 1-1 0 0,1-1 1 0 0,0 0-1 0 0,0 1 1 0 0,-2 0-1 0 0,-16 6-30 0 0,16-5 27 0 0,-11 6 6 0 0,13-7-2 0 0,-1 0 0 0 0,1 0-1 0 0,-1 0 1 0 0,0 0 0 0 0,0 0 0 0 0,1 0 0 0 0,-5 0-1 0 0,3 1 4 0 0,2 0 1 0 0,-9-2-11 0 0,-6 8 27 0 0,0 1-13 0 0,5 3-5 0 0,11-12-3 0 0,-1 0 0 0 0,1 1 1 0 0,-1 0-1 0 0,1-1 0 0 0,-1 1 0 0 0,1-1 0 0 0,-1 1 1 0 0,1 0-1 0 0,0-1 0 0 0,-1 1 0 0 0,1 0 1 0 0,0-1-1 0 0,0 1 0 0 0,-1 0 0 0 0,1-1 0 0 0,0 1 1 0 0,0 0-1 0 0,0 0 0 0 0,0 1 0 0 0,0 17 96 0 0,0-13-65 0 0,0-1-7 0 0,1-1-1 0 0,0 1 1 0 0,0-1 0 0 0,0 0 0 0 0,0 0 0 0 0,1 1 0 0 0,-1-1 0 0 0,1 0 0 0 0,0 0-1 0 0,0 0 1 0 0,1-1 0 0 0,-1 1 0 0 0,1-1 0 0 0,4 6 0 0 0,7 4 52 0 0,-1 0 1 0 0,18 12-1 0 0,-21-17-60 0 0,13 9 11 0 0,0-1 0 0 0,41 22 0 0 0,-57-36-14 0 0,-1 1 0 0 0,1-1-1 0 0,-1-1 1 0 0,1 1 0 0 0,0-1 0 0 0,0 0 0 0 0,0 0 0 0 0,0-1-1 0 0,11-1 1 0 0,-8 1-5 0 0,-6 0-21 0 0,-1 0 1 0 0,0-1-1 0 0,1 0 0 0 0,-1 1 1 0 0,1-1-1 0 0,-1-1 0 0 0,0 1 1 0 0,0 0-1 0 0,4-3 0 0 0,1-1-249 0 0,0 0 0 0 0,10-9-1 0 0,-11 7-839 0 0,1 0-1 0 0,10-14 0 0 0,-1-6-6012 0 0</inkml:trace>
</inkml:ink>
</file>

<file path=ppt/ink/ink1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28.46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 0 9594 0 0,'0'0'15399'0'0,"-2"1"-15391"0"0,2-1-20 0 0,0 0-1 0 0,-1 0 0 0 0,1 0 1 0 0,0 0-1 0 0,-1 0 0 0 0,1 0 1 0 0,-1 0-1 0 0,1 0 1 0 0,0 0-1 0 0,-1 1 0 0 0,1-1 1 0 0,0 0-1 0 0,-1 0 0 0 0,1 0 1 0 0,0 1-1 0 0,0-1 0 0 0,-1 0 1 0 0,1 0-1 0 0,0 1 0 0 0,0-1 1 0 0,-1 0-1 0 0,1 1 0 0 0,-1 11-301 0 0,1-11 313 0 0,0 3 32 0 0,0-1 0 0 0,0 1 0 0 0,0-1 0 0 0,1 1 0 0 0,-1-1 0 0 0,1 1 0 0 0,0-1 0 0 0,0 0 0 0 0,1 0 0 0 0,-1 1 0 0 0,3 3 0 0 0,9 17 284 0 0,-11-18-217 0 0,1-1-1 0 0,0 1 1 0 0,8 9-1 0 0,-5-5 70 0 0,-6-9-150 0 0,0 0 0 0 0,1 0 1 0 0,-1-1-1 0 0,1 1 0 0 0,-1 0 0 0 0,1 0 0 0 0,0 0 0 0 0,-1 0 0 0 0,1-1 0 0 0,0 1 0 0 0,-1 0 0 0 0,2 0 1 0 0,12 12 197 0 0,-13-11-171 0 0,1 0 0 0 0,-1 0 0 0 0,1 0 0 0 0,0-1 0 0 0,0 1 0 0 0,0-1 1 0 0,2 2-1 0 0,1 0 63 0 0,-3-2-45 0 0,-1 0 0 0 0,1 0-1 0 0,-1 0 1 0 0,1 0-1 0 0,-1-1 1 0 0,1 1-1 0 0,0-1 1 0 0,-1 1-1 0 0,1-1 1 0 0,0 1-1 0 0,0-1 1 0 0,-1 0-1 0 0,1 0 1 0 0,0 0-1 0 0,0 0 1 0 0,2-1-1 0 0,-2 0-53 0 0,0-1 0 0 0,0 1-1 0 0,0-1 1 0 0,0 0 0 0 0,-1 1-1 0 0,1-1 1 0 0,2-3 0 0 0,-2 2-15 0 0,6-9-64 0 0,0-1 0 0 0,-1 0 0 0 0,11-26 0 0 0,-16 33 118 0 0,-2 5-37 0 0,0 1-1 0 0,0-1 0 0 0,1 0 1 0 0,-1 1-1 0 0,0-1 1 0 0,0 1-1 0 0,0-1 0 0 0,0 1 1 0 0,1-1-1 0 0,-1 1 1 0 0,0-1-1 0 0,1 1 0 0 0,-1-1 1 0 0,0 1-1 0 0,1-1 1 0 0,-1 1-1 0 0,1 0 0 0 0,-1-1 1 0 0,0 1-1 0 0,1-1 0 0 0,-1 1 1 0 0,1 0-1 0 0,-1 0 1 0 0,1-1-1 0 0,-1 1 0 0 0,1 0 1 0 0,0 0-1 0 0,-1 0 1 0 0,1-1-1 0 0,-1 1 0 0 0,1 0 1 0 0,-1 0-1 0 0,1 0 0 0 0,-1 0 1 0 0,1 0-1 0 0,0 0 1 0 0,0 0-78 0 0,-1 2-14 0 0,1-1 1 0 0,-1 1 0 0 0,1-1 0 0 0,0 1 0 0 0,0-1-1 0 0,-1 0 1 0 0,1 0 0 0 0,0 1 0 0 0,1 0 0 0 0,6 9-48 0 0,90 192-144 0 0,-90-185 220 0 0,26 65-117 0 0,-5-4 28 0 0,-21-58 51 0 0,-2-1 0 0 0,7 43 0 0 0,-11-51 41 0 0,0-2-66 0 0,-1 0 1 0 0,-1 0-1 0 0,1 0 1 0 0,-1 1-1 0 0,-2 9 0 0 0,1-17 75 0 0,0-1-1 0 0,0 1 0 0 0,0-1 0 0 0,0 0 1 0 0,0 0-1 0 0,-1 0 0 0 0,1 1 0 0 0,0-1 0 0 0,-1 0 1 0 0,0 0-1 0 0,0-1 0 0 0,1 1 0 0 0,-1 0 1 0 0,0-1-1 0 0,0 1 0 0 0,-4 1 0 0 0,3-1-2 0 0,-1 0-1 0 0,1 0 1 0 0,-1 0 0 0 0,1-1-1 0 0,-1 0 1 0 0,0 1-1 0 0,1-1 1 0 0,-1-1-1 0 0,0 1 1 0 0,-4 0-1 0 0,0-1 33 0 0,-1 0-1 0 0,1 0 0 0 0,0-1 0 0 0,-1 0 0 0 0,1-1 0 0 0,0 0 0 0 0,0 0 0 0 0,0 0 0 0 0,0-1 0 0 0,1-1 0 0 0,-1 1 0 0 0,-7-6 0 0 0,6 3 94 0 0,-1 0-1 0 0,1-1 1 0 0,1-1-1 0 0,-1 1 1 0 0,-13-18-1 0 0,20 23-39 0 0,0-1-1 0 0,0 0 0 0 0,1 0 1 0 0,-1 0-1 0 0,1-1 0 0 0,0 1 1 0 0,0 0-1 0 0,0 0 1 0 0,1-1-1 0 0,-1-3 0 0 0,0-6 102 0 0,1-17 0 0 0,0 14-68 0 0,0 9-106 0 0,1-1 1 0 0,0 1 0 0 0,0 0 0 0 0,1 0-1 0 0,0 0 1 0 0,0 1 0 0 0,1-1 0 0 0,-1 0-1 0 0,1 1 1 0 0,1 0 0 0 0,-1-1 0 0 0,1 1-1 0 0,0 1 1 0 0,1-1 0 0 0,-1 1-1 0 0,1-1 1 0 0,0 1 0 0 0,1 1 0 0 0,-1-1-1 0 0,1 1 1 0 0,0 0 0 0 0,0 0 0 0 0,0 0-1 0 0,1 1 1 0 0,-1 0 0 0 0,1 0 0 0 0,-1 1-1 0 0,1 0 1 0 0,0 0 0 0 0,0 1 0 0 0,0-1-1 0 0,0 2 1 0 0,9-1 0 0 0,-5 1-674 0 0,6 0-487 0 0,18 2-1 0 0,-28-1-1510 0 0,-1 0 1 0 0,1 0-1 0 0,7 4 0 0 0</inkml:trace>
</inkml:ink>
</file>

<file path=ppt/ink/ink1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29.35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5 4929 0 0,'0'0'19718'0'0,"0"-5"-19501"0"0,-1 21-254 0 0,2-1 0 0 0,0 0 1 0 0,1 0-1 0 0,4 19 0 0 0,11 47 244 0 0,6 20 38 0 0,29 76-40 0 0,-43-143-195 0 0,15 44 32 0 0,-10-31-26 0 0,-10-30-8 0 0,-4-15-13 0 0,0 0 0 0 0,1 1 1 0 0,-1-1-1 0 0,1 1 0 0 0,0-1 0 0 0,0 0 0 0 0,0 1 0 0 0,0-1 0 0 0,3 4 0 0 0,-14-33-3112 0 0,-18-28-1978 0 0,7 19-3871 0 0,14 25 780 0 0</inkml:trace>
</inkml:ink>
</file>

<file path=ppt/ink/ink1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29.60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421 60 8538 0 0,'0'0'15974'0'0,"-33"-7"-15707"0"0,-103-18-73 0 0,68 13-6 0 0,-87-1-2683 0 0,138 12-354 0 0,6-1-2617 0 0</inkml:trace>
</inkml:ink>
</file>

<file path=ppt/ink/ink1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30.48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186 56 4473 0 0,'0'0'20956'0'0,"-6"-9"-20758"0"0,-20-29-69 0 0,20 29 2 0 0,-16 23-1221 0 0,18-12 1096 0 0,2-1 1 0 0,-1 0-1 0 0,1 0 1 0 0,0 0-1 0 0,-1 0 1 0 0,1 0-1 0 0,0 0 1 0 0,-1-1-1 0 0,1 1 0 0 0,-5 0 1 0 0,-1 1-3 0 0,7-1-2 0 0,0-1-1 0 0,1 1 1 0 0,-1-1-1 0 0,0 1 1 0 0,0-1-1 0 0,0 0 1 0 0,0 1-1 0 0,0-1 1 0 0,0 0-1 0 0,0 0 1 0 0,0 0-1 0 0,-2 1 1 0 0,3-1-1 0 0,-1 0-1 0 0,1 0 1 0 0,-1 0 0 0 0,1 0-1 0 0,-1 0 1 0 0,1 0 0 0 0,-1 0-1 0 0,1 0 1 0 0,-1 1 0 0 0,1-1-1 0 0,-1 0 1 0 0,1 0 0 0 0,-1 1-1 0 0,1-1 1 0 0,0 0-1 0 0,-1 1 1 0 0,1-1 0 0 0,-1 0-1 0 0,1 1 1 0 0,-1 0 0 0 0,-4 3 8 0 0,3-4-5 0 0,0 1-1 0 0,0 0 1 0 0,0 0 0 0 0,0 0 0 0 0,0 0 0 0 0,0 1 0 0 0,0-1 0 0 0,1 1 0 0 0,-1-1 0 0 0,-2 3 0 0 0,3-3-5 0 0,-6 8 103 0 0,6-8-91 0 0,0 0 0 0 0,0 0 1 0 0,0 0-1 0 0,0 0 1 0 0,0 0-1 0 0,0 0 0 0 0,1 1 1 0 0,-1-1-1 0 0,0 0 1 0 0,1 0-1 0 0,-1 1 0 0 0,0 1 1 0 0,-4 8 65 0 0,2-7-51 0 0,2-3-20 0 0,1 0 0 0 0,-1 0 0 0 0,0 0 0 0 0,1 0 0 0 0,-1 0 0 0 0,1 0 0 0 0,0 0 0 0 0,-1 0 0 0 0,1 0 0 0 0,0 0 0 0 0,-1 0 0 0 0,1 0 0 0 0,0 0 0 0 0,0 0 0 0 0,0 0 0 0 0,0 2 0 0 0,0-3 10 0 0,1 11 391 0 0,7-4-268 0 0,0-1 0 0 0,0 0 0 0 0,0 0-1 0 0,1-1 1 0 0,-1 0 0 0 0,14 5 0 0 0,1-1-43 0 0,36 10 0 0 0,-47-17-48 0 0,0 0 0 0 0,0-1 1 0 0,20-1-1 0 0,-27 0-28 0 0,-3 0-12 0 0,0 0-1 0 0,-1-1 1 0 0,1 1-1 0 0,0-1 0 0 0,0 0 1 0 0,0 1-1 0 0,0-1 0 0 0,-1 0 1 0 0,1 0-1 0 0,0 0 0 0 0,-1 0 1 0 0,1 0-1 0 0,-1-1 1 0 0,1 1-1 0 0,-1 0 0 0 0,0-1 1 0 0,1 1-1 0 0,-1-1 0 0 0,0 1 1 0 0,0-1-1 0 0,0 0 0 0 0,0 0 1 0 0,1-2-1 0 0,0-1-79 0 0,0 0-1 0 0,0 0 1 0 0,-1 0-1 0 0,1 0 1 0 0,-1 0 0 0 0,0 0-1 0 0,0-9 1 0 0,-1 12-16 0 0,0-1 0 0 0,0 1 0 0 0,-1 0 1 0 0,1 0-1 0 0,-1 0 0 0 0,1 0 0 0 0,-1 0 1 0 0,0 0-1 0 0,0 0 0 0 0,0 1 0 0 0,0-1 1 0 0,0 0-1 0 0,-2-3 0 0 0,0 2-110 0 0,0 0-1 0 0,0 0 1 0 0,-1 0-1 0 0,1 0 1 0 0,-1 1 0 0 0,-4-3-1 0 0,-2-1-1209 0 0,-1 1 0 0 0,1 1 0 0 0,-23-6 0 0 0,16 5-3786 0 0,4 0-5187 0 0</inkml:trace>
</inkml:ink>
</file>

<file path=ppt/ink/ink1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31.37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 1 0 0 0,'0'0'24765'0'0,"-3"1"-24491"0"0,3-1-253 0 0,-1 0 0 0 0,0 0 0 0 0,1 1 0 0 0,-1-1 0 0 0,1 0 0 0 0,-1 0 0 0 0,1 1 0 0 0,-1-1 1 0 0,1 0-1 0 0,-1 1 0 0 0,1-1 0 0 0,-1 1 0 0 0,1-1 0 0 0,-1 1 0 0 0,1-1 0 0 0,-1 1 0 0 0,1-1 0 0 0,-1 2 0 0 0,0 16 125 0 0,1-12-121 0 0,-1 8 83 0 0,2 0 0 0 0,4 28 1 0 0,2-5 79 0 0,-1-6 6 0 0,12 36 0 0 0,0 0-85 0 0,-5-5-14 0 0,1 12-54 0 0,-13-72-40 0 0,-1-1-1 0 0,0 0 1 0 0,1 0-1 0 0,-1 0 1 0 0,0 0-1 0 0,0 1 1 0 0,0-1-1 0 0,0 0 1 0 0,-1 2-1 0 0,1 5-13 0 0,6-13-435 0 0,-4 1-456 0 0,-1 1 0 0 0,0-1 0 0 0,0 0-1 0 0,0 0 1 0 0,0-6 0 0 0,0-8-7758 0 0</inkml:trace>
</inkml:ink>
</file>

<file path=ppt/ink/ink1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31.70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72 2873 0 0,'0'0'18257'0'0,"15"-5"-18026"0"0,47-19-25 0 0,-58 23-175 0 0,-1 0 0 0 0,1 0-1 0 0,-1 0 1 0 0,1 0 0 0 0,-1 0-1 0 0,1 1 1 0 0,0-1 0 0 0,-1 1-1 0 0,1 0 1 0 0,3 1 0 0 0,4-1 62 0 0,39 1 437 0 0,-15 0 18 0 0,49-5 0 0 0,-83 4-550 0 0,-1 0 1 0 0,1 0 0 0 0,-1 0 0 0 0,0 0-1 0 0,1 0 1 0 0,-1 0 0 0 0,1 0 0 0 0,-1 0-1 0 0,1 0 1 0 0,-1-1 0 0 0,0 1-1 0 0,1 0 1 0 0,-1 0 0 0 0,0-1 0 0 0,1 1-1 0 0,-1 0 1 0 0,1-1 0 0 0,-1 1-111 0 0,0 0 0 0 0,0-1-1 0 0,0 1 1 0 0,0 0 0 0 0,0 0 0 0 0,0 0 0 0 0,0-1 0 0 0,0 1 0 0 0,0 0 0 0 0,0 0 0 0 0,0-1 0 0 0,0 1 0 0 0,0 0-1 0 0,0 0 1 0 0,0-1 0 0 0,0 1 0 0 0,0 0 0 0 0,0 0 0 0 0,0 0 0 0 0,0-1 0 0 0,0 1 0 0 0,0 0 0 0 0,0 0 0 0 0,-1-1-1 0 0,0 0-474 0 0,0 0-1 0 0,0 0 1 0 0,0 0 0 0 0,0 0-1 0 0,0 0 1 0 0,0 0-1 0 0,-1 0 1 0 0,-1-1-1 0 0,-3-1-1128 0 0,-9-4-5276 0 0,5 2 189 0 0</inkml:trace>
</inkml:ink>
</file>

<file path=ppt/ink/ink1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32.08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 0 0 0,'0'0'18933'0'0,"2"1"-18296"0"0,2 1-74 0 0,0-1 0 0 0,1 1 1 0 0,-1-1-1 0 0,1 0 1 0 0,-1 0-1 0 0,1-1 0 0 0,0 1 1 0 0,7-2-1 0 0,44-4-517 0 0,-26 2-435 0 0,0 1-2656 0 0,-20 2-807 0 0,0 0-3759 0 0</inkml:trace>
</inkml:ink>
</file>

<file path=ppt/ink/ink1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32.6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4473 0 0,'0'0'20327'0'0,"0"8"-20462"0"0,0-5 118 0 0,1 0 1 0 0,-1 0-1 0 0,1 0 0 0 0,0 0 0 0 0,2 6 0 0 0,3 10 24 0 0,12 50 27 0 0,-14-52-12 0 0,1 0 0 0 0,11 26 0 0 0,5 17 0 0 0,-4 7 5 0 0,-11-55 51 0 0,-2 1-1114 0 0</inkml:trace>
</inkml:ink>
</file>

<file path=ppt/ink/ink1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32.99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77 0 0 0,'0'0'21231'0'0,"26"-3"-20747"0"0,84-10-60 0 0,-42 6 582 0 0,-56 6-744 0 0,0-2 0 0 0,0 0 0 0 0,0 0 0 0 0,0-1 0 0 0,18-10 0 0 0,-29 14-238 0 0,0 0 1 0 0,0-1-1 0 0,-1 1 0 0 0,1-1 0 0 0,0 1 0 0 0,-1-1 0 0 0,1 1 0 0 0,0-1 0 0 0,-1 1 1 0 0,1-1-1 0 0,-1 0 0 0 0,1 1 0 0 0,0-2 0 0 0,-1 2-198 0 0,0 0 0 0 0,0-1-1 0 0,0 1 1 0 0,0 0 0 0 0,0-1 0 0 0,0 1-1 0 0,0 0 1 0 0,0-1 0 0 0,0 1 0 0 0,0 0-1 0 0,0-1 1 0 0,0 1 0 0 0,0 0 0 0 0,0 0 0 0 0,0-1-1 0 0,0 1 1 0 0,0 0 0 0 0,0-1 0 0 0,0 1-1 0 0,-1 0 1 0 0,1 0 0 0 0,0-1 0 0 0,-1 0-369 0 0,0 0 1 0 0,0 0 0 0 0,0 1-1 0 0,1-1 1 0 0,-1 0-1 0 0,0 1 1 0 0,0-1 0 0 0,0 1-1 0 0,0-1 1 0 0,-1 1 0 0 0,1-1-1 0 0,0 1 1 0 0,0 0-1 0 0,-2-1 1 0 0,-19-1-7481 0 0,13 2 3134 0 0</inkml:trace>
</inkml:ink>
</file>

<file path=ppt/ink/ink1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33.35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12 488 0 0,'0'0'20702'0'0,"6"1"-20097"0"0,43 3 1281 0 0,-18-5-756 0 0,33-7 0 0 0,-23 3-992 0 0,-28 3-343 0 0</inkml:trace>
</inkml:ink>
</file>

<file path=ppt/ink/ink1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34.05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0 1704 0 0,'0'0'22029'0'0,"-4"2"-20319"0"0,4 3-1673 0 0,1 1 1 0 0,0-1-1 0 0,0 1 0 0 0,0-1 1 0 0,1 0-1 0 0,-1 0 1 0 0,1 1-1 0 0,6 8 1 0 0,1 6-18 0 0,69 193 240 0 0,-71-198-237 0 0,34 97 52 0 0,-39-104-79 0 0,-1-6-1 0 0,-1 0 0 0 0,0-1-1 0 0,1 1 1 0 0,0 0-1 0 0,-1 0 1 0 0,1 0 0 0 0,0-1-1 0 0,0 1 1 0 0,2 2-1 0 0,-3-15-6362 0 0,-6-9-2168 0 0</inkml:trace>
</inkml:ink>
</file>

<file path=ppt/ink/ink1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34.58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445 41 0 0 0,'0'0'25027'0'0,"1"-5"-24766"0"0,0-3-164 0 0,0 5-29 0 0,-1 0 0 0 0,1 0 0 0 0,-1 1-1 0 0,1-1 1 0 0,0 0 0 0 0,0 0 0 0 0,2-2 0 0 0,-30 3-812 0 0,-69 7 741 0 0,-138-3 205 0 0,227-2-232 0 0,0 1-1 0 0,0 0 1 0 0,-8 2 0 0 0,-5 1-236 0 0,17-4-46 0 0,0 1 0 0 0,1 0 0 0 0,-1 0 0 0 0,0 1 0 0 0,0-1-1 0 0,1 0 1 0 0,-1 1 0 0 0,-2 2 0 0 0,-10 8-9798 0 0</inkml:trace>
</inkml:ink>
</file>

<file path=ppt/ink/ink1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36.81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119 18 0 0 0,'0'0'19464'0'0,"1"-3"-19025"0"0,3-10-82 0 0,-4 13-332 0 0,1-1 0 0 0,-1 1 0 0 0,1 0 0 0 0,-1 0 0 0 0,1 0-1 0 0,-1 0 1 0 0,1 0 0 0 0,-1-1 0 0 0,1 1 0 0 0,-1 0 0 0 0,6 4 4870 0 0,-10-3-4901 0 0,1 1-1 0 0,0 0 0 0 0,0 0 1 0 0,0 1-1 0 0,0-1 0 0 0,0 1 0 0 0,-3 3 1 0 0,-1 0 46 0 0,4-3-33 0 0,1 0 0 0 0,-1 0 0 0 0,1 0 0 0 0,0 0-1 0 0,0 0 1 0 0,1 0 0 0 0,-3 7 0 0 0,0-2 9 0 0,-4 6 25 0 0,1 1 0 0 0,1 0 0 0 0,1 0 0 0 0,0 0 1 0 0,1 0-1 0 0,0 1 0 0 0,-2 28 0 0 0,-2 23 67 0 0,0-11-94 0 0,2 5 72 0 0,-2 59-56 0 0,8-101-8 0 0,-1-14-7 0 0,1 1 0 0 0,-1 0 0 0 0,2-1-1 0 0,-1 1 1 0 0,0-1 0 0 0,1 1 0 0 0,0-1 0 0 0,0 1-1 0 0,1-1 1 0 0,3 8 0 0 0,1-3 65 0 0,0-1 1 0 0,1 0-1 0 0,0 0 0 0 0,1-1 0 0 0,0 0 1 0 0,0 0-1 0 0,1-1 0 0 0,10 7 1 0 0,10 4-94 0 0,42 20 1 0 0,-5-3-1213 0 0,-46-26-972 0 0</inkml:trace>
</inkml:ink>
</file>

<file path=ppt/ink/ink1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37.88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 4 0 0 0,'0'0'24744'0'0,"-3"-4"-23899"0"0,3 4-854 0 0,0 2-103 0 0,0 1 66 0 0,1-1 1 0 0,-1 0-1 0 0,0 0 0 0 0,-1 0 1 0 0,1 3-1 0 0,0-5 43 0 0,-1 12 23 0 0,0-1 1 0 0,2 0-1 0 0,-1 0 0 0 0,1 1 1 0 0,1-1-1 0 0,0 0 1 0 0,5 13-1 0 0,0-2 13 0 0,1 0 0 0 0,16 30 0 0 0,40 80-1 0 0,-44-94-64 0 0,-19-31-6 0 0,-1-7 35 0 0,0 0-1 0 0,0 0 1 0 0,0 1-1 0 0,0-1 1 0 0,0 0 0 0 0,0 0-1 0 0,0 0 1 0 0,0 1-1 0 0,0-1 1 0 0,0 0-1 0 0,0 0 1 0 0,0 0 0 0 0,0 1-1 0 0,0-1 1 0 0,0 0-1 0 0,0 0 1 0 0,1 0-1 0 0,-1 0 1 0 0,0 1-1 0 0,0-1 1 0 0,0 0 0 0 0,0 0-1 0 0,0 0 1 0 0,0 0-1 0 0,0 0 1 0 0,1 1-1 0 0,-1-1 1 0 0,0 0 0 0 0,0 0-1 0 0</inkml:trace>
</inkml:ink>
</file>

<file path=ppt/ink/ink1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38.24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79 0 0 0,'0'0'22810'0'0,"15"-6"-22711"0"0,48-20-46 0 0,-60 25-48 0 0,0-1 0 0 0,0 1 1 0 0,0 0-1 0 0,0 0 0 0 0,0 1 0 0 0,0-1 0 0 0,1 1 0 0 0,-1-1 0 0 0,0 1 0 0 0,6 1 1 0 0,1-1 9 0 0,21 1 36 0 0,51 9 0 0 0,-69-9 108 0 0,25 0 0 0 0,-24-1 331 0 0,-13-1-514 0 0,-1 1 0 0 0,0 0 0 0 0,0-1 0 0 0,0 1 0 0 0,1 0 0 0 0,-1-1 0 0 0,0 1 1 0 0,0 0-1 0 0,0-1 0 0 0,0 1 0 0 0,1 0 0 0 0,-1-1 0 0 0,0 1 0 0 0,0-1 0 0 0,0 1 0 0 0,0 0 0 0 0,0-1 0 0 0,0 1 1 0 0,0-1-1 0 0,0 1 0 0 0,0 0 0 0 0,-1-1 0 0 0,1 0 0 0 0,-3-11-2675 0 0,2 11 2258 0 0,-1-1 0 0 0,1 0 0 0 0,-1 0 0 0 0,0 1 0 0 0,0-1 0 0 0,0 1 0 0 0,0-1 0 0 0,0 1 0 0 0,0 0 0 0 0,-1 0 0 0 0,-2-1 0 0 0,-27-7-7152 0 0,29 8 6410 0 0,-8-2-5420 0 0</inkml:trace>
</inkml:ink>
</file>

<file path=ppt/ink/ink1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38.64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18 0 0 0,'0'0'19352'0'0,"2"1"-18612"0"0,-2 0-634 0 0,1-1 0 0 0,0 1 0 0 0,-1-1-1 0 0,1 1 1 0 0,0-1 0 0 0,0 0 0 0 0,0 1 0 0 0,0-1-1 0 0,-1 0 1 0 0,1 0 0 0 0,0 1 0 0 0,0-1 0 0 0,0 0-1 0 0,0 0 1 0 0,0 0 0 0 0,0 0 0 0 0,0 0 0 0 0,-1 0-1 0 0,1-1 1 0 0,0 1 0 0 0,0 0 0 0 0,0 0 0 0 0,0 0-1 0 0,0-1 1 0 0,-1 1 0 0 0,1-1 0 0 0,0 1 0 0 0,0-1-1 0 0,1 0 1 0 0,0 0-2 0 0,1 0 0 0 0,0 0 0 0 0,-1 0-1 0 0,1 0 1 0 0,0 1 0 0 0,0-1 0 0 0,3 1 0 0 0,7-2 63 0 0,1-1-106 0 0,-1 0 0 0 0,1 1 1 0 0,23 0-1 0 0,-3 2-5129 0 0,-32 0 4508 0 0</inkml:trace>
</inkml:ink>
</file>

<file path=ppt/ink/ink1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39.4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200 58 3417 0 0,'0'0'19585'0'0,"-10"-9"-19387"0"0,-28-30-69 0 0,28 30-40 0 0,-88 9-63 0 0,97 0-16 0 0,0 0 1 0 0,0 1-1 0 0,0-1 1 0 0,0 1-1 0 0,0-1 1 0 0,0 1-1 0 0,0-1 0 0 0,0 1 1 0 0,1 0-1 0 0,-1-1 1 0 0,0 1-1 0 0,0 0 1 0 0,0-1-1 0 0,1 1 1 0 0,-1 0-1 0 0,0 0 1 0 0,1 0-1 0 0,-1 0 1 0 0,1 0-1 0 0,-1 0 1 0 0,0 2-1 0 0,-3 4 62 0 0,1-2 1 0 0,0 0 0 0 0,0 1 0 0 0,1-1 0 0 0,0 0 0 0 0,0 1 0 0 0,0-1 0 0 0,1 1 0 0 0,0 0 0 0 0,0-1-1 0 0,0 1 1 0 0,1 6 0 0 0,1-10 57 0 0,1-1-1 0 0,-1 1 0 0 0,1 0 1 0 0,0-1-1 0 0,-1 0 0 0 0,1 1 1 0 0,0-1-1 0 0,0 0 1 0 0,4 2-1 0 0,10 6 168 0 0,-9-5-226 0 0,0-1 0 0 0,0 0 0 0 0,11 4 0 0 0,-14-6-56 0 0,62 16 5 0 0,-56-15-63 0 0,0 0 1 0 0,0-1-1 0 0,0-1 0 0 0,19-1 1 0 0,-27 1 33 0 0,-1 0 1 0 0,0-1 0 0 0,1 1 0 0 0,-1-1-1 0 0,0 1 1 0 0,1-1 0 0 0,-1 1-1 0 0,0-1 1 0 0,0 0 0 0 0,1 0 0 0 0,-1 0-1 0 0,0 0 1 0 0,0 0 0 0 0,0 0 0 0 0,0 0-1 0 0,0 0 1 0 0,0 0 0 0 0,0 0 0 0 0,-1 0-1 0 0,2-3 1 0 0,0 1-23 0 0,-1 0-1 0 0,0 0 1 0 0,0 0-1 0 0,0 0 1 0 0,0 0 0 0 0,-1 0-1 0 0,1 0 1 0 0,-1-6 0 0 0,0 9 115 0 0,8 9-392 0 0,-1 0 30 0 0,7 11 1 0 0,9 12-518 0 0,-14-22-739 0 0,-1-1 0 0 0,14 11-1 0 0,-8-9-3924 0 0,0 0-4945 0 0</inkml:trace>
</inkml:ink>
</file>

<file path=ppt/ink/ink1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40.14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184 31 3665 0 0,'0'0'21202'0'0,"-4"-5"-21138"0"0,-10-15-34 0 0,11 15-56 0 0,-15 11-1431 0 0,-11 9 1463 0 0,28-15-15 0 0,1 1 1 0 0,-1-1 0 0 0,1 0 0 0 0,-1 0-1 0 0,1 1 1 0 0,-1-1 0 0 0,1 0 0 0 0,-1 1-1 0 0,1-1 1 0 0,-1 0 0 0 0,1 1 0 0 0,-1-1-1 0 0,1 1 1 0 0,0-1 0 0 0,-1 1 0 0 0,1-1-1 0 0,0 1 1 0 0,-1-1 0 0 0,1 1 0 0 0,0-1-1 0 0,0 1 1 0 0,0-1 0 0 0,-1 1 0 0 0,1 0-1 0 0,0 1 17 0 0,0-1-1 0 0,0 1 1 0 0,0 0-1 0 0,0-1 1 0 0,0 1-1 0 0,0-1 1 0 0,1 1 0 0 0,-1-1-1 0 0,1 3 1 0 0,1 1 51 0 0,0-1 0 0 0,1 1-1 0 0,-1-1 1 0 0,1 1 0 0 0,4 4 0 0 0,15 17-19 0 0,31 25-1 0 0,-11-11-258 0 0,-21-21 119 0 0,-14-13 74 0 0,0 0 0 0 0,0 1 0 0 0,-1-1 0 0 0,6 10 0 0 0,-7-11 15 0 0,-5-4 0 0 0,1-1-1 0 0,0 1 1 0 0,-1-1 0 0 0,1 1-1 0 0,-1 0 1 0 0,0 0 0 0 0,1-1 0 0 0,-1 1-1 0 0,1 0 1 0 0,-1 0 0 0 0,0-1-1 0 0,0 1 1 0 0,1 0 0 0 0,-1 0 0 0 0,0-1-1 0 0,0 3 1 0 0,0-3-57 0 0,-11 4-161 0 0,4-1 291 0 0,0 0 0 0 0,1 0 0 0 0,-1-1 0 0 0,0 0 0 0 0,0 0 0 0 0,0-1 0 0 0,-10 1 0 0 0,-54 0 153 0 0,56-2-238 0 0,-4-1-139 0 0,0 0 0 0 0,-24-6 0 0 0,8 0-2496 0 0,-2-1-6288 0 0</inkml:trace>
</inkml:ink>
</file>

<file path=ppt/ink/ink1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40.9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 1 5025 0 0,'0'0'20404'0'0,"-3"0"-20310"0"0,-8 0 64 0 0,9 16-580 0 0,-3 47 507 0 0,12 120 78 0 0,0-138-149 0 0,-2-20 2 0 0,14 57 38 0 0,-12-68 32 0 0,-6-13-71 0 0,0 0 1 0 0,0 1 0 0 0,0-1 0 0 0,-1 0 0 0 0,1 1-1 0 0,0-1 1 0 0,0 3 0 0 0,-1-2 13 0 0,1-1 0 0 0,-1 0 0 0 0,1 0 0 0 0,0 0 0 0 0,-1 1 0 0 0,1-1 0 0 0,0 0 0 0 0,0 0 0 0 0,-1 0 0 0 0,1 0-1 0 0,0 0 1 0 0,0-1 0 0 0,0 1 0 0 0,0 0 0 0 0,1 0 0 0 0,-1-1 0 0 0,2 2 0 0 0,22 8 371 0 0,-11-6-405 0 0,0 0 0 0 0,0-1 0 0 0,19 1 0 0 0,-26-3-129 0 0,13 0-1527 0 0,28-1 0 0 0,-46 0 928 0 0,0 0 1 0 0,0-1-1 0 0,-1 1 1 0 0,1-1 0 0 0,0 1-1 0 0,-1-1 1 0 0,1 0-1 0 0,0 0 1 0 0,2-1-1 0 0</inkml:trace>
</inkml:ink>
</file>

<file path=ppt/ink/ink1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41.17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191 13 10426 0 0,'0'0'14133'0'0,"-15"-1"-14619"0"0,-51-7 109 0 0,45 6-1455 0 0,-33 1 0 0 0,33 1-2658 0 0,8 0-3682 0 0</inkml:trace>
</inkml:ink>
</file>

<file path=ppt/ink/ink1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41.99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0 2977 0 0,'0'0'21899'0'0,"-3"6"-21866"0"0,3-4-49 0 0,1 1 1 0 0,0-1-1 0 0,0 1 0 0 0,0-1 0 0 0,0 1 0 0 0,2 3 0 0 0,2 3 21 0 0,25 79 18 0 0,-21-61-20 0 0,7 34-1 0 0,-4-20 25 0 0,-8-27-11 0 0,0 0 0 0 0,1-1 0 0 0,7 15 1 0 0,-8-22-20 0 0,-3-3 2 0 0,1-1 0 0 0,-1 1 0 0 0,0-1-1 0 0,1 1 1 0 0,-1 0 0 0 0,0-1 0 0 0,0 1-1 0 0,-1 0 1 0 0,2 5 0 0 0,-2-8-128 0 0,1 0-1 0 0,0 0 1 0 0,0 0-1 0 0,0 0 1 0 0,0 0-1 0 0,0 0 1 0 0,0 0-1 0 0,0 0 1 0 0,0-1-1 0 0,0 1 1 0 0,1-1-1 0 0,2-6-3956 0 0</inkml:trace>
</inkml:ink>
</file>

<file path=ppt/ink/ink1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42.39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1 109 0 0 0,'0'0'20364'0'0,"15"-6"-19824"0"0,4-1-369 0 0,3-1 207 0 0,25-7-1 0 0,-23 9 484 0 0,39-13 998 0 0,-55 16-1617 0 0,-1 0 0 0 0,0-1 0 0 0,10-6 1 0 0,24-16 116 0 0,-36 24-842 0 0</inkml:trace>
</inkml:ink>
</file>

<file path=ppt/ink/ink1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42.71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0 0 0,'0'0'17397'0'0,"7"2"-16893"0"0,-1 0-396 0 0,5 1 245 0 0,-1 0-1 0 0,22 2 1 0 0,-11-2 247 0 0,7 0 396 0 0,49-1 440 0 0,-76-2-1503 0 0,-1 0 0 0 0,0 0-1 0 0,1 0 1 0 0,-1 0-1 0 0,0 0 1 0 0,1-1 0 0 0,-1 1-1 0 0,0 0 1 0 0,0 0 0 0 0,1 0-1 0 0,-1 0 1 0 0,0 0-1 0 0,1-1 1 0 0,-1 1 0 0 0,0 0-1 0 0,0 0 1 0 0,0-1-1 0 0,1 1 1 0 0,-1 0 0 0 0,0 0-1 0 0,0-1 1 0 0,0 1-1 0 0,0 0 1 0 0,1-1 0 0 0,-1 1-1 0 0,0 0 1 0 0,0 0 0 0 0,0-1-1 0 0,0 1 1 0 0,0 0-1 0 0,0-1 1 0 0</inkml:trace>
</inkml:ink>
</file>

<file path=ppt/ink/ink1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43.38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161 55 0 0 0,'0'0'20672'0'0,"-6"-6"-20014"0"0,-20-20-110 0 0,16 19 1026 0 0,-1 7-1148 0 0,-20-6-213 0 0,19 3-151 0 0,0 1 0 0 0,0 0 0 0 0,-16 0 0 0 0,27 2-60 0 0,1 0 1 0 0,-1 0 0 0 0,1 0 0 0 0,0 1-1 0 0,-1-1 1 0 0,1 0 0 0 0,0 0 0 0 0,-1 1-1 0 0,1-1 1 0 0,0 0 0 0 0,-1 1 0 0 0,1-1-1 0 0,0 0 1 0 0,-1 1 0 0 0,1-1 0 0 0,0 0-1 0 0,0 1 1 0 0,-1-1 0 0 0,1 1 0 0 0,0-1-1 0 0,0 0 1 0 0,0 1 0 0 0,0 0 0 0 0,-3 10 89 0 0,2-5-48 0 0,0-1-1 0 0,1 1 0 0 0,-1-1 0 0 0,1 1 1 0 0,0-1-1 0 0,1 1 0 0 0,-1-1 1 0 0,1 1-1 0 0,0-1 0 0 0,1 1 1 0 0,-1-1-1 0 0,1 0 0 0 0,0 1 0 0 0,4 6 1 0 0,3 2 60 0 0,17 18 0 0 0,-21-26-95 0 0,0-1 1 0 0,0 0 0 0 0,1 0 0 0 0,0-1 0 0 0,12 8-1 0 0,-11-9 8 0 0,-1 1-1 0 0,1 0 1 0 0,0-1-1 0 0,0-1 1 0 0,0 1-1 0 0,0-1 1 0 0,0 0-1 0 0,1-1 1 0 0,-1 1-1 0 0,12-1 1 0 0,-16-1-15 0 0,-1 1-1 0 0,1-1 1 0 0,-1-1 0 0 0,1 1 0 0 0,-1 0-1 0 0,0 0 1 0 0,1-1 0 0 0,-1 0 0 0 0,1 1 0 0 0,-1-1-1 0 0,0 0 1 0 0,1 0 0 0 0,-1 0 0 0 0,0-1-1 0 0,0 1 1 0 0,0 0 0 0 0,0-1 0 0 0,0 1 0 0 0,0-1-1 0 0,0 0 1 0 0,-1 0 0 0 0,1 0 0 0 0,0 0-1 0 0,-1 0 1 0 0,0 0 0 0 0,3-4 0 0 0,-3 3-61 0 0,1 0 0 0 0,0-1 0 0 0,-1 1 1 0 0,0 0-1 0 0,0-1 0 0 0,0 1 0 0 0,0-1 0 0 0,-1 1 1 0 0,1-1-1 0 0,-1 0 0 0 0,0-5 0 0 0,0 2-156 0 0,0-1 0 0 0,0 1-1 0 0,-1-1 1 0 0,-2-9 0 0 0,2 14 69 0 0,-1 0 0 0 0,1-1-1 0 0,0 1 1 0 0,-1 0 0 0 0,0 0 0 0 0,1 1 0 0 0,-1-1 0 0 0,0 0 0 0 0,-1 0 0 0 0,1 1 0 0 0,-5-5-1 0 0,-1 1-966 0 0,0 0 0 0 0,-14-8 0 0 0,-6 0-7407 0 0</inkml:trace>
</inkml:ink>
</file>

<file path=ppt/ink/ink1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44.01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 14 6681 0 0,'0'0'16551'0'0,"-2"1"-16465"0"0,2-1-83 0 0,-1 1-1 0 0,1-1 1 0 0,-1 0-1 0 0,0 1 1 0 0,1-1-1 0 0,-1 1 0 0 0,1-1 1 0 0,0 1-1 0 0,-1-1 1 0 0,1 1-1 0 0,-1-1 1 0 0,1 1-1 0 0,-1 1 0 0 0,1-2-4 0 0,0 1-1 0 0,0 0 0 0 0,0 0 0 0 0,0-1 1 0 0,0 1-1 0 0,0 0 0 0 0,0-1 0 0 0,1 1 0 0 0,-1 0 1 0 0,0 0-1 0 0,1-1 0 0 0,-1 1 0 0 0,0 0 0 0 0,1-1 1 0 0,-1 1-1 0 0,0-1 0 0 0,1 2 0 0 0,10 13-80 0 0,1 0-1 0 0,0-1 1 0 0,1 0 0 0 0,0-1-1 0 0,1 0 1 0 0,30 20-1 0 0,-41-31 40 0 0,1 0-1 0 0,-1 0 0 0 0,1 0 0 0 0,0 0 1 0 0,0-1-1 0 0,0 0 0 0 0,0 1 1 0 0,0-2-1 0 0,0 1 0 0 0,0 0 1 0 0,5-1-1 0 0,-8 0 45 0 0,-1 0-1 0 0,1-1 1 0 0,0 1 0 0 0,0-1-1 0 0,0 1 1 0 0,-1-1 0 0 0,1 0-1 0 0,0 1 1 0 0,-1-1 0 0 0,1 0-1 0 0,0 1 1 0 0,-1-1 0 0 0,1 0-1 0 0,-1 0 1 0 0,1 0 0 0 0,-1 1-1 0 0,0-1 1 0 0,1 0 0 0 0,-1-1-1 0 0,7-19-219 0 0,-4 9 220 0 0,-2-1-1 0 0,1 0 0 0 0,-2 1 0 0 0,0-1 0 0 0,0 0 0 0 0,-1 0 1 0 0,-6-23-1 0 0,7 29 509 0 0,1 6-312 0 0,9 9-401 0 0,9 20-210 0 0,-19-28 417 0 0,43 54-328 0 0,-3-4-856 0 0,-19-24-1173 0 0,-13-17-801 0 0,0 1-3280 0 0</inkml:trace>
</inkml:ink>
</file>

<file path=ppt/ink/ink1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44.96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4 114 0 0 0,'0'0'12828'0'0,"-1"2"-12555"0"0,-1 16 3996 0 0,2-15-4043 0 0,0 1 0 0 0,1-1 1 0 0,-1 1-1 0 0,1-1 0 0 0,2 6 0 0 0,0-2-255 0 0,-1-1-1 0 0,2-1 0 0 0,-1 1 1 0 0,1 0-1 0 0,4 5 0 0 0,3 2 169 0 0,14 11-1 0 0,1 2 121 0 0,10 6 2767 0 0,-46-36-1715 0 0,9 3-1255 0 0,-1-1 0 0 0,1 1-1 0 0,0-1 1 0 0,0 1 0 0 0,0-1-1 0 0,0 0 1 0 0,1 0 0 0 0,-2-2-1 0 0,-2-5 11 0 0,-39-70 386 0 0,41 73-362 0 0,-1 0 0 0 0,1 0 0 0 0,-3-10 0 0 0,0-2 92 0 0,3 10-87 0 0,1 0 1 0 0,-1 0-1 0 0,1 0 0 0 0,1-1 1 0 0,0 1-1 0 0,0 0 1 0 0,0 0-1 0 0,3-12 1 0 0,-3 17-79 0 0,1 1 1 0 0,-1 0-1 0 0,1 0 1 0 0,0 0 0 0 0,-1 0-1 0 0,1 0 1 0 0,0 0 0 0 0,0 0-1 0 0,0 0 1 0 0,1 0 0 0 0,-1 0-1 0 0,0 0 1 0 0,1 0-1 0 0,-1 1 1 0 0,1-1 0 0 0,0 1-1 0 0,0-1 1 0 0,-1 1 0 0 0,1 0-1 0 0,0-1 1 0 0,0 1 0 0 0,0 0-1 0 0,0 0 1 0 0,3 0-1 0 0,3-1-512 0 0,0 0-1 0 0,0 1 0 0 0,0 0 1 0 0,0 0-1 0 0,11 1 0 0 0,-17 0 254 0 0,-1 1-283 0 0,1-1 1 0 0,-1 0-1 0 0,1 1 0 0 0,-1-1 0 0 0,1 1 1 0 0,-1-1-1 0 0,0 1 0 0 0,1 0 0 0 0,-1-1 1 0 0,0 1-1 0 0,0 0 0 0 0,1 0 0 0 0,-1 0 1 0 0,2 2-1 0 0</inkml:trace>
</inkml:ink>
</file>

<file path=ppt/ink/ink1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45.39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3369 0 0,'0'0'21360'0'0,"2"3"-21306"0"0,5 10-56 0 0,0-1 1 0 0,1 0 0 0 0,1 0 0 0 0,18 20 0 0 0,-14-17-11 0 0,7 5-50 0 0,-16-17-65 0 0,0 0-1 0 0,-1 1 1 0 0,1-1 0 0 0,-1 1-1 0 0,0 0 1 0 0,0 0 0 0 0,0 0-1 0 0,2 5 1 0 0,-5-9 2 0 0,0 1 0 0 0,0-1 0 0 0,1 0 0 0 0,-1 1 0 0 0,0-1-1 0 0,1 0 1 0 0,-1 1 0 0 0,1-1 0 0 0,-1 0 0 0 0,0 1 0 0 0,1-1 0 0 0,-1 0 0 0 0,1 0 0 0 0,-1 1 0 0 0,1-1 0 0 0,-1 0-1 0 0,1 0 1 0 0,-1 0 0 0 0,1 0 0 0 0,-1 0 0 0 0,1 0 0 0 0,-1 0 0 0 0,1 1 0 0 0,-1-2 0 0 0,1 1 0 0 0,-1 0 0 0 0,1 0-1 0 0</inkml:trace>
</inkml:ink>
</file>

<file path=ppt/ink/ink1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45.55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8 1008 0 0,'0'0'21828'0'0,"4"-7"-25601"0"0,-3 23-2191 0 0,-1-5 1051 0 0</inkml:trace>
</inkml:ink>
</file>

<file path=ppt/ink/ink1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46.32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95 277 0 0 0,'0'0'23253'0'0,"11"-12"-22932"0"0,34-35-82 0 0,-10 11 413 0 0,-34 34-652 0 0,0 0 1 0 0,-1 0-1 0 0,1 0 0 0 0,0-1 0 0 0,-1 1 0 0 0,0 0 1 0 0,1 0-1 0 0,-1 0 0 0 0,0 0 0 0 0,0-1 0 0 0,0 1 1 0 0,0 0-1 0 0,-1-4 0 0 0,1-4-91 0 0,-1 7 76 0 0,1-1 0 0 0,-1 0 0 0 0,0 0 0 0 0,0 1-1 0 0,0-1 1 0 0,0 0 0 0 0,0 1 0 0 0,-3-5 0 0 0,-18-28 1 0 0,16 27 30 0 0,-14-16 53 0 0,15 21 23 0 0,1-1 0 0 0,-7-11 0 0 0,10 16-98 0 0,1-1 1 0 0,-1 1-1 0 0,1 0 0 0 0,0-1 1 0 0,-1 1-1 0 0,1-1 0 0 0,-1 1 1 0 0,1 0-1 0 0,-1-1 1 0 0,1 1-1 0 0,-1 0 0 0 0,0 0 1 0 0,1-1-1 0 0,-1 1 0 0 0,1 0 1 0 0,-1 0-1 0 0,0 0 1 0 0,1 0-1 0 0,-1 0 0 0 0,1 0 1 0 0,-1 0-1 0 0,0 0 0 0 0,1 0 1 0 0,-1 0-1 0 0,1 0 1 0 0,-1 0-1 0 0,0 0 0 0 0,1 0 1 0 0,-1 1-1 0 0,1-1 0 0 0,-1 0 1 0 0,1 0-1 0 0,-1 1 0 0 0,0 0 1 0 0,-22 14-82 0 0,18-11 110 0 0,-5 2-18 0 0,8-4-7 0 0,-1-1-1 0 0,0 1 1 0 0,0 0-1 0 0,1 0 1 0 0,-5 4-1 0 0,1-2 6 0 0,5-3-2 0 0,1-1-1 0 0,0 0 1 0 0,-1 0-1 0 0,1 0 1 0 0,0 0 0 0 0,-1 0-1 0 0,1 1 1 0 0,0-1-1 0 0,-1 0 1 0 0,1 0 0 0 0,0 1-1 0 0,-1-1 1 0 0,1 0-1 0 0,0 0 1 0 0,0 1 0 0 0,-1-1-1 0 0,1 0 1 0 0,0 1-1 0 0,0-1 1 0 0,0 0 0 0 0,-1 1-1 0 0,1 0 0 0 0,0 0-1 0 0,-1 0 1 0 0,1 0 0 0 0,-1 0-1 0 0,1 0 1 0 0,-1 0 0 0 0,0 0-1 0 0,1 0 1 0 0,-1 0 0 0 0,0-1-1 0 0,-1 2 1 0 0,2-1 0 0 0,-1-1 1 0 0,0 1 0 0 0,1-1-1 0 0,-1 1 1 0 0,1 0 0 0 0,-1-1-1 0 0,1 1 1 0 0,-1 0 0 0 0,1 0-1 0 0,-1-1 1 0 0,1 1 0 0 0,0 0-1 0 0,-1 0 1 0 0,1 0 0 0 0,0 0-1 0 0,0-1 1 0 0,-1 1 0 0 0,1 1-1 0 0,-3 19 115 0 0,3-6-13 0 0,-1-3-2 0 0,2 0 0 0 0,2 19 0 0 0,-3-27-79 0 0,1 0 0 0 0,0 0 0 0 0,1-1 0 0 0,-1 1 0 0 0,0 0-1 0 0,1-1 1 0 0,0 1 0 0 0,0-1 0 0 0,0 0 0 0 0,1 1 0 0 0,-1-1 0 0 0,3 3-1 0 0,6 4 46 0 0,-1-1 0 0 0,1 0 0 0 0,0 0 0 0 0,1-1-1 0 0,16 8 1 0 0,-16-9-37 0 0,0-1 0 0 0,1-1 0 0 0,0 0 0 0 0,0 0 0 0 0,0-1 0 0 0,1-1 0 0 0,-1 0 0 0 0,1-1 0 0 0,23 0 0 0 0,70-2-1196 0 0,-100-1 467 0 0,1 0 1 0 0,-1-1-1 0 0,1 1 1 0 0,9-5 0 0 0,12-6-10297 0 0</inkml:trace>
</inkml:ink>
</file>

<file path=ppt/ink/ink1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47.05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63 0 0 0,'0'0'16291'0'0,"15"19"-16134"0"0,45 59-23 0 0,-43-54-51 0 0,-15-16-17 0 0,0-2-20 0 0,40 79 494 0 0,-20-43-383 0 0,-20-37-149 0 0,1-1 0 0 0,0 1 0 0 0,0-1 0 0 0,0 0 0 0 0,5 4 0 0 0,-8-6 617 0 0,-9-13 815 0 0,-42-108-295 0 0,46 108-945 0 0,1-1 0 0 0,0 0 0 0 0,1 0 0 0 0,0-1-1 0 0,1 1 1 0 0,0 0 0 0 0,1-1 0 0 0,0 0-1 0 0,2-20 1 0 0,0 30-173 0 0,-1 0 0 0 0,1-1 0 0 0,0 1 0 0 0,0 0 0 0 0,0 0 0 0 0,0-1 0 0 0,0 1 0 0 0,1 0-1 0 0,0 0 1 0 0,-1 0 0 0 0,1 0 0 0 0,0 1 0 0 0,0-1 0 0 0,1 0 0 0 0,-1 1 0 0 0,0 0 0 0 0,1-1 0 0 0,0 1 0 0 0,-1 0 0 0 0,6-3-1 0 0,-2 2-85 0 0,1 0-1 0 0,-1 0 1 0 0,0 0-1 0 0,1 1 0 0 0,0 0 1 0 0,-1 0-1 0 0,1 1 1 0 0,0 0-1 0 0,8 0 1 0 0,-2 0-358 0 0,1 1 0 0 0,-1 1 0 0 0,0 1 0 0 0,1 0 0 0 0,-1 0 1 0 0,17 6-1 0 0,-8 1-3799 0 0,-1 2-3392 0 0</inkml:trace>
</inkml:ink>
</file>

<file path=ppt/ink/ink1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47.81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 88 0 0 0,'0'0'20324'0'0,"-3"-6"-20088"0"0,-10-16-70 0 0,10 16 87 0 0,18 10 974 0 0,-13-3-1138 0 0,0-1 0 0 0,-1 1 0 0 0,1-1 0 0 0,-1 1 1 0 0,1-1-1 0 0,0 1 0 0 0,-1-1 0 0 0,1 0 0 0 0,0 0 0 0 0,-1 0 1 0 0,1 0-1 0 0,3-1 0 0 0,-5 0-56 0 0,1 1 0 0 0,-1-1 0 0 0,1 0 1 0 0,-1 1-1 0 0,1-1 0 0 0,-1 0 0 0 0,1 0 0 0 0,-1 1 0 0 0,0-1 0 0 0,1 0 1 0 0,-1 0-1 0 0,0 0 0 0 0,0 0 0 0 0,0 1 0 0 0,0-1 0 0 0,1-1 1 0 0,0-14 86 0 0,-1-11-646 0 0,0 24-1523 0 0,0 17-488 0 0,0-13 2214 0 0,0 7-1690 0 0</inkml:trace>
</inkml:ink>
</file>

<file path=ppt/ink/ink1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49.3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 2 0 0 0,'0'0'20096'0'0,"-9"-2"-15235"0"0,10 20-4492 0 0,1 0-1 0 0,1 0 0 0 0,1 0 1 0 0,7 23-1 0 0,35 79-511 0 0,6 3 134 0 0,-28-64 10 0 0,-20-48-835 0 0,-7-27-12685 0 0</inkml:trace>
</inkml:ink>
</file>

<file path=ppt/ink/ink1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49.96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639 7 0 0 0,'0'0'23389'0'0,"-4"-7"-22838"0"0,-29 14-815 0 0,-53 1 872 0 0,-118-6 0 0 0,112-3-295 0 0,54 2-367 0 0,-48 6 0 0 0,73-5-394 0 0,1 1 1 0 0,-23 6-1 0 0,17-1-2969 0 0,1 2-4099 0 0</inkml:trace>
</inkml:ink>
</file>

<file path=ppt/ink/ink1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50.57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2 116 728 0 0,'0'0'17443'0'0,"0"5"-17451"0"0,0-2 7 0 0,-1 0 34 0 0,1 1 0 0 0,-1-1 0 0 0,1 0 0 0 0,0 0 0 0 0,1 0 0 0 0,-1 0 0 0 0,0 1 0 0 0,1-1 0 0 0,1 6 0 0 0,6 4 225 0 0,11 14-1 0 0,-2-5-15 0 0,-10-14-126 0 0,-6-7-86 0 0,0-1 1 0 0,0 1 0 0 0,0 0 0 0 0,0-1-1 0 0,-1 1 1 0 0,1 0 0 0 0,0 0 0 0 0,-1 0-1 0 0,1-1 1 0 0,-1 1 0 0 0,1 0-1 0 0,0 2 1 0 0,-3-13 3917 0 0,-5-7-2918 0 0,-1-7-1213 0 0,1 0 235 0 0,4 17 7 0 0,1-1-1 0 0,-2-14 1 0 0,3 13-4 0 0,-1-6 154 0 0,1-1 1 0 0,0 1 0 0 0,1 0 0 0 0,2-17 0 0 0,-2 31-188 0 0,1-1 0 0 0,-1 1-1 0 0,1 0 1 0 0,0 0 0 0 0,0-1 0 0 0,-1 1 0 0 0,1 0-1 0 0,0 0 1 0 0,0 0 0 0 0,0 0 0 0 0,0 0 0 0 0,0 0 0 0 0,0 0-1 0 0,0 0 1 0 0,0 1 0 0 0,1-1 0 0 0,-1 0 0 0 0,0 1 0 0 0,0-1-1 0 0,1 1 1 0 0,1-1 0 0 0,2-1-81 0 0,0 0 1 0 0,0 1-1 0 0,11-1 0 0 0,-1 1-294 0 0,0 1 0 0 0,-1 0-1 0 0,1 1 1 0 0,-1 1 0 0 0,1 1-1 0 0,-1 0 1 0 0,0 0 0 0 0,0 1-1 0 0,20 10 1 0 0,-1 2-4317 0 0,-3 2-3669 0 0</inkml:trace>
</inkml:ink>
</file>

<file path=ppt/ink/ink1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51.44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170 41 880 0 0,'0'0'23700'0'0,"-4"-6"-23460"0"0,-13-21-93 0 0,13 20-53 0 0,3 7-104 0 0,0 0-1 0 0,0 0 0 0 0,-1 0 0 0 0,1 0 0 0 0,0 0 0 0 0,0 0 0 0 0,-1 1 1 0 0,-1-1-1 0 0,2 1 10 0 0,-14 1 22 0 0,-29 11 0 0 0,11-4-29 0 0,25-7 3 0 0,3 0 9 0 0,1-1 0 0 0,-1 0-1 0 0,0-1 1 0 0,-5 1 0 0 0,10 1 97 0 0,-1-1 1 0 0,1 0 0 0 0,0 1-1 0 0,0-1 1 0 0,0 0 0 0 0,0 1-1 0 0,0-1 1 0 0,0 1 0 0 0,0-1-1 0 0,1 0 1 0 0,-1 0 0 0 0,1 3-1 0 0,0 0-183 0 0,0 2 88 0 0,-1-5-3 0 0,0 1 0 0 0,0-1-1 0 0,0 0 1 0 0,0 0 0 0 0,0 1 0 0 0,1-1 0 0 0,-1 0-1 0 0,0 0 1 0 0,1 0 0 0 0,-1 0 0 0 0,1 1-1 0 0,1 0 1 0 0,-2-1-3 0 0,1 0-1 0 0,-1 0 1 0 0,1 1-1 0 0,-1-1 0 0 0,1 0 1 0 0,-1 0-1 0 0,0 0 1 0 0,1 0-1 0 0,-1 1 1 0 0,0-1-1 0 0,0 0 0 0 0,0 0 1 0 0,0 0-1 0 0,0 2 1 0 0,2 10 10 0 0,-1-6 10 0 0,-1-7-11 0 0,0 1 1 0 0,0-1 0 0 0,0 1-1 0 0,0-1 1 0 0,0 1 0 0 0,1-1-1 0 0,-1 1 1 0 0,0-1 0 0 0,0 0-1 0 0,0 1 1 0 0,0-1 0 0 0,1 1-1 0 0,-1-1 1 0 0,0 1 0 0 0,1-1-1 0 0,-1 0 1 0 0,0 1 0 0 0,1-1-1 0 0,0 1 1 0 0,27 21 374 0 0,29 20-241 0 0,-49-36-181 0 0,1-1 0 0 0,0-1-1 0 0,0 1 1 0 0,0-2 0 0 0,10 4-1 0 0,-16-6 37 0 0,-1-1 0 0 0,1 1-1 0 0,-1-1 1 0 0,0 0 0 0 0,1 0 0 0 0,-1 0-1 0 0,1 0 1 0 0,-1 0 0 0 0,4-1-1 0 0,-5 1 5 0 0,0 0-1 0 0,0-1 1 0 0,0 1-1 0 0,0 0 1 0 0,0-1-1 0 0,0 1 1 0 0,0-1-1 0 0,0 0 1 0 0,0 1-1 0 0,0-1 0 0 0,-1 0 1 0 0,1 1-1 0 0,0-1 1 0 0,0 0-1 0 0,-1 0 1 0 0,1 0-1 0 0,0 0 1 0 0,-1 0-1 0 0,1 1 1 0 0,-1-1-1 0 0,1 0 1 0 0,-1-2-1 0 0,3-6-46 0 0,-2 1 0 0 0,1-1 0 0 0,-2 0 1 0 0,1 0-1 0 0,-2-16 0 0 0,1 5 469 0 0,0 20-431 0 0,0 0 0 0 0,0 0 0 0 0,0 0 1 0 0,0 0-1 0 0,0 0 0 0 0,1 0 0 0 0,-1 0 0 0 0,0 0 1 0 0,0 0-1 0 0,0 0 0 0 0,0 0 0 0 0,0 0 0 0 0,0 0 1 0 0,0 0-1 0 0,0 0 0 0 0,0 0 0 0 0,0 0 0 0 0,1 0 1 0 0,-1 0-1 0 0,0 0 0 0 0,0 0 0 0 0,0 0 0 0 0,0 0 1 0 0,0 0-1 0 0,0 0 0 0 0,0 0 0 0 0,0 0 0 0 0,0 0 1 0 0,1 0-1 0 0,-1 0 0 0 0,0 0 0 0 0,0 0 0 0 0,0 0 1 0 0,0 0-1 0 0,0 0 0 0 0,0 0 0 0 0,0 0 0 0 0,0 0 1 0 0,0 0-1 0 0,0 0 0 0 0,0 0 0 0 0,0 1 1 0 0,0-1-1 0 0,1 0 0 0 0,-1 0 0 0 0,0 0 0 0 0,0 0 1 0 0,5 4-201 0 0,-5-3 168 0 0,2 0-8 0 0,0 2 0 0 0,0-1 1 0 0,0 0-1 0 0,0 0 1 0 0,1 4-1 0 0,6 6 3 0 0,-1-1 36 0 0,-5-7-35 0 0,0 1 1 0 0,0-1 0 0 0,1 0-1 0 0,-1 0 1 0 0,1-1 0 0 0,5 5-1 0 0,26 18-2929 0 0,-35-26 2652 0 0,1 1 1 0 0,0-1 0 0 0,-1 0-1 0 0,1 0 1 0 0,-1 1-1 0 0,1-1 1 0 0,0 0-1 0 0,-1 0 1 0 0,1 0-1 0 0,0 0 1 0 0,-1 1-1 0 0,1-1 1 0 0,0 0-1 0 0</inkml:trace>
</inkml:ink>
</file>

<file path=ppt/ink/ink1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52.00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10154 0 0,'0'0'12918'0'0,"1"6"-12882"0"0,1 1-37 0 0,1 0 0 0 0,-1-1 1 0 0,1 1-1 0 0,0-1 0 0 0,7 11 1 0 0,7 10 26 0 0,-9-15-39 0 0,0 0-1 0 0,12 13 1 0 0,13 18-211 0 0,-28-38 107 0 0,0-1 0 0 0,11 8 0 0 0,-16-11 126 0 0,1-1 0 0 0,0 0 0 0 0,-1 1 0 0 0,1-1 0 0 0,-1 0 0 0 0,1 0 0 0 0,-1 0 0 0 0,1 1 0 0 0,-1-1 0 0 0,1 0 0 0 0,0 0 0 0 0,-1 0 0 0 0,1 0 0 0 0,-1 0 0 0 0,1 0 0 0 0,0 0 0 0 0,-1 0-1 0 0,1 0 1 0 0,-1-1 0 0 0,1 1 0 0 0,0 0 0 0 0,-1 0 0 0 0,1 0 0 0 0,-1-1 0 0 0,1 1 0 0 0,-1 0 0 0 0,1 0 0 0 0,-1-1 0 0 0,1 1 0 0 0,-1-1 0 0 0,1 1 0 0 0,-1 0 0 0 0,0-1 0 0 0,1 1-1 0 0,-1-1 1 0 0,1 1 0 0 0,-1-1 0 0 0,1 0 0 0 0,1-2 17 0 0,0-1 0 0 0,-1 1-1 0 0,1-1 1 0 0,2-7 0 0 0,3-17 290 0 0,4-33 0 0 0,-8 47-131 0 0,-3 11-48 0 0,1 0-1 0 0,-1 0 0 0 0,1 0 1 0 0,0 0-1 0 0,0 0 0 0 0,0 0 0 0 0,0 0 1 0 0,1 0-1 0 0,2-3 0 0 0,-4 6 79 0 0,2-1-210 0 0,-1 1 0 0 0,1 0 0 0 0,0 0 0 0 0,0 1-1 0 0,0-1 1 0 0,-1 0 0 0 0,1 0 0 0 0,0 1 0 0 0,-1-1 0 0 0,1 1 0 0 0,0 0-1 0 0,-1-1 1 0 0,1 1 0 0 0,-1 0 0 0 0,3 2 0 0 0,24 18-467 0 0,-19-14 409 0 0,12 12-214 0 0,23 24 0 0 0,-14-13-1537 0 0,1-3-3923 0 0,-29-25 4139 0 0</inkml:trace>
</inkml:ink>
</file>

<file path=ppt/ink/ink1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54.38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249 35 0 0 0,'0'0'18828'0'0,"-12"-5"-18557"0"0,-37-16-25 0 0,47 19-201 0 0,-1 1 0 0 0,0 0 0 0 0,1 0 0 0 0,-1 0 0 0 0,1 0 0 0 0,-1 1 0 0 0,0-1 0 0 0,0 1 0 0 0,1-1 0 0 0,-1 1 0 0 0,0 0 0 0 0,-4 1 0 0 0,-4 0 29 0 0,7-1-56 0 0,0 1 0 0 0,1-1 0 0 0,-1 1 0 0 0,0 0 0 0 0,1 0 0 0 0,-1 1-1 0 0,-6 3 1 0 0,-10 3 51 0 0,-2 0 69 0 0,18 3 202 0 0,3-10-335 0 0,0-1 0 0 0,1 1-1 0 0,-1 0 1 0 0,0 0 0 0 0,1 0 0 0 0,-1-1 0 0 0,1 1 0 0 0,-1 0 0 0 0,1 0 0 0 0,-1 0 0 0 0,1 0-1 0 0,0 0 1 0 0,-1 0 0 0 0,1 0 0 0 0,0 0 0 0 0,0 0 0 0 0,0 0 0 0 0,0 0 0 0 0,-1 0 0 0 0,2 2-1 0 0,-1-3 6 0 0,1 10 703 0 0,4-2-484 0 0,1-1 0 0 0,0 0 0 0 0,1 0 0 0 0,0-1 0 0 0,9 7 0 0 0,41 27-248 0 0,-40-30 50 0 0,-4-1-72 0 0,56 38-206 0 0,-58-38 155 0 0,-1-1 1 0 0,0 1-1 0 0,0 1 1 0 0,9 12-1 0 0,-19-21 68 0 0,1-1 0 0 0,-1 1-1 0 0,1 0 1 0 0,-1 0 0 0 0,1 0 0 0 0,-1 0-1 0 0,1-1 1 0 0,-1 1 0 0 0,0 0-1 0 0,1 0 1 0 0,-1 0 0 0 0,0 0-1 0 0,0 0 1 0 0,1 0 0 0 0,-1 0-1 0 0,0 0 1 0 0,0 0 0 0 0,0 0 0 0 0,-1 0-1 0 0,1 0 1 0 0,0 0 0 0 0,0 0-1 0 0,-1 1 1 0 0,1-1 8 0 0,-1 0 1 0 0,0 0-1 0 0,1 0 0 0 0,-1 0 1 0 0,0-1-1 0 0,0 1 0 0 0,0 0 0 0 0,1 0 1 0 0,-1 0-1 0 0,0-1 0 0 0,0 1 1 0 0,0-1-1 0 0,0 1 0 0 0,-1-1 1 0 0,1 1-1 0 0,0-1 0 0 0,0 1 1 0 0,-2-1-1 0 0,-10 3 113 0 0,0-2 1 0 0,0 0-1 0 0,0 0 0 0 0,-19-3 1 0 0,22 2-72 0 0,-17-3-686 0 0,0-2-1 0 0,0 0 1 0 0,-41-15 0 0 0,40 11-2963 0 0,15 6-1945 0 0,0-1-4391 0 0</inkml:trace>
</inkml:ink>
</file>

<file path=ppt/ink/ink1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55.43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159 63 1384 0 0,'0'0'20603'0'0,"-13"-10"-20523"0"0,-39-31-48 0 0,44 35-26 0 0,0 1-2 0 0,7 6-12 0 0,-1-1 6 0 0,0 1 0 0 0,0-1 1 0 0,0 1-1 0 0,0 0 0 0 0,0 0 1 0 0,0-1-1 0 0,0 1 0 0 0,0 1 1 0 0,0-1-1 0 0,0 0 0 0 0,1 0 1 0 0,-1 1-1 0 0,-1 1 0 0 0,-6 4 23 0 0,-6 6-11 0 0,14-11-8 0 0,-1 0-1 0 0,0 0 0 0 0,0-1 0 0 0,0 1 0 0 0,0 0 1 0 0,-3 1-1 0 0,4-3 1 0 0,1 1 0 0 0,-1 0 0 0 0,0-1 0 0 0,1 1 0 0 0,-1 0 0 0 0,1-1 0 0 0,-1 1 0 0 0,1 0 0 0 0,-1 0-1 0 0,1-1 1 0 0,-1 1 0 0 0,1 0 0 0 0,0 0 0 0 0,-1 0 0 0 0,1 0 0 0 0,0 0 0 0 0,0 0 0 0 0,0-1 0 0 0,0 3 0 0 0,-1 20 90 0 0,1-15-54 0 0,1 11 123 0 0,0 0 0 0 0,0 0 0 0 0,2 0-1 0 0,8 30 1 0 0,23 83 71 0 0,10 36-113 0 0,-23-97-93 0 0,22 63 39 0 0,-20-71-46 0 0,-13-32-30 0 0,17 32 0 0 0,-26-61 508 0 0,3 4-2490 0 0,-4-5 1922 0 0,0-1 0 0 0,0 0 0 0 0,0 0 0 0 0,0 0 0 0 0,0 0 0 0 0,1 0 0 0 0,-1 0 0 0 0,0 0 0 0 0,0 0-1 0 0,0 0 1 0 0,0 0 0 0 0,0 0 0 0 0,1 0 0 0 0,-1 0 0 0 0,0 0 0 0 0,0 0 0 0 0,0 0 0 0 0,0 0 0 0 0,0 0 0 0 0,1 0-1 0 0,-1 0 1 0 0,0 0 0 0 0,0-1 0 0 0,0 1 0 0 0,0 0 0 0 0,0 0 0 0 0,0 0 0 0 0,1 0 0 0 0,-1 0 0 0 0,0 0 0 0 0,0 0-1 0 0,0 0 1 0 0,0-1 0 0 0,0 1 0 0 0,0 0 0 0 0,0 0 0 0 0,0 0 0 0 0,0 0 0 0 0,0 0 0 0 0,1 0 0 0 0,-1-1-1 0 0,0 1 1 0 0,0 0 0 0 0,0 0 0 0 0,0 0 0 0 0,0-1 0 0 0</inkml:trace>
</inkml:ink>
</file>

<file path=ppt/ink/ink1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55.67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252 34 10578 0 0,'0'0'12135'0'0,"-26"-6"-12150"0"0,-76-16-22 0 0,96 21 10 0 0,0-1 1 0 0,0 1-1 0 0,0 0 1 0 0,0 1-1 0 0,-8-1 1 0 0,6 2-95 0 0,-35-1-1975 0 0,14 0-7035 0 0</inkml:trace>
</inkml:ink>
</file>

<file path=ppt/ink/ink1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56.50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228 56 1192 0 0,'0'0'21465'0'0,"-8"-8"-21068"0"0,-21-25-75 0 0,28 32-274 0 0,0 0 1 0 0,1 0 0 0 0,-1-1 0 0 0,0 1-1 0 0,0 1 1 0 0,0-1 0 0 0,0 0-1 0 0,0 0 1 0 0,0 0 0 0 0,-1 0 0 0 0,1 1-1 0 0,0-1 1 0 0,0 1 0 0 0,0-1 0 0 0,-1 1-1 0 0,1-1 1 0 0,0 1 0 0 0,-1 0-1 0 0,1-1 1 0 0,0 1 0 0 0,-1 0 0 0 0,1 0-1 0 0,0 0 1 0 0,-1 0 0 0 0,1 0-1 0 0,0 0 1 0 0,-2 1 0 0 0,-8 0 40 0 0,-68-3 123 0 0,79 2-202 0 0,-14 0 40 0 0,12 0-48 0 0,1 1 0 0 0,-1-1 0 0 0,1 0 0 0 0,-1 0 0 0 0,0 1 0 0 0,1-1 0 0 0,-1 1 0 0 0,1 0 0 0 0,0-1 0 0 0,-1 1 0 0 0,1 0 0 0 0,-1 0 0 0 0,1 0-1 0 0,0 0 1 0 0,0 0 0 0 0,0 0 0 0 0,-1 0 0 0 0,1 0 0 0 0,0 1 0 0 0,0-1 0 0 0,1 0 0 0 0,-2 2 0 0 0,-8 9-28 0 0,9-11 34 0 0,0 1 0 0 0,0-1 1 0 0,-1 1-1 0 0,1 0 0 0 0,0-1 0 0 0,1 1 0 0 0,-1 0 0 0 0,0 0 1 0 0,1 0-1 0 0,-1-1 0 0 0,1 1 0 0 0,-1 0 0 0 0,1 0 1 0 0,0 0-1 0 0,0 0 0 0 0,-1 0 0 0 0,2 0 0 0 0,-1 0 0 0 0,0 0 1 0 0,0 0-1 0 0,1 2 0 0 0,0 0 43 0 0,0-1-1 0 0,0 0 1 0 0,0 1-1 0 0,1-1 1 0 0,-1 0-1 0 0,1 0 1 0 0,0 0-1 0 0,0 0 1 0 0,0 0 0 0 0,3 3-1 0 0,10 9 7 0 0,1-1-1 0 0,0-1 1 0 0,0-1 0 0 0,1 0-1 0 0,1-1 1 0 0,34 16-1 0 0,-29-17-77 0 0,30 9-1 0 0,-44-17 19 0 0,1 0 1 0 0,-1 0-1 0 0,1 0 1 0 0,-1-2-1 0 0,1 1 0 0 0,13-2 1 0 0,-21 1 3 0 0,0 0 1 0 0,-1-1-1 0 0,1 1 1 0 0,0-1-1 0 0,-1 0 1 0 0,1 1-1 0 0,-1-1 0 0 0,1 0 1 0 0,0 0-1 0 0,-1 0 1 0 0,0 0-1 0 0,1 0 1 0 0,-1 0-1 0 0,0-1 1 0 0,0 1-1 0 0,1 0 0 0 0,-1-1 1 0 0,0 1-1 0 0,0-1 1 0 0,-1 1-1 0 0,1-1 1 0 0,0 1-1 0 0,0-1 1 0 0,-1 0-1 0 0,1 1 0 0 0,0-4 1 0 0,0 0-88 0 0,0 0 0 0 0,0-1 1 0 0,0 1-1 0 0,-1-1 0 0 0,0 1 1 0 0,0 0-1 0 0,-1-8 0 0 0,-1 6-51 0 0,1 1 0 0 0,-1 0 0 0 0,-1 0 0 0 0,1 0 0 0 0,-1 0 0 0 0,0 0 0 0 0,0 1 0 0 0,-1-1 0 0 0,0 1 0 0 0,1 0 0 0 0,-2 0 1 0 0,1 1-1 0 0,-9-8 0 0 0,-1 0-978 0 0,-1 1 0 0 0,0 1 0 0 0,-27-14 0 0 0,6 9-3464 0 0,10 7-1845 0 0,12 5-1740 0 0</inkml:trace>
</inkml:ink>
</file>

<file path=ppt/ink/ink1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57.0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0 225 24 0 0,'0'0'19879'0'0,"2"6"-19814"0"0,6 18-14 0 0,-8-22-45 0 0,1-1-1 0 0,-1 1 1 0 0,1-1-1 0 0,-1 1 1 0 0,1-1-1 0 0,0 1 1 0 0,0-1-1 0 0,0 0 1 0 0,0 1 0 0 0,0-1-1 0 0,0 0 1 0 0,0 0-1 0 0,3 2 1 0 0,2 3 7 0 0,-3-3 32 0 0,0 0 1 0 0,-1 0-1 0 0,1-1 1 0 0,0 1-1 0 0,1-1 1 0 0,4 3-1 0 0,-6-9 2835 0 0,-2-8-2959 0 0,0 11 294 0 0,2-262 889 0 0,-2 262-1088 0 0,0 1-1 0 0,0-1 1 0 0,0 0 0 0 0,0 0 0 0 0,0 0 0 0 0,0 1-1 0 0,1-1 1 0 0,-1 0 0 0 0,0 0 0 0 0,1 0 0 0 0,-1 1-1 0 0,0-1 1 0 0,1 0 0 0 0,-1 1 0 0 0,1-1-1 0 0,-1 0 1 0 0,1 1 0 0 0,-1-1 0 0 0,1 1 0 0 0,0-1-1 0 0,-1 0 1 0 0,2 0 0 0 0,0 0-55 0 0,0 0 1 0 0,0 1-1 0 0,0-1 1 0 0,0 0-1 0 0,0 1 1 0 0,0-1-1 0 0,0 1 1 0 0,4-1-1 0 0,-1 1-109 0 0,0 0 1 0 0,0 0-1 0 0,0 1 0 0 0,0-1 1 0 0,-1 1-1 0 0,1 0 0 0 0,7 3 0 0 0,-4 0-293 0 0,1 1 0 0 0,-1 1-1 0 0,0-1 1 0 0,13 12 0 0 0,10 13-4916 0 0,-20-16-4049 0 0</inkml:trace>
</inkml:ink>
</file>

<file path=ppt/ink/ink1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58.23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 9 0 0 0,'0'0'23630'0'0,"-2"-1"-23491"0"0,-5-5-30 0 0,5 4 29 0 0,2 4-282 0 0,-1 0 102 0 0,1 0-1 0 0,0 0 1 0 0,0 0-1 0 0,0 0 1 0 0,1 4-1 0 0,-1-1 86 0 0,0 3 34 0 0,0 0 52 0 0,0 0 0 0 0,0 0 0 0 0,1 0 0 0 0,0 0 0 0 0,4 14 0 0 0,2 0 77 0 0,-3-7-43 0 0,10 20 0 0 0,9 9-4 0 0,39 58 0 0 0,-57-96 19 0 0,-4-8 665 0 0,1-7-487 0 0,2-3-331 0 0,0 1 1 0 0,-1-1 0 0 0,-1 0-1 0 0,0 0 1 0 0,0-19 0 0 0,5-23 24 0 0,-5 34-42 0 0,-2 16 13 0 0,0 1-1 0 0,1-1 1 0 0,-1 1-1 0 0,1-1 1 0 0,-1 1-1 0 0,1 0 1 0 0,0-1-1 0 0,0 1 1 0 0,1 0-1 0 0,-1 0 1 0 0,1 0-1 0 0,3-6 0 0 0,-4 9-19 0 0,-1-1 0 0 0,1 1 0 0 0,-1 0-1 0 0,1-1 1 0 0,-1 1 0 0 0,1 0-1 0 0,-1-1 1 0 0,1 1 0 0 0,-1 0-1 0 0,1 0 1 0 0,0 0 0 0 0,-1 0-1 0 0,1 0 1 0 0,-1-1 0 0 0,1 1-1 0 0,0 0 1 0 0,-1 0 0 0 0,1 0 0 0 0,-1 1-1 0 0,1-1 1 0 0,0 0 0 0 0,-1 0-1 0 0,1 0 1 0 0,-1 0 0 0 0,1 1-1 0 0,0-1 1 0 0,-1 0 0 0 0,1 0-1 0 0,-1 1 1 0 0,1-1 0 0 0,16 14-279 0 0,-14-11 274 0 0,56 55-198 0 0,-34-31 217 0 0,1-2-1 0 0,52 39 1 0 0,-63-54 7 0 0,20 12-26 0 0,-32-20 21 0 0,1 0-1 0 0,-1-1 0 0 0,1 0 1 0 0,-1 0-1 0 0,1 0 1 0 0,0 0-1 0 0,-1 0 1 0 0,8-1-1 0 0,-10 0-15 0 0,0 0 0 0 0,0-1 0 0 0,0 1-1 0 0,0-1 1 0 0,0 1 0 0 0,0-1-1 0 0,0 1 1 0 0,0-1 0 0 0,0 0 0 0 0,0 0-1 0 0,0 1 1 0 0,0-1 0 0 0,-1 0-1 0 0,1 0 1 0 0,0 0 0 0 0,-1 0-1 0 0,1 0 1 0 0,0 0 0 0 0,-1 0 0 0 0,1 0-1 0 0,-1 0 1 0 0,1-2 0 0 0,8-27-162 0 0,-5 14 58 0 0,-2 12 57 0 0,-1-1 0 0 0,0 0 1 0 0,1-6-1 0 0,5-64-312 0 0,-2 57 385 0 0,-3 18-63 0 0,0 0 0 0 0,0 0 0 0 0,0 0 0 0 0,0 0 0 0 0,-1 0 0 0 0,4 1 0 0 0,0 1-46 0 0,-1 1-1 0 0,1 0 1 0 0,-1 0-1 0 0,1 0 1 0 0,-1 1 0 0 0,0-1-1 0 0,5 8 1 0 0,8 5-74 0 0,35 35-362 0 0,10 8-1634 0 0,-48-48 993 0 0,9 8-1883 0 0,-10-7-4781 0 0</inkml:trace>
</inkml:ink>
</file>

<file path=ppt/ink/ink1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59.5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33 0 0 0 0,'0'0'14220'0'0,"-2"0"-13738"0"0,-8 0 2302 0 0,13 7 218 0 0,-2-5-2979 0 0,0-1 0 0 0,0 1 0 0 0,-1-1 0 0 0,1 1 0 0 0,0-1 0 0 0,-1 1 0 0 0,0 0 0 0 0,1 2-1 0 0,-1-3-1 0 0,5 17 76 0 0,-3-9-104 0 0,0-1-1 0 0,0 1 0 0 0,1 17 1 0 0,-3 75 1207 0 0,-1-105-1035 0 0,1 1 0 0 0,-1-1 0 0 0,0 0 0 0 0,-3-6 0 0 0,1 1-143 0 0,-22-77 111 0 0,20 71-68 0 0,1 1 731 0 0,4 14-793 0 0,0 0-1 0 0,0 0 1 0 0,0 0 0 0 0,0 1-1 0 0,0-1 1 0 0,0 0 0 0 0,0 0-1 0 0,1 0 1 0 0,-1 0 0 0 0,0 0-1 0 0,0 0 1 0 0,0 0 0 0 0,0 0-1 0 0,0 0 1 0 0,0 0 0 0 0,0 0-1 0 0,0 0 1 0 0,0 0 0 0 0,0 0-1 0 0,0 0 1 0 0,0 0-1 0 0,0 0 1 0 0,0 0 0 0 0,0 0-1 0 0,0 0 1 0 0,0 0 0 0 0,0 0-1 0 0,0 0 1 0 0,0 0 0 0 0,0 0-1 0 0,0 0 1 0 0,0 0 0 0 0,0 0-1 0 0,0 0 1 0 0,0 0 0 0 0,0 0-1 0 0,0 0 1 0 0,1 0 0 0 0,-1 0-1 0 0,0 0 1 0 0,0 0 0 0 0,0 0-1 0 0,0 0 1 0 0,0 0 0 0 0,0 0-1 0 0,0 0 1 0 0,0 0 0 0 0,0 0-1 0 0,0 0 1 0 0,0 0 0 0 0,0 0-1 0 0,0 0 1 0 0,0 0-1 0 0,0 0 1 0 0,0 0 0 0 0,0 0-1 0 0,0 0 1 0 0,0 0 0 0 0,0 0-1 0 0,0 0 1 0 0,0 0 0 0 0,0-1-1 0 0,0 1 1 0 0,0 0 0 0 0,0 0-1 0 0,0 0 1 0 0,0 0 0 0 0,0 0-1 0 0,6 7-247 0 0,-4-5 221 0 0,-1 1 1 0 0,0-1-1 0 0,0 0 1 0 0,0 0-1 0 0,0 1 1 0 0,1 3-1 0 0,2 7 32 0 0,16 35 4 0 0,-16-37-99 0 0,0 0 0 0 0,0 0 0 0 0,2 0 0 0 0,-1-1 0 0 0,1 0 0 0 0,8 10 1 0 0,0 2-2889 0 0</inkml:trace>
</inkml:ink>
</file>

<file path=ppt/ink/ink1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03.27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 13 0 0 0,'-6'-4'25512'0'0,"19"0"-24740"0"0,-12 4-741 0 0,1-1-1 0 0,0 0 0 0 0,0 1 0 0 0,-1-1 1 0 0,1 1-1 0 0,4-1 0 0 0,3 1-39 0 0,0 0 0 0 0,0 1 0 0 0,1 0-1 0 0,-1 0 1 0 0,0 1 0 0 0,0 1 0 0 0,0-1 0 0 0,0 1-1 0 0,-1 1 1 0 0,15 7 0 0 0,41 29 6 0 0,-32-19-1 0 0,-5-3 5 0 0,0 1-1 0 0,-1 1 1 0 0,35 37 0 0 0,-46-42-1 0 0,-1 1 1 0 0,-1 1 0 0 0,0 1-1 0 0,-2 0 1 0 0,0 0-1 0 0,12 28 1 0 0,-20-38-9 0 0,0 1 0 0 0,2 13 0 0 0,-2-9-4 0 0,0 6 14 0 0,-1 0-1 0 0,-1 0 1 0 0,-2 35 0 0 0,0-14 6 0 0,1-12-4 0 0,-2 78 62 0 0,1-98-65 0 0,0 0-1 0 0,-1 0 1 0 0,-4 10-1 0 0,0 3 0 0 0,5-18 1 0 0,0-1 0 0 0,0 1 0 0 0,-1 0-1 0 0,1-1 1 0 0,-1 0 0 0 0,1 1 0 0 0,-1-1 0 0 0,-3 3 0 0 0,-6 10 5 0 0,-5 6 18 0 0,14-17-22 0 0,0-1 0 0 0,-1 0 0 0 0,0 0 0 0 0,1 0-1 0 0,-1 0 1 0 0,0 0 0 0 0,-6 3 0 0 0,7-3-8 0 0,2 0-1 0 0,-8 0 5 0 0,-1 4 17 0 0,8-6-14 0 0,0 0 1 0 0,1-1-1 0 0,-1 1 0 0 0,0-1 0 0 0,1 1 0 0 0,-1-1 1 0 0,0 1-1 0 0,1-1 0 0 0,-1 1 0 0 0,-2 0 0 0 0,-7 8 34 0 0,5-6-42 0 0,5-2-13 0 0,-1-1 1 0 0,1 0-1 0 0,-1 1 0 0 0,1-1 1 0 0,-1 0-1 0 0,1 1 0 0 0,-1-1 0 0 0,1 0 1 0 0,-1 0-1 0 0,1 0 0 0 0,-1 0 1 0 0,1 1-1 0 0,-1-1 0 0 0,0 0 1 0 0,1 0-1 0 0,-1 0 0 0 0,0 0 1 0 0,-3 0-560 0 0,1 1 0 0 0,0 0 0 0 0,0 0 0 0 0,-1 0 0 0 0,-4 3 0 0 0,-2 0-5104 0 0</inkml:trace>
</inkml:ink>
</file>

<file path=ppt/ink/ink1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11.8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179 314 4849 0 0,'0'0'16957'0'0,"-8"-12"-16286"0"0,-24-37-102 0 0,-5 1 599 0 0,30 40-1002 0 0,1 0 0 0 0,0 0 0 0 0,0-1-1 0 0,1 0 1 0 0,-9-18 0 0 0,2-12-547 0 0,1 3-2038 0 0,8 30 793 0 0,1 0-1 0 0,-1 0 0 0 0,-6-9 0 0 0,-2-1-5190 0 0,4 5-2268 0 0</inkml:trace>
</inkml:ink>
</file>

<file path=ppt/ink/ink1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12.6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3273 0 0,'0'0'16449'0'0,"1"4"-16259"0"0,22 23 65 0 0,0 0-1 0 0,2-2 1 0 0,1-1-1 0 0,46 34 1 0 0,69 28 87 0 0,-94-60-275 0 0,-27-14-55 0 0,-4-3-28 0 0,18 13-1 0 0,-33-22-215 0 0,0 1 1 0 0,0-1 0 0 0,-1 1-1 0 0,1-1 1 0 0,0 1 0 0 0,-1-1-1 0 0,1 1 1 0 0,0 0 0 0 0,-1-1-1 0 0,1 1 1 0 0,-1 0 0 0 0,1-1-1 0 0,-1 1 1 0 0,1 1 0 0 0,-2-2-128 0 0,1 1 0 0 0,-1-1 0 0 0,0 0 0 0 0,0 0 0 0 0,0 0 0 0 0,0 0 0 0 0,0 0 0 0 0,1 0 0 0 0,-1 0 0 0 0,0 0 0 0 0,0 0 0 0 0,0-1 0 0 0,0 1 0 0 0,1 0 0 0 0,-1-1 0 0 0,-1 0 0 0 0,-8-2-4085 0 0</inkml:trace>
</inkml:ink>
</file>

<file path=ppt/ink/ink1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12.8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142 1 6937 0 0,'0'0'15258'0'0,"-11"11"-14717"0"0,-5 5-373 0 0,-33 35 416 0 0,44-45-456 0 0,1-1 0 0 0,-1 1 0 0 0,2 0 0 0 0,-1 1 0 0 0,1-1 1 0 0,-6 14-1 0 0,4-3-415 0 0,-5 29-1 0 0,9-43-310 0 0,1 0-1 0 0,-1 0 0 0 0,0-1 1 0 0,-1 1-1 0 0,-2 5 0 0 0,-4 5-9564 0 0</inkml:trace>
</inkml:ink>
</file>

<file path=ppt/ink/ink1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13.5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263 31 7410 0 0,'0'0'15380'0'0,"-32"-5"-15182"0"0,-96-15-50 0 0,118 18-112 0 0,1 1 1 0 0,-1 0 0 0 0,-9 0-1 0 0,12 1 10 0 0,3 0-28 0 0,-1 1 1 0 0,1-1-1 0 0,0 1 0 0 0,-5 1 1 0 0,7-2-11 0 0,1 1 1 0 0,0-1 0 0 0,-1 0-1 0 0,1 1 1 0 0,0 0-1 0 0,-1-1 1 0 0,1 1-1 0 0,0 0 1 0 0,0 0 0 0 0,0-1-1 0 0,0 1 1 0 0,-1 0-1 0 0,1 0 1 0 0,1 0-1 0 0,-3 3 1 0 0,3-4 0 0 0,0 1 1 0 0,0-1-1 0 0,0 0 0 0 0,0 1 1 0 0,0-1-1 0 0,0 1 0 0 0,0-1 1 0 0,0 1-1 0 0,0-1 1 0 0,0 0-1 0 0,0 1 0 0 0,1-1 1 0 0,-1 1-1 0 0,0-1 0 0 0,0 0 1 0 0,0 1-1 0 0,1-1 0 0 0,-1 0 1 0 0,0 1-1 0 0,1-1 0 0 0,-1 0 1 0 0,0 1-1 0 0,1-1 0 0 0,11 10 111 0 0,-7-5-60 0 0,0 0-45 0 0,-1 1-1 0 0,0-1 1 0 0,0 1 0 0 0,0 0-1 0 0,-1 0 1 0 0,4 8 0 0 0,13 42-38 0 0,-15-43 26 0 0,1 10-8 0 0,-1 0-1 0 0,-1 0 1 0 0,-1 1 0 0 0,-1 34 0 0 0,6 36-21 0 0,-4-56 44 0 0,-3-22-11 0 0,6 28 0 0 0,-3-31 15 0 0,-3-9-11 0 0,1 0 0 0 0,-1-1 0 0 0,-1 1 0 0 0,1 0 0 0 0,0 5 0 0 0,-1-8 0 0 0,0-1-1 0 0,0 0 1 0 0,1 1 0 0 0,-1-1 0 0 0,0 0 0 0 0,0 0 0 0 0,0 1-1 0 0,0-1 1 0 0,0 0 0 0 0,1 0 0 0 0,-1 1 0 0 0,0-1 0 0 0,0 0-1 0 0,1 0 1 0 0,-1 1 0 0 0,0-1 0 0 0,0 0 0 0 0,1 0 0 0 0,-1 0-1 0 0,0 0 1 0 0,0 0 0 0 0,1 1 0 0 0,-1-1 0 0 0,0 0 0 0 0,1 0-1 0 0,-1 0 1 0 0,0 0 0 0 0,1 0 0 0 0,10 2 534 0 0,-7-2-353 0 0,23 2 97 0 0,37-2 1 0 0,-27-1-176 0 0,-24 1-719 0 0,0-1 0 0 0,-1-1 0 0 0,1 0-1 0 0,19-6 1 0 0,-18 2-3714 0 0</inkml:trace>
</inkml:ink>
</file>

<file path=ppt/ink/ink1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13.9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150 21 7362 0 0,'0'0'16979'0'0,"3"-4"-17021"0"0,-2 2 27 0 0,9-9-20 0 0,-10 10 33 0 0,0 1-1 0 0,1 0 1 0 0,-1-1-1 0 0,0 1 0 0 0,1 0 1 0 0,-1 0-1 0 0,0 0 1 0 0,1-1-1 0 0,-1 1 0 0 0,0 0 1 0 0,1 0-1 0 0,-1 0 1 0 0,1 0-1 0 0,-1 0 0 0 0,0 0 1 0 0,1 0-1 0 0,-1 0 1 0 0,1 0-1 0 0,-1 0 0 0 0,0 0 1 0 0,1 0-1 0 0,-1 0 1 0 0,1 0-1 0 0,-1 0 0 0 0,0 0 1 0 0,1 0-1 0 0,-1 0 1 0 0,1 1-1 0 0,-1-1 0 0 0,0 0 1 0 0,1 0-1 0 0,-1 0 1 0 0,0 1-1 0 0,1-1 0 0 0,-1 1 1 0 0,82 75-218 0 0,-77-70 221 0 0,0 0 0 0 0,-1-1 0 0 0,0 2 0 0 0,5 8 0 0 0,6 11-24 0 0,-13-24 3 0 0,0 1-1 0 0,-1 0 1 0 0,0-1-1 0 0,1 1 0 0 0,-1 0 1 0 0,0 0-1 0 0,0 0 1 0 0,0 0-1 0 0,-1 0 0 0 0,1 4 1 0 0,-1-7 15 0 0,0 1 0 0 0,-1-1-1 0 0,1 1 1 0 0,0-1 0 0 0,0 1 0 0 0,-1-1 0 0 0,1 1 0 0 0,0-1 0 0 0,-1 1 0 0 0,1-1-1 0 0,-1 0 1 0 0,1 1 0 0 0,0-1 0 0 0,-1 0 0 0 0,1 1 0 0 0,-1-1 0 0 0,1 0 0 0 0,-1 0 0 0 0,1 1-1 0 0,-1-1 1 0 0,1 0 0 0 0,-1 0 0 0 0,1 0 0 0 0,-1 0 0 0 0,1 0 0 0 0,-1 0 0 0 0,1 0 0 0 0,-1 0-1 0 0,0 0 1 0 0,0 0 0 0 0,-22 1 59 0 0,17-1-41 0 0,-11 0 67 0 0,1 0 0 0 0,-1-1 0 0 0,0-1 1 0 0,1 0-1 0 0,-25-8 0 0 0,27 6 41 0 0,-1-2-1 0 0,2 0 1 0 0,-1-1 0 0 0,1 0-1 0 0,0-1 1 0 0,0 0-1 0 0,1-1 1 0 0,-13-12 0 0 0,23 19-58 0 0,1 1 0 0 0,-1-1 0 0 0,1 0 0 0 0,0 1 0 0 0,0-1 0 0 0,0 0 0 0 0,0 0 0 0 0,0 1 0 0 0,0-1 0 0 0,1 0 0 0 0,-1 0 0 0 0,0-3 0 0 0,1 4-47 0 0,0 0 1 0 0,0 0-1 0 0,0-1 0 0 0,0 1 0 0 0,0 0 1 0 0,0 0-1 0 0,0 0 0 0 0,0 0 0 0 0,0 0 0 0 0,1 0 1 0 0,-1 0-1 0 0,0 0 0 0 0,1 0 0 0 0,-1 1 1 0 0,1-1-1 0 0,-1 0 0 0 0,1 0 0 0 0,0 0 1 0 0,-1 0-1 0 0,1 1 0 0 0,0-1 0 0 0,-1 0 1 0 0,1 0-1 0 0,0 1 0 0 0,1-2 0 0 0,6-2-91 0 0,0-1-1 0 0,1 1 1 0 0,-1 1-1 0 0,1 0 1 0 0,0 0-1 0 0,0 0 1 0 0,0 1-1 0 0,11-1 1 0 0,10 1-1300 0 0,35 1 0 0 0,-42 1-373 0 0,-22 0 1343 0 0,15 1-2155 0 0,-9 2-825 0 0</inkml:trace>
</inkml:ink>
</file>

<file path=ppt/ink/ink1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14.5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86 4665 0 0,'0'0'19600'0'0,"6"-14"-19462"0"0,21-41-40 0 0,-27 53-92 0 0,1 1-1 0 0,0-1 1 0 0,0 0-1 0 0,1 0 1 0 0,-1 1 0 0 0,0-1-1 0 0,3-2 1 0 0,-4 4-8 0 0,0 0 1 0 0,0 0-1 0 0,1 0 1 0 0,-1 0 0 0 0,0 0-1 0 0,0-1 1 0 0,1 1 0 0 0,-1 0-1 0 0,0 0 1 0 0,0 0-1 0 0,1 0 1 0 0,-1 0 0 0 0,0 0-1 0 0,0 0 1 0 0,1 0-1 0 0,-1 0 1 0 0,0 0 0 0 0,1 0-1 0 0,-1 0 1 0 0,0 0-1 0 0,0 1 1 0 0,1-1 0 0 0,-1 0-1 0 0,0 0 1 0 0,5 1-55 0 0,-2-1 13 0 0,1 1 0 0 0,0-1 0 0 0,0 1 0 0 0,-1 0 1 0 0,1 0-1 0 0,0 0 0 0 0,-1 0 0 0 0,1 1 1 0 0,-1-1-1 0 0,0 1 0 0 0,5 3 0 0 0,3 3-14 0 0,19 17 0 0 0,-9-6 36 0 0,-6-6-13 0 0,0 0 0 0 0,19 23 0 0 0,-28-28-12 0 0,0 0 1 0 0,0 0 0 0 0,-1 0 0 0 0,-1 0 0 0 0,1 1 0 0 0,-1 0-1 0 0,3 11 1 0 0,-3-3-5 0 0,-2 0 0 0 0,0 0 0 0 0,0 1-1 0 0,-2-1 1 0 0,-2 29 0 0 0,1-40 43 0 0,0 0 1 0 0,0 0-1 0 0,-2 7 0 0 0,-2 7-21 0 0,2 0 33 0 0,1-1 0 0 0,1 22 0 0 0,1-37-2 0 0,0 0 0 0 0,1 1 0 0 0,0-1 1 0 0,-1 0-1 0 0,2 0 0 0 0,-1 0 0 0 0,0 0 0 0 0,1 0 0 0 0,0 0 1 0 0,-1 0-1 0 0,2 0 0 0 0,-1-1 0 0 0,0 1 0 0 0,1-1 0 0 0,4 5 1 0 0,5 10 17 0 0,9 8-48 0 0,-21-26-6 0 0,1 1 0 0 0,-1 0 1 0 0,1 0-1 0 0,-1-1 0 0 0,1 1 0 0 0,-1 0 0 0 0,0 0 0 0 0,1-1 0 0 0,-1 1 0 0 0,0 0 0 0 0,0 0 0 0 0,0 0 1 0 0,0 0-1 0 0,1-1 0 0 0,-1 1 0 0 0,0 0 0 0 0,0 0 0 0 0,-1 0 0 0 0,1 0 0 0 0,0 0 0 0 0,0-1 0 0 0,0 1 0 0 0,0 0 1 0 0,-1 0-1 0 0,1 0 0 0 0,0-1 0 0 0,-1 1 0 0 0,1 0 0 0 0,-1 0 0 0 0,1-1 0 0 0,-1 1 0 0 0,1 0 0 0 0,-1-1 0 0 0,0 1 1 0 0,1-1-1 0 0,-1 1 0 0 0,0 0 0 0 0,1-1 0 0 0,-1 0 0 0 0,0 1 0 0 0,0-1 0 0 0,1 1 0 0 0,-1-1 0 0 0,0 0 1 0 0,-1 1-1 0 0,-14 2-686 0 0,0-1 1 0 0,0 0-1 0 0,0-1 1 0 0,-28-2-1 0 0,9 0-3270 0 0,-5 0-3505 0 0,28-1 1037 0 0</inkml:trace>
</inkml:ink>
</file>

<file path=ppt/ink/ink1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14.9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1 8266 0 0,'0'0'15227'0'0,"-5"0"-15360"0"0,2-1 134 0 0,-11 1 14 0 0,14 0-14 0 0,-1 1 0 0 0,1-1 0 0 0,-1 0 0 0 0,1 0-1 0 0,-1 0 1 0 0,1 0 0 0 0,0 1 0 0 0,-1-1 0 0 0,1 0 0 0 0,0 1 0 0 0,-1-1-1 0 0,1 0 1 0 0,0 0 0 0 0,-1 1 0 0 0,1-1 0 0 0,0 1 0 0 0,0-1 0 0 0,-1 0-1 0 0,1 1 1 0 0,0-1 0 0 0,0 1 0 0 0,0-1 0 0 0,-1 0 0 0 0,1 1 0 0 0,0-1 0 0 0,0 1-1 0 0,0-1 1 0 0,0 1 0 0 0,0-1 0 0 0,0 0 0 0 0,0 2 0 0 0,1 12 124 0 0,1 1 1 0 0,0-1-1 0 0,1 1 1 0 0,1-1-1 0 0,0 0 1 0 0,7 14-1 0 0,4 17-1482 0 0,-12-33-1301 0 0,4 22 0 0 0,-3-27-1112 0 0</inkml:trace>
</inkml:ink>
</file>

<file path=ppt/ink/ink1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15.0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354 22 8170 0 0,'0'0'15032'0'0,"-32"-3"-14948"0"0,-101-11-41 0 0,118 12-41 0 0,0 0-1 0 0,-19 2 1 0 0,23 1-27 0 0,-5 0-486 0 0,-1 1 0 0 0,-19 4 0 0 0,-8 7-7694 0 0</inkml:trace>
</inkml:ink>
</file>

<file path=ppt/ink/ink1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15.5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38 3321 0 0,'0'0'22687'0'0,"-4"-7"-22540"0"0,-11-21-115 0 0,15 28-33 0 0,0 0 1 0 0,0 0-1 0 0,0 1 0 0 0,0-1 0 0 0,0 0 1 0 0,0 0-1 0 0,1 0 0 0 0,-1 0 0 0 0,0 0 1 0 0,0 0-1 0 0,0 0 0 0 0,0 0 1 0 0,0 0-1 0 0,0 0 0 0 0,0 0 0 0 0,0 0 1 0 0,1 0-1 0 0,-1 0 0 0 0,0 0 1 0 0,0 0-1 0 0,0 0 0 0 0,0 0 0 0 0,0 0 1 0 0,0 0-1 0 0,0 0 0 0 0,1 0 1 0 0,-1 0-1 0 0,0 0 0 0 0,0 0 0 0 0,0 0 1 0 0,0 0-1 0 0,0 0 0 0 0,0 0 1 0 0,0 0-1 0 0,0-1 0 0 0,0 1 0 0 0,0 0 1 0 0,1 0-1 0 0,-1 0 0 0 0,0 0 1 0 0,0 0-1 0 0,0 0 0 0 0,0 0 0 0 0,0 0 1 0 0,0 0-1 0 0,0 0 0 0 0,0-1 1 0 0,0 1-1 0 0,0 0 0 0 0,0 0 0 0 0,0 0 1 0 0,0 0-1 0 0,0 0 0 0 0,0 0 1 0 0,0 0-1 0 0,0-1 0 0 0,0 1 0 0 0,0 0 1 0 0,0 0-1 0 0,0 0 0 0 0,0 0 1 0 0,0 0-1 0 0,0 0 0 0 0,0 0 0 0 0,0 0 1 0 0,0-1-1 0 0,0 1 0 0 0,0 0 1 0 0,0 0-1 0 0,10 4-41 0 0,-7-3 30 0 0,20 9-35 0 0,-1 1 1 0 0,27 17-1 0 0,39 33 46 0 0,-33-22-179 0 0,-38-26-390 0 0,22 20 1 0 0,-28-26 27 0 0,2 2-4037 0 0</inkml:trace>
</inkml:ink>
</file>

<file path=ppt/ink/ink1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15.7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207 0 4401 0 0,'0'0'15110'0'0,"-21"19"-14875"0"0,-65 60-70 0 0,54-50-51 0 0,22-16-13 0 0,6-8-69 0 0,-6 10-85 0 0,1 1 0 0 0,-7 16 0 0 0,7-12-1283 0 0,2-2-3105 0 0,5-9-1338 0 0</inkml:trace>
</inkml:ink>
</file>

<file path=ppt/ink/ink1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16.3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216 116 9538 0 0,'0'0'15871'0'0,"-27"-19"-15831"0"0,-81-57-26 0 0,78 58-21 0 0,30 17 6 0 0,0 1 0 0 0,0 0 0 0 0,0 0 1 0 0,-1 0-1 0 0,1 0 0 0 0,0 0 0 0 0,-1-1 0 0 0,1 1 1 0 0,0 0-1 0 0,0 0 0 0 0,-1 0 0 0 0,1 0 0 0 0,0 0 1 0 0,-1 0-1 0 0,1 0 0 0 0,0 0 0 0 0,-1 0 0 0 0,1 0 1 0 0,0 0-1 0 0,-1 0 0 0 0,1 0 0 0 0,0 0 1 0 0,-1 0-1 0 0,-2 1-24 0 0,1-1-2 0 0,0 0 0 0 0,-1 0 1 0 0,1 0-1 0 0,0 0 0 0 0,0 1 0 0 0,0-1 0 0 0,0 1 0 0 0,0-1 0 0 0,-1 1 0 0 0,1 0 1 0 0,-3 2-1 0 0,4-3 11 0 0,0 1 0 0 0,0 0 0 0 0,1 0-1 0 0,-1 0 1 0 0,0 0 0 0 0,0 0 0 0 0,0 0 0 0 0,1 0 0 0 0,-1 1 0 0 0,1-1 0 0 0,-1 0 0 0 0,1 0 0 0 0,-1 0 0 0 0,1 1 0 0 0,0-1-1 0 0,-1 0 1 0 0,1 1 0 0 0,0-1 0 0 0,0 0 0 0 0,0 0 0 0 0,0 2 0 0 0,0 5-15 0 0,0 0 1 0 0,0-1-1 0 0,1 1 0 0 0,0-1 1 0 0,4 14-1 0 0,6 13 50 0 0,-2 0 1 0 0,-1 1-1 0 0,5 57 0 0 0,-10-61-12 0 0,0-2-14 0 0,-2 0 0 0 0,-3 49 0 0 0,-7 100 176 0 0,9-177-121 0 0,0-1 18 0 0,0 1 1 0 0,1-1-1 0 0,-1 0 0 0 0,0 1 0 0 0,1-1 1 0 0,-1 0-1 0 0,1 1 0 0 0,-1-1 1 0 0,1 0-1 0 0,-1 0 0 0 0,0 1 0 0 0,1-1 1 0 0,-1 0-1 0 0,1 0 0 0 0,-1 0 1 0 0,1 0-1 0 0,-1 1 0 0 0,1-1 1 0 0,-1 0-1 0 0,1 0 0 0 0,-1 0 0 0 0,1 0 1 0 0,-1 0-1 0 0,1 0 0 0 0,0 0 1 0 0,-1-1-1 0 0,1 1 0 0 0,-1 0 0 0 0,1 0 1 0 0,0 0-1 0 0,20-6-105 0 0,-17 5 154 0 0,63-21-1108 0 0,-45 14-3334 0 0,0-1-5719 0 0</inkml:trace>
</inkml:ink>
</file>

<file path=ppt/ink/ink1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16.8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46 9218 0 0,'0'0'12601'0'0,"12"-8"-12738"0"0,37-23 76 0 0,-47 30 56 0 0,0 0-1 0 0,-1 1 1 0 0,1-1 0 0 0,0 0 0 0 0,0 1 0 0 0,0-1 0 0 0,0 1 0 0 0,-1-1 0 0 0,3 1 0 0 0,7 3-38 0 0,-8-1 27 0 0,8 2-16 0 0,-1 1-1 0 0,-1 0 0 0 0,1 0 1 0 0,-1 1-1 0 0,14 11 0 0 0,-21-15 20 0 0,0-1 0 0 0,0 1 0 0 0,-1 0 0 0 0,1 0 0 0 0,-1 0-1 0 0,1 0 1 0 0,-1 0 0 0 0,0 0 0 0 0,0 1 0 0 0,0-1 0 0 0,0 0 0 0 0,0 0 0 0 0,-1 1-1 0 0,1-1 1 0 0,-1 1 0 0 0,1-1 0 0 0,-1 1 0 0 0,0-1 0 0 0,0 0 0 0 0,0 1-1 0 0,0-1 1 0 0,0 1 0 0 0,-1-1 0 0 0,1 1 0 0 0,-1-1 0 0 0,-1 4 0 0 0,-1 2 32 0 0,-1 0 1 0 0,0 0-1 0 0,0-1 1 0 0,0 1 0 0 0,-1-1-1 0 0,-7 8 1 0 0,3-4 37 0 0,2 0 0 0 0,-8 13 0 0 0,14-21-35 0 0,0 0 0 0 0,0 1 0 0 0,0 0 1 0 0,0-1-1 0 0,1 1 0 0 0,-1-1 0 0 0,1 1 0 0 0,0-1 1 0 0,0 1-1 0 0,1 3 0 0 0,0 5 232 0 0,-1-11-208 0 0,0 0 0 0 0,0 0 0 0 0,0 1 0 0 0,0-1 0 0 0,1 0 0 0 0,-1 0 0 0 0,1 0 0 0 0,-1 0 0 0 0,1 0 0 0 0,-1 0 0 0 0,1 0 0 0 0,-1 0 0 0 0,1 0 0 0 0,0 0 0 0 0,0-1-1 0 0,-1 1 1 0 0,1 0 0 0 0,0 0 0 0 0,0-1 0 0 0,0 1 0 0 0,0 0 0 0 0,0-1 0 0 0,0 1 0 0 0,0-1 0 0 0,0 1 0 0 0,0-1 0 0 0,0 0 0 0 0,0 1 0 0 0,0-1 0 0 0,0 0 0 0 0,2 0 0 0 0,5 2 237 0 0,0-2 1 0 0,1 1-1 0 0,10-1 1 0 0,-9-1-196 0 0,14 1-83 0 0,0-2 0 0 0,-1 0 0 0 0,35-9 0 0 0,-4-5-5226 0 0,-42 13-4161 0 0</inkml:trace>
</inkml:ink>
</file>

<file path=ppt/ink/ink1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17.4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65 9234 0 0,'0'0'12541'0'0,"9"-11"-12811"0"0,30-33 90 0 0,-38 43 168 0 0,0 0 0 0 0,0 0 0 0 0,-1 1 0 0 0,1-1 0 0 0,0 0 0 0 0,0 1 0 0 0,0-1 0 0 0,0 0 0 0 0,0 1 1 0 0,0 0-1 0 0,0-1 0 0 0,0 1 0 0 0,0-1 0 0 0,0 1 0 0 0,0 0 0 0 0,0 0 0 0 0,0 0 0 0 0,0-1 0 0 0,0 1 1 0 0,1 0-1 0 0,0 1-7 0 0,-1-1 1 0 0,0 1-1 0 0,0-1 1 0 0,0 1-1 0 0,0-1 1 0 0,0 1-1 0 0,0 0 1 0 0,0 0 0 0 0,0-1-1 0 0,0 1 1 0 0,1 1-1 0 0,3 2-44 0 0,6 4 1 0 0,-1 0 0 0 0,0 1 1 0 0,0 0-1 0 0,-1 1 0 0 0,12 15 0 0 0,-16-18 22 0 0,0 0 0 0 0,-1 1 0 0 0,0 0 0 0 0,0 0 0 0 0,0 0-1 0 0,-1 1 1 0 0,-1-1 0 0 0,1 1 0 0 0,1 10 0 0 0,-2 5-52 0 0,0 26 0 0 0,-2-27 93 0 0,5 36-1 0 0,-1-38 9 0 0,1-1 1 0 0,14 35-1 0 0,-9-26-5 0 0,-5-13-16 0 0,9 17 0 0 0,-10-23 14 0 0,0 1 1 0 0,5 21 0 0 0,-5-17-11 0 0,-2-10 7 0 0,-1 0 0 0 0,0 0-1 0 0,-1 0 1 0 0,1 0 0 0 0,-1 0 0 0 0,0 0 0 0 0,-1 7 0 0 0,0-10 11 0 0,1-1 0 0 0,-1 0 0 0 0,0 1 0 0 0,1-1 0 0 0,-1 0 1 0 0,0 0-1 0 0,0 0 0 0 0,0 0 0 0 0,0 0 0 0 0,0 0 0 0 0,0 0 1 0 0,0 0-1 0 0,0 0 0 0 0,0 0 0 0 0,0-1 0 0 0,0 1 0 0 0,-1 0 1 0 0,1-1-1 0 0,0 1 0 0 0,-2 0 0 0 0,-28 6 221 0 0,-15 1-452 0 0,3-2-2582 0 0,15 0-3219 0 0,15-3-4122 0 0</inkml:trace>
</inkml:ink>
</file>

<file path=ppt/ink/ink1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14.6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157 388 0 0 0,'-5'-27'0'0'0,"-6"-24"0"0"0,9 43 0 0 0,-1 0 0 0 0,-6-12 0 0 0,6 13 0 0 0,-1 0 0 0 0,1 0 0 0 0,-2-9 0 0 0,3 8 0 0 0,0 0 0 0 0,-6-10 0 0 0,-1-2 0 0 0,-7-21 0 0 0,4 15 0 0 0,-2-4 0 0 0,12 26 0 0 0,0 0 0 0 0,0 0 0 0 0,0 0 0 0 0,-1 1 0 0 0,1-1 0 0 0,-1 1 0 0 0,0-1 0 0 0,-4-3 0 0 0,5 5 0 0 0,0 0 0 0 0,0-1 0 0 0,1 1 0 0 0,-1-1 0 0 0,0 0 0 0 0,1 1 0 0 0,0-1 0 0 0,-2-4 0 0 0,-2-4 0 0 0,5 9 0 0 0,0 0 0 0 0,-2 1 0 0 0,2-5 4162 0 0,2 16-577 0 0,1-5-3387 0 0,0-1 0 0 0,1 1 0 0 0,-1-1-1 0 0,6 6 1 0 0,6 7 121 0 0,59 67 300 0 0,61 120-1272 0 0,-97-135-1644 0 0,-7-11-3792 0 0,-23-43 5454 0 0</inkml:trace>
</inkml:ink>
</file>

<file path=ppt/ink/ink1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16.0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387 4 0 0 0,'0'0'2405'0'0,"-5"0"-1324"0"0,-27-3 12369 0 0,32 5-14181 0 0,5 83 2112 0 0,-2-52-1277 0 0,-2-10-138 0 0,-1-15-96 0 0,-1-7 121 0 0,0 0 0 0 0,0-1-1 0 0,0 1 1 0 0,0-1-1 0 0,0 1 1 0 0,0-1-1 0 0,0 0 1 0 0,0 1-1 0 0,0-1 1 0 0,0 0 0 0 0,-2 1-1 0 0,-5-1 45 0 0,2 0 29 0 0,1 0 0 0 0,-1 0 0 0 0,0-1 0 0 0,0 1 0 0 0,0-1 0 0 0,-8-3 0 0 0,-105-46 304 0 0,5 3-1063 0 0,86 36-554 0 0,10 2-3506 0 0,9 6-1929 0 0</inkml:trace>
</inkml:ink>
</file>

<file path=ppt/ink/ink1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23.0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11 0 0 0,'0'0'7659'0'0,"-1"-2"-6528"0"0,-8-7 4163 0 0,9 20-4750 0 0,1 0-128 0 0,0 1-1 0 0,1 0 1 0 0,1-1-1 0 0,6 20 0 0 0,-8-30-380 0 0,23 71 1544 0 0,58 112 0 0 0,-73-167-1519 0 0,-4-9-36 0 0,-1 0 1 0 0,0 1-1 0 0,0-1 1 0 0,3 12-1 0 0,-1-4 54 0 0,-5-14-423 0 0,-1 0 1 0 0,1-1-1 0 0,0 1 0 0 0,0 0 0 0 0,-1 0 0 0 0,1-1 1 0 0,-1 1-1 0 0,0 0 0 0 0,1 3 0 0 0</inkml:trace>
</inkml:ink>
</file>

<file path=ppt/ink/ink1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24.0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47 0 0 0,'0'0'12845'0'0,"-7"-7"-11870"0"0,-1-2-671 0 0,-17-19 2462 0 0,30 30-1691 0 0,-4-2-1023 0 0,0 0 0 0 0,-1 0-1 0 0,1 0 1 0 0,0 0 0 0 0,-1 0-1 0 0,1 0 1 0 0,0 0 0 0 0,0 1 0 0 0,-1-1-1 0 0,1 0 1 0 0,0 0 0 0 0,0 1-1 0 0,28 21-66 0 0,1-2-1 0 0,48 24 1 0 0,-8-13-351 0 0,-79-30-2316 0 0,-13-5 2638 0 0,-4-5 251 0 0,10 5-144 0 0,-14-8 1 0 0,11 4 37 0 0,14 7-6 0 0,0-1 0 0 0,1 0 0 0 0,-1 0 0 0 0,1 0 0 0 0,-1-1 0 0 0,1 1 0 0 0,-6-6 0 0 0,6 4 358 0 0,4 4-415 0 0,0-1 1 0 0,0 1 0 0 0,-1 0 0 0 0,1-1 0 0 0,0 1 0 0 0,-1 0-1 0 0,1-1 1 0 0,-1 1 0 0 0,1 0 0 0 0,0 0 0 0 0,-1-1-1 0 0,1 1 1 0 0,-1 0 0 0 0,1 0 0 0 0,-1 0 0 0 0,1-1-1 0 0,-1 1-13 0 0,1 0-1 0 0,-1-1 1 0 0,1 1-1 0 0,-1 0 1 0 0,1-1 0 0 0,0 1-1 0 0,-1-1 1 0 0,1 1-1 0 0,0-1 1 0 0,-1 1-1 0 0,1-1 1 0 0,0 1-1 0 0,0-1 1 0 0,-1 1-1 0 0,1-1 1 0 0,0 1-1 0 0,0-1 1 0 0,0 1-1 0 0,0-1 1 0 0,0 1-1 0 0,0-2 1 0 0,0 1-22 0 0,0 1 0 0 0,0-1 1 0 0,-1 0-1 0 0,1 0 0 0 0,0 0 1 0 0,0 1-1 0 0,0-1 0 0 0,-1 0 1 0 0,1 1-1 0 0,0-1 0 0 0,-1 0 1 0 0,1 1-1 0 0,-1-1 0 0 0,1 0 1 0 0,-1 1-1 0 0,1-1 1 0 0,-1 1-1 0 0,1-1 0 0 0,-1 0 1 0 0,0 0-1 0 0,-22-13-79 0 0,16 9 58 0 0,6 4 28 0 0,0 0 0 0 0,-1 0 1 0 0,1 0-1 0 0,-1 0 0 0 0,1 0 1 0 0,-1 0-1 0 0,0 1 0 0 0,-1-2 1 0 0,-2 1 60 0 0,5 0-40 0 0,0 1-1 0 0,0 0 0 0 0,0 0 0 0 0,0 0 1 0 0,0 0-1 0 0,0 0 0 0 0,-1 0 0 0 0,1 0 1 0 0,0 0-1 0 0,0 0 0 0 0,0 0 0 0 0,0 0 1 0 0,0 0-1 0 0,-1 0 0 0 0,1-1 0 0 0,0 1 0 0 0,0 0 1 0 0,0 0-1 0 0,0 0 0 0 0,0 0 0 0 0,-1 1 1 0 0,1-1-1 0 0,0 0 0 0 0,0 0 0 0 0,0 0 1 0 0,0 0-1 0 0,0 0 0 0 0,-1 0 0 0 0,1 0 1 0 0,0 0-1 0 0,0 0 0 0 0,0 0 0 0 0,0 0 1 0 0,0 0-1 0 0,0 0 0 0 0,-1 1 0 0 0,1-1 1 0 0,0 0-1 0 0,0 0 0 0 0,0 0 0 0 0,0 0 1 0 0,0 0-1 0 0,0 0 0 0 0,0 1 0 0 0,0-1 0 0 0,0 0 1 0 0,0 0-1 0 0,0 0 0 0 0,0 0 0 0 0,0 0 1 0 0,-1 1-1 0 0,1-1 0 0 0,0 0 0 0 0,0 0 1 0 0,-6 13 56 0 0,0 1 1 0 0,0 0 0 0 0,1 0 0 0 0,-4 17 0 0 0,2-6 3 0 0,6-18-298 0 0,0 0-1 0 0,0-1 0 0 0,0 1 1 0 0,1 0-1 0 0,1 9 0 0 0,0 2-2417 0 0,-1-9-2440 0 0</inkml:trace>
</inkml:ink>
</file>

<file path=ppt/ink/ink1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27.7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1 0 0 0,'-10'0'21981'0'0,"10"0"-21803"0"0,0 1 1 0 0,0 0-1 0 0,0 0 1 0 0,0-1 0 0 0,1 1-1 0 0,-1 0 1 0 0,0-1-1 0 0,1 1 1 0 0,-1 0 0 0 0,1-1-1 0 0,0 2 1 0 0,10 1-155 0 0,0 1 0 0 0,-1 0 0 0 0,1 1 0 0 0,-1 0 0 0 0,12 8 1 0 0,47 37-25 0 0,-65-47 0 0 0,41 33 30 0 0,-33-26-28 0 0,0-1 1 0 0,-1 1 0 0 0,0 1 0 0 0,15 17 0 0 0,-19-21-5 0 0,0 0-1 0 0,1 0 1 0 0,-1-1 0 0 0,12 7-1 0 0,8 7 47 0 0,-18-13-34 0 0,1 0-1 0 0,-1-1 0 0 0,1 0 1 0 0,17 8-1 0 0,-27-14-78 0 0,1 0 0 0 0,-1 0 0 0 0,0 0 0 0 0,0 0 1 0 0,0 0-1 0 0,0 0 0 0 0,0 0 0 0 0,0 1 0 0 0,1-1 0 0 0,-1 0 0 0 0,0 0 0 0 0,0 0 1 0 0,0 0-1 0 0,0 0 0 0 0,0 0 0 0 0,1 0 0 0 0,-1 0 0 0 0,0 0 0 0 0,0 0 1 0 0,0 0-1 0 0,0 0 0 0 0,1 0 0 0 0,-1 0 0 0 0,0 0 0 0 0,0 0 0 0 0,0 0 1 0 0,0 0-1 0 0,0 0 0 0 0,1 0 0 0 0,-1 0 0 0 0,0-1 0 0 0,0 1 0 0 0,0 0 0 0 0,0 0 1 0 0,0 0-1 0 0,1 0 0 0 0,-1 0 0 0 0,0 0 0 0 0,0-1 0 0 0,-2-5-2787 0 0,-7-6-5529 0 0</inkml:trace>
</inkml:ink>
</file>

<file path=ppt/ink/ink1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28.6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181 1 0 0 0,'0'0'21903'0'0,"-2"0"-21423"0"0,1 0-465 0 0,1-1 27 0 0,0 1-1 0 0,-1 0 0 0 0,1 0 1 0 0,0 0-1 0 0,0 0 0 0 0,0 0 1 0 0,-1 0-1 0 0,1 0 0 0 0,0 0 1 0 0,0 0-1 0 0,0 0 0 0 0,0 0 0 0 0,-1 0 1 0 0,1 0-1 0 0,0 0 0 0 0,0 0 1 0 0,0 0-1 0 0,0 0 0 0 0,-1 0 1 0 0,1 1-1 0 0,0-1 0 0 0,0 0 0 0 0,0 0 1 0 0,0 0-1 0 0,-1 0 0 0 0,1 0 1 0 0,0 0-1 0 0,0 0 0 0 0,0 1 1 0 0,0-1-1 0 0,0 0 0 0 0,0 0 0 0 0,-1 0 1 0 0,1 0-1 0 0,0 0 0 0 0,0 1 1 0 0,0-1-1 0 0,0 0 0 0 0,0 0 1 0 0,0 0-1 0 0,0 0 0 0 0,0 1 1 0 0,0-1 78 0 0,-10 2 100 0 0,9-1-224 0 0,1 0 8 0 0,-1-1 38 0 0,0 1 1 0 0,0 0 0 0 0,0 0 0 0 0,0 0 0 0 0,0 1 0 0 0,0-1 0 0 0,0 0 0 0 0,1 0 0 0 0,-1 0 0 0 0,0 1-1 0 0,0-1 1 0 0,1 0 0 0 0,-1 3 0 0 0,-6 8 99 0 0,-3 3-70 0 0,-4 4-28 0 0,12-15-38 0 0,0-1 0 0 0,-1 1-1 0 0,2-1 1 0 0,-1 1 0 0 0,-2 6-1 0 0,3-8-7 0 0,-20 40 41 0 0,16-32-48 0 0,3-7 18 0 0,0 1 1 0 0,1-1 0 0 0,-1 1-1 0 0,-1 4 1 0 0,-10 20 22 0 0,9-19-16 0 0,-2 0 12 0 0,5-8-26 0 0,0 0 1 0 0,1 0-1 0 0,-1-1 0 0 0,1 1 1 0 0,-1 0-1 0 0,1 0 0 0 0,-1 0 1 0 0,1 0-1 0 0,0 0 0 0 0,-1 0 1 0 0,1 0-1 0 0,0 0 0 0 0,0 0 1 0 0,-1 0-1 0 0,1 2 0 0 0,0-2 0 0 0,0 1-1 0 0,-1 0 0 0 0,1 0 1 0 0,-1-1-1 0 0,1 1 1 0 0,-1 0-1 0 0,0-1 1 0 0,0 1-1 0 0,0-1 0 0 0,0 1 1 0 0,0-1-1 0 0,-2 2 1 0 0,-3 8-22 0 0,5-10 19 0 0,0 0-1 0 0,0 0 1 0 0,0 0 0 0 0,0 0-1 0 0,1 0 1 0 0,-1 0 0 0 0,0-1 0 0 0,-1 1-1 0 0,0 1 1 0 0,-4 3 31 0 0,4 1-260 0 0</inkml:trace>
</inkml:ink>
</file>

<file path=ppt/ink/ink1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30.8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153 1 0 0 0,'0'0'16217'0'0,"-2"0"-16453"0"0,1 0 248 0 0,1 0-88 0 0,-1 1 0 0 0,0-1 0 0 0,0 0 0 0 0,1 0 0 0 0,-1 1 0 0 0,0-1 0 0 0,1 0 0 0 0,-1 1-1 0 0,0-1 1 0 0,1 1 0 0 0,-1-1 0 0 0,1 1 0 0 0,-1-1 0 0 0,0 1 0 0 0,1-1 0 0 0,-1 1 0 0 0,1 0-1 0 0,-1-1 1 0 0,1 1 0 0 0,0 0 0 0 0,-1 0 0 0 0,0 0 78 0 0,1 0 0 0 0,-1 0 1 0 0,0 0-1 0 0,0 0 0 0 0,1 0 0 0 0,-1 0 0 0 0,0-1 1 0 0,0 1-1 0 0,0 0 0 0 0,-1 0 0 0 0,-6 5 37 0 0,8-5-28 0 0,-1-1 1 0 0,0 1 0 0 0,1-1 0 0 0,-1 1-1 0 0,0-1 1 0 0,0 1 0 0 0,1-1-1 0 0,-1 0 1 0 0,0 0 0 0 0,0 1-1 0 0,0-1 1 0 0,0 0 0 0 0,1 0-1 0 0,-1 0 1 0 0,0 0 0 0 0,-1 0 0 0 0,-19 0 534 0 0,13-1-370 0 0,6 1-173 0 0,1 1 0 0 0,0-1 0 0 0,-1 0-1 0 0,1 0 1 0 0,0 1 0 0 0,-1-1 0 0 0,1 1 0 0 0,0-1-1 0 0,-2 2 1 0 0,-3 1-4 0 0,-3 1-23 0 0,3-1 32 0 0,6-3-7 0 0,-1 0-1 0 0,1 0 1 0 0,0 0-1 0 0,-1 0 0 0 0,1 0 1 0 0,0 1-1 0 0,-1-1 1 0 0,1 0-1 0 0,0 0 0 0 0,0 0 1 0 0,-1 0-1 0 0,1 0 0 0 0,0 1 1 0 0,0-1-1 0 0,-1 0 1 0 0,1 0-1 0 0,0 1 0 0 0,0-1 1 0 0,0 0-1 0 0,-1 0 1 0 0,1 1-1 0 0,0-1 0 0 0,-2 2 1 0 0,1 0-1 0 0,-1 0 0 0 0,0 0 0 0 0,0 0 1 0 0,0 0-1 0 0,-2 1 0 0 0,-2 2-4 0 0,5-3 127 0 0,-1 0 1 0 0,1 0-1 0 0,0 0 1 0 0,-1 0 0 0 0,1 0-1 0 0,0 0 1 0 0,0 1 0 0 0,1-1-1 0 0,-1 0 1 0 0,0 1 0 0 0,1-1-1 0 0,0 1 1 0 0,-1-1-1 0 0,1 0 1 0 0,0 1 0 0 0,0-1-1 0 0,0 1 1 0 0,1-1 0 0 0,-1 1-1 0 0,0-1 1 0 0,1 0-1 0 0,0 1 1 0 0,-1-1 0 0 0,1 0-1 0 0,0 0 1 0 0,3 5 0 0 0,6 18 606 0 0,-5-8-548 0 0,1-3-146 0 0,-1 0 0 0 0,-1 0 1 0 0,-1 0-1 0 0,3 22 0 0 0,2 7-22 0 0,-4-20 12 0 0,1 36 1 0 0,0-3 61 0 0,1-13 68 0 0,-4-23-18 0 0,2 6 85 0 0,-4-16-184 0 0,0-1 4 0 0,2 0-15 0 0,0 0 0 0 0,-1 0 0 0 0,0 0 0 0 0,-1 9 0 0 0,0-17 73 0 0,0-1 1 0 0,0 1-1 0 0,0-1 1 0 0,0 1-1 0 0,0-1 1 0 0,0 1-1 0 0,0-1 1 0 0,0 1 0 0 0,0-1-1 0 0,0 1 1 0 0,0-1-1 0 0,1 1 1 0 0,-1-1-1 0 0,0 1 1 0 0,0-1-1 0 0,1 0 1 0 0,-1 1-1 0 0,0-1 1 0 0,0 1-1 0 0,1-1 1 0 0,-1 0 0 0 0,0 1-1 0 0,1-1 1 0 0,-1 0-1 0 0,1 1 1 0 0,-1-1-1 0 0,0 0 1 0 0,1 1-1 0 0,-1-1 1 0 0,1 0-1 0 0,-1 0 1 0 0,1 0-1 0 0,-1 0 1 0 0,1 1 0 0 0,-1-1-1 0 0,2 0 1 0 0,11-2-309 0 0,0 1 1 0 0,1 0-1 0 0,-1 1 1 0 0,1 1-1 0 0,-1 0 1 0 0,0 1-1 0 0,1 0 1 0 0,-1 1 0 0 0,17 6-1 0 0,-22-7-841 0 0,1 0 1 0 0,14 2-1 0 0,-6-3-8510 0 0</inkml:trace>
</inkml:ink>
</file>

<file path=ppt/ink/ink1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31.4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13 512 0 0,'0'0'23569'0'0,"-3"-2"-23281"0"0,1 0-211 0 0,-7-6 237 0 0,10 9-318 0 0,-1-1-1 0 0,1 1 1 0 0,0 0-1 0 0,0 0 1 0 0,0 0-1 0 0,-1 0 1 0 0,1 0 0 0 0,-1 0-1 0 0,1 0 1 0 0,0 0-1 0 0,-1 0 1 0 0,0 0-1 0 0,1 0 1 0 0,-1 0 0 0 0,1 2-1 0 0,3 22-50 0 0,-2-16 68 0 0,4 11-4 0 0,-4-15-11 0 0,-1-1 1 0 0,0 1-1 0 0,2 6 0 0 0,-1 4-26 0 0,7 18-1 0 0,-4-13 37 0 0,12 27 23 0 0,-17-46-66 0 0,0-1 0 0 0,0 0 1 0 0,0 1-1 0 0,0-1 0 0 0,0 1 1 0 0,1-1-1 0 0,-1 0 0 0 0,0 1 1 0 0,0-1-1 0 0,0 0 0 0 0,0 1 1 0 0,0-1-1 0 0,1 0 0 0 0,-1 1 1 0 0,0-1-1 0 0,0 0 0 0 0,0 0 1 0 0,1 1-1 0 0,-1-1 0 0 0,0 0 1 0 0,1 0-1 0 0,-1 1 0 0 0,0-1 1 0 0,0 0-1 0 0,1 0 0 0 0,-1 0 1 0 0,0 1-1 0 0,1-1 0 0 0,0 0 1 0 0</inkml:trace>
</inkml:ink>
</file>

<file path=ppt/ink/ink1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32.1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0 664 0 0,'0'0'18356'0'0,"20"3"-18299"0"0,62 10 14 0 0,-70-12-32 0 0,0 1 0 0 0,-1 1-1 0 0,16 5 1 0 0,-4-1 29 0 0,1 0 28 0 0,-14-3 143 0 0,-1-1-1 0 0,1-1 1 0 0,-1 0 0 0 0,19 2 1990 0 0,-36-3-1550 0 0,8-1-740 0 0,-7 24-486 0 0,5-12 568 0 0,1 0 0 0 0,0 0-1 0 0,0 1 1 0 0,2 14 0 0 0,0 0-15 0 0,0-9 3 0 0,0-1 0 0 0,2 0 0 0 0,0 0 0 0 0,1-1 0 0 0,10 26 0 0 0,1 16 1 0 0,-10-37-13 0 0,6 14-24 0 0,2-3 19 0 0,5 15-8 0 0,-16-43-3 0 0,0 0-1 0 0,-1 0 1 0 0,2 8 0 0 0,3 10-64 0 0,-5-21 59 0 0,-1 0 0 0 0,0 0 0 0 0,0 0 0 0 0,1 0 0 0 0,-1 0-1 0 0,0 0 1 0 0,0 1 0 0 0,0-1 0 0 0,0 0 0 0 0,0 0 0 0 0,0 0 0 0 0,-1 0 0 0 0,1 0-1 0 0,0 0 1 0 0,-1 0 0 0 0,1 0 0 0 0,0 1 0 0 0,-1-1 0 0 0,1 0 0 0 0,-1 0 0 0 0,0-1 0 0 0,0 3-1 0 0,-13 8-177 0 0,6-6 139 0 0,7-4 57 0 0,0 0 0 0 0,0 0 0 0 0,0 0 0 0 0,0-1 0 0 0,0 1-1 0 0,0 0 1 0 0,-1-1 0 0 0,1 1 0 0 0,0-1 0 0 0,-1 1 0 0 0,1-1 0 0 0,-3 1 0 0 0,-11 0-269 0 0,-1 0 0 0 0,-25-2-1 0 0,18-2-2260 0 0,1-2-3348 0 0</inkml:trace>
</inkml:ink>
</file>

<file path=ppt/ink/ink1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34.6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244 1 0 0 0,'0'0'17401'0'0,"-1"2"-17008"0"0,-6 5-100 0 0,6-7-189 0 0,0 1 1 0 0,0-1 0 0 0,0 0-1 0 0,0 1 1 0 0,0-1 0 0 0,0 0 0 0 0,0 0-1 0 0,0 1 1 0 0,0-1 0 0 0,0 0 0 0 0,0 0-1 0 0,0 0 1 0 0,0 0 0 0 0,0 0 0 0 0,0-1-1 0 0,-1 1 1 0 0,-2-1 292 0 0,-132 8 1709 0 0,97-5-2045 0 0,19-1-1530 0 0,1 0-3950 0 0</inkml:trace>
</inkml:ink>
</file>

<file path=ppt/ink/ink1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35.7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45 0 0 0,'0'0'14792'0'0,"0"-2"-14209"0"0,-4-9 2444 0 0,3 9-2823 0 0,0-1 0 0 0,1 1-1 0 0,-1-1 1 0 0,0 1 0 0 0,1-1 0 0 0,-1 1-1 0 0,1-1 1 0 0,0 1 0 0 0,0-1-1 0 0,0-3 1 0 0,-2 7 1697 0 0,6 0-1867 0 0,6 7 392 0 0,34 31-24 0 0,62 34-144 0 0,25 16-157 0 0,-34-25-141 0 0,-92-60 554 0 0,1 0-2577 0 0,-6-5 1955 0 0,0 1 1 0 0,0 0-1 0 0,0 0 1 0 0,0 0-1 0 0,0-1 0 0 0,0 1 1 0 0,0 0-1 0 0,1 0 1 0 0,-1 0-1 0 0,0-1 0 0 0,0 1 1 0 0,0 0-1 0 0,0 0 1 0 0,0-1-1 0 0,0 1 0 0 0,0 0 1 0 0,-1 0-1 0 0,1 0 1 0 0,0-1-1 0 0,0 1 0 0 0,0 0 1 0 0,0 0-1 0 0,0 0 1 0 0,0-1-1 0 0,0 1 1 0 0,0 0-1 0 0,0 0 0 0 0,-1 0 1 0 0,1-1-1 0 0,0 1 1 0 0,0 0-1 0 0,0 0 0 0 0,-14-20-12002 0 0</inkml:trace>
</inkml:ink>
</file>

<file path=ppt/ink/ink1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36.1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158 2 5489 0 0,'0'0'18931'0'0,"-3"0"-18778"0"0,-7-1-58 0 0,10 1-90 0 0,-1 0 0 0 0,1 1 0 0 0,0-1 0 0 0,0 0 0 0 0,-1 0 0 0 0,1 1 0 0 0,0-1 0 0 0,0 0 0 0 0,0 0 0 0 0,-1 1 0 0 0,1-1 0 0 0,0 0 0 0 0,0 1 0 0 0,0-1 0 0 0,0 0 0 0 0,0 0 0 0 0,0 1 0 0 0,0-1 0 0 0,0 0 0 0 0,0 1 0 0 0,0-1 0 0 0,0 0 0 0 0,0 1 0 0 0,0-1 0 0 0,0 0 0 0 0,0 1 0 0 0,0-1 0 0 0,0 0 0 0 0,0 1 0 0 0,0 2 20 0 0,-3 4-15 0 0,0 0 1 0 0,0-1-1 0 0,-6 8 1 0 0,-4 8 23 0 0,-12 24 13 0 0,-8 18-48 0 0,30-58 81 0 0,-1 0-1 0 0,0 0 1 0 0,0 0-1 0 0,-6 7 0 0 0,-5 6-2140 0 0,3 2-7434 0 0</inkml:trace>
</inkml:ink>
</file>

<file path=ppt/ink/ink1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37.2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178 49 0 0 0,'0'0'20383'0'0,"-20"-8"-20191"0"0,-62-24-57 0 0,58 24-85 0 0,18 8-6 0 0,1 0-16 0 0,0 0-27 0 0,3 0-1 0 0,1 0 0 0 0,0 0-1 0 0,-1 0 1 0 0,1 0 0 0 0,-1 0-1 0 0,1 0 1 0 0,-1 0 0 0 0,1 0-1 0 0,-1 1 1 0 0,1-1-1 0 0,0 0 1 0 0,-1 1 0 0 0,-1 1-1 0 0,2-1-27 0 0,0 0 0 0 0,0 0 0 0 0,1 0 0 0 0,-1 0 0 0 0,0 0 0 0 0,1 0 0 0 0,-1 0 0 0 0,1 0-1 0 0,0 1 1 0 0,-1-1 0 0 0,1 3 0 0 0,-4 10-64 0 0,3 12 380 0 0,0-18-218 0 0,1 0-1 0 0,0 0 0 0 0,0 1 1 0 0,1-1-1 0 0,0 0 0 0 0,3 12 1 0 0,13 44 170 0 0,5 13 14 0 0,4 11-83 0 0,6 40-132 0 0,-29-104-70 0 0,1 6 2 0 0,-1-18 26 0 0,0 0 0 0 0,-1 1 0 0 0,1 23 0 0 0,2 17-67 0 0,-5-45 28 0 0,0 5-81 0 0,17-13 2366 0 0,1-6-2129 0 0,-15 5-142 0 0,-1 0 0 0 0,1 0 0 0 0,0 0 0 0 0,0 1 1 0 0,4-2-1 0 0,24 1-699 0 0,33 3-1 0 0,-33 1-3596 0 0,0 0-5685 0 0</inkml:trace>
</inkml:ink>
</file>

<file path=ppt/ink/ink1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38.4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87 0 0 0,'0'0'23054'0'0,"-2"0"-22552"0"0,-11 1 347 0 0,13-1-780 0 0,0 1-1 0 0,0-1 0 0 0,0 0 1 0 0,0 0-1 0 0,0 0 1 0 0,0 0-1 0 0,0 1 0 0 0,0-1 1 0 0,0 0-1 0 0,0 0 1 0 0,0 0-1 0 0,0 0 1 0 0,0 1-1 0 0,0-1 0 0 0,0 0 1 0 0,0 0-1 0 0,0 0 1 0 0,0 0-1 0 0,0 0 0 0 0,0 1 1 0 0,1-1-1 0 0,-1 0 1 0 0,0 0-1 0 0,0 0 0 0 0,0 0 1 0 0,0 0-1 0 0,0 0 1 0 0,0 0-1 0 0,1 0 0 0 0,-1 0 1 0 0,0 1-1 0 0,0-1 1 0 0,0 0-1 0 0,0 0 0 0 0,1 0 1 0 0,6-2 310 0 0,5-6-638 0 0,-3 2 222 0 0,0 0-1 0 0,0 1 0 0 0,10-6 0 0 0,-9 6 18 0 0,0 0 0 0 0,11-10 1 0 0,-13 10 21 0 0,-1 0 0 0 0,1 1 0 0 0,0 0 0 0 0,9-4 0 0 0,-12 7-71 0 0,1 0 0 0 0,0 0-1 0 0,0 1 1 0 0,0 0 0 0 0,0 0-1 0 0,0 0 1 0 0,0 1 0 0 0,9 2-1 0 0,-5 0 7 0 0,0 2 0 0 0,0-1 0 0 0,0 1 0 0 0,0 0 0 0 0,-1 1 0 0 0,0 1 0 0 0,0-1 0 0 0,12 13 0 0 0,-18-16-13 0 0,0-1 0 0 0,-1 1 0 0 0,1 0-1 0 0,-1 0 1 0 0,2 4 0 0 0,-3-5-37 0 0,0 0 0 0 0,0 1 0 0 0,-1-1 1 0 0,1 0-1 0 0,-1 1 0 0 0,1-1 1 0 0,-1 0-1 0 0,0 6 0 0 0,-1-7 99 0 0,1 1-1 0 0,-1 0 1 0 0,1-1 0 0 0,-1 1-1 0 0,0 0 1 0 0,0-1 0 0 0,1 1-1 0 0,-1-1 1 0 0,0 1 0 0 0,0-1-1 0 0,-1 0 1 0 0,1 1 0 0 0,0-1-1 0 0,0 0 1 0 0,-1 0 0 0 0,1 0-1 0 0,-3 2 1 0 0,-1 0 18 0 0,0 0 0 0 0,0 1 0 0 0,-12 3-1 0 0,-55 18 133 0 0,67-23-139 0 0,1-1 0 0 0,-1 1-1 0 0,1-1 1 0 0,-1 0-1 0 0,1 0 1 0 0,-8 0-1 0 0,12-1 8 0 0,0 0-1 0 0,0 0 0 0 0,0 0 0 0 0,0 1 0 0 0,0-1 0 0 0,0 0 0 0 0,0 0 0 0 0,0 0 0 0 0,0 0 0 0 0,0 1 1 0 0,0-1-1 0 0,0 0 0 0 0,0 0 0 0 0,0 0 0 0 0,0 1 0 0 0,0-1 0 0 0,1 0 0 0 0,-1 0 0 0 0,0 0 0 0 0,0 0 1 0 0,0 0-1 0 0,0 1 0 0 0,0-1 0 0 0,0 0 0 0 0,1 0 0 0 0,-1 0 0 0 0,0 0 0 0 0,0 0 0 0 0,0 0 0 0 0,0 0 1 0 0,0 1-1 0 0,1-1 0 0 0,-1 0 0 0 0,0 0 0 0 0,0 0 0 0 0,1 0 0 0 0,7 1 29 0 0,0 1 1 0 0,0 0-1 0 0,1 0 0 0 0,-1 1 1 0 0,-1 0-1 0 0,12 6 0 0 0,-9-5-24 0 0,17 10-148 0 0,0 1 1 0 0,31 23 0 0 0,-53-35 115 0 0,-1 1 0 0 0,0 0 1 0 0,-1 0-1 0 0,5 5 0 0 0,-4-5-20 0 0,-1 0-1 0 0,1 0 1 0 0,5 5 0 0 0,-8-9 23 0 0,-1 1 1 0 0,0 0-1 0 0,1-1 1 0 0,-1 1-1 0 0,0 0 1 0 0,1-1-1 0 0,-1 1 1 0 0,0 0-1 0 0,0-1 1 0 0,0 1-1 0 0,1 0 1 0 0,-1 0-1 0 0,0-1 0 0 0,0 1 1 0 0,0 0-1 0 0,0 0 1 0 0,0-1-1 0 0,-1 2 1 0 0,1-1-5 0 0,0 1-1 0 0,0-1 1 0 0,-1 1 0 0 0,1-1 0 0 0,0 0-1 0 0,-1 1 1 0 0,1-1 0 0 0,-2 2 0 0 0,-1 1 36 0 0,0 0 1 0 0,0-1 0 0 0,-1 1 0 0 0,0-1 0 0 0,1 0 0 0 0,-1 0-1 0 0,0 0 1 0 0,-1 0 0 0 0,1-1 0 0 0,0 0 0 0 0,-1 0-1 0 0,1 0 1 0 0,-1 0 0 0 0,-5 1 0 0 0,-7 1-89 0 0,1 0 1 0 0,-1-1-1 0 0,0 0 1 0 0,-18-1-1 0 0,5-1-1410 0 0,14 0-1465 0 0,1-1-4390 0 0</inkml:trace>
</inkml:ink>
</file>

<file path=ppt/ink/ink1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39.4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39 0 0 0,'0'0'24505'0'0,"1"-4"-24077"0"0,1-13-85 0 0,-1 16-309 0 0,0 0-1 0 0,-1 0 0 0 0,1 0 1 0 0,0 0-1 0 0,-1 0 1 0 0,1 0-1 0 0,0 1 1 0 0,0-1-1 0 0,0 0 1 0 0,0 0-1 0 0,0 1 1 0 0,0-1-1 0 0,0 1 1 0 0,0-1-1 0 0,0 1 0 0 0,0-1 1 0 0,0 1-1 0 0,0-1 1 0 0,1 1-1 0 0,-1 0 1 0 0,2 0-1 0 0,5-2-113 0 0,1 1 0 0 0,-1 1-1 0 0,0 0 1 0 0,13 1 0 0 0,-18-1 47 0 0,0 1 0 0 0,0-1 1 0 0,0 1-1 0 0,0 0 1 0 0,0 0-1 0 0,0 0 1 0 0,0 1-1 0 0,-1-1 0 0 0,1 1 1 0 0,0-1-1 0 0,-1 1 1 0 0,1 0-1 0 0,-1 0 1 0 0,0 0-1 0 0,3 4 0 0 0,-4-5-2 0 0,1 0 1 0 0,-1 0-1 0 0,0 0 0 0 0,0 0 0 0 0,-1 1 0 0 0,1-1 0 0 0,0 0 0 0 0,0 1 0 0 0,-1-1 0 0 0,1 0 0 0 0,0 1 1 0 0,-1-1-1 0 0,0 1 0 0 0,1-1 0 0 0,-1 1 0 0 0,0-1 0 0 0,0 1 0 0 0,1 0 0 0 0,-1-1 0 0 0,-1 1 0 0 0,1-1 0 0 0,0 1 1 0 0,0-1-1 0 0,0 1 0 0 0,-1-1 0 0 0,1 1 0 0 0,-1-1 0 0 0,-1 3 0 0 0,0 2 31 0 0,-1-1 1 0 0,1 1-1 0 0,-1 0 0 0 0,2 0 1 0 0,-1 0-1 0 0,1 0 0 0 0,0 0 0 0 0,-1 8 1 0 0,2 55 55 0 0,0-38 29 0 0,1-13-72 0 0,1 0 1 0 0,8 34-1 0 0,-5-29 3 0 0,2 23 0 0 0,-5-18-17 0 0,5 89-71 0 0,-7-103 83 0 0,1-1 0 0 0,0 0 1 0 0,4 17-1 0 0,-4-27 3 0 0,0 0 1 0 0,0-1-1 0 0,1 1 0 0 0,-1-1 1 0 0,1 0-1 0 0,0 1 0 0 0,-1-1 1 0 0,1 0-1 0 0,0 0 0 0 0,0 0 1 0 0,5 3-1 0 0,9 11 14 0 0,-2-3-21 0 0,-6-8-10 0 0,-7-4-50 0 0,8 6 98 0 0,-9-7-69 0 0,0 1 0 0 0,1-1 1 0 0,-1 0-1 0 0,0 0 1 0 0,0 1-1 0 0,1-1 0 0 0,-1 0 1 0 0,0 1-1 0 0,0-1 1 0 0,0 0-1 0 0,0 1 0 0 0,1-1 1 0 0,-1 0-1 0 0,0 1 1 0 0,0-1-1 0 0,0 0 1 0 0,0 1-1 0 0,0-1 0 0 0,0 0 1 0 0,0 1-1 0 0,0-1 1 0 0,0 0-1 0 0,0 1 0 0 0,0-1 1 0 0,0 1-1 0 0,0-1 1 0 0,-16 0-628 0 0,-73 0 176 0 0,51 0-6449 0 0</inkml:trace>
</inkml:ink>
</file>

<file path=ppt/ink/ink1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46.6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237 162 0 0 0,'0'0'2437'0'0,"-10"-5"-2316"0"0,-31-12-5 0 0,38 16-36 0 0,0-1 0 0 0,0 1 0 0 0,-1 0 0 0 0,1 0 0 0 0,0 1 0 0 0,-7-1 0 0 0,-4-2 670 0 0,-31-12 5432 0 0,39 14-6161 0 0,0 0 0 0 0,0 1 0 0 0,-1 0 0 0 0,-11 1 0 0 0,-1 0 118 0 0,18-1 106 0 0,-1 0 0 0 0,1 0-1 0 0,0 0 1 0 0,-1 0 0 0 0,1 0-1 0 0,0-1 1 0 0,-1 1 0 0 0,1 0 0 0 0,0-1-1 0 0,-1 1 1 0 0,1 0 0 0 0,0-1-1 0 0,0 0 1 0 0,0 1 0 0 0,-1-1-1 0 0,1 0 1 0 0,0 1 0 0 0,0-1-1 0 0,0 0 1 0 0,0 0 0 0 0,0 0 0 0 0,0 0-1 0 0,1 0 1 0 0,-1 0 0 0 0,0 0-1 0 0,0-1 1 0 0,1 1 0 0 0,-1 0-1 0 0,1 0 1 0 0,-2-3 0 0 0,2 4-202 0 0,0 0 1 0 0,0 0-1 0 0,0 0 1 0 0,0 0-1 0 0,0 0 1 0 0,0-1-1 0 0,-1 1 1 0 0,1 0-1 0 0,0 0 1 0 0,0 0-1 0 0,0 0 1 0 0,0 0-1 0 0,0-1 0 0 0,0 1 1 0 0,0 0-1 0 0,0 0 1 0 0,0 0-1 0 0,0 0 1 0 0,0 0-1 0 0,0-1 1 0 0,0 1-1 0 0,0 0 1 0 0,0 0-1 0 0,0 0 1 0 0,0 0-1 0 0,0-1 1 0 0,0 1-1 0 0,0 0 1 0 0,0 0-1 0 0,0 0 1 0 0,0 0-1 0 0,0 0 1 0 0,0-1-1 0 0,0 1 0 0 0,1 0 1 0 0,-1 0-1 0 0,0 0 1 0 0,0 0-1 0 0,0 0 1 0 0,0 0-1 0 0,0 0 1 0 0,0-1-1 0 0,1 1 1 0 0,-1 0-1 0 0,0 0 1 0 0,0 0-1 0 0,0 0 1 0 0,0 0-1 0 0,0 0 1 0 0,1 0-1 0 0,-1 0 1 0 0,0 0-1 0 0,0 0 1 0 0,0 0-1 0 0,0 0 0 0 0,0 0 1 0 0,1 0-1 0 0,-1 0 1 0 0,0 0-1 0 0,0 0 1 0 0,0 0-1 0 0,0 0 1 0 0,1 0-1 0 0,-1 0 1 0 0,0 0-1 0 0,0 0 1 0 0,0 0-1 0 0,0 0 1 0 0,1 1-1 0 0,4-1-203 0 0,164 0 1878 0 0,-144 1-1571 0 0,32 6 0 0 0,-18-1-34 0 0,17-3 609 0 0,101-5 1 0 0,-67-6-315 0 0,31-1-164 0 0,-44 8-224 0 0,84 2 63 0 0,-56 8 0 0 0,52 2 5 0 0,-102-7-51 0 0,200 1 181 0 0,-159-6-167 0 0,233-6 59 0 0,-18 2-38 0 0,-115 13-33 0 0,-3-1-46 0 0,29-1 44 0 0,129-1-22 0 0,-156-4-20 0 0,146-1 9 0 0,56-33 18 0 0,-376 30-13 0 0,-6 0-16 0 0,31-1 0 0 0,48 2 10 0 0,72 2-3 0 0,109 14 16 0 0,-110-26 5 0 0,-61 3 7 0 0,64-12-24 0 0,-31 3-8 0 0,-34 3 33 0 0,-62 9 2 0 0,43-3-6 0 0,-6 5-46 0 0,-27 2 20 0 0,32 2-19 0 0,-45 0 24 0 0,-8 1-14 0 0,31 6 1 0 0,-21-2 4 0 0,106 16-2 0 0,-115-16 1 0 0,-22-3 4 0 0,1 0 0 0 0,18 1 0 0 0,-9-1 7 0 0,-19-1 3 0 0,0-1 62 0 0,-14 4-10258 0 0</inkml:trace>
</inkml:ink>
</file>

<file path=ppt/ink/ink1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49.6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109 2418 0 0 0,'0'0'2353'0'0,"-6"-1"-2080"0"0,-61-3 1153 0 0,64 4-1166 0 0,1-1 1 0 0,-1 1 0 0 0,1-1-1 0 0,-1 1 1 0 0,1-1 0 0 0,-4-2 0 0 0,-8-4 10651 0 0,19 4-10801 0 0,30-13 1942 0 0,-5-4 41 0 0,-22 14-1945 0 0,0 1-1 0 0,0-1 1 0 0,1 1 0 0 0,0 1 0 0 0,-1 0 0 0 0,2 0-1 0 0,-1 1 1 0 0,15-4 0 0 0,53-3-62 0 0,-28 4 30 0 0,56-14-1 0 0,-65 10-26 0 0,92-27 347 0 0,-84 21-265 0 0,56-20 61 0 0,-39 14-40 0 0,80-17-1 0 0,-103 28-163 0 0,119-31 154 0 0,-130 33-173 0 0,154-46 140 0 0,-34 3-46 0 0,-116 38-97 0 0,66-23 28 0 0,-79 29-17 0 0,0 0-1 0 0,-1-1 0 0 0,0-1 1 0 0,-1-1-1 0 0,27-18 0 0 0,24-14 38 0 0,-48 30-55 0 0,-2 3 5 0 0,-1 1 0 0 0,24-7 0 0 0,-7 2-17 0 0,59-16 45 0 0,-35 12-18 0 0,-17 5 14 0 0,-2-2 0 0 0,0-1 1 0 0,45-27-1 0 0,23-18-1 0 0,33-19 20 0 0,-115 64-41 0 0,0 2-1 0 0,2 1 1 0 0,-1 1 0 0 0,57-14-1 0 0,0-2 34 0 0,3-2 22 0 0,-62 22-6 0 0,39-18 0 0 0,43-25 22 0 0,-47 20-38 0 0,-49 24-9 0 0,18-12 0 0 0,3-2 17 0 0,-13 9-43 0 0,-13 6 4 0 0,0 2-1 0 0,10-5 0 0 0,6-2-22 0 0,8-3-13 0 0,93-32 54 0 0,13-3-17 0 0,-22 5 0 0 0,-33 18-7 0 0,125-58 0 0 0,-183 73-2 0 0,33-10-1 0 0,3-1-3 0 0,33-12 6 0 0,17-9-34 0 0,-58 25 72 0 0,-18 7-34 0 0,84-26-6 0 0,-66 21-1 0 0,-2 1 8 0 0,67-31 0 0 0,-39 15-23 0 0,3-2 38 0 0,11-11-63 0 0,-85 39 58 0 0,95-47-35 0 0,-26 14 37 0 0,-48 26-24 0 0,20-8 23 0 0,21-7-27 0 0,-43 16 39 0 0,11-8-44 0 0,-18 9 20 0 0,24-10 1 0 0,59-18-1 0 0,-49 20 9 0 0,-35 12-1 0 0,-1-2-1 0 0,-1 0 0 0 0,1-1 1 0 0,24-17-1 0 0,-18 9 15 0 0,11-8-41 0 0,-29 21 12 0 0,19-8 14 0 0,9-6-20 0 0,-6 8-10 0 0,2 1 0 0 0,-1 1-1 0 0,53-6 1 0 0,-76 13 13 0 0,-3 1-1 0 0,0 0 1 0 0,-1-1-1 0 0,1 1 0 0 0,-1-1 1 0 0,1 1-1 0 0,-1-1 1 0 0,4-2-1 0 0,8 0-1512 0 0,-1 2-4259 0 0</inkml:trace>
</inkml:ink>
</file>

<file path=ppt/ink/ink1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50.5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136 104 0 0 0,'0'0'17512'0'0,"8"-10"-16912"0"0,25-32-116 0 0,-30 39-397 0 0,0-1 0 0 0,0 0 1 0 0,0 1-1 0 0,0-1 0 0 0,1 1 0 0 0,0 0 0 0 0,0 0 0 0 0,0 0 1 0 0,0 1-1 0 0,0 0 0 0 0,0-1 0 0 0,0 1 0 0 0,1 1 1 0 0,-1-1-1 0 0,1 1 0 0 0,0 0 0 0 0,-1 0 0 0 0,9-1 0 0 0,-3 0-24 0 0,4 1-11 0 0,-1 0-1 0 0,21 1 1 0 0,-10 0-10 0 0,-19 0-37 0 0,1 1 1 0 0,0 0-1 0 0,0-1 0 0 0,0 2 0 0 0,0-1 0 0 0,-1 1 0 0 0,1 0 0 0 0,0 0 0 0 0,-1 0 0 0 0,0 1 1 0 0,0 0-1 0 0,0 0 0 0 0,0 1 0 0 0,0-1 0 0 0,0 1 0 0 0,-1 0 0 0 0,0 0 0 0 0,0 0 0 0 0,0 1 0 0 0,0-1 1 0 0,-1 1-1 0 0,4 6 0 0 0,-6-9 0 0 0,1 1 0 0 0,-1 0 0 0 0,0 0 0 0 0,0 0 1 0 0,-1-1-1 0 0,1 1 0 0 0,0 0 0 0 0,-1 0 0 0 0,0 0 1 0 0,0 0-1 0 0,0 0 0 0 0,0 0 0 0 0,0 0 0 0 0,-2 5 0 0 0,2-3 23 0 0,-2-1-1 0 0,1 1 1 0 0,-1-1 0 0 0,1 0-1 0 0,-1 0 1 0 0,0 0-1 0 0,-1 0 1 0 0,-4 7-1 0 0,-2-1 65 0 0,-1-1 1 0 0,0 0-1 0 0,0-1 0 0 0,-1 0 0 0 0,0 0 1 0 0,-1-1-1 0 0,1 0 0 0 0,-1-1 1 0 0,-1-1-1 0 0,-12 5 0 0 0,5-4 56 0 0,-1 0 0 0 0,1-2 0 0 0,-1 0-1 0 0,1-1 1 0 0,-1-1 0 0 0,0-1 0 0 0,-32-3 0 0 0,45 1-68 0 0,0 0 1 0 0,-1 0-1 0 0,1-1 0 0 0,0 0 1 0 0,0-1-1 0 0,0 0 0 0 0,0 0 1 0 0,1-1-1 0 0,-1 0 0 0 0,1 0 1 0 0,0 0-1 0 0,-10-9 0 0 0,15 11-44 0 0,1 0 1 0 0,0 1-1 0 0,0-1 0 0 0,0 0 1 0 0,0 1-1 0 0,0-1 0 0 0,0 0 1 0 0,0 0-1 0 0,1 0 0 0 0,-1 0 1 0 0,0-3-1 0 0,-2-23 255 0 0,3 21-269 0 0,-1 0 1 0 0,2 0-1 0 0,-1 0 1 0 0,1 0-1 0 0,0 0 0 0 0,1 0 1 0 0,-1 1-1 0 0,2-1 1 0 0,3-11-1 0 0,-2 12-22 0 0,-1 1-1 0 0,1-1 1 0 0,0 0 0 0 0,0 1 0 0 0,0 0-1 0 0,1 0 1 0 0,0 0 0 0 0,0 1 0 0 0,0-1-1 0 0,0 1 1 0 0,1 0 0 0 0,-1 1-1 0 0,1-1 1 0 0,0 1 0 0 0,8-3 0 0 0,-1 2-62 0 0,1 0 1 0 0,-1 1 0 0 0,0 0 0 0 0,1 1 0 0 0,0 1 0 0 0,20 0 0 0 0,-31 2 14 0 0,-1-1 1 0 0,0 1-1 0 0,1 0 0 0 0,-1 1 1 0 0,0-1-1 0 0,0 0 0 0 0,0 0 1 0 0,0 1-1 0 0,0 0 0 0 0,0-1 1 0 0,0 1-1 0 0,-1 0 0 0 0,3 2 1 0 0,0 0-191 0 0,2 3-828 0 0,1 0 0 0 0,8 14-1 0 0,-4-1-3328 0 0,-6 0-3755 0 0</inkml:trace>
</inkml:ink>
</file>

<file path=ppt/ink/ink1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52.7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92 234 0 0 0,'0'0'2406'0'0,"-1"-7"-2375"0"0,-1-1-18 0 0,1 3 9 0 0,0 1 0 0 0,0 0 0 0 0,1 0 1 0 0,0-1-1 0 0,-1-5 0 0 0,2 9 87 0 0,-1-1 0 0 0,0 1 0 0 0,0 0 0 0 0,1 0 0 0 0,-1-1 1 0 0,1 1-1 0 0,-1 0 0 0 0,2-2 0 0 0,-2 2 62 0 0,1-1 0 0 0,0 1 0 0 0,-1 0 0 0 0,1 0 0 0 0,-1 0 0 0 0,0-1 0 0 0,1 1 0 0 0,-1-3 0 0 0,2-7 999 0 0,-2 9-1008 0 0,0 1 0 0 0,1-1 0 0 0,-1 1 0 0 0,0 0 0 0 0,0-1 1 0 0,0 1-1 0 0,0-1 0 0 0,0 1 0 0 0,0-1 0 0 0,-1 1 0 0 0,1-1 0 0 0,0 1 0 0 0,-1-2 0 0 0,-31-76 8241 0 0,31 78-8364 0 0,1 0-1 0 0,-1 0 0 0 0,1 0 1 0 0,0 0-1 0 0,-1 0 1 0 0,1-1-1 0 0,0 1 0 0 0,-1 0 1 0 0,1 0-1 0 0,0-1 0 0 0,0 1 1 0 0,0 0-1 0 0,0 0 1 0 0,0 0-1 0 0,1-1 0 0 0,-1 1 1 0 0,0 0-1 0 0,1 0 0 0 0,-1 0 1 0 0,0-1-1 0 0,1 1 1 0 0,-1 0-1 0 0,1 0 0 0 0,0 0 1 0 0,-1 0-1 0 0,1 0 0 0 0,0 0 1 0 0,0 0-1 0 0,0 0 1 0 0,-1 0-1 0 0,1 0 0 0 0,0 1 1 0 0,0-1-1 0 0,0 0 0 0 0,0 1 1 0 0,1-1-1 0 0,-1 0 1 0 0,0 1-1 0 0,0-1 0 0 0,0 1 1 0 0,0 0-1 0 0,2-1 0 0 0,6-1 300 0 0,0 1 0 0 0,0 0 0 0 0,0 0 0 0 0,16 1 0 0 0,-15 0-260 0 0,0 1-77 0 0,-1 0 0 0 0,0 1-1 0 0,0 0 1 0 0,0 0-1 0 0,0 1 1 0 0,0 1 0 0 0,0-1-1 0 0,0 1 1 0 0,-1 1 0 0 0,0-1-1 0 0,0 1 1 0 0,11 10-1 0 0,-16-13-2 0 0,-1 0 0 0 0,0 0 0 0 0,0 0 0 0 0,0 0 0 0 0,0 1 0 0 0,-1-1 0 0 0,1 0 0 0 0,-1 1 0 0 0,1 0 0 0 0,-1-1 0 0 0,0 1 0 0 0,0 0 0 0 0,1 2 0 0 0,-1 1 9 0 0,0 0 0 0 0,0-1-1 0 0,-1 1 1 0 0,0 0 0 0 0,-1 9-1 0 0,1-12 7 0 0,-1-1 0 0 0,1 1 0 0 0,-1-1-1 0 0,0 0 1 0 0,0 1 0 0 0,0-1-1 0 0,0 0 1 0 0,-1 0 0 0 0,1 0 0 0 0,-1 0-1 0 0,1 0 1 0 0,-1 0 0 0 0,0 0-1 0 0,1 0 1 0 0,-1-1 0 0 0,0 1 0 0 0,0-1-1 0 0,-3 2 1 0 0,2-1 51 0 0,-1 0 1 0 0,0 0-1 0 0,1 0 0 0 0,-1 0 0 0 0,0-1 0 0 0,0 0 1 0 0,0 1-1 0 0,0-2 0 0 0,0 1 0 0 0,-6 0 1 0 0,1 0 38 0 0,0-2 0 0 0,0 1 1 0 0,0-1-1 0 0,0 0 0 0 0,0-1 1 0 0,1 0-1 0 0,-1-1 0 0 0,0 0 1 0 0,-8-4-1 0 0,-23-10 55 0 0,27 12-92 0 0,1-1 0 0 0,0 1 0 0 0,-22-16 0 0 0,32 19-34 0 0,0 1 1 0 0,0-1 0 0 0,1 0-1 0 0,-1 0 1 0 0,1 0 0 0 0,-1 0 0 0 0,1 0-1 0 0,0 0 1 0 0,0 0 0 0 0,0-1 0 0 0,0 1-1 0 0,-1-4 1 0 0,2 5-25 0 0,-1-1 0 0 0,1 1 0 0 0,0 0 1 0 0,0 0-1 0 0,0 0 0 0 0,0 0 0 0 0,0 0 0 0 0,0 0 0 0 0,0 0 0 0 0,0 0 0 0 0,0-1 1 0 0,0 1-1 0 0,1 0 0 0 0,-1 0 0 0 0,0 0 0 0 0,1 0 0 0 0,-1 0 0 0 0,1 0 0 0 0,-1 0 1 0 0,1 0-1 0 0,-1 0 0 0 0,1 1 0 0 0,0-1 0 0 0,0 0 0 0 0,-1 0 0 0 0,1 0 0 0 0,0 1 1 0 0,0-1-1 0 0,0 0 0 0 0,1 0 0 0 0,4-2-15 0 0,0 1-1 0 0,0 0 1 0 0,-1 1-1 0 0,1-1 1 0 0,0 1-1 0 0,0 0 1 0 0,7 0-1 0 0,-2 1-42 0 0,-1 0 0 0 0,1 1 0 0 0,13 2 0 0 0,-22-3-18 0 0,0 1 0 0 0,0-1-1 0 0,0 1 1 0 0,0 0 0 0 0,-1 0 0 0 0,1-1 0 0 0,0 1 0 0 0,-1 0-1 0 0,1 0 1 0 0,0 1 0 0 0,-1-1 0 0 0,1 0 0 0 0,-1 0 0 0 0,0 1-1 0 0,1-1 1 0 0,-1 1 0 0 0,0-1 0 0 0,0 1 0 0 0,2 3-1 0 0,0 9-3857 0 0,-5 1-4892 0 0</inkml:trace>
</inkml:ink>
</file>

<file path=ppt/ink/ink1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54.6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 43 0 0 0,'0'0'5555'0'0,"-4"-7"-4858"0"0,-16-28 502 0 0,21 37-899 0 0,0-1 0 0 0,1 1 1 0 0,-1-1-1 0 0,1 1 0 0 0,0-1 0 0 0,-1 1 0 0 0,1-1 1 0 0,3 2-1 0 0,20 11 105 0 0,-18-10-18 0 0,81 43 1693 0 0,73 34-39 0 0,-41-23-1333 0 0,-53-28-274 0 0,32 15 26 0 0,-46-21-292 0 0,16 6 1 0 0,48 17 17 0 0,41 14 99 0 0,-39-26 155 0 0,-5 1-51 0 0,-34-11-177 0 0,35 14 82 0 0,20 6 136 0 0,106 21 143 0 0,-164-44-399 0 0,37 11 41 0 0,23 2-7 0 0,-27-2-35 0 0,80 28 232 0 0,-77-23-255 0 0,-74-25-112 0 0,74 22 50 0 0,198 44-4 0 0,-119-27-4 0 0,55 21-34 0 0,-18-3-31 0 0,-147-40-36 0 0,3-1 41 0 0,28 8 1 0 0,-34-13-18 0 0,-25-8 1 0 0,-25-7 5 0 0,57 14 31 0 0,120 29-12 0 0,-34-7-3 0 0,-9-3-12 0 0,89 18 85 0 0,-187-47-63 0 0,-1 3 0 0 0,120 47 0 0 0,-126-39 4 0 0,31 13 73 0 0,-3-5-32 0 0,-30-13-4 0 0,114 39 109 0 0,-89-32-105 0 0,-57-18 8 0 0,0 1 0 0 0,-1 1 0 0 0,26 14-1 0 0,-25-10 127 0 0,37 16-1 0 0,-21-14-64 0 0,54 14 1 0 0,-34-13-65 0 0,59 15 146 0 0,-8 0-202 0 0,-107-30-51 0 0,-1-1 1 0 0,1 1-1 0 0,-1-1 0 0 0,1 1 0 0 0,-1 0 1 0 0,0 1-1 0 0,0-1 0 0 0,0 0 0 0 0,0 1 1 0 0,0 0-1 0 0,3 4 0 0 0,-5-6-147 0 0,0 0 1 0 0,-1 0-1 0 0,1 0 0 0 0,-1 0 0 0 0,1 0 0 0 0,-1 0 0 0 0,1 0 1 0 0,-1 0-1 0 0,1 0 0 0 0,-1 0 0 0 0,0 0 0 0 0,0 1 1 0 0,0-1-1 0 0,0 0 0 0 0,1 0 0 0 0,-2 0 0 0 0,1 0 1 0 0,0 1-1 0 0,0-1 0 0 0,0 0 0 0 0,0 0 0 0 0,-1 0 0 0 0,1 0 1 0 0,-1 0-1 0 0,1 1 0 0 0,-1-1 0 0 0,1 0 0 0 0,-1 0 1 0 0,1 0-1 0 0,-1 0 0 0 0,0 0 0 0 0,0-1 0 0 0,1 1 0 0 0,-1 0 1 0 0,0 0-1 0 0,0 0 0 0 0,0-1 0 0 0,0 1 0 0 0,-1 0 1 0 0,-10 6-5548 0 0</inkml:trace>
</inkml:ink>
</file>

<file path=ppt/ink/ink1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56.7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66 0 0 0,'-3'1'12476'0'0,"6"-1"-10272"0"0,12-1-837 0 0,17-1-846 0 0,160-5 2139 0 0,20 2-1030 0 0,-134 7-1446 0 0,120 19 1 0 0,28-2 3 0 0,-57-19 8 0 0,-48-7-129 0 0,-31 0-28 0 0,-3-2 55 0 0,436 4 1 0 0,-256 7-57 0 0,-194-2-3 0 0,-18-3-7 0 0,92-17-1 0 0,-121 15-22 0 0,269-33 55 0 0,-139 37-86 0 0,-85 1 28 0 0,118 7 20 0 0,212-1 22 0 0,-273-11-18 0 0,-78 3-5 0 0,68-3-22 0 0,46 3-2 0 0,-88 3 38 0 0,220-1-51 0 0,-110 4 8 0 0,64 6 8 0 0,-219-6-16 0 0,-1 1 0 0 0,56 16-1 0 0,-71-16 23 0 0,-1 0-1 0 0,1-2 1 0 0,1 1-1 0 0,-1-2 1 0 0,28 2-1 0 0,477-4 65 0 0,-338-4-80 0 0,-34 10-11 0 0,-18-2 71 0 0,-32-1-876 0 0,-93-3 495 0 0,23 3-3161 0 0,-12 2-5852 0 0</inkml:trace>
</inkml:ink>
</file>

<file path=ppt/ink/ink1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58.5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316 351 0 0 0,'0'0'9319'0'0,"27"0"-8434"0"0,84 0 13 0 0,-94 0-627 0 0,23 0 1305 0 0,-28 1-998 0 0,67-1 4460 0 0,-77 0-4933 0 0,-1 0 1 0 0,0 0-1 0 0,0-1 0 0 0,0 1 0 0 0,0 0 0 0 0,0-1 0 0 0,0 1 1 0 0,0-1-1 0 0,0 1 0 0 0,0-1 0 0 0,1-1 0 0 0,9-4 402 0 0,2-1-165 0 0,-11 6-280 0 0,-1-1 1 0 0,1 1 0 0 0,0 0 0 0 0,-1 0 0 0 0,1 0-1 0 0,3-1 1 0 0,85-24 704 0 0,-57 16-202 0 0,-33 10-542 0 0,0 0 0 0 0,0 0-1 0 0,1 0 1 0 0,-1 0 0 0 0,0 0-1 0 0,1 0 1 0 0,-1-1 0 0 0,0 1-1 0 0,1 0 1 0 0,-1 0 0 0 0,0 0-1 0 0,0 0 1 0 0,1-1 0 0 0,-1 1-1 0 0,0 0 1 0 0,0 0 0 0 0,1 0-1 0 0,-1-1 1 0 0,0 1 0 0 0,0 0-1 0 0,0 0 1 0 0,1-1 0 0 0,-1 1-1 0 0,0-1 1 0 0,-5-3 145 0 0,-18-2-295 0 0,17 4 170 0 0,-13-2-33 0 0,-23-4-1 0 0,14 3-13 0 0,-21-4 24 0 0,-53-9 32 0 0,-125-40 0 0 0,164 39-35 0 0,51 1 477 0 0,-2 8-529 0 0,14 9 35 0 0,-1 1 0 0 0,1 0 1 0 0,-1 0-1 0 0,1-1 0 0 0,-1 1 0 0 0,1 0 0 0 0,0-1 0 0 0,-1 1 1 0 0,1-1-1 0 0,-1 1 0 0 0,1 0 0 0 0,0-1 0 0 0,-1 1 0 0 0,1-1 1 0 0,0 0-3 0 0,-1 1 0 0 0,1-1 0 0 0,0 1 1 0 0,-1-1-1 0 0,1 1 0 0 0,0 0 0 0 0,-1-1 1 0 0,1 1-1 0 0,-1-1 0 0 0,1 1 0 0 0,0 0 1 0 0,-1 0-1 0 0,1-1 0 0 0,-1 1 0 0 0,0-1 1 0 0,-58-14-67 0 0,15 6 66 0 0,39 8-67 0 0,5 1 77 0 0,0 0 1 0 0,-1 0 0 0 0,1 0 0 0 0,0 0 0 0 0,0 0 0 0 0,-1 0 0 0 0,1 0 0 0 0,0 0 0 0 0,0 0 0 0 0,-1 0 0 0 0,1 0 0 0 0,0 0 0 0 0,0-1 0 0 0,-1 1 0 0 0,1 0 0 0 0,0 0 0 0 0,0 0 0 0 0,-1 0 0 0 0,1 0 0 0 0,0 0 0 0 0,0-1 0 0 0,0 1 0 0 0,-1 0 0 0 0,1 0 0 0 0,0 0 0 0 0,0 0 0 0 0,0-1 0 0 0,0 1 0 0 0,0 0 0 0 0,-1 0 0 0 0,1-1 0 0 0,0 1 0 0 0,0 0 0 0 0,0 0-1 0 0,0 0 1 0 0,0-1 0 0 0,0 1 0 0 0,0 0 0 0 0,0 0 0 0 0,0-1 0 0 0,0 1 0 0 0,0 0 0 0 0,0 0 0 0 0,0-1 0 0 0,0 1 0 0 0,0 0 0 0 0,0 0 0 0 0,0-1 0 0 0,0 1 0 0 0,0 0 0 0 0,0 0 0 0 0,1-1 0 0 0,-1 1 0 0 0,0 0 0 0 0,0 0 0 0 0,0-1 0 0 0,1-1-8 0 0,-1 1 0 0 0,0-1 0 0 0,0 0 0 0 0,0 1 0 0 0,0-1 0 0 0,0 0 1 0 0,0 0-1 0 0,-1 1 0 0 0,1-1 0 0 0,0 0 0 0 0,-1 1 0 0 0,1-1 0 0 0,-1 1 0 0 0,0-1 0 0 0,0 0 0 0 0,0 1 1 0 0,1-1-1 0 0,-1 1 0 0 0,0 0 0 0 0,-1-1 0 0 0,1 1 0 0 0,-2-2 0 0 0,-2-3-37 0 0,-1-2 29 0 0,-4 1 19 0 0,9 6-18 0 0,-1-1 0 0 0,0 1 1 0 0,1 0-1 0 0,-1 0 0 0 0,0 0 1 0 0,1 0-1 0 0,-1 0 0 0 0,-3 0 0 0 0,-10-4-166 0 0,19 10 173 0 0,0-1-1 0 0,0 0 0 0 0,0 0 0 0 0,1-1 1 0 0,-1 1-1 0 0,8 3 0 0 0,34 18 97 0 0,-31-18-64 0 0,205 88 122 0 0,145 19-24 0 0,-312-99-111 0 0,-45-12 13 0 0,-12 0 35 0 0,-4 0-18 0 0,2 0 14 0 0,0 0 0 0 0,-13 3 1 0 0,6-2 2 0 0,-22 10 96 0 0,-40 12 34 0 0,-51 8-59 0 0,111-30-612 0 0,-1 0-1 0 0,-26 13 0 0 0,20-5-2841 0 0,2 2-3601 0 0</inkml:trace>
</inkml:ink>
</file>

<file path=ppt/ink/ink1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45.4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2 0 0 0,'0'0'11837'0'0,"-3"-1"-10455"0"0,-10 1 9248 0 0,14 6-10095 0 0,34 35-405 0 0,-21-25-60 0 0,16 17-1 0 0,2 6 9 0 0,3 4-61 0 0,-24-28-1 0 0,16 16-1 0 0,-20-23-9 0 0,-5-6-2 0 0,-1 0 1 0 0,1 0 0 0 0,0 0-1 0 0,0 0 1 0 0,1-1 0 0 0,3 4-1 0 0,19 10 54 0 0,-3-5-11684 0 0</inkml:trace>
</inkml:ink>
</file>

<file path=ppt/ink/ink1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46.0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149 6 0 0 0,'0'0'23714'0'0,"-1"-1"-23055"0"0,-1-1-797 0 0,-1-1 1447 0 0,2 3-1285 0 0,1 0 0 0 0,0 0 0 0 0,0 0 1 0 0,0 1-1 0 0,0-1 0 0 0,0 0 0 0 0,0 0 0 0 0,0 0 1 0 0,-1 0-1 0 0,1 0 0 0 0,0 0 0 0 0,0 0 1 0 0,0 0-1 0 0,0 0 0 0 0,0 0 0 0 0,0 0 0 0 0,0 0 1 0 0,0 0-1 0 0,0 0 0 0 0,0 1 0 0 0,-1-1 1 0 0,1 0-1 0 0,0 0 0 0 0,0 0 0 0 0,0 0 0 0 0,0 0 1 0 0,0 0-1 0 0,0 0 0 0 0,0 1 0 0 0,0-1 0 0 0,0 0 1 0 0,0 0-1 0 0,0 0 0 0 0,0 0 0 0 0,0 0 1 0 0,0 0-1 0 0,0 0 0 0 0,0 1 0 0 0,0-1 0 0 0,0 0 1 0 0,0 0-1 0 0,0 0 0 0 0,0 0 0 0 0,0 0 1 0 0,1 0-1 0 0,-1 2-173 0 0,-2-2-38 0 0,2 0 148 0 0,-11 3-137 0 0,2 9 178 0 0,-1 0 1 0 0,2 0-1 0 0,0 1 1 0 0,0 0-1 0 0,-8 22 0 0 0,3-9 27 0 0,2 2-21 0 0,9-19-3 0 0,-1-1 0 0 0,-6 10 1 0 0,-4 11 26 0 0,7-14-11 0 0,6-14-17 0 0,-1 1 0 0 0,0 0 0 0 0,1 0 0 0 0,-1-1-1 0 0,0 1 1 0 0,0 0 0 0 0,0-1 0 0 0,-2 3 0 0 0,1 0-2414 0 0</inkml:trace>
</inkml:ink>
</file>

<file path=ppt/ink/ink1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47.0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128 42 0 0 0,'0'0'21020'0'0,"-10"-7"-20705"0"0,-34-19-88 0 0,29 18-32 0 0,9 8-176 0 0,2 1-9 0 0,4-1-9 0 0,-1 0 1 0 0,1 0-1 0 0,-1 1 0 0 0,0-1 0 0 0,1 0 1 0 0,-1 0-1 0 0,1 0 0 0 0,-1 1 0 0 0,1-1 1 0 0,-1 0-1 0 0,1 1 0 0 0,-1-1 1 0 0,1 1-1 0 0,-1-1 0 0 0,1 1 0 0 0,-1-1 1 0 0,1 0-1 0 0,0 1 0 0 0,-1 0 0 0 0,1 0 1 0 0,-1 0-3 0 0,1-1 1 0 0,-1 1-1 0 0,1 0 1 0 0,-1-1 0 0 0,0 1-1 0 0,1 0 1 0 0,-1-1-1 0 0,0 1 1 0 0,1-1 0 0 0,-1 1-1 0 0,0-1 1 0 0,0 1-1 0 0,-3 1 9 0 0,1-1 0 0 0,0 1 0 0 0,1 0-1 0 0,-1 0 1 0 0,-4 5 0 0 0,3 12-72 0 0,3-10 182 0 0,0-1 0 0 0,0 1-1 0 0,1 0 1 0 0,0 0 0 0 0,2 14 0 0 0,12 45 311 0 0,-4-27-337 0 0,0 4-46 0 0,-3-18-16 0 0,2 28 0 0 0,-2-7-29 0 0,-3-30 8 0 0,-2 1 0 0 0,1 19 0 0 0,2-2-20 0 0,-3-33 16 0 0,-2-3-5 0 0,0 0 0 0 0,0 0 0 0 0,0 0 0 0 0,0 0 0 0 0,0 0 0 0 0,0 0 0 0 0,1 0 0 0 0,-1 0 0 0 0,0 0 0 0 0,0 1 0 0 0,0-1 0 0 0,0 0 0 0 0,0 0 0 0 0,0 0 0 0 0,0 0 0 0 0,1 0 0 0 0,-1 0 0 0 0,0 1 0 0 0,0-1-1 0 0,0 0 1 0 0,0 0 0 0 0,0 0 0 0 0,0 0 0 0 0,0 0 0 0 0,0 1 0 0 0,0-1 0 0 0,0 0 0 0 0,0 0 0 0 0,0 0 0 0 0,0 0 0 0 0,0 0 0 0 0,0 1 0 0 0,0-1 0 0 0,0 0 0 0 0,0 0 0 0 0,0 0 0 0 0,0 1 23 0 0,13-1 2244 0 0,14 0-2249 0 0,32 5 1 0 0,-41-2-236 0 0,11 2-506 0 0,-27-4 121 0 0,0-1 0 0 0,0 0 1 0 0,0-1-1 0 0,0 1 1 0 0,0 0-1 0 0,4-1 0 0 0</inkml:trace>
</inkml:ink>
</file>

<file path=ppt/ink/ink1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47.5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 44 0 0 0,'0'0'24249'0'0,"-4"-7"-23835"0"0,-10-22-90 0 0,11 21 433 0 0,11 31-1448 0 0,-6-17 678 0 0,-1-1-1 0 0,0 1 1 0 0,1 10-1 0 0,-1-11 16 0 0,0 1 0 0 0,0 0 0 0 0,3 9 0 0 0,0-2 10 0 0,3 17 0 0 0,3 6 41 0 0,5 14-8 0 0,-8-27-40 0 0,-6-17 3 0 0,1-1 0 0 0,0 0 0 0 0,3 6-1 0 0,0 5 2 0 0,-5-14-8 0 0,0-1-1 0 0,1 1 1 0 0,-1-1 0 0 0,0 0-1 0 0,1 1 1 0 0,0-1-1 0 0,-1 0 1 0 0,1 1 0 0 0,0-1-1 0 0,-1 0 1 0 0,2 2-1 0 0,2 3-3188 0 0</inkml:trace>
</inkml:ink>
</file>

<file path=ppt/ink/ink1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48.2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34 448 0 0,'0'0'19488'0'0,"7"-6"-19496"0"0,24-15-18 0 0,-29 20 23 0 0,-1 0 0 0 0,1 1 0 0 0,0-1 1 0 0,0 0-1 0 0,0 0 0 0 0,0 1 1 0 0,0-1-1 0 0,0 1 0 0 0,0 0 0 0 0,0-1 1 0 0,0 1-1 0 0,0 0 0 0 0,0 0 1 0 0,0 0-1 0 0,3 1 0 0 0,5 0-16 0 0,-6-1 12 0 0,2 0 16 0 0,0 0-1 0 0,0 0 1 0 0,0 1-1 0 0,0-1 1 0 0,0 1-1 0 0,0 1 1 0 0,6 1-1 0 0,-6-1 30 0 0,-6-2-38 0 0,0 0 1 0 0,0 0-1 0 0,1 0 0 0 0,-1 0 0 0 0,0 0 1 0 0,0 0-1 0 0,1 0 0 0 0,-1 0 0 0 0,0 0 0 0 0,0 0 1 0 0,1 0-1 0 0,-1 0 0 0 0,0 1 0 0 0,0-1 0 0 0,0 0 1 0 0,1 0-1 0 0,-1 0 0 0 0,0 0 0 0 0,0 1 1 0 0,0-1-1 0 0,1 0 0 0 0,-1 0 0 0 0,0 0 0 0 0,0 1 1 0 0,0-1-1 0 0,0 0 0 0 0,0 0 0 0 0,0 1 1 0 0,0-1-1 0 0,1 0 0 0 0,-1 0 0 0 0,0 1 0 0 0,0-1 1 0 0,0 0-1 0 0,0 0 0 0 0,0 1 0 0 0,0-1 0 0 0,0 0 1 0 0,0 1-1 0 0,0-1-16 0 0,0 0-55 0 0,0 0 68 0 0,0 0 0 0 0,0 0 0 0 0,0 0 0 0 0,0 0 0 0 0,0 0 0 0 0,0 1 0 0 0,0-1 0 0 0,0 0 0 0 0,0 0 0 0 0,0 0 0 0 0,1 0 0 0 0,-1 0 0 0 0,0 0 0 0 0,0 0 0 0 0,0 0 0 0 0,0 1 0 0 0,0-1 0 0 0,0 0 0 0 0,0 0 0 0 0,0 0 0 0 0,0 0 0 0 0,0 0-1 0 0,0 0 1 0 0,0 0 0 0 0,0 1 0 0 0,0-1 0 0 0,0 0 0 0 0,0 0 0 0 0,-1 0 0 0 0,1 0 0 0 0,0 0 0 0 0,0 0 0 0 0,0 0 0 0 0,0 0 0 0 0,0 1 0 0 0,0-1 0 0 0,0 0 0 0 0,0 0 0 0 0,0 0 0 0 0,0 0 0 0 0,0 0 0 0 0,0 0 0 0 0,-1 0 0 0 0,1 0 0 0 0,0 0 0 0 0,0 0 0 0 0,0 0 0 0 0,-4 5 31 0 0,3-5-27 0 0,0 3 49 0 0,-1 0 0 0 0,1 1 1 0 0,-1-1-1 0 0,1 0 0 0 0,0 0 0 0 0,0 1 0 0 0,0 6 0 0 0,-1-1 35 0 0,0 1 21 0 0,1 0 1 0 0,0 1 0 0 0,0-1 0 0 0,2 13 0 0 0,0 0 65 0 0,0-12-90 0 0,0 0-1 0 0,1-1 0 0 0,1 1 0 0 0,-1-1 0 0 0,9 20 0 0 0,-1-4 33 0 0,30 79 66 0 0,-20-56-139 0 0,-7-12-66 0 0,-6-20 2 0 0,-6-12 11 0 0,1-1 1 0 0,-1 0-1 0 0,0 1 0 0 0,0-1 1 0 0,0 0-1 0 0,0 1 0 0 0,0 6 1 0 0,-1-7 42 0 0,0-3-41 0 0,0-1-1 0 0,0 0 0 0 0,0 0 1 0 0,0 1-1 0 0,0-1 1 0 0,0 0-1 0 0,0 1 1 0 0,0-1-1 0 0,0 0 1 0 0,0 1-1 0 0,0-1 1 0 0,0 0-1 0 0,0 1 0 0 0,0-1 1 0 0,0 0-1 0 0,0 0 1 0 0,0 1-1 0 0,-1-1 1 0 0,1 0-1 0 0,0 1 1 0 0,0-1-1 0 0,0 0 1 0 0,0 0-1 0 0,-1 0 0 0 0,1 1 1 0 0,0-1-1 0 0,0 0 1 0 0,-1 0-1 0 0,1 0 1 0 0,0 1-1 0 0,0-1 1 0 0,-1 0-1 0 0,1 0 0 0 0,0 0 1 0 0,-1 0-1 0 0,1 0 1 0 0,0 1-1 0 0,0-1 1 0 0,-1 0-1 0 0,1 0 1 0 0,0 0-1 0 0,-1 0 1 0 0,1 0-1 0 0,0 0 0 0 0,-1 0 1 0 0,1 0-1 0 0,-1 0 1 0 0,-9 3-94 0 0,7-2 25 0 0,0 0 0 0 0,0 0 0 0 0,1-1 0 0 0,-1 1 1 0 0,0-1-1 0 0,-3 1 0 0 0,-18-1-1188 0 0,-6 1-2025 0 0,11-2-3378 0 0</inkml:trace>
</inkml:ink>
</file>

<file path=ppt/ink/ink1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48.9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5 568 0 0,'0'0'24012'0'0,"-2"-1"-23815"0"0,2 0-195 0 0,0 1 0 0 0,0 0-1 0 0,0 0 1 0 0,0 0 0 0 0,-1-1 0 0 0,1 1-1 0 0,0 0 1 0 0,0 0 0 0 0,0 0 0 0 0,0 0-1 0 0,0-1 1 0 0,-1 1 0 0 0,1 0-1 0 0,0 0 1 0 0,0 0 0 0 0,0 0 0 0 0,-1 0-1 0 0,1 0 1 0 0,0 0 0 0 0,0 0-1 0 0,-1 0 1 0 0,1 0 0 0 0,0 0 0 0 0,0 0-1 0 0,0 0 1 0 0,-1 0 0 0 0,1 0-1 0 0,0 0 1 0 0,0 0 0 0 0,-1 0 0 0 0,1 0-1 0 0,0 0 1 0 0,0 0 0 0 0,0 0 0 0 0,-1 0-1 0 0,1 0 1 0 0,0 0 0 0 0,0 0-1 0 0,0 0 1 0 0,-1 1 0 0 0,1-1 0 0 0,0 0-1 0 0,0 0 1 0 0,0 0 0 0 0,0 0-1 0 0,-1 0 1 0 0,1 1 0 0 0,0-1 0 0 0,0 0-1 0 0,0 0 1 0 0,0 0 0 0 0,0 1-1 0 0,0-1 1 0 0,0 0 0 0 0,-1 3-10 0 0,1-1 0 0 0,0 0 1 0 0,-1 1-1 0 0,1-1 0 0 0,0 1 0 0 0,1 2 0 0 0,1 4 24 0 0,0 1-1 0 0,0-1 0 0 0,1-1 0 0 0,5 13 1 0 0,4 13 22 0 0,-9-25-23 0 0,1 0 0 0 0,5 11 0 0 0,-5-14-63 0 0,-1 1 1 0 0,0 0 0 0 0,0 0-1 0 0,2 10 1 0 0,-5-16-84 0 0,1 1 1 0 0,-1-1-1 0 0,1 0 0 0 0,-1 0 1 0 0,1 0-1 0 0,0 1 1 0 0,-1-1-1 0 0,1 0 0 0 0,0 0 1 0 0,0 0-1 0 0,0 0 1 0 0,1 1-1 0 0,0-1-237 0 0</inkml:trace>
</inkml:ink>
</file>

<file path=ppt/ink/ink1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49.2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300 30 5857 0 0,'0'0'18644'0'0,"-22"-5"-18381"0"0,-70-14-56 0 0,87 17-174 0 0,0 1 0 0 0,-1 0 0 0 0,1 0 1 0 0,0 1-1 0 0,-8-1 0 0 0,6 2 17 0 0,-4-2-126 0 0,-1 1 0 0 0,1 1 1 0 0,0 0-1 0 0,0 1 0 0 0,0 0 0 0 0,-11 3 0 0 0,-9 5-2223 0 0,11-6-6886 0 0</inkml:trace>
</inkml:ink>
</file>

<file path=ppt/ink/ink1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50.0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5 4073 0 0,'0'0'17868'0'0,"-1"-1"-17859"0"0,-2-1-430 0 0,-1 1 2031 0 0,6 5-639 0 0,16 8-1095 0 0,1 2 144 0 0,82 63-86 0 0,-21-14 26 0 0,4 3-506 0 0,-83-65 475 0 0,0 0-1 0 0,0-1 1 0 0,0 1-1 0 0,0 0 1 0 0,-1 0-1 0 0,1 0 1 0 0,0 0-1 0 0,-1 0 1 0 0,1 0 0 0 0,-1 0-1 0 0,1 0 1 0 0,-1 0-1 0 0,1 1 1 0 0,-1 0-1 0 0,0-2-117 0 0,-12-9-3307 0 0,3 3 2294 0 0,-16-13-3405 0 0,11 5-4093 0 0,8 6 4612 0 0</inkml:trace>
</inkml:ink>
</file>

<file path=ppt/ink/ink1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50.4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168 35 2785 0 0,'0'0'20708'0'0,"-7"-6"-20409"0"0,-21-16-37 0 0,18 16 82 0 0,6 6-231 0 0,1 1-15 0 0,2-1-92 0 0,1 0-1 0 0,-1 0 1 0 0,0 0-1 0 0,0 1 0 0 0,0-1 1 0 0,0 0-1 0 0,1 0 1 0 0,-1 1-1 0 0,0-1 1 0 0,0 1-1 0 0,1-1 1 0 0,-1 1-1 0 0,0-1 0 0 0,1 1 1 0 0,-1-1-1 0 0,0 1 1 0 0,0 1-1 0 0,-11 15 53 0 0,7-9-55 0 0,-10 16 60 0 0,1 1 0 0 0,-13 33 0 0 0,10-17 7 0 0,15-37-184 0 0,0 0 0 0 0,1 1 0 0 0,-1-1 0 0 0,1 0 0 0 0,0 1 0 0 0,0-1 0 0 0,0 1-1 0 0,1-1 1 0 0,-1 8 0 0 0,1 1-2225 0 0,0-5-1010 0 0</inkml:trace>
</inkml:ink>
</file>

<file path=ppt/ink/ink1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51.3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202 67 160 0 0,'0'0'22856'0'0,"-10"-11"-22695"0"0,-28-33-81 0 0,28 33-69 0 0,10 11-234 0 0,-1 0 210 0 0,0 0 0 0 0,1 0 0 0 0,-1 0 0 0 0,1 0 0 0 0,-1 0 0 0 0,1 1 0 0 0,-1-1 0 0 0,1 0 0 0 0,-1 1 0 0 0,1-1 0 0 0,-1 0 0 0 0,1 1-1 0 0,-1-1 1 0 0,1 0 0 0 0,-1 1 0 0 0,-1 0 22 0 0,-3 2 13 0 0,0 0 0 0 0,0-1 0 0 0,0 0-1 0 0,-1 0 1 0 0,1-1 0 0 0,-1 1 0 0 0,-9 0 0 0 0,-4 0 110 0 0,-21-2 1 0 0,20 0-37 0 0,19 0 188 0 0,5 9-15 0 0,1 0-258 0 0,0 0 0 0 0,-1 0 0 0 0,0 0-1 0 0,-1 1 1 0 0,1-1 0 0 0,2 17-1 0 0,-3-13-1 0 0,1 7-8 0 0,3 33-1 0 0,-2-15-14 0 0,-2-2 24 0 0,-2 59 1 0 0,-1-51-13 0 0,0-34 12 0 0,-1-1-13 0 0,1-1 1 0 0,1 0-1 0 0,2 12 1 0 0,-2 4 4 0 0,-1-21-6 0 0,0 1 0 0 0,0-1 0 0 0,1 1 0 0 0,-1-1 0 0 0,1 1 0 0 0,-1-1 0 0 0,3 5 0 0 0,-2-4-112 0 0,1 0-1 0 0,-1 1 1 0 0,0-1-1 0 0,0 1 0 0 0,0-1 1 0 0,0 7-1 0 0,17-11 632 0 0,-6-1-493 0 0,1-1-1 0 0,-1 0 1 0 0,0 0 0 0 0,16-6-1 0 0,19-4-404 0 0,-20 5-2247 0 0,-18 3-1676 0 0</inkml:trace>
</inkml:ink>
</file>

<file path=ppt/ink/ink2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52.3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 48 4065 0 0,'0'0'20111'0'0,"-4"-6"-19767"0"0,-14-17-37 0 0,14 17 315 0 0,16 6-315 0 0,9 1-299 0 0,-15-1 10 0 0,1 1 0 0 0,0-1 0 0 0,0 0 1 0 0,-1-1-1 0 0,1 0 0 0 0,0 0 0 0 0,9-3 1 0 0,-3 2 23 0 0,-12 2-31 0 0,0 0-1 0 0,0 0 0 0 0,0-1 0 0 0,0 1 1 0 0,0 0-1 0 0,0 0 0 0 0,1-1 0 0 0,-1 1 1 0 0,0 0-1 0 0,0-1 0 0 0,0 1 0 0 0,1-2 1 0 0,3 2 19 0 0,-2 0-59 0 0,0 1-1 0 0,0 0 0 0 0,0-1 1 0 0,0 1-1 0 0,0 1 0 0 0,0-1 1 0 0,0 0-1 0 0,0 1 0 0 0,4 2 1 0 0,27 20-87 0 0,-28-19 93 0 0,1 0-36 0 0,-1 1 0 0 0,1 0 0 0 0,-1 0-1 0 0,11 14 1 0 0,-15-17-16 0 0,1 1 0 0 0,-1-1 0 0 0,0 1 1 0 0,-1 0-1 0 0,1 0 0 0 0,-1 0 0 0 0,0 0 0 0 0,0 0 0 0 0,0 0 0 0 0,0 0 1 0 0,0 0-1 0 0,-1 6 0 0 0,0-9 61 0 0,0 0 1 0 0,-1 0-1 0 0,1 0 0 0 0,0 0 1 0 0,-1 0-1 0 0,1 0 0 0 0,0 0 1 0 0,-1 0-1 0 0,1 0 0 0 0,-1-1 1 0 0,0 1-1 0 0,1 0 0 0 0,-1 0 1 0 0,0 0-1 0 0,1-1 0 0 0,-1 1 1 0 0,0 0-1 0 0,0-1 0 0 0,0 1 1 0 0,-1 0-1 0 0,-21 10 13 0 0,23-11 1 0 0,-18 6 25 0 0,1-1 1 0 0,-35 4-1 0 0,39-6 4 0 0,13-3-30 0 0,1 0 0 0 0,-1 0-1 0 0,0 0 1 0 0,0 0 0 0 0,1 0-1 0 0,-1 0 1 0 0,0 0 0 0 0,0 0-1 0 0,0 0 1 0 0,1 0 0 0 0,-1 0-1 0 0,0 1 1 0 0,0-1 0 0 0,0 0-1 0 0,0 0 1 0 0,1 0 0 0 0,-1 0-1 0 0,0 1 1 0 0,0-1-1 0 0,0 0 1 0 0,0 0 0 0 0,0 0-1 0 0,0 1 1 0 0,0-1 0 0 0,1 0-1 0 0,-1 0 1 0 0,0 0 0 0 0,0 1-1 0 0,0-1 1 0 0,0 0 0 0 0,0 0-1 0 0,0 0 1 0 0,0 1 0 0 0,0-1-1 0 0,0 0 1 0 0,0 0 0 0 0,0 1-1 0 0,0-1 1 0 0,0 0 0 0 0,0 0-1 0 0,-1 0 1 0 0,1 1 0 0 0,0-1-1 0 0,0 0 1 0 0,0 0 0 0 0,0 0-1 0 0,0 1 1 0 0,0-1 0 0 0,0 0-1 0 0,-1 0 1 0 0,1 0 0 0 0,0 0-1 0 0,0 1 1 0 0,0-1 0 0 0,0 0-1 0 0,-1 0 1 0 0,1 0 0 0 0,0 0-1 0 0,0 0 1 0 0,0 0 0 0 0,-1 0-1 0 0,1 1 1 0 0,0-1 0 0 0,0 0-1 0 0,-1 0 1 0 0,67 27 22 0 0,-52-22-58 0 0,-1 0-1 0 0,0 1 0 0 0,0 0 1 0 0,0 1-1 0 0,0 0 0 0 0,18 15 0 0 0,-30-20 6 0 0,1-1 0 0 0,-1 1 0 0 0,1-1 0 0 0,-1 1-1 0 0,0 0 1 0 0,0 0 0 0 0,0 0 0 0 0,0 0 0 0 0,0 0 0 0 0,0 0-1 0 0,1 2 1 0 0,-2-3 18 0 0,0 0-1 0 0,0 0 0 0 0,1 0 1 0 0,-1 0-1 0 0,0 0 0 0 0,0 0 1 0 0,0 0-1 0 0,0 0 0 0 0,0 0 1 0 0,0 0-1 0 0,0 0 1 0 0,-1 0-1 0 0,1 0 0 0 0,0 0 1 0 0,-1 0-1 0 0,1 0 0 0 0,0 0 1 0 0,-1 0-1 0 0,1 0 1 0 0,-1 0-1 0 0,0 0 0 0 0,0 1 1 0 0,-9 15-13 0 0,5-13 42 0 0,-1 1 0 0 0,1-1 0 0 0,-1 0 0 0 0,0-1 0 0 0,-11 6 0 0 0,10-6-6 0 0,0 0-42 0 0,0 0 1 0 0,0 0 0 0 0,-8 2-1 0 0,-20 2-2132 0 0,22-6-1250 0 0,1-1-3346 0 0</inkml:trace>
</inkml:ink>
</file>

<file path=ppt/ink/ink2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53.1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37 168 0 0,'0'0'20794'0'0,"7"-6"-20745"0"0,20-18-18 0 0,-26 24-29 0 0,0-1-1 0 0,-1 1 1 0 0,1-1 0 0 0,0 0 0 0 0,0 1-1 0 0,-1-1 1 0 0,1 1 0 0 0,0 0-1 0 0,0-1 1 0 0,0 1 0 0 0,0 0 0 0 0,0-1-1 0 0,-1 1 1 0 0,1 0 0 0 0,0 0 0 0 0,0 0-1 0 0,0 0 1 0 0,0 0 0 0 0,0 0 0 0 0,0 0-1 0 0,0 0 1 0 0,1 0 0 0 0,2 1 9 0 0,4-1 37 0 0,-1 1 0 0 0,0 0 0 0 0,1 1 0 0 0,-1-1 0 0 0,0 1 0 0 0,10 4 0 0 0,-10-4 115 0 0,-7-2-138 0 0,0 0 0 0 0,0 0 0 0 0,0 0 0 0 0,0 0 0 0 0,0 0 0 0 0,0 1 0 0 0,0-1 0 0 0,0 0 0 0 0,0 0 0 0 0,0 0 0 0 0,0 0 0 0 0,0 0 0 0 0,0 0 0 0 0,0 0 0 0 0,0 0 0 0 0,0 0 0 0 0,0 0 0 0 0,0 0 0 0 0,0 0 0 0 0,0 0 0 0 0,0 1 0 0 0,0-1 0 0 0,0 0 0 0 0,0 0 0 0 0,0 0 0 0 0,0 0 0 0 0,0 0 0 0 0,0 0 0 0 0,0 0 0 0 0,0 0 0 0 0,0 0 0 0 0,0 0 0 0 0,0 0 0 0 0,0 0 0 0 0,0 0 0 0 0,0 0 0 0 0,0 0 0 0 0,0 0 0 0 0,0 0 0 0 0,1 0 0 0 0,-1 0 0 0 0,0 0 0 0 0,0 0 0 0 0,0 1 0 0 0,0-1 0 0 0,0 0 0 0 0,0 0 0 0 0,0 0 0 0 0,0 0 0 0 0,0 0 0 0 0,0 0 0 0 0,0 0 0 0 0,0 0 0 0 0,0 0 0 0 0,0 0 0 0 0,1 0 0 0 0,-1-1 0 0 0,0 1 0 0 0,0 0 0 0 0,0 0 0 0 0,-1 2-52 0 0,0 0 0 0 0,0-1 0 0 0,0 1 0 0 0,1 0 0 0 0,-1-1 0 0 0,1 1-1 0 0,-1 0 1 0 0,1 0 0 0 0,-1 2 0 0 0,1 1 35 0 0,0 7 18 0 0,0-1 0 0 0,1 1-1 0 0,3 17 1 0 0,33 101 102 0 0,-28-100-135 0 0,-3-13-4 0 0,-1 0 0 0 0,-1 0 0 0 0,0 0-1 0 0,1 29 1 0 0,-3 63-19 0 0,-1-107 36 0 0,-1 1 0 0 0,1-1 0 0 0,0 0 0 0 0,-1 1 1 0 0,1-1-1 0 0,1 0 0 0 0,-1 0 0 0 0,0 0 1 0 0,0 0-1 0 0,1 0 0 0 0,1 2 0 0 0,13 12 30 0 0,-10-12-117 0 0,-11-3-1409 0 0,-7 6 616 0 0,5-2 643 0 0,-19 6-769 0 0,6-2-1532 0 0,7-3-2165 0 0</inkml:trace>
</inkml:ink>
</file>

<file path=ppt/ink/ink2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30:34.8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90 0 0 0,'0'0'447'0'0,"0"0"541"0"0,0 0 119 0 0,0 0-108 0 0,0 0-47 0 0,0 0-28 0 0,0 0-33 0 0,0 0-24 0 0,0 0-115 0 0,0-5-92 0 0,-3-24 367 0 0,-8 5 4920 0 0,11 21 2312 0 0,4 8-8981 0 0,50 51 1213 0 0,-3 1-96 0 0,200 201 428 0 0,-114-99-617 0 0,-59-66-51 0 0,-52-58-3 0 0,-22-30-133 0 0,-2-7-854 0 0,-8-32-5539 0 0,-4 13-2122 0 0,9 21 8208 0 0,-4-10-9058 0 0</inkml:trace>
  <inkml:trace contextRef="#ctx0" brushRef="#br0" timeOffset="752.47">533 19 0 0 0,'0'0'2182'0'0,"0"0"80"0"0,0 0 70 0 0,0 0-205 0 0,0 0-206 0 0,0 0-154 0 0,0 0-219 0 0,0 0-162 0 0,0 0-154 0 0,0 0-211 0 0,0 0-198 0 0,0 0-149 0 0,-2-3-77 0 0,-5-9-66 0 0,5 9-56 0 0,2 3-51 0 0,0 0-67 0 0,0 0-26 0 0,0 0-32 0 0,0 0-30 0 0,0 0-34 0 0,0 0-26 0 0,0 0-18 0 0,0 0-19 0 0,0 0-9 0 0,0 0-29 0 0,-7 3 297 0 0,7-3-436 0 0,-13 15 35 0 0,-43 66 345 0 0,-36 123 313 0 0,35-56-400 0 0,-9 20 29 0 0,-7-22-205 0 0,51-112-43 0 0,11-18-73 0 0,-11-20-5036 0 0,17 2 3491 0 0,-4-3-5304 0 0,3 2-3003 0 0</inkml:trace>
  <inkml:trace contextRef="#ctx0" brushRef="#br0" timeOffset="1365.25">789 447 0 0 0,'0'0'1864'0'0,"0"0"629"0"0,0 0 260 0 0,0 0 99 0 0,0 0-174 0 0,0 0-399 0 0,0 0-421 0 0,0 0-432 0 0,0 0-378 0 0,0 0-253 0 0,0 0-153 0 0,0 0-112 0 0,0-3-79 0 0,2-10 151 0 0,-17 80-39 0 0,20 71 404 0 0,3-99-769 0 0,29 111 462 0 0,17-11-323 0 0,-46-106-393 0 0,-8-33 17 0 0,0 0-5 0 0,0 0-21 0 0,0 0-34 0 0,0 0-46 0 0,0 0-59 0 0,-1-9-2083 0 0,-19-33-6633 0 0,6 18 497 0 0,10 17 3709 0 0</inkml:trace>
  <inkml:trace contextRef="#ctx0" brushRef="#br0" timeOffset="1869.1">997 789 0 0 0,'0'0'1922'0'0,"0"0"1146"0"0,0 0 321 0 0,0 0-231 0 0,0 0-397 0 0,0 0-503 0 0,0 0-485 0 0,0 0-427 0 0,0 0-307 0 0,0 0-216 0 0,0 0-165 0 0,0 0-108 0 0,-2-3-75 0 0,-6-11-55 0 0,-13 33 945 0 0,-65 58-1486 0 0,63-50 2 0 0,47-21 1985 0 0,117 17-1675 0 0,-26 4-291 0 0,-104-23-352 0 0,-10-5-4597 0 0,-18-6-5607 0 0,10 4 499 0 0</inkml:trace>
  <inkml:trace contextRef="#ctx0" brushRef="#br0" timeOffset="2542.11">1711 533 304 0 0,'0'0'3373'0'0,"0"0"-578"0"0,0 0-390 0 0,0 0-352 0 0,0 0-323 0 0,0 0-250 0 0,0 0-226 0 0,0 0-210 0 0,0 0-217 0 0,0 0-210 0 0,0 0-187 0 0,0 0-131 0 0,0 0-99 0 0,-3 0-51 0 0,-262 5 1025 0 0,261-4-1494 0 0,-13-3-382 0 0,13-8-4174 0 0,4 5 1067 0 0,0 1-1936 0 0,0 1 1063 0 0</inkml:trace>
  <inkml:trace contextRef="#ctx0" brushRef="#br0" timeOffset="2965.11">1617 350 0 0 0,'0'0'1352'0'0,"0"0"1341"0"0,0 0 429 0 0,0 0-95 0 0,0 0-406 0 0,0 0-461 0 0,0 0-437 0 0,0 0-330 0 0,0 0-188 0 0,0 0-162 0 0,0 0-141 0 0,0 0-102 0 0,0 0-147 0 0,-4-8-131 0 0,-15-24-100 0 0,15 25-106 0 0,4 7-41 0 0,0 0-47 0 0,0 0-56 0 0,0 0-21 0 0,0 0-43 0 0,0 0-35 0 0,0 0-23 0 0,0 0-18 0 0,0 0-18 0 0,0 0-23 0 0,0 0-28 0 0,0 0-15 0 0,0 0-4 0 0,0 0-23 0 0,0 0 4 0 0,-3 1 59 0 0,-1 1 1 0 0,1 0-1 0 0,-1-1 0 0 0,0 1 0 0 0,1-1 0 0 0,-1 0 0 0 0,0-1 1 0 0,0 1-1 0 0,0 0 0 0 0,1-1 0 0 0,-1 0 0 0 0,-3 0 16 0 0,5 0-4 0 0,-204 3-1679 0 0,129-4-7894 0 0,67 1-749 0 0</inkml:trace>
</inkml:ink>
</file>

<file path=ppt/ink/ink2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30:54.3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92 112 0 0 0,'-3'-7'451'0'0,"-16"-32"249"0"0,5 16 2797 0 0,-3 8 860 0 0,-18-8 2735 0 0,31 18-2269 0 0,7 9-151 0 0,14 10-4599 0 0,115 107 125 0 0,-35-31 9 0 0,28 21 37 0 0,-34-43-54 0 0,-75-55-200 0 0,-29-30-7759 0 0,-15-8-2546 0 0,20 20 2257 0 0</inkml:trace>
  <inkml:trace contextRef="#ctx0" brushRef="#br0" timeOffset="517.7">436 33 0 0 0,'0'0'927'0'0,"0"0"1475"0"0,0 0 261 0 0,0 0-115 0 0,0 0-171 0 0,0 0-357 0 0,0 0-345 0 0,0 0-293 0 0,0 0-284 0 0,0 0-233 0 0,0 0-141 0 0,0 0-76 0 0,0-3-59 0 0,-1-10-51 0 0,0 9-67 0 0,1 4-76 0 0,0 0-72 0 0,0 0-79 0 0,0 0-36 0 0,0 0-24 0 0,0 0-20 0 0,0 0-15 0 0,0 0-49 0 0,0 0-44 0 0,-42 31 50 0 0,-77 72 430 0 0,95-72-366 0 0,2 0 1 0 0,1 1 0 0 0,-12 27-171 0 0,11-13 254 0 0,10-24-168 0 0,-19-2-2103 0 0,15-20-1311 0 0,7 0-3515 0 0,2 0-3749 0 0</inkml:trace>
  <inkml:trace contextRef="#ctx0" brushRef="#br0" timeOffset="1304.79">714 443 0 0 0,'0'0'1606'0'0,"0"0"291"0"0,0 0 244 0 0,0 0-14 0 0,0 0-213 0 0,0 0-298 0 0,0 0-260 0 0,0 0-166 0 0,0 0-124 0 0,0 0-114 0 0,0 0-112 0 0,0-9-115 0 0,2-28-115 0 0,-2 37-566 0 0,0-1 0 0 0,0 0-1 0 0,0 1 1 0 0,0-1 0 0 0,0 1 0 0 0,0-1 0 0 0,0 0 0 0 0,0 1 0 0 0,0-1 0 0 0,0 1 0 0 0,0-1-1 0 0,0 1 1 0 0,1-1 0 0 0,-1 0 0 0 0,0 1 0 0 0,1-1 0 0 0,-1 1 0 0 0,0-1 0 0 0,1 1-1 0 0,-1 0 1 0 0,0-1 0 0 0,1 1 0 0 0,-1-1 0 0 0,1 1 0 0 0,-1 0 0 0 0,1-1 0 0 0,-1 1-1 0 0,1 0 1 0 0,-1-1 0 0 0,1 1 0 0 0,-1 0 0 0 0,1 0 0 0 0,-1-1 0 0 0,1 1 0 0 0,-1 0 0 0 0,1 0-1 0 0,0 0 1 0 0,-1 0 0 0 0,1 0 0 0 0,-1 0 0 0 0,1 0-44 0 0,2 0 219 0 0,1-2-217 0 0,-1 1 0 0 0,1 0 1 0 0,0 0-1 0 0,0 0 1 0 0,0 1-1 0 0,-1-1 1 0 0,1 1-1 0 0,0 0 0 0 0,0 0 1 0 0,0 0-1 0 0,0 1 1 0 0,-1-1-1 0 0,1 1 0 0 0,0 0 1 0 0,0 0-1 0 0,-1 0 1 0 0,1 1-1 0 0,0-1 1 0 0,-1 1-1 0 0,0 0 0 0 0,1 0 1 0 0,-1 0-1 0 0,0 0 1 0 0,0 1-1 0 0,0-1 0 0 0,0 1 1 0 0,-1 0-1 0 0,1-1 1 0 0,-1 1-1 0 0,1 1 1 0 0,-1-1-1 0 0,2 3-2 0 0,5 25-215 0 0,-16 22 11 0 0,1-40 173 0 0,-31 42-87 0 0,34-52 169 0 0,0 0 1 0 0,-1 0-1 0 0,1-1 0 0 0,-1 1 1 0 0,0-1-1 0 0,1 0 1 0 0,-1 0-1 0 0,0 0 0 0 0,0 0 1 0 0,0 0-1 0 0,-1-1 0 0 0,1 0 1 0 0,0 0-1 0 0,0 0 1 0 0,-1-1-1 0 0,1 1 0 0 0,-5-1-51 0 0,1 0 136 0 0,-1-1 0 0 0,0 0-1 0 0,1-1 1 0 0,-1 1-1 0 0,1-2 1 0 0,0 1 0 0 0,0-1-1 0 0,0 0 1 0 0,0-1-1 0 0,0 0 1 0 0,1 0 0 0 0,0-1-1 0 0,0 0 1 0 0,0 0 0 0 0,0 0-1 0 0,-4-5-135 0 0,9 6 65 0 0,-1 0 0 0 0,0 0-1 0 0,1 0 1 0 0,0 0 0 0 0,0-1-1 0 0,0 1 1 0 0,1 0 0 0 0,0-1-1 0 0,-1 1 1 0 0,2-1 0 0 0,-1 1-1 0 0,0-1 1 0 0,1 0 0 0 0,0 1-1 0 0,0-1 1 0 0,0-2-65 0 0,2 4-72 0 0,-1 0 0 0 0,1 0 0 0 0,0 0 0 0 0,0 0-1 0 0,0 0 1 0 0,0 1 0 0 0,0-1 0 0 0,0 1 0 0 0,1-1 0 0 0,-1 1 0 0 0,1 0 0 0 0,0 0-1 0 0,0 0 1 0 0,0 0 0 0 0,0 1 0 0 0,0-1 0 0 0,0 1 0 0 0,0 0 0 0 0,0 0 0 0 0,0 0-1 0 0,1 0 1 0 0,-1 1 0 0 0,0-1 0 0 0,1 1 0 0 0,0-1 72 0 0,35-1-5055 0 0,-28 2-1346 0 0,-6 0-3473 0 0</inkml:trace>
</inkml:ink>
</file>

<file path=ppt/ink/ink2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31:03.3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30 0 0 0,'0'0'268'0'0,"0"0"827"0"0,0 0 261 0 0,0 0 69 0 0,0 0 3 0 0,0 0-24 0 0,0 0-26 0 0,0 0-77 0 0,0 0-76 0 0,0 0-101 0 0,0-7-84 0 0,0 5-681 0 0,-1-19-129 0 0,1 22 3281 0 0,5 112-2823 0 0,24 33 297 0 0,-15-93-670 0 0,-7-15-120 0 0,-7-37-206 0 0,0-1 28 0 0,0 0 6 0 0,0 0-24 0 0,0 0 18 0 0,0 0-1 0 0,0 0-31 0 0,0 0-13 0 0,0 0-38 0 0,0 0-6 0 0,0 0-38 0 0,0-6-3704 0 0,-2-4-8774 0 0,0 8 9893 0 0</inkml:trace>
  <inkml:trace contextRef="#ctx0" brushRef="#br0" timeOffset="472.63">330 204 0 0 0,'0'0'1500'0'0,"0"0"881"0"0,0 0 155 0 0,0 0-306 0 0,0 0-327 0 0,0 0-329 0 0,0 0-236 0 0,0 0-141 0 0,0 0-105 0 0,0 0-110 0 0,0 0-95 0 0,-3-4-99 0 0,-6-9-105 0 0,6 10-67 0 0,3 3-64 0 0,0 0-89 0 0,0 0-74 0 0,0 0-81 0 0,0 0-88 0 0,0 0-41 0 0,0 0-26 0 0,0 0-34 0 0,0 0 4 0 0,0 0-34 0 0,0 0-33 0 0,0 0-3 0 0,0 0-2 0 0,0 0 5 0 0,0 0 5 0 0,0 0-7 0 0,0 0-19 0 0,0 0-11 0 0,-6 0-68 0 0,-147-6 302 0 0,47-2-532 0 0,60 7-2779 0 0,42 15-4901 0 0,5-10 4049 0 0,-1 0-3815 0 0</inkml:trace>
</inkml:ink>
</file>

<file path=ppt/ink/ink2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31:04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517 809 0 0 0,'0'0'701'0'0,"0"0"1236"0"0,0 0 385 0 0,0 0-158 0 0,0 0-303 0 0,0 0-322 0 0,0 0-231 0 0,0 0-124 0 0,0 0-73 0 0,0 0-71 0 0,0 0-82 0 0,0 0-121 0 0,3 1-106 0 0,0 1-828 0 0,4 1 1505 0 0,-21-2 1693 0 0,-184-1-3244 0 0,199 13-14068 0 0,3-13 6460 0 0</inkml:trace>
  <inkml:trace contextRef="#ctx0" brushRef="#br0" timeOffset="738.63">720 557 0 0 0,'0'0'543'0'0,"0"0"1244"0"0,0 0 463 0 0,0 0 141 0 0,0 0 16 0 0,0 0-91 0 0,0 0-183 0 0,0 0-309 0 0,0 0-331 0 0,0 0-310 0 0,0 0-263 0 0,0 0-187 0 0,0-6-147 0 0,0-12-81 0 0,0 35-262 0 0,4 92 137 0 0,34 21-136 0 0,-22-79-208 0 0,-6-16-575 0 0,-7-28-635 0 0,1-5-4947 0 0,-4-2 3736 0 0,0 0-717 0 0,0 0-543 0 0,0 0-1363 0 0</inkml:trace>
  <inkml:trace contextRef="#ctx0" brushRef="#br0" timeOffset="1308.63">932 418 0 0 0,'0'0'355'0'0,"0"0"1245"0"0,0 0 272 0 0,0 0-24 0 0,0 0-228 0 0,0 0-162 0 0,0 0-196 0 0,0 0-233 0 0,0 0-198 0 0,0 0-181 0 0,0 0-131 0 0,0 0-84 0 0,-1-4-46 0 0,-3-9-74 0 0,22 21 288 0 0,2 1-546 0 0,0 1 1 0 0,-1 1 0 0 0,-1 0-1 0 0,0 2 1 0 0,0 0 0 0 0,-1 1-1 0 0,-1 0 1 0 0,0 2-1 0 0,-1 0 1 0 0,-1 0 0 0 0,-1 1-1 0 0,0 1 1 0 0,-1 1-1 0 0,-1-1 1 0 0,7 17-58 0 0,-13-20 61 0 0,-1 1 1 0 0,-1-1-1 0 0,0 1 0 0 0,-1-1 1 0 0,-1 1-1 0 0,0 0 0 0 0,-1 0 1 0 0,-1 5-62 0 0,-23 60 356 0 0,19-70-373 0 0,0 0 0 0 0,0-1 0 0 0,-1 1 0 0 0,-1-1-1 0 0,1 0 1 0 0,-2-1 0 0 0,1 1 0 0 0,-1-1 0 0 0,-1-1 0 0 0,1 0 0 0 0,-2 0 0 0 0,-2 2 17 0 0,2-3-447 0 0,0-1 0 0 0,-1 0 0 0 0,0 0 0 0 0,0-1 0 0 0,0-1 0 0 0,-1 1 0 0 0,-8 1 447 0 0,-25 4-6463 0 0,30-7-237 0 0</inkml:trace>
  <inkml:trace contextRef="#ctx0" brushRef="#br0" timeOffset="2116.49">102 559 0 0 0,'0'0'870'0'0,"0"0"411"0"0,0 0 271 0 0,0 0 127 0 0,0 0-1 0 0,0 0-75 0 0,0 0-108 0 0,0 0-116 0 0,0 0-97 0 0,0 0-62 0 0,0-10-65 0 0,1-3-650 0 0,-1-7-61 0 0,1-3 3735 0 0,4 25-3470 0 0,-41 75-910 0 0,19-48 210 0 0,8-12 25 0 0,1 1-1 0 0,1 0 1 0 0,0 1 0 0 0,1 0-1 0 0,1 0 1 0 0,1 0-1 0 0,0 0 1 0 0,2 1 0 0 0,0-1-1 0 0,1 11-33 0 0,1-21 68 0 0,0 0 0 0 0,0 0 0 0 0,1 0 0 0 0,0-1 0 0 0,0 1 0 0 0,1 0 0 0 0,0 0 0 0 0,1-1 0 0 0,2 6-68 0 0,1 0 58 0 0,1-1 0 0 0,0 0-1 0 0,1 0 1 0 0,1-1-1 0 0,0 0 1 0 0,0-1 0 0 0,1 0-1 0 0,1 0 1 0 0,0-1-1 0 0,0 0-57 0 0,8 5-435 0 0,49 35-138 0 0,-19-24-7035 0 0,-41-22 2157 0 0,-1-4-2845 0 0</inkml:trace>
  <inkml:trace contextRef="#ctx0" brushRef="#br0" timeOffset="3120.44">1272 32 0 0 0,'0'0'1062'0'0,"0"0"90"0"0,0 0 43 0 0,0 0 13 0 0,0 0 24 0 0,0 0-41 0 0,0 0-97 0 0,0 0-117 0 0,0 0-110 0 0,0 0-83 0 0,1-7-30 0 0,0 5-286 0 0,2-15-859 0 0,-1 12 1494 0 0,-2 9 2814 0 0,17 90-3250 0 0,1 35 488 0 0,-4-37-405 0 0,14 14-48 0 0,-10-62-479 0 0,-14-37-191 0 0,-4-7-108 0 0,0 1-1 0 0,0-1 1 0 0,1 1 0 0 0,-1-1 0 0 0,0 1-1 0 0,0-1 1 0 0,0 0 0 0 0,1 1-1 0 0,-1-1 1 0 0,0 1 0 0 0,1-1 0 0 0,-1 0-1 0 0,0 1 1 0 0,1-1 0 0 0,-1 1-1 0 0,1-1 1 0 0,-1 0 0 0 0,0 0-1 0 0,1 1 1 0 0,-1-1 0 0 0,1 0 0 0 0,-1 0-1 0 0,1 1 1 0 0,-1-1 0 0 0,1 0-1 0 0,-1 0 1 0 0,1 0 0 0 0,-1 0 0 0 0,1 0-1 0 0,-1 0 1 0 0,1 0 0 0 0,-1 0-1 0 0,1 0 1 0 0,-1 0 0 0 0,1 0 0 0 0,0 0-1 0 0,-1 0 1 0 0,1 0 0 0 0,-1-1-1 0 0,1 1 77 0 0,0-14-10871 0 0,-1 8 4652 0 0</inkml:trace>
  <inkml:trace contextRef="#ctx0" brushRef="#br0" timeOffset="3543.57">1524 297 2128 0 0,'0'0'3122'0'0,"0"0"-512"0"0,0 0-455 0 0,0 0-395 0 0,0 0-354 0 0,0 0-283 0 0,0 0-252 0 0,0 0-205 0 0,0 0-137 0 0,0 0-131 0 0,0 0-90 0 0,0 0-87 0 0,0 0-68 0 0,-2 1-54 0 0,-5 1-11 0 0,-1 0 0 0 0,1 1 0 0 0,0 0 0 0 0,0 1 0 0 0,1 0 0 0 0,-1 0-1 0 0,1 0 1 0 0,0 1 0 0 0,0 0 0 0 0,0 0 0 0 0,0 0 0 0 0,1 1 0 0 0,-1 1-88 0 0,0 30 227 0 0,6-36-172 0 0,-1-1 0 0 0,1 1 0 0 0,0-1 0 0 0,0 1 0 0 0,0-1 0 0 0,0 1 0 0 0,0 0 0 0 0,0-1 1 0 0,0 1-1 0 0,0-1 0 0 0,0 1 0 0 0,0-1 0 0 0,0 1 0 0 0,0-1 0 0 0,0 1 0 0 0,0 0 0 0 0,0-1 0 0 0,1 1 1 0 0,-1-1-1 0 0,0 1 0 0 0,0-1 0 0 0,1 1 0 0 0,-1-1 0 0 0,0 0 0 0 0,1 1 0 0 0,-1-1 0 0 0,1 1 0 0 0,-1-1 0 0 0,0 0 1 0 0,1 1-1 0 0,-1-1 0 0 0,1 0 0 0 0,-1 1 0 0 0,1-1 0 0 0,-1 0 0 0 0,1 0 0 0 0,-1 1 0 0 0,1-1 0 0 0,-1 0 1 0 0,1 0-1 0 0,-1 0 0 0 0,1 0 0 0 0,-1 0 0 0 0,1 0 0 0 0,0 0 0 0 0,-1 0 0 0 0,1 0 0 0 0,-1 0 0 0 0,1 0 1 0 0,-1 0-1 0 0,1 0 0 0 0,0 0-55 0 0,4 0-105 0 0,17 2 169 0 0,-7-2-194 0 0,1 1-1 0 0,-1 1 1 0 0,1 0-1 0 0,-1 2 1 0 0,0-1 0 0 0,0 2-1 0 0,-1 0 1 0 0,1 0 0 0 0,5 5 130 0 0,-14-7-499 0 0,20 15-1529 0 0,-13-3-6104 0 0,-10-11-1291 0 0</inkml:trace>
  <inkml:trace contextRef="#ctx0" brushRef="#br0" timeOffset="5570.64">1793 727 0 0 0,'0'0'1120'0'0,"0"0"271"0"0,0 0 254 0 0,0 0 66 0 0,0 0-95 0 0,0 0-104 0 0,0 0-134 0 0,0 0-166 0 0,0 0-152 0 0,-2-2-130 0 0,-9-7-115 0 0,8 7-98 0 0,3 2-130 0 0,0 0-118 0 0,0 0-62 0 0,0 0-51 0 0,0 0-37 0 0,0 0-38 0 0,0 0-43 0 0,0 0-74 0 0,0 0-36 0 0,0 0-27 0 0,0 0-29 0 0,0 0-6 0 0,0 0-26 0 0,0 0-27 0 0,0 0-8 0 0,8 11 2330 0 0,216 172 141 0 0,-88-73-2060 0 0,-72-67-264 0 0,-64-43-193 0 0,0 0 1 0 0,0-1-1 0 0,0 1 1 0 0,0 0-1 0 0,0 0 1 0 0,-1-1-1 0 0,2 1 1 0 0,-1 0 0 0 0,0 0-1 0 0,0 0 1 0 0,0-1-1 0 0,0 1 1 0 0,0 0-1 0 0,0 0 1 0 0,0-1-1 0 0,0 1 1 0 0,0 0-1 0 0,0 0 1 0 0,0 0-1 0 0,1-1 1 0 0,-1 1 0 0 0,0 0-1 0 0,0 0 1 0 0,0 0-1 0 0,0-1 1 0 0,0 1-1 0 0,1 0 1 0 0,-1 0-1 0 0,0 0 1 0 0,0 0-1 0 0,0 0 1 0 0,1 0-1 0 0,-1-1 1 0 0,0 1 0 0 0,0 0-1 0 0,1 0 1 0 0,-1 0-1 0 0,0 0 1 0 0,0 0-1 0 0,1 0 1 0 0,-1 0-1 0 0,0 0 1 0 0,0 0-1 0 0,0 0 1 0 0,1 0-1 0 0,-1 0 1 0 0,0 0-1 0 0,0 0 1 0 0,1 0 0 0 0,-1 0-1 0 0,0 0 1 0 0,0 1-1 0 0,1-1 1 0 0,-1 0-1 0 0,0 0 1 0 0,0 0-1 0 0,0 0 1 0 0,1 0 40 0 0,-12-19-7635 0 0,-3 5-72 0 0,9 10 1664 0 0</inkml:trace>
  <inkml:trace contextRef="#ctx0" brushRef="#br0" timeOffset="6118.29">2108 805 0 0 0,'0'0'1904'0'0,"0"0"202"0"0,0 0 59 0 0,0 0-130 0 0,0 0-167 0 0,0 0-106 0 0,0 0-131 0 0,0 0-96 0 0,0 0-119 0 0,0 0-133 0 0,0 0-159 0 0,2-9-165 0 0,5-29-112 0 0,-7 27 2789 0 0,0 11-3399 0 0,0 0-54 0 0,0 0-57 0 0,0 0-32 0 0,0 0-37 0 0,0 0-33 0 0,0 0-28 0 0,0 0-12 0 0,0 0-5 0 0,0 0 5 0 0,0 0 6 0 0,0 0-2 0 0,0 0-14 0 0,0 0-1 0 0,0 0-6 0 0,-9 4-334 0 0,-8 9 358 0 0,-39 41 51 0 0,35-29-41 0 0,3-6 20 0 0,2 2 0 0 0,1-1 0 0 0,0 2 1 0 0,-6 14-22 0 0,-18 32 128 0 0,25-40-228 0 0,-13-2-4233 0 0,23-22 1572 0 0,0-2-2876 0 0,-2 0-4719 0 0</inkml:trace>
  <inkml:trace contextRef="#ctx0" brushRef="#br0" timeOffset="8051.48">2375 996 32 0 0,'0'0'3245'0'0,"0"0"-335"0"0,0 0-199 0 0,0 0-85 0 0,0 0-262 0 0,0 0-290 0 0,0 0-384 0 0,0 0-437 0 0,0 0-328 0 0,0 0-279 0 0,0 0-231 0 0,0 0-163 0 0,0 0-125 0 0,1-2-86 0 0,5-2-41 0 0,-4 2-26 0 0,-2 2-10 0 0,0 0-23 0 0,0 0-28 0 0,0 0 0 0 0,9 19-138 0 0,-3 28 294 0 0,3 45-27 0 0,-2 52 82 0 0,-7-144-85 0 0,0 0 29 0 0,0 0 42 0 0,0 0 50 0 0,0 0 82 0 0,2 0 3059 0 0,5-2-2876 0 0,27-23-100 0 0,-16 16-329 0 0,-1 1-1 0 0,1 1 1 0 0,1 0-1 0 0,-1 2 1 0 0,1 0-1 0 0,17-2 5 0 0,-10 2-32 0 0,18 1-173 0 0,-41 1 414 0 0,-2 2-2471 0 0,-2 0-3474 0 0,0 0-5062 0 0,-1 1 3953 0 0</inkml:trace>
  <inkml:trace contextRef="#ctx0" brushRef="#br0" timeOffset="8385.33">2609 1122 0 0 0,'0'0'2103'0'0,"0"0"375"0"0,0 0 307 0 0,0 0-36 0 0,0 0-276 0 0,0 0-443 0 0,0 0-451 0 0,0 0-318 0 0,0 0-290 0 0,0 0-259 0 0,0 0-153 0 0,0 0-111 0 0,0 0-114 0 0,-3-2-50 0 0,-8-7-79 0 0,8 23-10 0 0,10 49 518 0 0,12 9-197 0 0,0-13-341 0 0,-8-13-774 0 0,-10-36-3253 0 0,-1 0-3706 0 0,0-8-2371 0 0</inkml:trace>
</inkml:ink>
</file>

<file path=ppt/ink/ink2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31:56.0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83 0 0 0,'0'0'332'0'0,"0"0"446"0"0,0 0 174 0 0,0 0 85 0 0,2-8 86 0 0,10-39 1154 0 0,-11 42 746 0 0,-2-6 11094 0 0,0 6-10631 0 0,0-1-5958 0 0,1 6 2527 0 0,0 0-8 0 0,0 0-7 0 0,0 0 10 0 0,0 0-22 0 0,0 0 7 0 0,0 0-2 0 0,0 0-5 0 0,0 0-14 0 0,0 0-8 0 0,0 0-26 0 0,0 0 4 0 0,0 0-9 0 0,0 9-7 0 0,10 86 149 0 0,6-35-31 0 0,31 68 190 0 0,-25-60-88 0 0,-9-28-59 0 0,-13-38-118 0 0,0-2 2 0 0,0 0-4 0 0,0 0-4 0 0,0 0-14 0 0,0 0 9 0 0,0 0-13 0 0,0 0-11 0 0,0 0-13 0 0,0 0-39 0 0,-17-6-1128 0 0,-30-16-4982 0 0,3-10-8144 0 0,39 28 10479 0 0</inkml:trace>
  <inkml:trace contextRef="#ctx0" brushRef="#br0" timeOffset="520.04">260 266 0 0 0,'0'0'383'0'0,"0"0"1206"0"0,0 0 565 0 0,0 0 199 0 0,0 0-42 0 0,0 0-165 0 0,0 0-111 0 0,0 0-169 0 0,0 0-179 0 0,0 0-171 0 0,0 0-229 0 0,13-2-186 0 0,38-8-146 0 0,-38 7-132 0 0,-13 3-132 0 0,0 0-120 0 0,0 0-101 0 0,0 0-71 0 0,-83-11 1672 0 0,-77 8-2036 0 0,155 3-64 0 0,1 0 0 0 0,0 1-1 0 0,-1 0 1 0 0,1 0 0 0 0,0 0 0 0 0,0 0 0 0 0,0 1 0 0 0,0 0-1 0 0,0 0 1 0 0,0 0 0 0 0,0 0 0 0 0,0 1 29 0 0,-22 23-5787 0 0,19-20 1152 0 0,2-2-3405 0 0,3-3 409 0 0</inkml:trace>
</inkml:ink>
</file>

<file path=ppt/ink/ink2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31:57.8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114 421 0 0 0,'0'0'775'0'0,"0"0"533"0"0,0 0 240 0 0,0 0 54 0 0,0 0-16 0 0,0 0-103 0 0,0 0-91 0 0,0 0-90 0 0,0 0-19 0 0,0 0-48 0 0,0 0-150 0 0,0-6-113 0 0,-2-19-155 0 0,2 19-104 0 0,0 6-56 0 0,0 0-78 0 0,0 0-104 0 0,0 0-99 0 0,0 0-91 0 0,0 0-67 0 0,0 0-55 0 0,0 0-41 0 0,0 0-28 0 0,0 0-33 0 0,0 0-16 0 0,0 0-19 0 0,0 0-12 0 0,0 0 10 0 0,0 0-14 0 0,0 0-13 0 0,0 0 10 0 0,0 0 9 0 0,0 0 5 0 0,0 0-1 0 0,-22 28 1096 0 0,13-17-991 0 0,1 1-1 0 0,1 0 1 0 0,0 0-1 0 0,1 1 0 0 0,0 0 1 0 0,1 0-1 0 0,0 1 1 0 0,1-1-1 0 0,1 1 1 0 0,0 0-1 0 0,1 0 0 0 0,0 13-124 0 0,-2-6 114 0 0,-9 112 446 0 0,8 6 65 0 0,17-75-116 0 0,-7-45-358 0 0,1-1 0 0 0,1 0 0 0 0,0 0 0 0 0,1-1 0 0 0,1 0 0 0 0,1 0 0 0 0,6 7-151 0 0,-15-22 10 0 0,110 129 630 0 0,-78-94-603 0 0,-27-32 287 0 0,-3-3-1209 0 0,-5-2-3527 0 0,-23-14-8390 0 0,19 8 4105 0 0</inkml:trace>
  <inkml:trace contextRef="#ctx0" brushRef="#br0" timeOffset="4103.92">639 1026 0 0 0,'0'0'589'0'0,"0"0"212"0"0,0 0 190 0 0,0 0 153 0 0,0 0 75 0 0,0 0-14 0 0,0 0-87 0 0,7-4-66 0 0,10-4-656 0 0,11-6 2864 0 0,-15 12 1387 0 0,-18 3-2649 0 0,-76 10 947 0 0,-35-15-978 0 0,26 0-2693 0 0,80 9-1351 0 0,5 0-3678 0 0,2-2-58 0 0,3-3-3148 0 0</inkml:trace>
  <inkml:trace contextRef="#ctx0" brushRef="#br0" timeOffset="5075.71">977 933 0 0 0,'0'0'1874'0'0,"0"0"117"0"0,0 0-64 0 0,0 0-167 0 0,0 0-133 0 0,0 0-144 0 0,0 0-66 0 0,0 0-122 0 0,0 0-201 0 0,0 0-177 0 0,1-3-125 0 0,1 0-480 0 0,2-10 2379 0 0,-7 19-2303 0 0,4 12-285 0 0,1 0 1 0 0,1-1-1 0 0,1 1 0 0 0,0-1 0 0 0,2 0 0 0 0,-1 0 1 0 0,2 0-1 0 0,6 11-103 0 0,66 126 312 0 0,-66-132-308 0 0,-2-1-1 0 0,-1 1 1 0 0,0 1 0 0 0,-2 0 0 0 0,0 0-1 0 0,1 14-3 0 0,-7 25-149 0 0,-3-61 145 0 0,-1 1 1 0 0,0 0-1 0 0,0-1 0 0 0,0 0 1 0 0,0 1-1 0 0,0-1 0 0 0,0 0 1 0 0,0 0-1 0 0,0 0 0 0 0,0 0 1 0 0,-1-1-1 0 0,1 1 0 0 0,0-1 1 0 0,-1 1-1 0 0,1-1 0 0 0,0 0 1 0 0,-1 0-1 0 0,1 0 0 0 0,-1 0 1 0 0,1 0-1 0 0,0 0 0 0 0,-1-1 1 0 0,1 1 3 0 0,-6 0 48 0 0,-2-2 12 0 0,0 0-1 0 0,0-1 1 0 0,1 1-1 0 0,-1-2 1 0 0,0 0-1 0 0,1 0 1 0 0,0 0-1 0 0,0-1 1 0 0,0-1-1 0 0,1 0 1 0 0,-1 0-1 0 0,1 0 1 0 0,1-1-1 0 0,-1 0 1 0 0,1-1-1 0 0,1 1 1 0 0,-1-1-1 0 0,1-1 1 0 0,1 1-1 0 0,-1-1 1 0 0,1-1-60 0 0,4 8 63 0 0,0 0 0 0 0,0 0 0 0 0,0 0 0 0 0,1 0 0 0 0,-1 0 0 0 0,0-1 0 0 0,1 1 0 0 0,-1 0 0 0 0,1 0 0 0 0,0-1 0 0 0,0 1 0 0 0,0 0 0 0 0,0-1 0 0 0,0 1 0 0 0,0 0 0 0 0,1-1 0 0 0,-1 1 0 0 0,1 0 0 0 0,0 0 0 0 0,0 0 0 0 0,-1-1 0 0 0,1 1 0 0 0,1 0 0 0 0,-1 0 0 0 0,0 0 0 0 0,0 0 0 0 0,1 1 0 0 0,-1-1 0 0 0,1 0 0 0 0,0 0 0 0 0,0 1-63 0 0,6-6 4 0 0,0 2-1 0 0,1-1 0 0 0,0 1 0 0 0,0 0 0 0 0,0 1 0 0 0,1 0 1 0 0,-1 1-1 0 0,8-2-3 0 0,4 0-40 0 0,46-21-487 0 0,-67 25 145 0 0,1 0 1 0 0,0-1-1 0 0,-1 1 0 0 0,1-1 1 0 0,-1 1-1 0 0,0 0 0 0 0,1-1 1 0 0,-1 1-1 0 0,0-1 0 0 0,0 1 1 0 0,0-1-1 0 0,0 1 0 0 0,0-1 1 0 0,0 1-1 0 0,0-1 0 0 0,0 1 1 0 0,-1-1-1 0 0,1 1 1 0 0,0 0-1 0 0,-1-1 0 0 0,0 1 1 0 0,1-1-1 0 0,-1 1 0 0 0,0 0 1 0 0,1 0-1 0 0,-1-1 0 0 0,0 1 1 0 0,0 0-1 0 0,0 0 0 0 0,0 0 1 0 0,0 0-1 0 0,0 0 0 0 0,-1 0 1 0 0,1 0-1 0 0,0 0 0 0 0,0 1 1 0 0,-1-1-1 0 0,1 0 0 0 0,-1 0 382 0 0,-10-7-3766 0 0,4 2-788 0 0</inkml:trace>
  <inkml:trace contextRef="#ctx0" brushRef="#br0" timeOffset="5522.89">983 651 0 0 0,'0'0'2766'0'0,"0"0"284"0"0,0 0 81 0 0,0 0-77 0 0,0 0-168 0 0,0 0-313 0 0,0 0-479 0 0,0 0-586 0 0,0 0-476 0 0,0 0-328 0 0,0 0-189 0 0,0 0-91 0 0,0 0-63 0 0,-2-2-31 0 0,-8-7 373 0 0,3 5-1818 0 0,6 8-2450 0 0,1 16-187 0 0,0-8-2175 0 0,0-5-2372 0 0</inkml:trace>
  <inkml:trace contextRef="#ctx0" brushRef="#br0" timeOffset="6510">1253 523 0 0 0,'0'0'683'0'0,"0"0"672"0"0,0 0 225 0 0,0 0-101 0 0,0 0-156 0 0,0 0-68 0 0,0 0-71 0 0,0 0-49 0 0,0 0-61 0 0,-2-10-113 0 0,-6-31-85 0 0,5 25 1341 0 0,3 15-1580 0 0,0 1-61 0 0,0 0-43 0 0,0 0-87 0 0,0 0-95 0 0,0 0-64 0 0,0 0-28 0 0,0 0-17 0 0,0 0-30 0 0,0 0-24 0 0,5 1 174 0 0,1 1-366 0 0,1 1-1 0 0,-1 0 1 0 0,-1 0 0 0 0,1 1-1 0 0,0-1 1 0 0,-1 1 0 0 0,1 0 0 0 0,-1 1-1 0 0,-1 0 1 0 0,6 4 4 0 0,69 96 67 0 0,-12 15 51 0 0,-12 23 99 0 0,-47-110-117 0 0,-2 1 0 0 0,-2-1 0 0 0,0 1 1 0 0,-3 0-1 0 0,-1 18-100 0 0,0-45 2 0 0,-1 0 0 0 0,0-1-1 0 0,0 1 1 0 0,0-1 0 0 0,-1 1 0 0 0,0-1 0 0 0,0 1-1 0 0,0-1 1 0 0,-1 0 0 0 0,0 0 0 0 0,0 0 0 0 0,-1-1-1 0 0,0 1 1 0 0,1-1 0 0 0,-2 0 0 0 0,1 0 0 0 0,-1 0-1 0 0,0-1 1 0 0,0 1 0 0 0,0-1 0 0 0,0 0-1 0 0,-1-1 1 0 0,-2 2-2 0 0,-36 18-1526 0 0,29-17-1791 0 0,-2-1-3837 0 0,10-5-965 0 0</inkml:trace>
  <inkml:trace contextRef="#ctx0" brushRef="#br0" timeOffset="7487.37">1515 9 0 0 0,'0'0'806'0'0,"0"0"1027"0"0,0 0 302 0 0,0 0-90 0 0,0 0-305 0 0,0 0-274 0 0,0 0-241 0 0,0 0-190 0 0,0 0-144 0 0,0 0-153 0 0,0 0-153 0 0,0 0-141 0 0,0-1-114 0 0,0-5-68 0 0,0 4-24 0 0,0 2-1 0 0,0 13 229 0 0,9 60 190 0 0,7 15 207 0 0,19 63 189 0 0,-19-92-852 0 0,1-2-154 0 0,-5-17-48 0 0,-9-24-1591 0 0,-3-16 993 0 0,0 0-133 0 0,0 0-146 0 0,0-10-5318 0 0,-1 4 2256 0 0,0 1-1407 0 0</inkml:trace>
  <inkml:trace contextRef="#ctx0" brushRef="#br0" timeOffset="7947.48">1721 311 0 0 0,'0'0'1983'0'0,"0"0"1180"0"0,0 0 268 0 0,0 0-236 0 0,0 0-545 0 0,0 0-579 0 0,0 0-444 0 0,0 0-355 0 0,0 0-262 0 0,0 0-178 0 0,0 0-153 0 0,0 0-129 0 0,0 0-119 0 0,-1 0-93 0 0,-1 0-314 0 0,1 0 1 0 0,-1 0 0 0 0,0 0 0 0 0,1 1-1 0 0,-1-1 1 0 0,1 0 0 0 0,-1 1 0 0 0,1 0 0 0 0,-1-1-1 0 0,1 1 1 0 0,-1 0 0 0 0,1 0 0 0 0,0-1-1 0 0,-1 1 1 0 0,1 0 0 0 0,0 1 0 0 0,0-1-1 0 0,0 0 1 0 0,0 0 0 0 0,0 0 0 0 0,-1 2-25 0 0,-33 36-71 0 0,35-39 70 0 0,0 1 16 0 0,0-1-1 0 0,-1 0 1 0 0,1 0 0 0 0,0 0 0 0 0,0 1-1 0 0,0-1 1 0 0,-1 0 0 0 0,1 0-1 0 0,0 0 1 0 0,0 1 0 0 0,0-1-1 0 0,0 0 1 0 0,0 0 0 0 0,-1 1 0 0 0,1-1-1 0 0,0 0 1 0 0,0 1 0 0 0,0-1-1 0 0,0 0 1 0 0,0 0 0 0 0,0 1 0 0 0,0-1-1 0 0,0 0 1 0 0,0 1 0 0 0,0-1-1 0 0,0 0 1 0 0,0 0 0 0 0,0 1 0 0 0,0-1-1 0 0,0 0 1 0 0,1 1 0 0 0,-1-1-1 0 0,0 0 1 0 0,0 0 0 0 0,0 1-1 0 0,0-1 1 0 0,0 0 0 0 0,1 0 0 0 0,-1 1-1 0 0,0-1 1 0 0,0 0 0 0 0,0 0-1 0 0,1 0 1 0 0,-1 0 0 0 0,0 1 0 0 0,0-1-1 0 0,1 0 1 0 0,-1 0 0 0 0,0 0-1 0 0,0 0 1 0 0,1 0 0 0 0,-1 0-1 0 0,0 0 1 0 0,1 1 0 0 0,-1-1-15 0 0,7 2 46 0 0,105 30 170 0 0,-18-9-846 0 0,-74-7-2014 0 0,-16-9-1835 0 0,-3 1-4939 0 0,-1-6 1838 0 0</inkml:trace>
  <inkml:trace contextRef="#ctx0" brushRef="#br0" timeOffset="14159.88">2272 375 0 0 0,'0'0'1518'0'0,"0"0"197"0"0,0 0 113 0 0,0 0 28 0 0,0 0-31 0 0,0 0-119 0 0,0 0-206 0 0,0 0-257 0 0,0-2-212 0 0,0-4-126 0 0,0 5-34 0 0,0-16 4817 0 0,12 1-4094 0 0,-53 65-1860 0 0,30-33 283 0 0,0 1 0 0 0,1 0 1 0 0,1 0-1 0 0,0 1 0 0 0,2 0 0 0 0,-3 7-17 0 0,-21 60 143 0 0,13-5-51 0 0,4 33 120 0 0,17 108 262 0 0,10-146-151 0 0,5-27 160 0 0,34 25 499 0 0,36 22-596 0 0,-76-71-674 0 0,-10-12-393 0 0,-2-10-3726 0 0,-1-1-4529 0 0,-3-1-1452 0 0</inkml:trace>
  <inkml:trace contextRef="#ctx0" brushRef="#br0" timeOffset="15051.52">2453 887 0 0 0,'0'0'769'0'0,"0"0"936"0"0,0 0 374 0 0,0 0 77 0 0,0 0-82 0 0,0 0-124 0 0,0 0-180 0 0,0 0-243 0 0,0 0-224 0 0,0 0-183 0 0,0 0-148 0 0,-3-3-150 0 0,0-1-489 0 0,-2-1-58 0 0,-1-1 4984 0 0,16 17-4725 0 0,154 126-249 0 0,-75-68-139 0 0,-66-51-93 0 0,-21-17 641 0 0,0-10-19966 0 0,-6 6 16187 0 0,0 2 1088 0 0,-1-1 525 0 0</inkml:trace>
  <inkml:trace contextRef="#ctx0" brushRef="#br0" timeOffset="15659.44">2705 916 0 0 0,'0'0'623'0'0,"0"0"1008"0"0,0 0 347 0 0,0 0 62 0 0,0 0-86 0 0,0 0-189 0 0,0 0-211 0 0,0 0-94 0 0,0 0-95 0 0,0 0-153 0 0,0 0-76 0 0,0 0-120 0 0,0 0-149 0 0,1-6-81 0 0,-1-2-432 0 0,1-19 2771 0 0,-1 26-2775 0 0,0 1-70 0 0,0 0-39 0 0,0 0-21 0 0,-15 2 254 0 0,-53 35-438 0 0,1 27 24 0 0,-1 20 12 0 0,53-59-51 0 0,1 3-33 0 0,-15 23-955 0 0,23-43-82 0 0,1-1-2409 0 0,3-1-4035 0 0,2-5-2620 0 0</inkml:trace>
  <inkml:trace contextRef="#ctx0" brushRef="#br0" timeOffset="16180.46">2435 836 0 0 0,'0'0'392'0'0,"0"0"1152"0"0,0 0 145 0 0,0 0-137 0 0,0 0-62 0 0,0 0-30 0 0,0 0-1 0 0,0 0-96 0 0,0 0-203 0 0,0 0-213 0 0,0 0-167 0 0,0 0-138 0 0,-2-2-126 0 0,-7-5-120 0 0,36 36-177 0 0,84 86-970 0 0,-78-76-1377 0 0,-18-11-4947 0 0,-15-24 1420 0 0</inkml:trace>
  <inkml:trace contextRef="#ctx0" brushRef="#br0" timeOffset="17092.09">2870 1159 0 0 0,'0'0'939'0'0,"0"0"951"0"0,0 0 409 0 0,0 0 15 0 0,0 0-250 0 0,0 0-229 0 0,0 0-235 0 0,0 0-153 0 0,0 0-134 0 0,0 0-140 0 0,0 0-147 0 0,0-4 4359 0 0,4-15-4684 0 0,-1 16-700 0 0,1 1-1 0 0,-1-1 0 0 0,1 1 0 0 0,0 0 0 0 0,0 0 1 0 0,0 0-1 0 0,0 0 0 0 0,0 1 0 0 0,0 0 0 0 0,0 0 1 0 0,0 0-1 0 0,1 0 0 0 0,-1 0 0 0 0,2 1 0 0 0,50 0-231 0 0,-54 1 195 0 0,-1 0 0 0 0,1 0 0 0 0,0 0-1 0 0,-1 0 1 0 0,1 1 0 0 0,-1-1-1 0 0,1 0 1 0 0,-1 1 0 0 0,0-1 0 0 0,0 1-1 0 0,0-1 1 0 0,1 1 0 0 0,-1 0 0 0 0,-1 0-1 0 0,1-1 1 0 0,0 1 0 0 0,0 0-1 0 0,-1 0 1 0 0,1 0 0 0 0,-1 0 0 0 0,1 0-1 0 0,-1 0 1 0 0,0 0 0 0 0,0 0 0 0 0,0 0-1 0 0,0 0 1 0 0,0 0 0 0 0,0 0-1 0 0,-1-1 1 0 0,0 3 36 0 0,-7 49-473 0 0,-7-16 341 0 0,-5 3-10 0 0,7-16 96 0 0,2 6 36 0 0,9-20 1792 0 0,22-10-106 0 0,109-18-1790 0 0,-120 17-122 0 0,14 2-3432 0 0,-19 15-9331 0 0,-4-12 4691 0 0</inkml:trace>
</inkml:ink>
</file>

<file path=ppt/ink/ink2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32:20.7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160 817 0 0 0,'0'0'1674'0'0,"0"0"214"0"0,0 0 118 0 0,0 0-22 0 0,0 0-162 0 0,0 0-182 0 0,0 0-206 0 0,0 0-200 0 0,0 0-161 0 0,0 0-134 0 0,2-3-100 0 0,5-12-135 0 0,-12 15 5741 0 0,5 114-7169 0 0,13-47 980 0 0,5 12-42 0 0,-7-26-153 0 0,2-44-7317 0 0,-12-2-1127 0 0,-1-7 533 0 0</inkml:trace>
  <inkml:trace contextRef="#ctx0" brushRef="#br0" timeOffset="533.19">347 975 0 0 0,'0'0'1582'0'0,"0"0"493"0"0,0 0 347 0 0,0 0 76 0 0,0 0-159 0 0,0 0-238 0 0,0 0-265 0 0,0 0-208 0 0,0 0-201 0 0,0 0-190 0 0,0 0-166 0 0,0 0-172 0 0,7-1-196 0 0,28-4 184 0 0,-198 14-158 0 0,67-3-594 0 0,56 12-260 0 0,-20 8-3797 0 0,53-25 2332 0 0,-7 1-5628 0 0,6-2-3072 0 0</inkml:trace>
  <inkml:trace contextRef="#ctx0" brushRef="#br0" timeOffset="1472.66">628 499 0 0 0,'0'0'395'0'0,"0"0"1006"0"0,0 0 406 0 0,0 0 113 0 0,0 0-16 0 0,0 0-174 0 0,0 0-150 0 0,0 0-152 0 0,0 0-138 0 0,0 0-34 0 0,0 0-98 0 0,5-6-134 0 0,15-21-144 0 0,-16 20-161 0 0,-4 7-114 0 0,0 0-102 0 0,0 0-79 0 0,0 0-80 0 0,0 0-98 0 0,0 0-61 0 0,0 0-68 0 0,0 0-53 0 0,0 0-44 0 0,0 0-29 0 0,0 0-30 0 0,0 0-23 0 0,0 0-16 0 0,0 0-3 0 0,0 0-11 0 0,0 0-20 0 0,0 0 3 0 0,0 0-15 0 0,0 0-30 0 0,-14 31-589 0 0,-19 44 912 0 0,22-35 21 0 0,1-1 1 0 0,2 1 0 0 0,1 10-191 0 0,3-18 190 0 0,2 1 0 0 0,1 0 1 0 0,2 0-1 0 0,1 0 0 0 0,2-1 1 0 0,1 1-1 0 0,6 15-190 0 0,-6-27 177 0 0,0 0 0 0 0,2-1 0 0 0,1 0 0 0 0,1 0 0 0 0,0-1 0 0 0,1 0 0 0 0,1-1 0 0 0,13 16-177 0 0,-12-19 131 0 0,0-1 0 0 0,2-1 0 0 0,0 0 0 0 0,0-1 0 0 0,9 5-131 0 0,-13-9-77 0 0,27 8-1653 0 0,-31-37-8998 0 0,-6 17 6853 0 0,0-2-3256 0 0</inkml:trace>
  <inkml:trace contextRef="#ctx0" brushRef="#br0" timeOffset="2079.92">1049 942 0 0 0,'0'0'2214'0'0,"0"0"198"0"0,0 0 70 0 0,0 0-225 0 0,0 0-322 0 0,0 0-222 0 0,0 0-207 0 0,0 0-166 0 0,0 0-118 0 0,0 0-143 0 0,0 0-136 0 0,4-1-158 0 0,25-4 1788 0 0,5 3-2057 0 0,-141 2-3009 0 0,-5-1 2309 0 0,102 5-2071 0 0,9-2-2036 0 0,1 1-3578 0 0,0-1 1984 0 0</inkml:trace>
  <inkml:trace contextRef="#ctx0" brushRef="#br0" timeOffset="2536.4">1325 746 544 0 0,'0'0'2781'0'0,"0"0"-103"0"0,0 0-19 0 0,0 0-155 0 0,0 0-287 0 0,0 0-330 0 0,0 0-396 0 0,0 0-378 0 0,0 0-267 0 0,0 0-211 0 0,0 0-156 0 0,0 0-118 0 0,0 0-105 0 0,-1-2-101 0 0,-1-5-154 0 0,2 14-277 0 0,5 17 57 0 0,48 135 397 0 0,-15-59-105 0 0,-32-52-2431 0 0,-5-41 1393 0 0,1-3-1705 0 0,-2 0-7574 0 0,0-2 6118 0 0</inkml:trace>
  <inkml:trace contextRef="#ctx0" brushRef="#br0" timeOffset="3113.53">1449 499 0 0 0,'0'0'603'0'0,"0"0"957"0"0,0 0 461 0 0,0 0 176 0 0,0 0-8 0 0,0 0-269 0 0,0 0-282 0 0,0 0-238 0 0,0 0-277 0 0,0 0-243 0 0,0 0-198 0 0,0 0-186 0 0,0 0-167 0 0,5-2-99 0 0,-3 1-215 0 0,0 0 1 0 0,0 0 0 0 0,0 0-1 0 0,1 1 1 0 0,-1-1-1 0 0,0 1 1 0 0,0-1 0 0 0,1 1-1 0 0,-1 0 1 0 0,0 0 0 0 0,1 0-1 0 0,-1 0 1 0 0,0 0 0 0 0,1 0-1 0 0,-1 1 1 0 0,0-1-1 0 0,1 1 1 0 0,0 0-16 0 0,13 7 72 0 0,0 1 1 0 0,-1 0-1 0 0,0 1 0 0 0,-1 1 0 0 0,0 0 1 0 0,9 10-73 0 0,-11-10 41 0 0,3 2-19 0 0,-1 2-1 0 0,-1 0 1 0 0,0 0 0 0 0,-1 1 0 0 0,-1 1 0 0 0,0 0 0 0 0,-1 0-1 0 0,-1 1 1 0 0,-1 0 0 0 0,0 1 0 0 0,-2 0 0 0 0,0 0-1 0 0,-1 1 1 0 0,0-1 0 0 0,-2 1 0 0 0,-1 0 0 0 0,0 12-22 0 0,-2 100 236 0 0,-2-117-193 0 0,-1-1 0 0 0,0 0-1 0 0,-1 0 1 0 0,-1 0 0 0 0,0-1 0 0 0,-1 1 0 0 0,0-1 0 0 0,-1 0 0 0 0,0-1 0 0 0,-3 3-43 0 0,2-5-127 0 0,0 0-1 0 0,0-1 0 0 0,-1 0 1 0 0,0 0-1 0 0,0-1 1 0 0,-1 0-1 0 0,0-1 1 0 0,-1 0-1 0 0,-4 2 128 0 0,-35 15-8159 0 0,44-21-1274 0 0</inkml:trace>
  <inkml:trace contextRef="#ctx0" brushRef="#br0" timeOffset="4039.34">1821 5 0 0 0,'0'0'1763'0'0,"0"0"135"0"0,0 0 118 0 0,0 0-63 0 0,0 0-118 0 0,0 0-250 0 0,0 0-254 0 0,0 0-264 0 0,0 0-249 0 0,0 0-205 0 0,0 0-169 0 0,0 0-137 0 0,0-1-96 0 0,0-2-164 0 0,1 28-14 0 0,5 32 339 0 0,14 137 921 0 0,3-80-735 0 0,-12-66-449 0 0,-3-16-23 0 0,0-35-2464 0 0,-7-10-5838 0 0,-1 12 7020 0 0,0-3-5353 0 0</inkml:trace>
  <inkml:trace contextRef="#ctx0" brushRef="#br0" timeOffset="4511.06">2060 315 0 0 0,'0'0'4026'0'0,"0"0"-216"0"0,0 0-502 0 0,0 0-553 0 0,0 0-460 0 0,0 0-544 0 0,0 0-389 0 0,0 0-295 0 0,0 0-230 0 0,0 0-159 0 0,0 0-129 0 0,0 0-126 0 0,0 0-110 0 0,-2-3-119 0 0,-8-7-86 0 0,8 10-115 0 0,1 0-1 0 0,0-1 1 0 0,0 1 0 0 0,0 0 0 0 0,-1 0 0 0 0,1 0 0 0 0,0 0-1 0 0,0 0 1 0 0,-1 0 0 0 0,1 0 0 0 0,0 0 0 0 0,0 1 0 0 0,0-1 0 0 0,0 0-1 0 0,-1 1 1 0 0,1-1 0 0 0,0 1 0 0 0,0-1 0 0 0,0 1 0 0 0,0 0-1 0 0,0-1 1 0 0,0 1 0 0 0,0 0 7 0 0,-1 0-3 0 0,-7 5-27 0 0,0 1 1 0 0,0 0 0 0 0,0 0-1 0 0,1 1 1 0 0,0 0 0 0 0,0 1-1 0 0,1 0 1 0 0,-2 4 29 0 0,-8 10-140 0 0,17-23 179 0 0,0 0 1 0 0,0 0-1 0 0,0 0 1 0 0,1 0-1 0 0,-1 0 1 0 0,0 0-1 0 0,0 0 0 0 0,0 0 1 0 0,1 0-1 0 0,-1 0 1 0 0,0 0-1 0 0,0 0 1 0 0,0 0-1 0 0,1 0 1 0 0,-1 0-1 0 0,0 0 0 0 0,0 1 1 0 0,0-1-1 0 0,0 0 1 0 0,0 0-1 0 0,1 0 1 0 0,-1 0-1 0 0,0 0 1 0 0,0 0-1 0 0,0 0 0 0 0,0 1 1 0 0,0-1-1 0 0,1 0 1 0 0,-1 0-1 0 0,0 0 1 0 0,0 0-1 0 0,0 0 1 0 0,0 1-1 0 0,0-1 0 0 0,0 0 1 0 0,0 0-1 0 0,0 0 1 0 0,0 1-1 0 0,0-1 1 0 0,0 0-1 0 0,0 0 1 0 0,0 0-1 0 0,0 0 0 0 0,0 1 1 0 0,0-1-1 0 0,0 0 1 0 0,0 0-1 0 0,0 0 1 0 0,0 1-1 0 0,0-1 1 0 0,0 0-1 0 0,0 0 0 0 0,0 0 1 0 0,0 0-1 0 0,0 1 1 0 0,0-1-1 0 0,-1 0 1 0 0,1 0-1 0 0,0 0 1 0 0,0 0-1 0 0,0 0 0 0 0,0 1 1 0 0,0-1-1 0 0,0 0 1 0 0,-1 0-1 0 0,1 0-39 0 0,22 1 96 0 0,-17-1 11 0 0,32 5-292 0 0,0 1 1 0 0,0 1 0 0 0,-1 3-1 0 0,21 8 185 0 0,8 13-3491 0 0,-60-19-803 0 0,-4-4-2580 0 0,-1-4-2900 0 0</inkml:trace>
  <inkml:trace contextRef="#ctx0" brushRef="#br0" timeOffset="6135.46">2232 870 0 0 0,'0'0'689'0'0,"0"0"840"0"0,0 0 198 0 0,0 0-71 0 0,0 0-66 0 0,0 0-106 0 0,0 0-124 0 0,0 0-93 0 0,0 0-81 0 0,0 0-110 0 0,-7-6-137 0 0,-23-20-164 0 0,22 20 5436 0 0,11 10-6397 0 0,-3-3 565 0 0,75 58 160 0 0,33 27-381 0 0,89 63 42 0 0,-155-117-162 0 0,-104-80-6194 0 0,26 16 1388 0 0,1 0-3916 0 0,26 25 5675 0 0</inkml:trace>
  <inkml:trace contextRef="#ctx0" brushRef="#br0" timeOffset="6591.76">2493 870 0 0 0,'0'0'1171'0'0,"0"0"1619"0"0,0 0 287 0 0,0 0-198 0 0,0 0-343 0 0,0 0-385 0 0,0 0-298 0 0,0 0-259 0 0,0 0-249 0 0,0 0-241 0 0,0 0-234 0 0,0 0-203 0 0,0-4-147 0 0,-4-13-96 0 0,3 13-60 0 0,1 4-65 0 0,0 0-54 0 0,0 0-36 0 0,0 0-48 0 0,0 0-29 0 0,0 0-34 0 0,0 0-31 0 0,0 0-42 0 0,0 0-9 0 0,-2 11-632 0 0,-30 42 395 0 0,11-26 214 0 0,-45 66 18 0 0,18-34 5 0 0,31-36 4 0 0,-31 53-48 0 0,39-38-1246 0 0,35-18-4591 0 0,-19-16 2391 0 0,1-1-1754 0 0,-2-1-2703 0 0</inkml:trace>
  <inkml:trace contextRef="#ctx0" brushRef="#br0" timeOffset="7408.1">2835 988 0 0 0,'0'0'2714'0'0,"0"0"35"0"0,0 0 98 0 0,0 0-135 0 0,0 0-406 0 0,0 0-359 0 0,0 0-385 0 0,0 0-302 0 0,0 0-258 0 0,0 0-239 0 0,0 0-190 0 0,0 0-150 0 0,-1-3-122 0 0,-9-11 7 0 0,10 14-244 0 0,0 0-49 0 0,0 0-28 0 0,0 0-41 0 0,0 0-35 0 0,0 0-40 0 0,0 0-47 0 0,-45 38-1197 0 0,-10 4 1452 0 0,25-7 33 0 0,11 20 441 0 0,19-48-436 0 0,-1 0-4 0 0,1 1 0 0 0,0 0-1 0 0,0 0 1 0 0,1 0 0 0 0,0-1-1 0 0,1 1 1 0 0,0 0 0 0 0,0-1-1 0 0,0 1 1 0 0,1-1 0 0 0,0 1-113 0 0,6 9 93 0 0,0-1 1 0 0,1 1 0 0 0,1-1 0 0 0,0-1 0 0 0,1 0-1 0 0,11 10-93 0 0,-18-20 26 0 0,-1 1 0 0 0,1-1-1 0 0,1-1 1 0 0,-1 1-1 0 0,0-1 1 0 0,1 0-1 0 0,0 0 1 0 0,0 0-1 0 0,1-1 1 0 0,-1 0-1 0 0,0 0 1 0 0,1-1 0 0 0,0 1-1 0 0,0-1 1 0 0,-1-1-1 0 0,1 0 1 0 0,0 0-1 0 0,0 0 1 0 0,4-1-26 0 0,-8-1 11 0 0,-1 0 0 0 0,1 0 0 0 0,-1-1 0 0 0,0 1 0 0 0,1-1 0 0 0,-1 0 0 0 0,0 0 1 0 0,0 0-1 0 0,0 0 0 0 0,0 0 0 0 0,-1 0 0 0 0,1 0 0 0 0,0-1 0 0 0,-1 1 0 0 0,0-1 0 0 0,1 1 0 0 0,-1-1 0 0 0,0 1 0 0 0,0-1 1 0 0,-1 0-1 0 0,1 1 0 0 0,-1-1 0 0 0,1 0 0 0 0,-1 0 0 0 0,0 0 0 0 0,0 1 0 0 0,0-1 0 0 0,0 0 0 0 0,0 0-11 0 0,0-9-50 0 0,1 10 10 0 0,-1-1-1 0 0,0 1 1 0 0,0 0 0 0 0,0-1-1 0 0,0 1 1 0 0,0-1 0 0 0,0 1-1 0 0,-1 0 1 0 0,1-1 0 0 0,-1 1-1 0 0,1-1 1 0 0,-1 1 0 0 0,0 0-1 0 0,0 0 1 0 0,0 0-1 0 0,0-1 1 0 0,-1 1 40 0 0,-1-1-97 0 0,-1 0 0 0 0,1 0 0 0 0,-1 1 0 0 0,0-1 0 0 0,0 1 0 0 0,1 0-1 0 0,-2 0 1 0 0,1 1 0 0 0,0-1 0 0 0,0 1 0 0 0,0-1 0 0 0,-1 2 0 0 0,1-1 0 0 0,-1 0 0 0 0,1 1 0 0 0,-1 0-1 0 0,1 0 1 0 0,0 0 0 0 0,-1 0 0 0 0,1 1 0 0 0,-4 0 97 0 0,-55 25-4368 0 0,57-22 2738 0 0,-4 3-5105 0 0,8-3-939 0 0</inkml:trace>
  <inkml:trace contextRef="#ctx0" brushRef="#br0" timeOffset="9356.94">2814 294 0 0 0,'0'0'1470'0'0,"0"0"269"0"0,0 0 8 0 0,0 0-174 0 0,0 0-256 0 0,0 0-225 0 0,0 0-175 0 0,0 0-83 0 0,0 0-54 0 0,0 0-38 0 0,-1-3-53 0 0,1 2-432 0 0,-2-9-204 0 0,1 9 2871 0 0,1 2-2687 0 0,4 6 4067 0 0,52 39-3936 0 0,37 42-254 0 0,-48-40 12 0 0,-2 2 0 0 0,-2 1 0 0 0,13 25-126 0 0,35 81 356 0 0,-47-64-125 0 0,-29-64-148 0 0,-2 1-1 0 0,-1 0 1 0 0,-1 1 0 0 0,3 28-83 0 0,-6 73 252 0 0,-7-122-225 0 0,-1 0 0 0 0,0 0 0 0 0,0-1 0 0 0,-1 1 0 0 0,-1-1 0 0 0,1 1 0 0 0,-1-1 0 0 0,-1 0 0 0 0,0 0 0 0 0,0-1 0 0 0,-3 4-27 0 0,-38 49 358 0 0,14-32-25 0 0,15-13-184 0 0,-6-1-226 0 0,-4-2-2270 0 0,18-10-1246 0 0,-1-1-3443 0 0,4-2-3569 0 0</inkml:trace>
</inkml:ink>
</file>

<file path=ppt/ink/ink2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33:16.3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125 233 0 0 0,'0'0'800'0'0,"0"0"203"0"0,0-10 104 0 0,0-51 2266 0 0,9 50 2452 0 0,-9 11-5066 0 0,0-10 7237 0 0,0 15-5309 0 0,10 33-2272 0 0,4 11-155 0 0,1 12-105 0 0,20 81 160 0 0,-19-60-93 0 0,-12-54-156 0 0,-4-36-1584 0 0,-33-25-5087 0 0,17 18-1234 0 0,11 9-958 0 0</inkml:trace>
  <inkml:trace contextRef="#ctx0" brushRef="#br0" timeOffset="554.4">306 383 0 0 0,'0'0'1580'0'0,"0"0"281"0"0,0 0 234 0 0,0 0 89 0 0,0 0-41 0 0,0 0-111 0 0,0 0-157 0 0,0 0-166 0 0,0 0-203 0 0,0 0-218 0 0,0 0-240 0 0,0 0-203 0 0,5 0-151 0 0,24 0 328 0 0,26-5 146 0 0,-29 5-1171 0 0,-39 0-64 0 0,-20 2 467 0 0,0 1 1 0 0,0 2 0 0 0,1 1 0 0 0,-11 5-401 0 0,19-6 194 0 0,-83-1 791 0 0,50-12-789 0 0,19-4-1847 0 0,32 8-1589 0 0,5 3-7403 0 0,1 1 731 0 0</inkml:trace>
  <inkml:trace contextRef="#ctx0" brushRef="#br0" timeOffset="2089.27">668 94 0 0 0,'0'0'712'0'0,"0"0"784"0"0,0 0 119 0 0,0 0-108 0 0,0 0-132 0 0,0 0-137 0 0,0 0-108 0 0,0 0-66 0 0,0 0-61 0 0,0 0-75 0 0,-9-14-48 0 0,-27-45-40 0 0,26 42-36 0 0,10 17-737 0 0,1-3 3760 0 0,1 18-2137 0 0,39 76-753 0 0,-13-39-636 0 0,-2 2 0 0 0,11 35-301 0 0,18 41 187 0 0,20 28 54 0 0,-58-123-166 0 0,-13-67 1940 0 0,-3 4-2138 0 0,-1 0-1 0 0,-1 0 1 0 0,-1 0-1 0 0,-1 0 1 0 0,-2 0-1 0 0,-1 1 1 0 0,-7-20 123 0 0,1-23 88 0 0,12 70-61 0 0,0 0-74 0 0,117 133-824 0 0,0-28 519 0 0,-40-55 216 0 0,-33-36 357 0 0,-42-16-219 0 0,-1 1-1 0 0,0-1 0 0 0,0 0 1 0 0,0 1-1 0 0,0-1 0 0 0,0 0 1 0 0,-1 1-1 0 0,1-1 0 0 0,0 0 1 0 0,-1 0-1 0 0,1 0 0 0 0,-1 0 1 0 0,0 0-1 0 0,0 0 1 0 0,0 0-1 0 0,0 1 0 0 0,0-1 1 0 0,0 0-1 0 0,0 0 0 0 0,-1 0 1 0 0,1 0-1 0 0,0 0-1 0 0,-1-4-18 0 0,1-14-7 0 0,-2-1 0 0 0,0 1-1 0 0,-2 0 1 0 0,0 0 0 0 0,-1 1-1 0 0,-1-1 1 0 0,-2-4 25 0 0,-39-104-73 0 0,42 113-93 0 0,0-1 0 0 0,1 0 1 0 0,1 1-1 0 0,1-1 0 0 0,0-1 1 0 0,1 1-1 0 0,0 0 0 0 0,2-7 166 0 0,-1 23-121 0 0,0 0 1 0 0,0 1-1 0 0,0-1 1 0 0,1 0-1 0 0,-1 0 0 0 0,0 0 1 0 0,0 0-1 0 0,0 0 0 0 0,0 0 1 0 0,1 0-1 0 0,-1 0 1 0 0,0 1-1 0 0,0-1 0 0 0,0 0 1 0 0,1 0-1 0 0,-1 0 0 0 0,0 0 1 0 0,0 0-1 0 0,0 0 0 0 0,1 0 1 0 0,-1 0-1 0 0,0 0 1 0 0,0 0-1 0 0,0-1 0 0 0,1 1 1 0 0,-1 0-1 0 0,0 0 0 0 0,0 0 1 0 0,0 0-1 0 0,0 0 1 0 0,1 0-1 0 0,-1 0 0 0 0,0 0 1 0 0,0 0-1 0 0,0-1 0 0 0,0 1 1 0 0,1 0-1 0 0,-1 0 0 0 0,0 0 1 0 0,0 0-1 0 0,0-1 1 0 0,0 1-1 0 0,0 0 0 0 0,0 0 1 0 0,0 0-1 0 0,0 0 0 0 0,1-1 1 0 0,-1 1-1 0 0,0 0 1 0 0,0 0-1 0 0,0 0 0 0 0,0-1 1 0 0,0 1-1 0 0,0 0 0 0 0,0 0 1 0 0,0 0-1 0 0,0-1 0 0 0,0 1 1 0 0,0 0-1 0 0,0 0 1 0 0,-1 0-1 0 0,1-1 0 0 0,0 1 1 0 0,0 0-1 0 0,0 0 121 0 0,9 14-8184 0 0,-7-9 3474 0 0</inkml:trace>
  <inkml:trace contextRef="#ctx0" brushRef="#br0" timeOffset="2889.82">1436 606 0 0 0,'0'0'2058'0'0,"0"0"-3"0"0,0 0-79 0 0,0 0-269 0 0,0 0-332 0 0,0 0-126 0 0,0 0-144 0 0,0 0-85 0 0,0 0-35 0 0,0 0-73 0 0,0 0-35 0 0,-7-15-51 0 0,-22-48-35 0 0,4 28 648 0 0,16 28-913 0 0,-20-17 1392 0 0,13 39-1630 0 0,6 36 322 0 0,9 4-220 0 0,3-49-336 0 0,0 0-1 0 0,0 0 0 0 0,0 0 1 0 0,1 0-1 0 0,0 0 0 0 0,0-1 1 0 0,0 0-1 0 0,1 1 0 0 0,0-1 1 0 0,0 0-1 0 0,0-1 1 0 0,0 1-1 0 0,1-1 0 0 0,0 0 1 0 0,0 0-1 0 0,1 1-53 0 0,0 0 22 0 0,1 0-1 0 0,-1 0 1 0 0,1 0 0 0 0,0-1 0 0 0,0 0-1 0 0,0-1 1 0 0,1 1 0 0 0,-1-1-1 0 0,1-1 1 0 0,-1 1 0 0 0,1-1 0 0 0,0-1-1 0 0,0 1 1 0 0,4-1-22 0 0,-9-1 14 0 0,1 0 0 0 0,0 0 0 0 0,0 0 0 0 0,0 0 0 0 0,0-1 0 0 0,0 1 0 0 0,0-1 0 0 0,-1 0 1 0 0,1 0-1 0 0,0-1 0 0 0,-1 1 0 0 0,1-1 0 0 0,-1 0 0 0 0,1 0 0 0 0,-1 0 0 0 0,0 0 0 0 0,0-1 0 0 0,0 1 0 0 0,0-1 0 0 0,0 1 0 0 0,-1-1 0 0 0,3-3-14 0 0,-1-1-20 0 0,0 0-1 0 0,0-1 0 0 0,-1 0 1 0 0,0 0-1 0 0,-1 0 1 0 0,1 0-1 0 0,-1 0 0 0 0,-1 0 1 0 0,0-1-1 0 0,0 1 0 0 0,0-1 1 0 0,-1 1-1 0 0,-1-1 1 0 0,1 1-1 0 0,-2-2 21 0 0,2 4-66 0 0,-2-1 0 0 0,1 0 0 0 0,-1 1 1 0 0,0-1-1 0 0,0 1 0 0 0,-1 0 0 0 0,0-1 0 0 0,0 1 0 0 0,0 1 0 0 0,-1-1 1 0 0,0 0-1 0 0,0 1 0 0 0,0 0 0 0 0,-1 0 0 0 0,1 0 0 0 0,-1 0 1 0 0,-1 1-1 0 0,1 0 0 0 0,-1 0 0 0 0,1 0 0 0 0,-1 1 0 0 0,0-1 0 0 0,0 2 1 0 0,-3-2 65 0 0,-63 1-3054 0 0,67 4 2481 0 0,0 0 0 0 0,1 0-1 0 0,-1 1 1 0 0,1 0 0 0 0,0 0 0 0 0,0 0 0 0 0,0 0 0 0 0,0 1 0 0 0,0-1 0 0 0,0 1 0 0 0,0 0 0 0 0,1 1 573 0 0,-24 25-7820 0 0,21-23 3886 0 0</inkml:trace>
  <inkml:trace contextRef="#ctx0" brushRef="#br0" timeOffset="3478.22">1478 760 0 0 0,'0'0'2284'0'0,"0"0"58"0"0,0 0-111 0 0,0 0-211 0 0,0 0-187 0 0,0 0-168 0 0,0 0-174 0 0,0 0-204 0 0,0 0-242 0 0,0 0-233 0 0,0 0-233 0 0,0 0-180 0 0,-6-4-111 0 0,-26-14 148 0 0,26 33-81 0 0,-5 63 1803 0 0,34-23-1340 0 0,-18-46-679 0 0,-2-5-75 0 0,1-1 0 0 0,0 0-1 0 0,0 0 1 0 0,0 0 0 0 0,0 0-1 0 0,1 0 1 0 0,-1-1 0 0 0,1 0-1 0 0,-1 0 1 0 0,1 0 0 0 0,0-1 0 0 0,0 1-1 0 0,0-1 1 0 0,0 0 0 0 0,0-1-1 0 0,0 1 1 0 0,0-1 0 0 0,0 0 0 0 0,0 0-1 0 0,0-1 1 0 0,0 1 0 0 0,4-2-64 0 0,-4 0-38 0 0,0 1 1 0 0,1-1 0 0 0,-1-1 0 0 0,0 1-1 0 0,0-1 1 0 0,-1 0 0 0 0,1 0-1 0 0,0 0 1 0 0,-1 0 0 0 0,0-1 0 0 0,0 0-1 0 0,0 0 1 0 0,0 0 0 0 0,0-1 0 0 0,-1 1-1 0 0,0-1 1 0 0,0 0 0 0 0,0 1-1 0 0,-1-1 1 0 0,0-1 0 0 0,0 1 0 0 0,1-4 37 0 0,-2 7-171 0 0,0 1 1 0 0,0-1 0 0 0,-1 0 0 0 0,1 0 0 0 0,-1 0 0 0 0,0 1 0 0 0,1-1 0 0 0,-1 0-1 0 0,0 0 1 0 0,0 0 0 0 0,0 0 0 0 0,0 1 0 0 0,-1-1 0 0 0,1 0 0 0 0,0 0 0 0 0,-1 0-1 0 0,1 0 1 0 0,-1 1 0 0 0,0-1 0 0 0,0 0 0 0 0,1 1 0 0 0,-1-1 0 0 0,0 1 0 0 0,0-1-1 0 0,-1 1 1 0 0,1-1 0 0 0,0 1 0 0 0,0-1 0 0 0,-1 1 0 0 0,1 0 0 0 0,-1 0 0 0 0,1 0-1 0 0,-1 0 1 0 0,1 0 0 0 0,-1 0 0 0 0,0 0 0 0 0,0 0 170 0 0,-30-11-5268 0 0,10 6-1251 0 0,12 4 1837 0 0</inkml:trace>
</inkml:ink>
</file>

<file path=ppt/ink/ink2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33:21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0 0 0,'0'0'373'0'0,"0"0"1240"0"0,0 0 252 0 0,0 0-295 0 0,0 0-330 0 0,0 0-351 0 0,0 0-347 0 0,0 0-267 0 0,0 0-166 0 0,0 0-86 0 0,0 0-42 0 0,0-2-27 0 0,19 53 947 0 0,-5 17 750 0 0,-5 36 1014 0 0,8-24-937 0 0,1-25-1012 0 0,2-6-287 0 0,-15-34-1239 0 0,-4-15 447 0 0,-1 0-103 0 0,0 0-75 0 0,0-10-7120 0 0,0 7 978 0 0</inkml:trace>
  <inkml:trace contextRef="#ctx0" brushRef="#br0" timeOffset="502.03">189 268 0 0 0,'0'0'3206'0'0,"0"0"79"0"0,0 0-193 0 0,0 0-348 0 0,0 0-320 0 0,0 0-414 0 0,0 0-408 0 0,0 0-366 0 0,0 0-237 0 0,0 0-144 0 0,0 0-109 0 0,0 0-115 0 0,0 0-99 0 0,0-4-112 0 0,0-14-117 0 0,0 14-71 0 0,0 4-82 0 0,0 0-66 0 0,0 0-46 0 0,0 0-38 0 0,0 0-13 0 0,0 0-24 0 0,0 0-25 0 0,-8 8-490 0 0,4 0 545 0 0,-1-1 1 0 0,0 1-1 0 0,-1-1 0 0 0,0 0 1 0 0,0-1-1 0 0,0 1 0 0 0,-1-1 1 0 0,0 0-1 0 0,0-1 0 0 0,-1 0 0 0 0,1 0 1 0 0,-1-1-1 0 0,0 1 7 0 0,6-4 3 0 0,-15 10-55 0 0,17-11 56 0 0,0 1-11 0 0,0 0 18 0 0,0-1 9 0 0,0 0 23 0 0,0 0 33 0 0,0 0 36 0 0,0 0 84 0 0,11 4 532 0 0,248 73-527 0 0,-203-56-727 0 0,-46-12-560 0 0,-9-5-2708 0 0,-2 0-4961 0 0,-1-4-1481 0 0</inkml:trace>
  <inkml:trace contextRef="#ctx0" brushRef="#br0" timeOffset="1616.06">81 451 0 0 0,'0'0'831'0'0,"0"0"648"0"0,0 0 199 0 0,0 0-65 0 0,0 0-127 0 0,0 0-123 0 0,0 0-127 0 0,0 0-93 0 0,0 0-119 0 0,0-4-126 0 0,0-10-342 0 0,0 3 6744 0 0,-2 60-8064 0 0,-7-33-3048 0 0,4-11-3086 0 0,2-2-2235 0 0</inkml:trace>
</inkml:ink>
</file>

<file path=ppt/ink/ink2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33:29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214 4 0 0 0,'0'0'380'0'0,"0"0"1058"0"0,0 0 299 0 0,0 0-164 0 0,0 0-356 0 0,0 0-367 0 0,0 0-291 0 0,0 0-237 0 0,0 0-175 0 0,0 0-110 0 0,-3 1-34 0 0,-7 3 298 0 0,0 0 1 0 0,0-1-1 0 0,-1 0 1 0 0,1 0-1 0 0,-1-2 0 0 0,0 1 1 0 0,1-1-1 0 0,-1-1 1 0 0,0 0-1 0 0,0 0 0 0 0,0-1 1 0 0,1-1-1 0 0,-1 0 1 0 0,0 0-1 0 0,1-1 0 0 0,0 0 1 0 0,-9-4-302 0 0,14 5 595 0 0,-3-1 577 0 0,8 2 4284 0 0,26 22-5392 0 0,-22-15-73 0 0,1 0 1 0 0,-1 1-1 0 0,0-1 1 0 0,-1 1-1 0 0,1 0 0 0 0,-1 0 1 0 0,-1 0-1 0 0,1 0 1 0 0,-1 1-1 0 0,0-1 1 0 0,-1 1-1 0 0,1 3 9 0 0,10 65-24 0 0,-6 99 153 0 0,8-42 85 0 0,16 123 517 0 0,-27-85-490 0 0,-5-51 673 0 0,15-32-926 0 0,-10-41-10 0 0,3-30 1 0 0,-6-17 29 0 0,0 2-13 0 0,0-2-9 0 0,0 0 8 0 0,0 13 191 0 0,15-13 2718 0 0,94-2-3472 0 0,-109 2 95 0 0,0 0-213 0 0,2 0-917 0 0,-2 0-1373 0 0,0 0-4167 0 0,2 0-3473 0 0</inkml:trace>
</inkml:ink>
</file>

<file path=ppt/ink/ink2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33:31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33 0 0 0,'0'0'572'0'0,"0"0"476"0"0,0 0 153 0 0,0 0-61 0 0,0 0-128 0 0,0 0-109 0 0,0 0-60 0 0,0 0-94 0 0,0 0-75 0 0,-2-5-41 0 0,-8-13-42 0 0,0 10 4944 0 0,6 7 701 0 0,7 3-2324 0 0,1 2-5420 0 0,70 64 1881 0 0,192 160-28 0 0,-178-144-303 0 0,-75-75 2 0 0,-12-8-26 0 0,-1-1-6 0 0,0 0 1 0 0,0 0-8 0 0,0 0-15 0 0,0 0-1 0 0,0 0-6 0 0,0 0-18 0 0,0 0-33 0 0,0 0-59 0 0,0 0-108 0 0,-3-12-1848 0 0,-47-56-11383 0 0,41 59 9730 0 0,3 1-869 0 0</inkml:trace>
  <inkml:trace contextRef="#ctx0" brushRef="#br0" timeOffset="517.38">355 113 0 0 0,'0'0'2204'0'0,"0"0"264"0"0,0 0 4 0 0,0 0-166 0 0,0 0-287 0 0,0 0-234 0 0,0 0-190 0 0,0 0-187 0 0,0 0-137 0 0,0 0-162 0 0,0 0-168 0 0,0-6-129 0 0,1 5-537 0 0,2-17-203 0 0,-2 18 3144 0 0,-18 31-3185 0 0,-29 34 110 0 0,-14 27 190 0 0,19-30-118 0 0,24-38-173 0 0,4-2-428 0 0,13-22 128 0 0,0 0-144 0 0,0 0-231 0 0,0 0-386 0 0,0 0-586 0 0,2-7-10180 0 0,0 3 3180 0 0</inkml:trace>
  <inkml:trace contextRef="#ctx0" brushRef="#br0" timeOffset="1477.95">667 397 0 0 0,'0'0'520'0'0,"0"0"975"0"0,0 0 165 0 0,0 0-87 0 0,0 0-117 0 0,0 0-148 0 0,0 0-57 0 0,0 0-168 0 0,0 0-169 0 0,0 0-89 0 0,0 0-143 0 0,0 0-114 0 0,1-4-39 0 0,2-12-17 0 0,0 6 4379 0 0,-4 23-2888 0 0,1-4-2132 0 0,-1 5 360 0 0,1 0 0 0 0,1 0 1 0 0,1 0-1 0 0,0-1 0 0 0,0 1 1 0 0,2 4-232 0 0,20 71 552 0 0,-20-63-443 0 0,-4-26-111 0 0,2 1 1330 0 0,0 0-3302 0 0,-6 0-10990 0 0,1-4 3386 0 0</inkml:trace>
</inkml:ink>
</file>

<file path=ppt/ink/ink2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33:43.2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50 0 0 0,'0'0'895'0'0,"0"0"125"0"0,0 0 50 0 0,0 0 21 0 0,0 0-50 0 0,0 0-19 0 0,-1-8 29 0 0,-2-33 1122 0 0,3 41-1086 0 0,0 0-96 0 0,0 0-148 0 0,0 0-176 0 0,0 0-170 0 0,0 0-147 0 0,0 0-92 0 0,0 0-70 0 0,0 0-72 0 0,0 0-28 0 0,0 0-24 0 0,0 0-45 0 0,0 0-10 0 0,0 0 10 0 0,0 0 20 0 0,0 0 11 0 0,0 0-2 0 0,0 0 16 0 0,0 0-2 0 0,0 0 15 0 0,0 0 37 0 0,0 0 20 0 0,0 0 41 0 0,0 0 37 0 0,0 0 17 0 0,0 0 5 0 0,0 0 2 0 0,0 0-16 0 0,0 0-25 0 0,0 0 7 0 0,13 53 2179 0 0,6 16-1734 0 0,-6-4-158 0 0,2 7-56 0 0,-2-9 130 0 0,-11-55-826 0 0,0-15-6215 0 0,-2 3 3226 0 0,0 1-1586 0 0,0-1-1694 0 0</inkml:trace>
  <inkml:trace contextRef="#ctx0" brushRef="#br0" timeOffset="489.2">273 229 0 0 0,'0'0'1092'0'0,"0"0"545"0"0,0 0 335 0 0,0 0 130 0 0,0 0 5 0 0,0 0-104 0 0,0 0-157 0 0,0 0-221 0 0,0 0-280 0 0,0 0-260 0 0,0 0-226 0 0,9 2-193 0 0,28 4 1170 0 0,-37-6-1789 0 0,-14 2-202 0 0,-22 4 658 0 0,-1-2 1 0 0,1-1-1 0 0,-1-1 1 0 0,-14-3-504 0 0,-49-10-1635 0 0,94 14-2425 0 0,5 1-4943 0 0,1-4 1620 0 0</inkml:trace>
</inkml:ink>
</file>

<file path=ppt/ink/ink2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33:47.4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421 805 0 0 0,'0'0'1226'0'0,"0"0"134"0"0,0 0 34 0 0,0 0-32 0 0,0 0-52 0 0,0 0-36 0 0,0 0-31 0 0,0 0-50 0 0,0 0-59 0 0,3-1-106 0 0,58-13 4493 0 0,-75 9-4470 0 0,-112 3-117 0 0,58 28-1434 0 0,67-26 395 0 0,-38-4-3081 0 0,16-9-3782 0 0,17 8 2627 0 0,1 3-589 0 0</inkml:trace>
  <inkml:trace contextRef="#ctx0" brushRef="#br0" timeOffset="637.65">662 593 0 0 0,'0'0'1664'0'0,"0"0"565"0"0,0 0 58 0 0,0 0-213 0 0,0 0-273 0 0,0 0-176 0 0,0 0-126 0 0,0 0-128 0 0,0 0-104 0 0,0 0-140 0 0,0 0-135 0 0,-2-10-159 0 0,-5-49 1711 0 0,7 58-2272 0 0,0 1-48 0 0,0 0-59 0 0,0 0-44 0 0,0 0-33 0 0,0 0-30 0 0,0 0-26 0 0,1 0-30 0 0,0 0-42 0 0,1 1-709 0 0,8 50 464 0 0,7 106 423 0 0,-6-92-62 0 0,7 0-38 0 0,-14-47-686 0 0,-4-11-2209 0 0,0-7 750 0 0,1 0 1731 0 0,0 0-2357 0 0,-1 0-3503 0 0,0 0-260 0 0</inkml:trace>
  <inkml:trace contextRef="#ctx0" brushRef="#br0" timeOffset="1183.11">806 416 0 0 0,'0'0'695'0'0,"0"0"877"0"0,0 0 305 0 0,0 0 66 0 0,0 0-62 0 0,0 0-196 0 0,0 0-280 0 0,0 0-219 0 0,0 0-209 0 0,0 0-136 0 0,0 0-88 0 0,0 0-78 0 0,0 0-98 0 0,4-5-91 0 0,11-15-71 0 0,-15 20-385 0 0,1-1 0 0 0,-1 1 0 0 0,1-1 0 0 0,-1 1 0 0 0,1-1 0 0 0,-1 1 0 0 0,1 0 0 0 0,0-1 0 0 0,-1 1 0 0 0,1 0 0 0 0,-1-1 0 0 0,1 1 0 0 0,0 0 0 0 0,-1 0 0 0 0,1-1 0 0 0,0 1 1 0 0,-1 0-1 0 0,1 0 0 0 0,0 0 0 0 0,-1 0 0 0 0,1 0 0 0 0,0 0 0 0 0,-1 0 0 0 0,1 0 0 0 0,0 0 0 0 0,-1 1 0 0 0,1-1 0 0 0,-1 0 0 0 0,1 0 0 0 0,0 1 0 0 0,-1-1 0 0 0,1 0 0 0 0,-1 1 0 0 0,2-1-30 0 0,-1 1 54 0 0,13 7-39 0 0,-1 1 0 0 0,-1 0 0 0 0,1 0 0 0 0,-1 1 0 0 0,-1 1 1 0 0,0 0-1 0 0,-1 1 0 0 0,6 7-15 0 0,1 3 102 0 0,-1 1 1 0 0,-1 1 0 0 0,-1 0-1 0 0,-1 1 1 0 0,-1 0-1 0 0,-1 1 1 0 0,-1 1-1 0 0,-2-1 1 0 0,1 8-103 0 0,-5-13 156 0 0,-1 0 0 0 0,-1 1 1 0 0,-1 0-1 0 0,-1-1 0 0 0,-2 9-156 0 0,1-21-12 0 0,-1 1-1 0 0,0-1 0 0 0,-1 0 1 0 0,0 0-1 0 0,-1 0 0 0 0,1 0 1 0 0,-2-1-1 0 0,1 1 0 0 0,-1-1 1 0 0,0 0-1 0 0,-1 0 0 0 0,0-1 1 0 0,0 0-1 0 0,-1 0 0 0 0,0 0 1 0 0,0-1-1 0 0,-1 0 0 0 0,1 0 1 0 0,-1-1-1 0 0,0 0 0 0 0,-1 0 1 0 0,1-1-1 0 0,-1 0 0 0 0,0-1 1 0 0,0 0-1 0 0,0 0 0 0 0,-1-1 0 0 0,1 0 1 0 0,0 0-1 0 0,-6-1 13 0 0,-64 5-2040 0 0,26-6-2766 0 0,27 0-193 0 0,11 0-2644 0 0</inkml:trace>
  <inkml:trace contextRef="#ctx0" brushRef="#br0" timeOffset="1984.9">86 461 0 0 0,'0'0'1050'0'0,"0"0"427"0"0,0 0 276 0 0,0 0 136 0 0,0 0 28 0 0,0 0-122 0 0,0 0-112 0 0,3-6-108 0 0,8-19-164 0 0,-15 29 4624 0 0,-19 25-6048 0 0,14-15 81 0 0,0 1-1 0 0,1 0 0 0 0,0 1 0 0 0,1-1 1 0 0,1 1-1 0 0,0 1 0 0 0,1-1 1 0 0,1 1-1 0 0,-2 16-67 0 0,4-10 132 0 0,0 0 0 0 0,2 1 0 0 0,0-1 1 0 0,1 0-1 0 0,2 0 0 0 0,0 0 0 0 0,2 0 0 0 0,6 19-132 0 0,-4-21 74 0 0,2 0-1 0 0,0-1 0 0 0,1 1 1 0 0,2-2-1 0 0,0 0 1 0 0,0 0-1 0 0,2-1 0 0 0,10 10-73 0 0,27 23-939 0 0,-45-46 341 0 0,14 12-1644 0 0,-6-6-5320 0 0,-9-9-2735 0 0</inkml:trace>
  <inkml:trace contextRef="#ctx0" brushRef="#br0" timeOffset="2991.56">1168 19 0 0 0,'0'0'1631'0'0,"0"0"169"0"0,0 0 93 0 0,0 0-25 0 0,0 0-102 0 0,0 0-171 0 0,0 0-229 0 0,0 0-237 0 0,0 0-273 0 0,0 0-208 0 0,0 0-133 0 0,0 0-129 0 0,0 0-97 0 0,0-3-80 0 0,-1-10-71 0 0,1 10-54 0 0,0 3-14 0 0,0 0-32 0 0,0 0-17 0 0,0 0 2 0 0,0 13-65 0 0,12 135 2319 0 0,6-53-1218 0 0,-3-28-563 0 0,20 40-123 0 0,-39-113-9863 0 0,-10-12 2888 0 0,7 11 2206 0 0</inkml:trace>
  <inkml:trace contextRef="#ctx0" brushRef="#br0" timeOffset="3478.03">1339 245 0 0 0,'0'0'1250'0'0,"0"0"1438"0"0,0 0 436 0 0,0 0-125 0 0,0 0-385 0 0,0 0-466 0 0,0 0-311 0 0,0 0-293 0 0,0 0-312 0 0,0 0-244 0 0,0 0-173 0 0,0 0-124 0 0,0 0-78 0 0,1-4-70 0 0,9-19 1154 0 0,-33 68-2088 0 0,-24 20 343 0 0,22-45-136 0 0,24-20 160 0 0,19 2 1416 0 0,7-1-1426 0 0,-1 2-1 0 0,1 0 1 0 0,-1 2-1 0 0,0 1 1 0 0,0 0-1 0 0,0 2 1 0 0,1 2 34 0 0,-16-7-187 0 0,27 15-1239 0 0,-21 3-3756 0 0,-9-9-3195 0 0,-5-8-1498 0 0</inkml:trace>
  <inkml:trace contextRef="#ctx0" brushRef="#br0" timeOffset="10185.44">1734 608 0 0 0,'0'0'1119'0'0,"0"0"632"0"0,0 0 111 0 0,0 0-195 0 0,0 0-247 0 0,0 0-241 0 0,0 0-244 0 0,0 0-176 0 0,0 0-110 0 0,0 0-106 0 0,-3 3 3810 0 0,1 1 1968 0 0,13 14-6308 0 0,61 63 110 0 0,5 1-57 0 0,13 4 47 0 0,-55-57-82 0 0,1-2 1 0 0,2-2 0 0 0,8 3-32 0 0,19 7 113 0 0,-62-34 245 0 0,-3-1-446 0 0,0 0-1 0 0,0 0 1 0 0,0 0 0 0 0,0-1-1 0 0,0 1 1 0 0,0 0 0 0 0,0 0-1 0 0,0 0 1 0 0,0-1 0 0 0,0 1-1 0 0,0 0 1 0 0,0 0 0 0 0,0 0-1 0 0,1 0 1 0 0,-1-1 0 0 0,0 1-1 0 0,0 0 1 0 0,0 0 0 0 0,0 0-1 0 0,0 0 1 0 0,0 0 0 0 0,0-1-1 0 0,1 1 1 0 0,-1 0 0 0 0,0 0-1 0 0,0 0 1 0 0,0 0 0 0 0,0 0-1 0 0,0 0 1 0 0,1 0 0 0 0,-1 0-1 0 0,0-1 1 0 0,0 1 0 0 0,0 0-1 0 0,0 0 1 0 0,1 0 0 0 0,-1 0-1 0 0,0 0 1 0 0,0 0 0 0 0,0 0-1 0 0,1 0 1 0 0,-1 0 0 0 0,0 0-1 0 0,0 0 89 0 0,-42-40-15103 0 0,33 33 10654 0 0</inkml:trace>
  <inkml:trace contextRef="#ctx0" brushRef="#br0" timeOffset="10673.63">2094 748 0 0 0,'0'0'2258'0'0,"0"0"130"0"0,0 0 138 0 0,0 0-36 0 0,0 0-257 0 0,0 0-402 0 0,0 0-335 0 0,0 0-260 0 0,0 0-161 0 0,0 0-96 0 0,0 0-76 0 0,0 0-88 0 0,0 0-129 0 0,-2-7-137 0 0,-4-24-120 0 0,5 24-92 0 0,1 7-77 0 0,0 0-57 0 0,0 0-48 0 0,0 0-59 0 0,0 0-29 0 0,0 11-55 0 0,-13 31 53 0 0,-57 89 26 0 0,30-63-50 0 0,0 18-4 0 0,35-75-93 0 0,-7 37-3383 0 0,17-35-3863 0 0,-3-8 261 0 0,-1-3 1621 0 0</inkml:trace>
  <inkml:trace contextRef="#ctx0" brushRef="#br0" timeOffset="11401.5">2348 1001 4161 0 0,'0'0'2628'0'0,"0"0"-520"0"0,0 0-199 0 0,0 0 89 0 0,0 0-6 0 0,0 0-228 0 0,0 0-423 0 0,0 0-449 0 0,0 0-349 0 0,0 0-220 0 0,0 0-118 0 0,0 0-71 0 0,0 0-46 0 0,-2 1-42 0 0,-8 6-42 0 0,7 18 96 0 0,3 60 274 0 0,0-84-402 0 0,0-1 12 0 0,0 0 18 0 0,0 0 44 0 0,0 0-13 0 0,0 0 12 0 0,0 0 35 0 0,0 0 23 0 0,0 0 69 0 0,0 0 64 0 0,0 0 43 0 0,0 0 25 0 0,0 0-7 0 0,0 0-10 0 0,0 0-15 0 0,0 0-21 0 0,2-4 134 0 0,4 2-415 0 0,0 1-1 0 0,0-1 1 0 0,1 1-1 0 0,-1 1 1 0 0,0-1-1 0 0,1 1 1 0 0,-1 0-1 0 0,1 1 1 0 0,-1 0-1 0 0,0 0 1 0 0,1 0-1 0 0,-1 0 1 0 0,0 1-1 0 0,0 0 1 0 0,0 1-1 0 0,0-1 31 0 0,107 60-194 0 0,-51-12-28 0 0,-62-49 200 0 0,1 0-1 0 0,-1 0 1 0 0,0 1-1 0 0,1-1 1 0 0,-1 0 0 0 0,0 0-1 0 0,0 1 1 0 0,0-1-1 0 0,0 0 1 0 0,0 0-1 0 0,0 0 1 0 0,0 1 0 0 0,-1-1-1 0 0,1 0 1 0 0,0 0-1 0 0,-1 1 1 0 0,1-1-1 0 0,-1 0 1 0 0,1 0-1 0 0,-1 0 1 0 0,0 0 0 0 0,1 0-1 0 0,-1 0 1 0 0,0 0-1 0 0,0 0 1 0 0,0 0-1 0 0,1 0 1 0 0,-2 0 22 0 0,-7 4 103 0 0,0 1 0 0 0,0-1 1 0 0,-1-1-1 0 0,0 0 0 0 0,0 0 0 0 0,0-1 1 0 0,0 0-1 0 0,-5 0-103 0 0,-11 4 134 0 0,-55 4 212 0 0,29-10-271 0 0,-1-1-3048 0 0,38-14-8288 0 0,13 10 2288 0 0</inkml:trace>
  <inkml:trace contextRef="#ctx0" brushRef="#br0" timeOffset="11780.4">2337 964 0 0 0,'0'0'2180'0'0,"0"0"466"0"0,0 0 220 0 0,0 0-124 0 0,0 0-360 0 0,0 0-324 0 0,0 0-299 0 0,0 0-305 0 0,0 0-293 0 0,0 0-197 0 0,0 0-174 0 0,0 0-126 0 0,0 0-113 0 0,10-7-116 0 0,32-23-106 0 0,-37 26-286 0 0,1 1-1 0 0,-1 0 1 0 0,1 0 0 0 0,0 0 0 0 0,1 1-1 0 0,-1-1 1 0 0,0 1 0 0 0,1 1 0 0 0,-1 0-1 0 0,1-1 1 0 0,-1 2 0 0 0,1-1-1 0 0,-1 1 1 0 0,1 0 0 0 0,4 1-43 0 0,3-1-122 0 0,-3 0-563 0 0,25 1-750 0 0,-17 9-8879 0 0,-17-8 368 0 0</inkml:trace>
</inkml:ink>
</file>

<file path=ppt/ink/ink2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34:03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81 0 0 0,'0'0'423'0'0,"0"0"410"0"0,0 0 86 0 0,0 0-76 0 0,0 0-62 0 0,0 0-96 0 0,-3-5-112 0 0,-10-16-66 0 0,-13-11 4491 0 0,23 16-577 0 0,4 10 1399 0 0,8 28-6501 0 0,11 53 749 0 0,14 57 124 0 0,4 15-2 0 0,-13-59 90 0 0,-24-86-289 0 0,0-2 17 0 0,-1 0-1 0 0,0 0-14 0 0,0 0-10 0 0,0 0-13 0 0,0 0-8 0 0,0 0-38 0 0,0 0-52 0 0,0 0-43 0 0,0 0-102 0 0,0 0-106 0 0,-6-24-5465 0 0,-19-17-4015 0 0,19 31 5823 0 0</inkml:trace>
  <inkml:trace contextRef="#ctx0" brushRef="#br0" timeOffset="472.88">344 295 0 0 0,'0'0'2187'0'0,"0"0"363"0"0,0 0-55 0 0,0 0-172 0 0,0 0-228 0 0,0 0-279 0 0,0 0-285 0 0,0 0-231 0 0,0 0-168 0 0,0 0-140 0 0,0 0-137 0 0,0 0-136 0 0,1-1-111 0 0,2-3 1288 0 0,-3 4-1669 0 0,0 0-68 0 0,0 0-51 0 0,0 0-31 0 0,0 0-30 0 0,0 0-8 0 0,0 0-5 0 0,0 0-4 0 0,0 0-30 0 0,0 0 14 0 0,0 0 1 0 0,0 0 4 0 0,-22 0-550 0 0,-161 11 923 0 0,100-8-662 0 0,47 1-2698 0 0,20-4-3339 0 0,11 0 1901 0 0,2 0-4772 0 0</inkml:trace>
</inkml:ink>
</file>

<file path=ppt/ink/ink2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34:07.8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135 540 0 0 0,'0'0'196'0'0,"0"0"775"0"0,0 0 292 0 0,0 0 57 0 0,0 0-72 0 0,0 0-101 0 0,0 0-205 0 0,0 0-207 0 0,0 0-182 0 0,0-4-182 0 0,0-16-114 0 0,0 15-82 0 0,0 5-48 0 0,0 0-22 0 0,0 0-36 0 0,0 0-15 0 0,0 0 0 0 0,0 0-22 0 0,0 0-4 0 0,-3 0-6 0 0,3 0 4 0 0,0 0-3 0 0,0 0 10 0 0,0 0-3 0 0,0 0 12 0 0,0 0 29 0 0,0 0 34 0 0,0 0 65 0 0,0 0 53 0 0,0 0 70 0 0,0 0 64 0 0,0 0 53 0 0,0 0 54 0 0,0 0 52 0 0,0 0 35 0 0,0 0 28 0 0,-8-26 4471 0 0,3 3-3835 0 0,5 22-1190 0 0,0 1-1 0 0,0 0 1 0 0,0-1 0 0 0,-1 1 0 0 0,1 0-1 0 0,0-1 1 0 0,0 1 0 0 0,0 0 0 0 0,0-1-1 0 0,-1 1 1 0 0,1 0 0 0 0,0-1-1 0 0,0 1 1 0 0,0 0 0 0 0,-1 0 0 0 0,1-1-1 0 0,0 1 1 0 0,-1 0 0 0 0,1 0 0 0 0,0 0-1 0 0,0-1 1 0 0,-1 1 0 0 0,1 0 0 0 0,0 0-1 0 0,-1 0 1 0 0,1 0 0 0 0,0 0-1 0 0,-1-1 1 0 0,1 1 0 0 0,-1 0 0 0 0,1 0-1 0 0,0 0 1 0 0,-1 0 0 0 0,1 0 0 0 0,0 0-1 0 0,-1 0 1 0 0,1 0 0 0 0,0 1 0 0 0,-1-1-1 0 0,1 0 1 0 0,-1 0 0 0 0,1 0 0 0 0,0 0-1 0 0,-1 0 1 0 0,1 1 0 0 0,0-1-1 0 0,0 0 1 0 0,-1 0 0 0 0,1 0 0 0 0,0 1-1 0 0,-1-1 1 0 0,1 0 0 0 0,0 0 0 0 0,0 1-1 0 0,0-1 1 0 0,-1 0 0 0 0,1 1 0 0 0,0-1-1 0 0,0 0 1 0 0,0 1-25 0 0,-20 16-97 0 0,13-11 156 0 0,1 1 0 0 0,0 0 0 0 0,1 0 0 0 0,0 1-1 0 0,0-1 1 0 0,0 1 0 0 0,1 0 0 0 0,0 1 0 0 0,1-1 0 0 0,0 0 0 0 0,-1 6-59 0 0,-16 102 870 0 0,18-80-631 0 0,-1 13 128 0 0,3 0 0 0 0,1 0 0 0 0,6 33-367 0 0,-3-61 171 0 0,0 0-1 0 0,2-1 1 0 0,0 1 0 0 0,1-1-1 0 0,1-1 1 0 0,1 0 0 0 0,0 0-1 0 0,7 8-170 0 0,30 37 453 0 0,-32-49-411 0 0,-6-5-167 0 0,0-1 1 0 0,1 0-1 0 0,0 0 0 0 0,0-1 1 0 0,1-1-1 0 0,0 1 0 0 0,1-2 1 0 0,6 4 124 0 0,-8-8-2024 0 0,-6-9-8598 0 0,-3 2-211 0 0</inkml:trace>
  <inkml:trace contextRef="#ctx0" brushRef="#br0" timeOffset="628.67">693 1031 0 0 0,'0'0'827'0'0,"0"0"1396"0"0,0 0 403 0 0,0 0 22 0 0,0 0-299 0 0,0 0-417 0 0,0 0-371 0 0,0 0-314 0 0,0 0-228 0 0,0 0-130 0 0,0 0-77 0 0,0 0-78 0 0,-1-5-69 0 0,-5-22 957 0 0,0 24 1747 0 0,-9 2-3406 0 0,1 0 40 0 0,-95-30 136 0 0,83 23-153 0 0,0 0 1 0 0,0 1-1 0 0,-1 2 0 0 0,-14-2 14 0 0,0 7-1295 0 0,40 2 908 0 0,1-1 0 0 0,-1 0-1 0 0,1 1 1 0 0,-1-1 0 0 0,1 0-1 0 0,-1 1 1 0 0,1-1 0 0 0,0 0-1 0 0,0 1 1 0 0,-1-1 0 0 0,1 1-1 0 0,0-1 1 0 0,0 0 0 0 0,1 1 0 0 0,-1-1-1 0 0,0 1 1 0 0,0-1 0 0 0,1 0-1 0 0,-1 1 1 0 0,1-1 0 0 0,-1 1 387 0 0,14 13-7837 0 0,-10-10 529 0 0</inkml:trace>
  <inkml:trace contextRef="#ctx0" brushRef="#br0" timeOffset="1332.25">938 943 0 0 0,'0'0'2371'0'0,"0"0"360"0"0,0 0 39 0 0,0 0-233 0 0,0 0-386 0 0,0 0-445 0 0,0 0-313 0 0,0 0-208 0 0,0 0-176 0 0,0 0-107 0 0,0 0-106 0 0,0 0-123 0 0,0 0-123 0 0,-4-10-134 0 0,-13-31-135 0 0,12 31-118 0 0,5 10-70 0 0,0 0-38 0 0,0 0-39 0 0,0 0-43 0 0,0 0-50 0 0,0 17-248 0 0,2 10 387 0 0,2-1 1 0 0,0 0-1 0 0,1 0 1 0 0,2-1-1 0 0,4 13-62 0 0,7 25 70 0 0,38 133-7 0 0,-4-22-103 0 0,-50-109-64 0 0,-2-64 101 0 0,-1 0 1 0 0,1 1 0 0 0,-1-1-1 0 0,0 1 1 0 0,1-1-1 0 0,-1 0 1 0 0,0 1-1 0 0,0-1 1 0 0,0 0-1 0 0,0 0 1 0 0,0 0-1 0 0,0 1 1 0 0,0-1-1 0 0,0 0 1 0 0,0 0-1 0 0,-1-1 1 0 0,1 1-1 0 0,0 0 1 0 0,-1 0-1 0 0,1-1 1 0 0,-1 1-1 0 0,1-1 1 0 0,-1 1-1 0 0,1-1 1 0 0,-1 1 0 0 0,1-1-1 0 0,-1 0 1 0 0,1 0-1 0 0,-1 0 1 0 0,1 0-1 0 0,-2 0 3 0 0,-48-7 165 0 0,38 1-105 0 0,0 0-1 0 0,0-2 1 0 0,1 1-1 0 0,0-2 1 0 0,1 1 0 0 0,0-2-1 0 0,0 1 1 0 0,1-2 0 0 0,0 1-1 0 0,-3-6-59 0 0,9 11 55 0 0,0 0 0 0 0,1 0 0 0 0,-1-1 0 0 0,1 1-1 0 0,1-1 1 0 0,-1 1 0 0 0,1-1 0 0 0,0 0 0 0 0,0 0 0 0 0,0 0 0 0 0,1-1-1 0 0,0 1 1 0 0,0 0 0 0 0,1 0 0 0 0,0-7-55 0 0,2 8 12 0 0,0 1-1 0 0,0 0 1 0 0,0-1 0 0 0,1 1-1 0 0,0 0 1 0 0,0 0 0 0 0,0 0-1 0 0,0 1 1 0 0,0-1 0 0 0,1 1-1 0 0,0 0 1 0 0,-1 0 0 0 0,1 0 0 0 0,0 0-1 0 0,1 1 1 0 0,-1-1 0 0 0,0 1-1 0 0,1 0 1 0 0,-1 1 0 0 0,1-1-1 0 0,0 1 1 0 0,-1 0 0 0 0,1 0-1 0 0,0 0 1 0 0,4 0-12 0 0,187-8-2655 0 0,-165 1 432 0 0,-21-10-4172 0 0,-10 10 1629 0 0,0 2-2664 0 0</inkml:trace>
  <inkml:trace contextRef="#ctx0" brushRef="#br0" timeOffset="1628.07">861 667 0 0 0,'0'0'1520'0'0,"0"0"992"0"0,0 0 361 0 0,0 0 7 0 0,0 0-150 0 0,0 0-294 0 0,0 0-414 0 0,0 0-386 0 0,0 0-366 0 0,0 0-389 0 0,0 0-307 0 0,0 0-202 0 0,0 0-149 0 0,-1-6-85 0 0,-2-17-67 0 0,-3 91-2378 0 0,-4-40-4136 0 0,6-22-1440 0 0</inkml:trace>
  <inkml:trace contextRef="#ctx0" brushRef="#br0" timeOffset="2615.42">1097 592 0 0 0,'0'0'711'0'0,"0"0"1065"0"0,0 0 334 0 0,0 0 17 0 0,0 0-197 0 0,0 0-214 0 0,0 0-281 0 0,0 0-196 0 0,0 0-159 0 0,0 0-195 0 0,0 0-135 0 0,0 0-116 0 0,0 0-105 0 0,2-5-79 0 0,4-15-121 0 0,-5 15-91 0 0,-1 5-56 0 0,0 0-22 0 0,0 0-14 0 0,0 0-12 0 0,0 0-14 0 0,10 1 447 0 0,-5 1-582 0 0,0 0 0 0 0,1 1 0 0 0,-2 0 0 0 0,1 0 0 0 0,0 0 0 0 0,-1 1 0 0 0,1 0 0 0 0,-1-1 0 0 0,0 1 0 0 0,0 1 0 0 0,0-1 15 0 0,3 4-10 0 0,12 12 38 0 0,0 2 0 0 0,-2 1 0 0 0,0 0 0 0 0,-2 1 0 0 0,-1 0-1 0 0,0 2 1 0 0,-2-1 0 0 0,8 25-28 0 0,35 123 436 0 0,-37-68 214 0 0,-17-12-168 0 0,-15-46-306 0 0,12-42-233 0 0,-1-1-1 0 0,0 1 1 0 0,0-1-1 0 0,0 0 0 0 0,-1 0 1 0 0,1 0-1 0 0,-1 0 0 0 0,0-1 1 0 0,0 0-1 0 0,-1 1 1 0 0,1-1-1 0 0,-1-1 0 0 0,1 1 1 0 0,-4 0 57 0 0,-25 6-2762 0 0,11-9-2865 0 0,14 0 1688 0 0,-1 0-3967 0 0</inkml:trace>
  <inkml:trace contextRef="#ctx0" brushRef="#br0" timeOffset="3516.84">1468 76 0 0 0,'0'0'1386'0'0,"0"0"642"0"0,0 0 394 0 0,0 0 9 0 0,0 0-305 0 0,0 0-362 0 0,0 0-355 0 0,0 0-184 0 0,0 0-161 0 0,0 0-147 0 0,0 0-84 0 0,0 0-113 0 0,0 0-85 0 0,1-13-47 0 0,0-49 1867 0 0,5 66-2452 0 0,2 41 49 0 0,-1 0-1 0 0,-3 1 1 0 0,-1 24-52 0 0,2 106 346 0 0,11-70-65 0 0,-16-106-314 0 0,1 0 1 0 0,-1-1-1 0 0,0 1 1 0 0,0 0-1 0 0,1 0 1 0 0,-1 0-1 0 0,0 0 1 0 0,0 0-1 0 0,1 0 1 0 0,-1 0-1 0 0,0 0 1 0 0,0 0-1 0 0,1 0 1 0 0,-1 0-1 0 0,0 0 1 0 0,0 0-1 0 0,1 0 1 0 0,-1 0-1 0 0,0 0 1 0 0,1 0-1 0 0,-1 0 1 0 0,0 0-1 0 0,0 0 1 0 0,1 0-1 0 0,-1 0 1 0 0,0 0-1 0 0,0 1 1 0 0,0-1-1 0 0,1 0 1 0 0,-1 0-1 0 0,0 0 1 0 0,0 0-1 0 0,0 1 1 0 0,1-1-1 0 0,-1 0 1 0 0,0 0 0 0 0,0 0-1 0 0,0 1 1 0 0,0-1-1 0 0,0 0 1 0 0,1 0-1 0 0,-1 1 1 0 0,0-1-1 0 0,0 0 1 0 0,0 0-1 0 0,0 1 1 0 0,0-1-1 0 0,0 0 1 0 0,0 0-1 0 0,0 1 33 0 0,5-47-15751 0 0,-5 39 10339 0 0</inkml:trace>
  <inkml:trace contextRef="#ctx0" brushRef="#br0" timeOffset="3986">1662 312 0 0 0,'0'0'3587'0'0,"0"0"-247"0"0,0 0-11 0 0,0 0-273 0 0,0 0-415 0 0,0 0-495 0 0,0 0-407 0 0,0 0-342 0 0,0 0-319 0 0,0 0-231 0 0,0 0-170 0 0,0 0-109 0 0,2-3-93 0 0,4-6-86 0 0,-5 6-91 0 0,-1 3-87 0 0,0 0-71 0 0,0 0-50 0 0,0 0-40 0 0,0 0-54 0 0,0 0-22 0 0,0 0-34 0 0,0 0-12 0 0,0 0-58 0 0,-8 8-289 0 0,-71 58 331 0 0,24-28-22 0 0,55-38 129 0 0,0 0-1 0 0,0 1 0 0 0,0-1 0 0 0,0 0 0 0 0,0 1 0 0 0,0-1 1 0 0,0 0-1 0 0,0 1 0 0 0,0-1 0 0 0,0 0 0 0 0,0 1 0 0 0,0-1 1 0 0,1 0-1 0 0,-1 0 0 0 0,0 1 0 0 0,0-1 0 0 0,0 0 1 0 0,0 1-1 0 0,1-1 0 0 0,-1 0 0 0 0,0 0 0 0 0,0 0 0 0 0,0 1 1 0 0,1-1-1 0 0,-1 0 0 0 0,0 0 0 0 0,1 0 0 0 0,-1 1 0 0 0,0-1 1 0 0,0 0-1 0 0,1 0 0 0 0,-1 0 0 0 0,0 0 0 0 0,1 0 1 0 0,-1 0-1 0 0,0 0 0 0 0,1 0 0 0 0,-1 0 0 0 0,0 0 0 0 0,1 0 1 0 0,-1 0-1 0 0,0 0 0 0 0,0 0 0 0 0,1 0 0 0 0,-1 0 0 0 0,0 0 1 0 0,1 0-1 0 0,-1 0 0 0 0,0 0 0 0 0,1 0 0 0 0,-1 0 0 0 0,0-1-18 0 0,2 1 41 0 0,145 55 108 0 0,36 25-728 0 0,-178-79-720 0 0,-3 0-1967 0 0,-1 3-6360 0 0,-1-4-872 0 0</inkml:trace>
  <inkml:trace contextRef="#ctx0" brushRef="#br0" timeOffset="8299.66">2129 422 0 0 0,'0'0'911'0'0,"0"0"16"0"0,0 0-48 0 0,0 0-55 0 0,0 0-4 0 0,0 0-35 0 0,0 0-39 0 0,0 0-42 0 0,0 0-57 0 0,0 0-3 0 0,0-2 27 0 0,0-13 4537 0 0,0-23-562 0 0,-19 56-4678 0 0,13-11 109 0 0,1 1 0 0 0,-1 0 0 0 0,1-1 0 0 0,1 1 1 0 0,0 1-1 0 0,0-1 0 0 0,0 1 0 0 0,0 4-77 0 0,-7 14 294 0 0,-38 118 659 0 0,48-143-942 0 0,-11 30 234 0 0,1 1 0 0 0,2-1 0 0 0,1 1-1 0 0,2 1 1 0 0,-2 30-245 0 0,7-53 73 0 0,-2 75 657 0 0,3 1 1 0 0,6 23-731 0 0,9-22 401 0 0,-12-55-321 0 0,12 5 613 0 0,1-16-39 0 0,-3-13-310 0 0,4 6-322 0 0,26 20 78 0 0,-8 0-106 0 0,-29-26-375 0 0,2-4-479 0 0,3 1-3630 0 0,-7-6-4911 0 0,-4 0-768 0 0</inkml:trace>
  <inkml:trace contextRef="#ctx0" brushRef="#br0" timeOffset="9350.9">2341 968 0 0 0,'0'0'1324'0'0,"0"0"239"0"0,0 0 46 0 0,0 0-72 0 0,0 0-168 0 0,0 0-207 0 0,0 0-245 0 0,0 0-202 0 0,0 0-147 0 0,0 0-123 0 0,0 0-74 0 0,0 0-84 0 0,-1-1-87 0 0,-7-9 297 0 0,8 10-336 0 0,0 0 21 0 0,0 0 12 0 0,-14-24 2143 0 0,6 8-1557 0 0,4 6-389 0 0,6 11 3430 0 0,51 41-3247 0 0,53 31-379 0 0,138 93-107 0 0,-181-128-154 0 0,-71-35-2949 0 0,-13 4 1214 0 0,18-7 1286 0 0,0 0 0 0 0,0 0 0 0 0,0-1 0 0 0,0 1 0 0 0,0-1 0 0 0,1 0 0 0 0,-1 0 0 0 0,0 0 0 0 0,0 0 0 0 0,0 0 0 0 0,1-1 0 0 0,-1 1 1 0 0,0-1-1 0 0,1 1 0 0 0,0-1 0 0 0,-1 0 0 0 0,1 0 0 0 0,0 0 0 0 0,-1-2 515 0 0,-9-5-3586 0 0,5 3 551 0 0</inkml:trace>
  <inkml:trace contextRef="#ctx0" brushRef="#br0" timeOffset="9770.22">2608 968 0 0 0,'0'0'824'0'0,"0"0"1897"0"0,0 0 331 0 0,0 0-303 0 0,0 0-392 0 0,0 0-313 0 0,0 0-225 0 0,0 0-264 0 0,0 0-292 0 0,0 0-262 0 0,0 0-211 0 0,0 0-178 0 0,0 0-140 0 0,0-5-78 0 0,1-16-90 0 0,-1 16-87 0 0,0 5-58 0 0,0 0-75 0 0,0 0-35 0 0,0 0-21 0 0,0 0-35 0 0,-4 19-349 0 0,-28 70 414 0 0,-40 83 40 0 0,40-113-68 0 0,10-28-128 0 0,11 9-3181 0 0,11-29-957 0 0,0-4-1982 0 0,0-3-2268 0 0</inkml:trace>
  <inkml:trace contextRef="#ctx0" brushRef="#br0" timeOffset="10575.71">2902 1263 0 0 0,'0'0'952'0'0,"0"0"1523"0"0,0 0 291 0 0,0 0-236 0 0,0 0-345 0 0,0 0-334 0 0,0 0-291 0 0,0 0-192 0 0,0 0-161 0 0,0 0-120 0 0,0 0-73 0 0,0 0-121 0 0,0 0-90 0 0,-1-8-101 0 0,-1-25-109 0 0,1 24-74 0 0,1 9-64 0 0,0 0-45 0 0,0 0-52 0 0,0 0-41 0 0,0 0-46 0 0,0 0-44 0 0,0 0-25 0 0,8 0-20 0 0,0 0-242 0 0,0 1 0 0 0,0 0 1 0 0,-1 0-1 0 0,1 0 0 0 0,-1 1 1 0 0,1 0-1 0 0,-1 1 0 0 0,1-1 1 0 0,-1 1-1 0 0,0 1 1 0 0,1 0 59 0 0,90 53-357 0 0,-98-57 326 0 0,0 0 0 0 0,1 1 0 0 0,-1-1-1 0 0,0 0 1 0 0,0 1 0 0 0,0-1-1 0 0,0 0 1 0 0,0 1 0 0 0,1-1-1 0 0,-1 1 1 0 0,0-1 0 0 0,0 0 0 0 0,0 1-1 0 0,0-1 1 0 0,0 0 0 0 0,0 1-1 0 0,0-1 1 0 0,0 0 0 0 0,0 1-1 0 0,-1-1 1 0 0,1 1 0 0 0,0-1 0 0 0,0 0-1 0 0,0 1 1 0 0,0-1 0 0 0,0 0-1 0 0,-1 1 1 0 0,1-1 0 0 0,0 0 0 0 0,0 0-1 0 0,0 1 1 0 0,-1-1 0 0 0,1 0-1 0 0,0 0 1 0 0,-1 1 0 0 0,1-1-1 0 0,0 0 1 0 0,-1 0 0 0 0,1 0 0 0 0,0 1-1 0 0,0-1 1 0 0,-1 0 0 0 0,1 0-1 0 0,-1 0 1 0 0,1 0 0 0 0,0 0-1 0 0,-1 0 1 0 0,1 0 0 0 0,0 0 0 0 0,-1 0-1 0 0,1 0 1 0 0,0 0 0 0 0,-1 0-1 0 0,1 0 1 0 0,-1 0 0 0 0,1 0 31 0 0,-29 9 24 0 0,-47 9-96 0 0,76-18 66 0 0,-1 0 0 0 0,1 0 1 0 0,-1 0-1 0 0,1 0 0 0 0,-1 1 0 0 0,1-1 0 0 0,-1 0 1 0 0,1 0-1 0 0,0 0 0 0 0,-1 1 0 0 0,1-1 1 0 0,-1 0-1 0 0,1 0 0 0 0,0 1 0 0 0,-1-1 0 0 0,1 0 1 0 0,0 1-1 0 0,-1-1 0 0 0,1 0 0 0 0,0 1 0 0 0,0-1 1 0 0,-1 1-1 0 0,1-1 0 0 0,0 0 0 0 0,0 1 0 0 0,0-1 1 0 0,-1 1-1 0 0,1-1 0 0 0,0 1 0 0 0,0-1 0 0 0,0 1 1 0 0,0-1-1 0 0,0 1 0 0 0,0-1 0 0 0,0 0 0 0 0,0 1 1 0 0,0-1-1 0 0,0 1 0 0 0,0-1 0 0 0,0 1 0 0 0,0-1 1 0 0,1 1-1 0 0,-1-1 0 0 0,0 1 0 0 0,0-1 0 0 0,0 0 1 0 0,1 1-1 0 0,-1-1 0 0 0,0 1 0 0 0,1-1 0 0 0,-1 0 1 0 0,0 1 5 0 0,130 96 141 0 0,-31-25-157 0 0,-99-71 14 0 0,0 0 0 0 0,0 0 0 0 0,0 0-1 0 0,0 0 1 0 0,0-1 0 0 0,0 1 0 0 0,0 0 0 0 0,0 0-1 0 0,0 0 1 0 0,0 0 0 0 0,-1 0 0 0 0,1-1 0 0 0,0 1 0 0 0,-1 0-1 0 0,1 0 1 0 0,0 0 0 0 0,-1-1 0 0 0,1 1 0 0 0,-1 0 0 0 0,1-1-1 0 0,-1 1 1 0 0,0 0 0 0 0,1-1 0 0 0,-1 1 0 0 0,0-1 0 0 0,1 1-1 0 0,-1-1 1 0 0,0 1 0 0 0,0-1 0 0 0,1 1 0 0 0,-1-1 0 0 0,0 0-1 0 0,0 1 1 0 0,0-1 0 0 0,0 0 2 0 0,-10 4 120 0 0,0 0 1 0 0,-1-1-1 0 0,0-1 1 0 0,1 0-1 0 0,-1 0 1 0 0,0-1-1 0 0,0-1 0 0 0,0 0 1 0 0,1-1-1 0 0,-10-1-120 0 0,14 2 0 0 0,-119-19-1733 0 0,102 18-1414 0 0,9 1-2652 0 0,10 0-3547 0 0</inkml:trace>
</inkml:ink>
</file>

<file path=ppt/ink/ink2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34:21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1 0 0 0,'0'0'463'0'0,"0"0"1096"0"0,0 0 465 0 0,0 0 114 0 0,0 0-98 0 0,0 0-269 0 0,0 0-317 0 0,0 0-300 0 0,0 0-281 0 0,0 0-227 0 0,0 0-166 0 0,-7 0 3731 0 0,7 1-4163 0 0,-1 35 366 0 0,2-1-1 0 0,2 0 1 0 0,1 1-1 0 0,7 24-413 0 0,3 4 353 0 0,-2-20-48 0 0,-10-31-184 0 0,2-1 0 0 0,-1 1 0 0 0,2-1 0 0 0,-1 0 0 0 0,2 0 0 0 0,4 8-121 0 0,13 17 296 0 0,-18-32-1206 0 0,-7-14-656 0 0,-35-43-7701 0 0,23 32 2345 0 0,10 12 3392 0 0</inkml:trace>
  <inkml:trace contextRef="#ctx0" brushRef="#br0" timeOffset="410.56">337 275 0 0 0,'0'0'1412'0'0,"0"0"826"0"0,0 0 327 0 0,0 0-125 0 0,0 0-182 0 0,0 0-235 0 0,0 0-251 0 0,0 0-230 0 0,0 0-211 0 0,0 0-223 0 0,0 0-187 0 0,1-5-103 0 0,2-15-111 0 0,-10 5 2770 0 0,6 15-3278 0 0,1 0-62 0 0,0 0-49 0 0,0 0-23 0 0,0 0-34 0 0,-1 0-18 0 0,-74 7 11 0 0,-85-6 120 0 0,105-9 230 0 0,13 0-4924 0 0,42 13-3064 0 0,0-5 4507 0 0,0 1-6973 0 0</inkml:trace>
</inkml:ink>
</file>

<file path=ppt/ink/ink2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34:22.3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504 876 2008 0 0,'0'0'3128'0'0,"0"0"-85"0"0,0 0-124 0 0,0 0-270 0 0,0 0-381 0 0,0 0-442 0 0,0 0-434 0 0,0 0-346 0 0,0 0-247 0 0,0 0-216 0 0,0 0-153 0 0,0 0-114 0 0,0 0-110 0 0,-9-5 425 0 0,-68-6-450 0 0,11-6-32 0 0,-22-1-467 0 0,69 31-1656 0 0,16-6-2952 0 0,2 0-6329 0 0,1-6 6154 0 0</inkml:trace>
  <inkml:trace contextRef="#ctx0" brushRef="#br0" timeOffset="525.77">610 597 0 0 0,'0'0'2310'0'0,"0"0"534"0"0,0 0 102 0 0,0 0-210 0 0,0 0-359 0 0,0 0-376 0 0,0 0-273 0 0,0 0-297 0 0,0 0-277 0 0,0 0-235 0 0,0 0-228 0 0,0 0-218 0 0,1-5-196 0 0,2-15-139 0 0,8 41-198 0 0,29 102 138 0 0,18 53-24 0 0,-38-112-420 0 0,-17-36-3441 0 0,-16-30-2564 0 0,2-10-232 0 0,6 8 1653 0 0</inkml:trace>
  <inkml:trace contextRef="#ctx0" brushRef="#br0" timeOffset="1009.94">757 397 0 0 0,'0'0'1858'0'0,"0"0"437"0"0,0 0 147 0 0,0 0-138 0 0,0 0-359 0 0,0 0-470 0 0,0 0-378 0 0,0 0-310 0 0,0 0-268 0 0,0 0-178 0 0,0 0-147 0 0,0 0-82 0 0,0 0-63 0 0,10-1-45 0 0,33-4 1 0 0,-15 17 0 0 0,-23-8-4 0 0,15 13 48 0 0,-1 2 0 0 0,-1 0 0 0 0,0 0 0 0 0,3 8-49 0 0,-8-11 57 0 0,1-1 56 0 0,-1 1 1 0 0,0 1-1 0 0,-1 0 0 0 0,-1 1 0 0 0,0 0 1 0 0,-2 1-1 0 0,0 0 0 0 0,-1 0 0 0 0,-1 1 1 0 0,-1 0-1 0 0,0 0 0 0 0,-2 0 0 0 0,0 1 1 0 0,-1 7-114 0 0,-3-16-6 0 0,0 0 0 0 0,0 0-1 0 0,-1 0 1 0 0,-1 0 0 0 0,0 0 0 0 0,0-1 0 0 0,-2 1 0 0 0,1-1 0 0 0,-1 1 0 0 0,-1-1 0 0 0,0 0 0 0 0,-1 0 0 0 0,0-1 0 0 0,0 0-1 0 0,-1 0 1 0 0,-6 6 6 0 0,7-10-174 0 0,0-1 0 0 0,0 0 0 0 0,-1 0 0 0 0,0-1 0 0 0,1 1 1 0 0,-2-1-1 0 0,1-1 0 0 0,0 1 0 0 0,-1-1 0 0 0,0-1 0 0 0,1 0 0 0 0,-3 1 174 0 0,-60 7-7420 0 0,56-9-247 0 0</inkml:trace>
  <inkml:trace contextRef="#ctx0" brushRef="#br0" timeOffset="1685.42">76 487 0 0 0,'0'0'2175'0'0,"0"0"536"0"0,0 0 63 0 0,0 0-296 0 0,0 0-333 0 0,0 0-408 0 0,0 0-275 0 0,0 0-238 0 0,0 0-192 0 0,0 0-123 0 0,0 0-125 0 0,0 0-119 0 0,0-4-91 0 0,0-14-126 0 0,0 14-135 0 0,0 4-122 0 0,0 0-98 0 0,0 0-81 0 0,0 0-10 0 0,-5 8-78 0 0,-23 56 101 0 0,3-2 91 0 0,10 18 152 0 0,15-78-263 0 0,-1 14 92 0 0,0 0 0 0 0,1-1-1 0 0,0 1 1 0 0,2 0 0 0 0,0 0 0 0 0,1-1-1 0 0,0 1 1 0 0,2 1-97 0 0,4 5 37 0 0,1 1 0 0 0,2-2 0 0 0,0 1-1 0 0,1-2 1 0 0,1 0 0 0 0,1 0 0 0 0,1-1 0 0 0,1-1 0 0 0,7 6-37 0 0,58 46-5349 0 0,-72-64 895 0 0,-2-2-3259 0 0</inkml:trace>
  <inkml:trace contextRef="#ctx0" brushRef="#br0" timeOffset="2586.27">1128 55 0 0 0,'0'0'2115'0'0,"0"0"238"0"0,0 0 35 0 0,0 0-191 0 0,0 0-342 0 0,0 0-346 0 0,0 0-228 0 0,0 0-184 0 0,0 0-114 0 0,0 0-107 0 0,0 0-122 0 0,0 0-114 0 0,1-9-81 0 0,1-27-79 0 0,-1 26-79 0 0,14 237 783 0 0,-14-217-1149 0 0,26 104 511 0 0,0-61-220 0 0,-15-38-1261 0 0,-12-15 515 0 0,0 0-120 0 0,0 0-169 0 0,0 0-309 0 0,0-7-4500 0 0,0 5 430 0 0,0-2-2263 0 0</inkml:trace>
  <inkml:trace contextRef="#ctx0" brushRef="#br0" timeOffset="3026.56">1338 275 840 0 0,'0'0'4400'0'0,"0"0"-691"0"0,0 0-575 0 0,0 0-617 0 0,0 0-537 0 0,0 0-409 0 0,0 0-357 0 0,0 0-287 0 0,0 0-236 0 0,0 0-173 0 0,0 0-113 0 0,0 0-97 0 0,-1-2-59 0 0,-2 2-238 0 0,1-1 0 0 0,-1 0 0 0 0,1 1 0 0 0,0-1 0 0 0,-1 1 0 0 0,0 0 0 0 0,1 0 0 0 0,-1 0 0 0 0,1 0 0 0 0,-1 0 0 0 0,1 1 0 0 0,-1-1 0 0 0,1 1 0 0 0,-1-1-1 0 0,1 1 1 0 0,0 0 0 0 0,-1 0 0 0 0,1 0 0 0 0,0 0 0 0 0,0 1 0 0 0,-1-1 0 0 0,1 0 0 0 0,0 1 0 0 0,0 0 0 0 0,1-1 0 0 0,-1 1 0 0 0,0 0 0 0 0,1 0 0 0 0,-1 0 0 0 0,1 0-1 0 0,-1 0 1 0 0,1 1 0 0 0,0-1 0 0 0,0 0 0 0 0,-1 2-11 0 0,-12 36 74 0 0,7 3 215 0 0,29-34 370 0 0,174 62-1150 0 0,-163-52-953 0 0,-24-10-2361 0 0,-4 2-4937 0 0,-3-8-644 0 0</inkml:trace>
</inkml:ink>
</file>

<file path=ppt/ink/ink2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34:29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0 684 0 0 0,'0'0'1594'0'0,"0"0"101"0"0,0 0-126 0 0,0 0-174 0 0,0 0-138 0 0,0 0-158 0 0,0 0-146 0 0,0 0-109 0 0,0 0-96 0 0,0 0-25 0 0,0-6 424 0 0,1 5 2706 0 0,27 25-755 0 0,12 16-2301 0 0,16 9-226 0 0,49 48-49 0 0,86 77-140 0 0,-182-169-359 0 0,-9-5-14 0 0,0 0-21 0 0,0 0-22 0 0,0 0-66 0 0,0 0-100 0 0,-9-4-1435 0 0,-55-47-5199 0 0,25 15-1656 0 0,27 25 3516 0 0</inkml:trace>
  <inkml:trace contextRef="#ctx0" brushRef="#br0" timeOffset="473.11">244 732 0 0 0,'0'0'660'0'0,"0"0"1737"0"0,0 0 353 0 0,0 0-254 0 0,0 0-277 0 0,0 0-308 0 0,0 0-245 0 0,0 0-170 0 0,0 0-173 0 0,0 0-144 0 0,0 0-152 0 0,0 0-145 0 0,0 0-141 0 0,2-6-141 0 0,5-19-109 0 0,-5 19-90 0 0,-2 6-73 0 0,0 0-46 0 0,0 0-62 0 0,0 0-49 0 0,0 0-39 0 0,0 0-43 0 0,0 0-14 0 0,0 0-29 0 0,0 0-30 0 0,0 0-6 0 0,0 0-22 0 0,0 0-4 0 0,-1 17-68 0 0,-28 50 69 0 0,-39 59 50 0 0,-1 32 65 0 0,46-102-118 0 0,19-30-2501 0 0,4-26 1095 0 0,3 0-10592 0 0,-3 0 4377 0 0</inkml:trace>
  <inkml:trace contextRef="#ctx0" brushRef="#br0" timeOffset="1119.12">529 938 0 0 0,'0'0'2052'0'0,"0"0"824"0"0,0 0 194 0 0,0 0-195 0 0,0 0-329 0 0,0 0-406 0 0,0 0-498 0 0,0 0-399 0 0,0 0-264 0 0,0 0-210 0 0,0 0-141 0 0,0 0-133 0 0,0 0-109 0 0,3-4-98 0 0,10-13-90 0 0,8 13 72 0 0,-12 4-268 0 0,-1 2 0 0 0,0-1 0 0 0,0 1 0 0 0,-1 0 0 0 0,1 1 0 0 0,0 0 0 0 0,-1 0 1 0 0,1 0-1 0 0,-1 1 0 0 0,5 4-2 0 0,42 17 130 0 0,-49-4 248 0 0,-8-3-495 0 0,2-14 152 0 0,-16 47-13 0 0,-4 24-7 0 0,14 63 58 0 0,22-101-13 0 0,-8-31-1948 0 0,-5-12-9963 0 0,-2 5 7870 0 0,-2 0-1373 0 0</inkml:trace>
  <inkml:trace contextRef="#ctx0" brushRef="#br0" timeOffset="1593.73">778 1178 0 0 0,'0'0'2657'0'0,"0"0"206"0"0,0 0-61 0 0,0 0-278 0 0,0 0-378 0 0,0 0-340 0 0,0 0-262 0 0,0 0-297 0 0,0 0-269 0 0,0 0-194 0 0,0 0-168 0 0,0 0-129 0 0,0 0-102 0 0,-10-2 309 0 0,-56 15-614 0 0,40-11-243 0 0,-1-1 1 0 0,0-1 0 0 0,0-1-1 0 0,-26-5 163 0 0,13 4-2170 0 0,13 2-2294 0 0,9 0-2251 0 0,11 0-899 0 0</inkml:trace>
  <inkml:trace contextRef="#ctx0" brushRef="#br0" timeOffset="3155.99">816 243 0 0 0,'-1'-2'417'0'0,"-6"-9"493"0"0,3 7 3302 0 0,-5 5-3365 0 0,2-1-790 0 0,-25-16 359 0 0,29 15 1087 0 0,4 1 11727 0 0,2 0-11945 0 0,0 0-3686 0 0,4 2 2406 0 0,1 0 0 0 0,-1 0 1 0 0,1 1-1 0 0,-1 0 0 0 0,0 0 0 0 0,0 1 0 0 0,0 0 0 0 0,-1 0 0 0 0,1 0 0 0 0,-1 1 0 0 0,0 0 0 0 0,0 0 0 0 0,4 5-5 0 0,4 2 16 0 0,7 9 28 0 0,-2 1 1 0 0,0 1 0 0 0,-1 1 0 0 0,-1 0-1 0 0,-1 1 1 0 0,-2 1 0 0 0,0 0 0 0 0,-2 1-1 0 0,7 22-44 0 0,-11-31 60 0 0,12 36 464 0 0,-2 0-1 0 0,8 43-523 0 0,3 71 942 0 0,-27-38-427 0 0,-3-124-512 0 0,0 1 0 0 0,-1-1 0 0 0,0 0 0 0 0,0 0 0 0 0,0 0 0 0 0,0 0 1 0 0,-1 0-1 0 0,0 0 0 0 0,0-1 0 0 0,-1 1 0 0 0,0-1 0 0 0,0 0 0 0 0,0 0 1 0 0,0 0-1 0 0,-1-1 0 0 0,0 0 0 0 0,0 0 0 0 0,0 0 0 0 0,0 0 0 0 0,-1-1 0 0 0,1 0 1 0 0,-1 0-1 0 0,-3 1-3 0 0,-45 14-1439 0 0,36-14-1432 0 0,-1-2-3436 0 0,10 0-4183 0 0</inkml:trace>
  <inkml:trace contextRef="#ctx0" brushRef="#br0" timeOffset="9635">1222 33 0 0 0,'0'0'309'0'0,"0"0"485"0"0,0 0 187 0 0,0 0 56 0 0,0 0-44 0 0,0 0-109 0 0,0 0-69 0 0,2-2-23 0 0,7-8 29 0 0,-9 8 4143 0 0,-1-1-2099 0 0,-2-2-1259 0 0,5 4-1517 0 0,0 0-1 0 0,-1 0 1 0 0,1-1 0 0 0,0 1-1 0 0,0 1 1 0 0,-1-1 0 0 0,1 0-1 0 0,0 0 1 0 0,0 1 0 0 0,0-1-1 0 0,0 1 1 0 0,0 0 0 0 0,0-1-1 0 0,0 1 1 0 0,0 0 0 0 0,0 0-1 0 0,0 0 1 0 0,0 1 0 0 0,0-1-1 0 0,0 0 1 0 0,1 1-89 0 0,2-1 97 0 0,50 8-302 0 0,59 42 194 0 0,-79-33 100 0 0,-34-17-71 0 0,-1 0 10 0 0,0 0-3 0 0,0 0 0 0 0,0 0 3 0 0,0 0-5 0 0,0 0 14 0 0,-11 5 1140 0 0,-7 57-876 0 0,10 215 718 0 0,14-126-843 0 0,1-21 48 0 0,0-51-177 0 0,-10 31 1 0 0,3 7 136 0 0,9-47-50 0 0,-3-21-68 0 0,-1-5-28 0 0,0 3 13 0 0,-1-30 57 0 0,-1-10-36 0 0,3 9 11 0 0,9 21-28 0 0,-10-5-113 0 0,-5-31 50 0 0,0 12-69 0 0,-25-8 62 0 0,-129-6-1270 0 0,140 4-826 0 0,4 1-2920 0 0,1-1-5555 0 0</inkml:trace>
</inkml:ink>
</file>

<file path=ppt/ink/ink2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36:09.7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71 115 0 0 0,'0'0'962'0'0,"0"0"127"0"0,0 0-3 0 0,0 0-89 0 0,0 0-105 0 0,0 0-93 0 0,0 0-77 0 0,0 0 1 0 0,0 0 62 0 0,2-8 77 0 0,6-36 955 0 0,-21 9 4189 0 0,13 28-5526 0 0,-1 7-372 0 0,1-1 0 0 0,0 0 0 0 0,0 1 0 0 0,0-1 1 0 0,0 0-1 0 0,-1 1 0 0 0,1-1 0 0 0,0 0 0 0 0,0 1 0 0 0,1-1 1 0 0,-1 0-1 0 0,0 1 0 0 0,0-1 0 0 0,0 0 0 0 0,0 1 0 0 0,0-1 1 0 0,1 1-1 0 0,-1-1 0 0 0,0 0 0 0 0,1 1 0 0 0,-1-1 1 0 0,0 1-1 0 0,1-1 0 0 0,-1 1 0 0 0,1-1 0 0 0,-1 1 0 0 0,0-1 1 0 0,1 1-1 0 0,-1-1 0 0 0,1 1 0 0 0,0-1 0 0 0,-1 1 1 0 0,1 0-1 0 0,-1 0 0 0 0,1-1 0 0 0,0 1 0 0 0,-1 0 0 0 0,1 0 1 0 0,-1-1-1 0 0,1 1 0 0 0,0 0 0 0 0,-1 0 0 0 0,1 0 0 0 0,0 0 1 0 0,-1 0-1 0 0,1 0 0 0 0,0 0 0 0 0,-1 0 0 0 0,1 1 1 0 0,0-1-1 0 0,-1 0 0 0 0,1 0-108 0 0,4 0-31 0 0,-1 0 1 0 0,1 0-1 0 0,-1 0 0 0 0,1 1 1 0 0,0 0-1 0 0,-1 0 0 0 0,0 0 0 0 0,1 0 1 0 0,-1 1-1 0 0,0-1 0 0 0,1 1 1 0 0,-1 0-1 0 0,0 1 0 0 0,-1-1 1 0 0,1 1-1 0 0,0-1 0 0 0,-1 1 1 0 0,1 0-1 0 0,-1 1 0 0 0,2 1 31 0 0,-2-1-20 0 0,0 0 0 0 0,0 1-1 0 0,-1-1 1 0 0,0 1-1 0 0,0-1 1 0 0,0 1-1 0 0,0 0 1 0 0,-1 0-1 0 0,1 0 1 0 0,-1 0-1 0 0,-1 0 1 0 0,1 0 0 0 0,-1 0-1 0 0,1 0 1 0 0,-2 0-1 0 0,1 0 1 0 0,0 0-1 0 0,-2 4 21 0 0,0-5 16 0 0,0-1-1 0 0,0 1 1 0 0,0 0-1 0 0,0 0 1 0 0,-1-1-1 0 0,0 1 0 0 0,0-1 1 0 0,0 0-1 0 0,0 0 1 0 0,0 0-1 0 0,-1-1 1 0 0,0 2-16 0 0,0-2 90 0 0,0 1 0 0 0,0-1 0 0 0,0 0 0 0 0,-1-1 0 0 0,1 1 1 0 0,0-1-1 0 0,-1 1 0 0 0,1-1 0 0 0,-1-1 0 0 0,1 1 0 0 0,-1 0 1 0 0,1-1-1 0 0,-1 0 0 0 0,1 0 0 0 0,-1-1 0 0 0,0 1 0 0 0,1-1 0 0 0,-1 0 1 0 0,1 0-1 0 0,-1-1-90 0 0,1 0 61 0 0,0 0-1 0 0,1 0 1 0 0,-1 0 0 0 0,0-1 0 0 0,1 0 0 0 0,0 0-1 0 0,0 1 1 0 0,0-2 0 0 0,0 1 0 0 0,0 0 0 0 0,0-1-1 0 0,1 1 1 0 0,0-1 0 0 0,-1 0 0 0 0,2 0 0 0 0,-1 0-1 0 0,0 0-60 0 0,-12-40 111 0 0,12-5-175 0 0,21 27-1616 0 0,-15 18 609 0 0,1 9-13572 0 0,-4-1 10984 0 0,-1 0-220 0 0</inkml:trace>
  <inkml:trace contextRef="#ctx0" brushRef="#br0" timeOffset="628.27">84 265 0 0 0,'0'0'944'0'0,"0"0"757"0"0,0 0 143 0 0,0 0-36 0 0,0 0-115 0 0,0 0-117 0 0,0 0-82 0 0,0 0-85 0 0,0 0-90 0 0,0 0-120 0 0,2-6-107 0 0,4-15-126 0 0,17 9 2529 0 0,38 15-3280 0 0,60 49-252 0 0,-120-52 19 0 0,1 1 0 0 0,-1-1 0 0 0,1 1 0 0 0,-1 0 0 0 0,0-1 0 0 0,1 1 0 0 0,-1 0 0 0 0,0 0 0 0 0,1 0 0 0 0,-1 0 1 0 0,0 0-1 0 0,0 0 0 0 0,0 0 0 0 0,0 0 0 0 0,0 0 0 0 0,0 1 0 0 0,0-1 0 0 0,0 0 0 0 0,0 1 0 0 0,-1-1 0 0 0,1 1 0 0 0,0-1 0 0 0,-1 1 0 0 0,1-1 1 0 0,-1 1-1 0 0,0-1 0 0 0,0 1 0 0 0,1-1 0 0 0,-1 1 0 0 0,0 0 0 0 0,0-1 0 0 0,0 1 0 0 0,-1-1 0 0 0,1 1 0 0 0,0-1 0 0 0,-1 2 18 0 0,-1-1 7 0 0,0 1-1 0 0,0 0 1 0 0,0-1 0 0 0,0 0-1 0 0,0 1 1 0 0,-1-1-1 0 0,1 0 1 0 0,-1 0 0 0 0,1 0-1 0 0,-1 0 1 0 0,0-1-1 0 0,0 1 1 0 0,0-1-1 0 0,0 0 1 0 0,-3 1-7 0 0,-4 1 95 0 0,0 0 0 0 0,-1-1 1 0 0,1-1-1 0 0,-1 1 0 0 0,1-2 0 0 0,-1 0 1 0 0,1 0-1 0 0,-1-1 0 0 0,1 0 0 0 0,-9-2-95 0 0,-10-8 178 0 0,18 2 658 0 0,13-6-1946 0 0,-1 7-2619 0 0,0 0-5549 0 0,-1 4 1258 0 0</inkml:trace>
</inkml:ink>
</file>

<file path=ppt/ink/ink2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36:12.0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33 0 0 0,'0'0'1671'0'0,"0"0"437"0"0,0 0 45 0 0,0 0-241 0 0,0 0-301 0 0,0 0-261 0 0,0 0-219 0 0,0 0-162 0 0,0 0-115 0 0,0 0-115 0 0,-2-6-103 0 0,-7-20-84 0 0,11 65 715 0 0,54 84 303 0 0,-41-98-1322 0 0,-15-28 2876 0 0,-1-34-2125 0 0,-27-54-1227 0 0,19 75-1051 0 0,5 27-77 0 0,13 55 389 0 0,-2-48 356 0 0,7 15-1224 0 0,-4-10-3170 0 0,-4-12-3439 0 0</inkml:trace>
</inkml:ink>
</file>

<file path=ppt/ink/ink2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36:08.9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83 180 0 0 0,'0'0'952'0'0,"-1"-3"186"0"0,-20-44 5842 0 0,9 32-5557 0 0,-4-4 352 0 0,8 9-918 0 0,0 0 3384 0 0,8 10-3805 0 0,0 0-17 0 0,0 0-33 0 0,0 0-40 0 0,0 0-51 0 0,0 0-31 0 0,0 0-28 0 0,0 0-36 0 0,0 0-10 0 0,0 0-10 0 0,0 0-4 0 0,0 0-19 0 0,0 0 16 0 0,0 0-9 0 0,0 0 6 0 0,0 0 26 0 0,0 0-29 0 0,0 0 3 0 0,0 0-3 0 0,0 0-6 0 0,0 0 27 0 0,0 0 18 0 0,0 0 1 0 0,0 0-7 0 0,0 0-12 0 0,0 0-23 0 0,0 0-8 0 0,0 0-10 0 0,0 0-7 0 0,-2-15 574 0 0,-6-3-430 0 0,2-2 474 0 0,18 42-1004 0 0,50 97 623 0 0,-30-65-281 0 0,51 92 118 0 0,-52-94-124 0 0,-10-10-100 0 0,-19-37 364 0 0,-2-13 53 0 0,-1-13-439 0 0,2 0 0 0 0,0 0-1 0 0,1 0 1 0 0,2 0 0 0 0,0 0 0 0 0,1-2 32 0 0,-5 22-3 0 0,0 1 0 0 0,1-1 1 0 0,-1 1-1 0 0,0-1 0 0 0,0 1 1 0 0,0-1-1 0 0,0 1 1 0 0,1-1-1 0 0,-1 1 0 0 0,0-1 1 0 0,1 1-1 0 0,-1 0 0 0 0,0-1 1 0 0,1 1-1 0 0,-1-1 1 0 0,0 1-1 0 0,1 0 0 0 0,-1-1 1 0 0,1 1-1 0 0,-1 0 0 0 0,1-1 1 0 0,-1 1-1 0 0,1 0 0 0 0,-1 0 1 0 0,1 0-1 0 0,-1-1 1 0 0,1 1-1 0 0,-1 0 0 0 0,1 0 1 0 0,-1 0-1 0 0,1 0 0 0 0,-1 0 1 0 0,1 0-1 0 0,-1 0 1 0 0,1 0-1 0 0,-1 0 0 0 0,1 0 1 0 0,-1 0-1 0 0,1 0 0 0 0,-1 0 1 0 0,1 1-1 0 0,-1-1 0 0 0,1 0 1 0 0,-1 0-1 0 0,1 1 1 0 0,0-1 2 0 0,22 19-351 0 0,-16-12 364 0 0,137 133-89 0 0,-132-130 85 0 0,54 33 21 0 0,-65-42-16 0 0,1-1 1 0 0,-1 1 0 0 0,1-1 0 0 0,-1 0 0 0 0,0 1 0 0 0,1-1 0 0 0,-1 0 0 0 0,1 0 0 0 0,-1 0-1 0 0,1 0 1 0 0,-1 0 0 0 0,1 0 0 0 0,-1 0 0 0 0,0 0 0 0 0,1-1 0 0 0,-1 1 0 0 0,1 0 0 0 0,-1-1-1 0 0,0 1 1 0 0,1-1 0 0 0,-1 0 0 0 0,0 1 0 0 0,0-1 0 0 0,2-1-15 0 0,24-66 124 0 0,-26 44-193 0 0,0-1 1 0 0,-2 1-1 0 0,0 0 1 0 0,-2-1-1 0 0,0 1 0 0 0,-2 0 1 0 0,-1 0 68 0 0,-17-92-45 0 0,14 23-1334 0 0,8 92 1102 0 0,1 0 1 0 0,0 0 0 0 0,-1 0 0 0 0,0 0 0 0 0,1 0 0 0 0,-1 1-1 0 0,1-1 1 0 0,-1 0 0 0 0,0 0 0 0 0,0 0 0 0 0,0 1 0 0 0,1-1-1 0 0,-1 0 1 0 0,0 1 0 0 0,0-1 0 0 0,0 1 0 0 0,0-1 0 0 0,0 1-1 0 0,0 0 1 0 0,0-1 0 0 0,0 1 0 0 0,0 0 0 0 0,0-1 0 0 0,0 1-1 0 0,0 0 1 0 0,0 0 0 0 0,-1 0 276 0 0,-20-1-7902 0 0,18 1 5431 0 0,-1 0-4242 0 0</inkml:trace>
  <inkml:trace contextRef="#ctx0" brushRef="#br0" timeOffset="5016.2">17 21 0 0 0,'0'0'372'0'0,"0"0"270"0"0,0 0 54 0 0,0 0-12 0 0,0 0 1 0 0,0 0-2 0 0,0 0 5 0 0,0 0 7 0 0,0 0-1 0 0,1-4-17 0 0,1-9-39 0 0,-1 10-93 0 0,-1 3-120 0 0,0 0-99 0 0,0 0-131 0 0,0 0-115 0 0,0 0-54 0 0,0 0-48 0 0,0 0-14 0 0,0 0 17 0 0,0 0 40 0 0,0 0 33 0 0,17 23 1126 0 0,25 56-356 0 0,-28-48-644 0 0,-13-27-160 0 0,6 10 79 0 0,0 0 0 0 0,-2 0 1 0 0,0 1-1 0 0,0 0 0 0 0,1 13-99 0 0,11 58 219 0 0,0-33 288 0 0,-1-11-175 0 0,-1-18-82 0 0,-3-2 391 0 0,-5-5-1011 0 0,6 2 957 0 0,-11-14-1629 0 0,-11-4-5909 0 0,9-1 6791 0 0,-4 0-5302 0 0</inkml:trace>
  <inkml:trace contextRef="#ctx0" brushRef="#br0" timeOffset="5389.01">302 328 0 0 0,'0'0'2246'0'0,"0"0"-24"0"0,0 0-233 0 0,0 0-335 0 0,0 0-356 0 0,0 0-231 0 0,0 0-182 0 0,0 0-147 0 0,0 0-106 0 0,0 0-96 0 0,0 0-93 0 0,3-2-74 0 0,10-7-42 0 0,-11 13-4635 0 0,-2 23 2829 0 0,-12 4-3231 0 0,12-24 801 0 0</inkml:trace>
</inkml:ink>
</file>

<file path=ppt/ink/ink2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36:16.1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183 25 0 0 0,'0'0'1114'0'0,"0"0"219"0"0,0 0 23 0 0,0 0-5 0 0,0 0-22 0 0,0 0-4 0 0,0 0-7 0 0,0 0-38 0 0,0 0-102 0 0,0 0-121 0 0,0 0-132 0 0,0 0-91 0 0,15-4-68 0 0,48-10-70 0 0,-49 8 2950 0 0,-23 6-4078 0 0,-56 13 1108 0 0,-121-8-1249 0 0,174-9-2280 0 0,9-3-8175 0 0,3 6 5730 0 0</inkml:trace>
</inkml:ink>
</file>

<file path=ppt/ink/ink2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36:16.5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262 41 0 0 0,'0'0'2373'0'0,"0"0"-217"0"0,0 0-89 0 0,0 0-21 0 0,0 0 1 0 0,0 0-153 0 0,0 0-339 0 0,0 0-408 0 0,0 0-325 0 0,0 0-197 0 0,0 0-101 0 0,0 0-39 0 0,-14-5-29 0 0,-69-21 428 0 0,26 17 946 0 0,53 8-2010 0 0,-1 1-1 0 0,0 0 0 0 0,0 0 1 0 0,0 1-1 0 0,1 0 1 0 0,-1-1-1 0 0,0 2 1 0 0,0-1-1 0 0,1 0 1 0 0,-1 1-1 0 0,1 0 0 0 0,0 0 1 0 0,-2 1 180 0 0,-28 9-9683 0 0,26-11 802 0 0</inkml:trace>
</inkml:ink>
</file>

<file path=ppt/ink/ink2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36:36.6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125 1059 0 0 0,'39'14'0'0'0,"-10"-23"14052"0"0,4-14-9993 0 0,-6-7-1968 0 0,-21-12-1194 0 0,-6 33-926 0 0,-13-29 25 0 0,-1 3 388 0 0,1 13-132 0 0,-4 8-263 0 0,10 10 8 0 0,0 1 0 0 0,-1 0 0 0 0,1 1 0 0 0,-1 0 0 0 0,0 0 0 0 0,0 1 0 0 0,0 0 0 0 0,0 0 0 0 0,0 1 0 0 0,0 0 0 0 0,-1 0 3 0 0,-30 4-9 0 0,6 25 158 0 0,22-7 18 0 0,-2 22 351 0 0,10-38-424 0 0,1 0 0 0 0,0 1 0 0 0,1 0-1 0 0,-1-1 1 0 0,1 1 0 0 0,1 0-1 0 0,-1-1 1 0 0,1 1 0 0 0,0 0-1 0 0,1 0 1 0 0,0 2-94 0 0,0 15 287 0 0,-1-16-223 0 0,8 52 255 0 0,-3-49-46 0 0,-4-10-225 0 0,-1 0-1 0 0,0 0 1 0 0,1 1-1 0 0,-1-1 1 0 0,1 0 0 0 0,-1 0-1 0 0,1 0 1 0 0,0 0-1 0 0,-1 0 1 0 0,1 0-1 0 0,0 0 1 0 0,0 0 0 0 0,0 0-1 0 0,0-1 1 0 0,0 1-1 0 0,0 0 1 0 0,0 0-1 0 0,0-1 1 0 0,0 1 0 0 0,0-1-1 0 0,0 1 1 0 0,0-1-1 0 0,0 1 1 0 0,0-1-1 0 0,1 0 1 0 0,-1 1 0 0 0,0-1-48 0 0,28 16 416 0 0,44 1 144 0 0,-12-3-318 0 0,57-7-32 0 0,-61-30-1393 0 0,-53 21 663 0 0,12-6-960 0 0,-7 1-3210 0 0,0 5-8414 0 0,-9 2 6911 0 0</inkml:trace>
  <inkml:trace contextRef="#ctx0" brushRef="#br0" timeOffset="1470.6">634 459 0 0 0,'0'0'1719'0'0,"0"0"558"0"0,0 0 192 0 0,0 0-87 0 0,0 0-221 0 0,0 0-226 0 0,0 0-272 0 0,0 0-356 0 0,0 0-379 0 0,0 0-304 0 0,0 0-209 0 0,0 0-123 0 0,4 0-57 0 0,10 0 295 0 0,-23 4-373 0 0,-1-2-1 0 0,0 1 0 0 0,1-1 0 0 0,-1-1 0 0 0,0 0 0 0 0,0 0 0 0 0,0-1 1 0 0,0 0-1 0 0,0-1-156 0 0,-6 1 129 0 0,-113 0 52 0 0,43 0-3384 0 0,67 4 733 0 0,2 4-5530 0 0,12-6 3403 0 0,2 0 2214 0 0</inkml:trace>
  <inkml:trace contextRef="#ctx0" brushRef="#br0" timeOffset="2540.67">925 315 0 0 0,'0'0'1811'0'0,"0"0"28"0"0,0 0-88 0 0,0 0-205 0 0,0 0-181 0 0,0 0-115 0 0,0 0-95 0 0,0 0-91 0 0,0 0-118 0 0,0 0-127 0 0,-2-3-141 0 0,-4-8-116 0 0,4 8-103 0 0,2 3-86 0 0,0 0-66 0 0,0 0-77 0 0,0 0-55 0 0,0 0-53 0 0,0 0-48 0 0,0 0-30 0 0,0 0-14 0 0,0 0-21 0 0,0 0-12 0 0,0 0 5 0 0,0 0-17 0 0,0 0-12 0 0,0 0 2 0 0,0 0-26 0 0,0 0-13 0 0,0 0-15 0 0,0 0-35 0 0,0 0-24 0 0,1 15-330 0 0,7 11 496 0 0,9 26 76 0 0,-9-23-79 0 0,2 0-1 0 0,2-1 0 0 0,0 0 0 0 0,2-1 0 0 0,0-1 0 0 0,2 0 1 0 0,8 8-25 0 0,39 70 49 0 0,-40-47-82 0 0,-22-53 55 0 0,-1-3-26 0 0,1 0 0 0 0,-1 0-1 0 0,0-1 1 0 0,1 1 0 0 0,-1 0-1 0 0,0 0 1 0 0,0 0 0 0 0,1 0-1 0 0,-1-1 1 0 0,0 1 0 0 0,0 0 0 0 0,0 0-1 0 0,0 0 1 0 0,0 0 0 0 0,0 0-1 0 0,0 0 1 0 0,-1-1 0 0 0,1 1-1 0 0,0 0 1 0 0,0 0 0 0 0,-1 0-1 0 0,1 0 1 0 0,0-1 0 0 0,-1 1-1 0 0,1 0 1 0 0,-1 0 0 0 0,1-1-1 0 0,-1 1 1 0 0,1 0 0 0 0,-1-1 0 0 0,0 1-1 0 0,1 0 1 0 0,-1-1 0 0 0,0 1-1 0 0,1-1 1 0 0,-1 1 0 0 0,0-1-1 0 0,0 0 1 0 0,0 1 0 0 0,1-1-1 0 0,-1 0 1 0 0,-1 1 4 0 0,-6-1 116 0 0,-1 0-1 0 0,0 0 1 0 0,0-1 0 0 0,0 0 0 0 0,1-1-1 0 0,-1 0 1 0 0,1 0 0 0 0,-1 0 0 0 0,-2-3-116 0 0,3 3 98 0 0,1-1 0 0 0,0 0 0 0 0,-1-1 0 0 0,1 1 1 0 0,0-2-1 0 0,0 1 0 0 0,1-1 0 0 0,0 0 1 0 0,-1 0-1 0 0,2 0 0 0 0,-1-1 0 0 0,1 0 0 0 0,-1-1 1 0 0,-1-3-99 0 0,-9-41 2001 0 0,16 47-1931 0 0,1 0-1 0 0,0 0 1 0 0,0 0-1 0 0,0 1 1 0 0,0-1-1 0 0,0 0 1 0 0,1 1-1 0 0,0-1 1 0 0,0 1-1 0 0,0-1 1 0 0,0 1-1 0 0,0 0 1 0 0,0 0-1 0 0,1 0 1 0 0,0 0-1 0 0,0 0 1 0 0,0 1-1 0 0,0-1 1 0 0,2-1-70 0 0,97-58-1750 0 0,-80 38-2602 0 0,-22 0-5606 0 0,-1 17 4493 0 0</inkml:trace>
  <inkml:trace contextRef="#ctx0" brushRef="#br0" timeOffset="2870.89">809 80 2312 0 0,'0'0'3155'0'0,"0"0"-63"0"0,0 0-62 0 0,0 0-220 0 0,0 0-389 0 0,0 0-480 0 0,0 0-508 0 0,0 0-402 0 0,0 0-267 0 0,0 0-150 0 0,0 0-69 0 0,0 0-60 0 0,0 0-74 0 0,0-13-88 0 0,0-54 663 0 0,0 69-2792 0 0,-6 18-1215 0 0,-13 3-481 0 0,6-8-5300 0 0,8-11 580 0 0</inkml:trace>
  <inkml:trace contextRef="#ctx0" brushRef="#br0" timeOffset="9087.68">1219 210 0 0 0,'0'0'2413'0'0,"0"0"254"0"0,0 0-185 0 0,0 0-349 0 0,0 0-278 0 0,0 0-253 0 0,0 0-206 0 0,0 0-157 0 0,0 0-184 0 0,0-2-197 0 0,0-6-191 0 0,0 6-170 0 0,0 2-132 0 0,0 0-119 0 0,0 0-67 0 0,0 0-51 0 0,0 0-68 0 0,0 0-32 0 0,0 0-34 0 0,6 7-60 0 0,18 42 236 0 0,-6-14 44 0 0,27 42 312 0 0,-28-48-411 0 0,-12-22-2784 0 0,3 2-5911 0 0,-7-9 7266 0 0,-2-1-6946 0 0</inkml:trace>
  <inkml:trace contextRef="#ctx0" brushRef="#br0" timeOffset="9493.75">1393 223 0 0 0,'0'0'1424'0'0,"0"0"417"0"0,0 0 506 0 0,0 0 257 0 0,0 0-48 0 0,0 0-301 0 0,0 0-404 0 0,0 0-372 0 0,0 0-312 0 0,0 0-211 0 0,0 0-164 0 0,0 0-125 0 0,0-2-115 0 0,0-9 164 0 0,7 15-452 0 0,36 45-273 0 0,39 52 41 0 0,-68-76-283 0 0,-15-23-4736 0 0,-14-12 601 0 0,8 6 135 0 0,-1 0-3368 0 0</inkml:trace>
  <inkml:trace contextRef="#ctx0" brushRef="#br0" timeOffset="9870.84">1440 90 0 0 0,'0'0'1698'0'0,"0"0"760"0"0,0 0 75 0 0,0 0-331 0 0,0 0-373 0 0,0 0-328 0 0,0 0-203 0 0,0 0-162 0 0,0 0-124 0 0,0 0-102 0 0,2-1-109 0 0,-2 1-641 0 0,0 0 0 0 0,0 0 0 0 0,0 0 0 0 0,0 0 0 0 0,0 0 0 0 0,0-1-1 0 0,0 1 1 0 0,0 0 0 0 0,0 0 0 0 0,0 0 0 0 0,0 0 0 0 0,0 0 0 0 0,0 0-160 0 0,-18 2 497 0 0,-64 24 60 0 0,-73-5-1606 0 0,122-20-2872 0 0,0 0-3433 0 0,29-1-833 0 0</inkml:trace>
  <inkml:trace contextRef="#ctx0" brushRef="#br0" timeOffset="10783.89">1934 44 0 0 0,'0'0'636'0'0,"0"0"924"0"0,0 0 256 0 0,0 0-80 0 0,0 0-60 0 0,0 0-101 0 0,0 0-141 0 0,0 0-110 0 0,0 0-88 0 0,0 0-91 0 0,0 0-65 0 0,0 0-61 0 0,0-4-80 0 0,-1-13-71 0 0,-1 30 3262 0 0,-16 33-4293 0 0,18-45 265 0 0,-89 225 68 0 0,-4 46 128 0 0,57-171-247 0 0,18-72-158 0 0,13-24 1344 0 0,2-2-3291 0 0,-1-12-12354 0 0,4 3 7108 0 0</inkml:trace>
  <inkml:trace contextRef="#ctx0" brushRef="#br0" timeOffset="11366.25">1938 466 1272 0 0,'0'0'3281'0'0,"0"0"-407"0"0,0 0-318 0 0,0 0-118 0 0,0 0-127 0 0,0 0-191 0 0,0 0-295 0 0,0 0-399 0 0,0 0-398 0 0,0 0-312 0 0,0 0-256 0 0,0 0-166 0 0,0-1-119 0 0,0-5-150 0 0,0 12-116 0 0,2 18-14 0 0,6 32 153 0 0,9 19-25 0 0,-11-39 66 0 0,-6-35-62 0 0,2-1 173 0 0,47-1 2240 0 0,64-4-2364 0 0,11-3-129 0 0,-104-3-1857 0 0,-24-3-5348 0 0,-28-9-6186 0 0,21 19 10601 0 0</inkml:trace>
  <inkml:trace contextRef="#ctx0" brushRef="#br0" timeOffset="11695.59">2144 519 0 0 0,'0'0'3747'0'0,"0"0"-626"0"0,0 0-287 0 0,0 0-159 0 0,0 0-286 0 0,0 0-415 0 0,0 0-502 0 0,0 0-455 0 0,0 0-302 0 0,0 0-211 0 0,0 0-130 0 0,0 0-94 0 0,0 0-84 0 0,0 0-68 0 0,0 0-56 0 0,0 10 77 0 0,0 5 101 0 0,1 1 0 0 0,0 0-1 0 0,1 0 1 0 0,0-1-1 0 0,2 1 1 0 0,2 8-250 0 0,11 24 369 0 0,21 47 2 0 0,-29-71-504 0 0,-10-9-2359 0 0,-8-10-7025 0 0,5-5-674 0 0</inkml:trace>
</inkml:ink>
</file>

<file path=ppt/ink/ink2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36:52.0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3 113 0 0 0,'0'0'639'0'0,"0"0"338"0"0,0 0 42 0 0,0 0-76 0 0,0 0-95 0 0,0-9-120 0 0,0-31 631 0 0,0 4 4187 0 0,-2 9-2043 0 0,2 27-3266 0 0,0 0-21 0 0,0 0-18 0 0,0 0 7 0 0,0 0 33 0 0,0 0 24 0 0,0 0 17 0 0,0 0 2 0 0,0 0-23 0 0,0 0-25 0 0,0 0-22 0 0,0 0-31 0 0,0 0 1 0 0,0 0-26 0 0,0 0-26 0 0,0 0-21 0 0,0 0-32 0 0,0 0-17 0 0,0 0-3 0 0,0 0 5 0 0,0 0 26 0 0,0 0 25 0 0,0 0 26 0 0,0 0 23 0 0,0 0 0 0 0,0 0 3 0 0,0 0 12 0 0,0 0-9 0 0,0 0 8 0 0,0 0 1 0 0,0 0-27 0 0,0 0-20 0 0,0 0-36 0 0,0 0-29 0 0,0 0-22 0 0,0 0-12 0 0,0 0-18 0 0,0 1-14 0 0,20 77 349 0 0,-6-34-42 0 0,2 0 0 0 0,2-1 0 0 0,2-2 0 0 0,1 1-305 0 0,-7-16 119 0 0,73 133 541 0 0,-55-110-408 0 0,-27-43-265 0 0,-5-6 34 0 0,0 1-1 0 0,1-1 0 0 0,-1 0 1 0 0,0 1-1 0 0,0-1 0 0 0,0 1 1 0 0,0-1-1 0 0,0 0 0 0 0,1 1 1 0 0,-1-1-1 0 0,0 0 0 0 0,0 1 1 0 0,1-1-1 0 0,-1 0 0 0 0,0 1 1 0 0,1-1-1 0 0,-1 0 0 0 0,0 1 1 0 0,1-1-1 0 0,-1 0 0 0 0,0 0 1 0 0,1 1-1 0 0,-1-1 0 0 0,0 0 1 0 0,1 0-1 0 0,-1 0 0 0 0,1 0 1 0 0,-1 0-1 0 0,1 0 0 0 0,-1 1 1 0 0,0-1-1 0 0,1 0 0 0 0,-1 0 1 0 0,1 0-1 0 0,-1 0 0 0 0,1 0 1 0 0,-1-1-1 0 0,0 1 0 0 0,1 0 1 0 0,-1 0-1 0 0,1 0 0 0 0,-1 0 1 0 0,0 0-1 0 0,1-1 0 0 0,-1 1 1 0 0,1 0-1 0 0,-1 0 0 0 0,0 0 1 0 0,1-1-1 0 0,-1 1 0 0 0,0 0 1 0 0,1-1-1 0 0,-1 1 0 0 0,0 0 1 0 0,1-1-21 0 0,2-7-85 0 0,0 0 1 0 0,0 0 0 0 0,-1 0-1 0 0,0-1 1 0 0,0 1-1 0 0,-1-1 1 0 0,0 1 0 0 0,0-1-1 0 0,-1 0 1 0 0,0 1 0 0 0,-1-1-1 0 0,0-4 85 0 0,0 0-121 0 0,-13-67-408 0 0,12 44 657 0 0,11 37-427 0 0,28 26-132 0 0,8 8 413 0 0,2-2 0 0 0,36 17 18 0 0,-72-44 107 0 0,1 0 1 0 0,-1-1-1 0 0,1-1 0 0 0,1 0 0 0 0,-1-1 1 0 0,0 0-1 0 0,1 0 0 0 0,0-2 0 0 0,-1 1 0 0 0,7-2-107 0 0,-17-1 37 0 0,-1 0 0 0 0,0 0 0 0 0,0 0 0 0 0,1 0 0 0 0,-1 0 0 0 0,0 0 0 0 0,0 0 0 0 0,0-1 0 0 0,0 1 0 0 0,-1 0 0 0 0,1-1 0 0 0,0 1 0 0 0,0-1-1 0 0,-1 1 1 0 0,1-1 0 0 0,-1 1 0 0 0,0-1 0 0 0,1 1 0 0 0,-1-1 0 0 0,0 1 0 0 0,0-1 0 0 0,0 1 0 0 0,0-2-37 0 0,1-8-57 0 0,0 0-1 0 0,-1 0 1 0 0,-1 1 0 0 0,0-1 0 0 0,0 0 0 0 0,-1 0-1 0 0,0 1 1 0 0,-1-1 0 0 0,0 1 0 0 0,-1 0-1 0 0,-4-10 58 0 0,-119-170-4461 0 0,122 180 2958 0 0,5 6-2355 0 0,0 3 311 0 0,0 1-801 0 0,0 0-1849 0 0</inkml:trace>
</inkml:ink>
</file>

<file path=ppt/ink/ink2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36:52.8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216 128 464 0 0,'0'0'2963'0'0,"0"0"-331"0"0,0 0-325 0 0,0 0-233 0 0,0 0-207 0 0,0 0-210 0 0,0 0-264 0 0,0 0-269 0 0,0 0-221 0 0,0 0-194 0 0,0 0-103 0 0,0 0-56 0 0,0 0-40 0 0,-5-14-99 0 0,-20-42-71 0 0,6 31 120 0 0,14 23-365 0 0,-45-26 1327 0 0,47 28-1383 0 0,0-1-1 0 0,0 0 0 0 0,0 1 0 0 0,-1 0 0 0 0,1-1 0 0 0,0 1 0 0 0,0 0 0 0 0,0 1 0 0 0,0-1 0 0 0,-1 1 0 0 0,1-1 0 0 0,0 1 0 0 0,0 0 0 0 0,0 0 0 0 0,-1 1-38 0 0,-5 3 11 0 0,6-3 2 0 0,0 0 0 0 0,-1 0 1 0 0,1 0-1 0 0,0 0 0 0 0,0 1 0 0 0,0-1 1 0 0,0 1-1 0 0,1 0 0 0 0,-1-1 0 0 0,1 1 1 0 0,-1 1-1 0 0,1-1 0 0 0,0 0 1 0 0,0 0-1 0 0,0 1 0 0 0,1-1 0 0 0,-1 1-13 0 0,-3 51 430 0 0,5-52-404 0 0,0-1 0 0 0,0 1 0 0 0,1-1 1 0 0,0 0-1 0 0,-1 1 0 0 0,1-1 0 0 0,0 1 0 0 0,0-1 1 0 0,0 0-1 0 0,0 0 0 0 0,1 1 0 0 0,-1-1 0 0 0,1 0 1 0 0,-1 0-1 0 0,1-1 0 0 0,0 1 0 0 0,0 0 1 0 0,-1 0-1 0 0,1-1 0 0 0,0 1 0 0 0,1-1 0 0 0,-1 0 1 0 0,0 1-1 0 0,0-1 0 0 0,1 0-26 0 0,63 21 496 0 0,-59-20-487 0 0,69 1 288 0 0,-72-5-331 0 0,-1 0 0 0 0,0 0-1 0 0,0 0 1 0 0,0-1-1 0 0,0 1 1 0 0,-1-1-1 0 0,1 1 1 0 0,-1-1 0 0 0,1 0-1 0 0,-1 0 1 0 0,0 0-1 0 0,0-1 1 0 0,0 1-1 0 0,-1 0 1 0 0,1-1 0 0 0,-1 1-1 0 0,0-1 1 0 0,0 1-1 0 0,0-1 1 0 0,0 0-1 0 0,-1 1 1 0 0,1-1 0 0 0,-1 0-1 0 0,0 0 1 0 0,0 1-1 0 0,0-1 1 0 0,-1 0-1 0 0,1 1 1 0 0,-2-4 34 0 0,2 1-174 0 0,0 4 10 0 0,0-1-1 0 0,0 0 0 0 0,-1 1 1 0 0,1-1-1 0 0,-1 0 1 0 0,0 1-1 0 0,1-1 1 0 0,-1 1-1 0 0,-1-1 0 0 0,1 1 1 0 0,0-1-1 0 0,0 1 1 0 0,-1 0-1 0 0,1 0 1 0 0,-1 0-1 0 0,0 0 0 0 0,0 0 1 0 0,0 0-1 0 0,0 0 1 0 0,0 0-1 0 0,0 1 1 0 0,0-1-1 0 0,-1 1 0 0 0,1-1 1 0 0,0 1-1 0 0,-1 0 1 0 0,1 0-1 0 0,-3 0 165 0 0,-36-9-5611 0 0,1 8-4436 0 0,33 2 6304 0 0</inkml:trace>
  <inkml:trace contextRef="#ctx0" brushRef="#br0" timeOffset="576.92">169 237 0 0 0,'0'0'2187'0'0,"0"0"630"0"0,0 0 31 0 0,0 0-272 0 0,0 0-412 0 0,0 0-476 0 0,0 0-437 0 0,0 0-328 0 0,0 0-203 0 0,0 0-152 0 0,0 0-66 0 0,0 0-85 0 0,0 0-75 0 0,-5-1-42 0 0,-15-5-92 0 0,16 4-49 0 0,4 2-45 0 0,0 0-50 0 0,0 0 2 0 0,-2 13 264 0 0,1-9-285 0 0,-1 6 110 0 0,0 0-1 0 0,0 1 1 0 0,1 0 0 0 0,0-1-1 0 0,1 1 1 0 0,0 0-1 0 0,2 4-154 0 0,-2-13 88 0 0,1 0-1 0 0,0 0 0 0 0,-1 0 1 0 0,1 0-1 0 0,0 0 0 0 0,0 0 1 0 0,1 0-1 0 0,-1-1 1 0 0,0 1-1 0 0,0 0 0 0 0,1-1 1 0 0,-1 1-1 0 0,1-1 0 0 0,0 1 1 0 0,-1-1-1 0 0,1 0 0 0 0,0 0 1 0 0,0 0-1 0 0,0 0 1 0 0,-1 0-1 0 0,1 0 0 0 0,0 0 1 0 0,0-1-1 0 0,0 1 0 0 0,1-1 1 0 0,0 1-88 0 0,62 3 743 0 0,-51-4-773 0 0,-10 0 51 0 0,0 1 1 0 0,0-1-1 0 0,0 1 1 0 0,0-1-1 0 0,0-1 1 0 0,0 1-1 0 0,0 0 1 0 0,0-1-1 0 0,0 0 1 0 0,0 0-1 0 0,0 0 0 0 0,0 0 1 0 0,-1-1-1 0 0,1 0 1 0 0,0 1-1 0 0,-1-1 1 0 0,1-1-1 0 0,-1 1 1 0 0,0 0-1 0 0,0-1 1 0 0,0 0-1 0 0,0 1 1 0 0,0-1-1 0 0,0-1 1 0 0,-1 1-1 0 0,0 0 0 0 0,1 0 1 0 0,-1-1-1 0 0,0 1 1 0 0,-1-1-1 0 0,2-2-21 0 0,-3 0-105 0 0,1 0 1 0 0,-1 1-1 0 0,0-1 0 0 0,-1 0 0 0 0,1 0 0 0 0,-1 1 0 0 0,0-1 0 0 0,-1 0 1 0 0,1 1-1 0 0,-1-1 0 0 0,0 1 0 0 0,-1 0 0 0 0,1-1 0 0 0,-1 1 1 0 0,0 1-1 0 0,0-1 0 0 0,-1 0 0 0 0,0 1 0 0 0,1-1 0 0 0,-1 1 0 0 0,-1 0 1 0 0,1 0-1 0 0,0 1 0 0 0,-4-2 105 0 0,-44-24-3221 0 0,14 24-6740 0 0,30 5 638 0 0</inkml:trace>
</inkml:ink>
</file>

<file path=ppt/ink/ink2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36:54.6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32 1064 0 0,'0'0'3137'0'0,"0"0"-39"0"0,0 0-100 0 0,0 0-331 0 0,0 0-401 0 0,0 0-462 0 0,0 0-363 0 0,0 0-309 0 0,0 0-292 0 0,0 0-205 0 0,0 0-192 0 0,0 0-145 0 0,0 0-88 0 0,19-5-68 0 0,57-16-36 0 0,-10 16 68 0 0,-40 4-127 0 0,0 2 0 0 0,0 1-1 0 0,0 1 1 0 0,0 1 0 0 0,-1 1 0 0 0,8 3-47 0 0,-33-8-11 0 0,1 0 0 0 0,0 0 0 0 0,-1 1 0 0 0,1-1 0 0 0,-1 0 0 0 0,1 0 0 0 0,0 1 0 0 0,-1-1 0 0 0,1 0 1 0 0,-1 0-1 0 0,1 1 0 0 0,-1-1 0 0 0,1 1 0 0 0,-1-1 0 0 0,1 0 0 0 0,-1 1 0 0 0,1-1 0 0 0,-1 1 0 0 0,0-1 1 0 0,1 1-1 0 0,-1 0 0 0 0,0-1 0 0 0,1 1 0 0 0,-1-1 0 0 0,0 1 0 0 0,0 0 0 0 0,1-1 0 0 0,-1 1 0 0 0,0-1 1 0 0,0 1-1 0 0,0 0 0 0 0,0-1 0 0 0,0 1 0 0 0,0 0 0 0 0,0-1 0 0 0,0 1 0 0 0,0 0 0 0 0,0-1 0 0 0,0 1 1 0 0,-1-1-1 0 0,1 1 0 0 0,0 0 0 0 0,0-1 0 0 0,-1 1 0 0 0,1-1 0 0 0,0 1 0 0 0,-1-1 0 0 0,1 1 1 0 0,0-1-1 0 0,-1 1 0 0 0,1-1 0 0 0,-1 1 0 0 0,1-1 0 0 0,-1 1 0 0 0,1-1 0 0 0,-1 0 0 0 0,1 1 0 0 0,-1-1 1 0 0,1 0-1 0 0,-1 1 0 0 0,0-1 0 0 0,1 0 0 0 0,-1 0 0 0 0,0 0 11 0 0,-84 55 72 0 0,84-54-70 0 0,0 0 0 0 0,0 0 0 0 0,-1 0 1 0 0,1 0-1 0 0,0 0 0 0 0,0 1 0 0 0,0-1 0 0 0,0 0 0 0 0,0 1 0 0 0,0-1 1 0 0,1 1-1 0 0,-1-1 0 0 0,0 1 0 0 0,1-1 0 0 0,-1 1 0 0 0,1-1 0 0 0,0 1 1 0 0,-1 0-1 0 0,1-1 0 0 0,0 1 0 0 0,0 0 0 0 0,0-1 0 0 0,0 1 0 0 0,0 0 1 0 0,0-1-1 0 0,1 1 0 0 0,-1-1 0 0 0,1 1 0 0 0,-1 0 0 0 0,1-1 0 0 0,-1 1 1 0 0,1-1-1 0 0,0 1 0 0 0,0-1 0 0 0,0 0 0 0 0,0 1 0 0 0,0-1 0 0 0,0 0 1 0 0,0 0-1 0 0,0 1 0 0 0,0-1 0 0 0,1 0 0 0 0,-1 0-2 0 0,83 56 247 0 0,-51-39-223 0 0,-33-18-28 0 0,0 0 1 0 0,0 0 0 0 0,1 0-1 0 0,-1 0 1 0 0,0 1 0 0 0,1-1-1 0 0,-1 0 1 0 0,0 0 0 0 0,0 0-1 0 0,1 1 1 0 0,-1-1 0 0 0,0 0-1 0 0,0 0 1 0 0,1 0-1 0 0,-1 1 1 0 0,0-1 0 0 0,0 0-1 0 0,0 1 1 0 0,1-1 0 0 0,-1 0-1 0 0,0 0 1 0 0,0 1 0 0 0,0-1-1 0 0,0 0 1 0 0,0 1 0 0 0,0-1-1 0 0,0 0 1 0 0,0 1-1 0 0,0-1 1 0 0,0 0 0 0 0,0 1-1 0 0,0-1 1 0 0,0 0 0 0 0,0 1-1 0 0,0-1 1 0 0,0 0 0 0 0,0 1-1 0 0,0-1 1 0 0,0 0 0 0 0,0 1-1 0 0,-1-1 1 0 0,1 0 0 0 0,0 0-1 0 0,0 1 1 0 0,0-1-1 0 0,-1 0 1 0 0,1 0 0 0 0,0 1-1 0 0,0-1 1 0 0,-1 0 0 0 0,1 0-1 0 0,0 1 1 0 0,0-1 0 0 0,-1 0-1 0 0,1 0 1 0 0,0 0 0 0 0,-1 0-1 0 0,1 0 1 0 0,0 0-1 0 0,-1 1 4 0 0,-17 6-2 0 0,17-7 2 0 0,-138 24-34 0 0,81-18-2828 0 0,1 4-5970 0 0,46-8-1245 0 0</inkml:trace>
</inkml:ink>
</file>

<file path=ppt/ink/ink2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36:55.5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294 5 104 0 0,'0'0'4228'0'0,"0"0"-626"0"0,0 0-842 0 0,0 0-630 0 0,0 0-455 0 0,0 0-347 0 0,0 0-289 0 0,0 0-241 0 0,0 0-167 0 0,0 0-89 0 0,0 0-39 0 0,0 0-12 0 0,0 0-24 0 0,-6 0-25 0 0,-52 1 744 0 0,-48 0-879 0 0,82 2-773 0 0,-26 3-1850 0 0,17-10-3864 0 0,18-5-4133 0 0,13 7 7355 0 0</inkml:trace>
</inkml:ink>
</file>

<file path=ppt/ink/ink2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36:55.7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305 51 624 0 0,'0'0'3948'0'0,"0"0"-669"0"0,0 0-354 0 0,0 0-283 0 0,0 0-426 0 0,0 0-512 0 0,0 0-482 0 0,0 0-387 0 0,0 0-226 0 0,0 0-150 0 0,0 0-123 0 0,0 0-88 0 0,-19-8-74 0 0,-60-25-61 0 0,41 24-46 0 0,31 10-54 0 0,-3 0-152 0 0,1 0 0 0 0,-1 1 0 0 0,1 0 0 0 0,0 0 0 0 0,0 1 0 0 0,0 0 0 0 0,0 1 0 0 0,-6 4 139 0 0,-37 12-6139 0 0,41-17-44 0 0,1-1-1797 0 0</inkml:trace>
</inkml:ink>
</file>

<file path=ppt/ink/ink2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37:03.7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820 392 0 0 0,'0'0'1768'0'0,"0"0"764"0"0,0 0 372 0 0,0 0-143 0 0,0 0-309 0 0,0 0-353 0 0,0 0-408 0 0,0 0-390 0 0,0 0-294 0 0,0 0-215 0 0,0 0-171 0 0,0 0-62 0 0,0 0-67 0 0,-6-23-54 0 0,-21-66-37 0 0,20 64 238 0 0,7 24-382 0 0,0 1-57 0 0,0 0-54 0 0,0 0-25 0 0,0 0-37 0 0,0 0-24 0 0,0 0-7 0 0,0 0-11 0 0,0 0-9 0 0,9 4-261 0 0,5 18-1594 0 0,-10 34-5511 0 0,-4-47 3580 0 0,0-1-5708 0 0</inkml:trace>
  <inkml:trace contextRef="#ctx0" brushRef="#br0" timeOffset="-2270.82">65 1238 0 0 0,'0'0'385'0'0,"0"0"1049"0"0,0 0 322 0 0,0 0-46 0 0,0 0-154 0 0,0 0-181 0 0,0 0-150 0 0,0 0-120 0 0,0 0-123 0 0,0 0-82 0 0,0 0-85 0 0,0 0-90 0 0,0 0-70 0 0,0 0-61 0 0,0 0-30 0 0,0 0-27 0 0,0 0 1 0 0,0 0-25 0 0,0 0-50 0 0,0 0-44 0 0,0 0-82 0 0,13-3 691 0 0,32-5-517 0 0,105-34 385 0 0,-148 41-844 0 0,0 1 0 0 0,0-1 1 0 0,0 0-1 0 0,-1 0 0 0 0,1 0 0 0 0,0 0 0 0 0,-1-1 0 0 0,1 1 1 0 0,-1 0-1 0 0,1-1 0 0 0,-1 1 0 0 0,0-1 0 0 0,1 1 0 0 0,-1-1 1 0 0,0 0-1 0 0,0 1 0 0 0,0-1 0 0 0,0 0 0 0 0,-1 0 0 0 0,1 0 0 0 0,0 0 1 0 0,-1 0-1 0 0,1 0 0 0 0,-1 0 0 0 0,0 0 0 0 0,0 0 0 0 0,1-1-52 0 0,0-11 250 0 0,-1 13-263 0 0,0-1 1 0 0,1 0 0 0 0,-1 1 0 0 0,0-1 0 0 0,0 1 0 0 0,0-1-1 0 0,0 1 1 0 0,0-1 0 0 0,0 1 0 0 0,0-1 0 0 0,-1 1 0 0 0,1-1 0 0 0,0 1-1 0 0,-1-1 1 0 0,1 1 0 0 0,-1-1 0 0 0,0 1 0 0 0,0 0 0 0 0,1-1 0 0 0,-1 1-1 0 0,0 0 1 0 0,0-1 0 0 0,0 1 0 0 0,0 0 0 0 0,-1 0 12 0 0,-19-17-86 0 0,-76-22 90 0 0,66 34 2 0 0,-12 8-45 0 0,5 4 147 0 0,22 5 41 0 0,-10 26 283 0 0,21-27-283 0 0,-6 54 500 0 0,5 40 475 0 0,29-73-438 0 0,-8-14-449 0 0,13 1 175 0 0,76 15 32 0 0,42-9-280 0 0,-44-17-1205 0 0,-99-7 1063 0 0,6 0-4575 0 0,-6-5-6798 0 0,-3 3 1458 0 0</inkml:trace>
  <inkml:trace contextRef="#ctx0" brushRef="#br0" timeOffset="-1164">729 788 0 0 0,'0'0'2501'0'0,"0"0"83"0"0,0 0-119 0 0,0 0-190 0 0,0 0-141 0 0,0 0-218 0 0,0 0-308 0 0,0 0-293 0 0,0 0-255 0 0,0 0-173 0 0,0 0-146 0 0,0 0-107 0 0,0 0-116 0 0,6-7 1413 0 0,24 0-1923 0 0,-28 1 325 0 0,-16 6-1196 0 0,-108 13 863 0 0,26-6 811 0 0,55-8-3143 0 0,-3 1-8675 0 0,43 0 1488 0 0</inkml:trace>
  <inkml:trace contextRef="#ctx0" brushRef="#br0" timeOffset="-343.8">913 611 0 0 0,'0'0'1452'0'0,"0"0"1397"0"0,0 0 222 0 0,0 0-186 0 0,0 0-401 0 0,0 0-475 0 0,0 0-382 0 0,0 0-314 0 0,0 0-278 0 0,0 0-198 0 0,0 0-165 0 0,0 0-156 0 0,0 0-137 0 0,0-3-114 0 0,0-8-77 0 0,0 9-75 0 0,0 2-42 0 0,0 0-44 0 0,0 0-62 0 0,0 0-49 0 0,0 0-63 0 0,0 0-70 0 0,1 6-538 0 0,52 82 524 0 0,43 68 221 0 0,-8 4-74 0 0,-84-151 50 0 0,0 0 0 0 0,0 0 0 0 0,-1 0 0 0 0,0 1 1 0 0,-1-1-1 0 0,0 1 0 0 0,0 0 0 0 0,-1-1 0 0 0,0 1 0 0 0,-1 0 1 0 0,0 8 33 0 0,-2-17-4 0 0,1 1 0 0 0,-1 0 1 0 0,1-1-1 0 0,-1 0 1 0 0,1 1-1 0 0,-1-1 0 0 0,0 0 1 0 0,1 0-1 0 0,-1 0 1 0 0,0 0-1 0 0,0 0 0 0 0,0 0 1 0 0,0 0-1 0 0,0-1 1 0 0,0 1-1 0 0,0-1 0 0 0,0 1 1 0 0,0-1-1 0 0,0 0 1 0 0,0 0-1 0 0,0 0 1 0 0,0 0-1 0 0,0 0 0 0 0,0 0 1 0 0,0-1-1 0 0,0 1 1 0 0,0-1-1 0 0,-1 1 4 0 0,-6-1 89 0 0,-1-1-12 0 0,0 0 0 0 0,1-1-1 0 0,0 0 1 0 0,-1-1 0 0 0,1 0 0 0 0,0 0 0 0 0,1-1 0 0 0,-1 0 0 0 0,1-1 0 0 0,0 0 0 0 0,0 0 0 0 0,1-1 0 0 0,0 0 0 0 0,-4-4-77 0 0,7 7 118 0 0,1 1 1 0 0,-1-1-1 0 0,1 0 0 0 0,-1-1 0 0 0,1 1 1 0 0,1 0-1 0 0,-1-1 0 0 0,0 0 0 0 0,1 0 1 0 0,0 1-1 0 0,0-1 0 0 0,1 0 0 0 0,-1-1 1 0 0,1 1-1 0 0,0 0 0 0 0,1 0 0 0 0,-1 0 1 0 0,1-1-1 0 0,0 1 0 0 0,0 0 0 0 0,1-4-118 0 0,1 7 29 0 0,-1-1-1 0 0,1 0 1 0 0,0 1-1 0 0,-1-1 1 0 0,1 1-1 0 0,1 0 1 0 0,-1-1-1 0 0,0 1 0 0 0,0 0 1 0 0,1 0-1 0 0,-1 1 1 0 0,1-1-1 0 0,0 0 1 0 0,-1 1-1 0 0,1 0 1 0 0,0-1-1 0 0,1 1-28 0 0,3-3-18 0 0,8-2-131 0 0,0 0 0 0 0,0 1 0 0 0,0 1 1 0 0,1 0-1 0 0,-1 1 0 0 0,8 0 149 0 0,-14 1-210 0 0,20-2-2727 0 0,-29 3 2606 0 0,0 1-1 0 0,0-1 0 0 0,0 0 1 0 0,0 0-1 0 0,-1 0 0 0 0,1 0 1 0 0,0 0-1 0 0,0 1 0 0 0,-1-1 1 0 0,1 0-1 0 0,0 0 1 0 0,-1 1-1 0 0,1-1 0 0 0,-1 0 1 0 0,1 0-1 0 0,-1 1 0 0 0,1-1 1 0 0,-1 0-1 0 0,0 1 0 0 0,1-1 1 0 0,-1 1-1 0 0,0-1 1 0 0,1 1-1 0 0,-1-1 0 0 0,0 1 1 0 0,1 0-1 0 0,-1-1 0 0 0,0 1 1 0 0,0 0-1 0 0,0-1 0 0 0,0 1 332 0 0,-1-1-1057 0 0,-9-6-2557 0 0,4 1-1266 0 0</inkml:trace>
  <inkml:trace contextRef="#ctx0" brushRef="#br0" timeOffset="1221.75">1095 318 0 0 0,'0'0'1954'0'0,"0"0"644"0"0,0 0 230 0 0,0 0-218 0 0,0 0-383 0 0,0 0-377 0 0,0 0-300 0 0,0 0-251 0 0,0 0-195 0 0,0 0-151 0 0,0 0-124 0 0,0 0-81 0 0,-1-7-84 0 0,-2-22-85 0 0,3 28-540 0 0,0 0 1 0 0,0 0 0 0 0,0 1 0 0 0,0-1 0 0 0,0 0 0 0 0,0 1-1 0 0,0-1 1 0 0,1 0 0 0 0,-1 0 0 0 0,0 1 0 0 0,0-1-1 0 0,1 1 1 0 0,-1-1 0 0 0,1 0 0 0 0,-1 1 0 0 0,0-1-1 0 0,1 1 1 0 0,-1-1 0 0 0,1 1 0 0 0,-1-1 0 0 0,1 1 0 0 0,0-1-1 0 0,-1 1 1 0 0,1-1 0 0 0,-1 1 0 0 0,1 0 0 0 0,0-1-1 0 0,-1 1 1 0 0,1 0 0 0 0,0 0 0 0 0,0 0 0 0 0,-1-1-1 0 0,1 1 1 0 0,0 0 0 0 0,-1 0 0 0 0,1 0 0 0 0,0 0-1 0 0,0 0 1 0 0,0 0-40 0 0,3 0 155 0 0,20-5-127 0 0,1 1 0 0 0,-1 2 0 0 0,1 0 0 0 0,0 2 0 0 0,24 2-28 0 0,-39-1-59 0 0,1 0-1 0 0,-1 1 1 0 0,0 0 0 0 0,0 1 0 0 0,-1-1 0 0 0,1 2-1 0 0,-1 0 1 0 0,9 4 59 0 0,-18 23-1296 0 0,-5-25 1280 0 0,0 0 0 0 0,0-1 0 0 0,0 1 0 0 0,-1-1 0 0 0,0-1 0 0 0,0 1 0 0 0,0-1 0 0 0,0 0 0 0 0,-1-1 0 0 0,1 1 0 0 0,-4 0 16 0 0,-6 4-9 0 0,-20 20-7 0 0,36-26 23 0 0,0 0 0 0 0,0 0 0 0 0,0 1 0 0 0,1-1 0 0 0,-1 0 0 0 0,1 0 0 0 0,-1 1 1 0 0,1-1-1 0 0,0 0 0 0 0,0 0 0 0 0,0 0 0 0 0,0 0 0 0 0,0 0 0 0 0,1 0 0 0 0,-1-1 0 0 0,0 1 0 0 0,1 0 1 0 0,0 0-1 0 0,-1-1 0 0 0,1 1 0 0 0,0-1 0 0 0,0 0 0 0 0,-1 1 0 0 0,1-1 0 0 0,0 0 0 0 0,0 0 1 0 0,1 0-1 0 0,-1-1 0 0 0,1 2-7 0 0,5 2 15 0 0,168 91 65 0 0,-175-95-87 0 0,-1 0 0 0 0,1 0 0 0 0,0 0-1 0 0,-1 1 1 0 0,1-1 0 0 0,0 0 0 0 0,-1 0 0 0 0,1 0 0 0 0,0 1 0 0 0,-1-1-1 0 0,1 0 1 0 0,0 1 0 0 0,-1-1 0 0 0,1 1 0 0 0,-1-1 0 0 0,1 1 0 0 0,-1-1-1 0 0,1 1 1 0 0,-1-1 0 0 0,1 1 0 0 0,-1-1 0 0 0,1 1 0 0 0,-1 0 0 0 0,0-1-1 0 0,1 1 1 0 0,-1 0 0 0 0,0-1 0 0 0,0 1 0 0 0,1 0 0 0 0,-1-1 0 0 0,0 1-1 0 0,0 0 1 0 0,0 0 0 0 0,0-1 0 0 0,0 1 0 0 0,0 0 0 0 0,0-1 0 0 0,0 1-1 0 0,0 0 1 0 0,0 0 0 0 0,0-1 0 0 0,-1 1 0 0 0,1 0 0 0 0,0-1 0 0 0,-1 1 7 0 0,-124 24 829 0 0,30-13-2923 0 0,82-10 611 0 0,7 0-709 0 0,-1-1-3697 0 0,2-1-3619 0 0</inkml:trace>
  <inkml:trace contextRef="#ctx0" brushRef="#br0" timeOffset="1780.52">1652 370 1920 0 0,'0'0'3840'0'0,"0"0"-183"0"0,0 0-450 0 0,0 0-568 0 0,0 0-550 0 0,0 0-504 0 0,0 0-427 0 0,0 0-295 0 0,0 0-227 0 0,0 0-172 0 0,0 0-151 0 0,0 0-113 0 0,0 0-99 0 0,-1-4-85 0 0,0-1 70 0 0,1 5-140 0 0,1 0 1 0 0,-1 0 0 0 0,0 0-1 0 0,0 0 1 0 0,0 0 0 0 0,1 0 0 0 0,-1 0-1 0 0,0-1 1 0 0,0 1 0 0 0,0 0-1 0 0,1 0 1 0 0,-1 0 0 0 0,0 0-1 0 0,0 0 1 0 0,0 0 0 0 0,0-1-1 0 0,1 1 1 0 0,-1 0 53 0 0,31 62-177 0 0,2 2 199 0 0,-17-33-126 0 0,3 4-722 0 0,-16-28-4747 0 0,-2-1-5595 0 0,-1-8 7180 0 0</inkml:trace>
  <inkml:trace contextRef="#ctx0" brushRef="#br0" timeOffset="2093.39">1786 426 1448 0 0,'0'0'3897'0'0,"0"0"-455"0"0,0 0-587 0 0,0 0-537 0 0,0 0-487 0 0,0 0-408 0 0,0 0-322 0 0,0 0-257 0 0,0 0-216 0 0,0 0-164 0 0,0 0-144 0 0,0 0-107 0 0,0 0-75 0 0,4 22-24 0 0,5-6-142 0 0,1-1 0 0 0,1-1 0 0 0,0 1 0 0 0,0-2-1 0 0,8 7 29 0 0,7 8-921 0 0,-3-6-2279 0 0,-15-17-1372 0 0,2-1-4631 0 0,-10-4 6204 0 0</inkml:trace>
  <inkml:trace contextRef="#ctx0" brushRef="#br0" timeOffset="2562.32">1890 262 1256 0 0,'0'0'3076'0'0,"0"0"-221"0"0,0 0-284 0 0,0 0-437 0 0,0 0-399 0 0,0 0-364 0 0,0 0-264 0 0,0 0-151 0 0,0 0-159 0 0,0 0-119 0 0,0 0-131 0 0,0 0-165 0 0,-4-3-92 0 0,1 1-255 0 0,1 0 0 0 0,-1 0 0 0 0,0 1 0 0 0,0-1 0 0 0,1 1 0 0 0,-1 0 0 0 0,0 0 0 0 0,0 0 0 0 0,0 0 0 0 0,-1 1 1 0 0,1-1-1 0 0,0 1 0 0 0,0 0 0 0 0,-1-1-35 0 0,-124 7-256 0 0,-20 9-2356 0 0,49-8-6908 0 0,84-7 1662 0 0</inkml:trace>
  <inkml:trace contextRef="#ctx0" brushRef="#br0" timeOffset="3558.08">1853 388 0 0 0,'0'0'264'0'0,"0"0"1027"0"0,0 0 231 0 0,0 0-167 0 0,0 0-140 0 0,0 0-57 0 0,0 0-92 0 0,0 0-68 0 0,0 0-60 0 0,0 0-119 0 0,0-9-65 0 0,0-46 2201 0 0,0 55-2550 0 0,0 0-48 0 0,0 0-57 0 0,0 0-46 0 0,0 0-43 0 0,0 0-38 0 0,0 0-42 0 0,0 0-31 0 0,0 0-20 0 0,0 0-36 0 0,0 0-2 0 0,0 0-17 0 0,0 0-8 0 0,0 0 19 0 0,0 0-13 0 0,0 11-235 0 0,17 46 557 0 0,-2-15-234 0 0,-8-4-366 0 0,4 30-4569 0 0,-8-45-2090 0 0,-3-15 2130 0 0</inkml:trace>
  <inkml:trace contextRef="#ctx0" brushRef="#br0" timeOffset="6509.31">2358 84 0 0 0,'0'0'272'0'0,"0"0"538"0"0,0 0 106 0 0,4-5-27 0 0,9-17-26 0 0,-8 8 6652 0 0,-6 5-4207 0 0,1-3-1530 0 0,5-9 626 0 0,-5 20-2224 0 0,0 1-24 0 0,0 0-18 0 0,0 0-34 0 0,0 0-34 0 0,0 0-21 0 0,0 0-36 0 0,0 0-19 0 0,0 0-14 0 0,0 0-24 0 0,0 0-14 0 0,0 0-15 0 0,0 0-22 0 0,0 0-13 0 0,-6 10-90 0 0,-11 8 350 0 0,2 1 0 0 0,0 1 1 0 0,1 0-1 0 0,1 1 0 0 0,0 3-152 0 0,-76 157 1274 0 0,57-105-991 0 0,-6 9-46 0 0,-3 19-86 0 0,30-77-53 0 0,-3 1-320 0 0,-8 1-1622 0 0,7-10-3021 0 0,6-11-2992 0 0,7-5 978 0 0</inkml:trace>
  <inkml:trace contextRef="#ctx0" brushRef="#br0" timeOffset="7106.29">2336 386 608 0 0,'0'0'2731'0'0,"0"0"-13"0"0,0 0-106 0 0,0 0-104 0 0,0 0-157 0 0,0 0-252 0 0,0 0-324 0 0,0 0-340 0 0,0 0-325 0 0,0 0-287 0 0,0 0-222 0 0,0 0-189 0 0,0 0-142 0 0,1-4-129 0 0,3-10-74 0 0,-3 10-50 0 0,-1 4-40 0 0,0 11-406 0 0,-9 150 376 0 0,-3-75 151 0 0,7-37 1289 0 0,24-49-441 0 0,302 2-839 0 0,-268-15-310 0 0,-53 13 22 0 0,1-1-1 0 0,-1 1 1 0 0,0-1 0 0 0,0 0-1 0 0,1 1 1 0 0,-1-1 0 0 0,0 0 0 0 0,0 1-1 0 0,0-1 1 0 0,0 0 0 0 0,0 1 0 0 0,0-1-1 0 0,0 0 1 0 0,0 1 0 0 0,0-1 0 0 0,0 0-1 0 0,0 1 1 0 0,0-1 0 0 0,0 0 0 0 0,0 1-1 0 0,-1-1 1 0 0,1 0 0 0 0,0 1-1 0 0,-1-1 1 0 0,1 1 0 0 0,0-1 0 0 0,-1 1-1 0 0,1-1 1 0 0,-1 1 0 0 0,1-1 0 0 0,0 1-1 0 0,-1-1 1 0 0,0 1 0 0 0,1-1 0 0 0,-1 1-1 0 0,1 0 1 0 0,-1-1 181 0 0,-56-29-12280 0 0,43 26 7159 0 0</inkml:trace>
  <inkml:trace contextRef="#ctx0" brushRef="#br0" timeOffset="7406.3">2532 505 0 0 0,'0'0'3155'0'0,"0"0"-202"0"0,0 0-156 0 0,0 0-177 0 0,0 0-309 0 0,0 0-413 0 0,0 0-462 0 0,0 0-451 0 0,0 0-312 0 0,0 0-200 0 0,0 0-127 0 0,0 0-54 0 0,0 0-53 0 0,0 0-67 0 0,0 13 85 0 0,1 102 1533 0 0,12-71-1510 0 0,8 39-323 0 0,-20-76-376 0 0,5 40-1013 0 0,-4-16-8154 0 0,-2-25-355 0 0</inkml:trace>
</inkml:ink>
</file>

<file path=ppt/ink/ink2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37:19.9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 68 0 0 0,'0'0'535'0'0,"0"0"712"0"0,0 0 221 0 0,0 0-40 0 0,0 0-129 0 0,-2-5-108 0 0,-3-5-719 0 0,-6-11 2957 0 0,6 9-39 0 0,-4-1 866 0 0,8 7 661 0 0,16 28-5179 0 0,33 76 406 0 0,6-2-1 0 0,25 31-143 0 0,-14-49 171 0 0,-58-70-156 0 0,0 0 0 0 0,1-1 0 0 0,1 0 1 0 0,-1 0-1 0 0,1-1 0 0 0,0 0 0 0 0,9 4-15 0 0,-17-9 6 0 0,0-1-1 0 0,-1 0 0 0 0,1 1 0 0 0,0-1 1 0 0,-1 0-1 0 0,1 0 0 0 0,0 1 0 0 0,0-1 1 0 0,0 0-1 0 0,-1 0 0 0 0,1 0 0 0 0,0 0 0 0 0,0 0 1 0 0,0 0-1 0 0,-1 0 0 0 0,1 0 0 0 0,0 0 1 0 0,0-1-1 0 0,-1 1 0 0 0,1 0 0 0 0,0 0 1 0 0,0-1-1 0 0,-1 1 0 0 0,1 0 0 0 0,0-1 1 0 0,-1 1-1 0 0,1-1 0 0 0,0 1 0 0 0,-1-1 0 0 0,1 1 1 0 0,-1-1-1 0 0,1 0 0 0 0,-1 1 0 0 0,1-1 1 0 0,-1 0-1 0 0,1 1 0 0 0,-1-1 0 0 0,0 0 1 0 0,1 1-1 0 0,-1-1 0 0 0,0 0 0 0 0,1 0 1 0 0,-1 1-1 0 0,0-1 0 0 0,0 0-5 0 0,6-37-213 0 0,-6 38 212 0 0,-5-155-454 0 0,4 139 551 0 0,1 15-67 0 0,0 1-19 0 0,37 27-697 0 0,71 55 523 0 0,-93-72 149 0 0,-6-4 25 0 0,0 1-1 0 0,0-2 0 0 0,0 1 1 0 0,1-1-1 0 0,0-1 0 0 0,0 1 1 0 0,0-2-1 0 0,1 0 0 0 0,1 1-9 0 0,-11-4 13 0 0,-1 0-1 0 0,1 0 1 0 0,-1 0 0 0 0,1 0-1 0 0,-1 1 1 0 0,1-1-1 0 0,0 0 1 0 0,-1 0-1 0 0,1 0 1 0 0,-1 0 0 0 0,1 0-1 0 0,0-1 1 0 0,-1 1-1 0 0,1 0 1 0 0,-1 0-1 0 0,1 0 1 0 0,0 0 0 0 0,-1-1-1 0 0,1 1 1 0 0,-1 0-1 0 0,1 0 1 0 0,-1-1-1 0 0,1 1 1 0 0,-1 0 0 0 0,1-1-1 0 0,-1 1 1 0 0,0-1-1 0 0,1 1 1 0 0,-1-1-1 0 0,1 1 1 0 0,-1-1 0 0 0,0 1-1 0 0,1-1 1 0 0,-1 1-1 0 0,0-1 1 0 0,0 1-1 0 0,1-1 1 0 0,-1 1 0 0 0,0-1-1 0 0,0 0 1 0 0,0 1-1 0 0,0-1 1 0 0,0 1-1 0 0,0-1 1 0 0,0 0 0 0 0,0 1-1 0 0,0-1 1 0 0,0 1-1 0 0,0-1 1 0 0,0 0-1 0 0,0 0-12 0 0,0-4 18 0 0,1-5 0 0 0,-1 0 0 0 0,0 0 0 0 0,0 0 1 0 0,-1 0-1 0 0,-1 0 0 0 0,1 0 0 0 0,-2 0 0 0 0,1 0 0 0 0,-1 0 0 0 0,-1 1-18 0 0,-67-153-61 0 0,41 72-584 0 0,29 72-2144 0 0,12 18-10146 0 0,-6 3 8384 0 0,-1 1 1838 0 0</inkml:trace>
</inkml:ink>
</file>

<file path=ppt/ink/ink2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37:22.2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34 110 1464 0 0,'0'0'3812'0'0,"0"0"-457"0"0,0 0-664 0 0,0 0-717 0 0,0 0-699 0 0,0 0-527 0 0,0 0-325 0 0,0 0-192 0 0,0 0-130 0 0,0 0-68 0 0,0 0-43 0 0,0 0-9 0 0,0 0 43 0 0,-3 1 28 0 0,-11 20 307 0 0,7 32 366 0 0,7-46-668 0 0,0-6-27 0 0,-1 0 1 0 0,1 0-1 0 0,0 0 0 0 0,0 0 1 0 0,0 0-1 0 0,0 0 0 0 0,0 0 1 0 0,0 0-1 0 0,0 0 0 0 0,0 0 1 0 0,0 0-1 0 0,1 0 1 0 0,-1 0-1 0 0,0 0 0 0 0,1 0 1 0 0,-1 0-1 0 0,0 0 0 0 0,1-1 1 0 0,-1 1-1 0 0,1 0 0 0 0,0 0 1 0 0,-1 0-1 0 0,1 0 1 0 0,0-1-1 0 0,-1 1 0 0 0,1 0 1 0 0,0-1-1 0 0,0 1 0 0 0,0 0 1 0 0,0-1-1 0 0,-1 1 0 0 0,1-1 1 0 0,0 0-1 0 0,0 1 1 0 0,0-1-1 0 0,0 0-30 0 0,93 8 596 0 0,-87-7-616 0 0,1 0-1 0 0,0 0 1 0 0,-1 1-1 0 0,1 0 1 0 0,-1 0 0 0 0,0 1-1 0 0,0 0 1 0 0,1 0-1 0 0,-2 0 1 0 0,4 3 20 0 0,-8-3-26 0 0,-1 0 1 0 0,0-1-1 0 0,1 1 1 0 0,-1 0-1 0 0,0 0 1 0 0,-1 0-1 0 0,1 0 0 0 0,0 0 1 0 0,-1 0-1 0 0,0 0 1 0 0,0 0-1 0 0,0 0 1 0 0,0 0-1 0 0,0 0 0 0 0,0 0 1 0 0,-1 0-1 0 0,0 2 26 0 0,-20 35 52 0 0,18-35-40 0 0,-1 1-1 0 0,0-1 1 0 0,-1 0-1 0 0,1-1 1 0 0,-1 1-1 0 0,0-1 1 0 0,0 0-1 0 0,0 0 0 0 0,-1 0 1 0 0,-3 1-12 0 0,-43-1-577 0 0,5-10-1723 0 0,18-6-6686 0 0,23 8 2337 0 0</inkml:trace>
  <inkml:trace contextRef="#ctx0" brushRef="#br0" timeOffset="371.8">59 103 0 0 0,'0'0'3357'0'0,"0"0"31"0"0,0 0-367 0 0,0 0-466 0 0,0 0-466 0 0,0 0-412 0 0,0 0-388 0 0,0 0-312 0 0,0 0-218 0 0,0 0-164 0 0,0 0-120 0 0,0 0-125 0 0,0 0-100 0 0,20-14-82 0 0,63-39-48 0 0,-37 34 35 0 0,-21 13-325 0 0,18-2 283 0 0,-14 5-5667 0 0,-28 9-3848 0 0,-1-3 3190 0 0</inkml:trace>
</inkml:ink>
</file>

<file path=ppt/ink/ink2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37:20.6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211 157 0 0 0,'0'0'1882'0'0,"0"0"164"0"0,0 0-58 0 0,0 0 80 0 0,0 0 47 0 0,0 0-65 0 0,0 0-244 0 0,0 0-320 0 0,0 0-310 0 0,0 0-281 0 0,0 0-179 0 0,0 0-108 0 0,0 0-88 0 0,-3-14-53 0 0,-9-42-42 0 0,-6 16 966 0 0,11 31-1124 0 0,-22-11-36 0 0,25 17-233 0 0,0 1 0 0 0,0 0 0 0 0,0 0 0 0 0,0 1 0 0 0,0-1 0 0 0,0 1 0 0 0,0 0 0 0 0,0 0 0 0 0,-1 0 0 0 0,1 0 0 0 0,0 1 0 0 0,-1 0 0 0 0,1 0 0 0 0,-1 0 0 0 0,0 0 2 0 0,-30 28 15 0 0,30-23 6 0 0,1 0 0 0 0,1 0 0 0 0,-1 1 0 0 0,1-1 0 0 0,0 1 0 0 0,0 0 0 0 0,0 0 0 0 0,1 0 0 0 0,0 0 0 0 0,0 0 0 0 0,1 1 0 0 0,-2 5-21 0 0,3-9 26 0 0,-1 1 0 0 0,1 0-1 0 0,0 0 1 0 0,0 0 0 0 0,0-1 0 0 0,1 1-1 0 0,-1 0 1 0 0,1 0 0 0 0,0-1 0 0 0,0 1-1 0 0,0 0 1 0 0,1-1 0 0 0,-1 1 0 0 0,1-1-1 0 0,0 1 1 0 0,0-1 0 0 0,0 0 0 0 0,0 0-1 0 0,0 0 1 0 0,1 0 0 0 0,0 0 0 0 0,-1 0-1 0 0,1-1 1 0 0,0 0 0 0 0,0 1 0 0 0,1-1-26 0 0,89 49 185 0 0,-84-47-176 0 0,-1-1 1 0 0,1 0-1 0 0,0 0 1 0 0,0 0-1 0 0,0-1 1 0 0,0-1-1 0 0,0 1 1 0 0,1-1-1 0 0,-1-1 1 0 0,10 0-10 0 0,-17-2-16 0 0,1 0 0 0 0,-1 0 0 0 0,0 0 0 0 0,1 0 0 0 0,-1 0 0 0 0,0 0 0 0 0,0-1 1 0 0,0 1-1 0 0,-1-1 0 0 0,1 0 0 0 0,-1 1 0 0 0,1-1 0 0 0,-1 0 0 0 0,0 0 0 0 0,0 0 0 0 0,0 0 1 0 0,0 0-1 0 0,0 0 0 0 0,-1 0 0 0 0,0 0 0 0 0,1 0 0 0 0,-1 0 0 0 0,0 0 0 0 0,-1 0 0 0 0,1 0 1 0 0,0 0-1 0 0,-1 0 0 0 0,0 0 16 0 0,1 0-43 0 0,1-1-116 0 0,-1-1 0 0 0,-1 0 0 0 0,1 0 0 0 0,-1 0 0 0 0,0 0 0 0 0,0 0 0 0 0,0 0 0 0 0,0 0 0 0 0,-1 1 0 0 0,0-1 0 0 0,0 1 0 0 0,0-1 1 0 0,-1 1-1 0 0,0 0 0 0 0,1 0 0 0 0,-1 0 0 0 0,-1 0 0 0 0,0-1 159 0 0,-41-28-4622 0 0,-8 18-7213 0 0,46 15 8317 0 0</inkml:trace>
  <inkml:trace contextRef="#ctx0" brushRef="#br0" timeOffset="517.91">206 288 0 0 0,'0'0'1939'0'0,"0"0"887"0"0,0 0 43 0 0,0 0-510 0 0,0 0-449 0 0,0 0-323 0 0,0 0-255 0 0,0 0-223 0 0,0 0-202 0 0,0 0-215 0 0,0 0-197 0 0,0 0-155 0 0,0 0-97 0 0,-7-4-74 0 0,-20-16-54 0 0,26 20-102 0 0,1 0 1 0 0,-1 0-1 0 0,1-1 0 0 0,-1 1 1 0 0,1 0-1 0 0,-1 0 0 0 0,1 0 0 0 0,-1 0 1 0 0,0 0-1 0 0,1 0 0 0 0,-1 0 1 0 0,1 1-1 0 0,-1-1 0 0 0,1 0 1 0 0,-1 0-1 0 0,1 0 0 0 0,0 0 1 0 0,-1 1-1 0 0,1-1 0 0 0,-1 0 0 0 0,1 0 1 0 0,-1 1-1 0 0,1-1 0 0 0,0 0 1 0 0,-1 1-1 0 0,1-1 0 0 0,-1 0 1 0 0,1 1-1 0 0,0-1 0 0 0,0 1 1 0 0,-1-1-1 0 0,1 1 0 0 0,0-1 0 0 0,0 1 1 0 0,-1-1-1 0 0,1 1 0 0 0,0-1 1 0 0,0 0-1 0 0,0 1 0 0 0,0 0 1 0 0,0-1-1 0 0,0 1 0 0 0,0-1 1 0 0,0 1-1 0 0,0-1 0 0 0,0 1 0 0 0,0-1 1 0 0,0 1-1 0 0,0-1 0 0 0,0 1 1 0 0,0-1-1 0 0,1 1 0 0 0,-1-1 1 0 0,0 1-1 0 0,0-1 0 0 0,0 0 0 0 0,1 1-13 0 0,-1 2 105 0 0,-2 9 57 0 0,1 0 0 0 0,1-1 0 0 0,0 1 0 0 0,1 0 0 0 0,0 0 0 0 0,0 0 0 0 0,2-1 0 0 0,1 8-162 0 0,23 45 336 0 0,-23-60-286 0 0,-1 0-1 0 0,1 0 0 0 0,0 0 1 0 0,1 0-1 0 0,-1-1 0 0 0,1 0 1 0 0,-1 0-1 0 0,1 0 0 0 0,0 0 1 0 0,0-1-1 0 0,0 0 0 0 0,1 0 1 0 0,-1 0-1 0 0,0-1 0 0 0,1 0 1 0 0,-1 0-1 0 0,1 0 0 0 0,4 0-49 0 0,-7-1 30 0 0,0 0 0 0 0,1 0 0 0 0,-1 0-1 0 0,0 0 1 0 0,0 0 0 0 0,0-1-1 0 0,0 1 1 0 0,0-1 0 0 0,0 0 0 0 0,0 0-1 0 0,0 0 1 0 0,-1 0 0 0 0,1-1-1 0 0,0 1 1 0 0,0-1 0 0 0,-1 0 0 0 0,1 1-1 0 0,-1-1 1 0 0,0 0 0 0 0,1-1-1 0 0,-1 1 1 0 0,0 0 0 0 0,0-1 0 0 0,-1 1-1 0 0,3-3-29 0 0,-2 1-76 0 0,1-1-1 0 0,-1 1 0 0 0,1 0 1 0 0,-1-1-1 0 0,-1 0 0 0 0,1 1 0 0 0,-1-1 1 0 0,0 0-1 0 0,0 0 0 0 0,0 0 1 0 0,0 0-1 0 0,-1 0 0 0 0,0 0 1 0 0,0 0-1 0 0,0 0 0 0 0,-1 0 1 0 0,0 0-1 0 0,0 0 0 0 0,0 0 1 0 0,-1 1-1 0 0,1-1 0 0 0,-1 0 1 0 0,0 1-1 0 0,0-1 77 0 0,-2 0-329 0 0,0 1 1 0 0,0-1-1 0 0,-1 1 1 0 0,0 0-1 0 0,1 0 1 0 0,-1 1-1 0 0,0-1 1 0 0,-1 1-1 0 0,1 0 1 0 0,-1 0-1 0 0,-1 0 329 0 0,-41-12-9826 0 0,40 13 2088 0 0</inkml:trace>
</inkml:ink>
</file>

<file path=ppt/ink/ink2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37:24.4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348 0 0 0 0,'0'0'1527'0'0,"0"0"515"0"0,0 0 154 0 0,0 0-49 0 0,0 0-225 0 0,0 0-330 0 0,0 0-365 0 0,0 0-314 0 0,0 0-237 0 0,0 0-188 0 0,0 0-121 0 0,0 0-103 0 0,-19 2 590 0 0,-126 2 635 0 0,67 0-2027 0 0,2-1-4148 0 0,60-4 1167 0 0,7-4-2248 0 0,5 2 2573 0 0</inkml:trace>
</inkml:ink>
</file>

<file path=ppt/ink/ink2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37:24.8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273 48 0 0 0,'0'0'1830'0'0,"0"0"689"0"0,0 0 103 0 0,0 0-302 0 0,0 0-430 0 0,0 0-363 0 0,0 0-240 0 0,0 0-167 0 0,0 0-168 0 0,0 0-115 0 0,0 0-119 0 0,-1-6-117 0 0,-6-20-92 0 0,7 25-456 0 0,-1 0-1 0 0,0 0 1 0 0,1 0 0 0 0,-1 0 0 0 0,0 0-1 0 0,1 0 1 0 0,-1 0 0 0 0,0 1-1 0 0,0-1 1 0 0,0 0 0 0 0,0 0-1 0 0,0 1 1 0 0,0-1 0 0 0,0 0 0 0 0,0 1-1 0 0,0-1 1 0 0,0 1 0 0 0,0 0-1 0 0,0-1 1 0 0,0 1 0 0 0,0 0-1 0 0,0 0 1 0 0,-1-1 0 0 0,1 1-1 0 0,0 0 1 0 0,0 0 0 0 0,0 0 0 0 0,0 0-1 0 0,0 1 1 0 0,-1-1 0 0 0,1 0-1 0 0,0 0 1 0 0,0 1-53 0 0,-7 0 17 0 0,-134-1-1508 0 0,99 8-1322 0 0,27-3-469 0 0,0-2-3415 0 0,10-3 492 0 0</inkml:trace>
</inkml:ink>
</file>

<file path=ppt/ink/ink2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38:13.7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15 129 0 0 0,'0'0'1124'0'0,"0"0"1267"0"0,0 0 323 0 0,0 0-5 0 0,0 0 1 0 0,0 0-168 0 0,0 0-379 0 0,0 0-444 0 0,0 0-428 0 0,0 0-312 0 0,0 0-226 0 0,0 0-145 0 0,0-9-121 0 0,-3-28-90 0 0,3 28-64 0 0,0 9-75 0 0,0 0-62 0 0,0 0-45 0 0,0 0-46 0 0,0 0-34 0 0,0 0-11 0 0,1-1-44 0 0,1 0 0 0 0,0 0-1 0 0,-1-1 1 0 0,1 1 0 0 0,0-1-1 0 0,-1 1 1 0 0,1-1 0 0 0,-1 1 0 0 0,0-1-1 0 0,0 0 1 0 0,0 0 0 0 0,0 0-1 0 0,0 0 1 0 0,0 1 0 0 0,0-1 0 0 0,0 0-1 0 0,-1-1 1 0 0,1 1 0 0 0,-1 0-16 0 0,2-37 241 0 0,-2 39-231 0 0,0 0-25 0 0,0 0-2 0 0,0 0-30 0 0,0 0-40 0 0,0 0-68 0 0,0 13-711 0 0,-24 83-2634 0 0,22-84 2032 0 0,-2 5-2599 0 0,0-6-1483 0 0,2-5-2989 0 0</inkml:trace>
</inkml:ink>
</file>

<file path=ppt/ink/ink2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37:26.4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105 650 0 0 0,'0'0'792'0'0,"0"0"439"0"0,0 0 200 0 0,0 0 32 0 0,0 0-64 0 0,0 0-113 0 0,0 0-106 0 0,0 0-117 0 0,0 0-119 0 0,1-2-99 0 0,-1 1-737 0 0,1-1 0 0 0,-1 1-1 0 0,1 0 1 0 0,0 0-1 0 0,0 0 1 0 0,0 0 0 0 0,-1 0-1 0 0,1 0 1 0 0,0 0-1 0 0,0 0 1 0 0,0 1 0 0 0,1-1-1 0 0,-1 0 1 0 0,0 1-1 0 0,0-1 1 0 0,0 0 0 0 0,0 1-1 0 0,1 0 1 0 0,-1-1-1 0 0,0 1 1 0 0,1 0 0 0 0,-1-1-1 0 0,0 1 1 0 0,0 0-1 0 0,1 0 1 0 0,0 0-108 0 0,0 0-2 0 0,75-24 1811 0 0,-71 22-1591 0 0,-1-1 0 0 0,0 0-1 0 0,0 0 1 0 0,0 0-1 0 0,-1 0 1 0 0,1-1 0 0 0,-1 0-1 0 0,0 0 1 0 0,0 0-1 0 0,0 0 1 0 0,0-1-1 0 0,-1 0 1 0 0,0 1 0 0 0,0-1-1 0 0,0 0 1 0 0,0-1-1 0 0,-1 1 1 0 0,0 0-1 0 0,0-1 1 0 0,-1 1 0 0 0,1-1-1 0 0,-1 0 1 0 0,0 1-1 0 0,-1-1 1 0 0,1 0-1 0 0,-1 0 1 0 0,-1-4-218 0 0,-19-27 201 0 0,-5 17-171 0 0,-22-5-80 0 0,37 22 45 0 0,-1 0-1 0 0,1 1 0 0 0,-1 0 0 0 0,1 1 0 0 0,-1 0 0 0 0,1 1 1 0 0,-8 0 5 0 0,9 0 0 0 0,5 1 1 0 0,0 1 0 0 0,0-1-1 0 0,0 1 1 0 0,0 0-1 0 0,0 0 1 0 0,1 0-1 0 0,-1 0 1 0 0,1 1 0 0 0,-1 0-1 0 0,1-1 1 0 0,0 1-1 0 0,-1 1 0 0 0,-9 7-7 0 0,-14 31 346 0 0,20-29-215 0 0,2 36 220 0 0,4-42-294 0 0,0 0-1 0 0,1 0 0 0 0,0 0 1 0 0,0-1-1 0 0,0 1 0 0 0,1 0 1 0 0,0 0-1 0 0,0-1 0 0 0,1 1 1 0 0,0-1-1 0 0,0 1 0 0 0,0-1 1 0 0,1 0-1 0 0,1 2-49 0 0,14 23 387 0 0,-13-26-305 0 0,-1-1-1 0 0,1 1 1 0 0,-1-1 0 0 0,2 0 0 0 0,-1 0 0 0 0,0 0 0 0 0,1-1-1 0 0,-1 1 1 0 0,1-1 0 0 0,0-1 0 0 0,0 1 0 0 0,0-1 0 0 0,0 0-1 0 0,1-1 1 0 0,2 1-82 0 0,102 9 391 0 0,-77-10-400 0 0,7 2-226 0 0,34 1 526 0 0,-26-3-4938 0 0,-49-1 2228 0 0,0 0-1102 0 0,0 0-2030 0 0,0 0-4116 0 0</inkml:trace>
  <inkml:trace contextRef="#ctx0" brushRef="#br0" timeOffset="46821.6">659 12 0 0 0,'0'0'1934'0'0,"0"0"209"0"0,0 0 159 0 0,0 0-4 0 0,0 0-203 0 0,0 0-323 0 0,0 0-389 0 0,0 0-396 0 0,0 0-340 0 0,0 0-263 0 0,0-2-198 0 0,-7-7-438 0 0,5 14 4032 0 0,2 9-4065 0 0,0-11 623 0 0,19 67 57 0 0,61 125 13 0 0,-45-96-352 0 0,-23-43 1 0 0,-11-49-51 0 0,-1-3-24 0 0,0-1 0 0 0,0 1 0 0 0,0-1 0 0 0,0 0-1 0 0,0 1 1 0 0,-1-1 0 0 0,1 0 0 0 0,-1 1 0 0 0,0-1 0 0 0,0 0 0 0 0,0 0 0 0 0,-1 0 0 0 0,1 0 0 0 0,-1 0 0 0 0,-1 2 18 0 0,1-3-18 0 0,-1 1 1 0 0,0-1-1 0 0,0 0 0 0 0,0 0 1 0 0,-1 0-1 0 0,1-1 1 0 0,0 1-1 0 0,-1-1 0 0 0,1 0 1 0 0,-1 0-1 0 0,1 0 0 0 0,-1 0 1 0 0,1-1-1 0 0,-1 1 0 0 0,0-1 1 0 0,1 0-1 0 0,-1 0 0 0 0,0 0 1 0 0,1-1-1 0 0,-1 1 1 0 0,0-1 17 0 0,-13 1 113 0 0,10-1-41 0 0,1 1 0 0 0,-1-1 0 0 0,1-1 1 0 0,-1 1-1 0 0,1-1 0 0 0,0 0 0 0 0,0-1 0 0 0,0 1 1 0 0,0-1-1 0 0,0 0 0 0 0,1-1 0 0 0,-1 1 1 0 0,1-1-74 0 0,2 1 118 0 0,1 0-1 0 0,0 1 0 0 0,0-1 0 0 0,1 0 0 0 0,-1 0 0 0 0,1 0 0 0 0,-1 0 0 0 0,1 0 0 0 0,0 0 0 0 0,0-1 0 0 0,0 1 0 0 0,1 0 0 0 0,-1-1 0 0 0,1 1 0 0 0,-1 0 0 0 0,1-1 0 0 0,0 1 0 0 0,1-1 0 0 0,-1 1 0 0 0,1-2-116 0 0,-1-6 209 0 0,1 6-146 0 0,1 0-1 0 0,-1 0 0 0 0,1 0 0 0 0,0 1 1 0 0,0-1-1 0 0,0 1 0 0 0,1-1 0 0 0,0 1 1 0 0,0 0-1 0 0,0 0 0 0 0,0 0 1 0 0,1 1-1 0 0,-1-1 0 0 0,1 1 0 0 0,0 0 1 0 0,2-2-63 0 0,16-9-21 0 0,0 0 1 0 0,2 2-1 0 0,0 0 1 0 0,0 2-1 0 0,1 1 1 0 0,24-6 20 0 0,-20 5-268 0 0,-29 10 166 0 0,1 0 1 0 0,-1 0-1 0 0,1 0 0 0 0,-1 0 1 0 0,1 0-1 0 0,-1 0 1 0 0,1 0-1 0 0,0 0 0 0 0,-1 0 1 0 0,1 0-1 0 0,-1-1 1 0 0,1 1-1 0 0,-1 0 0 0 0,1 0 1 0 0,-1-1-1 0 0,0 1 0 0 0,1 0 1 0 0,-1-1-1 0 0,1 1 1 0 0,-1 0-1 0 0,0-1 0 0 0,1 1 1 0 0,-1-1-1 0 0,0 1 1 0 0,1 0-1 0 0,-1-1 0 0 0,0 1 1 0 0,1-1-1 0 0,-1 1 1 0 0,0-1-1 0 0,0 1 0 0 0,0-1 1 0 0,0 1-1 0 0,1-1 0 0 0,-1 1 1 0 0,0-1-1 0 0,0 1 1 0 0,0-1-1 0 0,0 0 0 0 0,0 1 1 0 0,0-1-1 0 0,0 1 1 0 0,-1-1-1 0 0,1 1 0 0 0,0-1 1 0 0,0 1-1 0 0,0-1 1 0 0,0 1-1 0 0,-1-1 0 0 0,1 1 1 0 0,0-1-1 0 0,0 1 0 0 0,-1-1 1 0 0,1 1-1 0 0,-1-1 102 0 0,-27-20-9949 0 0,22 17 8092 0 0,-3-3-4928 0 0</inkml:trace>
</inkml:ink>
</file>

<file path=ppt/ink/ink2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38:16.8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201 60 0 0 0,'0'0'2032'0'0,"0"0"118"0"0,0 0-36 0 0,0 0-148 0 0,0 0-205 0 0,0 0-198 0 0,0 0-158 0 0,0 0-166 0 0,0 0-167 0 0,0 0-139 0 0,0 0-126 0 0,0-9-77 0 0,0-28-85 0 0,-3 23 1142 0 0,1 30-1923 0 0,2-8 46 0 0,-64 161 159 0 0,23-64 238 0 0,5 1 1 0 0,2 14-308 0 0,17 8 532 0 0,13-37-856 0 0,4-90 72 0 0,0-1-80 0 0,0 0-128 0 0,0 0-170 0 0,0 0-317 0 0,2-11-9252 0 0,0 7 2149 0 0</inkml:trace>
  <inkml:trace contextRef="#ctx0" brushRef="#br0" timeOffset="504.74">249 422 0 0 0,'0'0'2349'0'0,"0"0"51"0"0,0 0 47 0 0,0 0 83 0 0,0 0 7 0 0,0 0-160 0 0,0 0-300 0 0,0 0-397 0 0,0 0-373 0 0,0 0-316 0 0,0 0-267 0 0,0 0-202 0 0,0 0-154 0 0,1-6-132 0 0,0-4-166 0 0,0-2 3 0 0,3 25-116 0 0,13 95 138 0 0,3-30-49 0 0,-8-63 86 0 0,-11-15-13 0 0,8 0 385 0 0,155-23 111 0 0,-17 19-1663 0 0,-111 4-986 0 0,-38-7-9215 0 0,-3 5 7081 0 0,-2 0-1489 0 0</inkml:trace>
  <inkml:trace contextRef="#ctx0" brushRef="#br0" timeOffset="788.72">481 467 2016 0 0,'0'0'3381'0'0,"0"0"-231"0"0,0 0-332 0 0,0 0-417 0 0,0 0-504 0 0,0 0-528 0 0,0 0-456 0 0,0 0-349 0 0,0 0-232 0 0,0 0-128 0 0,0 0-78 0 0,0 0-8 0 0,0 5 74 0 0,8 51 937 0 0,60 116 2 0 0,-48-107-1551 0 0,-15-20-1095 0 0,-5-25-2159 0 0,0-5-3994 0 0,0-10-796 0 0</inkml:trace>
</inkml:ink>
</file>

<file path=ppt/ink/ink2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38:14.7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99 0 0 0,'0'0'1866'0'0,"0"0"602"0"0,0 0 75 0 0,0 0-222 0 0,0 0-370 0 0,0 0-355 0 0,0 0-265 0 0,0 0-228 0 0,0 0-189 0 0,0 0-145 0 0,0 0-130 0 0,8-9-121 0 0,24-27-72 0 0,-6 21 233 0 0,-4 10-452 0 0,1 1 1 0 0,0 1-1 0 0,1 1 1 0 0,-1 1-1 0 0,0 1 0 0 0,14 2-227 0 0,-25-1 40 0 0,-1 0 0 0 0,0 0 0 0 0,1 1 0 0 0,-1 1 0 0 0,0 0-1 0 0,0 0 1 0 0,0 1 0 0 0,7 4-40 0 0,-16-7-20 0 0,0 1 0 0 0,1-1 0 0 0,-2 1 1 0 0,1 0-1 0 0,0-1 0 0 0,0 1 0 0 0,0 0 0 0 0,-1 0 0 0 0,1 0 0 0 0,-1 1 0 0 0,0-1 1 0 0,0 0-1 0 0,0 0 0 0 0,0 1 0 0 0,0-1 0 0 0,0 1 0 0 0,0-1 0 0 0,-1 1 0 0 0,1-1 0 0 0,-1 1 1 0 0,0-1-1 0 0,0 1 0 0 0,0-1 0 0 0,0 1 0 0 0,0-1 0 0 0,0 1 0 0 0,-1-1 0 0 0,1 1 1 0 0,-1-1-1 0 0,0 1 0 0 0,0-1 0 0 0,0 1 0 0 0,0-1 20 0 0,-4 6-47 0 0,0-1 0 0 0,-1 0 0 0 0,0 0 0 0 0,0-1 0 0 0,-1 1 0 0 0,0-1-1 0 0,0-1 1 0 0,0 1 0 0 0,-1-1 0 0 0,-6 3 47 0 0,-87 34-215 0 0,93-40 82 0 0,3 0 1030 0 0,13 1-162 0 0,128 52-744 0 0,-63-13-10 0 0,-71-42 16 0 0,-1 1 0 0 0,0-1-1 0 0,0 1 1 0 0,0-1-1 0 0,0 1 1 0 0,0 0 0 0 0,0-1-1 0 0,0 1 1 0 0,0 0-1 0 0,0 0 1 0 0,0 0 0 0 0,0 0-1 0 0,-1-1 1 0 0,1 1-1 0 0,0 0 1 0 0,-1 1-1 0 0,1-1 1 0 0,0 0 0 0 0,-1 0-1 0 0,1 0 1 0 0,-1 0-1 0 0,0 0 1 0 0,1 0 0 0 0,-1 1-1 0 0,0-1 1 0 0,0 0-1 0 0,0 0 1 0 0,0 0-1 0 0,0 1 1 0 0,0-1 0 0 0,0 0-1 0 0,0 0 1 0 0,0 1-1 0 0,-1-1 1 0 0,1 0 0 0 0,0 0-1 0 0,-1 0 1 0 0,1 0-1 0 0,-1 0 1 0 0,1 0 0 0 0,-1 1-1 0 0,0-1 1 0 0,1 0-1 0 0,-1-1 1 0 0,0 1-1 0 0,0 0 1 0 0,0 0 0 0 0,1 0-1 0 0,-1 0 1 0 0,-1 0 3 0 0,-11 5 110 0 0,-1 0 0 0 0,0-1 0 0 0,0-1 0 0 0,-1 0 0 0 0,1-1 0 0 0,-1-1 1 0 0,0 0-1 0 0,0-1 0 0 0,1 0 0 0 0,-1-1 0 0 0,-14-2-110 0 0,-34 3-460 0 0,45 0-265 0 0,-34 0-2020 0 0,22-7-8035 0 0,26 4 3493 0 0</inkml:trace>
  <inkml:trace contextRef="#ctx0" brushRef="#br0" timeOffset="526.27">582 156 32 0 0,'0'0'3049'0'0,"0"0"-129"0"0,0 0-154 0 0,0 0-75 0 0,0 0-197 0 0,0 0-367 0 0,0 0-414 0 0,0 0-425 0 0,0 0-329 0 0,0 0-252 0 0,0 0-135 0 0,0 0-92 0 0,0 0-91 0 0,2-1-99 0 0,8-4 61 0 0,2 21-363 0 0,30 50-14 0 0,30 48-71 0 0,-55-80-207 0 0,-12-19-630 0 0,-4-6-2597 0 0,-1-8 2099 0 0,-5-3-3985 0 0,-1 0 2963 0 0,2-3-1670 0 0,2 1-373 0 0</inkml:trace>
  <inkml:trace contextRef="#ctx0" brushRef="#br0" timeOffset="836.92">748 180 0 0 0,'0'0'2099'0'0,"0"0"627"0"0,0 0 37 0 0,0 0-169 0 0,0 0-200 0 0,0 0-312 0 0,0 0-318 0 0,0 0-361 0 0,0 0-383 0 0,0 0-325 0 0,0 0-243 0 0,0 0-170 0 0,2-1-117 0 0,-1 1-160 0 0,1 1 0 0 0,-1-1 1 0 0,0 0-1 0 0,0 0 0 0 0,0 1 0 0 0,0-1 0 0 0,0 1 0 0 0,0-1 1 0 0,0 1-1 0 0,0-1 0 0 0,0 1 0 0 0,0-1 0 0 0,0 1 1 0 0,0 0-1 0 0,0 0 0 0 0,0-1 0 0 0,-1 1 0 0 0,1 0 0 0 0,0 0 1 0 0,0 0-1 0 0,-1 0 0 0 0,1 0 0 0 0,-1 0 0 0 0,1 0 1 0 0,-1 0-1 0 0,1 1-5 0 0,52 67 78 0 0,52 47-676 0 0,-82-97-1924 0 0,-21-22-8848 0 0,-2 3 11404 0 0,0-2-6230 0 0</inkml:trace>
  <inkml:trace contextRef="#ctx0" brushRef="#br0" timeOffset="1164.43">898 81 0 0 0,'0'0'2178'0'0,"0"0"774"0"0,0 0 162 0 0,0 0-249 0 0,0 0-519 0 0,0 0-490 0 0,0 0-470 0 0,0 0-357 0 0,0 0-236 0 0,0 0-175 0 0,0 0-121 0 0,-7-11-111 0 0,-22-35-94 0 0,9 29 44 0 0,15 16-284 0 0,-3-1-15 0 0,0 1 0 0 0,-1 0-1 0 0,1 0 1 0 0,-1 0 0 0 0,1 1-1 0 0,-1 1 1 0 0,1-1-1 0 0,0 1 1 0 0,-1 1 0 0 0,1 0-1 0 0,0 0 1 0 0,0 0 0 0 0,-1 1-37 0 0,-123 44-2089 0 0,91-35-1197 0 0,13-7-4240 0 0,19-5-750 0 0</inkml:trace>
</inkml:ink>
</file>

<file path=ppt/ink/ink2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38:28.0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340 6 0 0 0,'0'0'1807'0'0,"0"0"399"0"0,0 0 318 0 0,0 0 112 0 0,0 0-227 0 0,0 0-544 0 0,0 0-600 0 0,0 0-408 0 0,0 0-216 0 0,0 0-77 0 0,0 0-38 0 0,0 0-45 0 0,0 0-46 0 0,-19-1-56 0 0,-61-3-29 0 0,-49 3 735 0 0,81 10-1472 0 0,-1 1-3151 0 0,46-10 2507 0 0,-6-2-3414 0 0,6-3-2020 0 0,3 3 2301 0 0</inkml:trace>
</inkml:ink>
</file>

<file path=ppt/ink/ink2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38:28.3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342 40 0 0 0,'0'0'2673'0'0,"0"0"270"0"0,0 0 91 0 0,0 0-196 0 0,0 0-450 0 0,0 0-510 0 0,0 0-490 0 0,0 0-437 0 0,0 0-292 0 0,0 0-179 0 0,0 0-117 0 0,0 0-68 0 0,0 0-59 0 0,-8-7-52 0 0,-26-18-68 0 0,13 18-3 0 0,16 7-102 0 0,-48 6-27 0 0,38-2-222 0 0,0 0 0 0 0,0 0 0 0 0,-1-2-1 0 0,0 0 1 0 0,1-1 0 0 0,-12-1 238 0 0,-24 0-3729 0 0,12-1-2480 0 0,27 1-2958 0 0</inkml:trace>
</inkml:ink>
</file>

<file path=ppt/ink/ink2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38:44.1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 68 0 0 0,'0'0'1438'0'0,"0"0"1837"0"0,0 0 223 0 0,0 0-456 0 0,0 0-428 0 0,0 0-384 0 0,0 0-372 0 0,0 0-416 0 0,0 0-363 0 0,0 0-257 0 0,0 0-197 0 0,0 0-123 0 0,0 0-113 0 0,1-10-90 0 0,0-29-78 0 0,-1 30-78 0 0,0 9-59 0 0,0 0-56 0 0,0 0-17 0 0,0 0-30 0 0,0 0-37 0 0,0 0-13 0 0,0 0-22 0 0,0 0-2 0 0,0 0 11 0 0,0 0 8 0 0,0 0-4 0 0,0 0 9 0 0,0 0 17 0 0,0 0 16 0 0,0 0 48 0 0,0 0 19 0 0,0 0 27 0 0,3-8 640 0 0,5 6 1 0 0,-8 2-733 0 0,0 0-31 0 0,0 0-32 0 0,0 0-44 0 0,0 0-67 0 0,0 0-112 0 0,0 0-138 0 0,0 0-89 0 0,-4 3-717 0 0,-23 22-4678 0 0,19-20 532 0 0,1-1-4483 0 0</inkml:trace>
</inkml:ink>
</file>

<file path=ppt/ink/ink2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38:42.6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26 644 0 0 0,'0'0'1352'0'0,"0"0"154"0"0,0 0-12 0 0,0 0-158 0 0,0 0-261 0 0,0 0-224 0 0,0 0-145 0 0,0 0-127 0 0,9 1-52 0 0,50 7 1512 0 0,-52-7-1509 0 0,-1 0 1 0 0,0-1-1 0 0,0 0 1 0 0,1-1-1 0 0,-1 1 0 0 0,0-1 1 0 0,0 0-1 0 0,0-1 1 0 0,0 1-1 0 0,1-1-530 0 0,38-28 3454 0 0,-16-10-1795 0 0,-14 20-1266 0 0,1-17 33 0 0,-16 36-446 0 0,0-1-1 0 0,0 0 1 0 0,0 1 0 0 0,-1-1 0 0 0,1 1 0 0 0,0-1-1 0 0,-1 0 1 0 0,1 1 0 0 0,-1-1 0 0 0,1 1 0 0 0,-1-1-1 0 0,0 1 1 0 0,0-1 0 0 0,1 1 0 0 0,-1 0 0 0 0,0-1 0 0 0,0 1-1 0 0,0 0 1 0 0,-1 0 0 0 0,1-1 0 0 0,0 1 0 0 0,0 0-1 0 0,-1 0 1 0 0,1 1 0 0 0,0-1 0 0 0,-1 0 0 0 0,-1 0 20 0 0,-1-2-13 0 0,-28-18 212 0 0,29 19-184 0 0,1 0 0 0 0,-1 0 1 0 0,0 0-1 0 0,0 0 0 0 0,0 0 0 0 0,0 1 0 0 0,0-1 0 0 0,-1 1 0 0 0,1 0 1 0 0,0 0-1 0 0,-1 0 0 0 0,1 0 0 0 0,0 0 0 0 0,-4 1-15 0 0,-59-2 214 0 0,40 15-188 0 0,1 7-6 0 0,10 1 54 0 0,-1 14 78 0 0,8 0 89 0 0,7 71 558 0 0,12-69-124 0 0,3-19-335 0 0,36 10 827 0 0,-27-21-1043 0 0,-1 0 1 0 0,1-1-1 0 0,0-1 0 0 0,0-1 1 0 0,0-1-1 0 0,15-1-124 0 0,72-2 230 0 0,-67-16-1162 0 0,-40 9-1421 0 0,-3 1-2541 0 0,0 2-1938 0 0,0 1-4443 0 0</inkml:trace>
  <inkml:trace contextRef="#ctx0" brushRef="#br0" timeOffset="1066.62">584 8 0 0 0,'0'0'2759'0'0,"0"0"23"0"0,0 0-28 0 0,0 0-131 0 0,0 0-300 0 0,0 0-421 0 0,0 0-453 0 0,0 0-433 0 0,0 0-321 0 0,0 0-230 0 0,0 0-158 0 0,0 0-75 0 0,-2-1-56 0 0,-5-5 20 0 0,7 6-160 0 0,0 0-47 0 0,2 11-320 0 0,25 58 407 0 0,61 145 23 0 0,-38-66-123 0 0,-47-91-29 0 0,-4-56 51 0 0,0 0 0 0 0,0 0 0 0 0,0 0 1 0 0,0 0-1 0 0,0-1 0 0 0,0 1 0 0 0,0 0 0 0 0,0-1 1 0 0,-1 1-1 0 0,1 0 0 0 0,0-1 0 0 0,0 0 0 0 0,-1 1 1 0 0,1-1-1 0 0,0 0 0 0 0,-1 1 0 0 0,1-1 0 0 0,0 0 1 0 0,-1 0-1 0 0,1 0 0 0 0,0 0 0 0 0,-1 0 1 0 0,1-1-1 0 0,0 1 0 0 0,-1 0 0 0 0,0-1 2 0 0,-2 1 56 0 0,-39-20 268 0 0,32 12-241 0 0,2 2 37 0 0,-1-1 0 0 0,1 0 0 0 0,0-1 0 0 0,1 0 0 0 0,0-1 0 0 0,0 1 0 0 0,-5-9-120 0 0,11 12 147 0 0,-1 1-1 0 0,1 0 1 0 0,0-1 0 0 0,0 0 0 0 0,1 1-1 0 0,-1-1 1 0 0,1 0 0 0 0,0 0-1 0 0,1 1 1 0 0,-1-1 0 0 0,1 0-1 0 0,0 0 1 0 0,0-2-147 0 0,1 3 62 0 0,0 1 1 0 0,1-1-1 0 0,0 1 0 0 0,-1 0 0 0 0,1 0 0 0 0,0 0 0 0 0,0 0 1 0 0,1 0-1 0 0,-1 0 0 0 0,1 0 0 0 0,-1 1 0 0 0,1-1 0 0 0,1 1-62 0 0,6-6-9 0 0,1 0 0 0 0,0 1 0 0 0,1 1-1 0 0,0 0 1 0 0,0 0 0 0 0,0 1 0 0 0,1 1-1 0 0,0 0 1 0 0,-1 1 0 0 0,1 0 0 0 0,7 0 9 0 0,21-6-683 0 0,-27 2-450 0 0,-14 6 701 0 0,1 1 0 0 0,-1-1 1 0 0,0 0-1 0 0,0 1 0 0 0,0-1 1 0 0,0 0-1 0 0,0 1 0 0 0,0-1 1 0 0,0 0-1 0 0,0 1 0 0 0,0-1 1 0 0,0 0-1 0 0,-1 1 0 0 0,1-1 1 0 0,0 0-1 0 0,0 1 0 0 0,-1-1 1 0 0,1 1-1 0 0,0-1 0 0 0,-1 0 1 0 0,1 1-1 0 0,-1-1 0 0 0,1 1 1 0 0,0-1-1 0 0,-1 1 0 0 0,1-1 1 0 0,-1 1-1 0 0,1 0 0 0 0,-1-1 0 0 0,0 1 1 0 0,1-1-1 0 0,-1 1 0 0 0,1 0 1 0 0,-1 0-1 0 0,0-1 0 0 0,1 1 1 0 0,-1 0-1 0 0,0 0 432 0 0,-4-4-5121 0 0</inkml:trace>
</inkml:ink>
</file>

<file path=ppt/ink/ink2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38:45.7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522 76 0 0 0,'0'0'3129'0'0,"0"0"94"0"0,0 0-141 0 0,0 0-272 0 0,0 0-460 0 0,0 0-576 0 0,0 0-481 0 0,0 0-407 0 0,0 0-297 0 0,0 0-174 0 0,0 0-91 0 0,0 0-56 0 0,0 0-36 0 0,-18-10-35 0 0,-54-31-39 0 0,18 23 63 0 0,35 15-264 0 0,0 1 0 0 0,0 0 0 0 0,0 2 0 0 0,-1 0 0 0 0,1 2 0 0 0,0 0 0 0 0,0 0 0 0 0,-16 6 43 0 0,-72 19-2373 0 0,36-8-6063 0 0,59-15 790 0 0</inkml:trace>
</inkml:ink>
</file>

<file path=ppt/ink/ink2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38:46.5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159 43 0 0 0,'0'0'1500'0'0,"0"0"1465"0"0,0 0 69 0 0,0 0-496 0 0,0 0-530 0 0,0 0-410 0 0,0 0-270 0 0,0 0-234 0 0,0 0-213 0 0,0 0-179 0 0,0 0-97 0 0,0 0-82 0 0,0 0-71 0 0,3-7-58 0 0,8-21-81 0 0,-8 21-81 0 0,-10 59-1451 0 0,-21 37 1334 0 0,-40 99 386 0 0,53-140-362 0 0,3 0 0 0 0,2 1-1 0 0,-1 20-138 0 0,-1 11 63 0 0,0-27-210 0 0,12-41-2435 0 0,10-11-6061 0 0,-9-1 7438 0 0,0 0-6261 0 0</inkml:trace>
  <inkml:trace contextRef="#ctx0" brushRef="#br0" timeOffset="479.72">298 328 1720 0 0,'0'0'3397'0'0,"0"0"-350"0"0,0 0-289 0 0,0 0-217 0 0,0 0-282 0 0,0 0-412 0 0,0 0-441 0 0,0 0-407 0 0,0 0-330 0 0,0 0-243 0 0,0 0-156 0 0,0 0-112 0 0,0 0-97 0 0,0-3-122 0 0,-9 32-61 0 0,-7 40 241 0 0,16-7-52 0 0,1-57-41 0 0,0-1 0 0 0,0 0 0 0 0,1 0-1 0 0,0 0 1 0 0,0-1 0 0 0,0 1 0 0 0,0 0 0 0 0,0-1 0 0 0,1 1 0 0 0,0-1 0 0 0,0 0 0 0 0,0 0 0 0 0,0 0 0 0 0,0 0 0 0 0,0 0 0 0 0,1-1 0 0 0,1 2-26 0 0,4 0 61 0 0,0 0 0 0 0,1 0 0 0 0,-1-1 0 0 0,0 0-1 0 0,1-1 1 0 0,0 0 0 0 0,0 0 0 0 0,0-1 0 0 0,-1 0 0 0 0,1-1 0 0 0,0 0-1 0 0,0 0 1 0 0,0-1 0 0 0,2-1-61 0 0,90-29 247 0 0,-81 22-259 0 0,19-11-383 0 0,-37 18-46 0 0,5-4-750 0 0,-10 1-6245 0 0,-9 0-71 0 0,7 3 1388 0 0</inkml:trace>
  <inkml:trace contextRef="#ctx0" brushRef="#br0" timeOffset="763.49">540 410 0 0 0,'0'0'3727'0'0,"0"0"-82"0"0,0 0-296 0 0,0 0-576 0 0,0 0-636 0 0,0 0-558 0 0,0 0-476 0 0,0 0-348 0 0,0 0-213 0 0,0 0-164 0 0,0 0-134 0 0,0 0-85 0 0,-2-2-75 0 0,0-2-69 0 0,2 4-13 0 0,0 0 0 0 0,0 1 0 0 0,-1-1 0 0 0,1 0 0 0 0,0 0 1 0 0,0 0-1 0 0,0 0 0 0 0,0 1 0 0 0,0-1 0 0 0,0 0 0 0 0,-1 0 0 0 0,1 0 0 0 0,0 0 0 0 0,0 0 0 0 0,0 0 0 0 0,0 0 0 0 0,-1 1 0 0 0,1-1 0 0 0,0 0 0 0 0,0 0 0 0 0,0 0 0 0 0,-1 0 0 0 0,1 0 0 0 0,0 0 0 0 0,0 0 1 0 0,0 0-1 0 0,-1 0 0 0 0,1 0 0 0 0,0 0 0 0 0,0 0 0 0 0,0 0 0 0 0,0 0 0 0 0,-1 0 0 0 0,1 0 0 0 0,0 0 0 0 0,0 0 0 0 0,0-1 0 0 0,-1 1 0 0 0,1 0 0 0 0,0 0 0 0 0,0 0 0 0 0,0 0 0 0 0,0 0 0 0 0,-1 0-2 0 0,-1 18 234 0 0,0 1-1 0 0,1 0 1 0 0,1 0-1 0 0,1 0 0 0 0,0 0 1 0 0,2 0-1 0 0,3 16-233 0 0,25 91-372 0 0,-29-111-263 0 0,-2-13 221 0 0,1 1 0 0 0,0-1 0 0 0,-1 1 0 0 0,0-1-1 0 0,0 1 1 0 0,0-1 0 0 0,0 1 0 0 0,0-1 0 0 0,0 1-1 0 0,-1-1 1 0 0,1 1 0 0 0,-1-1 0 0 0,0 1 0 0 0,1-1 0 0 0,-1 0-1 0 0,-1 3 415 0 0,-2 0-5182 0 0,1-1-4216 0 0</inkml:trace>
</inkml:ink>
</file>

<file path=ppt/ink/ink2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38:45.0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52 0 0 0,'0'0'2483'0'0,"0"0"102"0"0,0 0-58 0 0,0 0-296 0 0,0 0-250 0 0,0 0-192 0 0,0 0-207 0 0,0 0-174 0 0,0 0-185 0 0,0 0-167 0 0,2-7-158 0 0,7-23-151 0 0,-9 30-723 0 0,0 0 0 0 0,0 1 1 0 0,-1-1-1 0 0,1 0 1 0 0,0 0-1 0 0,0 0 0 0 0,0 1 1 0 0,0-1-1 0 0,0 0 0 0 0,0 0 1 0 0,0 0-1 0 0,0 1 1 0 0,0-1-1 0 0,0 0 0 0 0,1 0 1 0 0,-1 0-1 0 0,0 1 0 0 0,0-1 1 0 0,0 0-1 0 0,0 0 0 0 0,0 0 1 0 0,0 1-1 0 0,0-1 1 0 0,0 0-1 0 0,1 0 0 0 0,-1 0 1 0 0,0 0-1 0 0,0 1 0 0 0,0-1 1 0 0,0 0-1 0 0,0 0 1 0 0,1 0-1 0 0,-1 0 0 0 0,0 0 1 0 0,0 0-1 0 0,0 0 0 0 0,1 0 1 0 0,-1 1-1 0 0,0-1 0 0 0,0 0 1 0 0,0 0-1 0 0,1 0 1 0 0,-1 0-1 0 0,0 0 0 0 0,0 0 1 0 0,0 0-1 0 0,1 0 0 0 0,-1 0 1 0 0,0 0-1 0 0,0 0 1 0 0,0 0-1 0 0,1-1 0 0 0,-1 1 1 0 0,0 0-1 0 0,0 0 0 0 0,0 0 1 0 0,1 0-1 0 0,-1 0 0 0 0,0 0 1 0 0,0 0-1 0 0,0-1-24 0 0,6 22-246 0 0,-6-21 262 0 0,12 53 31 0 0,9 12-26 0 0,11 7-2850 0 0,-28-63 733 0 0,-3-7-1528 0 0,0 0-4335 0 0,-1-2 2633 0 0</inkml:trace>
  <inkml:trace contextRef="#ctx0" brushRef="#br0" timeOffset="306.69">165 1 4489 0 0,'0'0'3491'0'0,"0"0"-590"0"0,0 0-534 0 0,0 0-360 0 0,0 0-382 0 0,0 0-372 0 0,0 0-353 0 0,0 0-270 0 0,0 0-217 0 0,0 0-139 0 0,0 0-68 0 0,0 0-78 0 0,0 0-54 0 0,1 0-41 0 0,2 1-27 0 0,-1 1-1 0 0,0 0 1 0 0,0 0-1 0 0,0 0 1 0 0,0 0-1 0 0,0 0 1 0 0,0 0-1 0 0,0 0 0 0 0,0 1 1 0 0,-1-1-1 0 0,0 1 1 0 0,1-1-1 0 0,-1 1 1 0 0,0 0-1 0 0,0-1 1 0 0,0 1-1 0 0,0 2-5 0 0,4 7-2 0 0,40 84-33 0 0,-8-28-1286 0 0,-30-49-1042 0 0,-6-10-7308 0 0,-1-8 2179 0 0</inkml:trace>
</inkml:ink>
</file>

<file path=ppt/ink/ink2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38:25.0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22 487 0 0 0,'0'0'987'0'0,"0"0"457"0"0,0 0 114 0 0,0 0 5 0 0,0 0-43 0 0,0 0-60 0 0,0 0-90 0 0,-4-7-136 0 0,-14-30 1889 0 0,26 54 3093 0 0,5 16-4875 0 0,5 14-1738 0 0,52 99 663 0 0,-53-114-165 0 0,0-1 1 0 0,3 0 0 0 0,0-2-1 0 0,13 14-101 0 0,37 16 447 0 0,-66-57-413 0 0,0 0-1 0 0,0 0 1 0 0,0-1-1 0 0,0 1 1 0 0,1-1-1 0 0,-1 0 1 0 0,0 0-1 0 0,1 0 1 0 0,-1-1-1 0 0,0 1 1 0 0,1-1 0 0 0,-1 0-1 0 0,1 0 1 0 0,2-1-34 0 0,3-23 16 0 0,-9 16-87 0 0,0-7-59 0 0,0 0-1 0 0,-1 0 1 0 0,0 0 0 0 0,-1-1-1 0 0,-1 1 1 0 0,-1 0 0 0 0,0 1-1 0 0,-1-1 1 0 0,0 0 0 0 0,-1 1-1 0 0,-1 0 131 0 0,8 6-582 0 0,10 22 272 0 0,-5-5 255 0 0,3 1 52 0 0,1 3 50 0 0,2 0 0 0 0,-1-1 0 0 0,1 0 1 0 0,1-1-1 0 0,0-1 0 0 0,1 0 0 0 0,0-1 0 0 0,0 0 0 0 0,1-2 1 0 0,8 4-48 0 0,-22-10 51 0 0,0 0 1 0 0,-1-1 0 0 0,1 1-1 0 0,0 0 1 0 0,-1-1 0 0 0,1 1-1 0 0,0-1 1 0 0,0 1 0 0 0,0-1-1 0 0,-1 0 1 0 0,1 0 0 0 0,0 0-1 0 0,0 0 1 0 0,0 0-1 0 0,0 0 1 0 0,0-1 0 0 0,-1 1-1 0 0,1 0 1 0 0,0-1 0 0 0,0 0-1 0 0,-1 1 1 0 0,1-1 0 0 0,0 0-1 0 0,-1 0 1 0 0,1 0 0 0 0,-1 0-1 0 0,1 0 1 0 0,-1 0 0 0 0,1 0-1 0 0,-1-1 1 0 0,1 0-52 0 0,1-11 36 0 0,0-1-1 0 0,-1 1 0 0 0,-1 0 1 0 0,0-1-1 0 0,-1 1 0 0 0,0 0 1 0 0,-1-1-1 0 0,-1 0-35 0 0,-4-13-151 0 0,0 0 1 0 0,-2 0-1 0 0,-1 0 0 0 0,-8-13 151 0 0,-4-14-436 0 0,-47-110-2189 0 0,61 143-873 0 0,7 21 1610 0 0,1 5-2526 0 0,3 13-845 0 0,-3-10 1057 0 0</inkml:trace>
  <inkml:trace contextRef="#ctx0" brushRef="#br0" timeOffset="764.72">894 794 0 0 0,'0'0'1652'0'0,"0"0"466"0"0,0 0 89 0 0,0 0-188 0 0,0 0-306 0 0,0 0-194 0 0,0 0-103 0 0,0 0-92 0 0,0 0-118 0 0,0 0-162 0 0,-1-10-165 0 0,0-29-182 0 0,0 38-654 0 0,1 0-1 0 0,0 1 0 0 0,0-1 0 0 0,0 0 1 0 0,0 0-1 0 0,0 0 0 0 0,0 1 0 0 0,0-1 0 0 0,1 0 1 0 0,-1 0-1 0 0,0 1 0 0 0,0-1 0 0 0,0 0 0 0 0,1 1 1 0 0,-1-1-1 0 0,0 0 0 0 0,1 1 0 0 0,-1-1 1 0 0,1 0-1 0 0,-1 1 0 0 0,1-1 0 0 0,-1 1 0 0 0,1-1 1 0 0,-1 1-1 0 0,1-1 0 0 0,-1 1 0 0 0,1-1 1 0 0,0 1-1 0 0,-1-1 0 0 0,1 1 0 0 0,0 0 0 0 0,0 0 1 0 0,-1-1-1 0 0,1 1 0 0 0,0 0 0 0 0,-1 0 0 0 0,1 0 1 0 0,0 0-1 0 0,0 0 0 0 0,0-1 0 0 0,0 2-42 0 0,2-2 155 0 0,1 0-151 0 0,1 1 0 0 0,-1 0 0 0 0,0-1 0 0 0,1 2-1 0 0,-1-1 1 0 0,0 0 0 0 0,1 1 0 0 0,-1 0 0 0 0,0 0 0 0 0,1 0 0 0 0,-1 0-1 0 0,0 1 1 0 0,0 0 0 0 0,0-1 0 0 0,0 2 0 0 0,0-1 0 0 0,-1 0 0 0 0,4 3-4 0 0,1 0-35 0 0,-1 0 0 0 0,0 1 1 0 0,0 0-1 0 0,-1 0 0 0 0,0 0 1 0 0,0 1-1 0 0,0 0 0 0 0,-1 0 0 0 0,1 0 1 0 0,-2 0-1 0 0,1 1 0 0 0,2 7 35 0 0,6 62-80 0 0,-14-75 95 0 0,0 0 0 0 0,0 0 0 0 0,0 0 0 0 0,0 0 0 0 0,0 0-1 0 0,0 0 1 0 0,0 0 0 0 0,-1 0 0 0 0,1-1 0 0 0,-1 1 0 0 0,1-1-1 0 0,-1 1 1 0 0,0-1 0 0 0,0 1 0 0 0,0-1 0 0 0,0 0 0 0 0,0 0-1 0 0,0 0 1 0 0,0 0 0 0 0,0 0 0 0 0,0 0 0 0 0,0-1 0 0 0,0 1-1 0 0,0-1 1 0 0,-1 1 0 0 0,1-1 0 0 0,0 0 0 0 0,0 0 0 0 0,-1 0-1 0 0,1 0 1 0 0,0 0 0 0 0,0-1 0 0 0,-1 1-15 0 0,-8 0 186 0 0,-1 0-1 0 0,0 0 1 0 0,0-1 0 0 0,1-1-1 0 0,-1 0 1 0 0,1 0 0 0 0,-1-1 0 0 0,-2-2-186 0 0,4 1 167 0 0,0-1 0 0 0,0 0 0 0 0,0 0 0 0 0,1-1 0 0 0,0 0 0 0 0,0-1 0 0 0,1 0 0 0 0,-5-5-167 0 0,11 9 58 0 0,0 1 0 0 0,1-1 0 0 0,-1 0 0 0 0,0 0-1 0 0,1 0 1 0 0,0-1 0 0 0,0 1 0 0 0,0 0 0 0 0,0 0 0 0 0,0-1 0 0 0,1 1 0 0 0,0 0 0 0 0,-1-1 0 0 0,1 1 0 0 0,0-1 0 0 0,1 1-1 0 0,-1-1-57 0 0,0 1 5 0 0,1-1-186 0 0,1 0 0 0 0,-1 1 0 0 0,1-1 0 0 0,-1 1 0 0 0,1 0 0 0 0,0-1-1 0 0,0 1 1 0 0,1 0 0 0 0,-1 0 0 0 0,1 0 0 0 0,-1 1 0 0 0,1-1 0 0 0,0 1 0 0 0,0-1-1 0 0,0 1 1 0 0,1 0 0 0 0,-1 0 0 0 0,0 0 0 0 0,1 1 0 0 0,-1-1 0 0 0,1 1 0 0 0,1-1 181 0 0,5 0-2275 0 0,-3 2-6041 0 0,-6 0 5688 0 0,1 0-3723 0 0</inkml:trace>
  <inkml:trace contextRef="#ctx0" brushRef="#br0" timeOffset="1314.04">931 937 0 0 0,'0'0'608'0'0,"0"0"1210"0"0,0 0 361 0 0,0 0-169 0 0,0 0-274 0 0,0 0-210 0 0,0 0-146 0 0,0 0-149 0 0,0 0-144 0 0,0 0-104 0 0,0 0-150 0 0,3-8-127 0 0,11-22-117 0 0,-14 29-551 0 0,0 1 0 0 0,0-1 1 0 0,0 1-1 0 0,1-1 0 0 0,-1 1 0 0 0,0-1 0 0 0,1 1 0 0 0,-1-1 0 0 0,0 1 0 0 0,1-1 0 0 0,-1 1 1 0 0,1 0-1 0 0,-1-1 0 0 0,1 1 0 0 0,-1 0 0 0 0,1-1 0 0 0,-1 1 0 0 0,1 0 0 0 0,-1 0 0 0 0,1-1 1 0 0,-1 1-1 0 0,1 0 0 0 0,-1 0 0 0 0,1 0 0 0 0,-1 0 0 0 0,1 0 0 0 0,-1 0 0 0 0,1 0 0 0 0,0 0 1 0 0,-1 0-1 0 0,1 0 0 0 0,-1 0 0 0 0,1 0 0 0 0,-1 0 0 0 0,1 0 0 0 0,0 0 0 0 0,-1 1-38 0 0,2-1 48 0 0,4 0-24 0 0,-1 1-1 0 0,1-1 1 0 0,-1 1 0 0 0,1 0 0 0 0,-1 0 0 0 0,1 1-1 0 0,-1 0 1 0 0,0 0 0 0 0,0 0 0 0 0,0 0 0 0 0,0 1-1 0 0,3 2-23 0 0,-5-3 1 0 0,8 3 2 0 0,-1 1 0 0 0,0 0-1 0 0,-1 0 1 0 0,1 1 0 0 0,-2 1-1 0 0,1-1 1 0 0,-1 2 0 0 0,0-1 0 0 0,0 1-3 0 0,15 24-64 0 0,-21-30 59 0 0,-1 0 1 0 0,1 0 0 0 0,0 0-1 0 0,-1 0 1 0 0,0 1 0 0 0,0-1-1 0 0,0 0 1 0 0,0 1 0 0 0,0-1-1 0 0,-1 1 1 0 0,0-1 0 0 0,1 1 0 0 0,-1-1-1 0 0,-1 1 1 0 0,1-1 0 0 0,0 1-1 0 0,-1 1 5 0 0,-1-2 39 0 0,0-1-1 0 0,-1 0 1 0 0,1 0 0 0 0,0 0-1 0 0,-1 0 1 0 0,1 0 0 0 0,-1 0-1 0 0,1 0 1 0 0,-1-1-1 0 0,0 0 1 0 0,0 1 0 0 0,0-1-1 0 0,0 0 1 0 0,0 0-1 0 0,0-1 1 0 0,0 1 0 0 0,0-1-1 0 0,0 1 1 0 0,0-1 0 0 0,0 0-1 0 0,0 0 1 0 0,-1 0-39 0 0,-90-11 1380 0 0,81 7-1249 0 0,0 0-1 0 0,0 0 1 0 0,1-2 0 0 0,0 1 0 0 0,0-2-1 0 0,0 1 1 0 0,1-2 0 0 0,0 1-1 0 0,0-2 1 0 0,-1-1-131 0 0,10 8 28 0 0,0 0 1 0 0,1 0-1 0 0,-1-1 0 0 0,1 1 0 0 0,0-1 1 0 0,-1 1-1 0 0,1-1 0 0 0,0 0 0 0 0,1 1 1 0 0,-1-1-1 0 0,0 0 0 0 0,1 0 0 0 0,0 1 1 0 0,-1-1-1 0 0,1 0 0 0 0,0 0 0 0 0,0 0 1 0 0,1 1-1 0 0,-1-1 0 0 0,1 0 1 0 0,-1 0-1 0 0,1 1 0 0 0,0-1 0 0 0,0 0 1 0 0,0 1-1 0 0,1-3-28 0 0,2 1-223 0 0,0-1 1 0 0,1 1-1 0 0,-1 0 1 0 0,1 0-1 0 0,0 1 1 0 0,-1 0-1 0 0,2-1 1 0 0,-1 2-1 0 0,0-1 1 0 0,1 1-1 0 0,-1-1 1 0 0,2 1 222 0 0,19-4-3508 0 0,-1 4-3437 0 0,-18 2-2177 0 0</inkml:trace>
  <inkml:trace contextRef="#ctx0" brushRef="#br0" timeOffset="2113.56">667 68 0 0 0,'0'0'731'0'0,"0"0"1008"0"0,0 0 240 0 0,0 0-164 0 0,0 0-253 0 0,0 0-303 0 0,0 0-237 0 0,0 0-180 0 0,0 0-118 0 0,0 0-46 0 0,0 0-98 0 0,11-8-95 0 0,34-24-77 0 0,-1 15 463 0 0,-27 14-590 0 0,0 0 0 0 0,0 1 0 0 0,1 0-1 0 0,-1 2 1 0 0,1 0 0 0 0,1 1-281 0 0,14-1 1050 0 0,-29 19-1320 0 0,-2 114 388 0 0,13-43 169 0 0,26 6 53 0 0,-6-30-361 0 0,-33-60 46 0 0,1 0-1547 0 0,-2-5-9044 0 0,-1-3 4745 0 0</inkml:trace>
  <inkml:trace contextRef="#ctx0" brushRef="#br0" timeOffset="2381.93">1086 326 1856 0 0,'0'0'3478'0'0,"0"0"-334"0"0,0 0-273 0 0,0 0-330 0 0,0 0-457 0 0,0 0-480 0 0,0 0-495 0 0,0 0-365 0 0,0 0-199 0 0,0 0-122 0 0,0 0-84 0 0,0 0-70 0 0,-20-5-73 0 0,-60-13-58 0 0,23 14 8 0 0,48 4-227 0 0,-1 1 0 0 0,1 0 0 0 0,0 1-1 0 0,0 0 1 0 0,0 1 0 0 0,0 0 0 0 0,0 0-1 0 0,0 1 82 0 0,-42 20-6208 0 0,37-17 2119 0 0,7-3-5547 0 0</inkml:trace>
  <inkml:trace contextRef="#ctx0" brushRef="#br0" timeOffset="25685.68">987 353 0 0 0,'0'0'373'0'0,"0"0"550"0"0,0 0 219 0 0,0 0 93 0 0,0 0-20 0 0,0 0-47 0 0,-2-2-20 0 0,-6-8-24 0 0,5 8-14 0 0,3 2-22 0 0,0 0-38 0 0,0 0-93 0 0,0 0-88 0 0,0 0-96 0 0,0 0-83 0 0,0 0-102 0 0,0 0-95 0 0,0 0-109 0 0,0 0-128 0 0,0 0-78 0 0,0 0-85 0 0,0 0-61 0 0,0 0-33 0 0,0 0-57 0 0,7 11-347 0 0,12 38 330 0 0,-1 26 154 0 0,-1-36 198 0 0,-37-38-2673 0 0,10-1-1568 0 0,9 0 3075 0 0,-5 0-8000 0 0</inkml:trace>
</inkml:ink>
</file>

<file path=ppt/ink/ink2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39:40.5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0 0 0,'0'0'0'0'0,"0"0"0"0"0,0 0 0 0 0,0 0 0 0 0,0 0 0 0 0,0 0 0 0 0,0 0 0 0 0,0 0 0 0 0</inkml:trace>
</inkml:ink>
</file>

<file path=ppt/ink/ink2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39:46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76 192 0 0 0,'0'0'411'0'0,"0"0"286"0"0,0 0 27 0 0,-4-6-29 0 0,-16-43 1491 0 0,12 30-174 0 0,1 4 1726 0 0,5 2 2009 0 0,2 13-5352 0 0,0 0-40 0 0,0 0-23 0 0,-10-3 5084 0 0,5-9-5209 0 0,2 4 159 0 0,-9-17-162 0 0,8 9 2878 0 0,5 21-2818 0 0,-1-5-275 0 0,0 0 3 0 0,0 0 19 0 0,7 8 17 0 0,70 70 192 0 0,102 150 92 0 0,-99-112-188 0 0,-22-46-70 0 0,-38-45 84 0 0,16 2 224 0 0,-24-20-373 0 0,17 8-92 0 0,-29-15-33 0 0,0 0-113 0 0,0 0-174 0 0,0 0-257 0 0,0 0-374 0 0,-7-1-2516 0 0,-9-5-4666 0 0,10 4-2226 0 0</inkml:trace>
  <inkml:trace contextRef="#ctx0" brushRef="#br0" timeOffset="767.68">430 26 0 0 0,'0'0'1480'0'0,"0"0"381"0"0,0 0 72 0 0,0 0-12 0 0,0 0 43 0 0,0 0-70 0 0,0 0-96 0 0,0 0-153 0 0,0 0-210 0 0,0 0-124 0 0,0-4-106 0 0,0-8-363 0 0,0 2 2741 0 0,0 10-3009 0 0,0 0-55 0 0,0 0-52 0 0,0 0-68 0 0,0 0-51 0 0,0 0-58 0 0,0 0-55 0 0,0 0-60 0 0,0 0-22 0 0,0 0-59 0 0,0 0-40 0 0,0 0 5 0 0,0 0-47 0 0,0 0 7 0 0,0 0-1 0 0,0 0-22 0 0,0 0-12 0 0,-3 4-342 0 0,-7 16-189 0 0,-38 77 639 0 0,23-44 33 0 0,2 1 0 0 0,2 1 0 0 0,3 1 0 0 0,-2 15-125 0 0,-13 44 311 0 0,-19 15-67 0 0,8-50-46 0 0,33-61-168 0 0,6-12-82 0 0,4-9-6727 0 0,1-2 3692 0 0,0 1-3179 0 0,0 1-4288 0 0</inkml:trace>
  <inkml:trace contextRef="#ctx0" brushRef="#br0" timeOffset="1422.62">648 655 0 0 0,'0'0'1852'0'0,"0"0"418"0"0,0 0 55 0 0,0 0-42 0 0,0 0-224 0 0,0 0-233 0 0,0 0-218 0 0,0 0-205 0 0,0 0-156 0 0,0 0-124 0 0,0 0-134 0 0,2-6-111 0 0,15-26 1141 0 0,-14 30-1938 0 0,0-1 0 0 0,0 2 0 0 0,1-1 1 0 0,-1 0-1 0 0,1 1 0 0 0,0 0 0 0 0,-1-1 0 0 0,1 1 0 0 0,0 1 0 0 0,0-1 1 0 0,-1 1-1 0 0,1-1 0 0 0,0 1 0 0 0,0 0 0 0 0,0 0 0 0 0,0 1 0 0 0,1-1-81 0 0,8 1 43 0 0,-6 0-58 0 0,-1 0-1 0 0,1 0 1 0 0,-1 1 0 0 0,1 0 0 0 0,-1 0 0 0 0,0 1 0 0 0,0 0 0 0 0,0 0 0 0 0,0 0 0 0 0,-1 1 0 0 0,1 0 0 0 0,-1 0 0 0 0,5 5 15 0 0,-8-7-26 0 0,0 2 1 0 0,0-1 0 0 0,0 0-1 0 0,0 0 1 0 0,-1 1-1 0 0,0-1 1 0 0,1 0 0 0 0,-1 1-1 0 0,0 0 1 0 0,0-1 0 0 0,-1 1-1 0 0,1 0 1 0 0,-1-1 0 0 0,0 1-1 0 0,0 0 1 0 0,0-1 0 0 0,-1 1-1 0 0,1 0 26 0 0,0 5-27 0 0,0-5 84 0 0,-1-1 1 0 0,1 1-1 0 0,-1-1 1 0 0,0 1 0 0 0,0-1-1 0 0,0 1 1 0 0,-1-1 0 0 0,1 1-1 0 0,-1-1 1 0 0,0 0-1 0 0,0 0 1 0 0,0 0 0 0 0,0 0-1 0 0,0 0 1 0 0,0-1 0 0 0,-1 1-1 0 0,0-1 1 0 0,1 1-1 0 0,-1-1 1 0 0,0 0 0 0 0,0 0-1 0 0,0 0 1 0 0,0 0 0 0 0,-1-1-1 0 0,1 1 1 0 0,0-1-1 0 0,-1 0 1 0 0,1 0 0 0 0,-1 0-1 0 0,1 0 1 0 0,-1-1 0 0 0,0 1-1 0 0,-2-1-57 0 0,-5 1 166 0 0,0 0 0 0 0,1-1 0 0 0,-1 0 0 0 0,1-1 0 0 0,-1 0-1 0 0,0 0 1 0 0,1-1 0 0 0,0-1 0 0 0,0 0 0 0 0,-1 0 0 0 0,-5-4-166 0 0,12 4 0 0 0,1 0 0 0 0,0 0 0 0 0,0-1 1 0 0,0 1-1 0 0,0-1 0 0 0,1 0 0 0 0,0 0 1 0 0,-1 0-1 0 0,1 0 0 0 0,1 0 0 0 0,-1 0 1 0 0,1-1-1 0 0,-1 1 0 0 0,1-1 0 0 0,1 1 1 0 0,-1-1-1 0 0,0 1 0 0 0,1-1 0 0 0,0 1 0 0 0,0-1 1 0 0,1 1-1 0 0,-1-1 0 0 0,2-4 0 0 0,-2-5-592 0 0,6-6-357 0 0,-3 10-2933 0 0,-1 5-1505 0 0,-2 0-3281 0 0,0 5 1791 0 0</inkml:trace>
  <inkml:trace contextRef="#ctx0" brushRef="#br0" timeOffset="2601.47">1347 501 0 0 0,'0'0'1856'0'0,"0"0"340"0"0,0 0 107 0 0,0 0-228 0 0,0 0-348 0 0,0 0-355 0 0,0 0-296 0 0,0 0-223 0 0,0 0-161 0 0,0 0-139 0 0,0 0-150 0 0,0 0-118 0 0,4 2-106 0 0,13 6 47 0 0,0-2 0 0 0,1 1-1 0 0,0-2 1 0 0,1-1 0 0 0,-1 0 0 0 0,1-1-226 0 0,-1 0 1972 0 0,-27-1 1337 0 0,-280-6-5601 0 0,262 0-2136 0 0,15 1-4117 0 0,7 3 1604 0 0</inkml:trace>
  <inkml:trace contextRef="#ctx0" brushRef="#br0" timeOffset="3009.55">1411 368 0 0 0,'0'0'1176'0'0,"0"0"1341"0"0,0 0 290 0 0,0 0-170 0 0,0 0-326 0 0,0 0-500 0 0,0 0-371 0 0,0 0-277 0 0,0 0-185 0 0,0 0-136 0 0,0 0-140 0 0,0 0-133 0 0,0 0-142 0 0,-7-2-107 0 0,-21-7-94 0 0,-37 7 212 0 0,-132-11-2106 0 0,133 12-2944 0 0,23 2-6425 0 0,35 1 7990 0 0</inkml:trace>
</inkml:ink>
</file>

<file path=ppt/ink/ink2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39:53.9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293 13 4681 0 0,'0'0'3361'0'0,"0"0"-434"0"0,0 0-478 0 0,0 0-417 0 0,0 0-428 0 0,0 0-403 0 0,0 0-321 0 0,0 0-219 0 0,0 0-117 0 0,0 0-92 0 0,0 0-78 0 0,0 0-83 0 0,0 0-74 0 0,0 2-61 0 0,-2 4-45 0 0,2-5-41 0 0,2 3 616 0 0,76-4 165 0 0,-74-2-65 0 0,-12 1-1444 0 0,-12 1-225 0 0,-124 16 1488 0 0,131-16-650 0 0,-3 1-406 0 0,-1-1 1 0 0,1-1 0 0 0,0-1 0 0 0,0 0 0 0 0,0 0 0 0 0,0-2 0 0 0,-8-3 450 0 0,-4-4-4248 0 0,9 3-4482 0 0,13 5 1506 0 0</inkml:trace>
</inkml:ink>
</file>

<file path=ppt/ink/ink2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39:54.4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365 1 5449 0 0,'0'0'3746'0'0,"0"0"-444"0"0,0 0-438 0 0,0 0-491 0 0,0 0-541 0 0,0 0-506 0 0,0 0-389 0 0,0 0-281 0 0,0 0-157 0 0,0 0-95 0 0,0 0-96 0 0,0 0-82 0 0,0 0-64 0 0,-3 0-58 0 0,-12 2-128 0 0,-17 5-176 0 0,-107 1-24 0 0,99-9-319 0 0,-34-2-2305 0 0,27-1-5214 0 0,33 2-2121 0 0</inkml:trace>
</inkml:ink>
</file>

<file path=ppt/ink/ink2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39:55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79 0 0 0,'0'0'1019'0'0,"0"0"197"0"0,0 0 11 0 0,0 0-99 0 0,0 0-97 0 0,0 0-44 0 0,0 0-57 0 0,0 0-84 0 0,0 0-71 0 0,0 0-100 0 0,-3-8-89 0 0,-6-21-61 0 0,-2 14 3960 0 0,12 15 4398 0 0,12 17-8359 0 0,118 125-485 0 0,91 85 345 0 0,-140-156-268 0 0,-61-51-56 0 0,-20-36-6607 0 0,-22-14-6717 0 0,18 25 7639 0 0</inkml:trace>
  <inkml:trace contextRef="#ctx0" brushRef="#br0" timeOffset="748.76">350 31 1816 0 0,'0'0'3337'0'0,"0"0"-239"0"0,0 0-403 0 0,0 0-334 0 0,0 0-355 0 0,0 0-313 0 0,0 0-278 0 0,0 0-252 0 0,0 0-153 0 0,0 0-149 0 0,0 0-117 0 0,0 0-69 0 0,0-6-127 0 0,0-15-97 0 0,0 17 2045 0 0,0 13-3170 0 0,-35 66 522 0 0,-70 234 488 0 0,74-188-187 0 0,16-61-138 0 0,-7-11-11 0 0,1-41-1184 0 0,9-8-468 0 0,-7 0-2981 0 0,8-1-2253 0 0,6 0-3502 0 0</inkml:trace>
  <inkml:trace contextRef="#ctx0" brushRef="#br0" timeOffset="1263">433 437 744 0 0,'0'0'2949'0'0,"0"0"-390"0"0,0 0-484 0 0,0 0-415 0 0,0 0-382 0 0,0 0-358 0 0,0 0-222 0 0,0 0-157 0 0,0 0-154 0 0,0 0-144 0 0,0 0-125 0 0,0 0-94 0 0,0 0-78 0 0,-3 1-44 0 0,3-1 99 0 0,0 0-1 0 0,-1 0 1 0 0,1 1-1 0 0,-1-1 1 0 0,1 0-1 0 0,0 1 0 0 0,-1-1 1 0 0,1 0-1 0 0,0 0 1 0 0,-1 1-1 0 0,1-1 1 0 0,0 1-1 0 0,0-1 0 0 0,-1 0 1 0 0,1 1-1 0 0,0-1 1 0 0,0 1-1 0 0,0-1 1 0 0,-1 0-1 0 0,1 1 0 0 0,0-1 1 0 0,0 1-1 0 0,0-1 1 0 0,0 1-1 0 0,0-1 1 0 0,0 1-1 0 0,0-1 1 0 0,0 0-1 0 0,0 1 0 0 0,0-1 1 0 0,0 1-1 0 0,0-1 1 0 0,1 1-1 0 0,-1-1 1 0 0,0 1-1 0 0,0-1 0 0 0,0 0 1 0 0,0 1-1 0 0,1-1 1 0 0,-1 1-1 0 0,0-1 1 0 0,1 0-1 0 0,-1 1 0 0 0,0-1 1 0 0,0 0-1 0 0,1 1 1 0 0,-1-1-1 0 0,1 0 1 0 0,-1 0-1 0 0,0 1 0 0 0,1-1 1 0 0,-1 0-1 0 0,1 0 1 0 0,-1 0-1 0 0,0 0 1 0 0,1 1-1 0 0,-1-1 1 0 0,1 0-1 0 0,3 4 382 0 0,41 42 133 0 0,-39-42-729 0 0,-2-2-2275 0 0,-3 0-5158 0 0,-1-2 3030 0 0</inkml:trace>
  <inkml:trace contextRef="#ctx0" brushRef="#br0" timeOffset="2119.07">612 527 0 0 0,'0'0'2246'0'0,"0"0"341"0"0,0 0-92 0 0,0 0-310 0 0,0 0-309 0 0,0 0-321 0 0,0 0-319 0 0,0 0-227 0 0,0 0-245 0 0,0 0-168 0 0,0 0-100 0 0,0 0-83 0 0,0 0-66 0 0,7-7-76 0 0,23-19-52 0 0,-3 13 282 0 0,33 2 1189 0 0,-54 10-1029 0 0,10 9-1188 0 0,15 40-121 0 0,-20-8-104 0 0,-11-27 359 0 0,-7 34-122 0 0,-12-1 416 0 0,18-23 251 0 0,1-22-128 0 0,0-1 8 0 0,0 0 16 0 0,0 0 40 0 0,0 0 27 0 0,0 0 64 0 0,0 0 81 0 0,0 0 69 0 0,0 0 65 0 0,0 0 42 0 0,0 0 45 0 0,17 0 1301 0 0,-7 0-1730 0 0,-3 0-310 0 0,-1 1 0 0 0,1-1-1 0 0,0 0 1 0 0,-1-1 0 0 0,1 0 0 0 0,-1 0-1 0 0,1 0 1 0 0,-1-1 0 0 0,0 0 0 0 0,1 0 0 0 0,-1 0-1 0 0,0-1 1 0 0,5-3 258 0 0,5-3-7449 0 0,-12 5-2658 0 0</inkml:trace>
  <inkml:trace contextRef="#ctx0" brushRef="#br0" timeOffset="2672.91">1442 457 992 0 0,'0'0'3121'0'0,"0"0"-321"0"0,0 0-263 0 0,0 0-350 0 0,0 0-372 0 0,0 0-362 0 0,0 0-295 0 0,0 0-185 0 0,0 0-143 0 0,0 0-115 0 0,0 0-129 0 0,0 0-129 0 0,-11-1-122 0 0,-74-10 160 0 0,-73 10-1848 0 0,103 1-3368 0 0,20 0-6088 0 0,30 0 7238 0 0</inkml:trace>
  <inkml:trace contextRef="#ctx0" brushRef="#br0" timeOffset="3053.9">1358 289 1968 0 0,'0'0'4005'0'0,"0"0"-416"0"0,0 0-386 0 0,0 0-549 0 0,0 0-573 0 0,0 0-518 0 0,0 0-428 0 0,0 0-354 0 0,0 0-217 0 0,0 0-132 0 0,0 0-88 0 0,0 0-86 0 0,0 0-106 0 0,-4-2-77 0 0,-14-4-55 0 0,14 5-40 0 0,-9 1-523 0 0,-111 7-573 0 0,44-6-1540 0 0,41 0-1186 0 0,1-1-3932 0 0,23 0 901 0 0</inkml:trace>
</inkml:ink>
</file>

<file path=ppt/ink/ink2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39:51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28 0 0 0,'0'0'635'0'0,"0"0"-55"0"0,0 0-28 0 0,0 0-37 0 0,-4-4-11 0 0,-10-10-24 0 0,9 10 10270 0 0,0 4-6177 0 0,2-2-4069 0 0,5-1 4555 0 0,56 72-5055 0 0,1 6 88 0 0,66 90 49 0 0,-32-40 66 0 0,53 77 288 0 0,-130-175-397 0 0,-13-34-3298 0 0,-18-8-3571 0 0,7 10 728 0 0,-3-1-3132 0 0</inkml:trace>
  <inkml:trace contextRef="#ctx0" brushRef="#br0" timeOffset="719.59">426 92 0 0 0,'0'0'559'0'0,"0"0"1455"0"0,0 0 459 0 0,0 0 105 0 0,0 0-48 0 0,0 0-311 0 0,0 0-326 0 0,0 0-284 0 0,0 0-212 0 0,0 0-210 0 0,0 0-195 0 0,0 0-163 0 0,0 0-161 0 0,-2-2-138 0 0,-7-5-95 0 0,7 5-75 0 0,2 2-68 0 0,0 0-52 0 0,0 0-49 0 0,0 0-47 0 0,0 0-20 0 0,0 0-27 0 0,0 0-21 0 0,0 0-8 0 0,-31 57 2019 0 0,-54 104-2004 0 0,4 65 122 0 0,28-59-7 0 0,29-91-176 0 0,5-52-35 0 0,4-31-925 0 0,-18-22-3853 0 0,12 9-4978 0 0,16 12-820 0 0</inkml:trace>
  <inkml:trace contextRef="#ctx0" brushRef="#br0" timeOffset="1304.08">675 703 2657 0 0,'0'0'2940'0'0,"0"0"-274"0"0,0 0-63 0 0,0 0 26 0 0,0 0-218 0 0,0 0-477 0 0,0 0-490 0 0,0 0-378 0 0,0 0-235 0 0,0 0-113 0 0,0 0-70 0 0,0 0-90 0 0,-3-2-82 0 0,-8-7-89 0 0,8 7-71 0 0,3 2-28 0 0,0 0-44 0 0,0 0-37 0 0,0 0-35 0 0,0 0-24 0 0,0 0-31 0 0,0 0-12 0 0,0 0-9 0 0,0 0-30 0 0,0 0-5 0 0,0 0-5 0 0,0 0-9 0 0,0 0-11 0 0,0 0 0 0 0,0 0-15 0 0,0 0-15 0 0,0 0 15 0 0,0 0-36 0 0,0 17-630 0 0,20 96 837 0 0,-7-55-67 0 0,-12-54 234 0 0,-6-1-5275 0 0,-5-7 1916 0 0,4 0-2602 0 0,-3-2-5003 0 0</inkml:trace>
</inkml:ink>
</file>

<file path=ppt/ink/ink2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40:00.6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63 0 0 0,'0'0'487'0'0,"0"0"266"0"0,0 0 126 0 0,0 0 33 0 0,0 0 113 0 0,0 0 115 0 0,0 0 64 0 0,0 0 114 0 0,0-4-15 0 0,0-16 72 0 0,0 2 5242 0 0,-2 15-6413 0 0,-5 8 7471 0 0,17 3-7623 0 0,77 96-104 0 0,60 62 265 0 0,-4-2 126 0 0,-118-134-272 0 0,40 36 30 0 0,-42-48-108 0 0,-22-18 1113 0 0,-1-2-12607 0 0,-10-1 3549 0 0,6 1 718 0 0</inkml:trace>
  <inkml:trace contextRef="#ctx0" brushRef="#br0" timeOffset="751.38">350 67 0 0 0,'0'0'2106'0'0,"0"0"709"0"0,0 0 7 0 0,0 0-285 0 0,0 0-322 0 0,0 0-384 0 0,0 0-348 0 0,0 0-238 0 0,0 0-207 0 0,0 0-149 0 0,0 0-112 0 0,0 0-155 0 0,-1-7-102 0 0,0-51 3563 0 0,1 57-3973 0 0,0 1 162 0 0,0 0-438 0 0,0 12-712 0 0,-25 48 738 0 0,18-49 133 0 0,-8 16 58 0 0,-51 107 159 0 0,48-80-42 0 0,2 1 1 0 0,2 1 0 0 0,3 5-169 0 0,-21 67 184 0 0,28-110-179 0 0,-1-1 0 0 0,-1 0-1 0 0,0 0 1 0 0,-1 0 0 0 0,-1-1-1 0 0,-5 6-4 0 0,1-14-37 0 0,12-8 14 0 0,0 0-6 0 0,0 0-42 0 0,-16-33-7268 0 0,11 23 1250 0 0,2 2-4580 0 0</inkml:trace>
  <inkml:trace contextRef="#ctx0" brushRef="#br0" timeOffset="1392.53">386 521 0 0 0,'0'0'1250'0'0,"0"0"238"0"0,0 0 91 0 0,0 0-49 0 0,0 0-241 0 0,0 0-366 0 0,0 0-355 0 0,0 0-237 0 0,0 0-122 0 0,0 0-31 0 0,0 0-14 0 0,0 0-31 0 0,0 0-42 0 0,13 9-34 0 0,59 47-36 0 0,-29-22-1820 0 0,-39-27 595 0 0,0 0-3129 0 0,-1-5 1858 0 0</inkml:trace>
  <inkml:trace contextRef="#ctx0" brushRef="#br0" timeOffset="2112.49">617 521 1136 0 0,'0'0'2385'0'0,"0"0"215"0"0,0 0 125 0 0,0 0-122 0 0,0 0-365 0 0,0 0-454 0 0,0 0-318 0 0,0 0-191 0 0,0 0-207 0 0,0 0-273 0 0,0 0-214 0 0,0 0-174 0 0,0 0-149 0 0,2-4-62 0 0,0 2-189 0 0,-1 1 0 0 0,1-1 0 0 0,0 0 0 0 0,-1 1 1 0 0,1-1-1 0 0,0 1 0 0 0,0 0 0 0 0,0 0 1 0 0,0-1-1 0 0,0 1 0 0 0,0 0 0 0 0,0 1 0 0 0,1-1 1 0 0,-1 0-1 0 0,0 1 0 0 0,0-1 0 0 0,1 1-7 0 0,20-3-17 0 0,0 2-1 0 0,0 0 0 0 0,0 1 0 0 0,0 2 1 0 0,-1 0-1 0 0,1 2 0 0 0,1 0 18 0 0,-23-4-50 0 0,-1 0 1 0 0,0 0-1 0 0,1 0 0 0 0,-1 1 0 0 0,0-1 1 0 0,1 0-1 0 0,-1 0 0 0 0,0 0 0 0 0,1 0 0 0 0,-1 0 1 0 0,0 0-1 0 0,1 0 0 0 0,-1 1 0 0 0,0-1 0 0 0,1 0 1 0 0,-1 0-1 0 0,0 0 0 0 0,0 1 0 0 0,1-1 1 0 0,-1 0-1 0 0,0 0 0 0 0,0 1 0 0 0,0-1 0 0 0,1 0 1 0 0,-1 1-1 0 0,0-1 0 0 0,0 0 0 0 0,0 0 0 0 0,0 1 1 0 0,0-1-1 0 0,1 0 0 0 0,-1 1 0 0 0,0-1 1 0 0,0 0-1 0 0,0 1 0 0 0,0-1 0 0 0,0 1 0 0 0,0-1 1 0 0,0 0-1 0 0,0 1 0 0 0,0-1 0 0 0,0 0 0 0 0,-1 1 1 0 0,1-1-1 0 0,0 0 0 0 0,0 1 0 0 0,0-1 1 0 0,0 0-1 0 0,0 0 0 0 0,-1 1 0 0 0,1-1 0 0 0,0 0 1 0 0,0 1-1 0 0,0-1 0 0 0,-1 0 0 0 0,1 0 0 0 0,0 0 1 0 0,-1 1-1 0 0,1-1 0 0 0,0 0 0 0 0,0 0 1 0 0,-1 0-1 0 0,1 1 0 0 0,0-1 0 0 0,-1 0 0 0 0,1 0 50 0 0,-5 6 316 0 0,-27 31-724 0 0,19-4 140 0 0,13-30 217 0 0,0-1 13 0 0,0 0 0 0 0,0 0 0 0 0,0 0 0 0 0,0 0 0 0 0,0 1-1 0 0,0-1 1 0 0,1 0 0 0 0,-1 0 0 0 0,1 0 0 0 0,-1 0 0 0 0,1 0 0 0 0,0 0-1 0 0,0 0 1 0 0,0 0 0 0 0,0 0 0 0 0,0 0 0 0 0,0-1 0 0 0,1 2 38 0 0,17 16-131 0 0,1-1 0 0 0,0-1 1 0 0,1-1-1 0 0,1 0 0 0 0,0-2 0 0 0,21 10 131 0 0,-27-11 158 0 0,-16-13-223 0 0,-24 6-84 0 0,9-3 549 0 0,0 0-1 0 0,0-1 0 0 0,0 0 0 0 0,0-1 0 0 0,0-1 1 0 0,-8-1-400 0 0,-24 1 113 0 0,-81 1-2069 0 0,70-2-6965 0 0,46 1 998 0 0</inkml:trace>
  <inkml:trace contextRef="#ctx0" brushRef="#br0" timeOffset="2752.47">1374 444 2008 0 0,'0'0'3663'0'0,"0"0"-308"0"0,0 0-441 0 0,0 0-540 0 0,0 0-545 0 0,0 0-528 0 0,0 0-432 0 0,0 0-303 0 0,0 0-192 0 0,0 0-133 0 0,0 0-92 0 0,0 0-61 0 0,-4 1-52 0 0,-64 11 41 0 0,-81-16-9344 0 0,141 2 4987 0 0,3 2-2017 0 0</inkml:trace>
  <inkml:trace contextRef="#ctx0" brushRef="#br0" timeOffset="3133.76">1419 268 1984 0 0,'0'0'4232'0'0,"0"0"-535"0"0,0 0-554 0 0,0 0-642 0 0,0 0-624 0 0,0 0-560 0 0,0 0-417 0 0,0 0-264 0 0,0 0-179 0 0,0 0-123 0 0,0 0-93 0 0,0 0-78 0 0,-2 1-62 0 0,-136 6-37 0 0,21-12-1296 0 0,42-1-3126 0 0,54 4-166 0 0,5 2-3920 0 0</inkml:trace>
</inkml:ink>
</file>

<file path=ppt/ink/ink2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40:05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 0 0 0,'0'0'471'0'0,"0"0"333"0"0,0 0 160 0 0,0 0 51 0 0,0 0 24 0 0,0 0-23 0 0,0 0-68 0 0,0 0-86 0 0,0 0-78 0 0,0-2-102 0 0,0-5-109 0 0,0 5-116 0 0,0 2-101 0 0,0 0-43 0 0,0 0 3 0 0,0 0 33 0 0,0 0 59 0 0,0 0 67 0 0,0 0 78 0 0,0 0 82 0 0,0 0 60 0 0,0 0 44 0 0,0 0 18 0 0,0 0 2 0 0,0 0-17 0 0,-1 5 5528 0 0,3 7-5463 0 0,54 29-736 0 0,-2 3-1 0 0,10 12-70 0 0,-26-21 43 0 0,76 78 49 0 0,-29-26 240 0 0,52 39-332 0 0,-88-82 88 0 0,-45-42-84 0 0,-1 0-14 0 0,-3-2-5 0 0,0 0-14 0 0,0 0 15 0 0,0 0 9 0 0,0 0 14 0 0,0 0 13 0 0,0 0-32 0 0,0 0-48 0 0,0 0-61 0 0,0 0-63 0 0,-5-9-3802 0 0,-17-14-8612 0 0,17 19 5098 0 0</inkml:trace>
  <inkml:trace contextRef="#ctx0" brushRef="#br0" timeOffset="738.11">369 74 0 0 0,'0'0'1108'0'0,"0"0"1058"0"0,0 0 191 0 0,0 0-116 0 0,0 0-156 0 0,0 0-210 0 0,0 0-193 0 0,0 0-145 0 0,0 0-208 0 0,0 0-193 0 0,0 0-168 0 0,0 0-200 0 0,0 0-108 0 0,0-8-38 0 0,0-32 1131 0 0,14 29 309 0 0,-27 34-3087 0 0,-10 32 1077 0 0,-1 3 102 0 0,3 0 1 0 0,-8 35-155 0 0,-34 86 368 0 0,53-151-323 0 0,-2 0-1 0 0,-1-1 1 0 0,0-1 0 0 0,-7 7-45 0 0,14-25-81 0 0,0 1-176 0 0,5 0-4577 0 0,1-5-4836 0 0,0-2 280 0 0</inkml:trace>
  <inkml:trace contextRef="#ctx0" brushRef="#br0" timeOffset="1457.08">736 494 2024 0 0,'0'0'3208'0'0,"0"0"-84"0"0,0 0-163 0 0,0 0-499 0 0,0 0-655 0 0,0 0-641 0 0,0 0-465 0 0,0 0-293 0 0,0 0-185 0 0,0 0-102 0 0,0 0-50 0 0,0 0-44 0 0,-1 0-30 0 0,-7 3-101 0 0,8-2 53 0 0,-2 10 1 0 0,0-5 161 0 0,0 0 1 0 0,0 1-1 0 0,1-1 1 0 0,0 1 0 0 0,0 0-1 0 0,1-1 1 0 0,-1 1-1 0 0,1-1 1 0 0,1 4-112 0 0,-1 2 222 0 0,3 36 416 0 0,5-21-75 0 0,-8-27-429 0 0,21 2 4278 0 0,69-11-4063 0 0,12-20-2457 0 0,-94 22-837 0 0,-7 3-2014 0 0,-2 0-4577 0 0,0 2 3667 0 0</inkml:trace>
  <inkml:trace contextRef="#ctx0" brushRef="#br0" timeOffset="1696.81">872 573 0 0 0,'0'0'2626'0'0,"0"0"679"0"0,0 0-134 0 0,0 0-449 0 0,0 0-618 0 0,0 0-543 0 0,0 0-426 0 0,0 0-378 0 0,0 0-256 0 0,0 0-200 0 0,0 0-159 0 0,0 0-78 0 0,-1 3-100 0 0,-2 13 154 0 0,2-1-1 0 0,-1 1 0 0 0,2 0 1 0 0,0-1-1 0 0,1 1 1 0 0,2 8-118 0 0,0 7 99 0 0,11 29-717 0 0,-14-59 250 0 0,2 11-1473 0 0,-2-7-2118 0 0,0-1-4119 0 0,0-4 3785 0 0</inkml:trace>
  <inkml:trace contextRef="#ctx0" brushRef="#br0" timeOffset="2242.14">1327 543 1400 0 0,'0'0'4036'0'0,"0"0"-423"0"0,0 0-642 0 0,0 0-647 0 0,0 0-539 0 0,0 0-414 0 0,0 0-330 0 0,0 0-250 0 0,0 0-223 0 0,0 0-149 0 0,0 0-84 0 0,0 0-47 0 0,0 0-45 0 0,-3 1-67 0 0,-82-5 293 0 0,37-1-826 0 0,-8-1-2367 0 0,22-7-6395 0 0,30 10 4953 0 0,0 1-1298 0 0</inkml:trace>
  <inkml:trace contextRef="#ctx0" brushRef="#br0" timeOffset="2556.21">1312 397 672 0 0,'0'0'5495'0'0,"0"0"-1240"0"0,0 0-822 0 0,0 0-658 0 0,0 0-697 0 0,0 0-678 0 0,0 0-496 0 0,0 0-334 0 0,0 0-202 0 0,0 0-140 0 0,0 0-108 0 0,0 0-67 0 0,0 0-51 0 0,-6-6-97 0 0,-18-18-58 0 0,4 18-223 0 0,17 7 334 0 0,-124 23-1835 0 0,22-23-2197 0 0,37-4-3922 0 0,48 2 256 0 0</inkml:trace>
</inkml:ink>
</file>

<file path=ppt/ink/ink2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40:09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48 115 0 0 0,'0'0'669'0'0,"0"0"174"0"0,0 0 35 0 0,0 0 91 0 0,0 0 74 0 0,0 0-17 0 0,-6-8-50 0 0,-17-25-104 0 0,8 10 4909 0 0,12 18 3744 0 0,17 22-9542 0 0,106 90 466 0 0,26 30 642 0 0,25 7-1091 0 0,-45-37 223 0 0,-119-101-219 0 0,0 1 0 0 0,0 0 0 0 0,0 0 1 0 0,-1 0-1 0 0,0 1 0 0 0,-1 0 0 0 0,1 0 0 0 0,0 3-4 0 0,1-1-357 0 0,-9-10-1769 0 0,-2-2 1493 0 0,-84-51-10615 0 0,73 43 7060 0 0,4 3-1621 0 0</inkml:trace>
  <inkml:trace contextRef="#ctx0" brushRef="#br0" timeOffset="690.42">330 64 0 0 0,'0'0'383'0'0,"0"0"1289"0"0,0 0 377 0 0,0 0-30 0 0,0 0-210 0 0,0 0-290 0 0,0 0-237 0 0,0 0-182 0 0,0 0-138 0 0,0 0-82 0 0,0 0-117 0 0,0 0-90 0 0,1-11-67 0 0,3-31-36 0 0,2 31 5573 0 0,-6 11-5982 0 0,-6 6-283 0 0,-12 26 199 0 0,2 1 0 0 0,1 0 0 0 0,-9 32-77 0 0,-26 106 736 0 0,1 12-71 0 0,35-121-497 0 0,-3 14-36 0 0,8-61-158 0 0,9-14 20 0 0,0-1 17 0 0,0 0-4 0 0,0 0-14 0 0,0 0-14 0 0,0 0-37 0 0,0 0-47 0 0,0 0-67 0 0,-7 0-4912 0 0,3 0-5094 0 0,2 2 1416 0 0</inkml:trace>
  <inkml:trace contextRef="#ctx0" brushRef="#br0" timeOffset="1467.29">661 501 80 0 0,'0'0'2890'0'0,"0"0"-60"0"0,0 0-186 0 0,0 0-278 0 0,0 0-383 0 0,0 0-465 0 0,0 0-431 0 0,0 0-287 0 0,0 0-196 0 0,0 0-186 0 0,0 0-160 0 0,0 0-171 0 0,0 0-176 0 0,0 0-146 0 0,0 4-376 0 0,6 135 1454 0 0,4-87-590 0 0,-4-47 4173 0 0,0-7-3488 0 0,41-5-1669 0 0,42 45 239 0 0,-79-33 463 0 0,-1 1-1 0 0,0 0 0 0 0,0 1 0 0 0,-1 0 1 0 0,0 1-1 0 0,0 0 0 0 0,1 1 30 0 0,-8-7-16 0 0,0-1 1 0 0,1 1-1 0 0,-1-1 0 0 0,0 1 0 0 0,-1-1 0 0 0,1 1 1 0 0,0 0-1 0 0,0-1 0 0 0,-1 1 0 0 0,1 0 0 0 0,-1 0 0 0 0,1 0 1 0 0,-1-1-1 0 0,0 1 0 0 0,0 0 0 0 0,0 0 0 0 0,0 0 1 0 0,0 0-1 0 0,0-1 0 0 0,0 1 0 0 0,-1 0 0 0 0,1 0 0 0 0,0 0 1 0 0,-1-1-1 0 0,0 1 0 0 0,1 0 0 0 0,-1-1 0 0 0,0 1 1 0 0,0 0 15 0 0,-7 3 120 0 0,-1-1 0 0 0,0 0 1 0 0,0 0-1 0 0,0 0 1 0 0,-1-1-1 0 0,1-1 1 0 0,-1 1-1 0 0,1-2 0 0 0,-1 1 1 0 0,0-1-1 0 0,0-1 1 0 0,1 0-1 0 0,-1 0 1 0 0,0-1-1 0 0,-1 0-120 0 0,-14 1-158 0 0,-10-6-1865 0 0,24 1-3132 0 0,4-2-5804 0 0,5 5 6247 0 0</inkml:trace>
  <inkml:trace contextRef="#ctx0" brushRef="#br0" timeOffset="1795.12">679 519 232 0 0,'0'0'3521'0'0,"0"0"-167"0"0,0 0-24 0 0,0 0-392 0 0,0 0-578 0 0,0 0-459 0 0,0 0-445 0 0,0 0-348 0 0,0 0-268 0 0,0 0-226 0 0,0 0-215 0 0,0 0-147 0 0,0 0-90 0 0,14-9-80 0 0,46-31-24 0 0,-14 27-7 0 0,-35 13-41 0 0,158-1-605 0 0,-126 6-3037 0 0,-50 4-7458 0 0,0-7 3739 0 0</inkml:trace>
  <inkml:trace contextRef="#ctx0" brushRef="#br0" timeOffset="2602.6">1310 536 0 0 0,'0'0'2108'0'0,"0"0"608"0"0,0 0 72 0 0,0 0-140 0 0,0 0-317 0 0,0 0-183 0 0,0 0-205 0 0,0 0-285 0 0,0 0-214 0 0,0 0-296 0 0,0 0-215 0 0,0 0-178 0 0,3 0-181 0 0,1-1-628 0 0,4-1 930 0 0,-19-6-189 0 0,3 4-670 0 0,-1 0 1 0 0,0 1 0 0 0,1 0 0 0 0,-1 1 0 0 0,0 0 0 0 0,0 0-1 0 0,0 1 1 0 0,-1 0 0 0 0,1 1 0 0 0,-6 0-18 0 0,-32 1-5395 0 0,8 0-8999 0 0,37-1 9302 0 0</inkml:trace>
  <inkml:trace contextRef="#ctx0" brushRef="#br0" timeOffset="2948.76">1292 327 0 0 0,'0'0'1375'0'0,"0"0"1200"0"0,0 0 402 0 0,0 0 77 0 0,0 0-164 0 0,0 0-363 0 0,0 0-407 0 0,0 0-509 0 0,0 0-449 0 0,0 0-348 0 0,0 0-257 0 0,0 0-150 0 0,0 0-113 0 0,-1-2-123 0 0,0-6-67 0 0,1 6-76 0 0,-170 7-2684 0 0,124-5-1710 0 0,17 0-2568 0 0,14 0-1776 0 0</inkml:trace>
</inkml:ink>
</file>

<file path=ppt/ink/ink2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40:20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36 112 0 0 0,'0'0'529'0'0,"0"0"137"0"0,0 0 26 0 0,0 0-88 0 0,0 0-113 0 0,0 0-76 0 0,0 0-50 0 0,0 0 29 0 0,0 0 26 0 0,-2-9 22 0 0,-8-29-27 0 0,0 19 1598 0 0,3 16 2538 0 0,7 3-3907 0 0,0 0 39 0 0,0 0 5 0 0,0 0-41 0 0,0 0-77 0 0,0 0-44 0 0,0 0-16 0 0,-7-18 3376 0 0,12 18-1281 0 0,147 188-1988 0 0,40 97 706 0 0,-42-69-470 0 0,-69-103-394 0 0,-67-94-391 0 0,-11-15-48 0 0,0 1 0 0 0,1 0 1 0 0,-1-1-1 0 0,1 0 0 0 0,0 0 0 0 0,0 0 0 0 0,1-1 0 0 0,-1 1 0 0 0,1-1 0 0 0,0 0 0 0 0,0 0 0 0 0,0 0 0 0 0,0-1 1 0 0,0 0-1 0 0,3 1-20 0 0,-7-3-104 0 0,-1-1 0 0 0,0 1-1 0 0,0 0 1 0 0,1-1 0 0 0,-1 1 0 0 0,0-1 0 0 0,0 1 0 0 0,0 0 0 0 0,0-1 0 0 0,0 1 0 0 0,1-1 0 0 0,-1 1 0 0 0,0 0 0 0 0,0-1 0 0 0,0 1 0 0 0,0-1 0 0 0,0 1 0 0 0,0-1 0 0 0,0 1 0 0 0,-1 0 0 0 0,1-1 0 0 0,0 1-1 0 0,0-1 1 0 0,0 1 0 0 0,0 0 0 0 0,0-1 0 0 0,-1 1 0 0 0,1-1 0 0 0,0 1 0 0 0,0 0 0 0 0,-1-1 0 0 0,1 1 0 0 0,0 0 0 0 0,0-1 0 0 0,-1 1 0 0 0,1 0 0 0 0,-1 0 0 0 0,1-1 0 0 0,0 1 0 0 0,-1 0 0 0 0,1 0-1 0 0,0 0 1 0 0,-1-1 0 0 0,1 1 0 0 0,-1 0 0 0 0,1 0 104 0 0,-1-1-354 0 0,-51-63-13196 0 0,40 52 5863 0 0</inkml:trace>
  <inkml:trace contextRef="#ctx0" brushRef="#br0" timeOffset="627.77">437 145 0 0 0,'0'0'524'0'0,"0"0"771"0"0,0 0 280 0 0,0 0 101 0 0,0 0 85 0 0,0 0 69 0 0,0 0 15 0 0,0 0-51 0 0,0 0-124 0 0,0 0-153 0 0,0 0-168 0 0,0 0-177 0 0,-6-23-124 0 0,-19-71-93 0 0,19 67 504 0 0,6 27-930 0 0,0 0-154 0 0,0 0-128 0 0,0 0-72 0 0,0 0-85 0 0,0 0-52 0 0,0 0-44 0 0,0 15-370 0 0,0 3 379 0 0,-1 0-1 0 0,-1 1 1 0 0,-1-1-1 0 0,-1 0 1 0 0,0-1-1 0 0,-1 1 0 0 0,-5 9-2 0 0,-30 94 111 0 0,-37 98 292 0 0,18-20 161 0 0,35-93-415 0 0,22-98-227 0 0,0-1 0 0 0,0 1 0 0 0,-1-1 0 0 0,0 0 0 0 0,-1 0 0 0 0,1 0-1 0 0,-1 0 1 0 0,-1-1 0 0 0,1 1 0 0 0,-1-1 0 0 0,0 0 0 0 0,0 0 0 0 0,-1-1 0 0 0,0 0-1 0 0,0 0 1 0 0,0 0 0 0 0,-7 3 78 0 0,-7-2-3072 0 0,6-6-5206 0 0,8 0-2078 0 0</inkml:trace>
  <inkml:trace contextRef="#ctx0" brushRef="#br0" timeOffset="1310.65">642 666 0 0 0,'0'0'1774'0'0,"0"0"806"0"0,0 0 134 0 0,0 0-115 0 0,0 0-243 0 0,0 0-268 0 0,0 0-286 0 0,0 0-362 0 0,0 0-305 0 0,0 0-220 0 0,0 0-158 0 0,0 0-119 0 0,1-16-91 0 0,6-51-93 0 0,3 39 275 0 0,-6 26-632 0 0,1 0-89 0 0,0 0 1 0 0,1 0-1 0 0,-1 1 1 0 0,0-1-1 0 0,1 1 0 0 0,-1 1 1 0 0,1-1-1 0 0,-1 1 1 0 0,1-1-1 0 0,-1 2 1 0 0,1-1-1 0 0,-1 1 0 0 0,1-1 1 0 0,-1 1-1 0 0,1 1 1 0 0,-1-1-1 0 0,0 1 0 0 0,1 0 1 0 0,-1 0-1 0 0,0 1 1 0 0,-1 0-1 0 0,2 0-8 0 0,0 1-11 0 0,0-1 0 0 0,0 1-1 0 0,-1 0 1 0 0,1 1 0 0 0,-1-1-1 0 0,0 1 1 0 0,-1 0 0 0 0,1 0-1 0 0,-1 1 1 0 0,1 1 11 0 0,12 44-126 0 0,-13 64 152 0 0,-4 101 195 0 0,7-176-195 0 0,-7-40 533 0 0,6-3-7617 0 0,-6-5-89 0 0,0 6-19 0 0</inkml:trace>
  <inkml:trace contextRef="#ctx0" brushRef="#br0" timeOffset="1563.47">1017 879 2168 0 0,'0'0'2097'0'0,"0"0"-219"0"0,0 0 3 0 0,0 0 146 0 0,0 0-69 0 0,0 0-268 0 0,0 0-338 0 0,0 0-346 0 0,0 0-247 0 0,0 0-241 0 0,0 0-188 0 0,0 0-157 0 0,-32-8-90 0 0,-100-23-48 0 0,63 24-196 0 0,4 10-1297 0 0,21 1-4924 0 0,31-2-2884 0 0</inkml:trace>
  <inkml:trace contextRef="#ctx0" brushRef="#br0" timeOffset="2035.24">1443 568 0 0 0,'0'0'2663'0'0,"0"0"205"0"0,0 0-236 0 0,0 0-570 0 0,0 0-512 0 0,0 0-422 0 0,0 0-247 0 0,0 0-159 0 0,0 0-101 0 0,0 0-55 0 0,0 0-93 0 0,0 0-21 0 0,-18-6-44 0 0,-55-19-48 0 0,6 13 566 0 0,49 11-791 0 0,-46 0-209 0 0,23 7-2949 0 0,24-4-5587 0 0,15 0 1870 0 0</inkml:trace>
  <inkml:trace contextRef="#ctx0" brushRef="#br0" timeOffset="2332.19">1415 425 0 0 0,'0'0'1743'0'0,"0"0"838"0"0,0 0 114 0 0,0 0-131 0 0,0 0-296 0 0,0 0-444 0 0,0 0-445 0 0,0 0-432 0 0,0 0-314 0 0,0 0-209 0 0,0 0-149 0 0,0 0-99 0 0,0 0-76 0 0,-14-9-32 0 0,-45-26-29 0 0,27 25 1 0 0,25 11-35 0 0,-79 5-639 0 0,2 1-3617 0 0,66-7 25 0 0,7 0-4424 0 0</inkml:trace>
</inkml:ink>
</file>

<file path=ppt/ink/ink2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40:13.9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41 130 0 0 0,'0'0'651'0'0,"0"0"1227"0"0,0 0 279 0 0,0 0-135 0 0,0 0-162 0 0,0 0-146 0 0,0 0-244 0 0,0 0-214 0 0,0 0-173 0 0,0 0-183 0 0,0 0-153 0 0,0 0-92 0 0,-2-3-132 0 0,-5-11-101 0 0,1 4 1680 0 0,4 4-1090 0 0,-2-5 1669 0 0,8 12-1142 0 0,11 15-1626 0 0,142 143 295 0 0,20 22 171 0 0,-56-52 38 0 0,-40-48-92 0 0,-58-62-740 0 0,-30-31-3398 0 0,-23-18-5008 0 0,17 19 2940 0 0,5 3-1103 0 0</inkml:trace>
  <inkml:trace contextRef="#ctx0" brushRef="#br0" timeOffset="770.41">459 105 0 0 0,'0'0'709'0'0,"0"0"650"0"0,0 0 234 0 0,0 0 4 0 0,0 0-24 0 0,0 0-121 0 0,0 0-102 0 0,0 0-110 0 0,0 0-117 0 0,0 0-34 0 0,0 0-71 0 0,0 0-112 0 0,0-14-109 0 0,0-31-328 0 0,0 9 7145 0 0,1 27-6967 0 0,-5 10-1286 0 0,3-1 607 0 0,-56 84 9 0 0,-74 92 424 0 0,60-72-69 0 0,6 9 118 0 0,20-11-166 0 0,16-65-241 0 0,-1-11-4449 0 0,7-8-2154 0 0,19-14-4161 0 0</inkml:trace>
  <inkml:trace contextRef="#ctx0" brushRef="#br0" timeOffset="1859.23">1025 533 0 0 0,'0'0'1804'0'0,"0"0"320"0"0,0 0 116 0 0,0 0-78 0 0,0 0-176 0 0,0 0-321 0 0,0 0-278 0 0,0 0-213 0 0,0 0-185 0 0,0 0-182 0 0,-6-14-156 0 0,-18-38-142 0 0,10 35 349 0 0,11 17-841 0 0,0-1 0 0 0,-1 1 1 0 0,1 0-1 0 0,0 0 0 0 0,-1 0 0 0 0,1 1 0 0 0,0-1 1 0 0,-1 1-1 0 0,1-1 0 0 0,0 1 0 0 0,0 0 0 0 0,-1 1 1 0 0,1-1-1 0 0,0 0 0 0 0,0 1 0 0 0,1 0 0 0 0,-1-1 1 0 0,0 1-1 0 0,0 0 0 0 0,1 1 0 0 0,-2 1-17 0 0,-1-1 46 0 0,-80 72 250 0 0,62-50-123 0 0,9-6 201 0 0,11-12-236 0 0,0 0 0 0 0,1 0 0 0 0,-1 0 0 0 0,2 0 0 0 0,-1 1 0 0 0,1-1 0 0 0,0 0 0 0 0,0 1 0 0 0,1-1 0 0 0,0 3-138 0 0,11 31 617 0 0,-8-37-552 0 0,47 57 590 0 0,-44-57-653 0 0,-1 0-1 0 0,1 0 0 0 0,0 0 0 0 0,0-1 1 0 0,0 0-1 0 0,0 0 0 0 0,0 0 0 0 0,1-1 1 0 0,-1 0-1 0 0,1 0 0 0 0,-1 0 0 0 0,1-1 1 0 0,0 0-1 0 0,6-1-1 0 0,-11 1-6 0 0,1-1 1 0 0,-1 0-1 0 0,0 0 1 0 0,1 0-1 0 0,-1 0 1 0 0,1 0-1 0 0,-1-1 1 0 0,0 1-1 0 0,1-1 1 0 0,-1 0-1 0 0,0 0 1 0 0,0 1-1 0 0,0-1 1 0 0,1-1-1 0 0,-1 1 1 0 0,0 0-1 0 0,0 0 1 0 0,-1-1-1 0 0,1 1 1 0 0,0-1-1 0 0,0 0 1 0 0,-1 1-1 0 0,1-1 1 0 0,-1 0-1 0 0,1 0 1 0 0,-1 0-1 0 0,0 0 1 0 0,0 0-1 0 0,0 0 1 0 0,0-1-1 0 0,0 1 1 0 0,0-2 5 0 0,0 2-39 0 0,0 0 0 0 0,0 0 1 0 0,-1 0-1 0 0,1 0 0 0 0,-1 0 0 0 0,1 0 1 0 0,-1 0-1 0 0,0 0 0 0 0,0 0 0 0 0,0 0 1 0 0,0 0-1 0 0,0 0 0 0 0,-1 0 0 0 0,1 0 1 0 0,-1 0-1 0 0,1 0 0 0 0,-1 0 0 0 0,1 0 1 0 0,-1 0-1 0 0,0 0 0 0 0,0 0 0 0 0,0 0 1 0 0,0 1-1 0 0,-1-1 0 0 0,1 0 0 0 0,0 1 1 0 0,-1-1-1 0 0,1 1 0 0 0,-1 0 0 0 0,1-1 1 0 0,-1 1-1 0 0,0 0 0 0 0,1 0 0 0 0,-1 0 1 0 0,0 0-1 0 0,0 0 0 0 0,0 0 0 0 0,-1 0 39 0 0,-2 0-92 0 0,-1 0 0 0 0,1 0 0 0 0,-1 0 0 0 0,0 1 0 0 0,0 0 0 0 0,1 0 0 0 0,-1 0 0 0 0,0 1 0 0 0,1 0 0 0 0,-1 0 0 0 0,0 1 0 0 0,1-1 0 0 0,-1 1 0 0 0,1 0 0 0 0,-3 2 92 0 0,-25 15-735 0 0,2-2-2781 0 0,10-6-5646 0 0,15-7 3263 0 0</inkml:trace>
  <inkml:trace contextRef="#ctx0" brushRef="#br0" timeOffset="2982.73">1226 322 0 0 0,'0'0'1648'0'0,"0"0"199"0"0,0 0 213 0 0,0 0 93 0 0,0 0-75 0 0,0 0-250 0 0,0 0-402 0 0,0 0-366 0 0,0 0-318 0 0,0 0-246 0 0,0 0-167 0 0,0 0-137 0 0,-2 0-94 0 0,-4-3-53 0 0,5 3-52 0 0,-17 9-65 0 0,-48 7 104 0 0,19-14-3756 0 0,25-11-5102 0 0,17 5 5421 0 0</inkml:trace>
  <inkml:trace contextRef="#ctx0" brushRef="#br0" timeOffset="3387.86">1284 194 0 0 0,'0'0'1955'0'0,"0"0"512"0"0,0 0 179 0 0,0 0-143 0 0,0 0-302 0 0,0 0-462 0 0,0 0-403 0 0,0 0-285 0 0,0 0-243 0 0,0 0-197 0 0,0 0-143 0 0,0 0-120 0 0,-5-6-120 0 0,-24-28-1 0 0,13 34-288 0 0,-53-9 21 0 0,-51-4-2176 0 0,71 10-1586 0 0,19 2-3279 0 0,23 1 1693 0 0</inkml:trace>
  <inkml:trace contextRef="#ctx0" brushRef="#br0" timeOffset="9972.83">1328 344 0 0 0,'0'0'535'0'0,"0"0"90"0"0,0 0 34 0 0,0 0 45 0 0,0 0 14 0 0,0 0-65 0 0,0 0-169 0 0,-1-1-134 0 0,1 0-322 0 0,0 1 0 0 0,0 0 0 0 0,0 0 0 0 0,-1 0-1 0 0,1-1 1 0 0,0 1 0 0 0,0 0 0 0 0,0 0 0 0 0,0-1 0 0 0,0 1 0 0 0,0 0 0 0 0,0-1 0 0 0,0 1 0 0 0,0 0 0 0 0,0 0 0 0 0,0-1 0 0 0,0 1 0 0 0,0 0 0 0 0,0 0 0 0 0,0-1 0 0 0,0 1 0 0 0,0 0 0 0 0,0 0 0 0 0,0-1 0 0 0,0 1 0 0 0,1 0 0 0 0,-1 0 0 0 0,0-1 0 0 0,0 1 0 0 0,0 0 0 0 0,0 0 0 0 0,1 0-1 0 0,-1-1 1 0 0,0 1 0 0 0,0 0 0 0 0,0 0 0 0 0,1 0 0 0 0,-1 0 0 0 0,0-1 0 0 0,0 1 0 0 0,1 0 0 0 0,-1 0 0 0 0,0 0 0 0 0,0 0 0 0 0,1 0 0 0 0,-1 0 0 0 0,0 0 0 0 0,0 0 0 0 0,1 0 0 0 0,-1 0 0 0 0,0 0 0 0 0,0 0 0 0 0,1 0 0 0 0,-1 0 0 0 0,0 0 0 0 0,0 0 0 0 0,1 0 0 0 0,-1 0 0 0 0,0 0-1 0 0,0 0 1 0 0,1 0 0 0 0,-1 0 0 0 0,0 1 0 0 0,0-1 0 0 0,1 0 0 0 0,-1 0 0 0 0,0 0 0 0 0,0 0 0 0 0,0 1 0 0 0,1-1-28 0 0,4 0 1094 0 0,-4 0-567 0 0,-1 0-122 0 0,0 0-143 0 0,0 0-102 0 0,-20 0-512 0 0,-116-13 3808 0 0,117 9-3396 0 0,0 1-1 0 0,0 1 0 0 0,-1 0 1 0 0,1 1-1 0 0,0 1 0 0 0,-2 2-59 0 0,-20 5-1497 0 0,1 1-4027 0 0,32-7-48 0 0</inkml:trace>
</inkml:ink>
</file>

<file path=ppt/ink/ink2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41:44.6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32 367 0 0 0,'0'0'1367'0'0,"0"0"1220"0"0,0 0-36 0 0,0 0-206 0 0,0 0-309 0 0,0 0-349 0 0,0 0-193 0 0,0 0-199 0 0,0 0-137 0 0,0 0-153 0 0,0 0-135 0 0,0 0-122 0 0,0 0-153 0 0,6-5-122 0 0,22-18-105 0 0,-27 22-340 0 0,0 0-1 0 0,1 0 1 0 0,-1 0-1 0 0,1 0 1 0 0,-1 0-1 0 0,1 1 1 0 0,-1-1-1 0 0,1 0 1 0 0,0 1 0 0 0,-1-1-1 0 0,1 1 1 0 0,0 0-1 0 0,0-1 1 0 0,-1 1-1 0 0,1 0 1 0 0,0 0-1 0 0,-1 0 1 0 0,1 0-1 0 0,0 0 1 0 0,0 0 0 0 0,1 1-28 0 0,2 0 11 0 0,0 0-26 0 0,0 1 1 0 0,1 0 0 0 0,-1 0 0 0 0,0 0 0 0 0,0 1-1 0 0,0-1 1 0 0,-1 1 0 0 0,1 1 0 0 0,-1-1 0 0 0,0 0-1 0 0,4 4 15 0 0,1 1-6 0 0,-4-5-13 0 0,-1 1 0 0 0,1 0 0 0 0,-1 1 0 0 0,0-1 0 0 0,0 1 0 0 0,0 0-1 0 0,-1 0 1 0 0,1 0 0 0 0,-1 0 0 0 0,-1 1 0 0 0,1-1 0 0 0,-1 1 0 0 0,0 0 0 0 0,0 0 0 0 0,0-1 0 0 0,-1 1 0 0 0,0 0 0 0 0,0 1 0 0 0,-1-1 0 0 0,1 0 0 0 0,-2 6 19 0 0,0-9 55 0 0,0 0 0 0 0,0 0 0 0 0,0 1 0 0 0,-1-1 0 0 0,1-1 0 0 0,-1 1 0 0 0,0 0 0 0 0,0 0 1 0 0,0-1-1 0 0,0 1 0 0 0,-1-1 0 0 0,1 1 0 0 0,-1-1 0 0 0,1 0 0 0 0,-1 0 0 0 0,0 0 0 0 0,0 0 0 0 0,0-1 0 0 0,0 1 1 0 0,0-1-1 0 0,0 0 0 0 0,0 0 0 0 0,0 0 0 0 0,0 0 0 0 0,-1 0 0 0 0,1-1 0 0 0,0 1 0 0 0,-1-1 0 0 0,-1 0-55 0 0,-6 0 208 0 0,0 0-1 0 0,0 0 1 0 0,1-1-1 0 0,-1-1 0 0 0,0 0 1 0 0,1 0-1 0 0,-1-1 0 0 0,-3-2-207 0 0,11 5 34 0 0,0-1-1 0 0,0 0 1 0 0,0 0-1 0 0,0-1 1 0 0,0 1-1 0 0,0 0 0 0 0,0-1 1 0 0,1 0-1 0 0,-1 1 1 0 0,1-1-1 0 0,-1 0 1 0 0,1-1-1 0 0,0 1 1 0 0,0 0-1 0 0,0-1 0 0 0,0 1 1 0 0,0-1-1 0 0,1 1 1 0 0,-1-1-1 0 0,1 0 1 0 0,-1 0-1 0 0,1 0 0 0 0,0 1 1 0 0,0-1-1 0 0,0-1 1 0 0,1 1-1 0 0,-1 0 1 0 0,1-2-34 0 0,7-37-1229 0 0,24 14-3461 0 0,-10 23-3769 0 0,-15 4-1570 0 0</inkml:trace>
  <inkml:trace contextRef="#ctx0" brushRef="#br0" timeOffset="674.64">546 27 0 0 0,'0'0'979'0'0,"0"0"1717"0"0,0 0 201 0 0,0 0-206 0 0,0 0-201 0 0,0 0-217 0 0,0 0-276 0 0,0 0-275 0 0,0 0-307 0 0,0 0-331 0 0,0 0-263 0 0,0 0-249 0 0,0 0-195 0 0,-1-6-138 0 0,0-1-144 0 0,0-6-161 0 0,0 32-221 0 0,2-4 384 0 0,1 0 0 0 0,0 0 0 0 0,1-1-1 0 0,1 1 1 0 0,0-1 0 0 0,1 1-97 0 0,10 39 130 0 0,5 25-114 0 0,-17-42-272 0 0,-2-12-2863 0 0,-1-25 1991 0 0,0 0-375 0 0,0 0-388 0 0,0-4-6577 0 0,0 2 2111 0 0</inkml:trace>
  <inkml:trace contextRef="#ctx0" brushRef="#br0" timeOffset="923.69">710 204 3217 0 0,'0'0'2880'0'0,"0"0"-411"0"0,0 0-374 0 0,0 0-288 0 0,0 0-243 0 0,0 0-106 0 0,0 0-124 0 0,0 0-226 0 0,0 0-203 0 0,0 0-174 0 0,0 0-133 0 0,0 0-132 0 0,-32-1-123 0 0,-100-7-125 0 0,67 5-68 0 0,35 2-636 0 0,-34 2-623 0 0,23 9-9697 0 0,34-8 1864 0 0</inkml:trace>
</inkml:ink>
</file>

<file path=ppt/ink/ink2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41:43.5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34 0 0 0,'0'0'1063'0'0,"0"0"348"0"0,0 0-34 0 0,0 0-48 0 0,0 0 8 0 0,0 0 14 0 0,0 0-38 0 0,0 0-113 0 0,-13-4 4670 0 0,11 3-5720 0 0,0 0 0 0 0,0 0 0 0 0,0 0 0 0 0,0 0 0 0 0,0 0-1 0 0,0 0 1 0 0,0-1 0 0 0,1 1 0 0 0,-1-1 0 0 0,0 1-1 0 0,1-1 1 0 0,-1 0 0 0 0,1 1 0 0 0,0-1 0 0 0,0 0-1 0 0,-1 0 1 0 0,1 0 0 0 0,0-1-150 0 0,1 3 288 0 0,0 0-30 0 0,0 0-10 0 0,0 0-30 0 0,0 0-28 0 0,0 0-26 0 0,0 0 20 0 0,0 0 22 0 0,2 9 319 0 0,14 29-389 0 0,-12-26-52 0 0,1-1 1 0 0,1 0-1 0 0,0 0 1 0 0,0 0 0 0 0,1-1-1 0 0,0 1 1 0 0,9 7-85 0 0,28 30 302 0 0,43 34-31 0 0,20 11-116 0 0,-63-49-143 0 0,-15-18 1 0 0,-25-20-209 0 0,-4-9-2671 0 0,-31-31-12228 0 0,27 30 10543 0 0</inkml:trace>
  <inkml:trace contextRef="#ctx0" brushRef="#br0" timeOffset="547.26">333 130 0 0 0,'0'0'1152'0'0,"0"0"1498"0"0,0 0 345 0 0,0 0-81 0 0,0 0-281 0 0,0 0-290 0 0,0 0-334 0 0,0 0-318 0 0,0 0-296 0 0,0 0-275 0 0,0 0-232 0 0,0 0-180 0 0,1-9-122 0 0,4-27-102 0 0,-4 27-80 0 0,-1 9-67 0 0,0 0-90 0 0,0 0-91 0 0,0 0-49 0 0,0 0-50 0 0,0 0-20 0 0,0 0-17 0 0,0 0-8 0 0,0 0-20 0 0,0 0-20 0 0,0 0-5 0 0,0 0-6 0 0,0 0 3 0 0,0 0 16 0 0,0 0 4 0 0,0 0-1 0 0,0 0-7 0 0,0 0-9 0 0,0 0-17 0 0,0 0-22 0 0,0 0-21 0 0,-26 29-282 0 0,-78 116 787 0 0,45-62-172 0 0,27-39-98 0 0,16-26-1935 0 0,15-14-5699 0 0,1-4-239 0 0,0 0-148 0 0</inkml:trace>
</inkml:ink>
</file>

<file path=ppt/ink/ink2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41:51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302 33 0 0 0,'0'0'2140'0'0,"0"0"934"0"0,0 0 146 0 0,0 0-273 0 0,0 0-425 0 0,0 0-536 0 0,0 0-426 0 0,0 0-344 0 0,0 0-266 0 0,0 0-222 0 0,0 0-176 0 0,0 0-125 0 0,0 0-78 0 0,1-1-70 0 0,5-5 134 0 0,-5 6-282 0 0,-1 0-43 0 0,0 0-36 0 0,0 0-20 0 0,0 0-14 0 0,0 0-9 0 0,0 0-5 0 0,0 0-17 0 0,0 0-9 0 0,0 0 2 0 0,0 0-16 0 0,-13 0-501 0 0,-160-21-477 0 0,107 16-1334 0 0,39 5-2252 0 0,2 1-4606 0 0,19-1 4305 0 0</inkml:trace>
</inkml:ink>
</file>

<file path=ppt/ink/ink2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41:49.3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32 0 0 0,'0'0'1132'0'0,"0"0"-26"0"0,0 0-51 0 0,0 0-44 0 0,0 0-91 0 0,0 0-112 0 0,0 0-129 0 0,0 0-70 0 0,0 0-17 0 0,0 0-6 0 0,-3-1-11 0 0,-14-5 1193 0 0,9-1 1930 0 0,-11-6-1761 0 0,15 8 656 0 0,8 8-84 0 0,7 14-2834 0 0,26 36 706 0 0,-24-39-264 0 0,129 121 853 0 0,-54-71-707 0 0,-27-12-254 0 0,-36-27-1951 0 0,-21-15-1516 0 0,-3-7-1785 0 0,-1 0-5723 0 0,0-2 9582 0 0</inkml:trace>
  <inkml:trace contextRef="#ctx0" brushRef="#br0" timeOffset="469.26">330 91 216 0 0,'0'0'4489'0'0,"0"0"-754"0"0,0 0-436 0 0,0 0-384 0 0,0 0-463 0 0,0 0-510 0 0,0 0-458 0 0,0 0-365 0 0,0 0-223 0 0,0 0-157 0 0,0 0-133 0 0,0 0-107 0 0,0 0-91 0 0,-1-4-87 0 0,-7-12-77 0 0,6 12-60 0 0,2 4-52 0 0,0 0-36 0 0,0 0-33 0 0,-20 44-498 0 0,-57 50 478 0 0,2-16-29 0 0,45-36-939 0 0,21-15-3011 0 0,8-17-1066 0 0,1-2-4405 0 0,0-4 3216 0 0</inkml:trace>
  <inkml:trace contextRef="#ctx0" brushRef="#br0" timeOffset="1023.19">597 429 0 0 0,'0'0'3877'0'0,"0"0"-602"0"0,0 0-596 0 0,0 0-342 0 0,0 0-221 0 0,0 0-210 0 0,0 0-296 0 0,0 0-315 0 0,0 0-300 0 0,0 0-214 0 0,0 0-141 0 0,0 0-128 0 0,0 0-122 0 0,9-7 191 0 0,-6 6-614 0 0,1-1 0 0 0,-1 2-1 0 0,0-1 1 0 0,0 0 0 0 0,1 1 0 0 0,-1 0-1 0 0,0-1 1 0 0,1 1 0 0 0,-1 0-1 0 0,0 1 1 0 0,1-1 0 0 0,-1 1 0 0 0,0-1-1 0 0,0 1 1 0 0,1 0 0 0 0,-1 0 0 0 0,0 1-1 0 0,0-1 1 0 0,0 1 0 0 0,0-1-1 0 0,0 1 1 0 0,-1 0 0 0 0,1 0 0 0 0,0 0-1 0 0,-1 0 1 0 0,0 1 0 0 0,1-1 0 0 0,-1 1-1 0 0,0-1 1 0 0,0 1 0 0 0,0 0-1 0 0,-1 0 1 0 0,1 0 0 0 0,-1 0 0 0 0,1 0-1 0 0,-1 0 1 0 0,0 0 0 0 0,0 0-1 0 0,-1 1 1 0 0,1-1 0 0 0,0 4 33 0 0,-1-5-17 0 0,0 1 0 0 0,0 0 0 0 0,-1-1 0 0 0,1 1 1 0 0,-1 0-1 0 0,1 0 0 0 0,-1-1 0 0 0,0 1 0 0 0,0-1 0 0 0,0 1 0 0 0,0-1 0 0 0,-1 1 1 0 0,1-1-1 0 0,-1 0 0 0 0,1 1 0 0 0,-1-1 0 0 0,0 0 0 0 0,0 0 0 0 0,0 0 1 0 0,0-1-1 0 0,0 1 0 0 0,0 0 0 0 0,-2 0 17 0 0,-1 1 70 0 0,-1 0 0 0 0,0-1 0 0 0,1 1 0 0 0,-1-1 0 0 0,0 0 0 0 0,0-1-1 0 0,0 0 1 0 0,0 0 0 0 0,0 0 0 0 0,-1-1 0 0 0,1 1 0 0 0,0-2 0 0 0,-5 1-70 0 0,0-1 184 0 0,8 2-146 0 0,0-2 0 0 0,0 1 0 0 0,0 0-1 0 0,0-1 1 0 0,0 1 0 0 0,1-1 0 0 0,-1 0-1 0 0,0 0 1 0 0,0 0 0 0 0,1 0 0 0 0,-1-1-1 0 0,1 1 1 0 0,-1-1 0 0 0,1 1 0 0 0,-1-1-1 0 0,1 0 1 0 0,0 0 0 0 0,0 0 0 0 0,0 0-1 0 0,0 0 1 0 0,0-1 0 0 0,0 1-1 0 0,1 0 1 0 0,-1-1 0 0 0,1 1 0 0 0,0-1-1 0 0,0 0 1 0 0,0 0 0 0 0,0 1 0 0 0,-1-4-38 0 0,1 0-141 0 0,-1 0 0 0 0,1 0 0 0 0,1 0 0 0 0,-1 0 1 0 0,1 0-1 0 0,0 0 0 0 0,0 0 0 0 0,1 0 0 0 0,-1 0 1 0 0,2 0-1 0 0,-1 0 0 0 0,2-5 141 0 0,-2 9-281 0 0,1 1 0 0 0,-1-1-1 0 0,1 1 1 0 0,-1 0 0 0 0,1 0 0 0 0,-1 0 0 0 0,1 0-1 0 0,0 0 1 0 0,0 0 0 0 0,-1 0 0 0 0,1 0-1 0 0,0 1 1 0 0,0-1 0 0 0,0 1 0 0 0,0-1 0 0 0,0 1-1 0 0,0 0 1 0 0,0 0 0 0 0,0 0 0 0 0,0 0 0 0 0,0 0 281 0 0,27 1-10046 0 0,-20 1 4219 0 0</inkml:trace>
</inkml:ink>
</file>

<file path=ppt/ink/ink2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41:55.2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11 0 0 0,'0'0'1042'0'0,"0"0"762"0"0,0 0 144 0 0,0 0-37 0 0,0 0-27 0 0,0 0-124 0 0,0 0-213 0 0,0 0-250 0 0,0 0-239 0 0,0 0-196 0 0,0 0-172 0 0,-3-2-174 0 0,-5-7-133 0 0,8 9-263 0 0,0 1 0 0 0,0-1-1 0 0,0 0 1 0 0,0 0 0 0 0,0 0-1 0 0,0 0 1 0 0,-1 1 0 0 0,1-1 0 0 0,0 0-1 0 0,0 0 1 0 0,0 0 0 0 0,0 0-1 0 0,0 0 1 0 0,0 0 0 0 0,0 1-1 0 0,-1-1 1 0 0,1 0 0 0 0,0 0 0 0 0,0 0-1 0 0,0 0 1 0 0,0 0 0 0 0,0 0-1 0 0,0 0 1 0 0,-1 0 0 0 0,1 0-1 0 0,0 0 1 0 0,0 0 0 0 0,0 0 0 0 0,0 0-1 0 0,-1 0 1 0 0,1 0 0 0 0,0 0-1 0 0,0 0 1 0 0,0 0 0 0 0,0 0-1 0 0,-1 0 1 0 0,1 0 0 0 0,0 0 0 0 0,0 0-1 0 0,0 0 1 0 0,0 0-120 0 0,1 1-456 0 0,6 8 316 0 0,28 42 645 0 0,53 50-50 0 0,105 76-172 0 0,-92-91-318 0 0,-94-80-13 0 0,-10-4-5336 0 0,-15-10-6152 0 0,14 6 6282 0 0</inkml:trace>
  <inkml:trace contextRef="#ctx0" brushRef="#br0" timeOffset="404.4">349 97 0 0 0,'0'0'2966'0'0,"0"0"369"0"0,0 0-107 0 0,0 0-360 0 0,0 0-359 0 0,0 0-337 0 0,0 0-435 0 0,0 0-432 0 0,0 0-307 0 0,0 0-295 0 0,0 0-201 0 0,0 0-120 0 0,0 0-109 0 0,1-3-78 0 0,-1 3-202 0 0,2-10 138 0 0,-1 12-376 0 0,-29 45 193 0 0,-50 36 172 0 0,-1 12-62 0 0,69-78-184 0 0,7-12-103 0 0,0 0 0 0 0,0 0 0 0 0,1 0 0 0 0,-1 0 0 0 0,1 0 0 0 0,0 0 0 0 0,0 1 0 0 0,1-1 0 0 0,0 1 0 0 0,0-1 0 0 0,0 1 0 0 0,1 2 229 0 0,-1-4-1086 0 0,2 4-1437 0 0,0-2-3563 0 0,1-2-3915 0 0</inkml:trace>
  <inkml:trace contextRef="#ctx0" brushRef="#br0" timeOffset="960.88">627 426 0 0 0,'0'0'701'0'0,"0"0"1063"0"0,0 0 315 0 0,0 0-39 0 0,0 0-113 0 0,0 0-193 0 0,0 0-204 0 0,0 0-156 0 0,0 0-199 0 0,0 0-182 0 0,0 0-140 0 0,0 0-109 0 0,9-6-114 0 0,27-18-159 0 0,-36 23-465 0 0,1 0 1 0 0,-1 1 0 0 0,1-1 0 0 0,-1 1-1 0 0,1-1 1 0 0,0 1 0 0 0,-1-1 0 0 0,1 1-1 0 0,0 0 1 0 0,-1-1 0 0 0,1 1 0 0 0,0 0 0 0 0,-1-1-1 0 0,1 1 1 0 0,0 0 0 0 0,0 0 0 0 0,-1 0-1 0 0,1-1 1 0 0,0 1 0 0 0,0 0 0 0 0,-1 0-1 0 0,1 0 1 0 0,0 0 0 0 0,0 1 0 0 0,0-1 0 0 0,-1 0-1 0 0,1 0 1 0 0,0 0 0 0 0,-1 1 0 0 0,1-1-1 0 0,0 0 1 0 0,0 1 0 0 0,-1-1 0 0 0,1 0 0 0 0,0 1-1 0 0,-1-1 1 0 0,1 1 0 0 0,-1-1 0 0 0,1 1-1 0 0,-1-1-6 0 0,1 2 16 0 0,4 1-34 0 0,-1 1 0 0 0,0-1-1 0 0,0 1 1 0 0,-1 0 0 0 0,1 1 0 0 0,-1-1-1 0 0,0 1 1 0 0,0-1 0 0 0,-1 1-1 0 0,1 0 1 0 0,-1 0 0 0 0,0 0-1 0 0,0 0 1 0 0,-1 0 0 0 0,1 1 0 0 0,-1-1-1 0 0,0 0 1 0 0,-1 1 0 0 0,0-1-1 0 0,1 1 1 0 0,-2 3 18 0 0,0-7 53 0 0,-1 0 0 0 0,1 0-1 0 0,-1 0 1 0 0,1 0 0 0 0,-1 0-1 0 0,0-1 1 0 0,0 1 0 0 0,0-1-1 0 0,0 0 1 0 0,0 1 0 0 0,0-1-1 0 0,0 0 1 0 0,0 0 0 0 0,0 0-1 0 0,-1 0 1 0 0,1-1 0 0 0,0 1-1 0 0,-1-1 1 0 0,1 1 0 0 0,-1-1-1 0 0,1 0 1 0 0,-3 0-53 0 0,-7 1 348 0 0,0-1 1 0 0,-1-1-1 0 0,1 0 0 0 0,0-1 1 0 0,0 0-1 0 0,-10-4-348 0 0,15 5 70 0 0,0-1 0 0 0,0 0 1 0 0,0-1-1 0 0,0 1 0 0 0,1-2 1 0 0,-1 1-1 0 0,1 0 0 0 0,0-1 0 0 0,0-1 1 0 0,0 1-1 0 0,0-1 0 0 0,1 0 1 0 0,0 0-1 0 0,0 0 0 0 0,0-1 0 0 0,0 1 1 0 0,-1-5-71 0 0,5 9-47 0 0,1-1 0 0 0,-1 1-1 0 0,1 0 1 0 0,0 0 0 0 0,0 0 0 0 0,-1-1 0 0 0,1 1 0 0 0,0 0 0 0 0,0 0 0 0 0,0 0 0 0 0,0-1 0 0 0,1 1 0 0 0,-1 0-1 0 0,0 0 1 0 0,0 0 0 0 0,1-1 0 0 0,-1 1 0 0 0,1 0 0 0 0,-1 0 0 0 0,1 0 0 0 0,-1 0 0 0 0,1 0 0 0 0,0 0-1 0 0,-1 0 1 0 0,1 0 0 0 0,0 0 0 0 0,0 0 0 0 0,0 0 0 0 0,0 1 0 0 0,-1-1 0 0 0,1 0 0 0 0,1 0 0 0 0,-1 1 0 0 0,0-1-1 0 0,0 1 1 0 0,0-1 0 0 0,0 1 0 0 0,0-1 0 0 0,0 1 0 0 0,1 0 0 0 0,-1 0 0 0 0,1-1 47 0 0,27-4-3406 0 0,-6 4-4137 0 0,-16 1-1891 0 0</inkml:trace>
  <inkml:trace contextRef="#ctx0" brushRef="#br0" timeOffset="5032.24">556 475 0 0 0,'0'0'508'0'0,"0"0"603"0"0,0 0 69 0 0,0 0-57 0 0,0 0-129 0 0,0 0-53 0 0,0 0-15 0 0,0 0-34 0 0,0 0 11 0 0,0 0-76 0 0,0 0-118 0 0,-11-12 2129 0 0,8 7-2536 0 0,1 0 0 0 0,0 0 0 0 0,0 1 0 0 0,0-2 0 0 0,0 1 0 0 0,1 0-1 0 0,0 0 1 0 0,0 0 0 0 0,1 0 0 0 0,-1-1 0 0 0,1 1 0 0 0,0 0 0 0 0,1-6-302 0 0,25-10 556 0 0,28 3-1950 0 0,-16 17-2530 0 0,-32 8-3469 0 0,-4-5 2671 0 0</inkml:trace>
</inkml:ink>
</file>

<file path=ppt/ink/ink2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42:04.4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301 36 0 0 0,'0'0'1458'0'0,"0"0"807"0"0,0 0 201 0 0,0 0-91 0 0,0 0-254 0 0,0 0-331 0 0,0 0-263 0 0,0 0-240 0 0,0 0-214 0 0,0 0-195 0 0,0 0-170 0 0,0 0-135 0 0,0-4-79 0 0,5-9 1089 0 0,-91 17-1753 0 0,-11-15 290 0 0,-2 0-4307 0 0,95 11 3424 0 0,-7 0-2695 0 0,3 3-3846 0 0,8 0 2468 0 0</inkml:trace>
</inkml:ink>
</file>

<file path=ppt/ink/ink2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42:05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8 0 0 0,'0'0'832'0'0,"0"0"1119"0"0,0 0 132 0 0,0 0-157 0 0,0 0-198 0 0,0 0-215 0 0,0 0-136 0 0,0 0-139 0 0,0 0-154 0 0,0 0-145 0 0,0 0-156 0 0,0 0-128 0 0,-2-2-100 0 0,-5-3 547 0 0,20 16-992 0 0,55 53 763 0 0,224 177 372 0 0,-236-192-1313 0 0,-54-42-5750 0 0,-11-8 3634 0 0,-12-8-47 0 0,-2-6-3193 0 0,14 10 1155 0 0</inkml:trace>
  <inkml:trace contextRef="#ctx0" brushRef="#br0" timeOffset="424.83">334 27 0 0 0,'0'0'2925'0'0,"0"0"69"0"0,0 0-179 0 0,0 0-260 0 0,0 0-393 0 0,0 0-376 0 0,0 0-302 0 0,0 0-288 0 0,0 0-241 0 0,0 0-209 0 0,0 0-160 0 0,0 0-104 0 0,0 0-91 0 0,-1-2-89 0 0,1 2-295 0 0,0 0 0 0 0,0-1-1 0 0,0 1 1 0 0,0 0 0 0 0,0 0-1 0 0,-1-1 1 0 0,1 1 0 0 0,0 0-1 0 0,0 0 1 0 0,0-1 0 0 0,0 1-1 0 0,0 0 1 0 0,-1 0 0 0 0,1 0 0 0 0,0-1-1 0 0,0 1 1 0 0,0 0 0 0 0,-1 0-1 0 0,1 0 1 0 0,0 0 0 0 0,0 0-1 0 0,0-1 1 0 0,-1 1 0 0 0,1 0-1 0 0,0 0 1 0 0,0 0 0 0 0,-1 0-1 0 0,1 0 1 0 0,0 0 0 0 0,-1 0-1 0 0,1 0 1 0 0,0 0 0 0 0,0 0 0 0 0,-1 0-1 0 0,1 0 1 0 0,0 0 0 0 0,0 0-1 0 0,-1 0 1 0 0,1 0 0 0 0,0 0-1 0 0,0 0 1 0 0,-1 0 0 0 0,1 1-1 0 0,0-1 1 0 0,0 0 0 0 0,-1 0-1 0 0,1 0 1 0 0,0 0 0 0 0,0 0 0 0 0,0 1-1 0 0,-1-1 1 0 0,1 0 0 0 0,0 0-1 0 0,0 0 1 0 0,0 1 0 0 0,0-1-1 0 0,0 0 1 0 0,-1 0 0 0 0,1 1-1 0 0,0-1 1 0 0,0 0 0 0 0,0 0-1 0 0,0 1 1 0 0,0-1 0 0 0,0 0-1 0 0,0 0 1 0 0,0 1 0 0 0,0-1 0 0 0,0 0-1 0 0,0 1-6 0 0,-8 8-53 0 0,-72 91 242 0 0,19 2-25 0 0,32-38-168 0 0,11-34-1056 0 0,10-9-2520 0 0,5-13-508 0 0,0-1-3452 0 0,3-5 1665 0 0</inkml:trace>
</inkml:ink>
</file>

<file path=ppt/ink/ink2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42:02.5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 0 0 0,'0'0'1543'0'0,"0"0"-19"0"0,0 0-106 0 0,0 0-260 0 0,0 0-237 0 0,0 0-195 0 0,0 0-208 0 0,0 0-131 0 0,0 0-120 0 0,0 0-83 0 0,1-2-63 0 0,4-6-23 0 0,-3 5-2 0 0,-2 3 34 0 0,0 0 50 0 0,0 0 48 0 0,0 0 87 0 0,0 0 81 0 0,0 0 91 0 0,0 0 72 0 0,0 0 2 0 0,0 0-10 0 0,1 4 3378 0 0,3 3-2556 0 0,59 49 503 0 0,130 152-308 0 0,-84-88-1127 0 0,-36-43-302 0 0,-31-35-102 0 0,-72-83-16342 0 0,23 33 10879 0 0</inkml:trace>
  <inkml:trace contextRef="#ctx0" brushRef="#br0" timeOffset="423.57">390 143 0 0 0,'0'0'1280'0'0,"0"0"1315"0"0,0 0 209 0 0,0 0-105 0 0,0 0-182 0 0,0 0-264 0 0,0 0-316 0 0,0 0-326 0 0,0 0-310 0 0,0 0-267 0 0,0 0-195 0 0,0 0-178 0 0,0-5-151 0 0,1-16-130 0 0,0 16-131 0 0,-1 5-91 0 0,0 0-68 0 0,0 0-67 0 0,0 0-19 0 0,0 0-23 0 0,-1 15-626 0 0,-4-4 657 0 0,0-1 0 0 0,-1 0 0 0 0,0 0 0 0 0,-1-1 0 0 0,0 1 0 0 0,0-2 0 0 0,-1 1 0 0 0,-3 2-12 0 0,-15 18 100 0 0,-62 75 80 0 0,84-100-223 0 0,1 1 0 0 0,0 1 0 0 0,0-1 0 0 0,0 0 0 0 0,1 1 0 0 0,-1-1 0 0 0,1 1 0 0 0,1 0 0 0 0,-1 0 0 0 0,1 0 0 0 0,0 0 0 0 0,1 0 0 0 0,-1 5 42 0 0,0 8-3474 0 0,1 0-3284 0 0,0-14-3312 0 0</inkml:trace>
  <inkml:trace contextRef="#ctx0" brushRef="#br0" timeOffset="1030.97">631 511 0 0 0,'0'0'596'0'0,"0"0"1753"0"0,0 0 290 0 0,0 0-287 0 0,0 0-230 0 0,0 0-248 0 0,0 0-303 0 0,0 0-264 0 0,0 0-210 0 0,0 0-191 0 0,0 0-181 0 0,0 0-151 0 0,0 0-123 0 0,5-9-106 0 0,16-24-92 0 0,-20 32-232 0 0,0 0-1 0 0,0 0 1 0 0,0-1-1 0 0,0 1 0 0 0,1 0 1 0 0,-1 0-1 0 0,0 1 1 0 0,1-1-1 0 0,-1 0 0 0 0,0 0 1 0 0,1 0-1 0 0,-1 1 1 0 0,1-1-1 0 0,-1 1 0 0 0,1-1 1 0 0,-1 1-1 0 0,1 0 1 0 0,-1 0-1 0 0,1 0 0 0 0,0-1 1 0 0,0 2-21 0 0,1-2 12 0 0,3 0-19 0 0,-1 1 1 0 0,1 0-1 0 0,-1 0 1 0 0,1 0-1 0 0,0 0 1 0 0,-1 1 0 0 0,1 0-1 0 0,-1 0 1 0 0,1 0-1 0 0,-1 1 1 0 0,0 0 0 0 0,0 0-1 0 0,0 0 1 0 0,0 1-1 0 0,0 0 1 0 0,4 2 6 0 0,-6-3-21 0 0,-1-1 1 0 0,1 1 0 0 0,-1 0-1 0 0,1 0 1 0 0,-1 0-1 0 0,0 0 1 0 0,0 0 0 0 0,0 1-1 0 0,0-1 1 0 0,0 1-1 0 0,0-1 1 0 0,-1 1 0 0 0,1 0-1 0 0,-1-1 1 0 0,0 1-1 0 0,0 0 1 0 0,0 0-1 0 0,0 0 1 0 0,0 0 0 0 0,-1 0-1 0 0,1 0 1 0 0,-1 0-1 0 0,0 0 21 0 0,0 1-6 0 0,0-1 0 0 0,0 0-1 0 0,0 1 1 0 0,0-1-1 0 0,-1 1 1 0 0,0-1-1 0 0,0 0 1 0 0,0 1-1 0 0,0-1 1 0 0,0 0 0 0 0,-1 0-1 0 0,1 0 1 0 0,-1 0-1 0 0,0 0 1 0 0,0 0-1 0 0,0 0 1 0 0,0-1 0 0 0,0 1-1 0 0,0-1 1 0 0,-1 1-1 0 0,0-1 1 0 0,1 0-1 0 0,-2 1 7 0 0,-1 0 107 0 0,0 0-1 0 0,-1 0 1 0 0,1-1-1 0 0,-1 0 1 0 0,1 0-1 0 0,-1 0 0 0 0,0 0 1 0 0,0-1-1 0 0,0 0 1 0 0,0 0-1 0 0,0-1 1 0 0,0 1-1 0 0,0-1 1 0 0,1-1-1 0 0,-1 1 1 0 0,0-1-1 0 0,0 0 0 0 0,0 0 1 0 0,0-1-1 0 0,0 0 1 0 0,1 0-1 0 0,-2 0-106 0 0,2 0 56 0 0,0-1-1 0 0,0 1 1 0 0,0-1-1 0 0,1 0 1 0 0,-1 0-1 0 0,1 0 1 0 0,0 0-1 0 0,0-1 1 0 0,0 0 0 0 0,0 0-1 0 0,1 0 1 0 0,-1 0-1 0 0,1 0 1 0 0,0-2-56 0 0,0 1 14 0 0,1 0 0 0 0,0 0 0 0 0,1 0 0 0 0,-1-1 0 0 0,1 1 1 0 0,0-1-1 0 0,0 1 0 0 0,1-1 0 0 0,0 1 0 0 0,0-5-14 0 0,0 7-79 0 0,0 1 0 0 0,0-1 0 0 0,0 1 0 0 0,0 0 0 0 0,0-1 0 0 0,1 1 0 0 0,-1 0 0 0 0,1-1 0 0 0,0 1 0 0 0,-1 0-1 0 0,1 0 1 0 0,0-1 0 0 0,1 1 0 0 0,-1 0 0 0 0,0 0 0 0 0,0 0 0 0 0,2-1 79 0 0,26-8-3793 0 0,-10 10-1618 0 0,-11 1 536 0 0,-2 0-1844 0 0</inkml:trace>
</inkml:ink>
</file>

<file path=ppt/ink/ink2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42:10.6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7 0 0 0,'0'0'1850'0'0,"0"0"1196"0"0,0 0 53 0 0,0 0-238 0 0,0 0-326 0 0,0 0-364 0 0,0 0-393 0 0,0 0-411 0 0,0 0-348 0 0,0 0-262 0 0,0 0-130 0 0,1-2-102 0 0,3-2 370 0 0,-5 23-1429 0 0,1-8 621 0 0,25 67 140 0 0,24 28-590 0 0,-26-47-2560 0 0,-22-49-1312 0 0,2-4-5386 0 0,0-4 4453 0 0</inkml:trace>
  <inkml:trace contextRef="#ctx0" brushRef="#br0" timeOffset="254.78">255 164 0 0 0,'0'0'2375'0'0,"0"0"623"0"0,0 0-33 0 0,0 0-214 0 0,0 0-432 0 0,0 0-617 0 0,0 0-525 0 0,0 0-399 0 0,0 0-258 0 0,0 0-126 0 0,0 0-62 0 0,0 0-38 0 0,0 0-35 0 0,-13-4-32 0 0,-38-13-59 0 0,-21 10-140 0 0,51 7-324 0 0,-32 5-2611 0 0,17 1-6292 0 0,27-4 2314 0 0</inkml:trace>
</inkml:ink>
</file>

<file path=ppt/ink/ink2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42:15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77 0 0 0,'0'0'104'0'0,"0"0"121"0"0,0 0 18 0 0,0 0 55 0 0,0 0 59 0 0,-3-4 0 0 0,-20-18 1366 0 0,4 1 4305 0 0,7 6-1905 0 0,3 0 1354 0 0,13 19-1614 0 0,29 38-4142 0 0,31 53 251 0 0,-41-59 31 0 0,1-1-1 0 0,2-1 1 0 0,2-1-1 0 0,1-2 1 0 0,2 1-3 0 0,-19-19 9 0 0,74 64-68 0 0,-11-9 98 0 0,-75-68-71 0 0,0 0 0 0 0,0 0 0 0 0,0 0 0 0 0,-1-1 1 0 0,1 1-1 0 0,0 0 0 0 0,0 0 0 0 0,0 0 0 0 0,0-1 0 0 0,0 1 1 0 0,0 0-1 0 0,0 0 0 0 0,0-1 0 0 0,-1 1 0 0 0,1 0 0 0 0,0-1 0 0 0,0 1 1 0 0,0 0-1 0 0,0 0 0 0 0,0-1 0 0 0,0 1 0 0 0,1 0 0 0 0,-1 0 1 0 0,0-1-1 0 0,0 1 0 0 0,0 0 0 0 0,0 0 0 0 0,0-1 0 0 0,0 1 1 0 0,0 0-1 0 0,0 0 0 0 0,1-1 0 0 0,-1 1 0 0 0,0 0 0 0 0,0 0 0 0 0,0 0 1 0 0,0 0-1 0 0,1-1 0 0 0,-1 1 0 0 0,0 0 0 0 0,0 0 0 0 0,1 0 1 0 0,-1 0-1 0 0,0 0 0 0 0,0-1 0 0 0,0 1 0 0 0,1 0 0 0 0,-1 0 1 0 0,0 0-1 0 0,0 0 0 0 0,1 0 0 0 0,-1 0 0 0 0,0 0 0 0 0,1 0 0 0 0,-1 0 1 0 0,0 0-1 0 0,0 0 32 0 0,-70-54-16955 0 0,60 46 13232 0 0</inkml:trace>
  <inkml:trace contextRef="#ctx0" brushRef="#br0" timeOffset="530.84">343 102 0 0 0,'0'0'994'0'0,"0"0"929"0"0,0 0 186 0 0,0 0-134 0 0,0 0-91 0 0,0 0-137 0 0,0 0-92 0 0,0 0-127 0 0,0 0-194 0 0,0 0-186 0 0,0 0-159 0 0,0 0-144 0 0,-3-6-171 0 0,-9-21-115 0 0,8 20-135 0 0,4 7-130 0 0,0 0-77 0 0,0 0-54 0 0,0 0-42 0 0,0 0-24 0 0,-32 42 275 0 0,-7 24 71 0 0,-36 55-43 0 0,44-65-240 0 0,11-28-173 0 0,-10 12-1834 0 0,23-36-686 0 0,1-4-4494 0 0,4 0 1013 0 0,1 0 1393 0 0</inkml:trace>
  <inkml:trace contextRef="#ctx0" brushRef="#br0" timeOffset="1082.91">593 411 0 0 0,'0'0'1292'0'0,"0"0"837"0"0,0 0 157 0 0,0 0-69 0 0,0 0-174 0 0,0 0-278 0 0,0 0-266 0 0,0 0-204 0 0,0 0-244 0 0,0 0-198 0 0,0 0-119 0 0,0 0-157 0 0,5-4-99 0 0,15-16-77 0 0,-20 20-392 0 0,1-1 0 0 0,0 1 0 0 0,-1-1 0 0 0,1 1 0 0 0,-1-1 0 0 0,1 1 0 0 0,0-1 0 0 0,-1 1 0 0 0,1 0 0 0 0,-1 0 0 0 0,1-1 0 0 0,0 1 0 0 0,0 0 0 0 0,-1 0 0 0 0,1 0 0 0 0,0 0 0 0 0,-1 0 0 0 0,1 0 0 0 0,0 0 0 0 0,0 0-1 0 0,-1 0 1 0 0,1 0 0 0 0,0 0 0 0 0,-1 0 0 0 0,1 0 0 0 0,0 0 0 0 0,0 1 0 0 0,-1-1 0 0 0,1 0 0 0 0,-1 1 0 0 0,1-1 0 0 0,0 0 0 0 0,-1 1 0 0 0,1-1 0 0 0,-1 1 0 0 0,1-1 0 0 0,-1 1 0 0 0,1-1 0 0 0,-1 1 0 0 0,1 0-9 0 0,2 1 13 0 0,1 2-41 0 0,1 0-1 0 0,-1 0 1 0 0,0 1-1 0 0,-1-1 1 0 0,1 1-1 0 0,-1 0 1 0 0,0 0-1 0 0,0 0 1 0 0,-1 0-1 0 0,1 1 1 0 0,-1-1-1 0 0,0 1 1 0 0,0-1-1 0 0,-1 1 1 0 0,1 4 28 0 0,-1 57-66 0 0,-2-65 92 0 0,0 1 0 0 0,0-1 0 0 0,0 0 0 0 0,0 1 0 0 0,-1-1 0 0 0,1 0 0 0 0,-1 0 0 0 0,0 0 1 0 0,0 0-1 0 0,1 0 0 0 0,-1 0 0 0 0,-1 0 0 0 0,1-1 0 0 0,0 1 0 0 0,0-1 0 0 0,0 1 0 0 0,-1-1 1 0 0,1 0-1 0 0,-1 0 0 0 0,1 0 0 0 0,-1 0 0 0 0,1-1 0 0 0,-1 1 0 0 0,0-1 0 0 0,1 1 0 0 0,-3-1-26 0 0,-3 0 135 0 0,1 1-1 0 0,-1-2 1 0 0,1 1-1 0 0,-1-1 0 0 0,1 0 1 0 0,-1-1-1 0 0,1 0 1 0 0,0 0-1 0 0,0-1 1 0 0,0 1-1 0 0,0-2 0 0 0,0 1 1 0 0,0-1-1 0 0,-3-2-134 0 0,1 0 87 0 0,6 5-62 0 0,1 0 0 0 0,-1 0 0 0 0,1-1-1 0 0,-1 1 1 0 0,1-1 0 0 0,0 0-1 0 0,-1 1 1 0 0,1-1 0 0 0,0 0-1 0 0,0 0 1 0 0,1-1 0 0 0,-1 1-1 0 0,0 0 1 0 0,1-1 0 0 0,-2-1-25 0 0,-11-38 356 0 0,13 34-326 0 0,0 6-105 0 0,1-1-1 0 0,-1 1 1 0 0,1-1-1 0 0,0 0 1 0 0,-1 0-1 0 0,1 1 1 0 0,1-1-1 0 0,-1 0 0 0 0,0 1 1 0 0,1-1-1 0 0,-1 1 1 0 0,1-1-1 0 0,0 0 1 0 0,0 1-1 0 0,0-1 1 0 0,0 1-1 0 0,0 0 0 0 0,0-1 1 0 0,1 1-1 0 0,0-1 76 0 0,26-10-4048 0 0,-8 13-2538 0 0,-11 0 2321 0 0,0 0-1228 0 0</inkml:trace>
  <inkml:trace contextRef="#ctx0" brushRef="#br0" timeOffset="1617.01">1029 234 0 0 0,'0'0'2678'0'0,"0"0"37"0"0,0 0 39 0 0,0 0-175 0 0,0 0-354 0 0,0 0-355 0 0,0 0-426 0 0,0 0-367 0 0,0 0-296 0 0,0 0-169 0 0,0 0-96 0 0,2-1-99 0 0,1-1-374 0 0,2-2 348 0 0,-16 2-30 0 0,-58-6 27 0 0,-77-9-1284 0 0,145 17 731 0 0,-22-2-2019 0 0,8 1-6597 0 0,12 1-44 0 0</inkml:trace>
</inkml:ink>
</file>

<file path=ppt/ink/ink2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41:24.2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4 235 0 0 0,'0'0'2070'0'0,"0"0"232"0"0,0 0-19 0 0,0 0-147 0 0,0 0-173 0 0,0 0-224 0 0,0 0-222 0 0,0 0-213 0 0,0 0-230 0 0,0 0-220 0 0,0 0-255 0 0,0-3-179 0 0,-3-4-124 0 0,5 11-50 0 0,29 31 130 0 0,33 28 433 0 0,103 61 63 0 0,24-6-353 0 0,-187-116-215 0 0,-5-1-402 0 0,1-1-1 0 0,0 0 1 0 0,0 0-1 0 0,0 0 1 0 0,-1 1-1 0 0,1-1 1 0 0,0 0-1 0 0,0 0 1 0 0,0 0-1 0 0,0 1 1 0 0,0-1-1 0 0,0 0 1 0 0,-1 0-1 0 0,1 1 1 0 0,0-1-1 0 0,0 0 1 0 0,0 0-1 0 0,0 1 1 0 0,0-1-1 0 0,0 0 1 0 0,0 1-1 0 0,0-1 1 0 0,0 0-1 0 0,0 0 1 0 0,0 1-1 0 0,0-1 1 0 0,0 0-1 0 0,0 0 1 0 0,0 1-1 0 0,1-1 1 0 0,-1 0-1 0 0,0 0 1 0 0,0 1-1 0 0,0-1 1 0 0,0 0-1 0 0,0 0 1 0 0,1 1 0 0 0,-1-1-1 0 0,0 0 1 0 0,0 0-1 0 0,0 0 1 0 0,1 0-1 0 0,-1 1 1 0 0,0-1-1 0 0,0 0 1 0 0,0 0-1 0 0,1 0 1 0 0,-1 0 98 0 0,-33-6-7117 0 0,19 0 1664 0 0,5 2 1067 0 0</inkml:trace>
  <inkml:trace contextRef="#ctx0" brushRef="#br0" timeOffset="424.91">337 260 3801 0 0,'0'0'3103'0'0,"0"0"-653"0"0,0 0-331 0 0,0 0-132 0 0,0 0-166 0 0,0 0-313 0 0,0 0-322 0 0,0 0-264 0 0,0 0-173 0 0,0 0-124 0 0,0 0-57 0 0,0 0-74 0 0,0 0-86 0 0,-5-2-68 0 0,-17-9-95 0 0,16 8-60 0 0,6 3-59 0 0,-16 115 982 0 0,1-60-1043 0 0,-23 33-19 0 0,-31 14-364 0 0,53-73-2315 0 0,14-22-2535 0 0,1-1-4414 0 0,1-6 3427 0 0</inkml:trace>
  <inkml:trace contextRef="#ctx0" brushRef="#br0" timeOffset="1004.63">613 485 5729 0 0,'0'0'4281'0'0,"0"0"-1359"0"0,0 0-656 0 0,0 0-200 0 0,0 0-238 0 0,0 0-405 0 0,0 0-455 0 0,0 0-346 0 0,0 0-221 0 0,0 0-118 0 0,0 0-64 0 0,0 0-63 0 0,0 3-32 0 0,5 28 1 0 0,4-17-100 0 0,-3-7-23 0 0,-1 1 0 0 0,0-1 0 0 0,0 1 1 0 0,-1 0-1 0 0,0 0 0 0 0,-1 1 1 0 0,0-1-1 0 0,0 1 0 0 0,0 1-2 0 0,3 16 16 0 0,14-26 1071 0 0,307 0-1628 0 0,-325-5-1669 0 0,-9-7-6024 0 0,-9 5 14 0 0,10 5 2864 0 0</inkml:trace>
  <inkml:trace contextRef="#ctx0" brushRef="#br0" timeOffset="1274.28">875 557 5001 0 0,'0'0'4284'0'0,"0"0"-865"0"0,0 0-690 0 0,0 0-493 0 0,0 0-510 0 0,0 0-517 0 0,0 0-430 0 0,0 0-312 0 0,0 0-178 0 0,0 0-106 0 0,0 0-71 0 0,0 0-47 0 0,0 0 19 0 0,0 6 29 0 0,0 8-63 0 0,-1-1 145 0 0,1 0 1 0 0,0 0-1 0 0,1 1 0 0 0,1-1 0 0 0,0 0 0 0 0,3 8-195 0 0,37 87-9 0 0,-31-63-2461 0 0,-11-24-7742 0 0,0-19 1194 0 0</inkml:trace>
  <inkml:trace contextRef="#ctx0" brushRef="#br0" timeOffset="86570.64">1032 52 0 0 0,'0'0'171'0'0,"0"0"460"0"0,0 0 109 0 0,0 0-39 0 0,0 0-30 0 0,0 0-127 0 0,0 0-61 0 0,0 0-32 0 0,-7-4-46 0 0,-24-12-30 0 0,7 7 1655 0 0,-6-2 33 0 0,25 2 3123 0 0,5 9-4492 0 0,0 0-16 0 0,0 0-24 0 0,3-3 5552 0 0,2 3-6023 0 0,5 4-198 0 0,-1 1 0 0 0,1-1-1 0 0,-1 1 1 0 0,0 1 0 0 0,-1 0 0 0 0,1 0-1 0 0,-1 1 1 0 0,0 0 0 0 0,-1 0-1 0 0,0 1 1 0 0,0 0 0 0 0,0 0 0 0 0,-1 1 15 0 0,95 130 36 0 0,-58-75 29 0 0,29 54-6 0 0,-64-104-17 0 0,0 0 1 0 0,-1 1-1 0 0,-1 0 1 0 0,0 1-1 0 0,-2-1 1 0 0,1 1-1 0 0,-2 0 1 0 0,2 14-43 0 0,3 111 601 0 0,-11-129-599 0 0,-2 0 0 0 0,1 0 0 0 0,-2 0 0 0 0,1-1 0 0 0,-2 0 0 0 0,1 0 0 0 0,-2 0 0 0 0,1-1 0 0 0,-1 0 0 0 0,-1 0 0 0 0,0-1 0 0 0,0 0 0 0 0,-1-1 0 0 0,0 0 0 0 0,-6 4-2 0 0,-45 44-10097 0 0,55-48-692 0 0</inkml:trace>
</inkml:ink>
</file>

<file path=ppt/ink/ink2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41:21.0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401 415 0 0 0,'0'0'325'0'0,"0"0"348"0"0,0 0 112 0 0,0 0 39 0 0,-3-4 36 0 0,1 0-776 0 0,-17-30 5499 0 0,16 15-2042 0 0,7 12 7933 0 0,1 8-12366 0 0,10 6 924 0 0,0 0 0 0 0,-1 1-1 0 0,0 0 1 0 0,0 1 0 0 0,-1 1 0 0 0,0 0-1 0 0,-1 0 1 0 0,0 2 0 0 0,-1-1 0 0 0,0 2-1 0 0,0 0-31 0 0,80 95 376 0 0,-83-97-296 0 0,1 0-1 0 0,0-1 1 0 0,1 0-1 0 0,0-1 1 0 0,1 0-1 0 0,0 0 1 0 0,0-1-80 0 0,56 31 398 0 0,-63-40-2706 0 0,-31-21-4886 0 0,7 6-575 0 0,13 11 103 0 0</inkml:trace>
  <inkml:trace contextRef="#ctx0" brushRef="#br0" timeOffset="611.37">717 364 0 0 0,'0'0'2343'0'0,"0"0"116"0"0,0 0-33 0 0,0 0-187 0 0,0 0-198 0 0,0 0-219 0 0,0 0-206 0 0,0 0-199 0 0,0 0-194 0 0,0 0-184 0 0,0 0-128 0 0,0 0-115 0 0,0-4-90 0 0,0-14 1532 0 0,8 18-5 0 0,-8 0-2285 0 0,-7 6-64 0 0,-3 14 131 0 0,-18 20 58 0 0,-24 79 78 0 0,20-30 27 0 0,11-30-58 0 0,16-46-218 0 0,5-12 71 0 0,0 0 0 0 0,0 0 0 0 0,-1 0 0 0 0,1 0 1 0 0,0 0-1 0 0,-1 0 0 0 0,1 0 0 0 0,0 0 0 0 0,-1 0 0 0 0,1-1 0 0 0,-1 1 0 0 0,0 0 1 0 0,1 0-1 0 0,-1 0 0 0 0,1-1 0 0 0,-1 1 0 0 0,0 0 0 0 0,0 0 0 0 0,0-1 0 0 0,1 1 1 0 0,-1-1-1 0 0,0 1 0 0 0,0-1 0 0 0,0 1 0 0 0,0-1 0 0 0,0 0 0 0 0,0 1 0 0 0,0-1 1 0 0,0 0-1 0 0,0 0 0 0 0,0 0 0 0 0,-1 1 27 0 0,-8-1-3489 0 0,0 0-6501 0 0,6 0-523 0 0</inkml:trace>
  <inkml:trace contextRef="#ctx0" brushRef="#br0" timeOffset="1300.37">931 660 0 0 0,'0'0'548'0'0,"0"0"931"0"0,0 0 176 0 0,0 0-17 0 0,0 0 77 0 0,0 0-13 0 0,0 0-31 0 0,0 0 12 0 0,0 0-118 0 0,0 0-55 0 0,0 0-88 0 0,8-5-170 0 0,35-21 755 0 0,-25 6 1536 0 0,26 7-2781 0 0,-30 14-769 0 0,1 1 0 0 0,-1 1 0 0 0,0 0 0 0 0,0 1 0 0 0,0 0 0 0 0,0 1 0 0 0,-1 1 0 0 0,1 0 0 0 0,-1 1 0 0 0,-1 0 0 0 0,0 1 0 0 0,0 0 0 0 0,0 1 0 0 0,-1 0-1 0 0,7 8 8 0 0,-15-13-12 0 0,1 0-1 0 0,-1 0 0 0 0,0 0 1 0 0,0 0-1 0 0,0 1 0 0 0,0 0 1 0 0,-1-1-1 0 0,0 1 0 0 0,0 0 1 0 0,0 0-1 0 0,0 0 0 0 0,-1 0 1 0 0,0 0-1 0 0,0 1 0 0 0,-1-1 1 0 0,1 0-1 0 0,-1 0 0 0 0,0 1 1 0 0,-1-1-1 0 0,1 1 13 0 0,-1-1 7 0 0,-1-1-1 0 0,1 0 1 0 0,-1 0 0 0 0,0 0-1 0 0,0-1 1 0 0,-1 1 0 0 0,1 0-1 0 0,-1-1 1 0 0,1 1 0 0 0,-1-1-1 0 0,0 0 1 0 0,0 0 0 0 0,-1 0-1 0 0,1 0 1 0 0,-1-1 0 0 0,1 1-1 0 0,-1-1 1 0 0,-2 1-7 0 0,-3 1 85 0 0,0-1 1 0 0,0 1-1 0 0,0-2 0 0 0,0 1 0 0 0,0-1 0 0 0,-1-1 1 0 0,1 0-1 0 0,-1 0 0 0 0,1-1 0 0 0,-1 0 1 0 0,0-1-86 0 0,0 1 52 0 0,0 0 1 0 0,0-1-1 0 0,0 0 0 0 0,0-1 1 0 0,0 0-1 0 0,1-1 1 0 0,-1 0-1 0 0,1 0 1 0 0,-1-1-1 0 0,1 0 1 0 0,0-1-1 0 0,1 0 1 0 0,-1 0-1 0 0,1-1 0 0 0,-5-4-52 0 0,10 7-15 0 0,1-1 0 0 0,-1 1 0 0 0,1 0-1 0 0,0-1 1 0 0,0 1 0 0 0,0-1-1 0 0,1 1 1 0 0,-1-1 0 0 0,1 0 0 0 0,0 0-1 0 0,0 0 1 0 0,0 0 0 0 0,0 0-1 0 0,1 0 1 0 0,0 0 0 0 0,0 0 0 0 0,0 0-1 0 0,0 0 1 0 0,0 0 0 0 0,1 0-1 0 0,0 0 1 0 0,0 0 0 0 0,0 1 0 0 0,0-1-1 0 0,1 0 1 0 0,-1 0 0 0 0,1 1-1 0 0,1-2 16 0 0,30-27-1988 0 0,-9 11-4311 0 0,-20 16-2399 0 0,-2 4 474 0 0</inkml:trace>
  <inkml:trace contextRef="#ctx0" brushRef="#br0" timeOffset="2147.63">1582 322 0 0 0,'0'0'1556'0'0,"0"0"933"0"0,0 0 50 0 0,0 0-122 0 0,0 0-102 0 0,0 0-239 0 0,0 0-270 0 0,0 0-296 0 0,0 0-247 0 0,0 0-197 0 0,0 0-137 0 0,0 0-103 0 0,0 0-111 0 0,-1-7-112 0 0,-5-20-123 0 0,4 21-100 0 0,2 6-98 0 0,0 0-68 0 0,0 0-66 0 0,0 0-70 0 0,14 60-389 0 0,5 26 359 0 0,-1 27-5 0 0,-6-46-27 0 0,-12-64-506 0 0,2 8 1115 0 0,-1-10-3255 0 0,-1-6-4973 0 0,1 2-112 0 0,0 2 2040 0 0</inkml:trace>
  <inkml:trace contextRef="#ctx0" brushRef="#br0" timeOffset="2433.63">1793 556 2032 0 0,'0'0'2992'0'0,"0"0"-392"0"0,0 0-123 0 0,0 0-131 0 0,0 0-267 0 0,0 0-394 0 0,0 0-408 0 0,0 0-310 0 0,0 0-190 0 0,0 0-122 0 0,0 0-88 0 0,0 0-86 0 0,0 0-86 0 0,-25-6-104 0 0,-76-19-99 0 0,57 19-35 0 0,-32 32-620 0 0,-9-16-4427 0 0,29-9-6961 0 0,44-1 7085 0 0</inkml:trace>
  <inkml:trace contextRef="#ctx0" brushRef="#br0" timeOffset="88440.36">136 68 0 0 0,'0'0'416'0'0,"8"-5"456"0"0,40-27 2160 0 0,-24 10 4893 0 0,8 13-6438 0 0,-17 9-705 0 0,-14 0-409 0 0,-16 0 2735 0 0,-10 9 811 0 0,-14 5-2645 0 0,8 5-550 0 0,-14 16-348 0 0,-5 20-169 0 0,33-21-169 0 0,0 5 145 0 0,4 5-67 0 0,2 41 205 0 0,10 18 53 0 0,23-5-62 0 0,-9-53-219 0 0,22 68 123 0 0,-18-62-186 0 0,-5-20 36 0 0,23-14 193 0 0,-31-15-785 0 0,34 12 15 0 0,-25-11-3183 0 0,1-2-4691 0 0,-12-1-2209 0 0</inkml:trace>
</inkml:ink>
</file>

<file path=ppt/ink/ink2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41:33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452 342 0 0 0,'0'0'404'0'0,"0"0"696"0"0,0 0 205 0 0,0 0 6 0 0,0 0-5 0 0,0 0-5 0 0,0 0-46 0 0,0 0-31 0 0,0 0-12 0 0,-4-3 19 0 0,-11-9-48 0 0,7 4 1235 0 0,-11 2 4125 0 0,10 3-6467 0 0,0 1 2872 0 0,15 7-2742 0 0,21 26 158 0 0,2-3-212 0 0,0-2-1 0 0,1-1 1 0 0,2-1 0 0 0,0-2 0 0 0,13 6-152 0 0,-34-22 12 0 0,131 95 48 0 0,-134-94-197 0 0,-16-1-4934 0 0,-34-26-7681 0 0,36 14 4494 0 0</inkml:trace>
  <inkml:trace contextRef="#ctx0" brushRef="#br0" timeOffset="466.17">728 350 1080 0 0,'0'0'3325'0'0,"0"0"-350"0"0,0 0-153 0 0,0 0-136 0 0,0 0-304 0 0,0 0-346 0 0,0 0-417 0 0,0 0-404 0 0,0 0-289 0 0,0 0-175 0 0,0 0-119 0 0,0 0-87 0 0,0 0-99 0 0,-1-2-85 0 0,-6-7-70 0 0,7 9-279 0 0,0 0 0 0 0,0 0 1 0 0,0 0-1 0 0,-1 0 0 0 0,1-1 0 0 0,0 1 1 0 0,0 0-1 0 0,0 0 0 0 0,-1 0 0 0 0,1 0 1 0 0,0 0-1 0 0,0 0 0 0 0,-1 0 0 0 0,1 0 1 0 0,0 0-1 0 0,0 0 0 0 0,0 0 0 0 0,-1 0 1 0 0,1 0-1 0 0,0 1 0 0 0,0-1 1 0 0,-1 0-1 0 0,1 0 0 0 0,0 0 0 0 0,0 0 1 0 0,0 0-1 0 0,0 0 0 0 0,-1 0 0 0 0,1 1 1 0 0,0-1-1 0 0,0 0 0 0 0,0 0 0 0 0,0 0 1 0 0,-1 1-1 0 0,1-1 0 0 0,0 0 0 0 0,0 0 1 0 0,0 0-1 0 0,0 1 0 0 0,0-1 0 0 0,0 0 1 0 0,0 0-1 0 0,0 0 0 0 0,0 1 0 0 0,0-1 1 0 0,0 0-1 0 0,0 0 0 0 0,0 1 1 0 0,0-1-1 0 0,0 0 0 0 0,0 0 0 0 0,0 0 1 0 0,0 1-1 0 0,0-1 0 0 0,0 0 0 0 0,0 0 1 0 0,0 0-1 0 0,0 1 0 0 0,0-1 0 0 0,0 0 1 0 0,0 0-1 0 0,1 0 0 0 0,-1 1-12 0 0,-1 0 25 0 0,-39 54 147 0 0,-68 67 72 0 0,65-60-61 0 0,23-25-236 0 0,19-23-1193 0 0,1-11-4237 0 0,0 0-5372 0 0,0-3 3004 0 0</inkml:trace>
  <inkml:trace contextRef="#ctx0" brushRef="#br0" timeOffset="1088.72">898 622 0 0 0,'0'0'1214'0'0,"0"0"1165"0"0,0 0 224 0 0,0 0-198 0 0,0 0-296 0 0,0 0-458 0 0,0 0-325 0 0,0 0-226 0 0,0 0-185 0 0,0 0-137 0 0,0 0-120 0 0,0 0-107 0 0,0 0-107 0 0,11-4-90 0 0,33-12-76 0 0,-1 12 398 0 0,-37 5-630 0 0,0 1 0 0 0,-1-1 0 0 0,1 1 0 0 0,-1 0 0 0 0,1 0 0 0 0,-1 1 0 0 0,0-1-1 0 0,0 1 1 0 0,0 0 0 0 0,0 1 0 0 0,0-1 0 0 0,-1 1 0 0 0,0 0 0 0 0,0 0 0 0 0,2 2-46 0 0,-2-1 15 0 0,-1 0 1 0 0,0 0 0 0 0,-1 1-1 0 0,1-1 1 0 0,-1 0 0 0 0,0 1 0 0 0,0-1-1 0 0,-1 1 1 0 0,0 0 0 0 0,0 0-1 0 0,0-1 1 0 0,0 1 0 0 0,-1 0 0 0 0,0 0-1 0 0,0 0 1 0 0,-1 0 0 0 0,0 0-1 0 0,0 1-15 0 0,0-5 45 0 0,0 0 0 0 0,-1 0 0 0 0,1 0 0 0 0,0 0 0 0 0,-1 0-1 0 0,1 0 1 0 0,-1 0 0 0 0,0 0 0 0 0,0-1 0 0 0,0 1 0 0 0,0-1 0 0 0,0 1-1 0 0,0-1 1 0 0,0 0 0 0 0,0 0 0 0 0,0 1 0 0 0,-1-2 0 0 0,1 1-1 0 0,0 0 1 0 0,-1 0 0 0 0,1-1 0 0 0,0 1 0 0 0,-1-1 0 0 0,1 0 0 0 0,-1 0-1 0 0,1 0 1 0 0,-2 0-45 0 0,-12 0 226 0 0,0 0 0 0 0,0-1 0 0 0,0 0 0 0 0,1-2-1 0 0,-1 0 1 0 0,-11-4-226 0 0,23 6 35 0 0,-2 0 43 0 0,1-1 0 0 0,0 1 0 0 0,0-1 0 0 0,0 0 0 0 0,0 0 0 0 0,1 0 0 0 0,-1-1 0 0 0,1 0-1 0 0,-1 0 1 0 0,1 0 0 0 0,0 0 0 0 0,0-1 0 0 0,0 0 0 0 0,0 0 0 0 0,1 0 0 0 0,-1-1-78 0 0,3 4 1 0 0,0-1 0 0 0,1 1 0 0 0,-1-1 0 0 0,1 1 0 0 0,-1-1 0 0 0,1 1 0 0 0,0-1 0 0 0,0 1 0 0 0,-1-1 0 0 0,1 1 1 0 0,0-1-1 0 0,0 1 0 0 0,1-1 0 0 0,-1 0 0 0 0,0 1 0 0 0,0-1 0 0 0,1 1 0 0 0,-1-1 0 0 0,1 1 0 0 0,-1 0 0 0 0,1-1 0 0 0,0 1 0 0 0,-1-1 0 0 0,1 1 0 0 0,0 0 0 0 0,0 0 1 0 0,0-1-1 0 0,0 1 0 0 0,0 0 0 0 0,0 0 0 0 0,1 0 0 0 0,-1 0 0 0 0,0 0 0 0 0,0 0 0 0 0,1 1 0 0 0,0-2-1 0 0,55-20-3111 0 0,-53 21 2674 0 0,8-3-1225 0 0,0 0-1681 0 0,-5 3-1620 0 0,-2 1-5147 0 0</inkml:trace>
  <inkml:trace contextRef="#ctx0" brushRef="#br0" timeOffset="1761.93">1578 496 80 0 0,'0'0'3369'0'0,"0"0"-517"0"0,0 0-287 0 0,0 0-171 0 0,0 0-238 0 0,0 0-339 0 0,0 0-374 0 0,0 0-285 0 0,0 0-180 0 0,0 0-163 0 0,0 0-72 0 0,0 0-31 0 0,0-4-60 0 0,0-14 1861 0 0,20 18-1533 0 0,-39-5-1515 0 0,-174 5-555 0 0,157 3-578 0 0,-1 0-3268 0 0,12-2-3572 0 0,16-1 18 0 0</inkml:trace>
  <inkml:trace contextRef="#ctx0" brushRef="#br0" timeOffset="78499.92">179 128 0 0 0,'0'0'196'0'0,"0"0"495"0"0,0 0 264 0 0,0-2 149 0 0,-3-16 2723 0 0,-3-20 8225 0 0,8-32-8115 0 0,-13 80-4144 0 0,-44 45 357 0 0,39-31-53 0 0,0 2 0 0 0,2 0 0 0 0,1 0 0 0 0,-1 7-97 0 0,-6 23 183 0 0,7 61 238 0 0,13-107-365 0 0,1-1 0 0 0,0 0 0 0 0,0 1 0 0 0,1-1-1 0 0,0 0 1 0 0,1 0 0 0 0,0 0 0 0 0,0-1 0 0 0,4 7-56 0 0,11 21 17 0 0,2 0 1 0 0,1-2-1 0 0,15 18-17 0 0,29 24-3191 0 0,-48-58 604 0 0,0 1-5457 0 0,-12-12-2034 0 0</inkml:trace>
</inkml:ink>
</file>

<file path=ppt/ink/ink2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42:54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161 121 0 0 0,'0'0'388'0'0,"0"0"360"0"0,0 0 210 0 0,1-9 162 0 0,7-42 1459 0 0,-5 34 9120 0 0,-4-10-8945 0 0,1 11-1149 0 0,-13 30-1825 0 0,-75 131 679 0 0,74-112-329 0 0,2 1 1 0 0,1 0-1 0 0,1 1 1 0 0,2 0-1 0 0,0 18-130 0 0,5-39 63 0 0,1 0 0 0 0,0 0 0 0 0,1 0 0 0 0,1 0 0 0 0,0 0 0 0 0,1 0 0 0 0,1 0 0 0 0,0 0 0 0 0,1 0 0 0 0,0 0 0 0 0,1-1 0 0 0,1 1 0 0 0,3 5-63 0 0,5 3-50 0 0,1-1 1 0 0,1 0-1 0 0,1 0 1 0 0,9 7 49 0 0,41 38-5535 0 0,-54-54 374 0 0,-5-4-5170 0 0</inkml:trace>
</inkml:ink>
</file>

<file path=ppt/ink/ink2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41:46.5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1 178 0 0 0,'0'0'3009'0'0,"0"0"86"0"0,0 0-176 0 0,0 0-270 0 0,0 0-363 0 0,0 0-477 0 0,0 0-462 0 0,0 0-428 0 0,0 0-344 0 0,0 0-230 0 0,0 0-161 0 0,0 0-110 0 0,0 0-69 0 0,1-2-60 0 0,-1 1 52 0 0,1 1-1 0 0,-1 0 0 0 0,1-1 0 0 0,-1 1 0 0 0,0-1 0 0 0,1 1 0 0 0,-1 0 1 0 0,1 0-1 0 0,-1-1 0 0 0,1 1 0 0 0,-1 0 0 0 0,1 0 0 0 0,-1-1 0 0 0,1 1 0 0 0,-1 0 1 0 0,1 0-1 0 0,-1 0 0 0 0,1 0 0 0 0,0 0 0 0 0,-1 0 0 0 0,1 0 0 0 0,-1 0 1 0 0,1 0-1 0 0,-1 0 0 0 0,1 0 0 0 0,-1 0 0 0 0,1 0 0 0 0,-1 1 0 0 0,1-1 0 0 0,-1 0 1 0 0,1 0-1 0 0,-1 0 0 0 0,1 1 0 0 0,-1-1 0 0 0,1 0 0 0 0,-1 1 0 0 0,1-1 1 0 0,-1 0-1 0 0,0 1 0 0 0,1-1 0 0 0,-1 1 0 0 0,1-1 0 0 0,-1 1 0 0 0,0-1 0 0 0,0 1 1 0 0,1-1-1 0 0,-1 1 0 0 0,0-1 0 0 0,0 1 4 0 0,30 35-33 0 0,53 46 266 0 0,26 17 677 0 0,-12-15-374 0 0,-68-48-1331 0 0,-25-28-1856 0 0,-4-7-1942 0 0,0 0-3870 0 0,0-1 4347 0 0</inkml:trace>
  <inkml:trace contextRef="#ctx0" brushRef="#br0" timeOffset="419.04">308 218 3377 0 0,'0'0'4351'0'0,"0"0"-569"0"0,0 0-558 0 0,0 0-581 0 0,0 0-572 0 0,0 0-588 0 0,0 0-417 0 0,0 0-294 0 0,0 0-213 0 0,0 0-149 0 0,0 0-146 0 0,0 0-114 0 0,0-3-81 0 0,-1-3-28 0 0,0 1-171 0 0,-1 14-41 0 0,-14 84 182 0 0,13-83-11 0 0,0 1 0 0 0,-1-1 0 0 0,-1 0 0 0 0,0 0 0 0 0,0-1 0 0 0,-1 1 0 0 0,0-1 0 0 0,0 0 0 0 0,-4 3 0 0 0,0-1-6 0 0,-1-1 1 0 0,0-1 0 0 0,0 0-1 0 0,-1 0 1 0 0,0-1 0 0 0,-7 4 5 0 0,-19 11-574 0 0,37-1-3896 0 0,7-11-3806 0 0,-2-7-1696 0 0</inkml:trace>
  <inkml:trace contextRef="#ctx0" brushRef="#br0" timeOffset="965.04">495 461 2353 0 0,'0'0'4883'0'0,"0"0"-885"0"0,0 0-688 0 0,0 0-632 0 0,0 0-659 0 0,0 0-652 0 0,0 0-508 0 0,0 0-339 0 0,0 0-174 0 0,0 0-108 0 0,0 0-92 0 0,0 0-62 0 0,0 0-63 0 0,-2 15-316 0 0,11 38 301 0 0,0 38-96 0 0,-9-90 106 0 0,0-1 0 0 0,0 1 0 0 0,0-1 0 0 0,-1 0-1 0 0,1 1 1 0 0,0-1 0 0 0,0 1 0 0 0,0-1 0 0 0,0 1-1 0 0,0-1 1 0 0,0 1 0 0 0,0-1 0 0 0,1 1-1 0 0,-1-1 1 0 0,0 1 0 0 0,0-1 0 0 0,0 0 0 0 0,0 1-1 0 0,1-1 1 0 0,-1 1 0 0 0,0-1 0 0 0,0 1 0 0 0,1-1-1 0 0,-1 0 1 0 0,0 1 0 0 0,1-1 0 0 0,-1 0-1 0 0,0 1 1 0 0,1-1 0 0 0,-1 0 0 0 0,0 0 0 0 0,1 1-1 0 0,-1-1 1 0 0,1 0 0 0 0,-1 0 0 0 0,1 0 0 0 0,-1 1-1 0 0,0-1 1 0 0,1 0 0 0 0,-1 0 0 0 0,1 0 0 0 0,-1 0-1 0 0,1 0 1 0 0,-1 0 0 0 0,1 0 0 0 0,-1 0-1 0 0,1 0 1 0 0,-1 0 0 0 0,1 0-16 0 0,100 7 596 0 0,115 4-1483 0 0,-207-10 673 0 0,3 0-3213 0 0,-12-5-7751 0 0,0 2 3071 0 0</inkml:trace>
  <inkml:trace contextRef="#ctx0" brushRef="#br0" timeOffset="1214.42">784 604 2336 0 0,'0'0'3524'0'0,"0"0"-390"0"0,0 0-468 0 0,0 0-455 0 0,0 0-529 0 0,0 0-522 0 0,0 0-399 0 0,0 0-256 0 0,0 0-163 0 0,0 0-112 0 0,0 0-66 0 0,0 0 29 0 0,0 0 84 0 0,-1 5 72 0 0,1 105 1074 0 0,1-50-6130 0 0,-4-51-3145 0 0,0-5-546 0 0</inkml:trace>
  <inkml:trace contextRef="#ctx0" brushRef="#br0" timeOffset="68540.23">806 20 0 0 0,'0'0'1572'0'0,"0"0"110"0"0,0 0-110 0 0,0 0-65 0 0,0 0-38 0 0,0 0-85 0 0,0 0-94 0 0,0 0-89 0 0,0 0-109 0 0,0 0-201 0 0,0 0-161 0 0,0 0-181 0 0,1-3-215 0 0,0 1-313 0 0,0 1-17 0 0,-1 0 1 0 0,1 0-1 0 0,-1 1 1 0 0,1-1-1 0 0,-1 0 1 0 0,1 0-1 0 0,-1 0 0 0 0,1 1 1 0 0,0-1-1 0 0,-1 0 1 0 0,1 1-1 0 0,0-1 1 0 0,0 0-1 0 0,-1 1 0 0 0,1-1 1 0 0,0 1-1 0 0,0-1 1 0 0,0 1-1 0 0,0 0 1 0 0,0-1-1 0 0,0 1 0 0 0,0 0 1 0 0,0 0-1 0 0,0-1 1 0 0,0 1-1 0 0,-1 0 1 0 0,1 0-1 0 0,1 0-4 0 0,9 1-22 0 0,0 1 0 0 0,0 0-1 0 0,-1 0 1 0 0,1 1 0 0 0,-1 0 0 0 0,0 1-1 0 0,0 0 1 0 0,0 1 0 0 0,6 4 22 0 0,-5-1 42 0 0,0 0-1 0 0,-1 0 1 0 0,0 1 0 0 0,-1 1 0 0 0,1-1-1 0 0,-2 2 1 0 0,0-1 0 0 0,0 1 0 0 0,-1 0-1 0 0,0 1 1 0 0,1 3-42 0 0,0-1 68 0 0,9 18 213 0 0,-1 2 1 0 0,-1 0-1 0 0,6 24-281 0 0,-13-36 93 0 0,-1 3 74 0 0,-1 0-1 0 0,-2 0 0 0 0,0 0 1 0 0,-1 0-1 0 0,-2 1 0 0 0,0 0 1 0 0,-2-1-1 0 0,-1 2-166 0 0,2-21 43 0 0,-1 0 0 0 0,-1-1-1 0 0,1 1 1 0 0,-1 0 0 0 0,0-1 0 0 0,0 0 0 0 0,0 1-1 0 0,-1-1 1 0 0,0 0 0 0 0,0 0 0 0 0,0 0-1 0 0,-1 0 1 0 0,1-1 0 0 0,-1 0 0 0 0,0 1-1 0 0,-1-1 1 0 0,1-1 0 0 0,-1 1 0 0 0,-3 2-43 0 0,-46 26-948 0 0,-1-7-4093 0 0,42-20 2794 0 0,1-1-6983 0 0</inkml:trace>
</inkml:ink>
</file>

<file path=ppt/ink/ink2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41:35.9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15 243 1712 0 0,'0'0'3204'0'0,"0"0"-230"0"0,0 0-184 0 0,0 0-351 0 0,0 0-408 0 0,0 0-401 0 0,0 0-338 0 0,0 0-268 0 0,0 0-209 0 0,0 0-144 0 0,0 0-128 0 0,0 0-103 0 0,0 0-95 0 0,-3-3-89 0 0,-8-9 49 0 0,71 67-276 0 0,3-2-1 0 0,3-3-28 0 0,-52-40-14 0 0,9 8 22 0 0,0 0 1 0 0,-1 1-1 0 0,0 2 0 0 0,-2 0 0 0 0,9 13-8 0 0,-25-30 1136 0 0,0-1-3905 0 0,-8-9-4037 0 0,-12-13-1109 0 0,11 15 1714 0 0</inkml:trace>
  <inkml:trace contextRef="#ctx0" brushRef="#br0" timeOffset="423.96">259 243 3441 0 0,'0'0'3669'0'0,"0"0"-257"0"0,0 0-315 0 0,0 0-427 0 0,0 0-519 0 0,0 0-493 0 0,0 0-391 0 0,0 0-257 0 0,0 0-176 0 0,0 0-133 0 0,0 0-126 0 0,0 0-104 0 0,-1-3-103 0 0,0-12-99 0 0,1 11-76 0 0,0 4-67 0 0,0 0-31 0 0,0 0-10 0 0,0 0-38 0 0,0 0-35 0 0,0 0-55 0 0,0 0 10 0 0,0 12-498 0 0,-23 46 507 0 0,13-41 31 0 0,0-1 0 0 0,-1 0 0 0 0,-1 0 0 0 0,0-1 0 0 0,-1-1 0 0 0,-3 2-7 0 0,7-6 7 0 0,-53 64-40 0 0,37-32-75 0 0,21-28-1140 0 0,4-10-2881 0 0,0 1-5294 0 0,0-5 9372 0 0,0 0-10062 0 0</inkml:trace>
  <inkml:trace contextRef="#ctx0" brushRef="#br0" timeOffset="1005.45">427 483 5697 0 0,'0'0'4261'0'0,"0"0"-611"0"0,0 0-700 0 0,0 0-689 0 0,0 0-630 0 0,0 0-523 0 0,0 0-341 0 0,0 0-208 0 0,0 0-151 0 0,0 0-110 0 0,0 0-87 0 0,0 0-70 0 0,0 0-47 0 0,-1 3-45 0 0,2 49-112 0 0,3-42 97 0 0,-1 1-1 0 0,0-1 0 0 0,-1 1 1 0 0,0 0-1 0 0,0 0 1 0 0,-1 0-1 0 0,-1 0 0 0 0,0 1 1 0 0,-1 7-34 0 0,17-19 954 0 0,213 0-1764 0 0,-229 0 461 0 0,-1-13-5764 0 0,-2 10 4269 0 0,-2-3-5192 0 0,2 2-2089 0 0</inkml:trace>
  <inkml:trace contextRef="#ctx0" brushRef="#br0" timeOffset="1268.99">665 591 2312 0 0,'0'0'4335'0'0,"0"0"-642"0"0,0 0-721 0 0,0 0-682 0 0,0 0-607 0 0,0 0-441 0 0,0 0-330 0 0,0 0-259 0 0,0 0-162 0 0,0 0-123 0 0,0 0-90 0 0,0 0-84 0 0,0 0-36 0 0,-1 4 2 0 0,2 109 1672 0 0,17-48-1631 0 0,-11-26-2380 0 0,-15-31-2295 0 0,-2-7-3500 0 0,3-1-1173 0 0</inkml:trace>
  <inkml:trace contextRef="#ctx0" brushRef="#br0" timeOffset="76987.61">760 15 0 0 0,'0'0'1072'0'0,"0"0"594"0"0,0 0-58 0 0,0 0-194 0 0,0 0-170 0 0,0 0-178 0 0,0 0-77 0 0,0 0-93 0 0,0 0-15 0 0,0 0-5 0 0,0 0-48 0 0,-1-3-48 0 0,-3-7-72 0 0,3 8-120 0 0,1 2-117 0 0,0 0-113 0 0,0 0-96 0 0,0 0-79 0 0,0 0-24 0 0,0 0-18 0 0,0 0-22 0 0,8 8 525 0 0,65 45 594 0 0,-55-38-1134 0 0,0 1 1 0 0,-1 0 0 0 0,-1 1 0 0 0,-1 1 0 0 0,0 1 0 0 0,-1 0 0 0 0,-1 1 0 0 0,-1 0 0 0 0,-1 1 0 0 0,-1 0 0 0 0,-1 1-1 0 0,3 9-104 0 0,11 82 531 0 0,6 69 1095 0 0,-28-173-1612 0 0,-1 0 1 0 0,1 0-1 0 0,-1 0 0 0 0,-1 1 1 0 0,0-1-1 0 0,0 0 0 0 0,-1 0 1 0 0,0 0-1 0 0,0 0 0 0 0,-1 0 1 0 0,0-1-1 0 0,-3 5-14 0 0,-42 58-1635 0 0,29-49-1532 0 0,1-1-3397 0 0,7-11-3608 0 0</inkml:trace>
</inkml:ink>
</file>

<file path=ppt/ink/ink2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42:56.3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97 0 0 0,'0'0'397'0'0,"0"0"946"0"0,0 0 210 0 0,0 0-54 0 0,0 0-12 0 0,0 0 0 0 0,0 0-106 0 0,0 0-166 0 0,0 0-152 0 0,0 0-143 0 0,0 0-108 0 0,7-8-81 0 0,24-23-73 0 0,-11-7 2370 0 0,-14 18-1503 0 0,-3 24-1487 0 0,-3 0-39 0 0,0 0-1 0 0,0 0 0 0 0,-1-1 0 0 0,0 1 0 0 0,0 0 0 0 0,0 0 1 0 0,0-1-1 0 0,-1 1 0 0 0,1 0 0 0 0,-1-1 0 0 0,0 1 0 0 0,0-1 1 0 0,0 0-1 0 0,-1 0 0 0 0,1 0 0 0 0,-2 2 2 0 0,-49 52 638 0 0,1 29-72 0 0,36-46-398 0 0,-1 17 42 0 0,1 38 8 0 0,16 25 357 0 0,3-113-492 0 0,0-1-1 0 0,0 0 1 0 0,0 0 0 0 0,1 0-1 0 0,0 0 1 0 0,0 0-1 0 0,0-1 1 0 0,1 0-1 0 0,0 0 1 0 0,0 0 0 0 0,0-1-1 0 0,0 1 1 0 0,3 0-83 0 0,101 81-666 0 0,-97-61-4233 0 0,-13-6-5600 0 0,-1-15 4006 0 0</inkml:trace>
</inkml:ink>
</file>

<file path=ppt/ink/ink2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41:52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17 262 0 0 0,'0'0'2499'0'0,"0"0"343"0"0,0 0-53 0 0,0 0-327 0 0,0 0-293 0 0,0 0-214 0 0,0 0-312 0 0,0 0-246 0 0,0 0-242 0 0,0 0-240 0 0,0 0-145 0 0,0 0-136 0 0,-2-6-129 0 0,-8-20-90 0 0,8 20-78 0 0,2 6-43 0 0,0 0-51 0 0,0 0-67 0 0,0 0-42 0 0,0 0-36 0 0,0 0-34 0 0,0 0-34 0 0,0 0-34 0 0,0 0-20 0 0,0 0-14 0 0,0 0-9 0 0,0-2-190 0 0,0 2 250 0 0,-2-6-743 0 0,16 16 288 0 0,5 8 524 0 0,101 75 274 0 0,79 35-125 0 0,-120-80-176 0 0,-72-43-79 0 0,-6-5 16 0 0,-1 0-1 0 0,0 0-5 0 0,0 0 1 0 0,0 0-20 0 0,0 0-32 0 0,0 0-40 0 0,0 0-74 0 0,0 0-71 0 0,0 0-110 0 0,0 0-126 0 0,0 0-157 0 0,0 0-210 0 0,0 0-221 0 0,-9 0-5484 0 0,-14-6-2972 0 0,18 3 6993 0 0</inkml:trace>
  <inkml:trace contextRef="#ctx0" brushRef="#br0" timeOffset="531.19">394 269 2136 0 0,'0'0'3302'0'0,"0"0"-264"0"0,0 0-226 0 0,0 0-293 0 0,0 0-359 0 0,0 0-397 0 0,0 0-382 0 0,0 0-313 0 0,0 0-200 0 0,0 0-105 0 0,0 0-106 0 0,0 0-103 0 0,0 0-101 0 0,-2-9-93 0 0,-7-29-41 0 0,7 29-59 0 0,2 9-41 0 0,0 0-10 0 0,0 0-50 0 0,0 0-40 0 0,0 0-41 0 0,0 0-38 0 0,0 0-12 0 0,0 0-18 0 0,0 0-13 0 0,0 0 8 0 0,0 0 1 0 0,0 0-9 0 0,0 0 6 0 0,0 0-2 0 0,0 0 18 0 0,0 0-22 0 0,0 0-20 0 0,0 0-25 0 0,0 0 23 0 0,0 0-4 0 0,0 0-23 0 0,0 0 9 0 0,0 0-18 0 0,0 0-25 0 0,0 0-38 0 0,0 0-33 0 0,-4 7-662 0 0,-55 66 808 0 0,-46 38 231 0 0,58-62-277 0 0,31-29-1739 0 0,14-12-2587 0 0,1 1-4943 0 0,1-7 846 0 0</inkml:trace>
  <inkml:trace contextRef="#ctx0" brushRef="#br0" timeOffset="1107.34">529 399 0 0 0,'0'0'4644'0'0,"0"0"-559"0"0,0 0-574 0 0,0 0-594 0 0,0 0-629 0 0,0 0-544 0 0,0 0-499 0 0,0 0-402 0 0,0 0-295 0 0,0 0-214 0 0,0 0-138 0 0,0 0-98 0 0,0 0-56 0 0,5-4-75 0 0,0 21-54 0 0,-1-1 75 0 0,0 1-1 0 0,-1 0 0 0 0,-1 0 1 0 0,-1 0-1 0 0,0 0 0 0 0,-1 0 1 0 0,-2 12 12 0 0,1 14-13 0 0,25-41 2459 0 0,191-17-2333 0 0,-140 14-427 0 0,-66-7-2357 0 0,-10 3-3674 0 0,-2 1-3473 0 0,1 4 4133 0 0</inkml:trace>
  <inkml:trace contextRef="#ctx0" brushRef="#br0" timeOffset="1390.97">769 518 1880 0 0,'0'0'3442'0'0,"0"0"-452"0"0,0 0-492 0 0,0 0-575 0 0,0 0-506 0 0,0 0-388 0 0,0 0-323 0 0,0 0-236 0 0,0 0-148 0 0,0 0-75 0 0,0 0 41 0 0,0 0 122 0 0,0 0 108 0 0,-1 8 34 0 0,-1 59 628 0 0,21-2-462 0 0,-1-10-2533 0 0,-14-16-4935 0 0,-4-33 2179 0 0,0-1-2883 0 0</inkml:trace>
  <inkml:trace contextRef="#ctx0" brushRef="#br0" timeOffset="65238.54">913 35 0 0 0,'0'0'661'0'0,"0"0"545"0"0,0 0-111 0 0,0 0-280 0 0,0 0-242 0 0,0 0-193 0 0,0 0-113 0 0,0 0-102 0 0,0 0-55 0 0,0 0-52 0 0,0 0-39 0 0,-1 0-22 0 0,-32-7 4166 0 0,23-20 3956 0 0,25 32-7023 0 0,1 2-1151 0 0,-1 0 1 0 0,0 2-1 0 0,0 0 0 0 0,0 0 1 0 0,-2 1-1 0 0,1 1 0 0 0,-1 0 1 0 0,-1 1-1 0 0,10 11 55 0 0,-7-3 36 0 0,0 1-1 0 0,-2 1 1 0 0,0 0-1 0 0,-1 0 1 0 0,-1 1 0 0 0,7 24-36 0 0,-14-36 29 0 0,17 35 47 0 0,-14-34-57 0 0,-1 0 0 0 0,-1 0 0 0 0,0 1 0 0 0,-1 0 0 0 0,0 0 1 0 0,-1 1-1 0 0,0-1 0 0 0,-1 0 0 0 0,0 5-19 0 0,-2-14 5 0 0,0 2 10 0 0,0 0 0 0 0,0 0 0 0 0,0 0 0 0 0,-1 0 0 0 0,1 0 0 0 0,-2 0 0 0 0,1 0 0 0 0,-1 0 0 0 0,1 0 0 0 0,-2-1 0 0 0,1 1 0 0 0,-1 0-15 0 0,-9 12 176 0 0,0-1 0 0 0,-1 0 0 0 0,-1-1 0 0 0,-1-1 0 0 0,0 0-176 0 0,1 1 291 0 0,-4 16 132 0 0,10-17-586 0 0,-2-3-1039 0 0,-3 1-5656 0 0,9-9-2484 0 0</inkml:trace>
</inkml:ink>
</file>

<file path=ppt/ink/ink2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42:59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192 88 0 0 0,'0'0'967'0'0,"0"0"341"0"0,0 0 63 0 0,0 0-27 0 0,0 0-54 0 0,2-11-43 0 0,7-47 1133 0 0,-7 47 233 0 0,-1 4 4603 0 0,-12 13-7096 0 0,-1 1-1 0 0,1 1 0 0 0,1 0 0 0 0,-1 0 1 0 0,1 1-1 0 0,1 0 0 0 0,-1 1 1 0 0,2 0-1 0 0,-1 1 0 0 0,1-1 1 0 0,1 1-1 0 0,0 1 0 0 0,-3 8-119 0 0,5-11 68 0 0,-5 7 28 0 0,1 0 0 0 0,1 1 0 0 0,0 0-1 0 0,1 1 1 0 0,1 0 0 0 0,0 0 0 0 0,2 0-1 0 0,0 1 1 0 0,1-1 0 0 0,0 6-96 0 0,8 40 631 0 0,27 13-41 0 0,-9-29-324 0 0,40 28 87 0 0,-2-23-481 0 0,-44-30-1272 0 0,-15-14-3292 0 0,-2 1-6105 0 0,0-8 3661 0 0</inkml:trace>
</inkml:ink>
</file>

<file path=ppt/ink/ink2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41:56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9 236 0 0 0,'0'0'2919'0'0,"0"0"-30"0"0,0 0-110 0 0,0 0-84 0 0,0 0-197 0 0,0 0-344 0 0,0 0-390 0 0,0 0-454 0 0,0 0-408 0 0,0 0-330 0 0,0 0-250 0 0,0 0-158 0 0,1-3-112 0 0,0-2-23 0 0,-1 6-35 0 0,0-1-1 0 0,0 0 1 0 0,1 0-1 0 0,-1 0 0 0 0,0 0 1 0 0,0 0-1 0 0,0 1 0 0 0,0-1 1 0 0,0 0-1 0 0,0 0 1 0 0,1 0-1 0 0,-1 0 0 0 0,0 0 1 0 0,0 0-1 0 0,0 0 0 0 0,0 0 1 0 0,0 0-1 0 0,1 0 1 0 0,-1 0-1 0 0,0 1 0 0 0,0-1 1 0 0,0 0-1 0 0,0 0 0 0 0,1 0 1 0 0,-1 0-1 0 0,0 0 1 0 0,0 0-1 0 0,0 0 0 0 0,0 0 1 0 0,1-1-1 0 0,-1 1 0 0 0,0 0 1 0 0,0 0-1 0 0,0 0 0 0 0,0 0 1 0 0,0 0-1 0 0,1 0 1 0 0,-1 0-1 0 0,0 0 0 0 0,0 0 1 0 0,0 0 6 0 0,37 103 96 0 0,-6 1-71 0 0,-24-40-2961 0 0,-6-58-556 0 0,6-3-6758 0 0,-4-3 6029 0 0</inkml:trace>
  <inkml:trace contextRef="#ctx0" brushRef="#br0" timeOffset="250.9">188 391 0 0 0,'0'0'3473'0'0,"0"0"-254"0"0,0 0-482 0 0,0 0-455 0 0,0 0-489 0 0,0 0-452 0 0,0 0-265 0 0,0 0-173 0 0,0 0-167 0 0,0 0-167 0 0,0 0-159 0 0,0 0-145 0 0,0 0-101 0 0,-16 0-76 0 0,-52-1-72 0 0,19 7-708 0 0,38-1 32 0 0,-15 7-2789 0 0,17-6-1011 0 0,0-2-4959 0 0</inkml:trace>
  <inkml:trace contextRef="#ctx0" brushRef="#br0" timeOffset="962.11">327 110 0 0 0,'0'0'1354'0'0,"0"0"269"0"0,0 0-46 0 0,0 0-118 0 0,0 0-69 0 0,0 0-135 0 0,0 0-71 0 0,0 0-52 0 0,0 0-57 0 0,0 0-40 0 0,0 0-103 0 0,-4-6-78 0 0,-11-17-70 0 0,11 16-30 0 0,4 6-1 0 0,0 1-40 0 0,0 0-28 0 0,0 0-67 0 0,0 0-57 0 0,0 0-41 0 0,0 0-88 0 0,0 0-72 0 0,0 0-69 0 0,0 0-79 0 0,0 0-43 0 0,13 6-117 0 0,261 226-156 0 0,-47-68-8 0 0,-199-141-1426 0 0,-27-23 930 0 0,-1 0-155 0 0,0 0-246 0 0,-9-3-3968 0 0,-3-7 3375 0 0,11 9 1305 0 0,-27-26-7196 0 0,19 20 4222 0 0</inkml:trace>
  <inkml:trace contextRef="#ctx0" brushRef="#br0" timeOffset="1305.66">724 172 2144 0 0,'0'0'4039'0'0,"0"0"-521"0"0,0 0-452 0 0,0 0-514 0 0,0 0-499 0 0,0 0-454 0 0,0 0-439 0 0,0 0-275 0 0,0 0-180 0 0,0 0-171 0 0,0 0-163 0 0,0 0-124 0 0,0 0-114 0 0,-1-3-83 0 0,-3-8-46 0 0,-9 20-135 0 0,3 3 162 0 0,0 0 1 0 0,1 1-1 0 0,0 0 0 0 0,1 0 1 0 0,1 1-1 0 0,-4 9-31 0 0,-26 62-115 0 0,3-18-2863 0 0,31-61 1619 0 0,1 2-2912 0 0,1 0-6933 0 0,1-6 8014 0 0</inkml:trace>
  <inkml:trace contextRef="#ctx0" brushRef="#br0" timeOffset="1742.94">1002 274 2280 0 0,'0'0'4289'0'0,"0"0"-812"0"0,0 0-719 0 0,0 0-652 0 0,0 0-616 0 0,0 0-569 0 0,0 0-412 0 0,0 0-274 0 0,0 0-165 0 0,0 0-85 0 0,0 0-30 0 0,0 0-6 0 0,0 0 27 0 0,0 4 56 0 0,-9 127 637 0 0,31-70-635 0 0,-19-59 25 0 0,-1-1 0 0 0,1 1 1 0 0,-1 0-1 0 0,1-1 0 0 0,0 0 1 0 0,0 0-1 0 0,0 0 0 0 0,-1 0 1 0 0,1 0-1 0 0,0 0 0 0 0,0-1 1 0 0,0 1-1 0 0,0-1 0 0 0,0 0 1 0 0,0 0-1 0 0,0 0 0 0 0,0 0 0 0 0,1-1 1 0 0,1 0-60 0 0,6 1 124 0 0,6-2-232 0 0,-1 0 0 0 0,0-1 0 0 0,0 0 0 0 0,-1-2-1 0 0,1 0 1 0 0,4-3 108 0 0,-4 2-1041 0 0,-4 1-1865 0 0,-2 2-4637 0 0,-6 3-304 0 0</inkml:trace>
  <inkml:trace contextRef="#ctx0" brushRef="#br0" timeOffset="2007.59">1240 379 4025 0 0,'0'0'3211'0'0,"0"0"-473"0"0,0 0-472 0 0,0 0-550 0 0,0 0-522 0 0,0 0-462 0 0,0 0-375 0 0,0 0-242 0 0,0 0-159 0 0,0 0 28 0 0,0 0 104 0 0,0 0 110 0 0,-1 7 79 0 0,-5 66 642 0 0,12 17-560 0 0,-3-60-1522 0 0,-3-10-3211 0 0,0-10-710 0 0,0-6-1806 0 0</inkml:trace>
  <inkml:trace contextRef="#ctx0" brushRef="#br0" timeOffset="63349">1267 57 0 0 0,'0'0'512'0'0,"0"0"519"0"0,0 0 33 0 0,0 0-21 0 0,0 0 16 0 0,0 0-81 0 0,0 0-82 0 0,0 0-111 0 0,0 0-130 0 0,-3-8-64 0 0,-13-31 637 0 0,12 31 2209 0 0,4 8-3094 0 0,4-2 5128 0 0,13 4-5079 0 0,0 3-444 0 0,0 2 0 0 0,0 0-1 0 0,-1 0 1 0 0,0 2 0 0 0,0 0-1 0 0,-1 0 1 0 0,0 2 0 0 0,6 6 52 0 0,-4 0 2 0 0,-1 0 1 0 0,-1 2-1 0 0,-1 0 1 0 0,12 19-3 0 0,-18-26 15 0 0,4 9 42 0 0,-1 0 0 0 0,-1 1 0 0 0,-1 1 0 0 0,0 0 0 0 0,2 16-57 0 0,3 4 128 0 0,2 47 79 0 0,-13 17 207 0 0,-4-103-353 0 0,1-1 1 0 0,0 1 0 0 0,-1-1-1 0 0,0 0 1 0 0,0 1 0 0 0,0-1 0 0 0,0 0-1 0 0,-1 1 1 0 0,1-1 0 0 0,-1 0-1 0 0,0 0 1 0 0,0 0 0 0 0,0-1-1 0 0,0 1 1 0 0,0 0 0 0 0,-1-1 0 0 0,1 1-1 0 0,-1-1 1 0 0,1 0 0 0 0,-1 0-1 0 0,0 0 1 0 0,0 0 0 0 0,0 0 0 0 0,0-1-1 0 0,0 1 1 0 0,-3 0-62 0 0,-35 15-2528 0 0,17-8-2529 0 0,4 0-3747 0 0,15-5 3463 0 0</inkml:trace>
</inkml:ink>
</file>

<file path=ppt/ink/ink2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43:01.7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71 118 0 0 0,'0'0'504'0'0,"0"0"346"0"0,0 0 178 0 0,0 0 23 0 0,0 0 42 0 0,0 0 64 0 0,0 0 21 0 0,0 0-4 0 0,10-11-107 0 0,29-31-134 0 0,-27 20 1419 0 0,-13 18-1876 0 0,1-34 4143 0 0,0 38-4154 0 0,0 0-51 0 0,0 0-70 0 0,0 0-92 0 0,0 0-52 0 0,0 0-42 0 0,0 0-50 0 0,0 9-1199 0 0,-49 33 1236 0 0,44-39-94 0 0,1 0 0 0 0,-1 1 0 0 0,1 0 0 0 0,0 0 0 0 0,0 0-1 0 0,0 0 1 0 0,1 0 0 0 0,-1 1 0 0 0,1 0 0 0 0,0 0 0 0 0,0 0 0 0 0,1 0 0 0 0,-1 0-1 0 0,1 3-50 0 0,-13 41 429 0 0,2 75 340 0 0,13-84-643 0 0,6 79 329 0 0,12-33-50 0 0,-4-31-136 0 0,18 18 110 0 0,1-29-114 0 0,-7-19-1903 0 0,-20-18-2056 0 0,0-1-3441 0 0,-4-4-2684 0 0</inkml:trace>
</inkml:ink>
</file>

<file path=ppt/ink/ink2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42:11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20 193 0 0 0,'0'0'708'0'0,"0"0"1643"0"0,0 0 345 0 0,0 0-240 0 0,0 0-275 0 0,0 0-256 0 0,0 0-231 0 0,0 0-235 0 0,0 0-224 0 0,0 0-211 0 0,0 0-208 0 0,0 0-192 0 0,-3-7-138 0 0,-10-20-158 0 0,9 20-124 0 0,4 7-77 0 0,0 0-83 0 0,0 0-20 0 0,0 0-27 0 0,0 0-17 0 0,0 0-27 0 0,0 0-18 0 0,10 22-254 0 0,74 73 1254 0 0,71 51-633 0 0,-62-61-304 0 0,-91-82 496 0 0,-1-3-706 0 0,-1 0 0 0 0,0-1-1 0 0,0 1 1 0 0,0 0 0 0 0,0 0 0 0 0,0 0 0 0 0,1 0 0 0 0,-1 0 0 0 0,0 0 0 0 0,0 0 0 0 0,0-1 0 0 0,0 1-1 0 0,0 0 1 0 0,1 0 0 0 0,-1 0 0 0 0,0 0 0 0 0,0 0 0 0 0,0 0 0 0 0,1 0 0 0 0,-1 0 0 0 0,0 0 0 0 0,0 0 0 0 0,0 0-1 0 0,0 0 1 0 0,1 0 0 0 0,-1 0 0 0 0,0 0 0 0 0,0 0 0 0 0,0 0 212 0 0,-11-18-9694 0 0,6 13 3882 0 0</inkml:trace>
  <inkml:trace contextRef="#ctx0" brushRef="#br0" timeOffset="426.24">275 193 0 0 0,'0'0'1304'0'0,"0"0"1758"0"0,0 0 262 0 0,0 0-284 0 0,0 0-351 0 0,0 0-443 0 0,0 0-414 0 0,0 0-393 0 0,0 0-340 0 0,0 0-224 0 0,0 0-175 0 0,0 0-127 0 0,0 0-123 0 0,0-5-117 0 0,1-15-87 0 0,-1 15-60 0 0,0 5-46 0 0,0 0-52 0 0,0 0-34 0 0,0 0-61 0 0,0 0-26 0 0,0 0-3 0 0,-7 8-199 0 0,-106 142 287 0 0,68-89-39 0 0,11-13-54 0 0,17-19-1275 0 0,11-9-2436 0 0,5-8-3448 0 0,1-7 1093 0 0,0-3 1089 0 0</inkml:trace>
  <inkml:trace contextRef="#ctx0" brushRef="#br0" timeOffset="989.04">527 348 0 0 0,'0'0'3988'0'0,"0"0"-342"0"0,0 0-398 0 0,0 0-443 0 0,0 0-542 0 0,0 0-584 0 0,0 0-509 0 0,0 0-373 0 0,0 0-245 0 0,0 0-154 0 0,0 0-116 0 0,0 0-92 0 0,0 0-69 0 0,-7 6-153 0 0,-4 29-36 0 0,3 54 130 0 0,23-89 1934 0 0,200 0-2631 0 0,-209-5-1311 0 0,-6-1-4277 0 0,0 2-1577 0 0,0 2 1307 0 0</inkml:trace>
  <inkml:trace contextRef="#ctx0" brushRef="#br0" timeOffset="1271.36">688 399 0 0 0,'0'0'1572'0'0,"0"0"577"0"0,0 0-99 0 0,0 0-357 0 0,0 0-331 0 0,0 0-202 0 0,0 0 62 0 0,0 0 179 0 0,0 0 98 0 0,0 0-38 0 0,0 0-286 0 0,0 0-295 0 0,0 0-195 0 0,1 14-167 0 0,9 67 169 0 0,1 42-1184 0 0,-25-88-3887 0 0,-2-15-5181 0 0,11-15 4497 0 0</inkml:trace>
  <inkml:trace contextRef="#ctx0" brushRef="#br0" timeOffset="53595.24">780 26 0 0 0,'0'0'1222'0'0,"0"0"89"0"0,0 0 39 0 0,0 0 11 0 0,0 0-26 0 0,0 0-44 0 0,0 0-78 0 0,0 0-131 0 0,0 0-177 0 0,0 0-211 0 0,0 0-227 0 0,-3-4-209 0 0,-9-13-155 0 0,9 13-100 0 0,3 4-22 0 0,0 0-12 0 0,0 0-2 0 0,3 0 6170 0 0,13 2-6253 0 0,-5 2 94 0 0,0 0 0 0 0,0 1 0 0 0,0 0 0 0 0,-1 1 0 0 0,1 0 0 0 0,-1 1 0 0 0,-1 0 0 0 0,0 0-1 0 0,0 1 1 0 0,0 1 0 0 0,-1-1 0 0 0,0 1 0 0 0,0 0 0 0 0,-1 1 0 0 0,-1 0 0 0 0,4 6 22 0 0,7 12 30 0 0,-2 1 0 0 0,0 1 0 0 0,-2 0 1 0 0,-1 1-1 0 0,-2 1 0 0 0,-1 0 0 0 0,-1 0 0 0 0,3 31-30 0 0,-8 112 635 0 0,-3-159-501 0 0,-2-1 1 0 0,0 1-1 0 0,0-1 0 0 0,-2 0 1 0 0,0 1-1 0 0,0-1 0 0 0,-2-1-134 0 0,6-10 41 0 0,-1-1-1 0 0,0 0 1 0 0,-1 0-1 0 0,1 1 1 0 0,0-1-1 0 0,-1 0 1 0 0,1-1-1 0 0,-1 1 0 0 0,0 0 1 0 0,0 0-1 0 0,0-1 1 0 0,-1 1-1 0 0,1-1 1 0 0,-1 0-1 0 0,1 1 1 0 0,-1-1-1 0 0,0 0 1 0 0,1-1-1 0 0,-1 1 1 0 0,0 0-1 0 0,0-1 1 0 0,-1 0-1 0 0,1 0 1 0 0,0 0-1 0 0,0 0 0 0 0,-3 0-39 0 0,-44 1 176 0 0,21-2-2417 0 0,2 1-5897 0 0,21 0-1696 0 0</inkml:trace>
</inkml:ink>
</file>

<file path=ppt/ink/ink2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42:08.5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336 234 0 0 0,'0'0'1763'0'0,"0"0"570"0"0,0 0-105 0 0,0 0-360 0 0,0 0-383 0 0,0 0-352 0 0,0 0-250 0 0,0 0-173 0 0,0 0-110 0 0,0 0-101 0 0,0 0-130 0 0,0 0-140 0 0,-9-1 0 0 0,7 0 5636 0 0,-2-14-2627 0 0,0-1-2733 0 0,46 69-912 0 0,105 127 531 0 0,-36-59-140 0 0,-15-18 188 0 0,-101-129-4156 0 0,-35-24-9595 0 0,34 42 7332 0 0</inkml:trace>
  <inkml:trace contextRef="#ctx0" brushRef="#br0" timeOffset="488.34">660 285 0 0 0,'0'0'617'0'0,"0"0"1380"0"0,0 0 329 0 0,0 0-56 0 0,0 0-151 0 0,0 0-123 0 0,0 0-130 0 0,0 0-159 0 0,0 0-153 0 0,0 0-165 0 0,0 0-217 0 0,0 0-157 0 0,-1-9-149 0 0,0-26-170 0 0,1 26-149 0 0,0 9-162 0 0,0 0-146 0 0,0 0-86 0 0,0 0-65 0 0,0 0-56 0 0,0 0-30 0 0,0 0-38 0 0,-14 38-335 0 0,-37 26 541 0 0,17-27-61 0 0,-12 14 3 0 0,7-7-28 0 0,-6 37 73 0 0,33-8-256 0 0,12-57-3215 0 0,-1 0-3470 0 0,2-8 1932 0 0,-1-6-3360 0 0</inkml:trace>
  <inkml:trace contextRef="#ctx0" brushRef="#br0" timeOffset="1122.44">885 594 0 0 0,'0'0'1226'0'0,"0"0"1143"0"0,0 0 192 0 0,0 0-247 0 0,0 0-286 0 0,0 0-222 0 0,0 0-231 0 0,0 0-185 0 0,0 0-187 0 0,0 0-189 0 0,0 0-113 0 0,0 0-139 0 0,0 0-123 0 0,4-9-80 0 0,14-29-119 0 0,-18 37-402 0 0,0 0-1 0 0,0 1 1 0 0,0-1 0 0 0,0 0-1 0 0,1 1 1 0 0,-1-1 0 0 0,0 0-1 0 0,0 1 1 0 0,1-1-1 0 0,-1 1 1 0 0,0-1 0 0 0,1 1-1 0 0,-1-1 1 0 0,1 1 0 0 0,-1-1-1 0 0,1 1 1 0 0,-1-1 0 0 0,1 1-1 0 0,-1-1 1 0 0,1 1-1 0 0,-1 0 1 0 0,1-1 0 0 0,0 1-1 0 0,-1 0 1 0 0,1-1 0 0 0,0 1-1 0 0,-1 0 1 0 0,1 0-1 0 0,0 0 1 0 0,-1 0 0 0 0,1 0-1 0 0,0 0 1 0 0,-1 0 0 0 0,1 0-1 0 0,0 0 1 0 0,-1 0 0 0 0,1 0-1 0 0,0 0 1 0 0,-1 0-38 0 0,4 1-194 0 0,20 19-185 0 0,-19-15 358 0 0,0 1-1 0 0,-1-1 1 0 0,0 1 0 0 0,0 0 0 0 0,0 1-1 0 0,-1-1 1 0 0,0 1 0 0 0,0-1 0 0 0,-1 1-1 0 0,0 0 1 0 0,0 0 0 0 0,0 0 0 0 0,-1 0-1 0 0,0 0 1 0 0,0 0 0 0 0,-1 5 21 0 0,0-10 11 0 0,0 0 1 0 0,0 0-1 0 0,0 0 1 0 0,0 0-1 0 0,0-1 1 0 0,-1 1-1 0 0,1 0 1 0 0,-1 0-1 0 0,1 0 1 0 0,-1-1-1 0 0,0 1 1 0 0,1 0-1 0 0,-1 0 1 0 0,0-1-1 0 0,0 1 1 0 0,0-1-1 0 0,0 1 1 0 0,-1-1-1 0 0,1 1 1 0 0,0-1-1 0 0,-1 0 1 0 0,1 0-1 0 0,0 1 1 0 0,-1-1-1 0 0,0 0 0 0 0,1 0 1 0 0,-1 0-1 0 0,0-1 1 0 0,1 1-1 0 0,-1 0 1 0 0,0-1-1 0 0,0 1 1 0 0,0-1-1 0 0,1 1 1 0 0,-1-1-1 0 0,-2 0-11 0 0,0 1 86 0 0,-1-1-1 0 0,1 1 1 0 0,0-1-1 0 0,-1 0 1 0 0,1 0-1 0 0,-1 0 0 0 0,1-1 1 0 0,0 0-1 0 0,-1 1 1 0 0,1-2-1 0 0,0 1 1 0 0,0 0-1 0 0,0-1 0 0 0,0 0 1 0 0,-4-2-86 0 0,-1-2 110 0 0,-1 1-27 0 0,0-2 0 0 0,1 1-1 0 0,0-2 1 0 0,0 1 0 0 0,0-1 0 0 0,1 0-1 0 0,-3-4-82 0 0,9 7-17 0 0,-1 0 0 0 0,1 0 0 0 0,0 0 1 0 0,0 0-1 0 0,1-1 0 0 0,0 1 0 0 0,0 0 0 0 0,0-1 0 0 0,0 1 0 0 0,1-1 0 0 0,0 0 0 0 0,0 1 0 0 0,0-1 0 0 0,1 1 0 0 0,0-1 0 0 0,0 1 0 0 0,0 0 0 0 0,3-5 17 0 0,-4 8-155 0 0,2 0 0 0 0,-1-1 0 0 0,0 1 0 0 0,0 0 0 0 0,1 0 0 0 0,-1 0 0 0 0,1 1 0 0 0,-1-1 1 0 0,1 0-1 0 0,0 0 0 0 0,0 1 0 0 0,0-1 0 0 0,0 1 0 0 0,0 0 0 0 0,0 0 0 0 0,0-1 0 0 0,0 1 0 0 0,1 1 0 0 0,-1-1 0 0 0,0 0 0 0 0,2 0 155 0 0,31 2-7919 0 0,-28 3 3387 0 0,-2-1-3184 0 0</inkml:trace>
  <inkml:trace contextRef="#ctx0" brushRef="#br0" timeOffset="55458.14">86 79 0 0 0,'0'0'1262'0'0,"0"0"306"0"0,0 0-77 0 0,0 0-155 0 0,0 0-156 0 0,0 0-199 0 0,0 0-186 0 0,0 0-133 0 0,0 0-84 0 0,0 0-25 0 0,3-6 49 0 0,11-32 1483 0 0,-14 36-1766 0 0,1 0-1 0 0,0 0 0 0 0,-1 0 0 0 0,1-1 0 0 0,0 1 0 0 0,0 0 0 0 0,0 1 1 0 0,0-1-1 0 0,1 0 0 0 0,-1 0 0 0 0,1 0 0 0 0,-1 1 0 0 0,1-1 0 0 0,-1 1 1 0 0,1-1-1 0 0,0 1 0 0 0,0-1 0 0 0,1 0-318 0 0,-3 3 0 0 0,-1-1 0 0 0,1 0 0 0 0,0 1 0 0 0,0-1 0 0 0,0 0 0 0 0,0 0 0 0 0,-1 1 0 0 0,1-1 0 0 0,0 0 0 0 0,0 1 0 0 0,0-1 0 0 0,0 0 0 0 0,0 1 0 0 0,0-1 0 0 0,0 0 0 0 0,0 1 0 0 0,0-1 0 0 0,0 1 0 0 0,0-1 0 0 0,0 0 0 0 0,0 1 0 0 0,0-1 0 0 0,0 0 0 0 0,1 1 0 0 0,-1-1 0 0 0,0 0 0 0 0,0 0 0 0 0,0 1 0 0 0,0-1 0 0 0,1 0 0 0 0,-1 1 0 0 0,0-1 0 0 0,0 0 0 0 0,0 0 0 0 0,1 1 0 0 0,-1-1 0 0 0,0 0 0 0 0,1 0 0 0 0,-1 0 0 0 0,0 1 0 0 0,0-1 0 0 0,1 0 0 0 0,-1 0 0 0 0,0 0 0 0 0,1 0 0 0 0,-1 0 0 0 0,0 0 0 0 0,1 0 0 0 0,-1 1 0 0 0,0-1 0 0 0,1 0 0 0 0,-1 0 0 0 0,1 0 0 0 0,-1 0 0 0 0,0-1 0 0 0,1 1 0 0 0,-1 0 0 0 0,0 0 0 0 0,1 0 0 0 0,-1 0 0 0 0,0 0 0 0 0,1 0 0 0 0,-1 0 0 0 0,0-1 0 0 0,-18 28-52 0 0,7-14 101 0 0,0 1-1 0 0,1 1 1 0 0,1-1-1 0 0,0 2 1 0 0,1-1 0 0 0,0 1-1 0 0,-4 16-48 0 0,-3 4 83 0 0,-1 18 37 0 0,16-54-119 0 0,-4 25 148 0 0,1 0 0 0 0,1 0 0 0 0,1 0 1 0 0,1 0-1 0 0,1 0 0 0 0,5 22-149 0 0,-4-33 75 0 0,24 67 481 0 0,-23-77-501 0 0,1 5 47 0 0,2 0 1 0 0,-1-1 0 0 0,1 0 0 0 0,0 0 0 0 0,1 0 0 0 0,0 0 0 0 0,6 5-103 0 0,38 34-342 0 0,-36-29-2868 0 0,-2 1-4502 0 0,-11-15-2141 0 0</inkml:trace>
</inkml:ink>
</file>

<file path=ppt/ink/ink2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42:06.1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2 411 1168 0 0,'0'0'4076'0'0,"0"0"-318"0"0,0 0-439 0 0,0 0-537 0 0,0 0-632 0 0,0 0-634 0 0,0 0-497 0 0,0 0-341 0 0,0 0-214 0 0,0 0-128 0 0,0 0-105 0 0,0 0-78 0 0,0 0-64 0 0,0 13-473 0 0,-2 27 352 0 0,7 60-29 0 0,-4-99 157 0 0,1-1 0 0 0,0 1 0 0 0,-1 0 0 0 0,1 0 0 0 0,0-1 0 0 0,0 1 0 0 0,-1 0 0 0 0,1-1-1 0 0,0 0 1 0 0,0 1 0 0 0,0-1 0 0 0,-1 0 0 0 0,1 0 0 0 0,0 0 0 0 0,0 0 0 0 0,0-1 0 0 0,0 1 0 0 0,-1 0 0 0 0,1-1 0 0 0,0 1 0 0 0,1-1-96 0 0,44-12 106 0 0,-21 5-185 0 0,0 2 0 0 0,1 0 0 0 0,-1 2 0 0 0,1 1 0 0 0,6 1 79 0 0,-12 2-350 0 0,10 0-548 0 0,-12 0-2483 0 0,-18 0 965 0 0,-1 0-946 0 0,0 0-2867 0 0,0 2 2647 0 0,0-1 812 0 0</inkml:trace>
  <inkml:trace contextRef="#ctx0" brushRef="#br0" timeOffset="300.45">221 471 3081 0 0,'0'0'4213'0'0,"0"0"-701"0"0,0 0-692 0 0,0 0-667 0 0,0 0-608 0 0,0 0-496 0 0,0 0-401 0 0,0 0-250 0 0,0 0-158 0 0,0 0-107 0 0,0 0-71 0 0,-1 3-41 0 0,-7 67 351 0 0,7-47-249 0 0,6 42 167 0 0,7-20-564 0 0,-10-14-5222 0 0,-4-25-1952 0 0,1-4 6 0 0</inkml:trace>
  <inkml:trace contextRef="#ctx0" brushRef="#br0" timeOffset="56655.24">384 63 0 0 0,'0'0'1515'0'0,"0"0"-81"0"0,0 0-293 0 0,0 0-246 0 0,0 0-51 0 0,0 0-18 0 0,0 0-26 0 0,0 0-44 0 0,0 0-6 0 0,0 0-5 0 0,0 0-6 0 0,0 0-35 0 0,-3-6-69 0 0,-6-18-62 0 0,6-3 4276 0 0,28 22-4357 0 0,-19 7-514 0 0,1 0 0 0 0,-1 1-1 0 0,1 0 1 0 0,-1 0 0 0 0,0 0-1 0 0,0 1 1 0 0,0 0 0 0 0,-1 0-1 0 0,1 1 1 0 0,-1-1 0 0 0,0 1-1 0 0,0 0 1 0 0,-1 1-1 0 0,1-1 1 0 0,-1 1 0 0 0,0 0-1 0 0,-1 0 1 0 0,0 0 0 0 0,1 0-1 0 0,-2 1 1 0 0,2 4 22 0 0,6 11 46 0 0,-2 1 0 0 0,0-1 0 0 0,-2 2 0 0 0,0-1 0 0 0,-2 1 0 0 0,0-1-1 0 0,-1 12-45 0 0,11 50 415 0 0,3-1 283 0 0,-16-65-565 0 0,0-13-90 0 0,0 0 0 0 0,0 0 0 0 0,-1 0 0 0 0,0 0 0 0 0,0 0-1 0 0,-1 0 1 0 0,1 0 0 0 0,-1 0 0 0 0,-1 0 0 0 0,1 0 0 0 0,-1 0 0 0 0,0 0-43 0 0,-2-2 36 0 0,1 0-1 0 0,-1 0 1 0 0,0 0 0 0 0,0-1 0 0 0,0 0 0 0 0,0 0 0 0 0,0 0-1 0 0,-1 0 1 0 0,0 0 0 0 0,1-1 0 0 0,-1 0 0 0 0,-4 1-36 0 0,-24 14-1512 0 0,3 9-4139 0 0,28-24 4358 0 0,-6 6-5767 0 0</inkml:trace>
</inkml:ink>
</file>

<file path=ppt/ink/ink2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43:08.1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59 0 0 0,'0'0'496'0'0,"0"0"691"0"0,0 0 129 0 0,0 0 7 0 0,0 0-26 0 0,0 0-36 0 0,0 0 2 0 0,0 0 45 0 0,0 0-14 0 0,0 0-35 0 0,0-10-127 0 0,0-29-193 0 0,0 29-185 0 0,0 10-142 0 0,0 0-110 0 0,0 0-71 0 0,-12 11-434 0 0,-21 17 436 0 0,17-6-247 0 0,-29 55 338 0 0,32-52-367 0 0,2 1 0 0 0,0 0 0 0 0,1 1 0 0 0,2 0 0 0 0,1 0 0 0 0,-2 15-157 0 0,7 41 533 0 0,4-75-437 0 0,0 0 0 0 0,1 0 0 0 0,0 0 0 0 0,0-1 0 0 0,1 1 0 0 0,0-1 0 0 0,0 1 0 0 0,1-1 0 0 0,-1-1 0 0 0,2 1 0 0 0,-1-1 0 0 0,1 0 0 0 0,0 0 0 0 0,0 0-1 0 0,1-1 1 0 0,5 4-96 0 0,107 63-1107 0 0,-114-70 899 0 0,10 10-2020 0 0,-9-1-3510 0 0,-4-7 2053 0 0,1 0-3873 0 0</inkml:trace>
</inkml:ink>
</file>

<file path=ppt/ink/ink2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42:17.9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6 175 0 0 0,'0'0'984'0'0,"0"0"1554"0"0,0 0 201 0 0,0 0-114 0 0,0 0-151 0 0,0 0-307 0 0,0 0-339 0 0,0 0-393 0 0,0 0-328 0 0,0 0-236 0 0,0 0-103 0 0,0 0-78 0 0,0 0-109 0 0,-1-6-125 0 0,-3-14-121 0 0,3 14-88 0 0,1 6-49 0 0,5 2-203 0 0,0-1-1 0 0,0 1 0 0 0,0-1 0 0 0,0 1 1 0 0,0 1-1 0 0,-1-1 0 0 0,1 1 0 0 0,-1 0 1 0 0,1 0-1 0 0,-1 0 0 0 0,0 0 0 0 0,0 1 1 0 0,1 1 5 0 0,9 7 13 0 0,88 83-89 0 0,29 12 65 0 0,-41-39-379 0 0,-90-68 249 0 0,-1 0 0 0 0,1 0 1 0 0,0-1-1 0 0,0 1 1 0 0,0 0-1 0 0,0 0 0 0 0,-1 0 1 0 0,1 0-1 0 0,0 0 0 0 0,0 0 1 0 0,0 0-1 0 0,0 0 1 0 0,0 0-1 0 0,-1 0 0 0 0,1 1 1 0 0,0-1-1 0 0,0 0 0 0 0,0 0 1 0 0,0 0-1 0 0,-1 0 1 0 0,1 0-1 0 0,0 0 0 0 0,0 0 1 0 0,0 0-1 0 0,0 0 1 0 0,0 0-1 0 0,0 0 0 0 0,-1 1 1 0 0,1-1-1 0 0,0 0 0 0 0,0 0 1 0 0,0 0-1 0 0,0 0 1 0 0,0 0-1 0 0,0 1 0 0 0,0-1 1 0 0,0 0-1 0 0,0 0 1 0 0,0 0-1 0 0,0 0 0 0 0,0 0 1 0 0,0 1-1 0 0,-1-1 0 0 0,1 0 1 0 0,0 0-1 0 0,0 0 1 0 0,0 0-1 0 0,1 1 0 0 0,-1-1 1 0 0,0 0-1 0 0,0 0 1 0 0,0 0-1 0 0,0 0 0 0 0,0 1 1 0 0,0-1-1 0 0,0 0 0 0 0,0 0 1 0 0,0 0-1 0 0,0 0 1 0 0,0 0 140 0 0,-6-1-1076 0 0,-18-16-5898 0 0,18 11 1956 0 0</inkml:trace>
  <inkml:trace contextRef="#ctx0" brushRef="#br0" timeOffset="377.22">275 158 0 0 0,'0'0'2866'0'0,"0"0"9"0"0,0 0-105 0 0,0 0-77 0 0,0 0-227 0 0,0 0-370 0 0,0 0-356 0 0,0 0-401 0 0,0 0-334 0 0,0 0-249 0 0,0 0-161 0 0,0 0-161 0 0,0 0-138 0 0,1-7-84 0 0,4-22-106 0 0,-4 21-69 0 0,-1 8-20 0 0,0 11-294 0 0,-1-5 276 0 0,0 1 0 0 0,0-1 0 0 0,-1 0 0 0 0,0 0 0 0 0,0 0 0 0 0,0 0 0 0 0,-1 0 0 0 0,0-1 0 0 0,0 1 0 0 0,-4 4 1 0 0,-3 8-2 0 0,-59 90 115 0 0,-6-2-146 0 0,73-103-265 0 0,-15 40-1048 0 0,15-28-3141 0 0,3 0-5016 0 0,1-11 3043 0 0</inkml:trace>
  <inkml:trace contextRef="#ctx0" brushRef="#br0" timeOffset="895.17">507 418 0 0 0,'0'0'3643'0'0,"0"0"-179"0"0,0 0-233 0 0,0 0-402 0 0,0 0-517 0 0,0 0-607 0 0,0 0-537 0 0,0 0-372 0 0,0 0-246 0 0,0 0-162 0 0,0 0-102 0 0,0 0-94 0 0,0 0-85 0 0,-4 13-258 0 0,4-10 156 0 0,0 3 16 0 0,0 0 1 0 0,0 0 0 0 0,0 0-1 0 0,1 0 1 0 0,0 0 0 0 0,0 0-1 0 0,0 0 1 0 0,1-1 0 0 0,0 1-1 0 0,0 0 1 0 0,1 0-22 0 0,19 36-179 0 0,-4-30 479 0 0,42-11 366 0 0,23-15-589 0 0,-79 14-262 0 0,0-1 0 0 0,1 1-1 0 0,-1-1 1 0 0,0 0-1 0 0,1 0 1 0 0,-1-1 0 0 0,0 1-1 0 0,0-1 1 0 0,0 0 0 0 0,0 0-1 0 0,0 0 1 0 0,-1 0-1 0 0,1-1 1 0 0,-1 0 0 0 0,1 1 185 0 0,-2-7-7610 0 0,-2 6 2536 0 0,0 1-1089 0 0</inkml:trace>
  <inkml:trace contextRef="#ctx0" brushRef="#br0" timeOffset="1163.92">706 467 136 0 0,'0'0'3834'0'0,"0"0"-437"0"0,0 0-391 0 0,0 0-416 0 0,0 0-612 0 0,0 0-602 0 0,0 0-488 0 0,0 0-399 0 0,0 0-247 0 0,0 0-145 0 0,0 0-3 0 0,0 0 18 0 0,0 0 28 0 0,2 8 45 0 0,13 61 167 0 0,3-9-107 0 0,-8-9-1022 0 0,-11-18-3369 0 0,-11-16-6754 0 0,8-15 7562 0 0</inkml:trace>
  <inkml:trace contextRef="#ctx0" brushRef="#br0" timeOffset="51486.67">604 47 0 0 0,'0'0'695'0'0,"0"0"81"0"0,0 0-11 0 0,0-7 6 0 0,0-15-230 0 0,0 5 5473 0 0,0 17-5244 0 0,16 0 1451 0 0,-10 1-2199 0 0,0 0-1 0 0,0 1 0 0 0,0-1 0 0 0,0 1 0 0 0,0 1 0 0 0,-1-1 1 0 0,1 1-1 0 0,-1 0 0 0 0,0 0 0 0 0,0 1 0 0 0,0-1 0 0 0,0 1 1 0 0,0 0-1 0 0,0 1-21 0 0,14 11 102 0 0,2-2 25 0 0,-1 2 0 0 0,-1 0 0 0 0,-1 1 0 0 0,-1 1 0 0 0,0 1 1 0 0,-1 1-1 0 0,-1 0 0 0 0,-1 1 0 0 0,-1 0 0 0 0,-1 1 0 0 0,0 0 0 0 0,-2 1 0 0 0,-1 1 0 0 0,3 12-127 0 0,-8-26 127 0 0,-1 1-1 0 0,0 1 1 0 0,-1-1-1 0 0,0 0 1 0 0,-1 0-1 0 0,0 1 1 0 0,-1-1-1 0 0,-1 1 1 0 0,1-1-1 0 0,-2 0 1 0 0,0 1-1 0 0,0-1 1 0 0,-1 0 0 0 0,0 0-1 0 0,-1 0 1 0 0,-3 7-127 0 0,0-7 79 0 0,-1-1 0 0 0,0 0 0 0 0,-1 0 0 0 0,0-1 0 0 0,0 0 0 0 0,-1 0 0 0 0,0-1 1 0 0,0-1-1 0 0,-3 2-79 0 0,-19 18-1458 0 0,7-4-3779 0 0,19-19 935 0 0,3 0-2169 0 0</inkml:trace>
</inkml:ink>
</file>

<file path=ppt/ink/ink2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43:40.5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173 35 0 0 0,'0'0'693'0'0,"0"0"369"0"0,0 0 53 0 0,0 0-87 0 0,0 0-40 0 0,0 0 9 0 0,0 0-21 0 0,0 0-7 0 0,1-5-24 0 0,1 0-551 0 0,2-18 2736 0 0,3 22 4120 0 0,-5 4-7502 0 0,6 41 1793 0 0,8 31-54 0 0,-1-20-817 0 0,7 11-81 0 0,5 14-223 0 0,-10-7-201 0 0,-6-31-31 0 0,-17-54-3196 0 0,-13-6-2531 0 0,0 1-5091 0 0,15 13 5776 0 0</inkml:trace>
  <inkml:trace contextRef="#ctx0" brushRef="#br0" timeOffset="403.96">396 253 0 0 0,'0'0'2095'0'0,"0"0"546"0"0,0 0 166 0 0,0 0-18 0 0,0 0-242 0 0,0 0-351 0 0,0 0-397 0 0,0 0-449 0 0,0 0-365 0 0,0 0-256 0 0,0 0-172 0 0,0 0-117 0 0,2-2-61 0 0,5-7-87 0 0,-5 7-53 0 0,-2 2-47 0 0,0 0-44 0 0,0 0-31 0 0,0 0-30 0 0,0 0-19 0 0,0 0-44 0 0,0 0 0 0 0,0 0-12 0 0,0 0-2 0 0,-11 9 20 0 0,2-5 53 0 0,-1 0 1 0 0,0 0-1 0 0,1-2 1 0 0,-1 1 0 0 0,0-1-1 0 0,-1 0 1 0 0,1-1-1 0 0,0 0 1 0 0,0-1-1 0 0,0 0 1 0 0,-1-1-1 0 0,-2 0-83 0 0,-16 0 110 0 0,-175-12-553 0 0,198 13 336 0 0,-12 3-2406 0 0,13 9-2828 0 0,5 3-3685 0 0,0-10 2787 0 0</inkml:trace>
</inkml:ink>
</file>

<file path=ppt/ink/ink2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43:45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331 59 0 0 0,'0'0'1024'0'0,"0"0"374"0"0,0 0 29 0 0,0 0-151 0 0,0 0-216 0 0,5-5-122 0 0,21-23 676 0 0,-23 27-1305 0 0,0-1 1 0 0,1 1-1 0 0,-1-1 1 0 0,0 1-1 0 0,1 0 1 0 0,-1 0-1 0 0,1 0 1 0 0,-1 1-1 0 0,1-1 1 0 0,-1 1-1 0 0,1 0 1 0 0,0 0-1 0 0,1 0-309 0 0,9-1 4536 0 0,7 0-2130 0 0,-9-8-1505 0 0,-1 6-850 0 0,-143 4 1341 0 0,-36 18-188 0 0,1-14 1094 0 0,164-8-2137 0 0,6 1-3576 0 0,3 2 266 0 0,-2 0-5458 0 0,-2 0-1651 0 0</inkml:trace>
</inkml:ink>
</file>

<file path=ppt/ink/ink2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43:46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0 0 0,'0'0'2517'0'0,"0"0"86"0"0,0 0-83 0 0,0 0-123 0 0,0 0-318 0 0,0 0-383 0 0,0 0-417 0 0,0 0-408 0 0,0 0-292 0 0,0 0-158 0 0,0 0-97 0 0,0-4 1002 0 0,17 54-386 0 0,47 89 126 0 0,14 20-790 0 0,-34-63-267 0 0,-41-86-33 0 0,0 0 0 0 0,0 1 0 0 0,-1-1-1 0 0,0 0 1 0 0,0 1 0 0 0,-1-1 0 0 0,-1 10 24 0 0,-1-18 3 0 0,0-1 0 0 0,0 1 1 0 0,0 0-1 0 0,-1-1 0 0 0,1 1 1 0 0,-1-1-1 0 0,1 1 0 0 0,-1-1 1 0 0,0 0-1 0 0,1 1 0 0 0,-1-1 1 0 0,0 0-1 0 0,0 0 0 0 0,0 0 1 0 0,0-1-1 0 0,0 1 0 0 0,0 0 1 0 0,0-1-1 0 0,0 1 0 0 0,0-1 1 0 0,0 0-1 0 0,0 0 0 0 0,0 0 1 0 0,0 0-1 0 0,0 0 0 0 0,-1 0-3 0 0,2 0 8 0 0,-6 0 60 0 0,-1 1-1 0 0,1-2 1 0 0,0 1 0 0 0,0-1-1 0 0,0 0 1 0 0,-1 0 0 0 0,1-1-1 0 0,0 0 1 0 0,1-1 0 0 0,-7-2-68 0 0,6 2 64 0 0,0 0 0 0 0,1-1 0 0 0,-1 0 0 0 0,1-1 0 0 0,-1 1 0 0 0,1-1 1 0 0,1-1-1 0 0,-1 1 0 0 0,1-1 0 0 0,-2-2-64 0 0,6 6 34 0 0,0 0-1 0 0,0 0 1 0 0,0 0 0 0 0,0 0-1 0 0,0 0 1 0 0,1 0 0 0 0,-1 0-1 0 0,1-1 1 0 0,-1 1-1 0 0,1 0 1 0 0,0 0 0 0 0,0-1-1 0 0,0 1 1 0 0,0 0 0 0 0,0 0-1 0 0,1-1 1 0 0,-1 1-1 0 0,1 0 1 0 0,-1 0 0 0 0,1-1-1 0 0,0 1 1 0 0,0 0 0 0 0,0 0-1 0 0,0 0 1 0 0,0 0 0 0 0,0 0-1 0 0,1 1 1 0 0,-1-1-1 0 0,1 0 1 0 0,-1 0 0 0 0,1 1-1 0 0,-1-1 1 0 0,1 1-34 0 0,64-41-447 0 0,-46 35 65 0 0,1 0 0 0 0,0 1 1 0 0,0 2-1 0 0,1 0 0 0 0,17-1 382 0 0,-36 5-98 0 0,24-11-3079 0 0,-24 4-1523 0 0,-7-2-3741 0 0,-1 5 3957 0 0</inkml:trace>
</inkml:ink>
</file>

<file path=ppt/ink/ink2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43:47.1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52 864 0 0,'0'0'3746'0'0,"0"0"-644"0"0,0 0-469 0 0,0 0-246 0 0,0 0-234 0 0,0 0-272 0 0,0 0-270 0 0,0 0-268 0 0,0 0-293 0 0,0 0-270 0 0,0 0-265 0 0,0 0-215 0 0,0 0-146 0 0,-2-10-86 0 0,-8-31-57 0 0,12 63-296 0 0,12 36-49 0 0,-14-57 252 0 0,0-1 15 0 0,0 0 18 0 0,0 0 38 0 0,0 0 30 0 0,0 0 7 0 0,-8-10 189 0 0,-24-22-700 0 0,32 32-208 0 0,0 0-580 0 0,-5 3-10446 0 0,4 1 3859 0 0</inkml:trace>
</inkml:ink>
</file>

<file path=ppt/ink/ink2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43:51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410 33 0 0 0,'0'0'497'0'0,"0"0"453"0"0,0 0-18 0 0,0 0-54 0 0,0 0-9 0 0,0 0 3 0 0,0 0 41 0 0,0 0-41 0 0,0 0-75 0 0,0 0-115 0 0,4-1-118 0 0,1 0-1840 0 0,4-3 5982 0 0,-26 3-210 0 0,-77 16-3571 0 0,-38-10 1729 0 0,37-9-960 0 0,80 1-825 0 0,-26-4-887 0 0,8-1-49 0 0,32 8 68 0 0,1 0-2 0 0,0 0 12 0 0,0 0-1 0 0,0 0 8 0 0,0 0 11 0 0,0 0 3 0 0,0 0-1 0 0,0 0-6 0 0,0 0-2 0 0,0 0-5 0 0,0 0 9 0 0,0 0 21 0 0,0 0 27 0 0,0 0 41 0 0,0 0 56 0 0,0 0 44 0 0,0 0 33 0 0,8-2 326 0 0,6-3-749 0 0,1 1 1 0 0,0 0-1 0 0,0 1 0 0 0,0 0 1 0 0,14 1 173 0 0,166 2-872 0 0,-113 6 506 0 0,-74-4-4170 0 0,-21-1-5465 0 0,11-1 8373 0 0,-2 0-4585 0 0</inkml:trace>
</inkml:ink>
</file>

<file path=ppt/ink/ink2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43:55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68 0 0 0,'0'0'3502'0'0,"0"0"67"0"0,0 0-335 0 0,0 0-302 0 0,0 0-339 0 0,0 0-505 0 0,0 0-583 0 0,0 0-406 0 0,0 0-291 0 0,0 0-171 0 0,0 0-95 0 0,0 0-99 0 0,0-12-110 0 0,0-33-69 0 0,0 34-84 0 0,0 11-72 0 0,0 0-59 0 0,0 0-75 0 0,0 0-61 0 0,0 0-52 0 0,0 0-57 0 0,0 0-49 0 0,0 0-68 0 0,0 0-77 0 0,0 0-71 0 0,0 0-97 0 0,2 11-2194 0 0,-2 20-1962 0 0,0-11-4519 0 0,0-16 4461 0 0</inkml:trace>
</inkml:ink>
</file>

<file path=ppt/ink/ink2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43:55.4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5 0 0 0,'0'0'1662'0'0,"0"0"834"0"0,0 0 133 0 0,0 0-87 0 0,0 0-235 0 0,0 0-363 0 0,0 0-417 0 0,0 0-395 0 0,0 0-231 0 0,0 0-115 0 0,0 0-80 0 0,0 0-85 0 0,0 0-120 0 0,-1-2-115 0 0,0 0-368 0 0,1 2-17 0 0,0 0-1 0 0,0 0 1 0 0,0 0 0 0 0,0 0-1 0 0,0 0 1 0 0,0 1 0 0 0,-1-1-1 0 0,1 0 1 0 0,0 0 0 0 0,0 0-1 0 0,0 0 1 0 0,0 0 0 0 0,0 0-1 0 0,0 0 1 0 0,0 0 0 0 0,-1 0-1 0 0,1 0 1 0 0,0 0-1 0 0,0 0 1 0 0,0 0 0 0 0,0 0-1 0 0,0 0 1 0 0,0 0 0 0 0,-1 0-1 0 0,1 0 1 0 0,0 0 0 0 0,0 0-1 0 0,0 0 1 0 0,0-1 0 0 0,0 1-1 0 0,0 0 1 0 0,0 0-1 0 0,10 17-280 0 0,77 144 440 0 0,-50-94-80 0 0,-18-24-75 0 0,-11-26-19 0 0,-1 0 1 0 0,0 0 0 0 0,-1 1 0 0 0,-1 0 0 0 0,2 17 13 0 0,-1 16-140 0 0,-7-49 142 0 0,-1 0 1 0 0,1 0 0 0 0,0 0 0 0 0,-1-1 0 0 0,1 1-1 0 0,-1 0 1 0 0,0-1 0 0 0,1 1 0 0 0,-1-1-1 0 0,0 0 1 0 0,0 1 0 0 0,0-1 0 0 0,0 0 0 0 0,0 0-1 0 0,0 0 1 0 0,-1 0 0 0 0,1-1 0 0 0,0 1 0 0 0,0-1-1 0 0,-1 1 1 0 0,1-1 0 0 0,-2 0-3 0 0,-2 1 49 0 0,-1-1 1 0 0,0 0-1 0 0,0 0 0 0 0,0-1 1 0 0,0 1-1 0 0,1-2 0 0 0,-1 1 1 0 0,0-1-1 0 0,1 0 0 0 0,-1 0 1 0 0,1-1-1 0 0,0 1 0 0 0,-1-2 1 0 0,2 1-1 0 0,-4-3-49 0 0,-1 1 55 0 0,0-1-1 0 0,0-1 1 0 0,1 0-1 0 0,0 0 1 0 0,0-1 0 0 0,1 0-1 0 0,-1 0 1 0 0,2-1-1 0 0,0 0 1 0 0,0-1-1 0 0,0 1 1 0 0,0-4-55 0 0,6 12 18 0 0,1 0-1 0 0,-1-1 1 0 0,1 1-1 0 0,-1-1 1 0 0,1 1 0 0 0,0-1-1 0 0,0 1 1 0 0,0-1-1 0 0,0 1 1 0 0,0-1 0 0 0,0 1-1 0 0,0-1 1 0 0,0 1-1 0 0,0-1 1 0 0,1 1 0 0 0,-1-1-1 0 0,1 1 1 0 0,-1 0-1 0 0,1-1 1 0 0,-1 1 0 0 0,1-1-1 0 0,0 1 1 0 0,0 0-1 0 0,-1 0 1 0 0,1 0 0 0 0,0-1-1 0 0,0 1 1 0 0,0 0-1 0 0,1 0 1 0 0,-1 0 0 0 0,0 0-1 0 0,0 0 1 0 0,0 1-1 0 0,1-1 1 0 0,-1 0-18 0 0,53-21-647 0 0,-50 21 598 0 0,159-34-3693 0 0,-161 35 3513 0 0,20-9-1984 0 0,-9-1-4461 0 0,-10 7-766 0 0</inkml:trace>
  <inkml:trace contextRef="#ctx0" brushRef="#br0" timeOffset="846.37">234 206 0 0 0,'0'0'1020'0'0,"0"0"1330"0"0,0 0-57 0 0,0 0-293 0 0,0 0-309 0 0,0 0-272 0 0,0 0-288 0 0,0 0-224 0 0,0 0-210 0 0,0 0-249 0 0,0 0-206 0 0,0 0-212 0 0,9-8-180 0 0,31-27-133 0 0,-39 34 224 0 0,0-1 0 0 0,0 1 0 0 0,0 0 0 0 0,0 0 0 0 0,1 0 0 0 0,-1 0 0 0 0,0 1 0 0 0,1-1 0 0 0,-1 0 0 0 0,1 0 0 0 0,-1 1 0 0 0,1-1 0 0 0,-1 1 0 0 0,1-1 0 0 0,-1 1 0 0 0,1 0 0 0 0,-1 0 0 0 0,1 0 0 0 0,0-1 0 0 0,-1 2 0 0 0,1-1 0 0 0,0 0 0 0 0,0 0 59 0 0,8 1-726 0 0,17 3-4673 0 0,-24-3 2420 0 0,1 0-355 0 0</inkml:trace>
</inkml:ink>
</file>

<file path=ppt/ink/ink2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43:54.2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45 0 0 0,'0'0'640'0'0,"0"0"831"0"0,0 0 77 0 0,0 0-47 0 0,0 0-22 0 0,0 0-155 0 0,0 0-18 0 0,0 0-70 0 0,0 0-127 0 0,0 0-83 0 0,0 0-72 0 0,-1-6-88 0 0,-2-23 365 0 0,3 20 3456 0 0,0 9-4789 0 0,0 0-3 0 0,2 11-523 0 0,22 91 1212 0 0,-10-40-84 0 0,21 65 354 0 0,-24-82-673 0 0,-11-45-424 0 0,-1 1 0 0 0,1-1 0 0 0,-1 0 0 0 0,1 1 0 0 0,-1-1-1 0 0,1 0 1 0 0,-1 1 0 0 0,1-1 0 0 0,-1 0 0 0 0,0 0 0 0 0,1 0 0 0 0,-1 0 0 0 0,1 0 0 0 0,-1 0 0 0 0,0 0 0 0 0,1 0-1 0 0,-1 0 1 0 0,1 0 0 0 0,-1 0 0 0 0,1 0 0 0 0,-1 0 0 0 0,0 0 0 0 0,1 0 0 0 0,-1 0 0 0 0,1-1 0 0 0,-1 1 0 0 0,1 0-1 0 0,-1 0 1 0 0,1-1 0 0 0,-1 1 0 0 0,1 0 0 0 0,-1-1 0 0 0,1 1 0 0 0,-1-1 0 0 0,1 1 0 0 0,0-1 0 0 0,-1 1 0 0 0,1 0 0 0 0,0-1-1 0 0,-1 1 1 0 0,1-1 0 0 0,0 0 0 0 0,-1 1 0 0 0,1-1 0 0 0,0 1 0 0 0,0-1 0 0 0,0 1 0 0 0,0-1 0 0 0,0 0 243 0 0,-5-2-3623 0 0,1-1-2505 0 0</inkml:trace>
  <inkml:trace contextRef="#ctx0" brushRef="#br0" timeOffset="328.22">432 270 608 0 0,'0'0'3265'0'0,"0"0"-179"0"0,0 0-192 0 0,0 0-396 0 0,0 0-417 0 0,0 0-384 0 0,0 0-301 0 0,0 0-200 0 0,0 0-174 0 0,0 0-205 0 0,0 0-170 0 0,0 0-128 0 0,-9-5-94 0 0,-47-21 228 0 0,43 23-524 0 0,0 1 1 0 0,-1 1 0 0 0,0 0-1 0 0,1 1 1 0 0,-1 0 0 0 0,1 1 0 0 0,-1 1-1 0 0,-5 1-129 0 0,-39 3-176 0 0,-36-4-785 0 0,54-2-3021 0 0,-2 0-7724 0 0,37 0 4690 0 0</inkml:trace>
</inkml:ink>
</file>

<file path=ppt/ink/ink2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44:10.2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 15 0 0 0,'0'0'140'0'0,"0"0"419"0"0,0 0 44 0 0,0 0-74 0 0,0 0-94 0 0,0 0-80 0 0,0 0-27 0 0,0 0 14 0 0,0 0 32 0 0,5 0 79 0 0,16 0 67 0 0,15-12 5119 0 0,-30 10 876 0 0,-7 2-6481 0 0,-10 3 425 0 0,-91 25 2142 0 0,93-26-2411 0 0,-1-1 0 0 0,0 1 0 0 0,1-2 0 0 0,-1 1-1 0 0,0-1 1 0 0,1-1 0 0 0,-1 0 0 0 0,0 0 0 0 0,1-1 0 0 0,-1 0 0 0 0,-1-1-190 0 0,-16-11-2072 0 0,24 9-1400 0 0,4 2-7122 0 0,-1 3 4757 0 0</inkml:trace>
</inkml:ink>
</file>

<file path=ppt/ink/ink2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44:10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4 816 0 0,'0'0'3172'0'0,"0"0"-199"0"0,0 0-271 0 0,0 0-277 0 0,0 0-354 0 0,0 0-436 0 0,0 0-435 0 0,0 0-380 0 0,0 0-278 0 0,0 0-197 0 0,0 0-123 0 0,0 0-46 0 0,0 0-75 0 0,-4-4-941 0 0,2 11 846 0 0,0 1 0 0 0,0-1 0 0 0,0 0 0 0 0,1 1 1 0 0,0-1-1 0 0,1 1 0 0 0,-1-1 0 0 0,1 1 0 0 0,1 0 0 0 0,0 0-6 0 0,-1 16 151 0 0,9 41 333 0 0,61 134 202 0 0,-29-78-570 0 0,-33-56-286 0 0,-9-64 171 0 0,0 0-1 0 0,0 0 1 0 0,-1 0-1 0 0,1 0 1 0 0,0 0-1 0 0,-1 0 1 0 0,1 0-1 0 0,-1 0 1 0 0,1-1-1 0 0,-1 1 1 0 0,1 0-1 0 0,-1-1 1 0 0,0 0-1 0 0,1 1 1 0 0,-1-1-1 0 0,0 0 1 0 0,1 0-1 0 0,-1 0 1 0 0,0 0-1 0 0,0 0 1 0 0,-1 0-1 0 0,-5 0 57 0 0,-1-1 1 0 0,0 0-1 0 0,1-1 1 0 0,-1 1-1 0 0,0-2 1 0 0,1 1-1 0 0,0-1 1 0 0,0 0-1 0 0,0-1 0 0 0,0 0 1 0 0,0 0-1 0 0,1-1-57 0 0,-50-39 487 0 0,55 43-410 0 0,0-1-1 0 0,0 1 0 0 0,1-1 1 0 0,-1 0-1 0 0,1 0 1 0 0,-1 0-1 0 0,1 0 0 0 0,0 0 1 0 0,-1 0-1 0 0,1 0 1 0 0,0-1-1 0 0,1 1 1 0 0,-1 0-1 0 0,0-1 0 0 0,1 1 1 0 0,-1 0-1 0 0,1-1 1 0 0,0 1-1 0 0,0-1 0 0 0,-1 1 1 0 0,2 0-1 0 0,-1-1 1 0 0,0 1-1 0 0,0-1 1 0 0,1 1-1 0 0,0 0 0 0 0,-1-1 1 0 0,1 1-1 0 0,0 0 1 0 0,1-3-77 0 0,6-3-39 0 0,1 0 0 0 0,0 0 0 0 0,0 1 0 0 0,0 0 0 0 0,1 0-1 0 0,0 1 1 0 0,1 0 0 0 0,-1 1 0 0 0,1 0 0 0 0,0 1 0 0 0,0 0 0 0 0,3 1 39 0 0,32-15-741 0 0,-17-5-2514 0 0,-29 22 2751 0 0,1 0-1 0 0,-1-1 1 0 0,1 1-1 0 0,-1 0 1 0 0,1 0-1 0 0,-1-1 1 0 0,0 1-1 0 0,0 0 1 0 0,1-1-1 0 0,-1 1 1 0 0,0 0-1 0 0,0 0 1 0 0,-1-1-1 0 0,1 1 1 0 0,0 0-1 0 0,0-1 1 0 0,-1 1-1 0 0,1 0 1 0 0,0 0-1 0 0,-1-1 1 0 0,1 1-1 0 0,-1 0 1 0 0,0 0 0 0 0,1 0-1 0 0,-1 0 1 0 0,0-1 504 0 0,-3-5-5587 0 0</inkml:trace>
</inkml:ink>
</file>

<file path=ppt/ink/ink2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44:11.4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21 107 0 0 0,'0'0'2102'0'0,"0"0"726"0"0,0 0 42 0 0,0 0-161 0 0,0 0-187 0 0,0 0-274 0 0,0 0-390 0 0,0 0-431 0 0,0 0-369 0 0,0 0-248 0 0,0 0-165 0 0,0 0-111 0 0,0 0-104 0 0,-4-13-108 0 0,-9-40-75 0 0,9 40-92 0 0,4 13-60 0 0,0 0-55 0 0,0 0-52 0 0,0 0-38 0 0,11 4-589 0 0,-11-4 685 0 0,0 0 36 0 0,0 0 24 0 0,0 0 22 0 0,0 0 19 0 0,0 0-2 0 0,0 0-10 0 0,2-31 395 0 0,-2 31-463 0 0,0 0-15 0 0,8 2-2374 0 0,-7 14 354 0 0,1 4-1640 0 0,-7-7-3352 0 0,3-8-1819 0 0</inkml:trace>
</inkml:ink>
</file>

<file path=ppt/ink/ink2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44:06.1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119 109 0 0 0,'0'0'976'0'0,"0"0"168"0"0,0 0-70 0 0,0 0-131 0 0,0 0-104 0 0,0 0-107 0 0,0 0-112 0 0,0 0-64 0 0,0 0-33 0 0,0-2-22 0 0,-1-10 2069 0 0,1 12-2008 0 0,-2-17 2129 0 0,-6-19-1085 0 0,7 11 443 0 0,1 9 2919 0 0,0 16-5016 0 0,0 12-539 0 0,18 70 721 0 0,3 51 264 0 0,-4-42-80 0 0,-1-27-62 0 0,-15-57-247 0 0,0-6-5 0 0,0-1 10 0 0,-1 0-4 0 0,0 0 0 0 0,0 0-28 0 0,0 0-39 0 0,0 0-58 0 0,0 0-105 0 0,-9-17-15333 0 0,7 14 8644 0 0</inkml:trace>
  <inkml:trace contextRef="#ctx0" brushRef="#br0" timeOffset="577.15">353 283 0 0 0,'0'0'2088'0'0,"0"0"242"0"0,0 0-136 0 0,0 0-153 0 0,0 0-144 0 0,0 0-194 0 0,0 0-186 0 0,0 0-198 0 0,0 0-197 0 0,0 0-152 0 0,0 0-142 0 0,5-2-150 0 0,15-4-137 0 0,-15 5-129 0 0,-5 1-82 0 0,0 0-64 0 0,0 0-50 0 0,0 0-46 0 0,0 0-36 0 0,0 0-12 0 0,0 0-26 0 0,0 0-1 0 0,0 0-3 0 0,0 0-12 0 0,0 0 10 0 0,0 0 4 0 0,0 0 14 0 0,0 0 4 0 0,0 0 1 0 0,-25 3-392 0 0,-210-14 878 0 0,155 11-112 0 0,62 0-663 0 0,6-1-2769 0 0,2 1-7536 0 0,7 0 1518 0 0</inkml:trace>
  <inkml:trace contextRef="#ctx0" brushRef="#br0" timeOffset="7112.42">205 349 0 0 0,'0'0'656'0'0,"0"0"476"0"0,0 0-30 0 0,0 0-91 0 0,0 0 20 0 0,0 0 78 0 0,0 0 8 0 0,0 0-72 0 0,0 0-127 0 0,0 0-141 0 0,0 0-103 0 0,1 6 1409 0 0,15 15-2566 0 0,-8 4-1030 0 0,-11-8-3547 0 0,0-13-539 0 0</inkml:trace>
</inkml:ink>
</file>

<file path=ppt/ink/ink2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44:16.6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445 66 0 0 0,'0'0'468'0'0,"0"0"115"0"0,0 0 25 0 0,0 0-47 0 0,0 0 5 0 0,0 0 17 0 0,0 0 42 0 0,4-2 62 0 0,14-7 64 0 0,-4-5 3459 0 0,-13 13-3897 0 0,-1 1 20 0 0,0 0 29 0 0,0 0 38 0 0,0 0 10 0 0,0 0-2 0 0,0 0-27 0 0,0 0-13 0 0,0 0-9 0 0,0 0-15 0 0,0 0-14 0 0,0 0-13 0 0,0 0-21 0 0,0 0-19 0 0,0 0-5 0 0,-1 2-262 0 0,-90-9 2445 0 0,-61-4-808 0 0,77 36-1358 0 0,16-19 250 0 0,9-2 29 0 0,55-4 3244 0 0,13-2-3312 0 0,96-25-919 0 0,27 1 376 0 0,-135 23-1568 0 0,-15 2 697 0 0,-12 5 779 0 0,4-2-323 0 0,38 3 605 0 0,77 10 608 0 0,-116-15-3609 0 0,-86 4 2996 0 0,66-4-115 0 0,-14-1-512 0 0,-62 2-543 0 0,41 6-9298 0 0,63-5 2896 0 0</inkml:trace>
</inkml:ink>
</file>

<file path=ppt/ink/ink2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44:21.9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28 0 0 0,'0'0'890'0'0,"0"0"1325"0"0,0 0 204 0 0,0 0-196 0 0,0 0-193 0 0,0 0-317 0 0,0 0-223 0 0,0 0-212 0 0,0 0-298 0 0,0 0-231 0 0,0 0-154 0 0,0 0-119 0 0,0 0-62 0 0,2-4-45 0 0,8-15-86 0 0,-8 15-62 0 0,-2 4-57 0 0,0 0-42 0 0,0 0-30 0 0,0 0-15 0 0,19 81 316 0 0,-5-25-175 0 0,38 142 90 0 0,-34-136-240 0 0,25 76 52 0 0,-39-120-127 0 0,3 61-155 0 0,-8-78 165 0 0,0 0 0 0 0,0 1 0 0 0,-1-1 0 0 0,1 0 0 0 0,0 0 1 0 0,-1 0-1 0 0,1 0 0 0 0,-1 0 0 0 0,1-1 0 0 0,-1 1 0 0 0,1 0 1 0 0,-1-1-1 0 0,0 1 0 0 0,1-1 0 0 0,-1 1 0 0 0,0-1 0 0 0,0 0 1 0 0,1 0-1 0 0,-1 0 0 0 0,0 0 0 0 0,1 0 0 0 0,-1 0 0 0 0,-1-1-3 0 0,2 1 34 0 0,-5-1 39 0 0,0 0-1 0 0,0 0 1 0 0,0-1-1 0 0,0 0 1 0 0,0 0-1 0 0,1 0 0 0 0,-1-1 1 0 0,1 0-1 0 0,-1 0 1 0 0,1-1-1 0 0,0 1 1 0 0,-3-4-73 0 0,-17-10 113 0 0,16 13-58 0 0,1-1 0 0 0,1 0 0 0 0,-1 0 0 0 0,1-1 1 0 0,0 0-1 0 0,0 0 0 0 0,0 0 0 0 0,1-1 0 0 0,0 0 0 0 0,1-1 0 0 0,-1 1 0 0 0,1-1 0 0 0,-2-5-55 0 0,6 11 42 0 0,1 1-1 0 0,-1-1 0 0 0,1 0 1 0 0,0 0-1 0 0,-1 1 0 0 0,1-1 1 0 0,0 0-1 0 0,0 1 0 0 0,0-1 1 0 0,0 0-1 0 0,0 0 1 0 0,0 1-1 0 0,1-1 0 0 0,-1 0 1 0 0,1 0-1 0 0,-1 1 0 0 0,1-1 1 0 0,0 1-1 0 0,-1-1 0 0 0,1 0 1 0 0,0 1-1 0 0,0-1 0 0 0,0 1 1 0 0,0 0-1 0 0,0-1 1 0 0,1 1-1 0 0,-1 0 0 0 0,0 0 1 0 0,0 0-1 0 0,1 0 0 0 0,0-1-41 0 0,53-23-182 0 0,-49 23 154 0 0,170-40-2659 0 0,-153 30-1038 0 0,-18-3-5513 0 0,-5 9 2273 0 0</inkml:trace>
</inkml:ink>
</file>

<file path=ppt/ink/ink2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44:22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72 0 0 0,'0'0'2100'0'0,"0"0"670"0"0,0 0-61 0 0,0 0-227 0 0,0 0-184 0 0,0 0-321 0 0,0 0-343 0 0,0 0-302 0 0,0 0-267 0 0,0 0-224 0 0,0 0-165 0 0,0 0-120 0 0,0 0-138 0 0,-2-12-82 0 0,-7-35-73 0 0,7 35-94 0 0,2 12-38 0 0,0 0-47 0 0,0 0-58 0 0,0 0-20 0 0,0 0-28 0 0,0 0-32 0 0,0 0 20 0 0,0 0-2 0 0,0 0-14 0 0,0 0 22 0 0,0 0-10 0 0,0 0-4 0 0,0 0 16 0 0,0 0 21 0 0,0 0 17 0 0,0 0-11 0 0,0 0 26 0 0,0 0-38 0 0,0 0-35 0 0,0 0-21 0 0,0 0 3 0 0,0 0 4 0 0,0 0-17 0 0,0 0-35 0 0,0 0-19 0 0,0 0-60 0 0,0 0-82 0 0,0 0-43 0 0,-5 28-499 0 0,7-1 665 0 0,0-13-2433 0 0,-1-1-5971 0 0,-1-11 426 0 0</inkml:trace>
</inkml:ink>
</file>

<file path=ppt/ink/ink2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44:20.4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94 100 0 0 0,'0'0'237'0'0,"0"0"656"0"0,-1-4 116 0 0,-2-15 856 0 0,1-40 10695 0 0,2 59-12312 0 0,0 0-23 0 0,0 0 27 0 0,0 0 3 0 0,0 0 9 0 0,0 0-11 0 0,0 0 6 0 0,0 0 6 0 0,0 0-37 0 0,0 0-13 0 0,0-13 1658 0 0,0 8-1853 0 0,0 13-818 0 0,9 112 1293 0 0,6-45-48 0 0,-3-16-290 0 0,-4 9-97 0 0,-8-67-92 0 0,0-1 8 0 0,0 0-32 0 0,0 0 13 0 0,0 0 6 0 0,0 0-49 0 0,0 0-60 0 0,0 0-98 0 0,0 0-102 0 0,0 0-127 0 0,0 0-133 0 0,0 0-254 0 0,0 0-464 0 0,0 0-548 0 0,0 0-525 0 0,1 0-1281 0 0,0 0 1350 0 0,-1 0-1803 0 0,2 0 1532 0 0</inkml:trace>
  <inkml:trace contextRef="#ctx0" brushRef="#br0" timeOffset="517.05">339 201 0 0 0,'0'0'2866'0'0,"0"0"-203"0"0,0 0-285 0 0,0 0-295 0 0,0 0-190 0 0,0 0-170 0 0,0 0-242 0 0,0 0-237 0 0,0 0-265 0 0,0 0-225 0 0,0 0-174 0 0,3-2-141 0 0,9-7-117 0 0,-9 7-116 0 0,-16 4 77 0 0,-28 16 135 0 0,22-13-193 0 0,0 0 0 0 0,-1-1-1 0 0,1-1 1 0 0,-1-1-1 0 0,-17-1-224 0 0,-61-4 758 0 0,56-8-3372 0 0,33 9-1048 0 0,-6-2-7058 0 0,11 2 5523 0 0</inkml:trace>
</inkml:ink>
</file>

<file path=ppt/ink/ink2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44:28.5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24 0 0 0,'0'0'279'0'0,"0"0"314"0"0,0 0 93 0 0,0 0 52 0 0,0 0 13 0 0,0 0-5 0 0,3-4-26 0 0,8-12-111 0 0,-9 14 7657 0 0,-1 1-3354 0 0,0 1-2089 0 0,-3 3-3758 0 0,-7 6 1056 0 0,-47 61 1125 0 0,21-8-532 0 0,19-9-327 0 0,3 46 109 0 0,13-72-413 0 0,8 117 438 0 0,10-58-267 0 0,-17-82-235 0 0,3 13 100 0 0,2-1 0 0 0,0 0 0 0 0,1 0 0 0 0,0-1 0 0 0,1 0 0 0 0,1 0 0 0 0,0-1 0 0 0,5 5-119 0 0,43 38 358 0 0,1-16-396 0 0,-45-28-1221 0 0,-12-10 1065 0 0,-4 0-17694 0 0,1-3 11928 0 0</inkml:trace>
  <inkml:trace contextRef="#ctx0" brushRef="#br0" timeOffset="749.37">262 395 0 0 0,'0'0'663'0'0,"0"0"945"0"0,0 0 187 0 0,0 0-69 0 0,0 0-35 0 0,0 0-63 0 0,0 0-26 0 0,0 0-23 0 0,0 0-76 0 0,0 0-119 0 0,0 0-202 0 0,0 0-177 0 0,-1-5-174 0 0,-5-19-165 0 0,4 19-117 0 0,2 5-155 0 0,0 0-110 0 0,0 0-104 0 0,0 0-83 0 0,0 0-42 0 0,0 0-29 0 0,0 0 1 0 0,2 5 55 0 0,0 1 0 0 0,0 0 0 0 0,0 0 1 0 0,1-1-1 0 0,0 0 0 0 0,0 1 0 0 0,0-1 0 0 0,1 0 0 0 0,-1-1 0 0 0,1 1 1 0 0,1 0-1 0 0,3 2-82 0 0,-4-2 140 0 0,82 75 838 0 0,118 72-491 0 0,-157-121-533 0 0,-46-31 18 0 0,-1 0-19 0 0,0 0 6 0 0,0 0-18 0 0,0 0-13 0 0,0 0-39 0 0,0 0-48 0 0,0 0-81 0 0,0 0-116 0 0,-14-12-3096 0 0,-28-22-3673 0 0,18 14-119 0 0,15 13 3158 0 0</inkml:trace>
  <inkml:trace contextRef="#ctx0" brushRef="#br0" timeOffset="1169.64">522 423 0 0 0,'0'0'1903'0'0,"0"0"399"0"0,0 0 52 0 0,0 0-48 0 0,0 0-146 0 0,0 0-221 0 0,0 0-199 0 0,0 0-197 0 0,0 0-178 0 0,0 0-185 0 0,0 0-169 0 0,1-4-158 0 0,3-12-170 0 0,-3 12-176 0 0,-1 4-112 0 0,3 5 724 0 0,-3-5-1153 0 0,0 10-191 0 0,-1-2 234 0 0,-1-1 0 0 0,0 0 1 0 0,0 0-1 0 0,0 0 0 0 0,-1 0 0 0 0,-1 0 1 0 0,1-1-1 0 0,-1 1 0 0 0,0-1 0 0 0,0 0 0 0 0,-1 0 1 0 0,1 0-1 0 0,-2 0-9 0 0,-22 24 76 0 0,-26 39 33 0 0,36-33-59 0 0,7 3-542 0 0,11-32 190 0 0,7 26-6453 0 0,1-26-2136 0 0,-5-5 1875 0 0</inkml:trace>
  <inkml:trace contextRef="#ctx0" brushRef="#br0" timeOffset="1745.8">753 710 0 0 0,'0'0'529'0'0,"0"0"1525"0"0,0 0 331 0 0,0 0 15 0 0,0 0-133 0 0,0 0-240 0 0,0 0-202 0 0,0 0-238 0 0,0 0-217 0 0,0 0-213 0 0,0 0-143 0 0,0 0-161 0 0,0 0-146 0 0,-2-3-127 0 0,-6-11 295 0 0,28 6-110 0 0,59 6-734 0 0,-68 3-19 0 0,-1 0-1 0 0,0 1 1 0 0,0 0-1 0 0,-1 0 1 0 0,1 1-1 0 0,0 1 1 0 0,-1-1 0 0 0,0 2-1 0 0,0-1 1 0 0,0 1-1 0 0,0 1 1 0 0,6 5-12 0 0,-13-9-7 0 0,0 0 1 0 0,-1 1 0 0 0,1-1-1 0 0,-1 1 1 0 0,1 0-1 0 0,-1-1 1 0 0,0 1-1 0 0,0 0 1 0 0,0-1 0 0 0,-1 1-1 0 0,1 0 1 0 0,-1 0-1 0 0,1 0 1 0 0,-1 0 0 0 0,0 0-1 0 0,0 0 1 0 0,0 0-1 0 0,-1 0 1 0 0,1-1-1 0 0,-1 1 1 0 0,1 0 0 0 0,-1 0-1 0 0,0 0 1 0 0,0-1-1 0 0,0 1 1 0 0,-1 0-1 0 0,1 0 7 0 0,-60 79 10 0 0,19-28 60 0 0,42-53-40 0 0,-1 0 0 0 0,1-1 0 0 0,0 1-1 0 0,0 0 1 0 0,0 0 0 0 0,0 0 0 0 0,0-1 0 0 0,0 1-1 0 0,1 0 1 0 0,-1 0 0 0 0,0-1 0 0 0,0 1-1 0 0,0 0 1 0 0,1 0 0 0 0,-1-1 0 0 0,0 1-1 0 0,1 0 1 0 0,-1-1 0 0 0,1 1 0 0 0,-1-1-1 0 0,1 1 1 0 0,-1 0 0 0 0,1-1 0 0 0,-1 1-1 0 0,1-1 1 0 0,0 1 0 0 0,-1-1 0 0 0,1 0-1 0 0,0 1 1 0 0,-1-1 0 0 0,1 0 0 0 0,0 1-1 0 0,-1-1 1 0 0,1 0 0 0 0,0 0 0 0 0,0 1-1 0 0,-1-1 1 0 0,1 0 0 0 0,0 0 0 0 0,0 0 0 0 0,0 0-1 0 0,-1 0 1 0 0,1 0 0 0 0,0 0 0 0 0,0 0-1 0 0,-1-1 1 0 0,1 1 0 0 0,0 0-30 0 0,165 8 225 0 0,-125-9-912 0 0,-21-5-1719 0 0,-18 0-1885 0 0,-1-2-4808 0 0,-1 4 1457 0 0</inkml:trace>
  <inkml:trace contextRef="#ctx0" brushRef="#br0" timeOffset="2409.35">1329 359 0 0 0,'0'0'2118'0'0,"0"0"292"0"0,0 0 6 0 0,0 0-31 0 0,0 0-74 0 0,0 0-193 0 0,0 0-278 0 0,0 0-334 0 0,0 0-267 0 0,0 0-201 0 0,0 0-200 0 0,0 0-137 0 0,0 0-152 0 0,-1-7-145 0 0,0-18-122 0 0,1 18-104 0 0,0 23-520 0 0,12 29 489 0 0,25 68 122 0 0,-6-29-149 0 0,-13-31-192 0 0,-10-37-777 0 0,-8-15 492 0 0,0-1-60 0 0,0 0-95 0 0,0 0-81 0 0,0 0-115 0 0,0 0-259 0 0,0-12-6807 0 0,0-2 109 0 0,0 9 5052 0 0</inkml:trace>
  <inkml:trace contextRef="#ctx0" brushRef="#br0" timeOffset="2662.26">1550 538 0 0 0,'0'0'2006'0'0,"0"0"976"0"0,0 0-86 0 0,0 0-446 0 0,0 0-551 0 0,0 0-494 0 0,0 0-381 0 0,0 0-147 0 0,0 0 30 0 0,0 0 96 0 0,0 0 48 0 0,0 0-118 0 0,-18 0-203 0 0,-55 0-227 0 0,-18 0 234 0 0,-88-5-1184 0 0,101 4-8154 0 0,68 2 3412 0 0,5 0-1977 0 0</inkml:trace>
</inkml:ink>
</file>

<file path=ppt/ink/ink2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44:32.1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10 209 0 0 0,'0'0'1808'0'0,"0"0"781"0"0,0 0 76 0 0,0 0-237 0 0,0 0-241 0 0,0 0-225 0 0,0 0-222 0 0,0 0-234 0 0,0 0-238 0 0,0 0-244 0 0,0 0-217 0 0,0 0-200 0 0,0 0-142 0 0,-2-3-120 0 0,-5-10 113 0 0,53 53-384 0 0,118 117 34 0 0,18-2-79 0 0,-181-150-3803 0 0,-14-10 555 0 0,-11-11-5381 0 0,15 12 2123 0 0</inkml:trace>
  <inkml:trace contextRef="#ctx0" brushRef="#br0" timeOffset="472.57">317 297 0 0 0,'0'0'1711'0'0,"0"0"870"0"0,0 0 115 0 0,0 0-139 0 0,0 0-195 0 0,0 0-251 0 0,0 0-323 0 0,0 0-310 0 0,0 0-230 0 0,0 0-142 0 0,0 0-192 0 0,0 0-143 0 0,0 0-145 0 0,-2-11-130 0 0,-7-35-73 0 0,7 35-87 0 0,2 11-72 0 0,0 0-78 0 0,0 0-26 0 0,0 0-60 0 0,0 0-25 0 0,0 0-19 0 0,0 2-68 0 0,0 84-155 0 0,-1-80 165 0 0,0-1 0 0 0,0 0 0 0 0,-1 0-1 0 0,0 0 1 0 0,0 0 0 0 0,0 0-1 0 0,0 0 1 0 0,-1 0 0 0 0,0-1-1 0 0,0 1 1 0 0,0-1 0 0 0,-1 0-1 0 0,1 0 1 0 0,-1 0 0 0 0,0 0-1 0 0,0-1 1 0 0,-4 3 2 0 0,-14 16 30 0 0,-50 37-2 0 0,15-10-584 0 0,50-41-310 0 0,-2 4-1452 0 0,7-3-9632 0 0,2-7 3755 0 0</inkml:trace>
  <inkml:trace contextRef="#ctx0" brushRef="#br0" timeOffset="1492.95">816 525 0 0 0,'0'0'918'0'0,"0"0"1146"0"0,0 0 46 0 0,0 0-182 0 0,0 0-201 0 0,0 0-182 0 0,0 0-145 0 0,0 0-132 0 0,0 0-132 0 0,0 0-186 0 0,0 0-177 0 0,0 0-146 0 0,0 0-123 0 0,1-5-97 0 0,1-18-115 0 0,-2 22-262 0 0,-1 0-1 0 0,1 0 0 0 0,0 0 1 0 0,0 0-1 0 0,-1 0 1 0 0,1 0-1 0 0,0 0 1 0 0,-1 0-1 0 0,1 0 1 0 0,-1 0-1 0 0,0 0 1 0 0,1 0-1 0 0,-1 0 0 0 0,0 0 1 0 0,0 0-1 0 0,1 0 1 0 0,-1 0-1 0 0,0 1 1 0 0,0-1-1 0 0,0 0 1 0 0,0 1-1 0 0,0-1 0 0 0,0 1 1 0 0,0-1-1 0 0,0 1 1 0 0,-1-1-30 0 0,-1-1 34 0 0,-122-51 552 0 0,114 50-474 0 0,7 1-26 0 0,-1 0 1 0 0,1 1-1 0 0,-1-1 0 0 0,0 1 0 0 0,0 0 0 0 0,1 1 1 0 0,-1-1-1 0 0,0 1 0 0 0,0 0 0 0 0,0 0 0 0 0,0 0 1 0 0,-1 1-87 0 0,-30 37 649 0 0,5 13-217 0 0,15-5-65 0 0,6 5-2 0 0,9-45-324 0 0,0 0-1 0 0,0 0 0 0 0,0 0 0 0 0,1 0 1 0 0,-1 0-1 0 0,1 0 0 0 0,1 0 0 0 0,-1 0 1 0 0,1 0-1 0 0,1 0 0 0 0,-1 0 1 0 0,1 0-1 0 0,0 0 0 0 0,0 0 0 0 0,0-1 1 0 0,1 1-1 0 0,0-1 0 0 0,0 0 0 0 0,0 0 1 0 0,1 0-1 0 0,1 2-40 0 0,48 41 152 0 0,11-8-115 0 0,-51-34-55 0 0,0 0-1 0 0,0 0 0 0 0,0-1 1 0 0,0-1-1 0 0,1 0 0 0 0,0-1 1 0 0,-1-1-1 0 0,1 0 0 0 0,0-1 1 0 0,2 0 18 0 0,-14-1-2 0 0,1 0 1 0 0,-1 0 0 0 0,1 0 0 0 0,-1-1 0 0 0,1 1 0 0 0,-1-1 0 0 0,0 0-1 0 0,1 1 1 0 0,-1-1 0 0 0,0 0 0 0 0,0 0 0 0 0,1-1 0 0 0,-1 1 0 0 0,0 0-1 0 0,0-1 1 0 0,0 1 0 0 0,0-1 0 0 0,-1 0 0 0 0,1 0 0 0 0,0 1 0 0 0,-1-1 0 0 0,1 0-1 0 0,-1-1 1 0 0,0 1 0 0 0,0 0 0 0 0,1 0 0 0 0,-1-1 1 0 0,1-1-13 0 0,0 0 0 0 0,0 0 0 0 0,-1-1 0 0 0,0 1 1 0 0,1 0-1 0 0,-1-1 0 0 0,-1 1 0 0 0,1-1 0 0 0,-1 1 0 0 0,0-1 0 0 0,0 1 1 0 0,0-1-1 0 0,0 1 0 0 0,-1-3 13 0 0,-1 4-12 0 0,1 0 0 0 0,-1 0 0 0 0,0 0 0 0 0,0 1 0 0 0,0-1 0 0 0,-1 1 0 0 0,1-1 0 0 0,-1 1 0 0 0,1 0 1 0 0,-1 0-1 0 0,0 0 0 0 0,0 0 0 0 0,1 0 0 0 0,-1 1 0 0 0,-1-1 0 0 0,1 1 0 0 0,0 0 0 0 0,-1 0 12 0 0,-4-3-14 0 0,1 2 0 0 0,-1-1-1 0 0,0 1 1 0 0,0 0 0 0 0,0 1-1 0 0,0 0 1 0 0,0 0 0 0 0,0 1-1 0 0,0 0 1 0 0,-1 0 0 0 0,-4 1 14 0 0,8 1-148 0 0,0-1 0 0 0,1 1 0 0 0,0 0 0 0 0,-1 0 0 0 0,1 0 0 0 0,0 0 0 0 0,0 1 0 0 0,0 0-1 0 0,0 0 1 0 0,0 0 0 0 0,1 0 0 0 0,0 1 0 0 0,-1-1 0 0 0,1 1 0 0 0,0 0 0 0 0,0 0 148 0 0,-11 12-4382 0 0,3-8-3936 0 0,7-6 1126 0 0</inkml:trace>
  <inkml:trace contextRef="#ctx0" brushRef="#br0" timeOffset="7105.24">970 43 0 0 0,'0'0'572'0'0,"0"0"112"0"0,0 0 14 0 0,0 0-87 0 0,-2-6-141 0 0,-6-15-104 0 0,-3 9-609 0 0,8 10 3572 0 0,3 1 7117 0 0,10 1-9342 0 0,-2 0-1078 0 0,-1 1-1 0 0,0 1 1 0 0,0 0-1 0 0,0 0 0 0 0,-1 0 1 0 0,1 1-1 0 0,0-1 1 0 0,-1 2-1 0 0,2 0-25 0 0,11 5 119 0 0,-3-1-22 0 0,0 0 0 0 0,-1 1-1 0 0,0 1 1 0 0,0 0 0 0 0,-1 1-1 0 0,0 1 1 0 0,-1 0 0 0 0,0 1-1 0 0,-1 0 1 0 0,-1 1 0 0 0,0 1 0 0 0,-1-1-1 0 0,0 2 1 0 0,-1-1 0 0 0,-1 1-1 0 0,0 1 1 0 0,-2-1 0 0 0,3 9-97 0 0,24 116 328 0 0,-30-121-268 0 0,-1 1-1 0 0,0 0 1 0 0,-2-1 0 0 0,0 1 0 0 0,-1 0 0 0 0,-1 0-1 0 0,-5 18-59 0 0,-8-6 191 0 0,-19 4 349 0 0,-13-12-101 0 0,1 11-2577 0 0,28-3-7949 0 0,14-25 270 0 0</inkml:trace>
</inkml:ink>
</file>

<file path=ppt/ink/ink2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44:40.5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70 0 0 0,'0'0'593'0'0,"0"0"957"0"0,0 0 58 0 0,0 0-157 0 0,0 0-118 0 0,0 0-169 0 0,0 0-77 0 0,0 0 36 0 0,0 0-51 0 0,0 0-86 0 0,0 0-136 0 0,0 0-204 0 0,4-8-121 0 0,11-27-27 0 0,-12 27-62 0 0,-3 8-59 0 0,4-3 4290 0 0,0-12-4089 0 0,-4 15-506 0 0,0 0 8 0 0,0 0-10 0 0,0 0 0 0 0,0 0 6 0 0,0 0 11 0 0,0 0-21 0 0,0 0-16 0 0,0 0 16 0 0,0 0-26 0 0,0 0-6 0 0,0 0 9 0 0,0 0-15 0 0,0 0-37 0 0,1 16-1184 0 0,-23 61 1537 0 0,-7-6 96 0 0,10-23-225 0 0,-12 54 40 0 0,27 48 453 0 0,6-130-579 0 0,1 0 0 0 0,1 0 0 0 0,0 0 0 0 0,2-1 1 0 0,7 17-130 0 0,-5-13 108 0 0,2 0 1 0 0,0-1 0 0 0,2-1-1 0 0,0 0 1 0 0,1 0 0 0 0,11 11-109 0 0,21 12 88 0 0,-12-15-4935 0 0,-30-26-2722 0 0,-3-2-942 0 0</inkml:trace>
  <inkml:trace contextRef="#ctx0" brushRef="#br0" timeOffset="679.95">311 452 0 0 0,'0'0'983'0'0,"0"0"971"0"0,0 0 155 0 0,0 0-179 0 0,0 0-301 0 0,0 0-287 0 0,0 0-261 0 0,0 0-188 0 0,0 0-110 0 0,0 0-76 0 0,0 0-87 0 0,-2-2-69 0 0,-6-6-42 0 0,5 6-37 0 0,3 2-4 0 0,0 0 22 0 0,0 0 34 0 0,0 0 49 0 0,0 0 36 0 0,0 0-16 0 0,0 0-77 0 0,0 0-85 0 0,0 0-107 0 0,0 0-56 0 0,0 0-1 0 0,0 0-9 0 0,0 0-5 0 0,0 0-25 0 0,0 0-42 0 0,0 0-28 0 0,0 0-9 0 0,0 0-14 0 0,16 14-42 0 0,66 67-14 0 0,-53-54-44 0 0,2-2 1 0 0,1-1 0 0 0,1-1 0 0 0,0-2-1 0 0,19 8-35 0 0,-27-21-1767 0 0,-36-14-1729 0 0,-40-30-9240 0 0,40 30 8392 0 0</inkml:trace>
  <inkml:trace contextRef="#ctx0" brushRef="#br0" timeOffset="1093.67">542 474 0 0 0,'0'0'2562'0'0,"0"0"627"0"0,0 0-194 0 0,0 0-279 0 0,0 0-268 0 0,0 0-419 0 0,0 0-318 0 0,0 0-372 0 0,0 0-256 0 0,0 0-177 0 0,0 0-151 0 0,0 0-111 0 0,0 0-111 0 0,0-3-85 0 0,0-12-52 0 0,0 11-66 0 0,0 4-90 0 0,0 0-61 0 0,0 0-49 0 0,0 0-50 0 0,0 0 4 0 0,0 0-2 0 0,0 0-25 0 0,0 0-1 0 0,-1 12-785 0 0,-39 79 670 0 0,27-68 74 0 0,-30 45-6 0 0,28-44-13 0 0,-1 2-1054 0 0,12-13-812 0 0,4-7-3172 0 0,0-1-3732 0 0,0-4 1294 0 0</inkml:trace>
  <inkml:trace contextRef="#ctx0" brushRef="#br0" timeOffset="1668.16">681 719 2056 0 0,'0'0'3443'0'0,"0"0"-267"0"0,0 0-167 0 0,0 0-278 0 0,0 0-425 0 0,0 0-466 0 0,0 0-493 0 0,0 0-356 0 0,0 0-256 0 0,0 0-202 0 0,0 0-133 0 0,0 0-90 0 0,2-5-94 0 0,10-14-85 0 0,-12 18-128 0 0,1 0 1 0 0,0 0 0 0 0,-1 1 0 0 0,1-1-1 0 0,0 0 1 0 0,0 1 0 0 0,-1-1 0 0 0,1 1-1 0 0,0-1 1 0 0,0 1 0 0 0,0-1-1 0 0,0 1 1 0 0,0-1 0 0 0,0 1 0 0 0,0 0-1 0 0,0 0 1 0 0,-1-1 0 0 0,1 1 0 0 0,0 0-1 0 0,0 0 1 0 0,0 0 0 0 0,0 0 0 0 0,0 0-1 0 0,0 0 1 0 0,0 0 0 0 0,0 1 0 0 0,1-1-4 0 0,3 0-19 0 0,3 0-26 0 0,1 0 15 0 0,0 0-1 0 0,0 0 0 0 0,-1 1 0 0 0,1 0 0 0 0,-1 1 0 0 0,1-1 0 0 0,-1 2 0 0 0,4 0 31 0 0,-7-1-3 0 0,-2-1-16 0 0,-1-1 0 0 0,0 1 0 0 0,1-1 0 0 0,-1 1 0 0 0,0 0 0 0 0,0 0 0 0 0,1 0 0 0 0,-1 0 0 0 0,0 0 0 0 0,0 1 0 0 0,0-1 0 0 0,0 1 1 0 0,-1-1-1 0 0,1 1 0 0 0,0 0 0 0 0,-1-1 0 0 0,1 1 0 0 0,-1 0 0 0 0,1 0 0 0 0,-1 0 0 0 0,0 0 0 0 0,0 0 0 0 0,0 1 0 0 0,0-1 0 0 0,0 0 0 0 0,-1 0 0 0 0,1 1 0 0 0,-1-1 0 0 0,1 3 19 0 0,-1-5-4 0 0,0 3-10 0 0,1 0 0 0 0,-1 1 0 0 0,0-1 1 0 0,-1 0-1 0 0,1 0 0 0 0,0 0 0 0 0,-1 0 1 0 0,0 0-1 0 0,0 0 0 0 0,0 0 0 0 0,0-1 1 0 0,0 1-1 0 0,0 0 0 0 0,-1 0 0 0 0,1-1 1 0 0,-2 2 13 0 0,-52 56 33 0 0,37-31-44 0 0,17-25-33 0 0,7 0 1247 0 0,81 10-496 0 0,25 2-1428 0 0,-69-10-4491 0 0,-40-6 3977 0 0,1 0-505 0 0,-2 1-3914 0 0,-2 0-3909 0 0</inkml:trace>
  <inkml:trace contextRef="#ctx0" brushRef="#br0" timeOffset="2353.48">1399 597 1304 0 0,'0'0'2900'0'0,"0"0"-439"0"0,0 0-391 0 0,0 0-277 0 0,0 0-236 0 0,0 0-148 0 0,0 0-137 0 0,0 0-169 0 0,0 0-183 0 0,0 0-168 0 0,0 0-100 0 0,0 0-72 0 0,0 0-65 0 0,-2 0-7 0 0,-6 0-37 0 0,5 0-48 0 0,3 0-35 0 0,0 0-67 0 0,0 0-47 0 0,0 0-62 0 0,0 0-44 0 0,0 0-11 0 0,0 0-9 0 0,0 0-4 0 0,0 0-26 0 0,0 0-17 0 0,0 0-22 0 0,0 0-27 0 0,0 0-15 0 0,0 0-25 0 0,-13 7-840 0 0,-7-3 868 0 0,1-1 1 0 0,-1-1 0 0 0,0-1 0 0 0,0 0 0 0 0,0-2-1 0 0,-12-2-40 0 0,-69-10-2934 0 0,93 12 2387 0 0,-20-1-4043 0 0,12 0-2851 0 0,6 2 636 0 0</inkml:trace>
  <inkml:trace contextRef="#ctx0" brushRef="#br0" timeOffset="3059.93">1489 304 0 0 0,'0'0'936'0'0,"0"0"749"0"0,0 0-45 0 0,0 0-221 0 0,0 0-147 0 0,0 0-46 0 0,0 0 57 0 0,0 0 8 0 0,0 0-95 0 0,0 0-156 0 0,0 0-248 0 0,0-5-225 0 0,3-14-148 0 0,12 29 877 0 0,4 12-555 0 0,0 0-1 0 0,1-2 1 0 0,1 0-1 0 0,3 2-740 0 0,19 16 380 0 0,11 10-177 0 0,2-2 0 0 0,3-2 1 0 0,51 28-204 0 0,-54-39-380 0 0,-49-28-6301 0 0,-14-7 4431 0 0,-11-8 26 0 0,7 5-843 0 0,4 1-2345 0 0</inkml:trace>
  <inkml:trace contextRef="#ctx0" brushRef="#br0" timeOffset="3485.8">1858 383 0 0 0,'0'0'3237'0'0,"0"0"74"0"0,0 0-297 0 0,0 0-352 0 0,0 0-347 0 0,0 0-345 0 0,0 0-359 0 0,0 0-307 0 0,0 0-221 0 0,0 0-165 0 0,0 0-162 0 0,0 0-148 0 0,0 0-137 0 0,-1-7-114 0 0,-5-21-108 0 0,4 21-75 0 0,2 7-78 0 0,-7 67-502 0 0,-21 29 472 0 0,-5-22-54 0 0,0-20-7 0 0,-3 0-3199 0 0,33-49 1482 0 0,0 1-1239 0 0,2-2-2303 0 0,1 0-4736 0 0</inkml:trace>
  <inkml:trace contextRef="#ctx0" brushRef="#br0" timeOffset="4191.38">2283 482 0 0 0,'0'0'2219'0'0,"0"0"362"0"0,0 0-79 0 0,0 0-254 0 0,0 0-261 0 0,0 0-249 0 0,0 0-253 0 0,0 0-283 0 0,0 0-246 0 0,0 0-172 0 0,0 0-97 0 0,0 0-92 0 0,0 0-110 0 0,-6-7-84 0 0,-15-19-53 0 0,20 25-302 0 0,-1 0 0 0 0,1-1 1 0 0,0 1-1 0 0,0 0 1 0 0,-1 0-1 0 0,1 1 0 0 0,0-1 1 0 0,-1 0-1 0 0,1 0 1 0 0,-1 0-1 0 0,1 1 0 0 0,-1-1 1 0 0,1 1-1 0 0,-1 0 1 0 0,0-1-1 0 0,1 1 0 0 0,-1 0 1 0 0,1 0-1 0 0,-1 0 1 0 0,0 0-1 0 0,1 0 0 0 0,-1 0 1 0 0,0 0-1 0 0,1 1 1 0 0,-2-1-47 0 0,-2 1 107 0 0,1 1-81 0 0,1 0 0 0 0,-1 0 1 0 0,1 0-1 0 0,-1 0 0 0 0,1 1 1 0 0,0-1-1 0 0,-1 1 0 0 0,1 0 0 0 0,1 0 1 0 0,-1 0-1 0 0,0 0 0 0 0,1 1 1 0 0,0-1-1 0 0,-1 1 0 0 0,1-1 1 0 0,1 1-1 0 0,-1 0 0 0 0,0 0 1 0 0,1 0-27 0 0,-4 11 26 0 0,0 0 1 0 0,1 1-1 0 0,1-1 1 0 0,0 1-1 0 0,2 0 1 0 0,-1-1-1 0 0,2 1 1 0 0,0 6-27 0 0,2-16 25 0 0,0-1 0 0 0,0 0 0 0 0,0 0 0 0 0,0 0 0 0 0,1 0 0 0 0,0 0-1 0 0,0-1 1 0 0,0 1 0 0 0,1-1 0 0 0,-1 0 0 0 0,1 0 0 0 0,0 0 0 0 0,0-1 0 0 0,1 1 0 0 0,-1-1 0 0 0,1 0 0 0 0,0 0 0 0 0,-1 0 0 0 0,1-1 0 0 0,0 0 0 0 0,1 0 0 0 0,3 1-25 0 0,-4 0-6 0 0,6 3-26 0 0,1 0 0 0 0,0-1 0 0 0,0 0 0 0 0,0-1 0 0 0,1 0 0 0 0,-1-1 0 0 0,1-1 0 0 0,0 0 0 0 0,0 0 1 0 0,0-1-1 0 0,0-1 0 0 0,2 0 32 0 0,-13-1-2 0 0,-1-1 0 0 0,1 1 1 0 0,0 0-1 0 0,0-1 0 0 0,-1 1 1 0 0,1-1-1 0 0,-1 1 0 0 0,1-1 1 0 0,-1 0-1 0 0,0 0 0 0 0,0 1 1 0 0,0-1-1 0 0,0 0 0 0 0,0 0 1 0 0,0 0-1 0 0,0 0 0 0 0,0-1 1 0 0,-1 1-1 0 0,1 0 0 0 0,-1 0 1 0 0,0 0-1 0 0,0 0 0 0 0,1-1 1 0 0,-1 1-1 0 0,-1 0 0 0 0,1 0 1 0 0,0 0-1 0 0,0 0 0 0 0,-1-1 1 0 0,0 1-1 0 0,1 0 0 0 0,-1-1 2 0 0,-2-1-28 0 0,1 0-1 0 0,-1 0 1 0 0,1 1-1 0 0,-1-1 1 0 0,0 1-1 0 0,0-1 1 0 0,-1 1-1 0 0,1 0 0 0 0,0 0 1 0 0,-1 1-1 0 0,0-1 1 0 0,0 1-1 0 0,0 0 1 0 0,0 0-1 0 0,0 0 1 0 0,0 0-1 0 0,-4 0 29 0 0,8 2-1 0 0,-3-2-122 0 0,0 1 0 0 0,0 0 0 0 0,0 0 0 0 0,0 1 0 0 0,0-1 1 0 0,0 1-1 0 0,-1-1 0 0 0,1 1 0 0 0,0 0 0 0 0,0 0 0 0 0,0 0 1 0 0,0 1-1 0 0,0-1 0 0 0,0 1 0 0 0,0-1 0 0 0,0 1 0 0 0,0 0 1 0 0,0 1-1 0 0,0-1 0 0 0,0 0 0 0 0,-2 2 123 0 0,-13 11-3690 0 0,3 5-3639 0 0,12-15-889 0 0</inkml:trace>
  <inkml:trace contextRef="#ctx0" brushRef="#br0" timeOffset="5162.53">2493 116 0 0 0,'0'0'919'0'0,"0"0"1489"0"0,0 0 64 0 0,0 0-261 0 0,0 0-246 0 0,0 0-137 0 0,0 0-117 0 0,0 0-196 0 0,0 0-258 0 0,0 0-233 0 0,0 0-215 0 0,0 0-179 0 0,0 0-138 0 0,-2-3-109 0 0,-7-11-76 0 0,21 13 522 0 0,6 7-854 0 0,-1 1 0 0 0,1 2 0 0 0,-2-1 0 0 0,1 2 0 0 0,11 9 25 0 0,-17-12-9 0 0,1 3 36 0 0,-1 0 1 0 0,0 1 0 0 0,-1 0-1 0 0,0 1 1 0 0,-1 0-1 0 0,0 1 1 0 0,-1 0 0 0 0,0 0-1 0 0,-1 1 1 0 0,-1 0-1 0 0,0 0 1 0 0,-1 1 0 0 0,-1-1-1 0 0,0 1 1 0 0,-1 0 0 0 0,0 0-1 0 0,-1 1-27 0 0,3 24 163 0 0,-2 0 0 0 0,-2-1-1 0 0,-3 39-162 0 0,2-73 29 0 0,-1 1-1 0 0,1-1 0 0 0,-1 0 1 0 0,0 0-1 0 0,-1-1 0 0 0,1 1 1 0 0,-1 0-1 0 0,0 0 1 0 0,0-1-1 0 0,0 1 0 0 0,-1-1 1 0 0,0 1-1 0 0,0-1 0 0 0,0 0 1 0 0,-3 3-29 0 0,-13 7 385 0 0,1-8-1360 0 0,5 0-2802 0 0,8-3-906 0 0,1-1-5419 0 0</inkml:trace>
</inkml:ink>
</file>

<file path=ppt/ink/ink2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44:50.5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86 0 0 0,'0'0'814'0'0,"0"0"358"0"0,0 0 28 0 0,0 0-34 0 0,0 0 22 0 0,0 0 11 0 0,0 0-34 0 0,7-5-52 0 0,23-14-63 0 0,-22 14-87 0 0,-8 5-112 0 0,0-4 2579 0 0,0-11-1739 0 0,9-23 1234 0 0,-11 47-998 0 0,-19 19-1884 0 0,-54 72 206 0 0,66-84-158 0 0,1 0 0 0 0,1 1 0 0 0,1 0 0 0 0,1 0 1 0 0,0 1-1 0 0,1-1 0 0 0,1 1 0 0 0,0 0 0 0 0,1 0 0 0 0,2 0 0 0 0,-1 1 0 0 0,2-1 0 0 0,2 9-91 0 0,-1-6 170 0 0,2 0-1 0 0,0 0 1 0 0,1-1-1 0 0,1 0 1 0 0,4 6-170 0 0,-5-10 71 0 0,40 77 484 0 0,-24-63-931 0 0,-21-30 353 0 0,5 1-3655 0 0,-1-1-9515 0 0,-4 0 5659 0 0</inkml:trace>
</inkml:ink>
</file>

<file path=ppt/ink/ink2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44:53.2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1 0 0 0,'0'0'2937'0'0,"0"0"-49"0"0,0 0-239 0 0,0 0-319 0 0,0 0-430 0 0,0 0-406 0 0,0 0-379 0 0,0 0-374 0 0,0 0-278 0 0,0 0-192 0 0,0 0-134 0 0,0 0-69 0 0,2 10-684 0 0,31 117 2298 0 0,4-32-956 0 0,-2-18-815 0 0,-20-41-2996 0 0,-15-32 1313 0 0,1-2-293 0 0,0 0-5135 0 0,1 0 2626 0 0</inkml:trace>
  <inkml:trace contextRef="#ctx0" brushRef="#br0" timeOffset="268.21">316 207 5161 0 0,'0'0'3058'0'0,"0"0"-760"0"0,0 0-326 0 0,0 0-190 0 0,0 0-338 0 0,0 0-421 0 0,0 0-375 0 0,0 0-112 0 0,0 0-6 0 0,0 0 35 0 0,0 0 4 0 0,0 0-121 0 0,-15 1-120 0 0,-97 2 110 0 0,-14-3-1962 0 0,90 7-2007 0 0,21-3-1422 0 0,3-2-4759 0 0</inkml:trace>
</inkml:ink>
</file>

<file path=ppt/ink/ink2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44:51.2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0 0 0,'0'0'2160'0'0,"0"0"281"0"0,0 0-135 0 0,0 0-295 0 0,0 0-239 0 0,0 0-239 0 0,0 0-264 0 0,0 0-270 0 0,0 0-239 0 0,0 0-185 0 0,0 0-111 0 0,0 0-66 0 0,0 0-66 0 0,-5 11 502 0 0,57 58 1024 0 0,-32-47-1440 0 0,0-1 1 0 0,1-1-1 0 0,1-1 0 0 0,1-1 0 0 0,5 1-418 0 0,81 39 443 0 0,-104-55 873 0 0,0 0-4871 0 0,-8-5-5015 0 0,-8-4 794 0 0,5 3 4115 0 0</inkml:trace>
  <inkml:trace contextRef="#ctx0" brushRef="#br0" timeOffset="422.79">243 41 0 0 0,'0'0'3473'0'0,"0"0"-237"0"0,0 0-259 0 0,0 0-250 0 0,0 0-338 0 0,0 0-351 0 0,0 0-369 0 0,0 0-382 0 0,0 0-256 0 0,0 0-159 0 0,0 0-121 0 0,0 0-145 0 0,0 0-136 0 0,1-6-138 0 0,1-20-133 0 0,-1 20-53 0 0,-1 6-58 0 0,0 0-51 0 0,0 0-16 0 0,0 11-950 0 0,-2-4 911 0 0,1-1 0 0 0,-1 0 0 0 0,-1 0 0 0 0,1 0 1 0 0,-1 0-1 0 0,0 0 0 0 0,0-1 0 0 0,0 1 0 0 0,-1-1 1 0 0,0 0-1 0 0,-1 2 18 0 0,4-7-2 0 0,-85 98 89 0 0,20-9-1677 0 0,61-75-1001 0 0,4-5-5185 0 0,1-5-1560 0 0</inkml:trace>
  <inkml:trace contextRef="#ctx0" brushRef="#br0" timeOffset="1099.84">455 293 288 0 0,'0'0'3893'0'0,"0"0"-679"0"0,0 0-543 0 0,0 0-345 0 0,0 0-370 0 0,0 0-323 0 0,0 0-268 0 0,0 0-299 0 0,0 0-213 0 0,0 0-164 0 0,0 0-156 0 0,0 0-125 0 0,0 0-88 0 0,3-5-80 0 0,9-16-73 0 0,10 10 41 0 0,-16 10-208 0 0,101-1-23 0 0,-106 2 14 0 0,-1 0 0 0 0,1 0-1 0 0,0-1 1 0 0,-1 1 0 0 0,1 0 0 0 0,-1 0-1 0 0,1 0 1 0 0,0 0 0 0 0,-1 0 0 0 0,1 0-1 0 0,-1 0 1 0 0,1 0 0 0 0,0 1-1 0 0,-1-1 1 0 0,1 0 0 0 0,-1 0 0 0 0,1 0-1 0 0,-1 1 1 0 0,1-1 0 0 0,-1 0-1 0 0,1 0 1 0 0,-1 1 0 0 0,1-1 0 0 0,-1 0-1 0 0,1 1 1 0 0,-1-1 0 0 0,1 1-1 0 0,-1-1 1 0 0,0 1 0 0 0,1-1 0 0 0,-1 1-1 0 0,0-1 1 0 0,1 1 0 0 0,-1-1-1 0 0,0 1 1 0 0,0-1 0 0 0,0 1 0 0 0,1-1-1 0 0,-1 1 1 0 0,0 0 0 0 0,0-1-1 0 0,0 1 1 0 0,0-1 0 0 0,0 1 0 0 0,0 0-1 0 0,0-1 1 0 0,0 1 0 0 0,0-1-1 0 0,0 1 1 0 0,-1 0 9 0 0,1 5-20 0 0,1 0-9 0 0,-1 1 0 0 0,0-1 0 0 0,0 0 0 0 0,-1 0 0 0 0,0 0 0 0 0,0 1 0 0 0,0-1 0 0 0,-1 0 0 0 0,0 0 0 0 0,0-1 0 0 0,0 1 0 0 0,-2 2 29 0 0,-11 20-17 0 0,3-8 39 0 0,-11 24 20 0 0,31-35 3544 0 0,23-14-3820 0 0,-29 4 393 0 0,84-15-2029 0 0,-68 15-3574 0 0,1 0-4799 0 0,-17 1 3267 0 0</inkml:trace>
</inkml:ink>
</file>

<file path=ppt/ink/ink2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44:54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0 240 0 0 0,'0'0'2949'0'0,"0"0"205"0"0,0 0-283 0 0,0 0-487 0 0,0 0-501 0 0,0 0-472 0 0,0 0-374 0 0,0 0-268 0 0,0 0-202 0 0,0 0-159 0 0,0 0-120 0 0,0 0-104 0 0,0 0-70 0 0,0 8-261 0 0,13 8 515 0 0,105 134 1094 0 0,-36-56-936 0 0,-43-57-424 0 0,9 9-245 0 0,-26-28-3287 0 0,-22-18 2288 0 0,0 0-217 0 0,0 0-212 0 0,0 0-237 0 0,0 0-312 0 0,-1-1-2687 0 0,0 1 3700 0 0,0-2-1736 0 0</inkml:trace>
  <inkml:trace contextRef="#ctx0" brushRef="#br0" timeOffset="598.57">223 293 1216 0 0,'0'0'3776'0'0,"0"0"-498"0"0,0 0-466 0 0,0 0-352 0 0,0 0-343 0 0,0 0-376 0 0,0 0-265 0 0,0 0-281 0 0,0 0-284 0 0,0 0-170 0 0,0 0-143 0 0,0 0-115 0 0,0 0-73 0 0,3-5-82 0 0,7-13-85 0 0,-8 14-72 0 0,2 4-870 0 0,-62 147 226 0 0,20-61 701 0 0,15-47-194 0 0,5-21 97 0 0,-6 9-3190 0 0,22-23-437 0 0,0 0-3357 0 0,2-4-2916 0 0</inkml:trace>
  <inkml:trace contextRef="#ctx0" brushRef="#br0" timeOffset="1476.87">662 564 0 0 0,'0'0'2198'0'0,"0"0"-84"0"0,0 0-217 0 0,0 0-238 0 0,0 0-210 0 0,0 0-160 0 0,0 0-184 0 0,0 0-145 0 0,0 0-161 0 0,0 0-161 0 0,0 0-100 0 0,-1-9-78 0 0,-14-51 635 0 0,0 41 604 0 0,-1 19-191 0 0,-54 35-833 0 0,64-33-611 0 0,-1 1 0 0 0,1 0 0 0 0,0 1 0 0 0,0 0 1 0 0,0 0-1 0 0,1 0 0 0 0,-1 0 0 0 0,1 1 0 0 0,0 0 0 0 0,1 0 0 0 0,-1 0 0 0 0,-2 5-64 0 0,-8 16 343 0 0,11 21 299 0 0,13-3-264 0 0,36 15 75 0 0,-32-49-463 0 0,1 0 1 0 0,1-1 0 0 0,0-1-1 0 0,0 0 1 0 0,0-1 0 0 0,6 1 8 0 0,-10-4-90 0 0,0-1 0 0 0,0 0-1 0 0,0-1 1 0 0,0 0-1 0 0,1-1 1 0 0,-1 0-1 0 0,11 0 92 0 0,-21-2-19 0 0,1 1 0 0 0,0-1 0 0 0,0 0 0 0 0,0 0-1 0 0,-1 1 1 0 0,1-1 0 0 0,0 0 0 0 0,-1 0 0 0 0,1-1-1 0 0,-1 1 1 0 0,1 0 0 0 0,-1 0 0 0 0,0-1 0 0 0,1 1-1 0 0,-1-1 1 0 0,0 1 0 0 0,0-1 0 0 0,0 1 0 0 0,0-1-1 0 0,0 0 1 0 0,-1 0 0 0 0,1 1 0 0 0,0-1 0 0 0,-1 0-1 0 0,1 0 1 0 0,-1 0 0 0 0,0 0 0 0 0,1 1 0 0 0,-1-1-1 0 0,0 0 1 0 0,0 0 0 0 0,0 0 0 0 0,-1 0 0 0 0,1 0-1 0 0,0 0 1 0 0,-1 0 0 0 0,1 1 0 0 0,-1-2 19 0 0,-1 0-47 0 0,0 1 0 0 0,0 0 0 0 0,0-1 0 0 0,0 1-1 0 0,-1 0 1 0 0,1 1 0 0 0,-1-1 0 0 0,1 0 0 0 0,-1 1 0 0 0,1-1 0 0 0,-1 1 0 0 0,0 0 0 0 0,0-1 0 0 0,0 2 0 0 0,1-1 0 0 0,-1 0-1 0 0,0 0 1 0 0,0 1 0 0 0,0 0 0 0 0,0-1 0 0 0,0 1 0 0 0,0 1 0 0 0,0-1 47 0 0,-5 0-460 0 0,1 0 1 0 0,0 1-1 0 0,-1 0 0 0 0,1 1 1 0 0,0 0-1 0 0,0 0 0 0 0,0 0 1 0 0,0 1-1 0 0,0 0 0 0 0,1 0 1 0 0,-1 1-1 0 0,1 0 460 0 0,-4 0-2233 0 0,-5 5-4441 0 0,11-5 938 0 0</inkml:trace>
  <inkml:trace contextRef="#ctx0" brushRef="#br0" timeOffset="2122.87">635 703 0 0 0,'0'0'547'0'0,"0"0"1833"0"0,0 0 304 0 0,0 0-200 0 0,0 0-255 0 0,0 0-314 0 0,0 0-320 0 0,0 0-332 0 0,0 0-298 0 0,0 0-222 0 0,0 0-138 0 0,0 0-68 0 0,0 0-59 0 0,1-8-70 0 0,1-22-93 0 0,-2 29-322 0 0,0 1-1 0 0,0 0 1 0 0,0-1-1 0 0,0 1 1 0 0,0 0 0 0 0,0-1-1 0 0,0 1 1 0 0,0 0-1 0 0,0-1 1 0 0,0 1-1 0 0,0 0 1 0 0,1-1 0 0 0,-1 1-1 0 0,0 0 1 0 0,0-1-1 0 0,0 1 1 0 0,1 0 0 0 0,-1 0-1 0 0,0-1 1 0 0,0 1-1 0 0,0 0 1 0 0,1 0-1 0 0,-1-1 1 0 0,0 1 0 0 0,0 0-1 0 0,1 0 1 0 0,-1 0-1 0 0,0 0 1 0 0,1 0 0 0 0,-1-1-1 0 0,0 1 1 0 0,1 0-1 0 0,-1 0 1 0 0,0 0-1 0 0,1 0 1 0 0,-1 0 0 0 0,0 0-1 0 0,1 0 1 0 0,-1 0-1 0 0,0 0 1 0 0,1 0-1 0 0,-1 0 1 0 0,0 0 0 0 0,1 0-1 0 0,-1 0 1 0 0,0 0-1 0 0,1 1 1 0 0,-1-1 0 0 0,0 0-1 0 0,0 0 1 0 0,1 0-1 0 0,-1 0 1 0 0,0 1-1 0 0,1-1 1 0 0,-1 0 7 0 0,1 0 24 0 0,53 21-2867 0 0,-40-6-925 0 0,-9-3-2948 0 0,-4-8 1279 0 0</inkml:trace>
  <inkml:trace contextRef="#ctx0" brushRef="#br0" timeOffset="3641.93">871 2 0 0 0,'0'0'681'0'0,"0"0"1333"0"0,0 0 228 0 0,0 0-204 0 0,0 0-207 0 0,0 0-323 0 0,0 0-322 0 0,0 0-229 0 0,0 0-127 0 0,0 0-111 0 0,0 0-91 0 0,0-2 1140 0 0,0 4-1738 0 0,0 0-22 0 0,0-2 12 0 0,19 17 733 0 0,30 25-60 0 0,46 73 4 0 0,-80-89-589 0 0,0 0 1 0 0,-2 0 0 0 0,-1 2-1 0 0,1 5-108 0 0,37 154 150 0 0,-40-27-5 0 0,-11-153-132 0 0,1-1 0 0 0,-1 1 0 0 0,-1-1 0 0 0,1 1 0 0 0,-1-1 1 0 0,0 1-1 0 0,0-1 0 0 0,-1 0 0 0 0,0 0 0 0 0,0 0 0 0 0,-1-1 0 0 0,1 1 0 0 0,-1-1 0 0 0,0 1 0 0 0,-1-1 0 0 0,1 0 0 0 0,-1-1 0 0 0,0 1 0 0 0,0-1 0 0 0,0 0 1 0 0,-1 0-1 0 0,-5 2-13 0 0,-51 22-2643 0 0,54-25 1482 0 0,-8 2-4985 0 0,9-3-3524 0 0</inkml:trace>
</inkml:ink>
</file>

<file path=ppt/ink/ink2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45:02.4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46 0 0 0,'0'0'665'0'0,"0"0"642"0"0,0 0 2 0 0,0 0-141 0 0,0 0-44 0 0,0 0 44 0 0,0 0 7 0 0,0 0-69 0 0,0 0-3 0 0,0 0-122 0 0,0 0-74 0 0,1-3 24 0 0,5-19 1387 0 0,9 2 3718 0 0,-15 19-5841 0 0,0 1-42 0 0,0 0-41 0 0,0 0-36 0 0,0 0-24 0 0,0 0-39 0 0,0 0-50 0 0,0 0-40 0 0,0 0-38 0 0,0 0-72 0 0,0 0-65 0 0,0 0-72 0 0,0 0-56 0 0,0 0-28 0 0,-10 13-496 0 0,6-10 981 0 0,-1-1 1 0 0,1 1 0 0 0,0 0-1 0 0,1 0 1 0 0,-1 1-1 0 0,0-1 1 0 0,1 1 0 0 0,0 0-1 0 0,0 0 1 0 0,0 0-1 0 0,-2 3-77 0 0,-27 48 339 0 0,-1 37-34 0 0,19-32-178 0 0,-7 68 66 0 0,11-39-100 0 0,5 166 145 0 0,5-253-184 0 0,0 0 1 0 0,0 1-1 0 0,0-1 0 0 0,1 0 0 0 0,-1 0 0 0 0,1 1 1 0 0,-1-1-1 0 0,1 0 0 0 0,0 0 0 0 0,0 0 0 0 0,0 0 0 0 0,0 0 1 0 0,0 0-1 0 0,0 0 0 0 0,1 0 0 0 0,-1 0 0 0 0,1 0 1 0 0,-1-1-1 0 0,2 2-54 0 0,24 17 1004 0 0,92 36-3453 0 0,-103-46-694 0 0,-5-3-3856 0 0,-5-3-3095 0 0</inkml:trace>
  <inkml:trace contextRef="#ctx0" brushRef="#br0" timeOffset="708.93">293 414 0 0 0,'0'0'1532'0'0,"0"0"838"0"0,0 0 37 0 0,0 0-127 0 0,0 0-225 0 0,0 0-326 0 0,0 0-272 0 0,0 0-336 0 0,0 0-303 0 0,0 0-218 0 0,0 0-159 0 0,0 0-107 0 0,0-3-76 0 0,2-7 261 0 0,17 37 233 0 0,44 41 1457 0 0,62 34-1137 0 0,39 21-983 0 0,-129-92-1249 0 0,-37-29-6006 0 0,-14-9 1055 0 0,10 3-1399 0 0</inkml:trace>
  <inkml:trace contextRef="#ctx0" brushRef="#br0" timeOffset="1129.47">604 483 400 0 0,'0'0'3545'0'0,"0"0"-304"0"0,0 0-304 0 0,0 0-301 0 0,0 0-380 0 0,0 0-375 0 0,0 0-385 0 0,0 0-313 0 0,0 0-227 0 0,0 0-164 0 0,0 0-146 0 0,0 0-120 0 0,0 0-91 0 0,0-8-100 0 0,0-23-78 0 0,-26 58-674 0 0,-30 47 564 0 0,-5 14-50 0 0,46-62-109 0 0,-9 23-998 0 0,16-29-2285 0 0,6-12-1246 0 0,2-3-2688 0 0,0-3-33 0 0</inkml:trace>
  <inkml:trace contextRef="#ctx0" brushRef="#br0" timeOffset="1918.02">798 736 0 0 0,'0'0'2741'0'0,"0"0"386"0"0,0 0-256 0 0,0 0-396 0 0,0 0-385 0 0,0 0-319 0 0,0 0-285 0 0,0 0-258 0 0,0 0-226 0 0,0 0-179 0 0,0 0-134 0 0,0 0-89 0 0,0 0-77 0 0,-1-5-70 0 0,-5-13-74 0 0,26 6 653 0 0,66 3-911 0 0,-74 9-35 0 0,-11 0-54 0 0,-1 0-20 0 0,0 0-11 0 0,0 0-23 0 0,0 0 0 0 0,0 0-8 0 0,0 0-16 0 0,0 0-30 0 0,0 0-21 0 0,0 0-26 0 0,0 0-22 0 0,0 0 24 0 0,-11 93-142 0 0,-8-21 213 0 0,5-29-6 0 0,14-43 88 0 0,0 0 0 0 0,0 1 0 0 0,0-1 0 0 0,-1 0 0 0 0,1 0 0 0 0,0 0 0 0 0,0 1 0 0 0,0-1-1 0 0,0 0 1 0 0,0 0 0 0 0,0 0 0 0 0,0 0 0 0 0,-1 1 0 0 0,1-1 0 0 0,0 0 0 0 0,0 0-1 0 0,0 1 1 0 0,0-1 0 0 0,0 0 0 0 0,0 0 0 0 0,0 0 0 0 0,0 1 0 0 0,0-1 0 0 0,0 0-1 0 0,0 0 1 0 0,0 1 0 0 0,0-1 0 0 0,0 0 0 0 0,1 0 0 0 0,-1 0 0 0 0,0 1 0 0 0,0-1 0 0 0,0 0-1 0 0,0 0 1 0 0,0 0 0 0 0,0 1 0 0 0,0-1 0 0 0,1 0 0 0 0,-1 0 0 0 0,0 0 0 0 0,0 0-1 0 0,0 1 1 0 0,0-1 0 0 0,1 0 0 0 0,-1 0 0 0 0,0 0 0 0 0,0 0 0 0 0,0 0 0 0 0,1 0-1 0 0,-1 0 1 0 0,0 0 0 0 0,0 0 0 0 0,1 1 0 0 0,-1-1 0 0 0,0 0 0 0 0,0 0 0 0 0,0 0 0 0 0,1 0-1 0 0,-1 0 1 0 0,0 0 0 0 0,0 0 0 0 0,1-1 0 0 0,-1 1-32 0 0,135-7 256 0 0,-86 5-1130 0 0,-48 2 288 0 0,-1 0-888 0 0,1 0 955 0 0,0 0-3201 0 0,-1 1-3310 0 0,0 0-2891 0 0</inkml:trace>
</inkml:ink>
</file>

<file path=ppt/ink/ink2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45:05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289 503 0 0 0,'0'0'3106'0'0,"0"0"91"0"0,0 0-190 0 0,0 0-330 0 0,0 0-462 0 0,0 0-503 0 0,0 0-408 0 0,0 0-331 0 0,0 0-237 0 0,0 0-171 0 0,0 0-114 0 0,0 0-118 0 0,0 0-93 0 0,4 2 210 0 0,-230-5-2177 0 0,187 9-2124 0 0,16-2-4534 0 0,18-4 1382 0 0</inkml:trace>
  <inkml:trace contextRef="#ctx0" brushRef="#br0" timeOffset="761.33">452 260 0 0 0,'0'0'1376'0'0,"0"0"1050"0"0,0 0 69 0 0,0 0-254 0 0,0 0-166 0 0,0 0-147 0 0,0 0-214 0 0,0 0-266 0 0,0 0-283 0 0,0 0-207 0 0,0 0-153 0 0,0 0-143 0 0,0 0-161 0 0,0-2-120 0 0,-2-7-88 0 0,2 7-79 0 0,0 2-33 0 0,0 0-29 0 0,0 0-33 0 0,0 0-35 0 0,0 0-20 0 0,2 6 65 0 0,122 93 318 0 0,-41-38-307 0 0,91 76-57 0 0,-159-125-197 0 0,-14-12 42 0 0,-1 0 0 0 0,0 0-14 0 0,0 0 4 0 0,0 0-22 0 0,0 0-29 0 0,0 0-26 0 0,0 0-46 0 0,0 0-47 0 0,-75-64-14139 0 0,64 56 7980 0 0</inkml:trace>
  <inkml:trace contextRef="#ctx0" brushRef="#br0" timeOffset="1229.4">759 296 0 0 0,'0'0'1924'0'0,"0"0"633"0"0,0 0 14 0 0,0 0-266 0 0,0 0-206 0 0,0 0-213 0 0,0 0-243 0 0,0 0-183 0 0,0 0-167 0 0,0 0-119 0 0,0 0-132 0 0,0 0-188 0 0,2-3-179 0 0,7-12-184 0 0,-7 11-142 0 0,-2 4-101 0 0,0 0-59 0 0,0 0-41 0 0,0 0-42 0 0,0 0-14 0 0,0 0-44 0 0,0 0-21 0 0,0 0-12 0 0,0 0-35 0 0,-1 5-31 0 0,-1 0 1 0 0,1 0 0 0 0,-1 0-1 0 0,0-1 1 0 0,0 1 0 0 0,-1-1-1 0 0,1 0 1 0 0,-1 1 0 0 0,0-1-1 0 0,0-1 1 0 0,-1 1 0 0 0,1 0-1 0 0,-4 2 51 0 0,-7 10-40 0 0,5-5 78 0 0,-56 86 199 0 0,46-59-135 0 0,1 1-159 0 0,1 3-2026 0 0,13-32-461 0 0,0-2-3701 0 0,2-4-3348 0 0</inkml:trace>
  <inkml:trace contextRef="#ctx0" brushRef="#br0" timeOffset="2294.92">1180 428 192 0 0,'0'0'2746'0'0,"0"0"-274"0"0,0 0-328 0 0,0 0-332 0 0,0 0-328 0 0,0 0-346 0 0,0 0-258 0 0,0 0-224 0 0,0 0-181 0 0,0 0-131 0 0,0 0-120 0 0,0 0-113 0 0,0 0-81 0 0,-6-3-40 0 0,-16-8-8 0 0,-5 9 93 0 0,-42 27 844 0 0,32-5-84 0 0,-5 22 190 0 0,18-3 176 0 0,19 54 620 0 0,5-87-1736 0 0,2 0-1 0 0,-1 0 0 0 0,1 0 1 0 0,0 0-1 0 0,0-1 0 0 0,1 1 0 0 0,-1-1 1 0 0,1 1-1 0 0,0-1 0 0 0,1 0 1 0 0,-1 0-1 0 0,1-1 0 0 0,0 1 0 0 0,0-1 1 0 0,4 4-85 0 0,0-2-1 0 0,1 0-1 0 0,0 0 1 0 0,0-1 0 0 0,0 0 0 0 0,1 0 0 0 0,-1-1 0 0 0,1 0 0 0 0,0-1 0 0 0,0 0 0 0 0,1-1 0 0 0,-1 0-1 0 0,0 0 1 0 0,1-1 0 0 0,0-1 0 0 0,-1 0 0 0 0,1 0 0 0 0,5-1 1 0 0,-13 0-56 0 0,0 0 0 0 0,-1 0 1 0 0,1 0-1 0 0,0 0 0 0 0,0-1 0 0 0,-1 1 0 0 0,1-1 0 0 0,0 0 1 0 0,-1 1-1 0 0,0-1 0 0 0,1 0 0 0 0,-1-1 0 0 0,0 1 1 0 0,0 0-1 0 0,0-1 0 0 0,0 1 0 0 0,-1-1 0 0 0,1 1 0 0 0,-1-1 1 0 0,1 0-1 0 0,-1 1 0 0 0,0-1 0 0 0,0 0 0 0 0,0 0 1 0 0,-1 0-1 0 0,1 0 0 0 0,-1 0 0 0 0,1 0 0 0 0,-1 0 0 0 0,0 0 1 0 0,0 0-1 0 0,0 0 0 0 0,-1 0 0 0 0,1-1 56 0 0,-2 1-62 0 0,0 1 1 0 0,1 0-1 0 0,-1 0 0 0 0,0 0 0 0 0,0-1 0 0 0,0 2 0 0 0,-1-1 0 0 0,1 0 1 0 0,0 0-1 0 0,-1 1 0 0 0,1-1 0 0 0,-1 1 0 0 0,1 0 0 0 0,-1 0 1 0 0,0 0-1 0 0,-2-1 62 0 0,-1 0-76 0 0,1 1 1 0 0,-1-1 0 0 0,0 1-1 0 0,0 0 1 0 0,-1 0 0 0 0,1 1-1 0 0,0 0 1 0 0,0 0 0 0 0,0 1-1 0 0,-1-1 76 0 0,4 2-141 0 0,-1 0 0 0 0,1 0 0 0 0,0 0 0 0 0,-1 1 0 0 0,1-1 0 0 0,0 1 0 0 0,1-1 0 0 0,-1 1 0 0 0,0 0 1 0 0,1 0-1 0 0,0 1 0 0 0,-1-1 0 0 0,1 0 0 0 0,1 1 0 0 0,-1-1 0 0 0,0 1 0 0 0,0 3 141 0 0,-5 7-1975 0 0,3-6-3615 0 0,2-5-2610 0 0</inkml:trace>
  <inkml:trace contextRef="#ctx0" brushRef="#br0" timeOffset="3587.92">1216 46 0 0 0,'0'0'211'0'0,"0"0"653"0"0,0 0 192 0 0,0 0 71 0 0,0 0-11 0 0,0 0-19 0 0,0 0-40 0 0,0 0-107 0 0,0 0-64 0 0,0 0-81 0 0,-1-5 19 0 0,0 3-614 0 0,-4-19 743 0 0,3 3 4399 0 0,2 18-5074 0 0,0 0-94 0 0,0 0-62 0 0,0 0-46 0 0,0 0-28 0 0,0 0-31 0 0,0 0-50 0 0,0 0-25 0 0,0 0 10 0 0,0 0 27 0 0,0 0 60 0 0,9 1-3 0 0,-1 1 1 0 0,0 0 0 0 0,0 0-1 0 0,0 1 1 0 0,0 0-1 0 0,0 0 1 0 0,0 1 0 0 0,-1 0-1 0 0,1 0 1 0 0,-1 1-1 0 0,0 0 1 0 0,-1 0 0 0 0,6 6-37 0 0,17 10 193 0 0,-7-3-83 0 0,0 1 1 0 0,-2 2-1 0 0,0 0 0 0 0,-1 0 0 0 0,-1 2 0 0 0,-1 1 0 0 0,-1 0 1 0 0,0 3-111 0 0,-8-13 84 0 0,-1 1 0 0 0,0 0 0 0 0,-1 1 0 0 0,0 0 0 0 0,-2 0 0 0 0,4 16-84 0 0,2 68 272 0 0,-9-90-218 0 0,0 0 0 0 0,-1 0 0 0 0,0 0 0 0 0,0-1 1 0 0,-1 1-1 0 0,-1 0 0 0 0,0 0 0 0 0,0-1 0 0 0,-1 1 0 0 0,-1 4-54 0 0,1-10 27 0 0,1 0-1 0 0,-1 0 1 0 0,1 0-1 0 0,-1 0 1 0 0,0-1-1 0 0,0 1 1 0 0,-1-1-1 0 0,1 0 1 0 0,-1 0-1 0 0,0 0 0 0 0,0 0 1 0 0,-3 1-27 0 0,-24 20-2948 0 0,18-14-4859 0 0,11-6-1736 0 0</inkml:trace>
</inkml:ink>
</file>

<file path=ppt/ink/ink2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45:18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3 232 584 0 0,'0'0'3525'0'0,"0"0"-706"0"0,0 0-424 0 0,0 0-348 0 0,0 0-310 0 0,0 0-348 0 0,0 0-407 0 0,0 0-325 0 0,0 0-219 0 0,0 0-147 0 0,0 0-123 0 0,0 0-115 0 0,0 0-101 0 0,-2-2-533 0 0,19 24-158 0 0,94 81 2474 0 0,120 97-1092 0 0,-228-196-1081 0 0,4 3 630 0 0,-5-3-6433 0 0,-5-15 512 0 0,1 9-94 0 0</inkml:trace>
  <inkml:trace contextRef="#ctx0" brushRef="#br0" timeOffset="377.45">304 243 0 0 0,'0'0'3035'0'0,"0"0"19"0"0,0 0-118 0 0,0 0-181 0 0,0 0-199 0 0,0 0-382 0 0,0 0-401 0 0,0 0-458 0 0,0 0-405 0 0,0 0-256 0 0,0 0-159 0 0,0 0-89 0 0,0 0-75 0 0,0-2-71 0 0,0-7-78 0 0,0 7-61 0 0,0 2-50 0 0,-17 39-303 0 0,-15 41 331 0 0,-28 51-60 0 0,52-117-103 0 0,-2-1 0 0 0,0-1 0 0 0,0 0 0 0 0,-1 0 0 0 0,0-1 0 0 0,-5 3 64 0 0,0 2-761 0 0,-2 1-4268 0 0,18-16 4260 0 0,-3 1-874 0 0,2 1-3728 0 0,1-2-3606 0 0</inkml:trace>
  <inkml:trace contextRef="#ctx0" brushRef="#br0" timeOffset="1416.17">720 482 0 0 0,'0'0'2549'0'0,"0"0"-302"0"0,0 0-359 0 0,0 0-318 0 0,0 0-245 0 0,0 0-120 0 0,0 0-105 0 0,0 0-92 0 0,0 0-93 0 0,0 0-120 0 0,0 0-136 0 0,0 0-105 0 0,-2-5-110 0 0,-3-14-95 0 0,4 14-77 0 0,1 5-67 0 0,0 0-49 0 0,0 0-56 0 0,0 0-43 0 0,-1 0-34 0 0,-64-15 132 0 0,47 12 128 0 0,-50-1 485 0 0,41 28-491 0 0,16-10-113 0 0,-7 14 95 0 0,4 5-44 0 0,2-4 31 0 0,10-25-172 0 0,1-1-1 0 0,0 1 0 0 0,0 0 1 0 0,0 0-1 0 0,1 0 0 0 0,-1 0 1 0 0,1 0-1 0 0,0-1 0 0 0,0 1 1 0 0,0 0-1 0 0,0 0 0 0 0,1 0 1 0 0,0 1-74 0 0,31 44 700 0 0,-27-43-688 0 0,37 33 79 0 0,-29-29-121 0 0,0 0 1 0 0,1-1-1 0 0,0-1 0 0 0,0 0 1 0 0,0-1-1 0 0,1-1 1 0 0,15 4 29 0 0,-23-7 3 0 0,0-1 0 0 0,-1 0 0 0 0,1-1 0 0 0,0 0 0 0 0,0 0 0 0 0,1 0 0 0 0,-1-1 0 0 0,0 0 0 0 0,0 0 1 0 0,6-2-4 0 0,-11 1-23 0 0,1-1 1 0 0,-1 1 0 0 0,1-1 0 0 0,-1 0 0 0 0,0 0-1 0 0,0 0 1 0 0,0 0 0 0 0,0-1 0 0 0,-1 1-1 0 0,1 0 1 0 0,0-1 0 0 0,-1 1 0 0 0,0-1 0 0 0,1 1-1 0 0,-1-1 1 0 0,0 0 0 0 0,0 0 0 0 0,-1 1 0 0 0,1-1-1 0 0,-1 0 1 0 0,1 0 0 0 0,-1 0 0 0 0,0-1 22 0 0,1 1-65 0 0,-1-1 1 0 0,1 1-1 0 0,-1 0 1 0 0,0-1-1 0 0,0 1 1 0 0,0-1-1 0 0,0 1 0 0 0,-1 0 1 0 0,1-1-1 0 0,-1 1 1 0 0,0 0-1 0 0,0-1 1 0 0,0 1-1 0 0,-1 0 1 0 0,1 0-1 0 0,-1 0 0 0 0,1 0 1 0 0,-1 0-1 0 0,0 0 1 0 0,0 1 64 0 0,-1-2-74 0 0,0 1-1 0 0,0 0 1 0 0,0 0 0 0 0,0 0-1 0 0,0 1 1 0 0,-1-1 0 0 0,1 1-1 0 0,-1 0 1 0 0,1 0 0 0 0,-1 0 0 0 0,0 0-1 0 0,0 0 1 0 0,0 1 0 0 0,0 0-1 0 0,0 0 1 0 0,0 0 0 0 0,0 0-1 0 0,0 1 1 0 0,-1 0 0 0 0,1-1-1 0 0,-2 2 76 0 0,3 0-39 0 0,0 1 0 0 0,1 0 0 0 0,-1 0 0 0 0,0 0 0 0 0,1 0 0 0 0,-1 0 0 0 0,1 1 0 0 0,0-1 0 0 0,0 1 0 0 0,0-1 0 0 0,0 1 0 0 0,0 0 0 0 0,1 0 1 0 0,-1 0-1 0 0,0 3 38 0 0,-5 5-85 0 0,-4 18-297 0 0,6-14-1802 0 0,-2 0-5125 0 0,5-13-169 0 0</inkml:trace>
  <inkml:trace contextRef="#ctx0" brushRef="#br0" timeOffset="2298.89">813 23 0 0 0,'0'0'1964'0'0,"0"0"316"0"0,0 0-193 0 0,0 0-387 0 0,0 0-297 0 0,0 0-160 0 0,0 0-89 0 0,0 0-82 0 0,0 0-117 0 0,0 0-155 0 0,0 0-185 0 0,0 0-157 0 0,-1-4-100 0 0,-2-15-66 0 0,23 30-32 0 0,39 36 116 0 0,-2 3 0 0 0,11 15-376 0 0,2 23 592 0 0,-63-75-540 0 0,1 1 0 0 0,-1 0 0 0 0,-1 0 0 0 0,-1 0 0 0 0,0 1 0 0 0,-1 0-1 0 0,0 0 1 0 0,-1 0 0 0 0,-1 0 0 0 0,-1 0 0 0 0,0 1 0 0 0,0 3-52 0 0,-1-9 31 0 0,0 1-28 0 0,0 0 0 0 0,0 0 0 0 0,-1-1 0 0 0,0 1 1 0 0,-1 0-1 0 0,0 0 0 0 0,-1-1 0 0 0,0 1 0 0 0,-2 3-3 0 0,-41 47-1649 0 0,7-29-5984 0 0,33-27-1464 0 0</inkml:trace>
</inkml:ink>
</file>

<file path=ppt/ink/ink2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45:14.7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50 0 0 0,'0'0'1004'0'0,"0"0"79"0"0,0 0 15 0 0,0 0-13 0 0,0 0-49 0 0,0 0-43 0 0,0 0-36 0 0,0 0-27 0 0,5-8-81 0 0,17-24-87 0 0,-17 24 544 0 0,-4 7 5762 0 0,-4 4-1709 0 0,2-2-7090 0 0,-47 58 1352 0 0,42-51 342 0 0,-9 11 108 0 0,1 0-1 0 0,1 1 0 0 0,1 0 0 0 0,1 1 1 0 0,0 0-1 0 0,2 1 0 0 0,-6 19-70 0 0,-2 40 211 0 0,14-56-84 0 0,1 0 0 0 0,2 0 0 0 0,0 0-1 0 0,1 0 1 0 0,2 0 0 0 0,0 0 0 0 0,2 0 0 0 0,5 16-127 0 0,42 71 736 0 0,-21-72-201 0 0,-8-31-323 0 0,-7-9-7447 0 0,-15-2 1907 0 0,1 0-4949 0 0</inkml:trace>
  <inkml:trace contextRef="#ctx0" brushRef="#br0" timeOffset="785.99">332 411 0 0 0,'0'0'665'0'0,"0"0"670"0"0,0 0 124 0 0,0 0-80 0 0,0 0-126 0 0,0 0-192 0 0,0 0-121 0 0,0 0-59 0 0,0 0 43 0 0,0 0 64 0 0,0 0-10 0 0,0-3-26 0 0,-1-7-58 0 0,0 11 6947 0 0,17 11-7270 0 0,99 72-383 0 0,72 43-94 0 0,-110-77-87 0 0,-70-46 415 0 0,3 3-2339 0 0,-14-17-3159 0 0,-2-1-2664 0 0,3 7-359 0 0</inkml:trace>
  <inkml:trace contextRef="#ctx0" brushRef="#br0" timeOffset="1197.43">663 345 1160 0 0,'0'0'3364'0'0,"0"0"-277"0"0,0 0-217 0 0,0 0-219 0 0,0 0-344 0 0,0 0-494 0 0,0 0-442 0 0,0 0-359 0 0,0 0-257 0 0,0 0-181 0 0,0 0-104 0 0,0 0-79 0 0,0 0-106 0 0,0-2-94 0 0,0 1-218 0 0,-2-6 197 0 0,1 10-700 0 0,-12 18-143 0 0,-72 89 938 0 0,17-42-216 0 0,16-6-1404 0 0,42-52-1934 0 0,3-6-5823 0 0,4-3 1313 0 0</inkml:trace>
  <inkml:trace contextRef="#ctx0" brushRef="#br0" timeOffset="1972.33">835 645 0 0 0,'0'0'2270'0'0,"0"0"720"0"0,0 0-24 0 0,0 0-354 0 0,0 0-362 0 0,0 0-339 0 0,0 0-270 0 0,0 0-229 0 0,0 0-232 0 0,0 0-218 0 0,0 0-198 0 0,0 0-147 0 0,0 0-121 0 0,-1-6-88 0 0,-5-21 185 0 0,29 20-288 0 0,48 5-648 0 0,-69 2 308 0 0,0 1 0 0 0,0 0-1 0 0,-1 0 1 0 0,1 0 0 0 0,-1 0 0 0 0,1 1-1 0 0,-1-1 1 0 0,1 0 0 0 0,-1 0 0 0 0,0 1-1 0 0,0-1 1 0 0,1 1 0 0 0,-1-1 0 0 0,0 1-1 0 0,0 0 1 0 0,-1-1 0 0 0,1 1 0 0 0,0 0-1 0 0,0 0 1 0 0,-1 0 0 0 0,1-1 0 0 0,-1 1-1 0 0,0 0 1 0 0,1 0 0 0 0,-1 0 0 0 0,0 0-1 0 0,0 0 1 0 0,0 0 0 0 0,-1 0 0 0 0,1 0-1 0 0,0-1 1 0 0,-1 1 0 0 0,1 0 0 0 0,-1 0-1 0 0,1 0 1 0 0,-2 1 35 0 0,2 3-15 0 0,-21 61-290 0 0,7-38 257 0 0,-2 4 6 0 0,12-11 1537 0 0,17-22-241 0 0,69-16-1194 0 0,37 9-2289 0 0,-119 7 1300 0 0,0 0-322 0 0,0 0-415 0 0,0 1-2345 0 0,0 0-1593 0 0,0 0-2870 0 0</inkml:trace>
  <inkml:trace contextRef="#ctx0" brushRef="#br0" timeOffset="2663.91">1384 286 0 0 0,'0'0'2597'0'0,"0"0"154"0"0,0 0-193 0 0,0 0-232 0 0,0 0-289 0 0,0 0-308 0 0,0 0-292 0 0,0 0-320 0 0,0 0-301 0 0,0 0-223 0 0,0 0-167 0 0,0 0-142 0 0,0 0-84 0 0,-2-2-46 0 0,-7-9-51 0 0,7 30-566 0 0,3-1 636 0 0,1-1 0 0 0,1 1 1 0 0,0-1-1 0 0,2 1 0 0 0,2 5-173 0 0,8 40 159 0 0,-4-3-174 0 0,-3-13-1908 0 0,-7-46 640 0 0,6 0-12515 0 0,-7-1 13992 0 0,1 0-3059 0 0</inkml:trace>
  <inkml:trace contextRef="#ctx0" brushRef="#br0" timeOffset="2915.27">1561 460 0 0 0,'0'0'1808'0'0,"0"0"162"0"0,0 0-265 0 0,0 0-360 0 0,0 0-95 0 0,0 0 125 0 0,0 0 144 0 0,0 0 16 0 0,0 0-235 0 0,0 0-304 0 0,0 0-268 0 0,0 0-164 0 0,0 0-123 0 0,-20 3-113 0 0,-61 11-83 0 0,-65 5-1113 0 0,115-15-1207 0 0,10-2-2632 0 0,9-2-3472 0 0</inkml:trace>
</inkml:ink>
</file>

<file path=ppt/ink/ink2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45:24.2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155 136 0 0 0,'0'0'783'0'0,"0"0"73"0"0,0 0 51 0 0,0 0-75 0 0,0-6-16 0 0,0-10-248 0 0,-2-26 4903 0 0,17 6-2260 0 0,-13 6 2999 0 0,-2 30-5848 0 0,0 0-22 0 0,0 0-38 0 0,0 0-21 0 0,0 0-13 0 0,0 0-30 0 0,0-5-430 0 0,-17 30-596 0 0,7-15 809 0 0,-5 8 69 0 0,0 1 1 0 0,1 0-1 0 0,1 1 0 0 0,1 0 1 0 0,-8 21-91 0 0,17-35 15 0 0,-6 14 95 0 0,1 0 0 0 0,0 1 0 0 0,2 1 0 0 0,0-1 0 0 0,2 1 0 0 0,-1 5-110 0 0,2 2 184 0 0,2 0 1 0 0,0 1-1 0 0,2-1 1 0 0,1 0-1 0 0,2 4-184 0 0,0-18 13 0 0,0 0-1 0 0,1 1 1 0 0,1-2-1 0 0,1 1 1 0 0,0-1-1 0 0,0 0 1 0 0,2 0-1 0 0,-1-1 1 0 0,2 0-1 0 0,0 0 0 0 0,0-1 1 0 0,5 2-13 0 0,25 21-2498 0 0,-25-26-1803 0 0,0-2-4450 0 0,-11-6 1616 0 0</inkml:trace>
</inkml:ink>
</file>

<file path=ppt/ink/ink2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45:24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24 0 0 0,'0'0'2562'0'0,"0"0"-34"0"0,0 0-471 0 0,0 0-494 0 0,0 0-442 0 0,0 0-344 0 0,0 0-211 0 0,0 0-88 0 0,0 0-35 0 0,0 0 10 0 0,0 0 15 0 0,0 0 23 0 0,0 0 8 0 0,2 15 4598 0 0,27 14-3869 0 0,81 66-226 0 0,-9-6-882 0 0,-67-56-147 0 0,-33-31 160 0 0,0 2-3634 0 0,-9-12 1316 0 0,-20-19-1753 0 0,13 6-1905 0 0,9 13-249 0 0</inkml:trace>
  <inkml:trace contextRef="#ctx0" brushRef="#br0" timeOffset="391.47">245 0 0 0 0,'0'0'2426'0'0,"0"0"700"0"0,0 0-162 0 0,0 0-391 0 0,0 0-441 0 0,0 0-488 0 0,0 0-440 0 0,0 0-317 0 0,0 0-167 0 0,0 0-99 0 0,0 0-65 0 0,0 0-53 0 0,0 0-80 0 0,-4 15 465 0 0,-17 25-740 0 0,-31 41-3 0 0,-69 41 58 0 0,81-75-1204 0 0,35-35-2878 0 0,3 0-3501 0 0,2-8-1523 0 0</inkml:trace>
  <inkml:trace contextRef="#ctx0" brushRef="#br0" timeOffset="1068.11">406 344 0 0 0,'0'0'2918'0'0,"0"0"-287"0"0,0 0-457 0 0,0 0-391 0 0,0 0-187 0 0,0 0-102 0 0,0 0-19 0 0,0 0-51 0 0,0 0-183 0 0,0 0-201 0 0,0 0-128 0 0,0 0-82 0 0,-1-3-89 0 0,-7-19 1033 0 0,35 4-779 0 0,-19 15-1008 0 0,0 1 1 0 0,0 0 0 0 0,-1 0 0 0 0,1 1 0 0 0,0 0 0 0 0,0 0 0 0 0,0 1 0 0 0,8 0 12 0 0,-13 0-7 0 0,-1 0-11 0 0,-1-1 1 0 0,1 1-1 0 0,-1 0 1 0 0,1 0-1 0 0,-1 0 1 0 0,1 0-1 0 0,0 0 1 0 0,-1 0-1 0 0,1 0 1 0 0,-1 0-1 0 0,1 0 1 0 0,-1 1-1 0 0,1-1 1 0 0,-1 1-1 0 0,1-1 1 0 0,-1 1-1 0 0,0 0 1 0 0,1-1-1 0 0,-1 1 0 0 0,0 0 1 0 0,1 0-1 0 0,-1 0 1 0 0,0 0-1 0 0,0 0 1 0 0,0 0-1 0 0,0 0 1 0 0,0 0-1 0 0,0 1 1 0 0,0-1-1 0 0,0 0 1 0 0,-1 1-1 0 0,1-1 1 0 0,0 0-1 0 0,-1 1 1 0 0,1-1-1 0 0,-1 1 1 0 0,1-1-1 0 0,-1 1 1 0 0,0-1-1 0 0,0 1 18 0 0,-5 42-548 0 0,-36 24 299 0 0,20-43 224 0 0,10-12 11 0 0,11-13 8 0 0,0 0-2 0 0,6 6 1265 0 0,17-1-1119 0 0,0 0 0 0 0,1-1 0 0 0,0-1-1 0 0,0-2 1 0 0,-1 0 0 0 0,5-2-138 0 0,-11-7-1667 0 0,-16 2-2263 0 0,0-2-4561 0 0,-1 4-878 0 0</inkml:trace>
</inkml:ink>
</file>

<file path=ppt/ink/ink2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45:26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275 27 0 0 0,'0'0'1539'0'0,"0"0"964"0"0,0 0 176 0 0,0 0-203 0 0,0 0-239 0 0,0 0-293 0 0,0 0-364 0 0,0 0-309 0 0,0 0-206 0 0,0 0-175 0 0,0 0-158 0 0,0 0-113 0 0,0 0-115 0 0,-2 0 782 0 0,-25-1-1254 0 0,-1-1 0 0 0,1-1 0 0 0,0-1 0 0 0,-19-6-32 0 0,-17 3-1457 0 0,36 8-2793 0 0,4-1-4724 0 0,18 0 2202 0 0</inkml:trace>
</inkml:ink>
</file>

<file path=ppt/ink/ink2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45:27.6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15 225 0 0 0,'0'0'863'0'0,"0"0"701"0"0,0 0 185 0 0,0 0-8 0 0,0 0-15 0 0,0 0-23 0 0,0 0-120 0 0,0 0-139 0 0,0 0-110 0 0,0 0-164 0 0,0 0-144 0 0,0 0-128 0 0,-3-4-157 0 0,-6-12-159 0 0,6 12-105 0 0,3 4-63 0 0,0 0-37 0 0,0 0-26 0 0,0 0-31 0 0,0 0-39 0 0,26 15 966 0 0,56 46-1192 0 0,267 176 420 0 0,-314-208-646 0 0,-36-25-3255 0 0,-13-8 2529 0 0,13 4 699 0 0,-64-29-4787 0 0,25 4-2271 0 0,31 17 2068 0 0</inkml:trace>
  <inkml:trace contextRef="#ctx0" brushRef="#br0" timeOffset="762.13">369 278 0 0 0,'0'0'2517'0'0,"0"0"60"0"0,0 0-219 0 0,0 0-259 0 0,0 0-178 0 0,0 0-158 0 0,0 0-149 0 0,0 0-166 0 0,0 0-192 0 0,0 0-164 0 0,0 0-149 0 0,0 0-176 0 0,1-4-148 0 0,0-15-102 0 0,-1 15-87 0 0,0 4-45 0 0,0 0-57 0 0,0 0-61 0 0,0 0-48 0 0,0 0-37 0 0,0 0-35 0 0,0 0-24 0 0,0 0-14 0 0,0 0-18 0 0,0 0-11 0 0,0 0-6 0 0,0 0 1 0 0,0 0-12 0 0,0 0 5 0 0,0 0-1 0 0,0 0 7 0 0,0 0 21 0 0,0 0 13 0 0,0 0 3 0 0,0 0 19 0 0,0 0 1 0 0,0 0-22 0 0,0 0-10 0 0,0 0-23 0 0,0 0-9 0 0,0 0 3 0 0,0 0-2 0 0,0 0-12 0 0,0 0 10 0 0,0 0-9 0 0,0 0-5 0 0,0 0 5 0 0,0 0-14 0 0,0 0-8 0 0,0 0 0 0 0,0 0-15 0 0,0 0-10 0 0,0 0-20 0 0,0 0-8 0 0,0 0 1 0 0,0 0 19 0 0,0 0 8 0 0,0 0 6 0 0,0 0 0 0 0,10-15-99 0 0,0 1-10 0 0,-10 14 74 0 0,0 0-5 0 0,0 0-3 0 0,0 0 9 0 0,0 0-18 0 0,0 0 12 0 0,0 0-12 0 0,0 0-26 0 0,0 0-2 0 0,0 0-53 0 0,0 0-55 0 0,0 0-41 0 0,0 0-53 0 0,0 0-32 0 0,0 0-36 0 0,-9 13-605 0 0,-29 38 962 0 0,14-26 55 0 0,0 0 1 0 0,-2-1-1 0 0,0-1 0 0 0,-15 8-78 0 0,-17 15 124 0 0,43-15-376 0 0,13 5-3505 0 0,2-24-2516 0 0,0-6-2430 0 0</inkml:trace>
  <inkml:trace contextRef="#ctx0" brushRef="#br0" timeOffset="1832.57">752 421 0 0 0,'0'0'716'0'0,"0"0"1295"0"0,0 0 176 0 0,0 0-173 0 0,0 0-245 0 0,0 0-193 0 0,0 0-211 0 0,0 0-138 0 0,0 0-116 0 0,0 0-128 0 0,0 0-53 0 0,0 0-63 0 0,0 0-82 0 0,-5-15-55 0 0,-19-61 501 0 0,-1 76-147 0 0,-85 44-734 0 0,71-23-195 0 0,36-19-120 0 0,1 1 0 0 0,-1-1 0 0 0,1 1 0 0 0,-1-1 0 0 0,1 1 0 0 0,0 0 0 0 0,0-1 0 0 0,0 1-1 0 0,0 0 1 0 0,1 1 0 0 0,-1-1 0 0 0,1 0 0 0 0,0 0 0 0 0,0 1 0 0 0,0-1 0 0 0,0 0-35 0 0,-1 74 643 0 0,3-72-592 0 0,0 0 0 0 0,0 0 0 0 0,1-1-1 0 0,0 1 1 0 0,0-1 0 0 0,0 0 0 0 0,0 1 0 0 0,1-1 0 0 0,0 0 0 0 0,-1 0 0 0 0,4 3-51 0 0,6 5 83 0 0,1 1 0 0 0,0-2 0 0 0,0 1 0 0 0,2-2-1 0 0,-1 0 1 0 0,2 0-83 0 0,-4-3-26 0 0,0-1 0 0 0,0 0 0 0 0,1-1 0 0 0,0 0-1 0 0,0-1 1 0 0,13 2 26 0 0,46 1-151 0 0,-71-7 142 0 0,1 0 0 0 0,-1 0 0 0 0,1 0 0 0 0,-1 0 0 0 0,1 0 0 0 0,-1 0 0 0 0,1 0 0 0 0,-1 0 0 0 0,1-1 0 0 0,-1 1 0 0 0,0-1 1 0 0,1 1-1 0 0,-1-1 0 0 0,1 1 0 0 0,-1-1 0 0 0,0 0 0 0 0,0 0 0 0 0,1 0 0 0 0,-1 1 0 0 0,0-1 0 0 0,0 0 0 0 0,0-1 0 0 0,0 1 0 0 0,0 0 0 0 0,0 0 0 0 0,0 0 0 0 0,0-1 0 0 0,-1 1 0 0 0,1 0 0 0 0,0-1 0 0 0,-1 1 0 0 0,1 0 0 0 0,-1-1 0 0 0,0 1 0 0 0,1-1 0 0 0,-1 1 0 0 0,0-1 0 0 0,0 1 0 0 0,0-1 0 0 0,0 1 0 0 0,0-1 9 0 0,1-7-120 0 0,-1 7 88 0 0,0 0 0 0 0,1 0 0 0 0,-1 1 0 0 0,0-1 0 0 0,0 0 0 0 0,0 0 0 0 0,0 0 0 0 0,-1 1 0 0 0,1-1 0 0 0,0 0 0 0 0,-1 0 0 0 0,1 1 0 0 0,-1-1 0 0 0,0 0 0 0 0,0 1 0 0 0,1-1 0 0 0,-1 0 0 0 0,0 1 0 0 0,0-1 0 0 0,0 1 0 0 0,-1-1 32 0 0,-3-2-82 0 0,1 1 0 0 0,0 0 0 0 0,-1 0 0 0 0,1 1 0 0 0,-1-1 0 0 0,0 1-1 0 0,0 0 1 0 0,0 1 0 0 0,0-1 0 0 0,0 1 0 0 0,-1 0 0 0 0,1 0 0 0 0,0 0 0 0 0,0 1 0 0 0,-1 0 0 0 0,1 0 0 0 0,0 0 0 0 0,-1 1 0 0 0,1-1 0 0 0,0 1-1 0 0,0 1 1 0 0,0-1 0 0 0,0 1 0 0 0,-3 1 82 0 0,-3 3-315 0 0,-24 13-1713 0 0,10-9-2648 0 0,11-3-3707 0 0,11-5 3873 0 0</inkml:trace>
  <inkml:trace contextRef="#ctx0" brushRef="#br0" timeOffset="2844.79">872 8 0 0 0,'0'0'1367'0'0,"0"0"728"0"0,0 0 19 0 0,0 0-194 0 0,0 0-175 0 0,0 0-228 0 0,0 0-208 0 0,0 0-160 0 0,0 0-143 0 0,0 0-90 0 0,0 0-75 0 0,0 0-130 0 0,4-7 1591 0 0,9 16-1874 0 0,8 4-405 0 0,-1 1 0 0 0,0 1 0 0 0,-1 1 0 0 0,0 1 1 0 0,-1 0-1 0 0,-1 1 0 0 0,-1 1 0 0 0,-1 1 0 0 0,0 0 0 0 0,9 19-23 0 0,-16-24 18 0 0,-1 0 0 0 0,0 1 0 0 0,-1 0 0 0 0,-1 0 0 0 0,0 0 0 0 0,-2 1 0 0 0,0 0 0 0 0,1 7-18 0 0,-4 78 71 0 0,-2-93-134 0 0,0-1 0 0 0,0 0 1 0 0,0 0-1 0 0,-1 0 0 0 0,0 0 1 0 0,-1 0-1 0 0,0 0 0 0 0,0-1 0 0 0,0 0 1 0 0,-1 0-1 0 0,0 0 0 0 0,-1 1 63 0 0,-30 17-1769 0 0,10-15-2159 0 0,9-3-1630 0 0,11-4-2300 0 0</inkml:trace>
</inkml:ink>
</file>

<file path=ppt/ink/ink2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45:35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57 0 0 0,'0'0'548'0'0,"0"0"764"0"0,0 0 85 0 0,0 0-182 0 0,0 0-162 0 0,0 0-34 0 0,0 0-71 0 0,0 0-41 0 0,0 0-37 0 0,0 0-94 0 0,0 0-47 0 0,7-8-30 0 0,21-24-48 0 0,-17 15 7436 0 0,-11 17-7838 0 0,-29 26-791 0 0,17-14 607 0 0,0 0 0 0 0,1 1 1 0 0,1 1-1 0 0,0-1 0 0 0,1 2 1 0 0,-8 14-66 0 0,8-8 72 0 0,0 0 0 0 0,1 1 1 0 0,1 0-1 0 0,1 0 1 0 0,1 0-1 0 0,1 1 0 0 0,1 0 1 0 0,1 0-1 0 0,1 0 0 0 0,1 0 1 0 0,2 11-73 0 0,15 32 320 0 0,-9-43-131 0 0,0-1 0 0 0,2 0 0 0 0,0 0 1 0 0,1-1-1 0 0,1-1 0 0 0,1 0-189 0 0,26 31 373 0 0,-24-41-2923 0 0,-14-10 1041 0 0,-1-7-10398 0 0,0 4 4939 0 0</inkml:trace>
</inkml:ink>
</file>

<file path=ppt/ink/ink2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45:35.7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3 417 0 0 0,'0'0'2059'0'0,"0"0"495"0"0,0 0 127 0 0,0 0-90 0 0,0 0-268 0 0,0 0-415 0 0,0 0-418 0 0,0 0-356 0 0,0 0-250 0 0,0 0-173 0 0,0 0-131 0 0,0 0-119 0 0,0 0-134 0 0,-2 2 257 0 0,2-2-587 0 0,1 2 112 0 0,-1-1-1 0 0,1 1 0 0 0,0-1 0 0 0,0 0 0 0 0,1 1 1 0 0,-1-1-1 0 0,0 0 0 0 0,0 0 0 0 0,1 0 0 0 0,-1 0 0 0 0,0 0 1 0 0,1 0-1 0 0,-1 0 0 0 0,1 0 0 0 0,0-1 0 0 0,-1 1 1 0 0,1-1-1 0 0,-1 1 0 0 0,1-1 0 0 0,1 1-108 0 0,9 4 49 0 0,132 91 14 0 0,-85-52-9 0 0,18 5-77 0 0,-60-37-1413 0 0,-17-12 1071 0 0,0-10-14057 0 0,-2 7 8054 0 0</inkml:trace>
  <inkml:trace contextRef="#ctx0" brushRef="#br0" timeOffset="373.84">308 366 336 0 0,'0'0'3295'0'0,"0"0"-250"0"0,0 0-198 0 0,0 0-298 0 0,0 0-373 0 0,0 0-467 0 0,0 0-457 0 0,0 0-362 0 0,0 0-288 0 0,0 0-194 0 0,0 0-125 0 0,0 0-49 0 0,0 0-54 0 0,-2-3-46 0 0,-9-7 77 0 0,-28 40 1011 0 0,23-12-1085 0 0,1 0 1 0 0,0 2 0 0 0,2 0 0 0 0,0 0 0 0 0,-8 21-138 0 0,-13 8-188 0 0,9-22-1768 0 0,15-20-2103 0 0,-1-2-4598 0 0,7-4 1455 0 0</inkml:trace>
  <inkml:trace contextRef="#ctx0" brushRef="#br0" timeOffset="1096.26">432 624 0 0 0,'0'0'524'0'0,"0"0"1579"0"0,0 0 372 0 0,0 0-50 0 0,0 0-174 0 0,0 0-200 0 0,0 0-241 0 0,0 0-334 0 0,0 0-324 0 0,0 0-242 0 0,0 0-167 0 0,0 0-123 0 0,0 0-107 0 0,1-2-123 0 0,34-18 547 0 0,41 6-232 0 0,-52 13-485 0 0,-23 20-586 0 0,0-12 329 0 0,0 1 0 0 0,-1 0 0 0 0,0 0 0 0 0,0 0-1 0 0,-1 0 1 0 0,0 0 0 0 0,-1-1 0 0 0,1 1 0 0 0,-1 0 0 0 0,-1-1 0 0 0,0 1 0 0 0,0-1-1 0 0,-2 4 38 0 0,-37 44-64 0 0,30-31 2039 0 0,30-24-818 0 0,122-15-1692 0 0,-124 15-2599 0 0,-11 0-1848 0 0,-4 0 1375 0 0,-1 0-1107 0 0,1 0-1838 0 0</inkml:trace>
  <inkml:trace contextRef="#ctx0" brushRef="#br0" timeOffset="1766.11">957 320 0 0 0,'0'0'601'0'0,"0"0"1616"0"0,0 0 299 0 0,0 0-128 0 0,0 0-181 0 0,0 0-188 0 0,0 0-161 0 0,0 0-215 0 0,0 0-250 0 0,0 0-238 0 0,0 0-193 0 0,0 0-171 0 0,2-6-142 0 0,4-20-134 0 0,-5 20-156 0 0,-1 6-163 0 0,0 0-144 0 0,0 0-115 0 0,2 19-989 0 0,-2 2 1165 0 0,1 0 0 0 0,0 0 1 0 0,2 0-1 0 0,1-1 0 0 0,1 7-113 0 0,18 76 181 0 0,-14-46-2846 0 0,-18-53-300 0 0,6-3-595 0 0,2-2-3405 0 0,1 1 1967 0 0</inkml:trace>
  <inkml:trace contextRef="#ctx0" brushRef="#br0" timeOffset="2015.13">1171 494 960 0 0,'0'0'3741'0'0,"0"0"-442"0"0,0 0-759 0 0,0 0-753 0 0,0 0-499 0 0,0 0-343 0 0,0 0-152 0 0,0 0 31 0 0,0 0 35 0 0,0 0-15 0 0,0 0-111 0 0,0 0-163 0 0,0 0-134 0 0,-24-2-95 0 0,-77-9-47 0 0,-30 2 174 0 0,100 9-964 0 0,-33 0-1232 0 0,23 5-7535 0 0,34-3 28 0 0</inkml:trace>
  <inkml:trace contextRef="#ctx0" brushRef="#br0" timeOffset="2653.2">1343 342 0 0 0,'0'0'2479'0'0,"0"0"-122"0"0,0 0-258 0 0,0 0-184 0 0,0 0-149 0 0,0 0-151 0 0,0 0-132 0 0,0 0-155 0 0,0 0-176 0 0,0 0-125 0 0,0 0-141 0 0,0 0-182 0 0,0 0-162 0 0,-2-4-155 0 0,-7-13-128 0 0,7 13-54 0 0,2 4-43 0 0,9 5 92 0 0,119 109-310 0 0,59 20 203 0 0,-147-110 285 0 0,-15-10-1630 0 0,-16-8-3642 0 0,-30-19 1918 0 0,-3-2-3485 0 0,17 9 631 0 0</inkml:trace>
  <inkml:trace contextRef="#ctx0" brushRef="#br0" timeOffset="3030.42">1645 342 0 0 0,'0'0'1428'0'0,"0"0"1404"0"0,0 0 92 0 0,0 0-318 0 0,0 0-251 0 0,0 0-285 0 0,0 0-318 0 0,0 0-333 0 0,0 0-258 0 0,0 0-208 0 0,0 0-191 0 0,0 0-174 0 0,0 0-129 0 0,-1-7-126 0 0,0-21-80 0 0,1 21-78 0 0,0 7-76 0 0,-8 11-419 0 0,-14 19 422 0 0,-44 63 76 0 0,6-8-117 0 0,26-44-560 0 0,24-30-314 0 0,-4 6-2540 0 0,10-5-5692 0 0,4-8 565 0 0</inkml:trace>
  <inkml:trace contextRef="#ctx0" brushRef="#br0" timeOffset="3892.71">1970 481 0 0 0,'0'0'1750'0'0,"0"0"870"0"0,0 0-3 0 0,0 0-283 0 0,0 0-303 0 0,0 0-316 0 0,0 0-231 0 0,0 0-244 0 0,0 0-217 0 0,0 0-193 0 0,0 0-206 0 0,0 0-120 0 0,0 0-83 0 0,-3-9-34 0 0,-11-28-49 0 0,6 25 375 0 0,8 12-650 0 0,0 0-35 0 0,0 0-20 0 0,0 0-18 0 0,-9-3-74 0 0,-1 1 196 0 0,0-1-1 0 0,-1 1 1 0 0,1 0-1 0 0,-1 1 1 0 0,1 1-1 0 0,-1-1 1 0 0,-4 2-112 0 0,-19 25 258 0 0,28-20-227 0 0,2 1-1 0 0,-1 0 1 0 0,1 0-1 0 0,0 1 1 0 0,1-1-1 0 0,-1 1 1 0 0,2 0-1 0 0,-1 0 1 0 0,1 0 0 0 0,0 0-1 0 0,1 0 1 0 0,0 0-1 0 0,0 1 1 0 0,1-1-1 0 0,0 0 1 0 0,0 1-1 0 0,1-1 1 0 0,0 4-31 0 0,0 9 130 0 0,0-12-112 0 0,1-1-1 0 0,1 0 0 0 0,0 0 0 0 0,0 0 1 0 0,0 0-1 0 0,1 0 0 0 0,0-1 0 0 0,1 1 1 0 0,-1-1-1 0 0,1 0 0 0 0,1 0 0 0 0,0-1 1 0 0,-1 0-1 0 0,2 0 0 0 0,4 4-17 0 0,-5-5-27 0 0,0 0 0 0 0,0-1-1 0 0,0 0 1 0 0,1 0 0 0 0,0 0-1 0 0,0 0 1 0 0,0-1 0 0 0,0 0-1 0 0,0-1 1 0 0,1 0 0 0 0,-1 0 0 0 0,1 0-1 0 0,-1-1 1 0 0,1 0 0 0 0,0-1-1 0 0,0 1 1 0 0,-1-2 0 0 0,1 1-1 0 0,0-1 28 0 0,-4 0-29 0 0,0 0 0 0 0,0-1 0 0 0,-1 1 0 0 0,1-1 0 0 0,-1 0 0 0 0,1 0 0 0 0,-1 0 0 0 0,0 0 0 0 0,0 0 0 0 0,0-1 0 0 0,0 0 0 0 0,0 1 0 0 0,0-1 0 0 0,-1 0 0 0 0,1-1 0 0 0,-1 1 0 0 0,0 0 0 0 0,0-1 0 0 0,0 1 0 0 0,0-1 0 0 0,-1 1 0 0 0,1-1 29 0 0,5-34-499 0 0,-32 33-143 0 0,21 5 585 0 0,-1 0-1 0 0,1 0 0 0 0,-1 1 1 0 0,1-1-1 0 0,0 1 0 0 0,-1 0 0 0 0,1 0 1 0 0,0 0-1 0 0,0 1 0 0 0,0 0 1 0 0,-1-1-1 0 0,2 1 0 0 0,-1 1 1 0 0,0-1-1 0 0,0 1 0 0 0,1-1 1 0 0,-1 1-1 0 0,1 0 0 0 0,-2 2 58 0 0,-9 17-851 0 0,4-5-1249 0 0,3-7-6661 0 0,6-10 1253 0 0</inkml:trace>
  <inkml:trace contextRef="#ctx0" brushRef="#br0" timeOffset="4860.99">2051 13 0 0 0,'0'0'1943'0'0,"0"0"347"0"0,0 0-214 0 0,0 0-345 0 0,0 0-270 0 0,0 0-260 0 0,0 0-218 0 0,0 0-197 0 0,0 0-226 0 0,0 0-151 0 0,0 0-146 0 0,6-3-120 0 0,22-7-71 0 0,7 20 75 0 0,-27-5-121 0 0,14 9 84 0 0,0 2 0 0 0,-1 0 0 0 0,0 1 0 0 0,-2 1 0 0 0,0 1 0 0 0,-1 1 0 0 0,11 16-110 0 0,-18-22-10 0 0,0 0 1 0 0,-1 1 0 0 0,-1 1 0 0 0,0 0-1 0 0,-1 0 1 0 0,-1 1 0 0 0,-1-1 0 0 0,0 1-1 0 0,-1 1 1 0 0,-1-1 0 0 0,-1 1 0 0 0,0 0-1 0 0,-1 2 10 0 0,0 12 3 0 0,0-14-27 0 0,-1 0 1 0 0,-1 0-1 0 0,-1 0 0 0 0,0 0 0 0 0,-4 16 24 0 0,3-26-193 0 0,0-1-1 0 0,-1 0 0 0 0,0 1 1 0 0,0-1-1 0 0,0 0 0 0 0,-1-1 1 0 0,0 1-1 0 0,-1 0 0 0 0,1-1 0 0 0,-1 0 1 0 0,0 0-1 0 0,-1-1 0 0 0,1 0 1 0 0,-1 1-1 0 0,0-2 0 0 0,-3 3 194 0 0,-13 7-4894 0 0,13-8-1737 0 0</inkml:trace>
  <inkml:trace contextRef="#ctx0" brushRef="#br0" timeOffset="5565.1">1945 730 0 0 0,'0'0'468'0'0,"0"0"1324"0"0,0 0 137 0 0,0 0-341 0 0,0 0-341 0 0,0 0-216 0 0,0 0-256 0 0,0 0-182 0 0,0 0-115 0 0,0 0-94 0 0,0 0-117 0 0,0 0-105 0 0,2-8-154 0 0,25 5-1387 0 0,-11-6 2444 0 0,45 7-3519 0 0,-54 9-2689 0 0,-3-5 2332 0 0</inkml:trace>
</inkml:ink>
</file>

<file path=ppt/ink/ink2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45:42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210 24 0 0 0,'0'0'1052'0'0,"0"0"342"0"0,0 0-25 0 0,0 0-94 0 0,0 0-138 0 0,0 0-50 0 0,0 0 27 0 0,0 0 27 0 0,0 0 23 0 0,0 0-32 0 0,0 0-109 0 0,1-4-180 0 0,0-1-530 0 0,0-2-24 0 0,1-1 3969 0 0,-20 8-2677 0 0,14 0-1569 0 0,0 1-1 0 0,0-1 1 0 0,0 1 0 0 0,0-1-1 0 0,0 1 1 0 0,0 0-1 0 0,1 1 1 0 0,-1-1-1 0 0,0 1 1 0 0,1-1-1 0 0,-1 1 1 0 0,1 0 0 0 0,-1 0-1 0 0,1 1 1 0 0,0-1-1 0 0,0 1 1 0 0,0-1-1 0 0,0 2-11 0 0,-9 9 57 0 0,0 0-1 0 0,1 2 1 0 0,0-1-1 0 0,1 1 1 0 0,1 1-1 0 0,0 0 1 0 0,1 0-1 0 0,0 5-56 0 0,-20 70 383 0 0,24-71-213 0 0,1-1 1 0 0,1 0-1 0 0,1 1 0 0 0,0 0 0 0 0,2 11-170 0 0,-1-1 212 0 0,1-15-129 0 0,0-1 0 0 0,0 1 0 0 0,1-1 1 0 0,1 0-1 0 0,0 1 0 0 0,1-1 0 0 0,1-1 0 0 0,0 1 0 0 0,1-1 0 0 0,0 0 1 0 0,1 0-1 0 0,1-1 0 0 0,0 0 0 0 0,0 0 0 0 0,2 1-83 0 0,9 11-495 0 0,-8-13-424 0 0,9 10-4076 0 0,-6-12-5572 0 0,-9-6 4018 0 0</inkml:trace>
  <inkml:trace contextRef="#ctx0" brushRef="#br0" timeOffset="950.69">58 686 0 0 0,'0'0'372'0'0,"0"0"768"0"0,0 0 113 0 0,0 0-117 0 0,0 0-120 0 0,0 0-106 0 0,0 0-56 0 0,0 0-39 0 0,0 0-31 0 0,0 0-91 0 0,0 0-129 0 0,2 2-154 0 0,112 104-1775 0 0,-104-95-3195 0 0,-10-9 538 0 0</inkml:trace>
</inkml:ink>
</file>

<file path=ppt/ink/ink2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45:44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2 304 0 0 0,'0'0'1330'0'0,"0"0"345"0"0,0 0-115 0 0,0 0-210 0 0,0 0-137 0 0,0 0-66 0 0,0 0-31 0 0,0 0 1 0 0,0 0-56 0 0,0 0-35 0 0,0-2-89 0 0,-1-8-113 0 0,0 7-73 0 0,1 3-112 0 0,0 0-66 0 0,0 0-35 0 0,0 0-54 0 0,0 0-44 0 0,0 0-49 0 0,0 0-91 0 0,7 8 267 0 0,20 21-74 0 0,101 64 583 0 0,20-12-644 0 0,-125-72-886 0 0,-23-9 216 0 0,0 0-28 0 0,0 0-78 0 0,0 0-47 0 0,0 0-101 0 0,-6-18-14577 0 0,5 16 11283 0 0</inkml:trace>
  <inkml:trace contextRef="#ctx0" brushRef="#br0" timeOffset="437.34">310 321 0 0 0,'0'0'1648'0'0,"0"0"749"0"0,0 0 94 0 0,0 0-126 0 0,0 0-206 0 0,0 0-222 0 0,0 0-204 0 0,0 0-268 0 0,0 0-250 0 0,0 0-245 0 0,0 0-247 0 0,0 0-234 0 0,0 0-119 0 0,-1-7-144 0 0,-2-15-570 0 0,3 35 348 0 0,-7 36-152 0 0,-4-35 183 0 0,-1 0 0 0 0,0 0-1 0 0,-1-2 1 0 0,0 1 0 0 0,-12 7-35 0 0,-10 9 94 0 0,29-23-94 0 0,-40 47 24 0 0,30-15-1024 0 0,13-26-175 0 0,-2 12-3593 0 0,4-9-4800 0 0,1-11 6087 0 0</inkml:trace>
  <inkml:trace contextRef="#ctx0" brushRef="#br0" timeOffset="1327.72">500 573 0 0 0,'0'0'1624'0'0,"0"0"882"0"0,0 0-105 0 0,0 0-235 0 0,0 0-203 0 0,0 0-210 0 0,0 0-167 0 0,0 0-231 0 0,0 0-203 0 0,0 0-164 0 0,0 0-166 0 0,-3-8-151 0 0,-7-22-143 0 0,10 29-504 0 0,0 1 0 0 0,0 0 0 0 0,0-1 0 0 0,-1 1 0 0 0,1 0 0 0 0,0-1 0 0 0,0 1 0 0 0,0-1 0 0 0,0 1 0 0 0,0 0 0 0 0,0-1 1 0 0,0 1-1 0 0,0-1 0 0 0,0 1 0 0 0,0-1 0 0 0,0 1 0 0 0,0 0 0 0 0,0-1 0 0 0,0 1 0 0 0,0-1 0 0 0,0 1 0 0 0,0-1 0 0 0,1 1 0 0 0,-1 0 0 0 0,0-1 0 0 0,0 1 0 0 0,0 0 0 0 0,1-1 0 0 0,-1 1 1 0 0,0 0-1 0 0,0-1 0 0 0,1 1 0 0 0,-1 0 0 0 0,0-1 0 0 0,1 1 0 0 0,-1 0 0 0 0,0 0 0 0 0,1-1 0 0 0,-1 1 0 0 0,1 0 0 0 0,-1 0 0 0 0,0 0 0 0 0,1 0 0 0 0,-1 0 0 0 0,1-1 0 0 0,-1 1 0 0 0,0 0 1 0 0,1 0-1 0 0,-1 0 0 0 0,1 0 0 0 0,-1 0 0 0 0,1 0 0 0 0,-1 0 0 0 0,0 1 0 0 0,1-1-24 0 0,2 0 98 0 0,5-2-160 0 0,0 2-1 0 0,0-1 1 0 0,1 1-1 0 0,-1 0 1 0 0,0 1-1 0 0,1 0 1 0 0,-1 1-1 0 0,0-1 1 0 0,0 1-1 0 0,1 1 63 0 0,-3-1-15 0 0,-5-2-10 0 0,1 0 0 0 0,0 1 0 0 0,0-1 1 0 0,0 0-1 0 0,0 1 0 0 0,0 0 0 0 0,-1-1 1 0 0,1 1-1 0 0,0 0 0 0 0,0 0 0 0 0,-1 0 1 0 0,1 0-1 0 0,-1 0 0 0 0,1 0 1 0 0,-1 1-1 0 0,1-1 0 0 0,-1 1 0 0 0,0-1 1 0 0,0 0-1 0 0,1 1 0 0 0,-1 0 0 0 0,0-1 1 0 0,-1 1-1 0 0,1 0 0 0 0,0 0 0 0 0,0-1 1 0 0,-1 1-1 0 0,1 0 0 0 0,-1 0 1 0 0,1 0 24 0 0,-8 40-265 0 0,-24 14 144 0 0,16-30 105 0 0,-2 15-3 0 0,14-29 91 0 0,3-12-54 0 0,0 0 11 0 0,0 0 14 0 0,0 0 49 0 0,25 5 1013 0 0,91-5-476 0 0,-69-7-2027 0 0,-46 6 129 0 0,-2-5-10837 0 0,-1 6 5758 0 0</inkml:trace>
  <inkml:trace contextRef="#ctx0" brushRef="#br0" timeOffset="2462.85">1164 423 0 0 0,'0'0'1092'0'0,"0"0"199"0"0,0 0-97 0 0,0 0-18 0 0,0 0-45 0 0,0 0-103 0 0,0 0-80 0 0,0 0-119 0 0,0 0-121 0 0,0 0-22 0 0,0 0-41 0 0,0-2-72 0 0,1-21 3813 0 0,-1 22-4211 0 0,0 1 14 0 0,0 0 11 0 0,0 0 27 0 0,-8 0 423 0 0,-20 5-450 0 0,1-1 1 0 0,-1-2-1 0 0,0-1 1 0 0,1-1-1 0 0,-3-2-200 0 0,-23 2-338 0 0,5 0-1589 0 0,18 0-5614 0 0,23 0-783 0 0</inkml:trace>
  <inkml:trace contextRef="#ctx0" brushRef="#br0" timeOffset="3380.11">1341 264 0 0 0,'0'0'1582'0'0,"0"0"47"0"0,0 0-160 0 0,0 0-189 0 0,0 0-128 0 0,0 0-132 0 0,0 0-90 0 0,0 0-77 0 0,0 0-90 0 0,0 0-107 0 0,0 0-78 0 0,-3-4-65 0 0,-6-10-58 0 0,6 10-53 0 0,3 4-25 0 0,0 0-42 0 0,0 0-39 0 0,0 0 6 0 0,0 0-33 0 0,0 0 0 0 0,0 0 27 0 0,0 0 1 0 0,0 0 1 0 0,0 0 3 0 0,0 0-255 0 0,0-1-1 0 0,0 1 1 0 0,0 0-1 0 0,0 0 1 0 0,0-1-1 0 0,0 1 1 0 0,0 0-1 0 0,-1 0 1 0 0,1-1-1 0 0,0 1 0 0 0,0 0 1 0 0,0 0-1 0 0,0-1 1 0 0,0 1-1 0 0,1 0 1 0 0,-1 0-1 0 0,0-1 1 0 0,0 1-1 0 0,0 0 1 0 0,0-1-1 0 0,0 1 1 0 0,0 0-1 0 0,0 0 1 0 0,0 0-1 0 0,1-1 1 0 0,-1 1-1 0 0,0 0 1 0 0,0 0-1 0 0,0-1 1 0 0,0 1-1 0 0,1 0 1 0 0,-1 0-1 0 0,0 0 1 0 0,0 0-1 0 0,1 0 1 0 0,-1-1-1 0 0,0 1 1 0 0,0 0-1 0 0,1 0 1 0 0,-1 0-1 0 0,0 0 1 0 0,0 0-1 0 0,1 0 0 0 0,-1 0 1 0 0,0 0-1 0 0,0 0 1 0 0,1 0-1 0 0,-1 0 1 0 0,0 0-1 0 0,0 0 1 0 0,1 0-1 0 0,-1 0 1 0 0,0 0-1 0 0,0 0 1 0 0,1 0-1 0 0,-1 0 1 0 0,0 0-1 0 0,0 0 1 0 0,1 1-1 0 0,-1-1 1 0 0,0 0-1 0 0,0 0 1 0 0,1 0-1 0 0,-1 0 1 0 0,0 1-1 0 0,0-1 1 0 0,0 0-46 0 0,6 4-207 0 0,235 183 356 0 0,-32-48-164 0 0,-181-122-81 0 0,-28-17 54 0 0,0 0-29 0 0,0 0-32 0 0,0 0-65 0 0,0 0-94 0 0,-13-9-1724 0 0,-31-19-2380 0 0,21 16-1728 0 0,13 8-15 0 0</inkml:trace>
  <inkml:trace contextRef="#ctx0" brushRef="#br0" timeOffset="3850.03">1710 321 0 0 0,'0'0'1886'0'0,"0"0"518"0"0,0 0-82 0 0,0 0-231 0 0,0 0-194 0 0,0 0-128 0 0,0 0-135 0 0,0 0-240 0 0,0 0-205 0 0,0 0-201 0 0,0 0-195 0 0,0 0-121 0 0,0-7-157 0 0,0-23 194 0 0,-14 39-930 0 0,-70 99 573 0 0,36-44-151 0 0,-5-5 22 0 0,18-12-2400 0 0,29-37-814 0 0,3-2-3164 0 0,3-4-3340 0 0</inkml:trace>
  <inkml:trace contextRef="#ctx0" brushRef="#br0" timeOffset="4712.58">2074 443 0 0 0,'0'0'2192'0'0,"0"0"-30"0"0,0 0-148 0 0,0 0-162 0 0,0 0-170 0 0,0 0-178 0 0,0 0-186 0 0,0 0-119 0 0,0 0-132 0 0,0 0-131 0 0,0 0-132 0 0,0 0-137 0 0,0 0-109 0 0,-3-8-136 0 0,-11-27-118 0 0,11 27-114 0 0,-8 9-1069 0 0,-31 27 955 0 0,21-16 82 0 0,-24 24 92 0 0,16 10 229 0 0,20 38 633 0 0,10-78-1032 0 0,1 1 0 0 0,0 0 0 0 0,0-1 0 0 0,0 1-1 0 0,1-1 1 0 0,0 0 0 0 0,0 0 0 0 0,1 0 0 0 0,0 0 0 0 0,0-1 0 0 0,0 1 0 0 0,5 3-80 0 0,46 37 108 0 0,-49-41-130 0 0,0-1 1 0 0,0 0 0 0 0,0 0-1 0 0,1-1 1 0 0,-1 0-1 0 0,1 0 1 0 0,0-1-1 0 0,0 0 1 0 0,0 0 0 0 0,0 0-1 0 0,0-1 1 0 0,0 0-1 0 0,0 0 1 0 0,1-1-1 0 0,6 0 22 0 0,-11-1-18 0 0,0 0-1 0 0,-1-1 0 0 0,1 1 0 0 0,-1 0 0 0 0,1-1 0 0 0,-1 0 1 0 0,1 1-1 0 0,-1-1 0 0 0,0 0 0 0 0,0 0 0 0 0,0 0 0 0 0,0-1 1 0 0,0 1-1 0 0,0 0 0 0 0,-1-1 0 0 0,1 1 0 0 0,-1-1 0 0 0,0 0 1 0 0,0 1-1 0 0,0-1 0 0 0,0 0 0 0 0,0 0 0 0 0,0 1 0 0 0,0-3 19 0 0,-1-39-550 0 0,-1 43 475 0 0,0 0 0 0 0,-1 0 0 0 0,1 1 1 0 0,0-1-1 0 0,-1 0 0 0 0,1 1 0 0 0,-1-1 1 0 0,1 0-1 0 0,-1 1 0 0 0,1 0 1 0 0,-1-1-1 0 0,1 1 0 0 0,-1 0 0 0 0,1 0 1 0 0,-1 0-1 0 0,1 0 0 0 0,-1 0 0 0 0,1 0 1 0 0,-1 0-1 0 0,0 1 0 0 0,1-1 1 0 0,-1 0-1 0 0,1 1 0 0 0,-1-1 0 0 0,1 1 1 0 0,0 0-1 0 0,-1-1 0 0 0,1 1 0 0 0,-1 0 75 0 0,-55 34-1905 0 0,36-31-2274 0 0,9-4-2055 0 0,8 0 910 0 0</inkml:trace>
  <inkml:trace contextRef="#ctx0" brushRef="#br0" timeOffset="5885.3">2195 1 0 0 0,'0'0'2292'0'0,"0"0"445"0"0,0 0-276 0 0,0 0-440 0 0,0 0-375 0 0,0 0-252 0 0,0 0-217 0 0,0 0-206 0 0,0 0-191 0 0,0 0-165 0 0,0 0-131 0 0,0 0-96 0 0,0 0-68 0 0,2 3-144 0 0,38 31-340 0 0,-7-9 200 0 0,-1 1 0 0 0,-1 2 0 0 0,-1 2 0 0 0,-1 0 0 0 0,-2 2-1 0 0,-1 1 1 0 0,-2 1 0 0 0,3 7-36 0 0,-21-30 25 0 0,-1 0 0 0 0,0 0-1 0 0,0 0 1 0 0,-1 1 0 0 0,0-1-1 0 0,-1 1 1 0 0,-1 0 0 0 0,0 0 0 0 0,0 0-1 0 0,-1 0 1 0 0,-1 4-25 0 0,0-9 21 0 0,1 5 31 0 0,-1 1-1 0 0,-1-1 1 0 0,0 1 0 0 0,-1-1-1 0 0,0 1 1 0 0,-1-1 0 0 0,-1 3-52 0 0,0-2 39 0 0,-1-1-1 0 0,0-1 1 0 0,0 1 0 0 0,-1-1-1 0 0,-1 1 1 0 0,0-2 0 0 0,0 1-1 0 0,-1-1 1 0 0,-7 7-39 0 0,12-15-53 0 0,-1 0-1 0 0,1 1 1 0 0,-1-1 0 0 0,0 0 0 0 0,0-1-1 0 0,0 1 1 0 0,0-1 0 0 0,0 1-1 0 0,0-1 1 0 0,0-1 0 0 0,-1 1-1 0 0,1 0 1 0 0,0-1 0 0 0,-3 0 53 0 0,-22 0-5442 0 0,18 0 1370 0 0,2 0-4256 0 0</inkml:trace>
</inkml:ink>
</file>

<file path=ppt/ink/ink2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46:00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1 0 0 0,'0'0'1187'0'0,"0"0"340"0"0,0 0 116 0 0,0 0-8 0 0,0 0-13 0 0,0 0-27 0 0,0 0-64 0 0,0 0-120 0 0,0 0-123 0 0,0 7 10318 0 0,15 68-12022 0 0,-3-26 462 0 0,38 110 56 0 0,-36-108-76 0 0,3-21-3889 0 0,-15-23 2066 0 0,1 5-2870 0 0,1-4-1402 0 0,-2-4-2338 0 0</inkml:trace>
  <inkml:trace contextRef="#ctx0" brushRef="#br0" timeOffset="595.65">349 257 0 0 0,'0'0'1358'0'0,"0"0"389"0"0,0 0 25 0 0,0 0-76 0 0,0 0-71 0 0,0 0-88 0 0,0 0-134 0 0,0 0-109 0 0,0 0-107 0 0,0 0-110 0 0,0 0-148 0 0,0 0-152 0 0,4 0-119 0 0,6 0 636 0 0,-19 0 1362 0 0,-103-6-1743 0 0,-16 15-318 0 0,97-4-868 0 0,-19 3-2732 0 0,20-1-9218 0 0,27-5 5206 0 0</inkml:trace>
</inkml:ink>
</file>

<file path=ppt/ink/ink2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46:35.8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74 0 0 0,'0'0'687'0'0,"0"0"452"0"0,0 0 22 0 0,0 0-50 0 0,0 0-32 0 0,0 0-13 0 0,0 0-54 0 0,0 0-121 0 0,-3-3-66 0 0,-8-11-33 0 0,19 0 3575 0 0,-2 9-2586 0 0,7-17 1955 0 0,-13 21-3667 0 0,-1 1 1 0 0,1 0-1 0 0,0-1 0 0 0,0 1 0 0 0,0 0 1 0 0,0-1-1 0 0,-1 1 0 0 0,1 0 1 0 0,0-1-1 0 0,0 1 0 0 0,0-1 1 0 0,0 1-1 0 0,0 0 0 0 0,0-1 1 0 0,0 1-1 0 0,0-1 0 0 0,0 1 1 0 0,0 0-1 0 0,0-1 0 0 0,0 1 1 0 0,0-1-1 0 0,0 1 0 0 0,1 0 1 0 0,-1-1-1 0 0,0 1 0 0 0,0-1 1 0 0,0 1-1 0 0,1 0 0 0 0,-1-1 0 0 0,0 1 1 0 0,0 0-1 0 0,1 0 0 0 0,-1-1 1 0 0,0 1-1 0 0,1 0 0 0 0,-1 0 1 0 0,0-1-1 0 0,1 1 0 0 0,-1 0 1 0 0,0 0-1 0 0,1 0 0 0 0,-1-1 1 0 0,0 1-1 0 0,1 0 0 0 0,-1 0 1 0 0,1 0-1 0 0,-1 0 0 0 0,0 0 1 0 0,1 0-70 0 0,2 13 238 0 0,9 22 233 0 0,21 60 33 0 0,-4 1-300 0 0,-12-44 11 0 0,-3-17-120 0 0,-13-37-3566 0 0,0-13-14839 0 0,-1 13 15320 0 0</inkml:trace>
  <inkml:trace contextRef="#ctx0" brushRef="#br0" timeOffset="520.44">463 215 0 0 0,'0'0'735'0'0,"0"0"1537"0"0,0 0 99 0 0,0 0-389 0 0,0 0-317 0 0,0 0-276 0 0,0 0-186 0 0,0 0-148 0 0,0 0-113 0 0,0 0-80 0 0,0 0-43 0 0,0 0-27 0 0,-5-2-31 0 0,-70-24 2746 0 0,23 19-1477 0 0,-55 0-119 0 0,-65 5-2386 0 0,138-1-4297 0 0,22 1-1073 0 0,7 2-4654 0 0</inkml:trace>
</inkml:ink>
</file>

<file path=ppt/ink/ink2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46:38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13 500 0 0 0,'0'0'995'0'0,"0"0"692"0"0,0 0-69 0 0,0 0-211 0 0,0 0-94 0 0,0 0-137 0 0,0 0-79 0 0,0 0-6 0 0,0 0-5 0 0,0 0 15 0 0,0 0-8 0 0,-2-10-54 0 0,-6-30-72 0 0,5 30-87 0 0,3 10-116 0 0,0 0-113 0 0,0 0-123 0 0,0 0-93 0 0,0 0-70 0 0,0 0-42 0 0,0 0-33 0 0,0 0-50 0 0,0 0-32 0 0,0 0-50 0 0,13 42 569 0 0,29 86 224 0 0,22 33-275 0 0,-15-64-418 0 0,-38-74-224 0 0,0 0 1 0 0,2 0 0 0 0,1-2-1 0 0,0 1 1 0 0,7 5-35 0 0,-7-13 413 0 0,-11-40 116 0 0,1-125-1124 0 0,-21-61 325 0 0,17 212 266 0 0,1 0-1 0 0,-1 1 1 0 0,0-1 0 0 0,0 0-1 0 0,0 0 1 0 0,0 0-1 0 0,0 1 1 0 0,0-1 0 0 0,0 0-1 0 0,1 0 1 0 0,-1 0-1 0 0,0 0 1 0 0,0 1 0 0 0,0-1-1 0 0,0 0 1 0 0,1 0-1 0 0,-1 0 1 0 0,0 0-1 0 0,0 0 1 0 0,0 0 0 0 0,1 0-1 0 0,-1 1 1 0 0,0-1-1 0 0,0 0 1 0 0,0 0 0 0 0,1 0-1 0 0,-1 0 1 0 0,0 0-1 0 0,0 0 1 0 0,1 0-1 0 0,-1 0 1 0 0,0 0 0 0 0,0 0-1 0 0,0 0 1 0 0,1 0-1 0 0,-1 0 1 0 0,0-1 0 0 0,0 1-1 0 0,1 0 1 0 0,-1 0-1 0 0,0 0 1 0 0,0 0-1 0 0,0 0 1 0 0,0 0 0 0 0,1 0-1 0 0,-1-1 1 0 0,0 1-1 0 0,0 0 1 0 0,0 0 0 0 0,0 0-1 0 0,1 0 1 0 0,-1-1-1 0 0,0 1 1 0 0,0 0-1 0 0,0 0 1 0 0,0 0 0 0 0,0-1-1 0 0,0 1 1 0 0,0 0-1 0 0,0 0 1 0 0,0 0 0 0 0,1-1-1 0 0,-1 1 1 0 0,0 0 4 0 0,14 19-220 0 0,-13-18 221 0 0,94 111-29 0 0,-87-102 39 0 0,1-1 1 0 0,0 0-1 0 0,0 0 0 0 0,1-1 1 0 0,0 0-1 0 0,0-1 0 0 0,1 0 1 0 0,3 1-12 0 0,16 0 590 0 0,-27-19-276 0 0,-3-2-338 0 0,-10-94-831 0 0,-22-3-346 0 0,-21-91-4870 0 0,49 159 1964 0 0,4 41 2420 0 0,-1 4-4534 0 0,0 5 4025 0 0,1-4 718 0 0</inkml:trace>
  <inkml:trace contextRef="#ctx0" brushRef="#br0" timeOffset="777">836 817 0 0 0,'0'0'1211'0'0,"0"0"1321"0"0,0 0 161 0 0,0 0-272 0 0,0 0-329 0 0,0 0-314 0 0,0 0-265 0 0,0 0-199 0 0,0 0-126 0 0,0 0-126 0 0,0 0-150 0 0,0 0-175 0 0,-9-17-142 0 0,-27-48-113 0 0,17 40 567 0 0,17 25-1029 0 0,0 0-1 0 0,0 0 1 0 0,0 0-1 0 0,-1 0 1 0 0,1 1-1 0 0,0-1 1 0 0,0 0-1 0 0,0 1 1 0 0,0 0-1 0 0,0-1 0 0 0,0 1 1 0 0,0 0-1 0 0,0 0 1 0 0,0 0-1 0 0,0 0 1 0 0,1 0-1 0 0,-1 1 1 0 0,0-1-1 0 0,1 0 1 0 0,-1 1-20 0 0,-3 2 65 0 0,1 0 1 0 0,-1 0-1 0 0,1 1 1 0 0,0-1-1 0 0,1 1 1 0 0,-1 0-1 0 0,1 0 1 0 0,0 0-1 0 0,0 0 1 0 0,1 0-1 0 0,-1 1 0 0 0,1-1 1 0 0,0 1-1 0 0,1 0 1 0 0,0 0-1 0 0,-1-1 1 0 0,2 1-1 0 0,-1 0 1 0 0,1 0-1 0 0,0 5-65 0 0,1-7 37 0 0,1 1 0 0 0,0 0 0 0 0,0-1-1 0 0,0 1 1 0 0,1-1 0 0 0,0 0 0 0 0,0 0 0 0 0,0 0-1 0 0,0 0 1 0 0,0 0 0 0 0,1-1 0 0 0,-1 1 0 0 0,1-1-1 0 0,0 0 1 0 0,0 0 0 0 0,1 0 0 0 0,1 0-37 0 0,1 1 1 0 0,0 0-1 0 0,0 0 1 0 0,1 0 0 0 0,-1-1 0 0 0,1 0 0 0 0,0-1 0 0 0,0 0 0 0 0,0 0-1 0 0,0-1 1 0 0,0 0 0 0 0,0 0 0 0 0,0-1 0 0 0,0 0 0 0 0,3 0-1 0 0,-8-2-8 0 0,0 0 0 0 0,0 0-1 0 0,0 0 1 0 0,0 0 0 0 0,0-1 0 0 0,-1 1 0 0 0,1-1 0 0 0,-1 0 0 0 0,1 0 0 0 0,-1 0 0 0 0,0 0 0 0 0,0 0 0 0 0,-1 0-1 0 0,1 0 1 0 0,-1-1 0 0 0,1 1 0 0 0,-1 0 0 0 0,0-1 0 0 0,0 0 0 0 0,-1 1 0 0 0,1-1 0 0 0,-1 1 0 0 0,1-1-1 0 0,-1 0 1 0 0,0 1 0 0 0,-1-1 0 0 0,1 0 0 0 0,-1 0 8 0 0,1-3-55 0 0,0-1 1 0 0,-1 0-1 0 0,0 0 1 0 0,0 0-1 0 0,0 0 1 0 0,-1 1-1 0 0,-1-1 0 0 0,1 1 1 0 0,-1-1-1 0 0,-1 1 1 0 0,1 0-1 0 0,-1 0 0 0 0,0 1 1 0 0,-1-1-1 0 0,-4-5 55 0 0,6 8-225 0 0,-1 1-1 0 0,1-1 1 0 0,-1 1-1 0 0,1 0 1 0 0,-1 0 0 0 0,0 0-1 0 0,0 1 1 0 0,0-1-1 0 0,-1 1 1 0 0,1 0-1 0 0,-1 0 1 0 0,-4-1 225 0 0,-36-1-7849 0 0,22 18-1958 0 0,18-10 7298 0 0</inkml:trace>
  <inkml:trace contextRef="#ctx0" brushRef="#br0" timeOffset="1309.16">869 924 0 0 0,'0'0'2737'0'0,"0"0"-26"0"0,0 0-269 0 0,0 0-301 0 0,0 0-289 0 0,0 0-256 0 0,0 0-256 0 0,0 0-237 0 0,0 0-209 0 0,0 0-205 0 0,0 0-163 0 0,0 0-129 0 0,0 0-101 0 0,-4-3-99 0 0,-12-9-95 0 0,16 12-95 0 0,0 0 0 0 0,-1 0 0 0 0,1 0 0 0 0,0 0 0 0 0,0 0 0 0 0,-1-1 0 0 0,1 1 0 0 0,0 0 0 0 0,-1 0 0 0 0,1 0 0 0 0,0 0 0 0 0,0 0 0 0 0,-1 0 0 0 0,1 0 1 0 0,0 0-1 0 0,-1 1 0 0 0,1-1 0 0 0,0 0 0 0 0,0 0 0 0 0,-1 0 0 0 0,1 0 0 0 0,0 0 0 0 0,0 0 0 0 0,-1 0 0 0 0,1 1 0 0 0,0-1 0 0 0,0 0 0 0 0,-1 0 0 0 0,1 0 0 0 0,0 1 0 0 0,0-1 0 0 0,0 0 1 0 0,-1 0-1 0 0,1 1 0 0 0,0-1 0 0 0,0 0 0 0 0,0 0 0 0 0,0 1 0 0 0,0-1 0 0 0,0 0 0 0 0,-1 0 0 0 0,1 1 0 0 0,0-1 0 0 0,0 0 0 0 0,0 1 0 0 0,0-1 0 0 0,0 0 0 0 0,0 0 0 0 0,0 1 0 0 0,0-1 1 0 0,0 0-1 0 0,0 1 0 0 0,0-1 0 0 0,1 0 0 0 0,-1 0 0 0 0,0 1 0 0 0,0-1 0 0 0,0 0-7 0 0,0 1 72 0 0,-6 147 2741 0 0,34-143-865 0 0,-21-4-1921 0 0,0 0 0 0 0,0-1-1 0 0,-1 0 1 0 0,1 0 0 0 0,0-1-1 0 0,0 0 1 0 0,0 0 0 0 0,0-1-1 0 0,0 0 1 0 0,-1 0 0 0 0,1 0-1 0 0,-1-1 1 0 0,1 0 0 0 0,-1 0-1 0 0,0-1 1 0 0,0 1 0 0 0,-1-1-1 0 0,3-3-26 0 0,33-33-473 0 0,-41 38 343 0 0,0 0 0 0 0,0 0 0 0 0,0 0-1 0 0,0-1 1 0 0,-1 1 0 0 0,1 0 0 0 0,-1 0 0 0 0,1 0 0 0 0,-1 1 0 0 0,0-1 0 0 0,0 0 0 0 0,0 0 0 0 0,0 0-1 0 0,0 0 1 0 0,0 1 0 0 0,0-1 0 0 0,-1 0 0 0 0,1 1 0 0 0,0 0 0 0 0,-1-1 0 0 0,0 1 0 0 0,1 0 0 0 0,-1-1-1 0 0,0 1 1 0 0,1 0 0 0 0,-1 0 0 0 0,0 0 0 0 0,0 1 0 0 0,0-1 0 0 0,0 0 0 0 0,0 1 0 0 0,0-1 0 0 0,0 1-1 0 0,0 0 1 0 0,-2 0 130 0 0,1-1-126 0 0,-66-18-4170 0 0,23 12-3017 0 0,32 5-670 0 0</inkml:trace>
  <inkml:trace contextRef="#ctx0" brushRef="#br0" timeOffset="3053.96">661 118 0 0 0,'0'0'1506'0'0,"0"0"996"0"0,0 0 67 0 0,0 0-312 0 0,0 0-313 0 0,0 0-225 0 0,0 0-236 0 0,0 0-230 0 0,0 0-211 0 0,0 0-200 0 0,0 0-219 0 0,0 0-202 0 0,-1-3-195 0 0,-3-7-226 0 0,6 20-271 0 0,52 88 1129 0 0,-41-78-785 0 0,19 31-25 0 0,-32-51-56 0 0,0 0 21 0 0,0 0 46 0 0,0 0 73 0 0,0-11 1523 0 0,-32-56-1024 0 0,-51-113-498 0 0,69 155 64 0 0,14 25-163 0 0,0 0-41 0 0,0 0-50 0 0,0 0-78 0 0,0 1-42 0 0,33 82-183 0 0,-24-58-202 0 0,20 64-83 0 0,-23-59-3059 0 0,-1 1-3781 0 0,-5-21-1324 0 0</inkml:trace>
</inkml:ink>
</file>

<file path=ppt/ink/ink2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47:31.7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55 0 0 0,'0'0'211'0'0,"0"0"512"0"0,0 0 89 0 0,0 0-5 0 0,0 0-14 0 0,0 0-59 0 0,0 0-41 0 0,0-5-97 0 0,0-31 1546 0 0,-4 25-314 0 0,2 8 5325 0 0,2 4-7043 0 0,11 10 425 0 0,39 71 633 0 0,115 220 269 0 0,-104-203-797 0 0,-11-45-123 0 0,-23-39 318 0 0,-27-28-171 0 0,-3-73-1324 0 0,-35-23 313 0 0,26 59 498 0 0,12 50-211 0 0,0 0-103 0 0,13 15-654 0 0,64 60 373 0 0,-43-41 365 0 0,2-1 0 0 0,2-2 1 0 0,0-1-1 0 0,11 4 79 0 0,-48-33 17 0 0,0-1-1 0 0,0 1 1 0 0,-1 0 0 0 0,1 0-1 0 0,0-1 1 0 0,0 1 0 0 0,0 0-1 0 0,0-1 1 0 0,0 1 0 0 0,0-1-1 0 0,0 1 1 0 0,0-1 0 0 0,0 0-1 0 0,0 1 1 0 0,0-1 0 0 0,0 0-1 0 0,0 1 1 0 0,0-1 0 0 0,0 0 0 0 0,0 0-1 0 0,0 0 1 0 0,0 0 0 0 0,0 0-1 0 0,1-1 1 0 0,-1 1 0 0 0,0 0-1 0 0,0 0 1 0 0,0-1 0 0 0,0 1-1 0 0,0 0 1 0 0,0-1 0 0 0,0 1-1 0 0,0-1 1 0 0,0 0 0 0 0,0 1-1 0 0,-1-1 1 0 0,1 0 0 0 0,0 1-1 0 0,0-1 1 0 0,0 0 0 0 0,-1 0-1 0 0,1 0 1 0 0,0 1 0 0 0,-1-1 0 0 0,1 0-1 0 0,-1 0 1 0 0,1 0 0 0 0,-1 0-1 0 0,0 0 1 0 0,1 0 0 0 0,-1 0-1 0 0,0-1 1 0 0,0 1 0 0 0,1 0-1 0 0,-1 0 1 0 0,0 0 0 0 0,0-1-17 0 0,1-19-28 0 0,0 0 1 0 0,-1 0-1 0 0,-2 0 1 0 0,0 0-1 0 0,-1 0 1 0 0,-1 0-1 0 0,-1 1 1 0 0,0-1 27 0 0,-2 1-50 0 0,-10-33-337 0 0,3 0 0 0 0,-8-52 387 0 0,19 15-2654 0 0,9 81-5295 0 0,4 23 333 0 0,-8-7 6185 0 0</inkml:trace>
</inkml:ink>
</file>

<file path=ppt/ink/ink2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47:32.5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173 102 632 0 0,'0'0'2237'0'0,"0"0"-633"0"0,0 0-148 0 0,0 0 173 0 0,0 0 114 0 0,0 0-36 0 0,0 0-188 0 0,0 0-260 0 0,0 0-274 0 0,0 0-193 0 0,0 0-122 0 0,0 0-138 0 0,-16-14-99 0 0,-49-42-77 0 0,38 38 417 0 0,23 18-397 0 0,-21 35-4 0 0,-6 0-263 0 0,27 22 749 0 0,37-23 233 0 0,-27-29-1021 0 0,1-1 1 0 0,-1 0 0 0 0,1-1 0 0 0,0 0 0 0 0,0 0 0 0 0,1 0 0 0 0,-1-1 0 0 0,0 0 0 0 0,1 0 0 0 0,0-1 0 0 0,-1 0 0 0 0,1 0 0 0 0,0-1 0 0 0,0 0-1 0 0,-1 0 1 0 0,3-1-71 0 0,-8 1 23 0 0,0 0-1 0 0,0 0 0 0 0,0-1 0 0 0,0 1 0 0 0,0-1 0 0 0,0 0 0 0 0,0 0 0 0 0,0 1 0 0 0,0-1 1 0 0,0-1-1 0 0,0 1 0 0 0,0 0 0 0 0,0 0 0 0 0,-1-1 0 0 0,1 1 0 0 0,0-1 0 0 0,-1 1 0 0 0,0-1 1 0 0,1 1-1 0 0,-1-1 0 0 0,0 0 0 0 0,0 0 0 0 0,0 0 0 0 0,0 0 0 0 0,0 0 0 0 0,0 0 0 0 0,0 0 1 0 0,-1 0-1 0 0,1-2-22 0 0,8-64-123 0 0,-9 64 50 0 0,0 0-1 0 0,0 0 1 0 0,0 1-1 0 0,0-1 1 0 0,-1 0 0 0 0,0 0-1 0 0,1 1 1 0 0,-1-1-1 0 0,-1 0 1 0 0,1 1-1 0 0,0-1 1 0 0,-1 1 0 0 0,0 0-1 0 0,0-1 1 0 0,0 1-1 0 0,0 0 1 0 0,0 0-1 0 0,-1 0 1 0 0,1 1-1 0 0,-1-1 1 0 0,0 0 0 0 0,0 1-1 0 0,0 0 1 0 0,0 0-1 0 0,0 0 1 0 0,0 0-1 0 0,0 0 1 0 0,-1 1 0 0 0,1-1-1 0 0,-3 0 74 0 0,0 0-502 0 0,0 1 1 0 0,-1 0-1 0 0,1 0 1 0 0,0 0-1 0 0,0 1 0 0 0,-1 0 1 0 0,1 0-1 0 0,0 0 1 0 0,-1 1-1 0 0,-4 1 502 0 0,-34 14-9724 0 0,38-12 3881 0 0</inkml:trace>
  <inkml:trace contextRef="#ctx0" brushRef="#br0" timeOffset="525.16">165 245 0 0 0,'0'0'1503'0'0,"0"0"-309"0"0,0 0-113 0 0,0 0 110 0 0,0 0 125 0 0,0 0 29 0 0,0 0-62 0 0,0 0-117 0 0,0 0-191 0 0,0 0-202 0 0,0 0-145 0 0,0 0-84 0 0,0 0-61 0 0,-12-3-23 0 0,-35-10-31 0 0,46 12-409 0 0,1 1 1 0 0,-1 0-1 0 0,1 0 1 0 0,0-1-1 0 0,-1 1 0 0 0,1 0 1 0 0,-1 0-1 0 0,1-1 1 0 0,-1 1-1 0 0,1 0 0 0 0,0 0 1 0 0,-1 0-1 0 0,1 0 1 0 0,-1 0-1 0 0,1 0 1 0 0,-1 0-1 0 0,1 0 0 0 0,-1 0 1 0 0,1 0-1 0 0,-1 0 1 0 0,1 0-1 0 0,-1 0 0 0 0,1 0 1 0 0,-1 0-1 0 0,1 1 1 0 0,0-1-1 0 0,-1 0 0 0 0,1 0 1 0 0,-1 1-1 0 0,1-1 1 0 0,0 0-1 0 0,-1 0 0 0 0,1 1 1 0 0,-1-1-1 0 0,1 0 1 0 0,0 1-1 0 0,0-1 0 0 0,-1 0 1 0 0,1 1-1 0 0,0-1 1 0 0,-1 1-1 0 0,1-1 0 0 0,0 1 1 0 0,0-1-1 0 0,0 1-20 0 0,-1 1 165 0 0,-3 45 2154 0 0,5-41-2176 0 0,-1 0-1 0 0,2 0 1 0 0,-1-1-1 0 0,1 1 1 0 0,-1-1-1 0 0,1 1 1 0 0,1-1 0 0 0,-1 0-1 0 0,1 1 1 0 0,0-1-1 0 0,0-1 1 0 0,1 1-1 0 0,-1 0 1 0 0,1-1-1 0 0,0 0 1 0 0,0 0 0 0 0,1 0-1 0 0,-1 0 1 0 0,1 0-143 0 0,3 0 99 0 0,0 1 1 0 0,-1-1-1 0 0,1-1 1 0 0,1 1 0 0 0,-1-2-1 0 0,0 1 1 0 0,1-1-1 0 0,-1 0 1 0 0,1-1-1 0 0,0 0 1 0 0,0 0 0 0 0,-1-1-1 0 0,1 0 1 0 0,0 0-1 0 0,0-1-99 0 0,-6 0 16 0 0,-1 0 0 0 0,0 0 0 0 0,0-1 0 0 0,0 1 0 0 0,0 0 0 0 0,0-1 0 0 0,0 0 0 0 0,-1 1 0 0 0,1-1 0 0 0,0 0 0 0 0,-1 0 0 0 0,1 0 0 0 0,-1 0 0 0 0,0 0 0 0 0,0 0 0 0 0,0 0 0 0 0,0 0 0 0 0,0 0 0 0 0,0-1 0 0 0,0 1 0 0 0,-1 0 0 0 0,1-1 0 0 0,-1 1 0 0 0,0-1 0 0 0,0 1 0 0 0,0 0 0 0 0,0-1 0 0 0,0 1 0 0 0,0-1-16 0 0,0-1-137 0 0,1-1 0 0 0,-1 1 0 0 0,-1 0-1 0 0,1-1 1 0 0,-1 1 0 0 0,1-1-1 0 0,-1 1 1 0 0,0 0 0 0 0,-1 0-1 0 0,1-1 1 0 0,-1 1 0 0 0,0 0 0 0 0,0 0-1 0 0,0 0 1 0 0,0 1 0 0 0,-1-1-1 0 0,0 1 1 0 0,1-1 0 0 0,-1 1-1 0 0,-1 0 1 0 0,1 0 0 0 0,-4-3 137 0 0,-42-15-4746 0 0,14 15-3396 0 0,26 6 1611 0 0</inkml:trace>
</inkml:ink>
</file>

<file path=ppt/ink/ink2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47:36.5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285 39 0 0 0,'0'0'277'0'0,"0"0"590"0"0,0 0 108 0 0,0 0-44 0 0,0 0-16 0 0,0 0-46 0 0,0 0-34 0 0,0 0-128 0 0,0 0-110 0 0,5-1-76 0 0,21-5 1315 0 0,-26 6-1519 0 0,8-2 1258 0 0,-7 2 2028 0 0,-26 0-3264 0 0,10 1 161 0 0,0-1-1 0 0,0-1 0 0 0,0 0 0 0 0,0-1 1 0 0,0 0-1 0 0,-1-2-499 0 0,0 1 62 0 0,0 0 0 0 0,0 1 0 0 0,0 1 0 0 0,0 0 0 0 0,0 1 0 0 0,-6 2-62 0 0,-16-2-3182 0 0,20-2-689 0 0,2-6-4562 0 0,12 6 5387 0 0</inkml:trace>
</inkml:ink>
</file>

<file path=ppt/ink/ink2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47:37.0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277 34 0 0 0,'0'0'1971'0'0,"0"0"303"0"0,0 0-198 0 0,0 0-299 0 0,0 0-261 0 0,0 0-158 0 0,0 0-173 0 0,0 0-178 0 0,0 0-177 0 0,0 0-153 0 0,0 0-113 0 0,0 0-53 0 0,0-3-24 0 0,1-7-39 0 0,-25 4 1663 0 0,17 6-1902 0 0,-110-14-93 0 0,31 13-2488 0 0,48 2-6855 0 0,33-1 1709 0 0</inkml:trace>
</inkml:ink>
</file>

<file path=ppt/ink/ink2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48:26.0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136 59 0 0 0,'0'0'697'0'0,"0"0"213"0"0,0 0 113 0 0,0 0 60 0 0,0 0 105 0 0,0 0 31 0 0,9-2-48 0 0,28-4-83 0 0,-22-8 4822 0 0,-13 10-4569 0 0,14-13 2545 0 0,25 14-2962 0 0,-49-1-398 0 0,-114-5 694 0 0,89 28-2580 0 0,-8-13-4263 0 0,1-9-4322 0 0,28 0 4687 0 0</inkml:trace>
</inkml:ink>
</file>

<file path=ppt/ink/ink2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48:26.6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350 19 0 0 0,'0'0'1123'0'0,"0"0"337"0"0,0 0 130 0 0,0 0 92 0 0,0 0 34 0 0,0 0-45 0 0,0 0-129 0 0,0 0-171 0 0,0 0-230 0 0,0 0-246 0 0,0 0-213 0 0,5 0 1254 0 0,-48-1 1155 0 0,-58-9-2833 0 0,3 2-1009 0 0,33 8-5293 0 0,29 0-2307 0 0,25 0 3339 0 0</inkml:trace>
</inkml:ink>
</file>

<file path=ppt/ink/ink2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48:51.5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218 21 0 0 0,'0'0'656'0'0,"0"0"663"0"0,0 0 103 0 0,0 0-138 0 0,0 0-122 0 0,0 0-168 0 0,0 0-151 0 0,11-2-87 0 0,49-5 992 0 0,-37 12-651 0 0,-15 1-1082 0 0,-13-5 3147 0 0,1-1-2981 0 0,-60-2 2532 0 0,-4-1-690 0 0,-73 5-2090 0 0,119-10-4956 0 0,10-1-2718 0 0,9 6 1197 0 0</inkml:trace>
</inkml:ink>
</file>

<file path=ppt/ink/ink2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48:52.0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298 6 0 0 0,'0'0'1075'0'0,"0"0"1012"0"0,0 0 270 0 0,0 0-96 0 0,0 0-171 0 0,0 0-208 0 0,0 0-214 0 0,0 0-223 0 0,0 0-212 0 0,0 0-198 0 0,0 0-187 0 0,8 0-180 0 0,24 0-149 0 0,-24 0-96 0 0,-8 0-110 0 0,0 0-79 0 0,-11 0 1086 0 0,-198-4-1148 0 0,120 2-3123 0 0,72 5-81 0 0,2 1-3550 0 0,10-1-2483 0 0</inkml:trace>
</inkml:ink>
</file>

<file path=ppt/ink/ink2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0:23.6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28 481 0 0 0,'0'0'724'0'0,"0"0"66"0"0,0 0-50 0 0,0 0-68 0 0,0 0-64 0 0,0-4-66 0 0,-6-42 1689 0 0,-5 21 653 0 0,11 25-2476 0 0,0 0-24 0 0,0 0-47 0 0,0 0-33 0 0,0 0-51 0 0,0 0-26 0 0,0 0 6 0 0,0 0-26 0 0,0 0 12 0 0,0 0 2 0 0,0 0-4 0 0,0 0 23 0 0,0 0-1 0 0,0 0-15 0 0,0 0-19 0 0,0 0-26 0 0,0 0-21 0 0,0 0-28 0 0,0 0-14 0 0,0 0 2 0 0,-2 5-6136 0 0,2-1-1774 0 0</inkml:trace>
  <inkml:trace contextRef="#ctx0" brushRef="#br0" timeOffset="17182.86">55 450 0 0 0,'0'0'429'0'0,"-4"-8"141"0"0,-15-23-19 0 0,0 9 4700 0 0,14 10-1279 0 0,-3-1 4058 0 0,9 26-6245 0 0,28 43-1330 0 0,60 101 129 0 0,-19-43-334 0 0,11 24-149 0 0,-31-77 0 0 0,-26-45 1082 0 0,-22-32-936 0 0,-1-1-363 0 0,0 1 0 0 0,-1-1 0 0 0,-1 1 0 0 0,-1 0 0 0 0,0-1 0 0 0,-4-8 116 0 0,-18-74-107 0 0,23 96 121 0 0,0 2-24 0 0,1 1-42 0 0,0 0-67 0 0,3 5-341 0 0,18 29 344 0 0,1-1 0 0 0,2-1 0 0 0,1 0 0 0 0,2-3 0 0 0,1 0 0 0 0,8 6 116 0 0,54 30-24 0 0,-87-63 67 0 0,0 0-1 0 0,0-1 0 0 0,0 1 0 0 0,0-1 1 0 0,0 0-1 0 0,0 0 0 0 0,0 0 1 0 0,1 0-1 0 0,-1 0 0 0 0,0-1 0 0 0,1 0 1 0 0,-1 1-1 0 0,0-1 0 0 0,2-1-42 0 0,-3 0 37 0 0,0-1 0 0 0,-1 1-1 0 0,1-1 1 0 0,0 1 0 0 0,-1-1-1 0 0,1 0 1 0 0,-1 0-1 0 0,0 0 1 0 0,0 0 0 0 0,1 0-1 0 0,-1 0 1 0 0,-1 0 0 0 0,1-1-1 0 0,0 1 1 0 0,0 0 0 0 0,-1 0-1 0 0,1-2-36 0 0,0-21-13 0 0,-1 1-1 0 0,-1-1 1 0 0,-1 1-1 0 0,-1-1 1 0 0,-2 1-1 0 0,0 0 1 0 0,-1 1 0 0 0,-2-1-1 0 0,0 1 1 0 0,-1 1-1 0 0,-2-1 1 0 0,0 2-1 0 0,-8-12 14 0 0,-30-72-41 0 0,15 37-491 0 0,31 72-7511 0 0,7 25 4242 0 0,9 21-3132 0 0,-8-39 3884 0 0</inkml:trace>
  <inkml:trace contextRef="#ctx0" brushRef="#br0" timeOffset="19212.6">386 739 0 0 0,'0'0'1531'0'0,"0"0"511"0"0,0 0 48 0 0,0 0-182 0 0,0 0-213 0 0,0 0-291 0 0,0 0-247 0 0,0 0-269 0 0,0 0-235 0 0,0 0-161 0 0,0 0-94 0 0,2-6-60 0 0,7-18-35 0 0,-10 15 1265 0 0,-1 13 1455 0 0,-5 65-3253 0 0,-26 15 70 0 0,31-81 146 0 0,-15 24-1705 0 0,-10-9-4319 0 0,7-11-1981 0 0,18-7 4709 0 0</inkml:trace>
  <inkml:trace contextRef="#ctx0" brushRef="#br0" timeOffset="19683.62">401 773 0 0 0,'0'0'284'0'0,"0"0"875"0"0,0 0 17 0 0,0 0-364 0 0,0 0-438 0 0,0 0-306 0 0,0 0-126 0 0,0 0-30 0 0,0 0 88 0 0,0 0 48 0 0,14 16 2 0 0,48 50-14 0 0,-43-45-149 0 0,54 61-338 0 0,-34-28-2617 0 0,-36-46 2839 0 0</inkml:trace>
  <inkml:trace contextRef="#ctx0" brushRef="#br0" timeOffset="18028.71">1017 794 0 0 0,'0'0'2554'0'0,"0"0"-132"0"0,0 0-236 0 0,0 0-271 0 0,0 0-215 0 0,0 0-141 0 0,0 0-188 0 0,0 0-204 0 0,0 0-238 0 0,0 0-236 0 0,0 0-212 0 0,3-8-152 0 0,10-25-69 0 0,-13 33-243 0 0,0-1-1 0 0,0 0 1 0 0,0 0 0 0 0,1 1-1 0 0,-1-1 1 0 0,0 0-1 0 0,-1 1 1 0 0,1-1-1 0 0,0 0 1 0 0,0 0-1 0 0,0 1 1 0 0,0-1-1 0 0,0 0 1 0 0,-1 1-1 0 0,1-1 1 0 0,0 0-1 0 0,-1 1 1 0 0,1-1-1 0 0,0 1 1 0 0,-1-1-1 0 0,1 0 1 0 0,-1 1 0 0 0,1-1-1 0 0,-1 1 1 0 0,1-1-1 0 0,-1 1 1 0 0,1-1-1 0 0,-1 1 1 0 0,0 0-1 0 0,1-1 1 0 0,-1 1-1 0 0,1 0 1 0 0,-2-1-17 0 0,-1-1 105 0 0,-66-45 1378 0 0,50 43-1188 0 0,-25-3 326 0 0,41 8-599 0 0,1 1 0 0 0,-1-1 0 0 0,0 1 0 0 0,1 0 0 0 0,-1-1 0 0 0,1 1-1 0 0,0 0 1 0 0,0 1 0 0 0,0-1 0 0 0,0 0 0 0 0,0 1 0 0 0,0-1 0 0 0,0 1 0 0 0,1 0-1 0 0,-1-1 1 0 0,1 1 0 0 0,0 0 0 0 0,0 0 0 0 0,0 0 0 0 0,0 1-22 0 0,-6 47 619 0 0,8-44-558 0 0,1-1 0 0 0,0 0 0 0 0,0 0 1 0 0,1-1-1 0 0,0 1 0 0 0,0 0 0 0 0,0-1 0 0 0,0 0 1 0 0,1 0-1 0 0,0 0 0 0 0,0 0 0 0 0,1 0 0 0 0,-1-1 1 0 0,1 0-1 0 0,0 0 0 0 0,0 0 0 0 0,0-1 1 0 0,1 1-1 0 0,-1-1 0 0 0,1 0 0 0 0,2 0-61 0 0,1 1 76 0 0,1 0-1 0 0,-1 0 0 0 0,1-1 1 0 0,0 0-1 0 0,0-1 0 0 0,0 0 1 0 0,0-1-1 0 0,0 0 0 0 0,1 0 1 0 0,4-2-76 0 0,-12 0 30 0 0,0 0-1 0 0,-1 0 1 0 0,1 0 0 0 0,0 0 0 0 0,-1-1 0 0 0,1 0-1 0 0,-1 1 1 0 0,0-1 0 0 0,1 0 0 0 0,-1 0 0 0 0,0 0-1 0 0,0 0 1 0 0,0-1 0 0 0,-1 1 0 0 0,1 0 0 0 0,0-1-1 0 0,-1 1 1 0 0,1-1 0 0 0,-1 0 0 0 0,0 0 0 0 0,0 1-1 0 0,0-1 1 0 0,-1 0 0 0 0,1 0 0 0 0,-1 0 0 0 0,1-1-30 0 0,0-1-73 0 0,1-1-1 0 0,-1 1 1 0 0,0-1 0 0 0,-1 0 0 0 0,0 1 0 0 0,0-1 0 0 0,0 0 0 0 0,0 1 0 0 0,-1-1 0 0 0,0 0 0 0 0,0 1 0 0 0,-1-1 0 0 0,1 1 0 0 0,-1-1 0 0 0,0 1 0 0 0,-1 0 0 0 0,1 0 0 0 0,-1 0 0 0 0,0 0 0 0 0,0 0 0 0 0,-1 1 0 0 0,1 0 0 0 0,-1-1 0 0 0,0 1 0 0 0,0 0 0 0 0,-1 1 0 0 0,1-1 0 0 0,-1 1 0 0 0,0 0 0 0 0,0 0-1 0 0,0 0 1 0 0,0 1 0 0 0,0 0 0 0 0,-5-2 73 0 0,-58 7-4350 0 0,28 16-1762 0 0,8 4-1727 0 0,25-18 4137 0 0</inkml:trace>
  <inkml:trace contextRef="#ctx0" brushRef="#br0" timeOffset="18474.28">1043 901 216 0 0,'0'0'2373'0'0,"0"0"-933"0"0,0 0-265 0 0,0 0 189 0 0,0 0 184 0 0,0 0-63 0 0,0 0-268 0 0,0 0-299 0 0,0 0-171 0 0,0 0-61 0 0,0 0-24 0 0,0 0-63 0 0,0 0-76 0 0,-10-1-70 0 0,-31-3-56 0 0,40 4-341 0 0,0 0 0 0 0,0 0 0 0 0,0 0 0 0 0,0 0 0 0 0,0 0 0 0 0,0 0 0 0 0,0 0 0 0 0,0 0 0 0 0,0 0 0 0 0,0 1 0 0 0,0-1 0 0 0,1 0 0 0 0,-1 1 0 0 0,0-1 0 0 0,0 1 0 0 0,0-1 0 0 0,0 1 0 0 0,1-1 0 0 0,-1 1 0 0 0,0 0 0 0 0,0-1 0 0 0,1 1 0 0 0,-1 0 0 0 0,1 0 0 0 0,-1-1 0 0 0,1 1 0 0 0,-1 0 0 0 0,1 0-1 0 0,-1 0 1 0 0,1 0 0 0 0,-1-1 0 0 0,1 1 0 0 0,0 0 0 0 0,0 0 0 0 0,0 0 0 0 0,-1 0 0 0 0,1 0 0 0 0,0 0 0 0 0,0 1-56 0 0,0-1 86 0 0,-1 4 68 0 0,1 0 0 0 0,-1 0 1 0 0,1 0-1 0 0,0 0 0 0 0,0 0 0 0 0,1 0 1 0 0,0 0-1 0 0,0 0 0 0 0,0 0 0 0 0,0-1 1 0 0,1 1-1 0 0,-1 0 0 0 0,1 0 0 0 0,0-1 1 0 0,1 0-1 0 0,-1 1 0 0 0,1-1 0 0 0,0 0 1 0 0,0 0-1 0 0,0 0 0 0 0,1 0-154 0 0,3 5 96 0 0,0 0-1 0 0,1-1 0 0 0,0 0 1 0 0,1 0-1 0 0,0 0 0 0 0,0-1 1 0 0,0-1-1 0 0,1 0 0 0 0,0 0 1 0 0,0-1-1 0 0,1 0 0 0 0,0 0 1 0 0,-1-1-1 0 0,1-1 1 0 0,1 0-1 0 0,-1 0 0 0 0,0-1 1 0 0,2-1-96 0 0,-11-1 34 0 0,-1 0 0 0 0,1 0-1 0 0,-1-1 1 0 0,0 1 0 0 0,1-1 0 0 0,-1 1 0 0 0,1-1 0 0 0,-1 1 0 0 0,0-1 0 0 0,1 0 0 0 0,-1 0 0 0 0,0 0 0 0 0,0 1 0 0 0,0-1 0 0 0,0 0 0 0 0,0-1 0 0 0,0 1 0 0 0,0 0 0 0 0,0 0 0 0 0,0 0 0 0 0,0 0 0 0 0,0-1 0 0 0,-1 1 0 0 0,1 0 0 0 0,-1-1-1 0 0,1 1 1 0 0,-1-1 0 0 0,1 1 0 0 0,-1 0 0 0 0,0-1 0 0 0,0-1-34 0 0,4-51-42 0 0,-4 47-30 0 0,0 4 11 0 0,0 0 0 0 0,-1 1 0 0 0,1-1 0 0 0,-1 0 0 0 0,1 1 0 0 0,-1-1 0 0 0,0 1 0 0 0,0-1 0 0 0,-1 1 0 0 0,1-1 0 0 0,0 1 0 0 0,-1 0 0 0 0,1-1 0 0 0,-1 1 0 0 0,0 0 0 0 0,0 0 0 0 0,0 0 0 0 0,0 1 0 0 0,0-1 0 0 0,0 0 0 0 0,0 1 0 0 0,-1-1 0 0 0,1 1 0 0 0,0 0 0 0 0,-1 0 0 0 0,0 0 0 0 0,1 0 0 0 0,-1 0 0 0 0,1 0 0 0 0,-2 1 61 0 0,-83-11-5111 0 0,68 11 2855 0 0,-24 1-6289 0 0,32 0 2321 0 0</inkml:trace>
  <inkml:trace contextRef="#ctx0" brushRef="#br0" timeOffset="21857.27">990 7 0 0 0,'0'0'1299'0'0,"0"0"-104"0"0,0 0-260 0 0,0 0-256 0 0,0 0-179 0 0,0 0-103 0 0,0 0-30 0 0,0 0 8 0 0,0 0 2 0 0,0 0-21 0 0,-2-1-17 0 0,-5-3 762 0 0,7 4-961 0 0,-17 0 1718 0 0,-55-2 2543 0 0,69 3-4265 0 0,0 0 0 0 0,0 1 0 0 0,0-1-1 0 0,0 1 1 0 0,0-1 0 0 0,0 1 0 0 0,0 0 0 0 0,1 0 0 0 0,-1 1-1 0 0,1-1 1 0 0,-1 0 0 0 0,1 1 0 0 0,0-1 0 0 0,-2 3-136 0 0,-15 46 1304 0 0,18-50-1284 0 0,0 5 85 0 0,-1-1 0 0 0,1 1-1 0 0,0-1 1 0 0,1 1 0 0 0,-1 0-1 0 0,1-1 1 0 0,1 1 0 0 0,-1 0-1 0 0,1-1 1 0 0,-1 1 0 0 0,1-1-1 0 0,2 6-104 0 0,14 33 475 0 0,14 14 20 0 0,1-18-48 0 0,-27-36-370 0 0,-1 1 0 0 0,1-2 0 0 0,0 1 0 0 0,0 0 1 0 0,0-1-1 0 0,1 0 0 0 0,-1 0 0 0 0,1-1 0 0 0,-1 0 1 0 0,1 0-1 0 0,0 0 0 0 0,0 0 0 0 0,0-1 0 0 0,0 0 1 0 0,0 0-1 0 0,0-1 0 0 0,5 0-77 0 0,-8-1 13 0 0,0 0 0 0 0,0-1 0 0 0,-1 1 0 0 0,1-1-1 0 0,0 0 1 0 0,-1 0 0 0 0,1 0 0 0 0,-1 0 0 0 0,0-1 0 0 0,0 1 0 0 0,0-1 0 0 0,0 1 0 0 0,0-1 0 0 0,0 1 0 0 0,-1-1-1 0 0,1 0 1 0 0,-1 0 0 0 0,0 0 0 0 0,0 0 0 0 0,0 0 0 0 0,0 0 0 0 0,-1 0 0 0 0,1-1 0 0 0,-1 1 0 0 0,0 0 0 0 0,0 0-1 0 0,0 0 1 0 0,0-1-13 0 0,0-5-60 0 0,1 7 25 0 0,-1 1 0 0 0,0-1 0 0 0,0 1 0 0 0,1-1-1 0 0,-1 0 1 0 0,0 1 0 0 0,-1-1 0 0 0,1 1 0 0 0,0-1-1 0 0,0 1 1 0 0,-1-1 0 0 0,1 1 0 0 0,-1-1 0 0 0,1 1 0 0 0,-1-1-1 0 0,0 1 1 0 0,1 0 0 0 0,-1-1 0 0 0,0 1 0 0 0,0 0 0 0 0,0-1-1 0 0,0 1 1 0 0,0 0 0 0 0,0 0 0 0 0,0 0 0 0 0,-1 0-1 0 0,1 0 1 0 0,0 0 0 0 0,-1 0 35 0 0,-7-2-299 0 0,0 0 0 0 0,0 0 0 0 0,0 1 0 0 0,0 1 0 0 0,0-1 0 0 0,-1 2-1 0 0,1-1 1 0 0,0 1 0 0 0,-1 0 0 0 0,1 1 0 0 0,-5 1 299 0 0,-55 18-5203 0 0,27 3-2981 0 0,35-19 4050 0 0</inkml:trace>
</inkml:ink>
</file>

<file path=ppt/ink/ink2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0:48.3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284 53 0 0 0,'0'0'457'0'0,"0"0"868"0"0,0 0 218 0 0,0 0 36 0 0,0 0-52 0 0,0 0-127 0 0,0 0-81 0 0,0 0-79 0 0,0 0-117 0 0,6-3-143 0 0,28-17 599 0 0,-30 19 933 0 0,-13 2-2115 0 0,-138-3 2665 0 0,0-14-3306 0 0,144 15-634 0 0,-13-2-1088 0 0,12 0-2395 0 0,2-1-4013 0 0,2 3 5472 0 0,0 1 1584 0 0</inkml:trace>
</inkml:ink>
</file>

<file path=ppt/ink/ink2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0:48.7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264 28 1320 0 0,'0'0'2866'0'0,"0"0"-491"0"0,0 0-492 0 0,0 0-401 0 0,0 0-280 0 0,0 0-190 0 0,0 0-68 0 0,0 0-21 0 0,0 0 41 0 0,0 0-10 0 0,0 0-111 0 0,0 0-123 0 0,0 0-113 0 0,-20-4-93 0 0,-61-11-98 0 0,12 7 553 0 0,-1 7-1285 0 0,52 5-2180 0 0,14 0-1369 0 0,3 1-4156 0 0,1-5 2725 0 0</inkml:trace>
</inkml:ink>
</file>

<file path=ppt/ink/ink2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0:49.5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134 4 0 0 0,'0'0'1180'0'0,"0"0"362"0"0,0 0-187 0 0,0 0-102 0 0,0 0 62 0 0,0 0 12 0 0,0 0-134 0 0,0 0-284 0 0,0 0-286 0 0,0 0-235 0 0,0 0-133 0 0,0 0-54 0 0,-1-1-26 0 0,-4-1 303 0 0,5 13 717 0 0,0-4-718 0 0,13 57 1915 0 0,105 171-1565 0 0,-74-129-1023 0 0,-41-100 144 0 0,-1 1 0 0 0,-1-1 0 0 0,1 0-1 0 0,-1 1 1 0 0,0-1 0 0 0,-1 1 0 0 0,1-1 0 0 0,-1 1 0 0 0,-1-1-1 0 0,0 5 53 0 0,0-9 4 0 0,0-1-1 0 0,0 1 1 0 0,-1-1-1 0 0,1 1 0 0 0,-1-1 1 0 0,1 0-1 0 0,-1 1 1 0 0,1-1-1 0 0,-1 0 0 0 0,0 0 1 0 0,1 0-1 0 0,-1 0 0 0 0,0-1 1 0 0,0 1-1 0 0,0 0 1 0 0,0-1-1 0 0,0 1 0 0 0,0-1 1 0 0,0 1-1 0 0,1-1 0 0 0,-1 0 1 0 0,0 0-1 0 0,0 0 1 0 0,0 0-1 0 0,0-1 0 0 0,0 1 1 0 0,0 0-1 0 0,-1-1-3 0 0,-4 1 92 0 0,-5-1 5 0 0,0 1 0 0 0,0-2-1 0 0,0 0 1 0 0,0 0 0 0 0,1-1-1 0 0,-1 0 1 0 0,1-1 0 0 0,0-1-1 0 0,0 0 1 0 0,-1-1-97 0 0,7 4 40 0 0,-7-4 99 0 0,0 1 0 0 0,0-2 0 0 0,0 0 0 0 0,1 0 0 0 0,1-1 0 0 0,-1 0 0 0 0,1-1 0 0 0,-8-9-139 0 0,17 17 48 0 0,-1-1 0 0 0,1 0 0 0 0,0 1 0 0 0,0-1-1 0 0,0 0 1 0 0,0 0 0 0 0,0 0 0 0 0,0 0 0 0 0,1 0 0 0 0,-1 0-1 0 0,1 0 1 0 0,-1 0 0 0 0,1 0 0 0 0,0 0 0 0 0,0 0-1 0 0,0 0 1 0 0,0 0 0 0 0,0 0 0 0 0,0 0 0 0 0,0 0 0 0 0,1 0-1 0 0,-1 0 1 0 0,1 0 0 0 0,0 0 0 0 0,-1 0 0 0 0,1 0-1 0 0,0 0 1 0 0,0 1 0 0 0,0-1 0 0 0,0 0 0 0 0,1 0 0 0 0,-1 1-1 0 0,0-1 1 0 0,1 1 0 0 0,0-1-48 0 0,10-3-92 0 0,0 1 1 0 0,1 0-1 0 0,0 1 0 0 0,0 1 0 0 0,0 0 0 0 0,0 1 1 0 0,0 0-1 0 0,0 1 0 0 0,0 0 0 0 0,10 2 92 0 0,15-1-180 0 0,121 1-2219 0 0,-159-2 2104 0 0,1 0 0 0 0,-1-1 0 0 0,0 1 0 0 0,1 0-1 0 0,-1 0 1 0 0,1-1 0 0 0,-1 1 0 0 0,0 0 0 0 0,1-1-1 0 0,-1 1 1 0 0,1 0 0 0 0,-1-1 0 0 0,0 1 0 0 0,0-1-1 0 0,1 1 1 0 0,-1 0 0 0 0,0-1 0 0 0,0 1 0 0 0,1-1-1 0 0,-1 1 1 0 0,0-1 0 0 0,0 1 0 0 0,0-1 0 0 0,0 1-1 0 0,0-1 1 0 0,0 1 0 0 0,0-1 0 0 0,0 1 0 0 0,0-1 0 0 0,0 1-1 0 0,0-1 1 0 0,0 1 0 0 0,0-1 0 0 0,0 1 0 0 0,0-1-1 0 0,-1 1 1 0 0,1-1 0 0 0,0 1 0 0 0,0 0 0 0 0,0-1-1 0 0,-1 1 1 0 0,1-1 0 0 0,0 1 0 0 0,-1 0 0 0 0,1-1-1 0 0,0 1 1 0 0,-1 0 0 0 0,1-1 0 0 0,-1 1 295 0 0,-4-6-2386 0 0</inkml:trace>
</inkml:ink>
</file>

<file path=ppt/ink/ink2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0:49.9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 92 760 0 0,'0'0'2793'0'0,"0"0"-671"0"0,0 0-411 0 0,0 0-64 0 0,0 0 128 0 0,0 0 66 0 0,0 0-104 0 0,0 0-273 0 0,0 0-330 0 0,0 0-293 0 0,0 0-182 0 0,0 0-142 0 0,0 0-111 0 0,-1-13-85 0 0,-4-41-74 0 0,4 41-71 0 0,1 13-44 0 0,7 65 291 0 0,-7-60-390 0 0,1-5-37 0 0,-1 0 1 0 0,0 1-1 0 0,0-1 0 0 0,0 0 0 0 0,0 1 0 0 0,0-1 0 0 0,0 0 0 0 0,0 1 1 0 0,0-1-1 0 0,0 0 0 0 0,0 1 0 0 0,0-1 0 0 0,0 1 0 0 0,0-1 0 0 0,0 0 0 0 0,0 1 1 0 0,0-1-1 0 0,0 0 0 0 0,0 1 0 0 0,0-1 0 0 0,0 0 0 0 0,-1 1 0 0 0,1-1 1 0 0,0 0-1 0 0,0 1 0 0 0,0-1 0 0 0,-1 0 0 0 0,1 0 0 0 0,0 1 0 0 0,0-1 1 0 0,-1 0-1 0 0,1 0 0 0 0,0 1 0 0 0,0-1 0 0 0,-1 0 0 0 0,1 0 0 0 0,0 0 1 0 0,-1 0-1 0 0,1 0 0 0 0,0 1 0 0 0,-1-1 0 0 0,1 0 0 0 0,-1 0 0 0 0,1 0 0 0 0,0 0 1 0 0,-1 0-1 0 0,1 0 4 0 0,-9-16 513 0 0,1-61 245 0 0,14 79-5030 0 0,-4 25-4471 0 0,-2-20-71 0 0</inkml:trace>
</inkml:ink>
</file>

<file path=ppt/ink/ink2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48:43.3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19 516 0 0 0,'0'0'867'0'0,"0"0"97"0"0,0 0-37 0 0,0 0-130 0 0,0 0-88 0 0,0 0-63 0 0,-2-8-41 0 0,-3-8-358 0 0,-6-20 2909 0 0,11 4 6191 0 0,19 73-9556 0 0,84 185 918 0 0,-86-190-626 0 0,-2 0 19 0 0,3-1 0 0 0,1-1 1 0 0,15 20-103 0 0,-18-32 333 0 0,-3-24 1544 0 0,-6-65-2008 0 0,-7 54 66 0 0,0-4 13 0 0,0 0-1 0 0,-2 0 1 0 0,0 0 0 0 0,-1 1 0 0 0,0-1 0 0 0,-3-5 52 0 0,1-1-8 0 0,4 23-24 0 0,1 0-70 0 0,0 0-109 0 0,1 8-806 0 0,33 41 759 0 0,-24-37 255 0 0,1 0-1 0 0,0 0 1 0 0,0-1-1 0 0,2-1 1 0 0,-1 0 0 0 0,1 0-1 0 0,7 2 4 0 0,-11-6 61 0 0,-1-1 0 0 0,1 0-1 0 0,1 0 1 0 0,-1-1 0 0 0,0-1 0 0 0,1 1 0 0 0,0-1-1 0 0,0-1 1 0 0,0 0 0 0 0,0-1 0 0 0,0 0-1 0 0,0 0 1 0 0,0-1 0 0 0,3 0-61 0 0,-11-1 50 0 0,0-1-1 0 0,0 1 1 0 0,0-1 0 0 0,0 0 0 0 0,0 0-1 0 0,-1 1 1 0 0,1-1 0 0 0,-1 0-1 0 0,1 0 1 0 0,-1-1 0 0 0,0 1 0 0 0,0 0-1 0 0,0 0 1 0 0,0-1 0 0 0,0 1-1 0 0,0 0 1 0 0,-1-1 0 0 0,1 1 0 0 0,-1-1-1 0 0,1 1 1 0 0,-1-1 0 0 0,0 1-1 0 0,0-1 1 0 0,0 1 0 0 0,-1-1-50 0 0,1-15 61 0 0,1 9-77 0 0,-1 0 0 0 0,0 0 0 0 0,-1 0-1 0 0,0 0 1 0 0,0 0 0 0 0,-1 0 0 0 0,0 0 0 0 0,-1-2 16 0 0,-108-186-783 0 0,100 174 430 0 0,-9-27-3984 0 0,22 48-8120 0 0,-1 2 12744 0 0,1 0-3874 0 0</inkml:trace>
  <inkml:trace contextRef="#ctx0" brushRef="#br0" timeOffset="846.08">946 859 0 0 0,'0'0'445'0'0,"0"0"1468"0"0,0 0 121 0 0,0 0-190 0 0,0 0-176 0 0,0 0-205 0 0,0 0-233 0 0,0 0-189 0 0,0 0-166 0 0,0 0-143 0 0,0 0-83 0 0,0-6-51 0 0,1-21-65 0 0,-16-4 1246 0 0,-15-9-80 0 0,15 20-711 0 0,14 19-988 0 0,0 0 1 0 0,0 0 0 0 0,0-1-1 0 0,0 1 1 0 0,0 0 0 0 0,0 0-1 0 0,-1 0 1 0 0,1 0-1 0 0,0 1 1 0 0,-1-1 0 0 0,1 0-1 0 0,-1 0 1 0 0,1 1 0 0 0,-1-1-1 0 0,1 1 1 0 0,-1-1-1 0 0,1 1 1 0 0,-1 0 0 0 0,0 0-1 0 0,1 0 1 0 0,-1 0 0 0 0,1 0-1 0 0,-1 0 1 0 0,0 0-1 0 0,1 0 1 0 0,-1 0 0 0 0,1 1-1 0 0,-1-1 1 0 0,1 1 0 0 0,-2 0-1 0 0,-28 29 22 0 0,16-4 70 0 0,-1 23 171 0 0,16-47-211 0 0,-1 0 0 0 0,1 0 0 0 0,0 0 0 0 0,-1 0 0 0 0,1-1 0 0 0,0 1 1 0 0,0 0-1 0 0,0 0 0 0 0,1 0 0 0 0,-1 0 0 0 0,0 0 0 0 0,1-1 0 0 0,-1 1 0 0 0,1 0 0 0 0,0 0 0 0 0,-1 0 0 0 0,1-1 1 0 0,0 1-1 0 0,0-1 0 0 0,0 1 0 0 0,0 0 0 0 0,0-1 0 0 0,1 0 0 0 0,-1 1 0 0 0,0-1 0 0 0,1 0 0 0 0,-1 1 0 0 0,1-1 1 0 0,-1 0-1 0 0,1 0 0 0 0,0 0 0 0 0,-1-1 0 0 0,2 2-52 0 0,61 19 749 0 0,-56-18-682 0 0,1-1 0 0 0,0 0-1 0 0,0-1 1 0 0,0 0-1 0 0,1-1 1 0 0,-1 0-1 0 0,0 0 1 0 0,0-1 0 0 0,0 0-1 0 0,0 0 1 0 0,0-1-1 0 0,0 0 1 0 0,3-2-67 0 0,-9 2 14 0 0,1-1 0 0 0,-1 0 0 0 0,0 0 0 0 0,0 0 0 0 0,0 0 0 0 0,0 0 0 0 0,0-1 0 0 0,-1 1 0 0 0,0-1 0 0 0,1 1 0 0 0,-2-1 0 0 0,1 0 0 0 0,0 0 0 0 0,-1 0 0 0 0,1 0 0 0 0,-1 0 0 0 0,0-1 0 0 0,-1 1 0 0 0,1 0-1 0 0,-1-1 1 0 0,1 1 0 0 0,-1 0 0 0 0,-1 0 0 0 0,1-1 0 0 0,-1-1-14 0 0,0 2-87 0 0,-1 0-1 0 0,1 0 0 0 0,-1-1 0 0 0,0 1 1 0 0,0 0-1 0 0,-1 1 0 0 0,1-1 0 0 0,-1 0 0 0 0,0 1 1 0 0,0-1-1 0 0,0 1 0 0 0,0 0 0 0 0,0 0 1 0 0,-1 0-1 0 0,0 0 0 0 0,1 1 0 0 0,-1 0 0 0 0,0-1 1 0 0,0 1-1 0 0,0 1 0 0 0,-1-1 0 0 0,1 1 1 0 0,0-1-1 0 0,-1 1 0 0 0,1 0 0 0 0,-1 1 1 0 0,-3-1 87 0 0,-85-2-4625 0 0,50 15-1238 0 0,18 4-1724 0 0,18-12 4461 0 0</inkml:trace>
  <inkml:trace contextRef="#ctx0" brushRef="#br0" timeOffset="1306.31">921 989 0 0 0,'0'0'1179'0'0,"0"0"269"0"0,0 0 253 0 0,0 0 276 0 0,0 0 106 0 0,0 0-219 0 0,0 0-373 0 0,0 0-422 0 0,0 0-329 0 0,0 0-212 0 0,0 0-122 0 0,0 0-84 0 0,0 0-61 0 0,-9-6-44 0 0,-27-18-24 0 0,35 23-174 0 0,1 1 0 0 0,0 0 1 0 0,-1-1-1 0 0,1 1 0 0 0,0-1 0 0 0,-1 1 0 0 0,1 0 0 0 0,-1 0 0 0 0,1-1 0 0 0,-1 1 0 0 0,1 0 0 0 0,-1 0 0 0 0,1-1 0 0 0,-1 1 0 0 0,1 0 0 0 0,-1 0 1 0 0,1 0-1 0 0,-1 0 0 0 0,1 0 0 0 0,-1 0 0 0 0,1 0 0 0 0,-1 0 0 0 0,1 0 0 0 0,-1 0 0 0 0,1 0 0 0 0,-1 0 0 0 0,1 0 0 0 0,-1 0 0 0 0,1 0 0 0 0,-1 1 1 0 0,1-1-1 0 0,-1 0 0 0 0,1 0 0 0 0,-1 1 0 0 0,1-1 0 0 0,0 0 0 0 0,-1 0 0 0 0,1 1 0 0 0,-1-1 0 0 0,1 1 0 0 0,0-1 0 0 0,-1 0 0 0 0,1 1 0 0 0,0-1 0 0 0,-1 1 1 0 0,1-1-1 0 0,0 1 0 0 0,0-1 0 0 0,0 1 0 0 0,-1-1 0 0 0,1 1 0 0 0,0-1 0 0 0,0 1 0 0 0,0-1 0 0 0,0 1 0 0 0,0-1 0 0 0,0 1 0 0 0,0-1 0 0 0,0 1 1 0 0,0-1-1 0 0,0 1 0 0 0,0-1 0 0 0,0 1 0 0 0,0-1 0 0 0,1 1 0 0 0,-1 0-19 0 0,0 1 91 0 0,-1 7 182 0 0,0 0 1 0 0,1 0 0 0 0,0 0-1 0 0,1 0 1 0 0,0 0-1 0 0,0 0 1 0 0,1-1-1 0 0,0 1 1 0 0,3 8-274 0 0,-2-11 106 0 0,-1 1 1 0 0,1-1 0 0 0,1 0-1 0 0,-1 0 1 0 0,1 0-1 0 0,0-1 1 0 0,0 1-1 0 0,0-1 1 0 0,1 0 0 0 0,0 0-1 0 0,0-1 1 0 0,4 4-107 0 0,-3-4 94 0 0,-1 0 1 0 0,1 0 0 0 0,0 0-1 0 0,1-1 1 0 0,-1 0-1 0 0,0 0 1 0 0,1-1 0 0 0,0 0-1 0 0,0 0 1 0 0,-1 0-1 0 0,1-1 1 0 0,0 0 0 0 0,0 0-1 0 0,0-1 1 0 0,0 0-95 0 0,-5 0 15 0 0,1 1 23 0 0,1-1 1 0 0,-1 0-1 0 0,1 1 1 0 0,-1-2-1 0 0,1 1 0 0 0,-1 0 1 0 0,0-1-1 0 0,1 1 1 0 0,-1-1-1 0 0,0 0 0 0 0,1 0 1 0 0,-1 0-1 0 0,0-1 1 0 0,0 1-1 0 0,0-1 0 0 0,0 1 1 0 0,0-1-1 0 0,0 0 1 0 0,0 0-1 0 0,-1-1 0 0 0,1 1 1 0 0,1-2-39 0 0,-1-1-9 0 0,0 0 0 0 0,0-1 1 0 0,0 1-1 0 0,-1 0 0 0 0,0-1 1 0 0,0 0-1 0 0,0 1 0 0 0,-1-1 0 0 0,0 0 1 0 0,0 0-1 0 0,0 0 0 0 0,-1 1 1 0 0,0-1-1 0 0,0 0 0 0 0,-1-3 9 0 0,1 6-59 0 0,0 1 0 0 0,0-1 0 0 0,-1 1 0 0 0,1 0 0 0 0,-1-1-1 0 0,0 1 1 0 0,0 0 0 0 0,0 0 0 0 0,0 0 0 0 0,0-1 0 0 0,0 1 0 0 0,-1 0 0 0 0,1 0-1 0 0,-1 1 1 0 0,1-1 0 0 0,-1 0 0 0 0,0 0 0 0 0,0 1 0 0 0,0-1 0 0 0,0 1-1 0 0,0 0 1 0 0,0-1 0 0 0,0 1 0 0 0,0 0 0 0 0,0 0 0 0 0,-2 0 59 0 0,-61-13-2530 0 0,15 14-1711 0 0,18 5-2317 0 0,22-2-1294 0 0</inkml:trace>
  <inkml:trace contextRef="#ctx0" brushRef="#br0" timeOffset="139434.87">694 79 0 0 0,'0'0'624'0'0,"0"0"64"0"0,0 0-110 0 0,0 0-65 0 0,0 0-19 0 0,0 0 23 0 0,0 0 5 0 0,0 0 28 0 0,-1-5 28 0 0,-2-23 1071 0 0,-8 8 1061 0 0,-1-1 1854 0 0,10 18-4788 0 0,3 1 7745 0 0,-1 4-6819 0 0,4 9-922 0 0,5 38 273 0 0,2-5 10 0 0,1-2 32 0 0,7 12-6 0 0,-14-35-94 0 0,-4-19 25 0 0,-1 0 22 0 0,0 0 37 0 0,0 0 36 0 0,0 0 49 0 0,0 0 59 0 0,0 0 30 0 0,0 0 38 0 0,226 0 1105 0 0,-162 4-1832 0 0,-64-4 294 0 0,0 0-74 0 0,0 0-148 0 0,-2-8-3722 0 0,-55-24-6491 0 0,45 26 7074 0 0,1 2-1817 0 0</inkml:trace>
  <inkml:trace contextRef="#ctx0" brushRef="#br0" timeOffset="139774.01">884 144 0 0 0,'0'0'703'0'0,"0"0"1623"0"0,0 0 384 0 0,0 0-41 0 0,0 0-91 0 0,0 0-260 0 0,0 0-349 0 0,0 0-393 0 0,0 0-378 0 0,0 0-284 0 0,0 0-208 0 0,0 0-157 0 0,0 0-125 0 0,0-1 311 0 0,0 3-760 0 0,-1 6 122 0 0,1 0 0 0 0,0-1 0 0 0,1 1 0 0 0,0-1 0 0 0,0 1 0 0 0,1-1 0 0 0,-1 1 0 0 0,1-1-1 0 0,1 0 1 0 0,1 3-97 0 0,25 63 375 0 0,-20-32-692 0 0,-8-15-6525 0 0,-4-20-3126 0 0,0-5 4401 0 0</inkml:trace>
</inkml:ink>
</file>

<file path=ppt/ink/ink2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1:05.7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229 70 0 0 0,'0'0'1366'0'0,"0"0"445"0"0,0 0 137 0 0,0 0-41 0 0,0 0-177 0 0,0 0-224 0 0,0 0-177 0 0,0 0-91 0 0,11-3-51 0 0,33-6-46 0 0,-15 1 3290 0 0,-29 8-4061 0 0,-10-2 1592 0 0,-6 2-1729 0 0,-105-9 1281 0 0,-22-28-1835 0 0,126 35-2085 0 0,12 2-775 0 0,4 0 491 0 0,1 0-819 0 0,0 1-1224 0 0,0 2-2100 0 0</inkml:trace>
</inkml:ink>
</file>

<file path=ppt/ink/ink2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1:06.8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 95 0 0 0,'0'0'480'0'0,"0"0"1360"0"0,0 0 418 0 0,0 0 93 0 0,0 0-6 0 0,0 0-285 0 0,0 0-389 0 0,0 0-370 0 0,0 0-317 0 0,0 0-189 0 0,0 0-172 0 0,0 0-151 0 0,0 0-142 0 0,0-2-127 0 0,-2-7-106 0 0,2 7-62 0 0,0 2-40 0 0,0 14-255 0 0,-1 1 459 0 0,1-1 0 0 0,1 0 0 0 0,0 1 0 0 0,1-1 0 0 0,1 0 0 0 0,0 0 0 0 0,1 1-199 0 0,15 50 602 0 0,4 33-113 0 0,-14-59-239 0 0,-9-39-186 0 0,0 0 25 0 0,0 0 11 0 0,0 0 44 0 0,0 0 27 0 0,0 0 22 0 0,0 0 9 0 0,0 0 34 0 0,0 0 26 0 0,0 0 21 0 0,0-13 1019 0 0,-11-29-1297 0 0,-8-31 11 0 0,4 9-16 0 0,1-1 24 0 0,-2-29 103 0 0,9 32 137 0 0,7 62-226 0 0,0 0-11 0 0,0 0-2 0 0,0 0-1 0 0,0 0-22 0 0,0 0-1 0 0,0 0-24 0 0,0 0-42 0 0,0 0 1 0 0,0 0-12 0 0,0 0-8 0 0,0 0-15 0 0,0 9-261 0 0,22 136 438 0 0,15-3 108 0 0,6-2-119 0 0,-39-105-125 0 0,-4-20-4151 0 0,0-4-4847 0 0,0-11-958 0 0</inkml:trace>
</inkml:ink>
</file>

<file path=ppt/ink/ink2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1:22.9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255 52 0 0 0,'0'0'612'0'0,"0"0"780"0"0,0 0 175 0 0,0 0-25 0 0,0 0-16 0 0,0 0-51 0 0,0 0-46 0 0,0 0-39 0 0,0 0-103 0 0,0 0-108 0 0,0 0-156 0 0,5-1-156 0 0,3-1-451 0 0,4 0-109 0 0,3 1 3074 0 0,-15 1-3139 0 0,0 0-45 0 0,6 0 974 0 0,-1 0-554 0 0,-8-2-842 0 0,-65 0-230 0 0,-91-5 1601 0 0,159 7-1129 0 0,0 0 39 0 0,0 0-2 0 0,0 0 30 0 0,0 0 32 0 0,0 0 41 0 0,0 0 38 0 0,0 0 40 0 0,0 0 15 0 0,0 0-3 0 0,0 0 12 0 0,0 0 1 0 0,0 0 7 0 0,0 0-2 0 0,124 4 295 0 0,-55 5-664 0 0,-68-9 125 0 0,-1 0-9 0 0,0 0-9 0 0,0 0-22 0 0,0 0-9 0 0,0 0-22 0 0,-17 0-461 0 0,-122-33 858 0 0,61 20-318 0 0,43 11-9588 0 0,35 2 4091 0 0,0 0-4313 0 0</inkml:trace>
</inkml:ink>
</file>

<file path=ppt/ink/ink2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1:24.7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42 129 0 0 0,'0'0'2088'0'0,"0"0"757"0"0,0 0 226 0 0,0 0-222 0 0,0 0-485 0 0,0 0-456 0 0,0 0-399 0 0,0 0-279 0 0,0 0-253 0 0,0 0-216 0 0,0 0-195 0 0,0 0-130 0 0,-1-7-86 0 0,-3-31 230 0 0,7 2 690 0 0,6-5-772 0 0,-6 35-224 0 0,-2 6-2651 0 0,-17 17-1170 0 0,-2 0-205 0 0,5-5-2609 0 0,7-5-1178 0 0</inkml:trace>
</inkml:ink>
</file>

<file path=ppt/ink/ink2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1:24.2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149 55 0 0 0,'0'0'1319'0'0,"0"0"1137"0"0,0 0 334 0 0,0 0-165 0 0,0 0-294 0 0,0 0-440 0 0,0 0-421 0 0,0 0-338 0 0,0 0-237 0 0,0 0-182 0 0,0 0-127 0 0,0 0-87 0 0,-3-1-90 0 0,-14-5 1029 0 0,17 6-1453 0 0,-10-2-121 0 0,-8-25 1331 0 0,18 26-1068 0 0,0 1-1 0 0,0 0-6 0 0,0 0-9 0 0,0 0-14 0 0,-7-6 676 0 0,3 3-459 0 0,7 11-384 0 0,36 103 311 0 0,23 101-144 0 0,-47-128-142 0 0,-11-18 16 0 0,-22-37-106 0 0,15-27 116 0 0,0 1 0 0 0,0-1 1 0 0,0 0-1 0 0,0 0 0 0 0,0-1 0 0 0,-1 1 0 0 0,1-1 0 0 0,0 0 1 0 0,-1 1-1 0 0,1-1 0 0 0,-1-1 0 0 0,1 1 0 0 0,-1-1 1 0 0,0 1-1 0 0,1-1 0 0 0,-1 0 0 0 0,0 0 0 0 0,1 0 0 0 0,-1-1 1 0 0,1 1-1 0 0,-1-1 0 0 0,1 0 0 0 0,-1 0 0 0 0,1 0 1 0 0,-1-1-1 0 0,1 1 0 0 0,-3-2 19 0 0,-1-1 47 0 0,0 1-1 0 0,0-1 1 0 0,1-1 0 0 0,-1 1 0 0 0,1-1 0 0 0,0 0-1 0 0,0-1 1 0 0,0 1 0 0 0,1-1 0 0 0,0 0 0 0 0,0-1-1 0 0,-2-3-46 0 0,5 5 96 0 0,-1 0 0 0 0,1 0-1 0 0,0-1 1 0 0,0 1-1 0 0,1-1 1 0 0,-1 1 0 0 0,1-1-1 0 0,1 0 1 0 0,-1 1 0 0 0,1-3-96 0 0,0 4 59 0 0,-1 1 0 0 0,2 0 0 0 0,-1-1 0 0 0,0 1 0 0 0,1 0 0 0 0,-1-1 0 0 0,1 1 0 0 0,0 0 0 0 0,0 0 0 0 0,0 0 0 0 0,1 0 1 0 0,-1 0-1 0 0,1 0 0 0 0,0 0 0 0 0,-1 0 0 0 0,1 1 0 0 0,1-1 0 0 0,-1 0 0 0 0,0 1 0 0 0,0 0 0 0 0,1 0 0 0 0,0-1 0 0 0,-1 1-59 0 0,12-5-34 0 0,-1 0-1 0 0,1 1 0 0 0,1 1 0 0 0,-1 0 0 0 0,1 1 0 0 0,0 0 0 0 0,0 1 0 0 0,0 1 1 0 0,0 0-1 0 0,0 1 0 0 0,0 1 0 0 0,1 1 0 0 0,7 0 35 0 0,-2 0-204 0 0,52 2-1904 0 0,-75-20-4227 0 0,-54-31-4605 0 0,46 38 5287 0 0</inkml:trace>
  <inkml:trace contextRef="#ctx0" brushRef="#br0" timeOffset="1119.57">121 18 0 0 0,'0'0'367'0'0,"0"0"952"0"0,0 0 200 0 0,0 0-151 0 0,0 0-234 0 0,0 0-354 0 0,0 0-390 0 0,0 0-356 0 0,0 0-301 0 0,0 0-222 0 0,0 0-139 0 0,0-3-53 0 0,-3-9 67 0 0,2 12 590 0 0,1 0 0 0 0,0-1 0 0 0,0 1 0 0 0,-1 0 0 0 0,1 0 0 0 0,-1 0 0 0 0,1 0 0 0 0,0-1 0 0 0,-1 1 0 0 0,1 0 0 0 0,0 0 0 0 0,-1 0 0 0 0,1 0-1 0 0,-1 0 1 0 0,1 0 0 0 0,0 0 0 0 0,-1 0 0 0 0,1 0 0 0 0,-1 0 0 0 0,1 0 0 0 0,0 0 0 0 0,-1 0 0 0 0,1 0 0 0 0,0 1 0 0 0,-1-1 0 0 0,1 0 0 0 0,-1 0 0 0 0,1 0 0 0 0,0 1 0 0 0,-1-1 0 0 0,1 0 0 0 0,0 0 0 0 0,0 1 0 0 0,-1-1 0 0 0,1 0 0 0 0,0 0 0 0 0,0 1 0 0 0,-1-1 0 0 0,1 0 0 0 0,0 1 0 0 0,0-1 0 0 0,0 1 0 0 0,-1-1 0 0 0,1 0 0 0 0,0 1 24 0 0,-13 22-1835 0 0,12-17 519 0 0</inkml:trace>
</inkml:ink>
</file>

<file path=ppt/ink/ink2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48:15.0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32 339 0 0 0,'0'0'924'0'0,"0"0"264"0"0,0 0 7 0 0,0 0-142 0 0,0 0-125 0 0,0 0-140 0 0,0 0-128 0 0,0 0-116 0 0,0-6-133 0 0,0-32 346 0 0,-19-18 3631 0 0,11 30-970 0 0,4 17-1353 0 0,4 9-1800 0 0,5 0 1649 0 0,108 204-1785 0 0,-30-46 62 0 0,-30-72-110 0 0,5-22 72 0 0,-57-65-127 0 0,-1 1-1 0 0,1 0 0 0 0,0 0 0 0 0,0 0 0 0 0,0-1 0 0 0,-1 1 1 0 0,1 0-1 0 0,0-1 0 0 0,-1 1 0 0 0,1-1 0 0 0,0 1 0 0 0,-1 0 1 0 0,1-1-1 0 0,0 0 0 0 0,-1 1 0 0 0,1-1 0 0 0,-1 1 0 0 0,1-1 1 0 0,-1 0-1 0 0,1 1 0 0 0,-1-1 0 0 0,1 0 0 0 0,-1 0 0 0 0,0 1 1 0 0,1-1-1 0 0,-1 0 0 0 0,0 0 0 0 0,0 1 0 0 0,0-1 0 0 0,0 0 1 0 0,1 0-1 0 0,-1 0 0 0 0,0 0 0 0 0,0 1 0 0 0,-1-1 0 0 0,1 0 1 0 0,0 0-1 0 0,0 0 0 0 0,0 1 0 0 0,0-1 0 0 0,-1 0 0 0 0,1 0 1 0 0,0 0-1 0 0,-1 1-25 0 0,2-7 13 0 0,-1-70-473 0 0,-9 2 200 0 0,16 82-602 0 0,86 84-206 0 0,-80-81 1065 0 0,-1 0-1 0 0,2 0 1 0 0,-1-1 0 0 0,1-1-1 0 0,1-1 1 0 0,0 0-1 0 0,-1 0 1 0 0,2-2-1 0 0,-1 0 1 0 0,1 0-1 0 0,3-1 4 0 0,-16-3 29 0 0,-1 0-1 0 0,1-1 1 0 0,0 1-1 0 0,0 0 0 0 0,0-1 1 0 0,0 0-1 0 0,1 0 1 0 0,-1 0-1 0 0,0 0 0 0 0,0 0 1 0 0,0 0-1 0 0,0-1 1 0 0,0 0-1 0 0,0 0 0 0 0,0 1 1 0 0,-1-1-1 0 0,1-1 0 0 0,0 1 1 0 0,0 0-1 0 0,-1-1 1 0 0,1 0-1 0 0,-1 1 0 0 0,1-1 1 0 0,-1 0-1 0 0,0 0 1 0 0,1 0-1 0 0,-1-1 0 0 0,1-1-28 0 0,1-5 40 0 0,-1-1-1 0 0,0 0 1 0 0,-1 0-1 0 0,0 0 1 0 0,0 0-1 0 0,-1 0 1 0 0,0 0 0 0 0,-1 0-1 0 0,0 0 1 0 0,-1 0-1 0 0,0-4-39 0 0,-28-84-168 0 0,15 63-39 0 0,-2 1 0 0 0,-2 1 0 0 0,-1 0 0 0 0,-1 2 0 0 0,-1 0 0 0 0,-4-1 207 0 0,-19-12-3511 0 0,44 43 3315 0 0,0 1 0 0 0,-1 0 0 0 0,1 0 0 0 0,0 0-1 0 0,0 0 1 0 0,-1 0 0 0 0,1 0 0 0 0,0 0 0 0 0,-1 0 0 0 0,1 0 0 0 0,0 0 0 0 0,0 0-1 0 0,-1 0 1 0 0,1 0 0 0 0,0 0 0 0 0,0 0 0 0 0,-1 1 0 0 0,1-1 0 0 0,0 0-1 0 0,0 0 1 0 0,-1 0 0 0 0,1 0 0 0 0,0 0 0 0 0,0 1 0 0 0,-1-1 0 0 0,1 0 0 0 0,0 0-1 0 0,0 0 1 0 0,0 1 0 0 0,-1-1 0 0 0,1 0 0 0 0,0 0 0 0 0,0 1 0 0 0,0-1 0 0 0,0 0-1 0 0,0 0 1 0 0,0 1 0 0 0,0-1 0 0 0,-1 0 0 0 0,1 0 0 0 0,0 1 0 0 0,0-1 0 0 0,0 0-1 0 0,0 1 1 0 0,0-1 0 0 0,0 0 0 0 0,0 0 0 0 0,0 1 0 0 0,0-1 0 0 0,1 0 0 0 0,-1 0-1 0 0,0 1 1 0 0,0-1 0 0 0,0 0 0 0 0,0 0 0 0 0,0 1 196 0 0,0 0-310 0 0,0 6-4191 0 0</inkml:trace>
  <inkml:trace contextRef="#ctx0" brushRef="#br0" timeOffset="773.83">1080 769 0 0 0,'0'0'1480'0'0,"0"0"522"0"0,0 0 36 0 0,0 0-52 0 0,0 0 17 0 0,0 0-36 0 0,0 0-148 0 0,0 0-289 0 0,0 0-338 0 0,0 0-296 0 0,0 0-212 0 0,0 0-137 0 0,0 0-75 0 0,-2-21-35 0 0,-8-67-30 0 0,-3 47 365 0 0,-24-12 1037 0 0,36 53-1823 0 0,-1-1 0 0 0,1 1 0 0 0,-1 0 1 0 0,1 0-1 0 0,0 0 0 0 0,-1 0 0 0 0,1 0 1 0 0,-1 0-1 0 0,1 0 0 0 0,-1 0 0 0 0,1 1 1 0 0,0-1-1 0 0,-1 0 0 0 0,1 1 0 0 0,0-1 0 0 0,-1 1 1 0 0,1 0-1 0 0,0-1 0 0 0,0 1 0 0 0,0 0 1 0 0,-1 0-1 0 0,1 0 0 0 0,0 0 14 0 0,-10 5 31 0 0,-43 35 9 0 0,39-21-2 0 0,14-17-12 0 0,-1 0 1 0 0,1 0-1 0 0,0 0 1 0 0,0 0 0 0 0,0 0-1 0 0,0 0 1 0 0,0 0-1 0 0,1 1 1 0 0,-1-1 0 0 0,1 0-1 0 0,0 0 1 0 0,0 0-1 0 0,0 1 1 0 0,1 1-27 0 0,-1 2 133 0 0,2-2-82 0 0,0 0 1 0 0,0 0-1 0 0,0-1 1 0 0,1 1-1 0 0,-1-1 0 0 0,1 1 1 0 0,0-1-1 0 0,0 0 1 0 0,1 0-1 0 0,-1-1 0 0 0,1 1 1 0 0,0-1-1 0 0,0 1 0 0 0,0-1 1 0 0,1-1-1 0 0,-1 1 1 0 0,1 0-1 0 0,-1-1 0 0 0,1 0 1 0 0,0 0-1 0 0,0-1 1 0 0,0 1-52 0 0,6 3 81 0 0,-3-2-9 0 0,-1 0-1 0 0,1 0 0 0 0,0-1 0 0 0,0-1 0 0 0,0 1 1 0 0,0-1-1 0 0,0-1 0 0 0,0 1 0 0 0,0-1 1 0 0,1-1-72 0 0,-7 0 22 0 0,1 0 1 0 0,-1 0 0 0 0,1-1 0 0 0,-1 1 0 0 0,0-1 0 0 0,0 1-1 0 0,0-1 1 0 0,0 0 0 0 0,0 0 0 0 0,0 0 0 0 0,0 0 0 0 0,-1-1-1 0 0,1 1 1 0 0,-1 0 0 0 0,1 0 0 0 0,-1-1 0 0 0,0 1 0 0 0,0-1-1 0 0,0 0 1 0 0,0 1 0 0 0,-1-1 0 0 0,1 0 0 0 0,-1 1 0 0 0,1-2-23 0 0,0-4-56 0 0,0 0 0 0 0,0 0 0 0 0,-1 0 0 0 0,0 0 0 0 0,-1 0 0 0 0,0 0 0 0 0,0 0 0 0 0,0 0 0 0 0,-1 0 0 0 0,0 1 0 0 0,-1-1-1 0 0,1 0 1 0 0,-2 1 0 0 0,1 0 0 0 0,-1 0 0 0 0,0 0 0 0 0,0 0 0 0 0,-1 1 0 0 0,0-1 0 0 0,-3-2 56 0 0,5 6-232 0 0,0 0-1 0 0,-1 1 0 0 0,1-1 1 0 0,-1 1-1 0 0,1 0 0 0 0,-1 0 0 0 0,0 0 1 0 0,1 0-1 0 0,-1 1 0 0 0,0 0 1 0 0,0 0-1 0 0,0 0 0 0 0,0 0 0 0 0,0 0 1 0 0,-1 1-1 0 0,1 0 0 0 0,0-1 1 0 0,0 2-1 0 0,0-1 0 0 0,-3 1 233 0 0,2-1-536 0 0,-25 8-4265 0 0,13 4-1461 0 0,15-10 5249 0 0,-4 3-5411 0 0</inkml:trace>
  <inkml:trace contextRef="#ctx0" brushRef="#br0" timeOffset="1244.15">1032 848 24 0 0,'0'0'1912'0'0,"0"0"-47"0"0,0 0 186 0 0,0 0 92 0 0,0 0-185 0 0,0 0-445 0 0,0 0-491 0 0,0 0-351 0 0,0 0-178 0 0,0 0-59 0 0,0 0-30 0 0,0 0-16 0 0,0 0-23 0 0,-7 0-7 0 0,-24 1-13 0 0,29 0-266 0 0,0-1 1 0 0,1 0-1 0 0,-1 0 0 0 0,1 1 1 0 0,-1-1-1 0 0,1 1 0 0 0,-1 0 0 0 0,1-1 1 0 0,0 1-1 0 0,-1 0 0 0 0,1 0 1 0 0,0 0-1 0 0,-1 0 0 0 0,1 0 1 0 0,0 0-1 0 0,0 0 0 0 0,0 0 0 0 0,0 0 1 0 0,0 1-1 0 0,0-1 0 0 0,0 0 1 0 0,0 1-1 0 0,1-1 0 0 0,-1 1 0 0 0,0-1 1 0 0,1 1-1 0 0,-1-1 0 0 0,1 1 1 0 0,0-1-1 0 0,0 1 0 0 0,-1-1 1 0 0,1 1-1 0 0,0 0 0 0 0,0-1 0 0 0,0 1 1 0 0,1-1-1 0 0,-1 2-79 0 0,1 5 96 0 0,1-1 0 0 0,0 1 0 0 0,0-1 0 0 0,1 0 0 0 0,0 0 1 0 0,0 0-1 0 0,1 0 0 0 0,-1-1 0 0 0,2 1 0 0 0,-1-1 0 0 0,1 0 0 0 0,-1 0 0 0 0,2 0 0 0 0,-1-1 0 0 0,1 0 0 0 0,-1 0 0 0 0,2 0 0 0 0,-1-1 1 0 0,0 0-1 0 0,1 0 0 0 0,0-1 0 0 0,0 1-96 0 0,-3-2 85 0 0,1 0 1 0 0,0 0-1 0 0,0 0 0 0 0,-1 0 1 0 0,1-1-1 0 0,0 0 0 0 0,0 0 1 0 0,1 0-1 0 0,-1-1 0 0 0,0 1 1 0 0,0-1-1 0 0,0 0 0 0 0,2-1-85 0 0,-6 0 33 0 0,1 0 0 0 0,0 0 0 0 0,-1-1-1 0 0,1 1 1 0 0,-1 0 0 0 0,0-1 0 0 0,1 1-1 0 0,-1-1 1 0 0,0 0 0 0 0,0 1 0 0 0,0-1 0 0 0,0 0-1 0 0,0 0 1 0 0,-1 0 0 0 0,1 1 0 0 0,0-1-1 0 0,-1 0 1 0 0,1 0 0 0 0,-1 0 0 0 0,0 0-1 0 0,0 0 1 0 0,0 0 0 0 0,0-2-33 0 0,1-4-87 0 0,0 0 1 0 0,-1 0-1 0 0,-1 0 0 0 0,1 0 0 0 0,-1 0 1 0 0,-1 0-1 0 0,1 1 0 0 0,-1-1 1 0 0,-1 0-1 0 0,1 1 0 0 0,-1-1 1 0 0,0 1-1 0 0,-1 0 0 0 0,0 0 1 0 0,0 0-1 0 0,-1 1 0 0 0,0 0 1 0 0,0-1-1 0 0,0 1 0 0 0,-1 1 1 0 0,1-1-1 0 0,-1 1 0 0 0,-5-3 87 0 0,-30-3-3019 0 0,14 10-2799 0 0,17 1 2156 0 0,4 0-4702 0 0</inkml:trace>
  <inkml:trace contextRef="#ctx0" brushRef="#br0" timeOffset="4142.72">336 562 0 0 0,'0'0'755'0'0,"0"0"76"0"0,0 0 25 0 0,0 0 4 0 0,0 0-14 0 0,0 0-29 0 0,0 0-19 0 0,1-2-9 0 0,1-5 314 0 0,0-4 3394 0 0,13-3-3274 0 0,-15 28-2990 0 0,-1-3 1367 0 0,1 0 0 0 0,-2 0 0 0 0,1-1 0 0 0,-2 1 1 0 0,1-1-1 0 0,-2 1 0 0 0,0 2 400 0 0,-11 21-5059 0 0,12-26 1309 0 0</inkml:trace>
  <inkml:trace contextRef="#ctx0" brushRef="#br0" timeOffset="186424.48">835 63 0 0 0,'0'0'491'0'0,"0"0"958"0"0,0 0 300 0 0,0 0-97 0 0,0 0-276 0 0,0 0-298 0 0,0 0-236 0 0,0 0-172 0 0,-4 6 1224 0 0,2-3 3655 0 0,1-7-2402 0 0,21-16-1863 0 0,-11 14-1132 0 0,0 1 0 0 0,1 0 0 0 0,0 0 1 0 0,0 1-1 0 0,0 0 0 0 0,0 1 1 0 0,1 0-1 0 0,0 0 0 0 0,-1 1 1 0 0,9 0-153 0 0,26-3 76 0 0,-19 31-307 0 0,-4-6 249 0 0,-2-2-43 0 0,-19-15-27 0 0,0 1 0 0 0,-1-1 0 0 0,1 1 0 0 0,-1-1 0 0 0,1 1 0 0 0,-1-1 0 0 0,0 1-1 0 0,0-1 1 0 0,-1 1 0 0 0,1-1 0 0 0,-1 1 0 0 0,0-1 0 0 0,1 0 0 0 0,-2 1 0 0 0,1-1 0 0 0,0 0 0 0 0,-2 3 52 0 0,-8 10-102 0 0,-5 7 76 0 0,-1-4 56 0 0,1 3-26 0 0,-1 2 6 0 0,3-2 12 0 0,12-18-569 0 0,2-4 606 0 0,0 0 1 0 0,-1 0-1 0 0,1 0 0 0 0,0 1 1 0 0,-1-1-1 0 0,1 0 1 0 0,0 0-1 0 0,0 1 1 0 0,-1-1-1 0 0,1 0 1 0 0,0 1-1 0 0,0-1 1 0 0,-1 0-1 0 0,1 0 1 0 0,0 1-1 0 0,0-1 1 0 0,0 1-1 0 0,0-1 1 0 0,-1 0-1 0 0,1 1 1 0 0,0-1-1 0 0,0 0 1 0 0,0 1-1 0 0,0-1 0 0 0,0 0 1 0 0,0 1-1 0 0,0-1 1 0 0,0 1-1 0 0,0-1 1 0 0,0 0-1 0 0,0 1 1 0 0,0-1-1 0 0,0 0 1 0 0,1 1-1 0 0,-1-1 1 0 0,0 1-1 0 0,0-1 1 0 0,0 0-1 0 0,0 1 1 0 0,1-1-1 0 0,-1 0 1 0 0,0 0-1 0 0,0 1 1 0 0,1-1-1 0 0,-1 0 0 0 0,0 1 1 0 0,1-1-1 0 0,-1 0 1 0 0,0 0-1 0 0,0 0 1 0 0,1 1-1 0 0,-1-1 1 0 0,0 0-1 0 0,1 0 1 0 0,-1 0-1 0 0,1 0 1 0 0,-1 0-1 0 0,0 0 1 0 0,1 0-1 0 0,-1 0 1 0 0,0 0-1 0 0,1 1 1 0 0,-1-2-1 0 0,1 1 1 0 0,-1 0-1 0 0,0 0 0 0 0,1 0 1 0 0,-1 0-60 0 0,122 0 716 0 0,-79-9-692 0 0,-36-1-2068 0 0,-6 6-2153 0 0,-1 0-4593 0 0,0 4-1675 0 0</inkml:trace>
</inkml:ink>
</file>

<file path=ppt/ink/ink2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1:37.1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14 120 0 0 0,'0'0'384'0'0,"0"0"167"0"0,0 0 80 0 0,0 0 62 0 0,0 0 21 0 0,0-6-8 0 0,6-30 1571 0 0,10 17 2243 0 0,26-17 310 0 0,-36 32-4656 0 0,0 1 1 0 0,0 0-1 0 0,0 1 1 0 0,1-1-1 0 0,-1 1 1 0 0,1 1-1 0 0,0-1 1 0 0,0 1-1 0 0,0 0 1 0 0,-1 1-1 0 0,6 0-174 0 0,-8 0-25 0 0,0 0 1 0 0,-1 0-1 0 0,1 0 1 0 0,0 1-1 0 0,-1 0 0 0 0,1-1 1 0 0,-1 1-1 0 0,1 1 1 0 0,-1-1-1 0 0,0 0 0 0 0,1 1 1 0 0,-1 0-1 0 0,0 0 1 0 0,0 0-1 0 0,0 0 0 0 0,0 0 1 0 0,0 1-1 0 0,-1-1 1 0 0,1 1-1 0 0,0 1 25 0 0,29 34-374 0 0,-17 27-650 0 0,-14-51 851 0 0,-1-10 149 0 0,1 0 1 0 0,-1 0-1 0 0,0 1 1 0 0,0-1-1 0 0,-1 0 1 0 0,1 0-1 0 0,-1 0 1 0 0,0 0-1 0 0,0 0 1 0 0,0 0-1 0 0,0 0 1 0 0,-1 0-1 0 0,0 0 1 0 0,0 1 22 0 0,-24 26-83 0 0,18-26 236 0 0,0 0 0 0 0,0 0 0 0 0,0-1 0 0 0,0 0 0 0 0,-1 0 0 0 0,0-1 0 0 0,0-1 0 0 0,0 1 0 0 0,0-1 0 0 0,0-1 0 0 0,0 1 0 0 0,0-2 0 0 0,-1 1 0 0 0,-5-2-152 0 0,11 1 133 0 0,0-1 1 0 0,1 0 0 0 0,-1 0 0 0 0,1-1-1 0 0,-1 1 1 0 0,1-1 0 0 0,0 0 0 0 0,-1 0-1 0 0,1 0 1 0 0,0 0 0 0 0,0 0 0 0 0,0-1-1 0 0,1 1 1 0 0,-1-1 0 0 0,1 0 0 0 0,-1 0-1 0 0,0-1-133 0 0,-28-57 1114 0 0,26 47-1064 0 0,3 9-59 0 0,0 0 0 0 0,1 0 0 0 0,-1-1-1 0 0,1 0 1 0 0,0 1 0 0 0,0-1 0 0 0,1 1 0 0 0,-1-1-1 0 0,1 0 1 0 0,1 1 0 0 0,-1-1 0 0 0,1 0 0 0 0,0-1 9 0 0,0 6-185 0 0,0-1 1 0 0,-1 1 0 0 0,1 0 0 0 0,0-1 0 0 0,0 1-1 0 0,0 0 1 0 0,0 0 0 0 0,0 0 0 0 0,1-1 0 0 0,-1 1-1 0 0,0 0 1 0 0,0 1 0 0 0,1-1 0 0 0,-1 0 0 0 0,0 0-1 0 0,1 1 1 0 0,-1-1 0 0 0,1 0 0 0 0,-1 1 0 0 0,1-1-1 0 0,0 1 185 0 0,20-3-10312 0 0,-20 3 4299 0 0</inkml:trace>
</inkml:ink>
</file>

<file path=ppt/ink/ink2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1:38.9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39 201 0 0 0,'0'0'373'0'0,"0"0"1197"0"0,0 0 265 0 0,0 0-33 0 0,0 0-142 0 0,0 0-147 0 0,0 0-109 0 0,0 0-83 0 0,0 0-75 0 0,0 0-82 0 0,-1-13-81 0 0,-5-40-124 0 0,10 30 1442 0 0,-1 18-1134 0 0,-1 145-1226 0 0,2-107 50 0 0,2-1 1 0 0,0 0-1 0 0,2 0 1 0 0,2-1-1 0 0,12 28-91 0 0,-14-35 7 0 0,9 23 80 0 0,-13-38 477 0 0,-5-14 1134 0 0,-5-15-797 0 0,-37-110-996 0 0,-5-46 179 0 0,26 78 11 0 0,17 33 320 0 0,5 64-398 0 0,0 1-2 0 0,0 0-10 0 0,0 0-20 0 0,0 0-17 0 0,0 0-14 0 0,0 0-13 0 0,0 0-17 0 0,0 0-8 0 0,0 0-15 0 0,0 0-2 0 0,0 0-12 0 0,0 0 9 0 0,0 0 14 0 0,0 0 13 0 0,0 0 20 0 0,0 0 15 0 0,0 0 10 0 0,0 0 10 0 0,0 0 15 0 0,0 0 19 0 0,0 0 7 0 0,0 0 7 0 0,0 0-6 0 0,0 0-2 0 0,0 0-21 0 0,0 0-1 0 0,0 0 19 0 0,0 0 13 0 0,0 0-2 0 0,0 0 4 0 0,0 0-2 0 0,0 0 8 0 0,0 0-4 0 0,0 0-3 0 0,0 0 12 0 0,0 0 1 0 0,0-18 199 0 0,0-15-220 0 0,0 33-27 0 0,0 0-12 0 0,0 0-7 0 0,0 0 10 0 0,0 0-13 0 0,0 0-29 0 0,0 0-11 0 0,0 0-24 0 0,0 0-49 0 0,6 18-725 0 0,9 50 811 0 0,18 53 181 0 0,15 47-40 0 0,-37-83-634 0 0,-11-48-4363 0 0,0-28 2449 0 0,0-2-2830 0 0,-2-2-3826 0 0</inkml:trace>
</inkml:ink>
</file>

<file path=ppt/ink/ink2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1:49.8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242 36 0 0 0,'0'0'404'0'0,"0"0"702"0"0,0 0 87 0 0,0 0-109 0 0,0 0-133 0 0,0 0-169 0 0,0 0-145 0 0,4 5 9219 0 0,-2-3-8799 0 0,25-7 2040 0 0,-32-1 605 0 0,-19 0-4324 0 0,17 5 944 0 0,-98-4-355 0 0,64 6 1 0 0,-49 1 304 0 0,89-2-180 0 0,0 0 1952 0 0,20-8-1621 0 0,-3 4-537 0 0,0 1-1 0 0,0 0 1 0 0,1 1-1 0 0,-1 0 1 0 0,1 2-1 0 0,0 0 1 0 0,11 2 114 0 0,-13-2-41 0 0,163 18-312 0 0,-152-14 422 0 0,-72 3-869 0 0,-154-4 1323 0 0,181-4-1497 0 0,-41-2 1849 0 0,40 2-6130 0 0,0 1-6280 0 0,18 0 3492 0 0</inkml:trace>
</inkml:ink>
</file>

<file path=ppt/ink/ink2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1:59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38 0 0 0,'0'0'2219'0'0,"0"0"-29"0"0,0 0-212 0 0,0 0-315 0 0,0 0-320 0 0,0 0-251 0 0,0 0-168 0 0,0 0-92 0 0,0 0-121 0 0,0 0-87 0 0,-1-6-104 0 0,-2-23 277 0 0,5 27 5796 0 0,-2 7-7507 0 0,16 36 285 0 0,3 14 778 0 0,-4-11-85 0 0,17 72 96 0 0,-15-28-72 0 0,-4-80-3642 0 0,-3 1-845 0 0,-1 0-5754 0 0,-8-9 7855 0 0</inkml:trace>
</inkml:ink>
</file>

<file path=ppt/ink/ink2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1:59.4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401 1 0 0 0,'0'0'2643'0'0,"0"0"765"0"0,0 0-78 0 0,0 0-536 0 0,0 0-639 0 0,0 0-503 0 0,0 0-382 0 0,0 0-323 0 0,0 0-245 0 0,0 0-208 0 0,0 0-121 0 0,0 0-73 0 0,0 0-45 0 0,-3 1-23 0 0,-6 5-44 0 0,6-4-36 0 0,3-2-40 0 0,0 0-56 0 0,-319 4 150 0 0,284-9-4418 0 0,12 1-5657 0 0,14 3 2681 0 0</inkml:trace>
</inkml:ink>
</file>

<file path=ppt/ink/ink2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2:07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8 0 0 0,'0'0'1092'0'0,"0"0"521"0"0,0 0 79 0 0,0 0-117 0 0,0 0-156 0 0,0 0-136 0 0,0 0-168 0 0,0 0-132 0 0,0 0-95 0 0,0 0-83 0 0,-7 7 2824 0 0,7-7-3348 0 0,-6 11 5389 0 0,15 23-6530 0 0,-7-27 1425 0 0,9 33-486 0 0,22 57 169 0 0,-15-42-143 0 0,12 37 62 0 0,-12-42 5 0 0,15 19 61 0 0,-11-9-169 0 0,-14-61 2743 0 0,6-17-3264 0 0,-13 16 626 0 0,16-38-817 0 0,-3-11 27 0 0,7-24 571 0 0,-8 56 517 0 0,-6 18-284 0 0,-7 1-227 0 0,0 0-3 0 0,15 0-538 0 0,-1 8 471 0 0,0 0 1 0 0,0 0-1 0 0,0 1 1 0 0,-1 1-1 0 0,0 1 1 0 0,0 1 113 0 0,2 0-41 0 0,87 67-108 0 0,-75-61-223 0 0,-27-18 356 0 0,0 0 31 0 0,0 0 2 0 0,0 0 4 0 0,0 0 22 0 0,0 0 13 0 0,0 0 37 0 0,0 0 35 0 0,0 0 27 0 0,0 0 12 0 0,0 0 27 0 0,0 0 4 0 0,0-8 68 0 0,1-46-483 0 0,0 5 211 0 0,-2-1 0 0 0,-7-39 6 0 0,4 43-124 0 0,1 0 1 0 0,4-45 123 0 0,-1 59-3929 0 0,1 0-3312 0 0,-2 32 2691 0 0,0 0-2636 0 0</inkml:trace>
</inkml:ink>
</file>

<file path=ppt/ink/ink2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2:10.2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 0 0 0,'0'0'1651'0'0,"0"0"1363"0"0,0 0 76 0 0,0 0-343 0 0,0 0-409 0 0,0 0-451 0 0,0 0-348 0 0,0 0-317 0 0,0 0-227 0 0,0 0-170 0 0,0 0-175 0 0,0 0-145 0 0,4-3-126 0 0,11-10-111 0 0,-11 11-241 0 0,-1 0 1 0 0,1 0-1 0 0,0 1 1 0 0,0 0 0 0 0,-1-1-1 0 0,1 1 1 0 0,0 1-1 0 0,0-1 1 0 0,0 0-1 0 0,0 1 1 0 0,0 0-1 0 0,0 0 1 0 0,0 0 0 0 0,2 1-28 0 0,3-1 1 0 0,3 0-52 0 0,0 1 1 0 0,0 0-1 0 0,-1 1 1 0 0,1 0 0 0 0,-1 1-1 0 0,1 0 1 0 0,-1 0 0 0 0,0 1-1 0 0,0 1 1 0 0,0 0 0 0 0,-1 1-1 0 0,0 0 1 0 0,1 1 50 0 0,-10-6-71 0 0,1 1-1 0 0,-1-1 1 0 0,0 1 0 0 0,1-1 0 0 0,-1 1-1 0 0,0 0 1 0 0,0 0 0 0 0,0 0 0 0 0,0 0-1 0 0,0-1 1 0 0,-1 1 0 0 0,1 0 0 0 0,0 1-1 0 0,-1-1 1 0 0,0 0 0 0 0,1 0 0 0 0,-1 0-1 0 0,0 0 1 0 0,0 0 0 0 0,0 0 0 0 0,0 0-1 0 0,-1 0 1 0 0,1 0 0 0 0,0 0 0 0 0,-1 0-1 0 0,0 0 1 0 0,1 0 0 0 0,-1 0 0 0 0,0 0 0 0 0,0 0-1 0 0,0 0 1 0 0,0 0 0 0 0,0-1 0 0 0,-1 1-1 0 0,1 0 1 0 0,-1-1 0 0 0,1 1 0 0 0,-1-1-1 0 0,1 1 1 0 0,-1-1 0 0 0,0 0 0 0 0,1 0-1 0 0,-1 0 1 0 0,0 0 0 0 0,0 0 0 0 0,0 0-1 0 0,0 0 1 0 0,0-1 0 0 0,0 1 0 0 0,0-1 71 0 0,-80 15 172 0 0,84-7 549 0 0,111 51-733 0 0,-110-58-32 0 0,0 1 1 0 0,0 0-1 0 0,0 0 0 0 0,0 1 0 0 0,0-1 1 0 0,-1 0-1 0 0,1 1 0 0 0,-1 0 0 0 0,1 0 0 0 0,-1 0 1 0 0,0 0-1 0 0,0 0 0 0 0,-1 0 0 0 0,1 0 1 0 0,0 0-1 0 0,-1 1 0 0 0,1 1 44 0 0,-2-2-45 0 0,1-1-1 0 0,0 0 1 0 0,-1 0-1 0 0,0 1 1 0 0,0-1 0 0 0,1 0-1 0 0,-1 1 1 0 0,-1-1 0 0 0,1 0-1 0 0,0 1 1 0 0,0-1-1 0 0,-1 0 1 0 0,0 0 0 0 0,1 1-1 0 0,-1-1 1 0 0,0 0-1 0 0,0 0 1 0 0,0 0 0 0 0,0 0-1 0 0,0 0 1 0 0,-1 0-1 0 0,1 0 1 0 0,-1-1 0 0 0,1 1-1 0 0,-1 0 1 0 0,0-1-1 0 0,0 1 46 0 0,-1 1-94 0 0,-1 0 0 0 0,0-1 0 0 0,0 0 0 0 0,0 1 0 0 0,0-1-1 0 0,0-1 1 0 0,-1 1 0 0 0,1-1 0 0 0,0 1 0 0 0,-1-1-1 0 0,1 0 1 0 0,-1-1 0 0 0,0 1 0 0 0,1-1 0 0 0,-1 0-1 0 0,0 0 95 0 0,-8 0-749 0 0,-27 0-2742 0 0,14-2-2933 0 0,16 2 2404 0 0</inkml:trace>
</inkml:ink>
</file>

<file path=ppt/ink/ink2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2:08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36 0 0 0,'0'0'1743'0'0,"0"0"375"0"0,0 0-83 0 0,0 0-232 0 0,0 0-201 0 0,0 0-194 0 0,0 0-112 0 0,0 0-126 0 0,0 0-143 0 0,0 0-86 0 0,0 0-109 0 0,0-3-117 0 0,2-16 389 0 0,30 8 909 0 0,-27 10-2044 0 0,0 0 1 0 0,0 1-1 0 0,-1-1 1 0 0,1 1-1 0 0,0 0 1 0 0,0 1-1 0 0,0-1 1 0 0,0 1-1 0 0,-1 0 0 0 0,1 0 1 0 0,0 0-1 0 0,-1 1 1 0 0,1-1-1 0 0,-1 1 1 0 0,1 0-1 0 0,-1 1 1 0 0,0-1-1 0 0,0 1 1 0 0,0 0-1 0 0,2 1 31 0 0,-4-2-54 0 0,1-1 0 0 0,-1 1 1 0 0,0 0-1 0 0,0 0 0 0 0,1 1 0 0 0,-1-1 0 0 0,0 0 1 0 0,-1 1-1 0 0,1-1 0 0 0,0 1 0 0 0,-1 0 0 0 0,0-1 1 0 0,1 1-1 0 0,-1 0 0 0 0,0 0 0 0 0,0 0 0 0 0,-1 0 1 0 0,1 0-1 0 0,0 0 0 0 0,-1 0 0 0 0,0 0 0 0 0,0 0 0 0 0,0 0 55 0 0,0-1-15 0 0,1 1-15 0 0,-1 1-1 0 0,0-1 1 0 0,0 1-1 0 0,0 0 1 0 0,-1-1-1 0 0,1 1 1 0 0,-1 0-1 0 0,0-1 1 0 0,0 1-1 0 0,0-1 1 0 0,0 1-1 0 0,-1-1 1 0 0,1 0-1 0 0,-1 0 1 0 0,0 1-1 0 0,0-1 1 0 0,0 0 29 0 0,0 0 58 0 0,0-1 0 0 0,0 0 1 0 0,0 1-1 0 0,-1-1 0 0 0,1 0 1 0 0,0 0-1 0 0,-1 0 0 0 0,1-1 1 0 0,-1 1-1 0 0,0-1 0 0 0,0 1 1 0 0,0-1-1 0 0,1 0 0 0 0,-1 0 1 0 0,0 0-1 0 0,0 0 0 0 0,0-1 1 0 0,0 1-1 0 0,-1-1 0 0 0,1 0 1 0 0,0 0-1 0 0,0 0 0 0 0,-1 0-58 0 0,-51-7 1313 0 0,52 5-1208 0 0,0 0 0 0 0,1-1 0 0 0,-1 1 0 0 0,1-1 0 0 0,-1 1 0 0 0,1-1 0 0 0,0 0 0 0 0,0 0 0 0 0,0 0 0 0 0,0 0 0 0 0,1 0 0 0 0,-1 0 0 0 0,1 0 0 0 0,0-1 1 0 0,0 1-1 0 0,0 0 0 0 0,0-1 0 0 0,0 1 0 0 0,1-1 0 0 0,0 1 0 0 0,-1-1 0 0 0,1 1 0 0 0,1-1 0 0 0,-1 1 0 0 0,0-1 0 0 0,1 1 0 0 0,0-3-105 0 0,0 2-164 0 0,0-1-1 0 0,1 1 0 0 0,-1 0 0 0 0,1-1 1 0 0,0 1-1 0 0,0 0 0 0 0,0 0 1 0 0,0 0-1 0 0,1 1 0 0 0,0-1 0 0 0,0 0 1 0 0,2-2 164 0 0,5-4-3932 0 0,1 2-3367 0 0,-9 7 2270 0 0,-1 1 331 0 0</inkml:trace>
  <inkml:trace contextRef="#ctx0" brushRef="#br0" timeOffset="672.97">111 188 0 0 0,'0'0'1656'0'0,"0"0"486"0"0,0 0-43 0 0,0 0-346 0 0,0 0-329 0 0,0 0-124 0 0,0 0-160 0 0,0 0-214 0 0,0 0-174 0 0,0 0-148 0 0,0 0-97 0 0,0 0-70 0 0,5-1-51 0 0,2 0-281 0 0,-1 0-1 0 0,1 0 1 0 0,-1 0-1 0 0,1 0 1 0 0,0 1 0 0 0,-1 1-1 0 0,1-1 1 0 0,-1 1 0 0 0,1 0-1 0 0,-1 0 1 0 0,1 1 0 0 0,-1 0-1 0 0,1 0-104 0 0,25 25-53 0 0,-1 10-209 0 0,-17 1-392 0 0,-15 26-595 0 0,0-61 1276 0 0,0-1-1 0 0,0 0 0 0 0,0 1 1 0 0,0-1-1 0 0,-1 0 0 0 0,1 0 1 0 0,-1 0-1 0 0,1 0 0 0 0,-1 0 1 0 0,0 0-1 0 0,0-1 0 0 0,0 1 0 0 0,0 0 1 0 0,0-1-1 0 0,0 0 0 0 0,0 1 1 0 0,-1-1-1 0 0,1 0 0 0 0,-1 0 1 0 0,1 0-1 0 0,0-1 0 0 0,-1 1 1 0 0,1-1-1 0 0,-1 1 0 0 0,1-1 1 0 0,-1 0-1 0 0,0 0 0 0 0,1 0 1 0 0,-1 0-1 0 0,-1 0-26 0 0,-4-1 253 0 0,0-1 0 0 0,0 0 0 0 0,1 0 0 0 0,-1 0 0 0 0,1-1 0 0 0,-1 0 0 0 0,1 0 0 0 0,0-1 0 0 0,0 0 0 0 0,0 0 0 0 0,1-1 0 0 0,0 0 0 0 0,-1 0-253 0 0,2 1 282 0 0,3 1-212 0 0,0 1 1 0 0,1 0-1 0 0,-1-1 0 0 0,1 1 0 0 0,0-1 0 0 0,-1 1 1 0 0,1-1-1 0 0,1 0 0 0 0,-1 1 0 0 0,0-1 0 0 0,1 0 0 0 0,-1 0 1 0 0,1 0-1 0 0,0 1 0 0 0,0-1 0 0 0,0 0 0 0 0,0 0 1 0 0,0 0-1 0 0,1 0 0 0 0,-1 1 0 0 0,1-1 0 0 0,0 0 0 0 0,0 0 1 0 0,0 0-71 0 0,7-12-2268 0 0,-2 6-1345 0 0,-2 0-3716 0 0,-4 7 225 0 0</inkml:trace>
</inkml:ink>
</file>

<file path=ppt/ink/ink2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2:16.1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373 2 0 0 0,'0'0'520'0'0,"0"0"384"0"0,0 0 71 0 0,0 0-107 0 0,0 0-57 0 0,0 0-57 0 0,0 0-41 0 0,0 0 27 0 0,0 0 22 0 0,3 0-2 0 0,11-1 24 0 0,-11 1 28 0 0,-3 0 37 0 0,0 0 105 0 0,0 0 37 0 0,0 0-28 0 0,0 0-64 0 0,0 0-91 0 0,0 0-90 0 0,0 0-61 0 0,0 0-18 0 0,0 0-16 0 0,0 0-27 0 0,0 0-44 0 0,0 0-47 0 0,0 0-43 0 0,0 0-53 0 0,0 0-53 0 0,-1 5-938 0 0,-138-5 880 0 0,22 24-226 0 0,16-23 1174 0 0,68-8-867 0 0,33 7-259 0 0,0 0 0 0 0,0 0 0 0 0,0 0 0 0 0,0-1 0 0 0,0 1 0 0 0,0 0 0 0 0,0 0 0 0 0,0 0 0 0 0,0-1 0 0 0,0 1 0 0 0,0 0 0 0 0,0 0 0 0 0,0 0 0 0 0,0-1 0 0 0,0 1 0 0 0,0 0 0 0 0,0 0 0 0 0,0 0 0 0 0,0-1 0 0 0,0 1 0 0 0,-1 0 0 0 0,1 0 0 0 0,0 0 0 0 0,0 0 0 0 0,0-1 0 0 0,0 1 0 0 0,0 0 0 0 0,-1 0 0 0 0,1 0 0 0 0,0 0-120 0 0,52-11-98 0 0,131 11-761 0 0,-15 7 998 0 0,-122 4-1165 0 0,-45-11 1021 0 0,-1 0-10 0 0,0 0-6 0 0,0 0-31 0 0,0 0-50 0 0,0 0-42 0 0,0 0-38 0 0,0 0-33 0 0,-15 0-2387 0 0,-42 8 956 0 0,39-1-1660 0 0,0 2-3755 0 0,13-5-1141 0 0</inkml:trace>
</inkml:ink>
</file>

<file path=ppt/ink/ink2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2:29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61 0 0 0,'0'0'827'0'0,"0"0"214"0"0,0 0-172 0 0,0 0-209 0 0,0 0-141 0 0,0 0-10 0 0,0 0 40 0 0,0 0 34 0 0,-3-5 11 0 0,-9-13-50 0 0,8 13-53 0 0,2 6 8400 0 0,-6-5-7767 0 0,-5-25 2920 0 0,13 29-3803 0 0,0 0 6 0 0,0 0-2 0 0,0 0-18 0 0,0 0-41 0 0,0 0-36 0 0,0 0-43 0 0,0 0-33 0 0,0 0-26 0 0,0 0-49 0 0,0 0-36 0 0,0 0-51 0 0,0 0-51 0 0,0 0-35 0 0,0 12-1238 0 0,7 98 1684 0 0,2-39-14 0 0,9 22-126 0 0,-3 1-56 0 0,-8-33-16 0 0,-3-49-139 0 0,-4-12-18 0 0,0 0-22 0 0,0 0-70 0 0,0 0-84 0 0,0 0-112 0 0,0 0-134 0 0,0 0-201 0 0,4-7-12728 0 0,-4 5 7560 0 0</inkml:trace>
  <inkml:trace contextRef="#ctx0" brushRef="#br0" timeOffset="673.3">314 297 0 0 0,'0'0'994'0'0,"0"0"1130"0"0,0 0 134 0 0,0 0-260 0 0,0 0-217 0 0,0 0-155 0 0,0 0-163 0 0,0 0-141 0 0,0 0-130 0 0,0 0-124 0 0,0 0-120 0 0,0 0-158 0 0,1 0-149 0 0,6 0-99 0 0,-10 0 3648 0 0,14-13-4106 0 0,-11 13-120 0 0,0 0 1 0 0,1 0-1 0 0,-1 0 1 0 0,0 0 0 0 0,0-1-1 0 0,1 1 1 0 0,-1 0-1 0 0,0 0 1 0 0,0 0-1 0 0,0 0 1 0 0,1 0-1 0 0,-1 0 1 0 0,0 0-1 0 0,0-1 1 0 0,0 1-1 0 0,1 0 1 0 0,-1 0-1 0 0,0 0 1 0 0,0 0-1 0 0,0-1 1 0 0,0 1-1 0 0,0 0 1 0 0,1 0-1 0 0,-1 0 1 0 0,0-1-1 0 0,0 1 1 0 0,0 0 0 0 0,0 0-1 0 0,0-1 1 0 0,0 1-1 0 0,0 0 1 0 0,0 0-1 0 0,0-1 1 0 0,0 1-1 0 0,0 0 1 0 0,0 0-1 0 0,0 0 1 0 0,0-1-1 0 0,0 1 1 0 0,0 0-1 0 0,0 0 1 0 0,0-1-1 0 0,0 1 1 0 0,0 0-1 0 0,0 0 1 0 0,-1 0-1 0 0,1-1 1 0 0,0 1-1 0 0,0 0 1 0 0,0 0-1 0 0,0 0 1 0 0,0-1 0 0 0,-1 1-1 0 0,1 0 1 0 0,0 0-1 0 0,0 0 1 0 0,0 0-1 0 0,-1 0 1 0 0,1-1-1 0 0,0 1 1 0 0,0 0-1 0 0,0 0 1 0 0,-1 0 35 0 0,-119 4 436 0 0,-4-13 25 0 0,119 9-1146 0 0,-52-4 824 0 0,45 4-4602 0 0,0 0-4085 0 0,12 0 422 0 0</inkml:trace>
</inkml:ink>
</file>

<file path=ppt/ink/ink2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2:32.5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13 135 0 0 0,'0'0'795'0'0,"0"0"993"0"0,0 0 203 0 0,0 0-74 0 0,0 0-120 0 0,0 0-120 0 0,0 0-164 0 0,0 0-158 0 0,0 0-121 0 0,0 0-134 0 0,0 0-121 0 0,-7-9 4073 0 0,5-23-1786 0 0,-1 24-3233 0 0,3 8-26 0 0,0 0 13 0 0,0 0-1 0 0,0 0-2 0 0,0 0-17 0 0,0 0 3 0 0,0 0-10 0 0,0 0-4 0 0,0 0 13 0 0,0 0-2 0 0,0 0 13 0 0,0 0-20 0 0,0 0-23 0 0,3 13-957 0 0,14 41 1076 0 0,15 18 236 0 0,35 54 90 0 0,-52-100-347 0 0,4 3-42 0 0,0-1 15 0 0,-9-16-8 0 0,-10-12-14 0 0,0 0 1 0 0,0 0 1 0 0,0 0 19 0 0,0 0 26 0 0,0 0 28 0 0,0-26 141 0 0,-1-180-883 0 0,1 206 637 0 0,1-1 0 0 0,-1 1 0 0 0,1-1 0 0 0,0 1 0 0 0,-1 0 0 0 0,1-1 0 0 0,0 1 0 0 0,-1 0 0 0 0,1 0 1 0 0,0-1-1 0 0,0 1 0 0 0,-1 0 0 0 0,1 0 0 0 0,0 0 0 0 0,0 0 0 0 0,-1 0 0 0 0,1 0 0 0 0,0 0 0 0 0,0 0 0 0 0,-1 0 0 0 0,1 0 0 0 0,0 0 0 0 0,0 0 0 0 0,-1 1 0 0 0,1-1 1 0 0,0 0-1 0 0,0 1 0 0 0,-1-1 0 0 0,1 0 0 0 0,0 1 11 0 0,132 124-955 0 0,-29-34 786 0 0,-87-81 433 0 0,-17-21-66 0 0,-5-79-1141 0 0,-7 25 730 0 0,-17-65 109 0 0,16 31 192 0 0,11 55-788 0 0,2 44 200 0 0,0 0-304 0 0,0 0-462 0 0,0 0-688 0 0,0 0-572 0 0,0 1-2862 0 0,0 4 1498 0 0,-1-2-1300 0 0</inkml:trace>
</inkml:ink>
</file>

<file path=ppt/ink/ink2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2:33.3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0 0 0,'0'0'1282'0'0,"0"0"97"0"0,0 0 1 0 0,0 0-41 0 0,0 0-50 0 0,0 0-106 0 0,0 0-126 0 0,0 0-135 0 0,0 0-123 0 0,0 0-15 0 0,12-1-29 0 0,54-7 535 0 0,-33 10 998 0 0,-16 18-2565 0 0,28 80 178 0 0,-41-61-764 0 0,-4-39 774 0 0,-51 5 2460 0 0,42-5-2140 0 0,1-1-1 0 0,0 0 0 0 0,0-1 0 0 0,0 0 1 0 0,0 0-1 0 0,0-1 0 0 0,0 0 0 0 0,0 0 1 0 0,-4-4-231 0 0,8 4 51 0 0,0-1 0 0 0,1 0 0 0 0,-1 0 0 0 0,1-1 0 0 0,0 1 1 0 0,0-1-1 0 0,1 0 0 0 0,0 1 0 0 0,-1-1 0 0 0,2 0 0 0 0,-1 0 1 0 0,0-1-1 0 0,1 1 0 0 0,0 0 0 0 0,0 0 0 0 0,1-1 0 0 0,-1 1 1 0 0,1 0-1 0 0,0-1 0 0 0,1 1 0 0 0,-1 0 0 0 0,1-1-51 0 0,-1 4-66 0 0,0-2-329 0 0,2-13-3054 0 0,7 12-8636 0 0,-7 5 8092 0 0</inkml:trace>
  <inkml:trace contextRef="#ctx0" brushRef="#br0" timeOffset="782.1">70 201 0 0 0,'0'0'934'0'0,"0"0"291"0"0,0 0 22 0 0,0 0 11 0 0,0 0-99 0 0,0 0-82 0 0,0 0-85 0 0,0 0-111 0 0,0 0-84 0 0,5-5-65 0 0,22-21 495 0 0,29 21 2677 0 0,-54 5-3948 0 0,0 1 0 0 0,-1-1 1 0 0,1 1-1 0 0,0 0 0 0 0,0 0 1 0 0,-1 0-1 0 0,1 0 0 0 0,-1 0 1 0 0,1 0-1 0 0,0 1 0 0 0,-1-1 1 0 0,0 0-1 0 0,1 1 0 0 0,-1-1 1 0 0,0 1-1 0 0,0 0 0 0 0,0-1 1 0 0,0 2 43 0 0,6 5-128 0 0,40 56-212 0 0,-16-8 23 0 0,-29-52 164 0 0,-1 0 1 0 0,1 0-1 0 0,-1 0 1 0 0,1 0-1 0 0,-1 0 1 0 0,-1 0-1 0 0,1 0 1 0 0,-1 1-1 0 0,1-1 1 0 0,-1 0-1 0 0,0 0 1 0 0,0 0-1 0 0,-1 1 1 0 0,0-1-1 0 0,0 4 153 0 0,-1-6 42 0 0,0 0-1 0 0,0 0 0 0 0,0 0 0 0 0,0-1 0 0 0,-1 1 0 0 0,1 0 0 0 0,0-1 0 0 0,-1 0 0 0 0,1 1 0 0 0,-1-1 0 0 0,0 0 0 0 0,1 0 0 0 0,-1 0 0 0 0,0-1 0 0 0,1 1 0 0 0,-1-1 0 0 0,0 1 0 0 0,0-1 0 0 0,0 0 0 0 0,1 0 0 0 0,-1 0 0 0 0,0-1 0 0 0,0 1 0 0 0,0-1 0 0 0,-1 0-41 0 0,-8 1 559 0 0,6-1-360 0 0,-1 0 1 0 0,0 0-1 0 0,1-1 1 0 0,-1 0-1 0 0,1 0 1 0 0,0-1 0 0 0,0 0-1 0 0,0 0 1 0 0,0 0-1 0 0,0 0 1 0 0,0-2-200 0 0,-4 0 252 0 0,6 2-127 0 0,-1 1 0 0 0,1-1-1 0 0,-1 0 1 0 0,1 0 0 0 0,0 0 0 0 0,0-1-1 0 0,1 1 1 0 0,-1-1 0 0 0,1 0 0 0 0,-1 0 0 0 0,1 0-1 0 0,1-1 1 0 0,-1 1 0 0 0,0 0 0 0 0,1-1-1 0 0,0 0 1 0 0,0 0 0 0 0,1 0 0 0 0,-1 0 0 0 0,1 0-1 0 0,0 0 1 0 0,0 0 0 0 0,1-3-125 0 0,-1 1 88 0 0,1 5-113 0 0,0 0-1 0 0,0 0 0 0 0,-1 0 0 0 0,1 0 1 0 0,1 0-1 0 0,-1 0 0 0 0,0 0 0 0 0,0 0 0 0 0,1 0 1 0 0,-1 0-1 0 0,1 0 0 0 0,-1 0 0 0 0,1 0 0 0 0,0 0 1 0 0,0 0-1 0 0,0 1 0 0 0,0-1 0 0 0,0 0 1 0 0,0 1-1 0 0,1-1 0 0 0,-1 0 0 0 0,2 0 26 0 0,20-13-4100 0 0,-6 8-4601 0 0,-13 7 3505 0 0</inkml:trace>
</inkml:ink>
</file>

<file path=ppt/ink/ink2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2:35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31 0 0 0,'0'0'804'0'0,"0"0"1219"0"0,0 0 196 0 0,0 0-294 0 0,0 0-307 0 0,0 0-345 0 0,0 0-310 0 0,0 0-247 0 0,0 0-182 0 0,0 0-152 0 0,0 0-148 0 0,-1-2-148 0 0,0 1 38 0 0,-3-4-786 0 0,3 16-1668 0 0,2 8 2293 0 0,-6 38 166 0 0,8-56 5529 0 0,4 0-4056 0 0,16 3-2753 0 0,-9 1 976 0 0,-1 1 0 0 0,0 0-1 0 0,0 1 1 0 0,-1 0 0 0 0,0 1 0 0 0,0 0-1 0 0,-1 1 1 0 0,1 1 175 0 0,-11-9-9 0 0,43 43-676 0 0,-44-43 662 0 0,1 0 1 0 0,-1 0 0 0 0,1 0 0 0 0,-1 0 0 0 0,0 0-1 0 0,1 1 1 0 0,-1-1 0 0 0,0 0 0 0 0,0 0 0 0 0,0 0-1 0 0,1 1 1 0 0,-2-1 0 0 0,1 0 0 0 0,0 0 0 0 0,0 0-1 0 0,0 1 1 0 0,0-1 0 0 0,-1 0 0 0 0,1 0 0 0 0,0 0-1 0 0,-1 0 1 0 0,1 1 0 0 0,-1-1 0 0 0,0 0 0 0 0,1 0-1 0 0,-1 0 1 0 0,0 0 0 0 0,1 0 0 0 0,-1-1 0 0 0,0 1-1 0 0,0 0 1 0 0,0 0 0 0 0,0 0 0 0 0,0-1 0 0 0,0 1-1 0 0,0 0 1 0 0,0-1 0 0 0,0 1 0 0 0,0-1-1 0 0,-1 1 23 0 0,-10 3 452 0 0,1 1 0 0 0,-1-2-1 0 0,0 0 1 0 0,0 0-1 0 0,-1-1 1 0 0,1 0-1 0 0,-6-1-451 0 0,-64-3 106 0 0,69-2-2251 0 0,11 3-7060 0 0,2 1 4163 0 0</inkml:trace>
  <inkml:trace contextRef="#ctx0" brushRef="#br0" timeOffset="328.64">34 0 0 0 0,'0'0'968'0'0,"0"0"1082"0"0,0 0 358 0 0,0 0-63 0 0,0 0-339 0 0,0 0-466 0 0,0 0-442 0 0,0 0-308 0 0,0 0-152 0 0,0 0-103 0 0,0 0-105 0 0,31 2-109 0 0,99 3-112 0 0,-66 1-20 0 0,-56-4-977 0 0,27 5 2186 0 0,-24-5-4391 0 0,0-2-4371 0 0,-11 0 1584 0 0</inkml:trace>
</inkml:ink>
</file>

<file path=ppt/ink/ink2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2:50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36 0 0 0,'0'0'856'0'0,"0"0"596"0"0,0 0-63 0 0,0 0-277 0 0,0 0-234 0 0,0 0-133 0 0,0 0 34 0 0,0 0 14 0 0,0 0-27 0 0,0 0-46 0 0,-2-6-36 0 0,-8-17 3 0 0,7 17 5850 0 0,2 6-4826 0 0,2 3-2729 0 0,-1-2 908 0 0,0 10-182 0 0,-2 1 449 0 0,1 1 0 0 0,0-1-1 0 0,1 1 1 0 0,1-1 0 0 0,0 1 0 0 0,0-1-1 0 0,1 1 1 0 0,1-1 0 0 0,0 0 0 0 0,0 0-1 0 0,4 7-156 0 0,108 237 809 0 0,-84-169-829 0 0,-26-69-16 0 0,-3-11-15 0 0,0 0 1 0 0,-1 0-1 0 0,1 0 0 0 0,-1 0 0 0 0,-1 1 1 0 0,1-1-1 0 0,-1 0 0 0 0,-1 8 51 0 0,-1-13-30 0 0,0-1 0 0 0,1 1 0 0 0,-1 0 0 0 0,0-1 0 0 0,0 0 0 0 0,0 1 0 0 0,0-1 0 0 0,0 0 0 0 0,0 0 0 0 0,0 0 0 0 0,0 0 0 0 0,0-1 0 0 0,-1 1 0 0 0,1-1 0 0 0,0 1 0 0 0,-1-1 0 0 0,1 0-1 0 0,0 0 1 0 0,-2 0 30 0 0,-6 1 32 0 0,1-1-1 0 0,0 0 1 0 0,0-1-1 0 0,0 0 1 0 0,0 0 0 0 0,0-1-1 0 0,0 0 1 0 0,0-1-1 0 0,0 0 1 0 0,1 0-1 0 0,-1-1 1 0 0,1 0-1 0 0,0 0 1 0 0,0-1-1 0 0,0 0 1 0 0,1-1-1 0 0,0 1 1 0 0,0-2-1 0 0,-4-3-31 0 0,9 8 88 0 0,0 0-1 0 0,0 0 0 0 0,0-1 0 0 0,1 1 1 0 0,-1-1-1 0 0,1 1 0 0 0,-1-1 0 0 0,1 0 1 0 0,0 1-1 0 0,0-1 0 0 0,0 0 1 0 0,0 0-1 0 0,0 0 0 0 0,1 0 0 0 0,-1 0 1 0 0,1 0-1 0 0,0 1 0 0 0,0-2-87 0 0,0 1 58 0 0,0 1 1 0 0,0-1-1 0 0,0 0 0 0 0,0 1 0 0 0,1-1 1 0 0,-1 1-1 0 0,1-1 0 0 0,0 1 0 0 0,0 0 1 0 0,0-1-1 0 0,0 1 0 0 0,0 0 0 0 0,0-1 1 0 0,0 1-1 0 0,1 0 0 0 0,-1 0 0 0 0,1 0 0 0 0,0 0 1 0 0,0 0-1 0 0,-1 1 0 0 0,1-1 0 0 0,0 0 1 0 0,0 1-1 0 0,1-1-58 0 0,70-40 89 0 0,-60 36-263 0 0,-1 0 0 0 0,0 0 0 0 0,0-2 0 0 0,-1 0 1 0 0,1 0-1 0 0,-2-1 0 0 0,7-6 174 0 0,1-22-4677 0 0,-22 12-6191 0 0,-1 17 4784 0 0</inkml:trace>
</inkml:ink>
</file>

<file path=ppt/ink/ink2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2:50.5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88 0 0 0,'0'0'835'0'0,"0"0"1423"0"0,0 0 473 0 0,0 0-59 0 0,0 0-207 0 0,0 0-526 0 0,0 0-757 0 0,0 0-594 0 0,0 0-367 0 0,0 0-161 0 0,0 0-50 0 0,0 0-56 0 0,0 0-47 0 0,-2-2-35 0 0,-8-8-18 0 0,-5 17 92 0 0,7-13 1667 0 0,-15-52 449 0 0,20 44-1394 0 0,4 10 2241 0 0,4 4-2632 0 0,-6 0-483 0 0,1 0-1 0 0,0 0 0 0 0,0 0 1 0 0,0 0-1 0 0,-1 0 1 0 0,1 0-1 0 0,0 0 1 0 0,0 0-1 0 0,0 0 1 0 0,0 0-1 0 0,-1 0 0 0 0,1 0 1 0 0,0 0-1 0 0,0 0 1 0 0,0 1-1 0 0,0-1 1 0 0,-1 0-1 0 0,1 0 0 0 0,0 0 1 0 0,0 0-1 0 0,0 0 1 0 0,0 1-1 0 0,0-1 1 0 0,0 0-1 0 0,0 0 0 0 0,-1 0 1 0 0,1 0-1 0 0,0 1 1 0 0,0-1-1 0 0,0 0 1 0 0,0 0-1 0 0,0 0 0 0 0,0 1 1 0 0,0-1-1 0 0,0 0 1 0 0,0 0-1 0 0,0 0 1 0 0,0 1-1 0 0,0-1 0 0 0,0 0 1 0 0,0 0-1 0 0,0 0 1 0 0,0 0-1 0 0,0 1 1 0 0,1-1-1 0 0,-1 0 0 0 0,0 0 1 0 0,0 0-1 0 0,0 1 1 0 0,0-1-1 0 0,0 0 1 0 0,0 0-1 0 0,0 0 0 0 0,1 0 1 0 0,-1 0-1 0 0,0 1 1 0 0,0-1-1 0 0,0 0 1 0 0,0 0-1 0 0,0 0 1 0 0,1 0-1 0 0,-1 0 0 0 0,0 0 1 0 0,0 0-1 0 0,0 0 1 0 0,1 0-1 0 0,-1 0 207 0 0,-4 1-8183 0 0</inkml:trace>
</inkml:ink>
</file>

<file path=ppt/ink/ink2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2:48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71 0 0 0,'0'0'520'0'0,"0"0"76"0"0,0 0-76 0 0,1-4-106 0 0,0-13 122 0 0,-1 2 5245 0 0,0 15-5057 0 0,-4-17 5212 0 0,1 0-1585 0 0,3 21-2344 0 0,0-1-2377 0 0,20 127 351 0 0,-2-54 100 0 0,-5 1-41 0 0,-1-8 48 0 0,-10-79-4682 0 0,-1-7-8476 0 0,-1 13 9529 0 0</inkml:trace>
  <inkml:trace contextRef="#ctx0" brushRef="#br0" timeOffset="576.99">365 238 0 0 0,'0'0'2158'0'0,"0"0"-107"0"0,0 0-60 0 0,0 0-177 0 0,0 0-223 0 0,0 0-130 0 0,0 0-162 0 0,0 0-130 0 0,0 0-101 0 0,0 0-136 0 0,3-4-119 0 0,12-14 538 0 0,-15 18-840 0 0,0 0-72 0 0,0 0-66 0 0,0 0-37 0 0,0 0 6 0 0,-2 0-199 0 0,-21 0-330 0 0,2-1 345 0 0,0 1 0 0 0,0 1 0 0 0,0 1 0 0 0,0 1 1 0 0,-15 4-159 0 0,-42 10 589 0 0,70-16-632 0 0,-1-1 0 0 0,1 0 0 0 0,0 0 0 0 0,0 0 0 0 0,-1-1 0 0 0,1-1 0 0 0,0 1 0 0 0,0-1 0 0 0,0-1 0 0 0,0 1 0 0 0,-1-2 43 0 0,-28-17-10126 0 0,35 18 1050 0 0</inkml:trace>
</inkml:ink>
</file>

<file path=ppt/ink/ink2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2:56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164 136 0 0 0,'0'0'863'0'0,"0"0"198"0"0,0 0-20 0 0,0 0-1 0 0,0 0 15 0 0,0 0-26 0 0,0 0-52 0 0,0 0-113 0 0,0 0-212 0 0,-2-3-209 0 0,-5-11-37 0 0,-3 0 716 0 0,-19-32 3328 0 0,24 30-1553 0 0,5 8 1386 0 0,3 1-3186 0 0,1-20-783 0 0,-4 26-259 0 0,3 1-331 0 0,7 28-922 0 0,42 155 1209 0 0,-4-23 73 0 0,-28-97-93 0 0,-27-71-15579 0 0,5 5 8915 0 0</inkml:trace>
  <inkml:trace contextRef="#ctx0" brushRef="#br0" timeOffset="569.33">363 311 0 0 0,'0'0'971'0'0,"0"0"1241"0"0,0 0 230 0 0,0 0-135 0 0,0 0-270 0 0,0 0-255 0 0,0 0-222 0 0,0 0-203 0 0,0 0-158 0 0,0 0-181 0 0,0 0-182 0 0,0 0-166 0 0,0-3-168 0 0,1-9-119 0 0,0 9-36 0 0,-1 3-58 0 0,0 0-33 0 0,0 0-26 0 0,0 0-44 0 0,0 0-59 0 0,0 0-28 0 0,0 0 5 0 0,0 0-30 0 0,0 0 28 0 0,0 0 21 0 0,0 0-23 0 0,0 0 14 0 0,0 0 28 0 0,0 0-4 0 0,0 0 34 0 0,0 0 47 0 0,0 0 8 0 0,0 0 38 0 0,0 0 39 0 0,0 0-17 0 0,0 0-12 0 0,0 0-27 0 0,0 0-35 0 0,0 0-45 0 0,0 0-45 0 0,10-8 177 0 0,-46 3-1840 0 0,-140 12 1532 0 0,166-6-45 0 0,1 0 1 0 0,-1-1-1 0 0,0-1 1 0 0,0 1-1 0 0,1-1 1 0 0,-1-1-1 0 0,0 0 1 0 0,1-1-1 0 0,-1 1 1 0 0,1-2-1 0 0,-7-3 53 0 0,-6-2-2500 0 0,8 4-6640 0 0,12 5 4101 0 0,0 0-664 0 0</inkml:trace>
</inkml:ink>
</file>

<file path=ppt/ink/ink2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3:00.2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798 763 0 0 0,'0'0'1192'0'0,"0"0"-23"0"0,0 0-112 0 0,0 0-106 0 0,0 0-134 0 0,0 0-138 0 0,0 0-139 0 0,0 0-118 0 0,0 0-91 0 0,0 0-73 0 0,11-5-64 0 0,34-15-77 0 0,-43 19-93 0 0,1 0 0 0 0,0 0 0 0 0,0 0 0 0 0,0 1 0 0 0,0-1 0 0 0,0 0 0 0 0,0 1 0 0 0,0 0 0 0 0,0 0 0 0 0,0 0 0 0 0,0 0 0 0 0,0 0 0 0 0,0 1 0 0 0,0-1 0 0 0,0 1 0 0 0,0 0 0 0 0,1 0-24 0 0,0 1 39 0 0,110 45 2085 0 0,-112-47-2112 0 0,1 1 1 0 0,-1 0-1 0 0,1 0 0 0 0,-1 0 0 0 0,0 0 0 0 0,1 0 1 0 0,-1 1-1 0 0,0-1 0 0 0,0 1 0 0 0,0-1 0 0 0,0 1 1 0 0,0 0-1 0 0,0 0 0 0 0,0 0 0 0 0,-1 0 0 0 0,1 0 0 0 0,-1 0 1 0 0,1 0-1 0 0,-1 1 0 0 0,0-1 0 0 0,0 0 0 0 0,0 1 1 0 0,0-1-1 0 0,0 1 0 0 0,-1-1 0 0 0,1 1 0 0 0,-1 0 1 0 0,1 1-13 0 0,-2 0 43 0 0,-1 0 1 0 0,1 1 0 0 0,-1-1-1 0 0,0 0 1 0 0,0-1 0 0 0,0 1-1 0 0,0 0 1 0 0,-1 0 0 0 0,1-1 0 0 0,-1 0-1 0 0,0 1 1 0 0,0-1 0 0 0,0 0-1 0 0,-1 0 1 0 0,1-1 0 0 0,-1 1-1 0 0,1-1 1 0 0,-1 0 0 0 0,0 0 0 0 0,0 0-1 0 0,0 0 1 0 0,-3 1-44 0 0,-6 4 292 0 0,7-5-32 0 0,-1 0 0 0 0,0 0 0 0 0,1 0 0 0 0,-1 0 1 0 0,0-1-1 0 0,0 0 0 0 0,0-1 0 0 0,0 0 0 0 0,0 0 0 0 0,-6-1-260 0 0,-3 1 1001 0 0,12-1-797 0 0,1 0-1 0 0,-1 0 0 0 0,0 0 1 0 0,1 0-1 0 0,-1-1 1 0 0,1 1-1 0 0,-1-1 0 0 0,1 0 1 0 0,0 0-1 0 0,0 0 1 0 0,0-1-1 0 0,0 1 0 0 0,0-1 1 0 0,0 0-1 0 0,1 0 0 0 0,-1 0 1 0 0,1 0-1 0 0,0 0 1 0 0,0 0-1 0 0,0-1 0 0 0,0 1-203 0 0,-6-8 440 0 0,5-24 386 0 0,3 34-966 0 0,1 0-1 0 0,-1-1 0 0 0,1 1 1 0 0,0 0-1 0 0,-1 0 0 0 0,1-1 1 0 0,0 1-1 0 0,0 0 0 0 0,0 0 1 0 0,0 0-1 0 0,0 0 0 0 0,0 0 0 0 0,0 0 1 0 0,0 1-1 0 0,0-1 0 0 0,1 0 1 0 0,-1 0-1 0 0,0 1 0 0 0,1-1 1 0 0,-1 1-1 0 0,0-1 0 0 0,1 1 0 0 0,-1 0 1 0 0,2-1 140 0 0,24 1-14197 0 0,-23 0 10738 0 0</inkml:trace>
  <inkml:trace contextRef="#ctx0" brushRef="#br0" timeOffset="705.06">906 904 0 0 0,'0'0'556'0'0,"0"0"490"0"0,0 0-51 0 0,0 0-177 0 0,0 0-159 0 0,0 0-141 0 0,0 0-6 0 0,0 0-4 0 0,0 0-21 0 0,0 0-7 0 0,11 2-27 0 0,67 19 1082 0 0,-11 3 2731 0 0,-65-23-4266 0 0,1 1-1 0 0,-1 0 0 0 0,0 0 0 0 0,1 0 1 0 0,-1 0-1 0 0,0 0 0 0 0,0 0 0 0 0,-1 0 1 0 0,1 1-1 0 0,0-1 0 0 0,-1 1 0 0 0,1-1 0 0 0,-1 1 1 0 0,0 0-1 0 0,0-1 0 0 0,0 1 0 0 0,0 3 1 0 0,6 9 29 0 0,16 47 25 0 0,-13-13-1028 0 0,-11-47 983 0 0,0 0 1 0 0,0-1-1 0 0,-1 1 0 0 0,1-1 0 0 0,0 0 0 0 0,-1 1 1 0 0,1-1-1 0 0,-1 0 0 0 0,0 0 0 0 0,1 0 0 0 0,-1 0 0 0 0,0 0 1 0 0,0 0-1 0 0,1 0 0 0 0,-1 0 0 0 0,0-1 0 0 0,0 1 1 0 0,0-1-1 0 0,0 0 0 0 0,0 1 0 0 0,0-1 0 0 0,0 0 1 0 0,0 0-1 0 0,0 0 0 0 0,0-1 0 0 0,0 1 0 0 0,-2-1-9 0 0,-5 1 315 0 0,0-1 0 0 0,0 0 0 0 0,-1-1 0 0 0,1 1 0 0 0,0-2 0 0 0,0 0 0 0 0,1 0 0 0 0,-1 0 0 0 0,1-1 0 0 0,-1 0 0 0 0,0-2-315 0 0,-6-2 320 0 0,9 5-127 0 0,0 1 0 0 0,0-1 0 0 0,0 0 0 0 0,0-1 0 0 0,1 0 0 0 0,-1 0 0 0 0,1 0 0 0 0,0 0 0 0 0,0-1 0 0 0,1 0 0 0 0,-1 0 0 0 0,1 0 0 0 0,0 0 0 0 0,0-1 0 0 0,1 1 0 0 0,0-1 0 0 0,-1-2-193 0 0,4 7 4 0 0,-1 0 0 0 0,1 0 1 0 0,0 0-1 0 0,0 1 0 0 0,0-1 0 0 0,0 0 1 0 0,0 0-1 0 0,0 0 0 0 0,0 1 1 0 0,1-1-1 0 0,-1 0 0 0 0,0 0 0 0 0,0 0 1 0 0,1 1-1 0 0,-1-1 0 0 0,0 0 1 0 0,1 0-1 0 0,-1 1 0 0 0,1-1 0 0 0,-1 0 1 0 0,1 1-1 0 0,-1-1 0 0 0,1 1 0 0 0,-1-1 1 0 0,1 0-1 0 0,0 1 0 0 0,-1-1 1 0 0,1 1-1 0 0,0 0 0 0 0,-1-1 0 0 0,1 1 1 0 0,0-1-5 0 0,29-8-4975 0 0,-20 6 947 0 0,-3 1-829 0 0,0 2-663 0 0</inkml:trace>
  <inkml:trace contextRef="#ctx0" brushRef="#br0" timeOffset="-2294.86">23 483 0 0 0,'0'0'1371'0'0,"0"0"157"0"0,0 0-10 0 0,0 0-4 0 0,0 0 41 0 0,0 0 17 0 0,0 0-37 0 0,0 0-55 0 0,0 0-69 0 0,0 0-132 0 0,-1-11-168 0 0,0-3-646 0 0,-2-8-30 0 0,3 5 5587 0 0,0 17-6085 0 0,5 15-564 0 0,29 56 436 0 0,52 111 246 0 0,-17-61-116 0 0,-31-66 123 0 0,-22-36 158 0 0,-5-25 1010 0 0,-2-36-1858 0 0,-18-62-346 0 0,-31-41 782 0 0,35 80 764 0 0,5 65-442 0 0,0 0 0 0 0,11 0-346 0 0,38 44-1033 0 0,134 158 590 0 0,-75-121 386 0 0,-107-82 284 0 0,0 1 0 0 0,0-1 1 0 0,0 1-1 0 0,-1-1 0 0 0,1 1 1 0 0,0-1-1 0 0,-1 1 0 0 0,1-1 1 0 0,0 0-1 0 0,-1 1 0 0 0,1-1 1 0 0,-1 0-1 0 0,1 0 0 0 0,-1 1 0 0 0,1-1 1 0 0,-1 0-1 0 0,1 0 0 0 0,-1 0 1 0 0,0 0-1 0 0,0 0 0 0 0,1 0 1 0 0,-1 1-1 0 0,0-1 0 0 0,0 0 1 0 0,0 0-1 0 0,0 0 0 0 0,0 0 1 0 0,0 0-1 0 0,0 0 0 0 0,0 0 1 0 0,0 0-1 0 0,-1 0 0 0 0,1 0 1 0 0,0 1-1 0 0,-1-1 0 0 0,1 0 1 0 0,0 0-1 0 0,-1 0 0 0 0,0 0-11 0 0,1-8-49 0 0,-3-26-13 0 0,-1 0 1 0 0,-2 0-1 0 0,-1 0 1 0 0,-1 0-1 0 0,-3 1 1 0 0,-3-7 61 0 0,-18-63-333 0 0,26 88 319 0 0,0-1-583 0 0,4 6-3693 0 0,1 13-1193 0 0,-3 9 596 0 0,2-7 406 0 0</inkml:trace>
  <inkml:trace contextRef="#ctx0" brushRef="#br0" timeOffset="-1547.55">1 357 0 0 0,'0'0'940'0'0,"0"0"231"0"0,0 0-129 0 0,0 0-211 0 0,0 0-241 0 0,0 0-275 0 0,0 0-370 0 0,0 0-382 0 0,-1-6-738 0 0,8 27 955 0 0,29 57-2045 0 0,-30-69 1528 0 0</inkml:trace>
  <inkml:trace contextRef="#ctx0" brushRef="#br0" timeOffset="-923.76">475 298 0 0 0,'0'0'784'0'0,"0"0"0"0"0,0 0-7 0 0,0 0-41 0 0,0 0-71 0 0,0 0-154 0 0,0 0-147 0 0,0 0-143 0 0,0 0-206 0 0,0-3-202 0 0,0-10-211 0 0,0 9-243 0 0,0 13-1571 0 0,17 65 2837 0 0,1-18-235 0 0,-4 11-1806 0 0,-14-59 398 0 0</inkml:trace>
  <inkml:trace contextRef="#ctx0" brushRef="#br0" timeOffset="1836.09">649 35 0 0 0,'0'0'891'0'0,"0"0"25"0"0,0 0-72 0 0,0 0-81 0 0,0 0-76 0 0,0 0-98 0 0,0 0-69 0 0,0 0-98 0 0,0 0-34 0 0,12-6-19 0 0,41-17 13 0 0,-18 17 311 0 0,-23 7-305 0 0,0 0-1 0 0,0 1 0 0 0,0 0 0 0 0,0 0 1 0 0,0 2-1 0 0,0-1 0 0 0,-1 1 0 0 0,7 4-387 0 0,-8-4 749 0 0,-9-4-710 0 0,0 0-1 0 0,0 1 0 0 0,0-1 1 0 0,1 0-1 0 0,-1 1 0 0 0,0-1 1 0 0,0 1-1 0 0,0-1 1 0 0,0 1-1 0 0,0 0 0 0 0,0-1 1 0 0,0 1-1 0 0,-1 0 0 0 0,1 0 1 0 0,0-1-1 0 0,0 1 1 0 0,0 0-1 0 0,-1 0 0 0 0,1 0 1 0 0,0 0-1 0 0,-1 0 0 0 0,1 0 1 0 0,-1 0-1 0 0,1 0 0 0 0,-1 0 1 0 0,0 1-1 0 0,1-1 1 0 0,-1 0-1 0 0,0 1-38 0 0,4 154 516 0 0,-6-123-79 0 0,0-27-305 0 0,2 0 0 0 0,-1 0 0 0 0,1 1 0 0 0,0-1 0 0 0,0 0 0 0 0,0 1 0 0 0,1-1 1 0 0,0 0-1 0 0,1 0 0 0 0,-1 0 0 0 0,1 1-132 0 0,9 30 481 0 0,6-2-509 0 0,-9-28-1268 0 0,-1-6-5035 0 0,-6-1 2892 0 0,-1 0-778 0 0</inkml:trace>
  <inkml:trace contextRef="#ctx0" brushRef="#br0" timeOffset="2153.85">1040 254 0 0 0,'0'0'2839'0'0,"0"0"1"0"0,0 0-176 0 0,0 0-415 0 0,0 0-521 0 0,0 0-480 0 0,0 0-365 0 0,0 0-268 0 0,0 0-136 0 0,0 0-99 0 0,0 0-44 0 0,-10-4-12 0 0,-31-16-47 0 0,4 16 430 0 0,-35 32-247 0 0,-5-17-1123 0 0,51-11-2189 0 0,1-3-3535 0 0,17 1-1740 0 0</inkml:trace>
  <inkml:trace contextRef="#ctx0" brushRef="#br0" timeOffset="2795.18">787 42 0 0 0,'0'0'552'0'0,"0"0"876"0"0,0 0-33 0 0,0 0-325 0 0,0 0-271 0 0,0 0-230 0 0,0 0-205 0 0,0 0-157 0 0,0 0-151 0 0,0 0-159 0 0,0 0-162 0 0,0 0-66 0 0,-3-1 16 0 0,-47 4-477 0 0,-17 4-2438 0 0,58-7 1826 0 0</inkml:trace>
</inkml:ink>
</file>

<file path=ppt/ink/ink2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3:11.9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0 405 536 0 0,'0'0'2657'0'0,"0"0"-2"0"0,0 0 98 0 0,0 0-68 0 0,0 0-187 0 0,0 0-347 0 0,0 0-469 0 0,0 0-427 0 0,0 0-289 0 0,0 0-222 0 0,0 0-141 0 0,0 0-82 0 0,0 0-74 0 0,0-3-95 0 0,0 1-406 0 0,0 2 123 0 0,1 0-1 0 0,-1 0 1 0 0,0 0-1 0 0,0 0 0 0 0,0 0 1 0 0,0 0-1 0 0,0 0 1 0 0,1 0-1 0 0,-1 0 0 0 0,0 0 1 0 0,0 0-1 0 0,0 0 1 0 0,0 0-1 0 0,0 0-68 0 0,17 45 52 0 0,-4-3 7 0 0,3 0 121 0 0,-5-13-202 0 0,-8 0-2714 0 0,-14-28-4071 0 0,6-2 1433 0 0,1 0-3387 0 0</inkml:trace>
  <inkml:trace contextRef="#ctx0" brushRef="#br0" timeOffset="612.52">355 3 0 0 0,'0'0'739'0'0,"0"0"1273"0"0,0 0 347 0 0,0 0-134 0 0,0 0-231 0 0,0 0-227 0 0,0 0-275 0 0,0 0-252 0 0,0 0-265 0 0,0 0-249 0 0,0 0-237 0 0,2-2-172 0 0,-2 2-316 0 0,1 0 0 0 0,-1 0 0 0 0,0 0 0 0 0,1 0 0 0 0,-1-1 0 0 0,0 1 0 0 0,1 0 0 0 0,-1 0 0 0 0,1 0 0 0 0,-1 0 0 0 0,0 0-1 0 0,1 0 1 0 0,-1 0 0 0 0,1 0 0 0 0,-1 0 0 0 0,0 0 0 0 0,1 1 0 0 0,-1-1 0 0 0,0 0 0 0 0,1 0 0 0 0,-1 0 0 0 0,1 0 0 0 0,-1 0-1 0 0,0 1 1 0 0,1-1 0 0 0,-1 0 0 0 0,0 0 0 0 0,0 1 0 0 0,1-1 0 0 0,-1 0 0 0 0,0 0 0 0 0,0 1 0 0 0,1-1 0 0 0,-1 0-1 0 0,0 1 1 0 0,0-1 0 0 0,0 0 0 0 0,1 1 0 0 0,-1-1 0 0 0,0 1 0 0 0,0-1 0 0 0,0 0 0 0 0,0 1 0 0 0,0-1 0 0 0,0 0 0 0 0,0 1-1 0 0,0-1 1 0 0,0 1 0 0 0,0-1 0 0 0,0 0 0 0 0,0 1 0 0 0,0-1 0 0 0,0 1 0 0 0,0-1 0 0 0,0 0 0 0 0,0 1 0 0 0,-1-1 0 0 0,1 0-1 0 0,0 1 1 0 0,0-1 0 0 0,0 0 0 0 0,-1 1-1 0 0,3 9 162 0 0,16 90 1104 0 0,1-27-613 0 0,-5-16-442 0 0,-9-39-509 0 0,1 9 529 0 0,-4-12-8402 0 0,-4-31-61 0 0,0 12 6018 0 0</inkml:trace>
  <inkml:trace contextRef="#ctx0" brushRef="#br0" timeOffset="914.38">531 173 0 0 0,'0'0'2786'0'0,"0"0"424"0"0,0 0-121 0 0,0 0-636 0 0,0 0-770 0 0,0 0-641 0 0,0 0-391 0 0,0 0-74 0 0,0 0 142 0 0,0 0 131 0 0,0 0 33 0 0,0 0-101 0 0,0 0-127 0 0,-22 1-104 0 0,-69 2-103 0 0,12-7 266 0 0,57 3-707 0 0,-102 4-2150 0 0,108 1-192 0 0,1 0-5104 0 0,12-3-1744 0 0</inkml:trace>
</inkml:ink>
</file>

<file path=ppt/ink/ink2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3:13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6 473 0 0 0,'0'0'1518'0'0,"0"0"1156"0"0,0 0 188 0 0,0 0-237 0 0,0 0-423 0 0,0 0-465 0 0,0 0-261 0 0,0 0-195 0 0,0 0-106 0 0,0 0-140 0 0,0 0-217 0 0,0 0-174 0 0,-1-6-153 0 0,-4-25 1342 0 0,22 31-984 0 0,-12 1-861 0 0,1 1 0 0 0,-1-1 0 0 0,0 1 0 0 0,0 0 1 0 0,0 0-1 0 0,0 1 0 0 0,0-1 0 0 0,0 1 0 0 0,-1 0 1 0 0,1 0-1 0 0,-1 1 0 0 0,0 0 0 0 0,2 1 12 0 0,7 6-8 0 0,111 91 216 0 0,24 22-157 0 0,-100-87-487 0 0,-46-39-5702 0 0,-8-11 1100 0 0,-7-1-1991 0 0,8 8 2353 0 0</inkml:trace>
  <inkml:trace contextRef="#ctx0" brushRef="#br0" timeOffset="408.79">324 445 0 0 0,'0'0'2246'0'0,"0"0"954"0"0,0 0 208 0 0,0 0-275 0 0,0 0-425 0 0,0 0-507 0 0,0 0-556 0 0,0 0-432 0 0,0 0-304 0 0,0 0-190 0 0,0 0-131 0 0,0 0-80 0 0,-1-3-82 0 0,-1-12-78 0 0,1 11-58 0 0,-10 19-78 0 0,-24 34-145 0 0,0 12-31 0 0,11 6 29 0 0,7-30-443 0 0,10-7-2737 0 0,7-23-1100 0 0,0 0-3292 0 0,0-7-1064 0 0</inkml:trace>
  <inkml:trace contextRef="#ctx0" brushRef="#br0" timeOffset="1082.87">543 584 4537 0 0,'0'0'3729'0'0,"0"0"-393"0"0,0 0-471 0 0,0 0-582 0 0,0 0-580 0 0,0 0-569 0 0,0 0-421 0 0,0 0-319 0 0,0 0-185 0 0,0 0-73 0 0,0 0-97 0 0,0 0-56 0 0,0 0-48 0 0,0 13-175 0 0,2 93 70 0 0,-2-106 174 0 0,0 0 12 0 0,0 0 8 0 0,0 0 8 0 0,0 0 10 0 0,62 20 661 0 0,-38-9-737 0 0,104 58-25 0 0,-125-67 29 0 0,0 1 1 0 0,0-1-1 0 0,0 0 0 0 0,0 1 0 0 0,0 0 1 0 0,0 0-1 0 0,-1 0 0 0 0,1 0 1 0 0,-1 0-1 0 0,0 0 0 0 0,0 0 1 0 0,0 1-1 0 0,0-1 0 0 0,0 1 1 0 0,-1 0-1 0 0,0-1 0 0 0,0 1 1 0 0,0 0-1 0 0,0 0 0 0 0,-1 0 0 0 0,1 0 1 0 0,-1-1-1 0 0,0 4 30 0 0,-1-4-1 0 0,0 0 0 0 0,0 0 0 0 0,-1 0 1 0 0,1-1-1 0 0,-1 1 0 0 0,0-1 0 0 0,1 1 0 0 0,-1-1 0 0 0,0 1 0 0 0,-1-1 1 0 0,1 0-1 0 0,0 0 0 0 0,-1 0 0 0 0,0 0 1 0 0,-1 1 35 0 0,-2 1 42 0 0,-1 0 0 0 0,0 0 0 0 0,-1-1 0 0 0,1 0 0 0 0,-1 0 0 0 0,1-1 0 0 0,-1 0 0 0 0,0 0 0 0 0,0-1 0 0 0,0 0 0 0 0,0-1 0 0 0,0 1 0 0 0,0-1 0 0 0,0-1 0 0 0,-2 0-77 0 0,-5 1 1 0 0,9 0-132 0 0,1-1 0 0 0,0 1 0 0 0,0-1 0 0 0,0 0 0 0 0,0-1 1 0 0,0 1-1 0 0,0-1 0 0 0,1 0 0 0 0,-1 0 0 0 0,0 0 0 0 0,1-1 0 0 0,-1 0 131 0 0,-29-26-8546 0 0,29 23 3813 0 0,-1 2-2227 0 0</inkml:trace>
  <inkml:trace contextRef="#ctx0" brushRef="#br0" timeOffset="1408.88">564 597 1032 0 0,'0'0'4767'0'0,"0"0"-953"0"0,0 0-723 0 0,0 0-498 0 0,0 0-524 0 0,0 0-515 0 0,0 0-480 0 0,0 0-362 0 0,0 0-249 0 0,0 0-150 0 0,0 0-144 0 0,0 0-107 0 0,0 0-85 0 0,13-10-89 0 0,45-30-37 0 0,-20 29-225 0 0,-31 12 227 0 0,3 0-383 0 0,-1 0-1 0 0,0 1 1 0 0,1 0-1 0 0,-1 1 1 0 0,0 0-1 0 0,-1 0 1 0 0,1 1-1 0 0,1 1 531 0 0,2 0-1498 0 0,6 6-5760 0 0,-13-7-650 0 0</inkml:trace>
  <inkml:trace contextRef="#ctx0" brushRef="#br0" timeOffset="2338.57">840 37 0 0 0,'0'0'767'0'0,"0"0"521"0"0,0 0 43 0 0,0 0-109 0 0,0 0-39 0 0,0 0-62 0 0,0 0-55 0 0,0 0 77 0 0,0 0-6 0 0,0 0-98 0 0,0-6-53 0 0,2-24 755 0 0,1 30 1364 0 0,10 0-2085 0 0,-7 1-979 0 0,0 1 1 0 0,1-1-1 0 0,-1 1 0 0 0,0 1 0 0 0,0-1 1 0 0,0 1-1 0 0,-1 0 0 0 0,1 1 0 0 0,-1-1 0 0 0,0 1 1 0 0,4 3-42 0 0,27 18 208 0 0,-2 1 1 0 0,-1 2-1 0 0,-1 2 1 0 0,-1 1 0 0 0,-2 1-1 0 0,-1 1 1 0 0,16 27-209 0 0,7 32 457 0 0,-41-70-331 0 0,-2 2 0 0 0,-1-1 0 0 0,-1 1 0 0 0,-1 0 1 0 0,-1 0-1 0 0,-1 1 0 0 0,-1-1 0 0 0,-1 1-126 0 0,-1-17 24 0 0,0 0 1 0 0,-1 1 0 0 0,0-1 0 0 0,0 0-1 0 0,-1 0 1 0 0,0 0 0 0 0,0 0 0 0 0,-1 0-1 0 0,0 0 1 0 0,0-1 0 0 0,-1 1 0 0 0,0-1-1 0 0,0 0 1 0 0,-1 0 0 0 0,0-1 0 0 0,-4 6-25 0 0,0-2 10 0 0,1-1 0 0 0,-1 0 0 0 0,-1 0 0 0 0,0-1 0 0 0,0 0 0 0 0,0-1 0 0 0,-2 1-10 0 0,-42 23-979 0 0,37-20-1702 0 0,-1 0-3366 0 0,11-7-4009 0 0</inkml:trace>
</inkml:ink>
</file>

<file path=ppt/ink/ink2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3:23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2665 0 0,'0'0'3262'0'0,"0"0"-487"0"0,0 0-245 0 0,0 0-164 0 0,0 0-374 0 0,0 0-593 0 0,0 0-563 0 0,0 0-429 0 0,0 0-232 0 0,0 0-109 0 0,0 0-95 0 0,0 0-50 0 0,0 4 3 0 0,6 67 514 0 0,10-30 311 0 0,19 14-71 0 0,-13-27-937 0 0,-22-28-38 0 0,0 0-142 0 0,0 0-183 0 0,0 0-253 0 0,0 0-314 0 0,-13-4-8825 0 0,10 1 3555 0 0</inkml:trace>
</inkml:ink>
</file>

<file path=ppt/ink/ink2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3:24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255 0 0 0 0,'0'0'1659'0'0,"0"0"1538"0"0,0 0 258 0 0,0 0-496 0 0,0 0-665 0 0,0 0-512 0 0,0 0-415 0 0,0 0-271 0 0,0 0-165 0 0,0 0-107 0 0,0 0-102 0 0,0 0-128 0 0,0 0-112 0 0,-15 4 109 0 0,-100-5-317 0 0,56 1-2758 0 0,1-1-9535 0 0,51 1 4295 0 0</inkml:trace>
</inkml:ink>
</file>

<file path=ppt/ink/ink2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3:24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0 265 2553 0 0,'0'0'3258'0'0,"0"0"30"0"0,0 0-95 0 0,0 0-423 0 0,0 0-598 0 0,0 0-625 0 0,0 0-442 0 0,0 0-297 0 0,0 0-239 0 0,0 0-214 0 0,0 0-158 0 0,0 0-89 0 0,5-3-96 0 0,70 69-209 0 0,98 71 285 0 0,-38-11-76 0 0,-133-124-151 0 0,8 12 253 0 0,-7-1-3131 0 0,-3-13 2123 0 0,0 0-260 0 0,0 0-279 0 0,-15-5-8702 0 0,13 3 4955 0 0</inkml:trace>
  <inkml:trace contextRef="#ctx0" brushRef="#br0" timeOffset="395.48">322 342 5401 0 0,'0'0'3809'0'0,"0"0"-451"0"0,0 0-441 0 0,0 0-478 0 0,0 0-544 0 0,0 0-489 0 0,0 0-401 0 0,0 0-293 0 0,0 0-221 0 0,0 0-142 0 0,0 0-121 0 0,0 0-78 0 0,0 0-65 0 0,-2-2-18 0 0,-6-5-32 0 0,6 5-55 0 0,-2 19-454 0 0,-35 38 519 0 0,-57 87-35 0 0,72-95-2086 0 0,22-36-3463 0 0,2 1-4941 0 0,0-11 4667 0 0</inkml:trace>
  <inkml:trace contextRef="#ctx0" brushRef="#br0" timeOffset="1068.3">472 587 136 0 0,'0'0'4420'0'0,"0"0"-777"0"0,0 0-438 0 0,0 0-367 0 0,0 0-544 0 0,0 0-587 0 0,0 0-514 0 0,0 0-350 0 0,0 0-227 0 0,0 0-141 0 0,0 0-115 0 0,0 0-107 0 0,-5-2 14 0 0,4 94-1579 0 0,-9-72 1293 0 0,38-11 1506 0 0,-4-1-1472 0 0,0 1-1 0 0,-1 0 1 0 0,1 2 0 0 0,-2 1-1 0 0,0 1 1 0 0,0 1 0 0 0,-1 0-1 0 0,4 6-14 0 0,-24-19-17 0 0,1 0-1 0 0,-1 0 1 0 0,1 0-1 0 0,-1 0 1 0 0,0 1-1 0 0,0-1 1 0 0,1 0 0 0 0,-1 1-1 0 0,0-1 1 0 0,0 1-1 0 0,-1 0 1 0 0,1-1-1 0 0,0 1 1 0 0,0-1-1 0 0,-1 1 1 0 0,1 0-1 0 0,-1 0 1 0 0,1-1-1 0 0,-1 1 1 0 0,0 0-1 0 0,0 0 1 0 0,0 0-1 0 0,0-1 1 0 0,0 1-1 0 0,0 0 18 0 0,0 0-8 0 0,-1 0 0 0 0,1 0 0 0 0,-1 0 0 0 0,1 0-1 0 0,-1 0 1 0 0,0 0 0 0 0,1 0 0 0 0,-1 0 0 0 0,0-1 0 0 0,0 1 0 0 0,-1 0-1 0 0,1-1 1 0 0,0 1 0 0 0,-1 0 0 0 0,1-1 0 0 0,0 0 0 0 0,-1 1 0 0 0,0-1 0 0 0,1 0-1 0 0,-1 0 1 0 0,-1 1 8 0 0,-6 5 62 0 0,4-4 19 0 0,-1 1 0 0 0,0-1 1 0 0,0 0-1 0 0,0-1 0 0 0,-1 0 1 0 0,1 0-1 0 0,-1 0 1 0 0,1 0-1 0 0,-1-1 0 0 0,-6 0-81 0 0,-75 0-608 0 0,36-13-2052 0 0,23-7-7476 0 0,25 15 750 0 0</inkml:trace>
  <inkml:trace contextRef="#ctx0" brushRef="#br0" timeOffset="1383.3">470 589 4689 0 0,'0'0'3916'0'0,"0"0"-482"0"0,0 0-512 0 0,0 0-589 0 0,0 0-538 0 0,0 0-525 0 0,0 0-448 0 0,0 0-308 0 0,0 0-212 0 0,0 0-117 0 0,0 0-81 0 0,0 0-48 0 0,0 0-35 0 0,18-2-13 0 0,57-8-6 0 0,0 8-153 0 0,-71 2-573 0 0,33 2 389 0 0,-29-1-4142 0 0,0-1-4009 0 0,-8 0 286 0 0</inkml:trace>
  <inkml:trace contextRef="#ctx0" brushRef="#br0" timeOffset="2278.79">728 31 0 0 0,'0'0'975'0'0,"0"0"675"0"0,0 0 53 0 0,0 0-127 0 0,0 0-57 0 0,0 0-128 0 0,0 0-95 0 0,0 0-12 0 0,0 0-154 0 0,0 0-79 0 0,0 0-82 0 0,0 0-122 0 0,2-5-75 0 0,4-16-147 0 0,15 16 1310 0 0,30 27-2327 0 0,-36-13 353 0 0,24 15 237 0 0,-2 1 1 0 0,0 1-1 0 0,-2 2 0 0 0,27 29-198 0 0,-45-41 74 0 0,0 1 0 0 0,-2 1 0 0 0,0 0 0 0 0,-2 1 0 0 0,0 0 0 0 0,0 1 0 0 0,2 8-74 0 0,-6-9 56 0 0,-1 0 1 0 0,0 1-1 0 0,-2 0 1 0 0,0 0 0 0 0,1 10-57 0 0,2 55 64 0 0,-9-77-65 0 0,0-1 0 0 0,0 0-1 0 0,-1 0 1 0 0,1 0 0 0 0,-2 0 0 0 0,1 0 0 0 0,-1 0 0 0 0,0 0 0 0 0,0-1 0 0 0,-1 1 0 0 0,0-1 0 0 0,0 1 0 0 0,-1-1 0 0 0,-1 3 1 0 0,-1-1 7 0 0,1-1 0 0 0,-1 1 0 0 0,-1-1 1 0 0,1-1-1 0 0,-1 1 0 0 0,0-1 0 0 0,-1 0 0 0 0,0-1 0 0 0,1 0 0 0 0,-2 0 1 0 0,1 0-1 0 0,-1-1 0 0 0,1-1 0 0 0,-2 1-7 0 0,-57 10-1111 0 0,38-10-5713 0 0,25-4 5364 0 0,-4 0-8244 0 0</inkml:trace>
</inkml:ink>
</file>

<file path=ppt/ink/ink2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3:35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8 262 0 0 0,'0'0'3823'0'0,"0"0"-482"0"0,0 0-419 0 0,0 0-417 0 0,0 0-502 0 0,0 0-534 0 0,0 0-390 0 0,0 0-311 0 0,0 0-221 0 0,0 0-127 0 0,0 0-90 0 0,0 0-78 0 0,0 0-64 0 0,-1-3-69 0 0,-5-9 2161 0 0,18 23-2273 0 0,24 20-163 0 0,58 48 184 0 0,-44-36-19 0 0,1-2-1 0 0,2-3 1 0 0,37 20-9 0 0,23 15-14 0 0,-103-66-426 0 0,-13-14-2468 0 0,-48-41-9165 0 0,42 40 5557 0 0</inkml:trace>
  <inkml:trace contextRef="#ctx0" brushRef="#br0" timeOffset="423.91">332 307 0 0 0,'0'0'3334'0'0,"0"0"-9"0"0,0 0-47 0 0,0 0-282 0 0,0 0-471 0 0,0 0-487 0 0,0 0-434 0 0,0 0-308 0 0,0 0-249 0 0,0 0-245 0 0,0 0-225 0 0,0 0-147 0 0,0 0-106 0 0,-2-4-80 0 0,-4-14-64 0 0,5 13-68 0 0,1 5-43 0 0,-5 35-1376 0 0,-26 65 1470 0 0,13-54-146 0 0,13-33-15 0 0,0 0 0 0 0,-1-1 0 0 0,-1 1 0 0 0,0-1 0 0 0,0-1 0 0 0,-2 1 0 0 0,-2 2-2 0 0,-8 18-926 0 0,15-16-1424 0 0,4-5-5104 0 0,0-7 1695 0 0,0-2-820 0 0</inkml:trace>
  <inkml:trace contextRef="#ctx0" brushRef="#br0" timeOffset="1179.47">615 536 1696 0 0,'0'0'6047'0'0,"0"0"-1810"0"0,0 0-1087 0 0,0 0-752 0 0,0 0-625 0 0,0 0-544 0 0,0 0-412 0 0,0 0-294 0 0,0 0-186 0 0,0 0-103 0 0,0 0-102 0 0,0 0-59 0 0,0 0-42 0 0,-2 1-43 0 0,2 0-63 0 0,-1-1 1 0 0,0 1-1 0 0,0 0 1 0 0,0 0-1 0 0,1 0 0 0 0,-1 0 1 0 0,0 0-1 0 0,1 0 1 0 0,-1 0-1 0 0,1 0 0 0 0,-1 0 1 0 0,1 0-1 0 0,0 0 1 0 0,-1 0-1 0 0,1 0 1 0 0,0 1-1 0 0,0-1 0 0 0,-1 0 1 0 0,1 0-1 0 0,0 0 1 0 0,0 0-1 0 0,1 0 1 0 0,-1 1-1 0 0,0-1 0 0 0,0 1 75 0 0,0 2 230 0 0,-2 29-534 0 0,-2-27 320 0 0,8-4 1445 0 0,1-1-1423 0 0,3 1-94 0 0,17 4-100 0 0,-1 0 0 0 0,0 2 0 0 0,-1 1 0 0 0,0 0 0 0 0,8 6 156 0 0,-30-15-39 0 0,0 1 1 0 0,1-1-1 0 0,-1 1 1 0 0,0 0 0 0 0,0-1-1 0 0,0 1 1 0 0,0 0 0 0 0,0 0-1 0 0,0-1 1 0 0,0 1-1 0 0,0 0 1 0 0,0 0 0 0 0,0 0-1 0 0,-1 0 1 0 0,1 0 0 0 0,0 1-1 0 0,-1-1 1 0 0,1 0-1 0 0,0 0 1 0 0,-1 0 0 0 0,0 1-1 0 0,1-1 1 0 0,-1 0 0 0 0,0 0-1 0 0,0 1 1 0 0,1-1-1 0 0,-1 0 1 0 0,0 1 0 0 0,0-1-1 0 0,0 0 1 0 0,-1 1 38 0 0,1 2-18 0 0,-1 0-1 0 0,1 0 1 0 0,-1 0 0 0 0,0 0 0 0 0,-1 0-1 0 0,1 0 1 0 0,-1 0 0 0 0,0-1 0 0 0,0 1-1 0 0,0-1 1 0 0,0 1 0 0 0,0-1 0 0 0,-1 0-1 0 0,0 0 1 0 0,1 0 0 0 0,-1 0-1 0 0,0 0 1 0 0,-1 0 0 0 0,0 0 18 0 0,-20 22 96 0 0,22-23-150 0 0,-1 0-1 0 0,0 1 0 0 0,1-1 1 0 0,-1 0-1 0 0,0 0 0 0 0,0-1 1 0 0,-1 1-1 0 0,1-1 0 0 0,0 1 1 0 0,0-1-1 0 0,-1 0 0 0 0,1 0 1 0 0,-1 0-1 0 0,1-1 0 0 0,-1 1 1 0 0,1-1-1 0 0,-1 0 0 0 0,1 0 0 0 0,-1 0 1 0 0,1-1-1 0 0,-1 1 0 0 0,1-1 1 0 0,-1 0 54 0 0,-49-15-5145 0 0,38 8 1810 0 0,-4-1-3511 0 0,9 6 3465 0 0</inkml:trace>
  <inkml:trace contextRef="#ctx0" brushRef="#br0" timeOffset="1575.47">608 501 0 0 0,'0'0'3795'0'0,"0"0"-216"0"0,0 0-288 0 0,0 0-520 0 0,0 0-548 0 0,0 0-457 0 0,0 0-422 0 0,0 0-331 0 0,0 0-299 0 0,0 0-190 0 0,0 0-147 0 0,0 0-128 0 0,0 0-69 0 0,19-10-89 0 0,57-32-53 0 0,-35 27-46 0 0,32 12-397 0 0,-44 4-8240 0 0,-29-1 3759 0 0,0 2-3125 0 0</inkml:trace>
  <inkml:trace contextRef="#ctx0" brushRef="#br0" timeOffset="2767.5">902 0 0 0 0,'0'0'1148'0'0,"0"0"369"0"0,0 0-68 0 0,0 0-215 0 0,0 0-202 0 0,0 0-245 0 0,0 0-200 0 0,0 0-114 0 0,0 0-79 0 0,0 0-32 0 0,7 3 18 0 0,32 13 414 0 0,-13 0 1797 0 0,65 41 1814 0 0,-69-42-4172 0 0,-1 0 0 0 0,0 1-1 0 0,-2 2 1 0 0,0 0 0 0 0,-1 1 0 0 0,-1 0 0 0 0,0 2-1 0 0,-2 0 1 0 0,10 18-233 0 0,-17-23 48 0 0,0 0-1 0 0,-2 1 1 0 0,0-1 0 0 0,-1 1-1 0 0,-1 1 1 0 0,0-1-1 0 0,-1 0 1 0 0,-1 1 0 0 0,-1 0-1 0 0,0 2-47 0 0,-6 73 76 0 0,2-82-59 0 0,0 0 1 0 0,-1 0-1 0 0,-1 0 0 0 0,0-1 0 0 0,0 0 1 0 0,-1 1-1 0 0,0-2 0 0 0,-1 1 0 0 0,0-1 0 0 0,0 0 1 0 0,-8 7-18 0 0,9-11-66 0 0,0-1 0 0 0,0 1 1 0 0,0-1-1 0 0,0-1 1 0 0,0 1-1 0 0,-1-1 0 0 0,0 0 1 0 0,1 0-1 0 0,-6 0 66 0 0,-38 6-8042 0 0,39-9-1675 0 0</inkml:trace>
</inkml:ink>
</file>

<file path=ppt/ink/ink2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3:34.4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5 341 0 0 0,'0'0'3111'0'0,"0"0"153"0"0,0 0-21 0 0,0 0-284 0 0,0 0-518 0 0,0 0-638 0 0,0 0-556 0 0,0 0-386 0 0,0 0-239 0 0,0 0-209 0 0,0 0-150 0 0,0 0-106 0 0,0 0-77 0 0,-1 1-64 0 0,0 4-11 0 0,0 0 0 0 0,0 0-1 0 0,1-1 1 0 0,0 1-1 0 0,-1 0 1 0 0,2 0-1 0 0,-1 0 1 0 0,0 0 0 0 0,1 0-1 0 0,0-1 1 0 0,0 1-1 0 0,1 0 1 0 0,-1-1 0 0 0,1 1-1 0 0,0-1 1 0 0,0 1-5 0 0,17 35 381 0 0,-5-7-378 0 0,-6-7-1184 0 0,-8-21-3110 0 0,0 1-4020 0 0,0-6 1156 0 0</inkml:trace>
  <inkml:trace contextRef="#ctx0" brushRef="#br0" timeOffset="537.57">219 6 1696 0 0,'0'0'3891'0'0,"0"0"-369"0"0,0 0-395 0 0,0 0-560 0 0,0 0-564 0 0,0 0-468 0 0,0 0-373 0 0,0 0-283 0 0,0 0-231 0 0,0 0-193 0 0,0 0-179 0 0,0 0-131 0 0,0 0-104 0 0,0-2-66 0 0,0-1 30 0 0,0 3-21 0 0,0 0 0 0 0,1 0 0 0 0,-1 0 0 0 0,0 1 0 0 0,0-1 0 0 0,0 0 1 0 0,0 0-1 0 0,0 0 0 0 0,1 0 0 0 0,-1 0 0 0 0,0 0 0 0 0,0 1 0 0 0,0-1 1 0 0,0 0-1 0 0,1 0 0 0 0,-1 0 0 0 0,0 0 0 0 0,0 0 0 0 0,0 0 0 0 0,1 0 1 0 0,-1 0-1 0 0,0 0 0 0 0,0 0 0 0 0,0 0 0 0 0,1 0 0 0 0,-1 0 0 0 0,0 0 1 0 0,0 0-1 0 0,0 0 0 0 0,1 0 0 0 0,-1 0 0 0 0,0 0 0 0 0,0 0 0 0 0,0-1 1 0 0,0 1-1 0 0,1 0 0 0 0,-1 0 0 0 0,0 0 0 0 0,0 0 0 0 0,0 0 0 0 0,0 0 1 0 0,1-1 15 0 0,19 42-136 0 0,-1 0 0 0 0,-3 1 1 0 0,10 38 135 0 0,-24-75-170 0 0,8 34 323 0 0,-7-14-3438 0 0,-3-24 2353 0 0,0-1-222 0 0,0 0-242 0 0,0 0-442 0 0,0 0-661 0 0,0 0-473 0 0,0 0-342 0 0,0 0-133 0 0</inkml:trace>
  <inkml:trace contextRef="#ctx0" brushRef="#br0" timeOffset="815.76">425 171 0 0 0,'0'0'1719'0'0,"0"0"508"0"0,0 0-148 0 0,0 0-276 0 0,0 0-276 0 0,0 0-134 0 0,0 0 22 0 0,0 0 29 0 0,0 0-85 0 0,0 0-235 0 0,0 0-249 0 0,0 0-223 0 0,0 0-166 0 0,-24-1-133 0 0,-75-1-113 0 0,-5-10-144 0 0,54 10-2382 0 0,17 2-5814 0 0,23 0-306 0 0</inkml:trace>
</inkml:ink>
</file>

<file path=ppt/ink/ink2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3:57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11 346 5697 0 0,'0'0'3338'0'0,"0"0"-428"0"0,0 0-360 0 0,0 0-419 0 0,0 0-562 0 0,0 0-593 0 0,0 0-443 0 0,0 0-267 0 0,0 0-129 0 0,0 0-73 0 0,0 0-88 0 0,0 0-67 0 0,-1 3-67 0 0,-9 40-448 0 0,12-25 752 0 0,0-1 0 0 0,1 1 0 0 0,1-1 0 0 0,1 0 0 0 0,0-1 0 0 0,1 1 0 0 0,1 0-146 0 0,7 23 112 0 0,-9-29-149 0 0,-1 1-416 0 0,-2-4-4735 0 0,-4-8-1430 0 0,0 0-1512 0 0</inkml:trace>
  <inkml:trace contextRef="#ctx0" brushRef="#br0" timeOffset="535.48">269 17 0 0 0,'0'0'2136'0'0,"0"0"757"0"0,0 0 97 0 0,0 0-257 0 0,0 0-349 0 0,0 0-401 0 0,0 0-434 0 0,0 0-391 0 0,0 0-341 0 0,0 0-301 0 0,0 0-262 0 0,0 0-200 0 0,0 0-190 0 0,-1-4-162 0 0,-1 0 330 0 0,-2-4-809 0 0,2 21-177 0 0,18 82 1425 0 0,30 29 217 0 0,-26-71-2373 0 0,-13-39-1312 0 0,-2-6-5505 0 0,-4-6 3193 0 0</inkml:trace>
  <inkml:trace contextRef="#ctx0" brushRef="#br0" timeOffset="837.42">410 194 2745 0 0,'0'0'3414'0'0,"0"0"-466"0"0,0 0-475 0 0,0 0-541 0 0,0 0-546 0 0,0 0-503 0 0,0 0-335 0 0,0 0-187 0 0,0 0-143 0 0,0 0-92 0 0,0 0-19 0 0,0 0 6 0 0,-7 2 15 0 0,-107 4 163 0 0,18-8-3348 0 0,33-1-6582 0 0,49 2 4662 0 0</inkml:trace>
</inkml:ink>
</file>

<file path=ppt/ink/ink2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3:44.0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7 487 5841 0 0,'0'0'4037'0'0,"0"0"-455"0"0,0 0-538 0 0,0 0-596 0 0,0 0-634 0 0,0 0-590 0 0,0 0-434 0 0,0 0-300 0 0,0 0-187 0 0,0 0-104 0 0,0 0-58 0 0,0 0-38 0 0,-1 2-65 0 0,-1 2-99 0 0,1 0-1 0 0,0 0 0 0 0,0 1 0 0 0,1-1 1 0 0,-1 0-1 0 0,1 0 0 0 0,0 1 1 0 0,0-1-1 0 0,1 0 0 0 0,-1 1 0 0 0,1-1 1 0 0,0 0-1 0 0,1 2 62 0 0,0 6-8 0 0,13 51 56 0 0,-14-53-207 0 0,2 5-336 0 0,-2-4-4087 0 0,-5-9-6455 0 0,2-2 4018 0 0</inkml:trace>
  <inkml:trace contextRef="#ctx0" brushRef="#br0" timeOffset="642.74">473 341 984 0 0,'0'0'3281'0'0,"0"0"-266"0"0,0 0-400 0 0,0 0-373 0 0,0 0-385 0 0,0 0-384 0 0,0 0-344 0 0,0 0-327 0 0,0 0-261 0 0,0 0-165 0 0,0 0-99 0 0,0 0-34 0 0,-3 1-11 0 0,-10 1 71 0 0,0 0 0 0 0,-1-1 0 0 0,1 0 0 0 0,-1-1 1 0 0,1-1-1 0 0,-10-1-303 0 0,14 1 53 0 0,-61-8-158 0 0,-23-1-5142 0 0,78 10 2139 0 0,-3 0-4722 0 0,11 0 3181 0 0</inkml:trace>
  <inkml:trace contextRef="#ctx0" brushRef="#br0" timeOffset="1461.61">628 166 0 0 0,'0'0'1468'0'0,"0"0"870"0"0,0 0-15 0 0,0 0-401 0 0,0 0-392 0 0,0 0-246 0 0,0 0-158 0 0,0 0-113 0 0,0 0-57 0 0,0 0-62 0 0,0 0-70 0 0,0 0-45 0 0,-1-1-52 0 0,-1 0-1318 0 0,-4 2 7678 0 0,6 0-6950 0 0,4 6 271 0 0,42 26-643 0 0,187 160 159 0 0,-163-134 68 0 0,-56-48-253 0 0,-13-11 157 0 0,-1 0 12 0 0,0 0 40 0 0,0 0-23 0 0,0 0-21 0 0,0 0-29 0 0,0 0-70 0 0,0 0-39 0 0,-3-5-1193 0 0,-35-50-14058 0 0,31 47 9725 0 0</inkml:trace>
  <inkml:trace contextRef="#ctx0" brushRef="#br0" timeOffset="1887">943 186 4433 0 0,'0'0'3817'0'0,"0"0"-419"0"0,0 0-560 0 0,0 0-503 0 0,0 0-415 0 0,0 0-438 0 0,0 0-370 0 0,0 0-278 0 0,0 0-211 0 0,0 0-137 0 0,0 0-91 0 0,0 0-78 0 0,0 0-80 0 0,-2-1-71 0 0,-9 3-20 0 0,-8 18-952 0 0,-75 63 841 0 0,28-1-643 0 0,54-63-1468 0 0,6-6-5034 0 0,6-11 1947 0 0,0-1-3648 0 0</inkml:trace>
  <inkml:trace contextRef="#ctx0" brushRef="#br0" timeOffset="2612.36">1140 376 6993 0 0,'0'0'4127'0'0,"0"0"-715"0"0,0 0-747 0 0,0 0-603 0 0,0 0-566 0 0,0 0-477 0 0,0 0-338 0 0,0 0-224 0 0,0 0-137 0 0,0 0-94 0 0,0 0-96 0 0,0 0-77 0 0,-7 6-1160 0 0,7 140 1234 0 0,17-146 1501 0 0,2-1-1736 0 0,-10 1 29 0 0,0-1 1 0 0,1 2-1 0 0,-1-1 1 0 0,0 1-1 0 0,1 0 1 0 0,-1 1-1 0 0,0 0 1 0 0,0 1-1 0 0,4 1 79 0 0,1 3-59 0 0,-4-3 17 0 0,-1 0 0 0 0,0 1 0 0 0,0 0 0 0 0,0 0 0 0 0,-1 1 0 0 0,0 0 0 0 0,0 0 0 0 0,0 1 0 0 0,1 2 42 0 0,-7-7-68 0 0,0 0 1 0 0,-1 0-1 0 0,1 0 1 0 0,-1 0-1 0 0,1 1 1 0 0,-1-1-1 0 0,0 0 1 0 0,0 1-1 0 0,0-1 0 0 0,0 1 1 0 0,0-1-1 0 0,-1 1 1 0 0,1-1-1 0 0,-1 1 1 0 0,0-1-1 0 0,1 1 1 0 0,-1 1 67 0 0,-1 0-15 0 0,0-1 1 0 0,-1 1 0 0 0,1-1-1 0 0,-1 1 1 0 0,1-1 0 0 0,-1 0 0 0 0,0 0-1 0 0,0 0 1 0 0,0 0 0 0 0,-1 0-1 0 0,1 0 1 0 0,-1 0 0 0 0,1-1 0 0 0,-1 0-1 0 0,0 1 1 0 0,0-1 0 0 0,0 0-1 0 0,0 0 1 0 0,-1 0 0 0 0,1-1-1 0 0,0 1 1 0 0,-1-1 0 0 0,1 0 0 0 0,-1 0-1 0 0,0 0 15 0 0,-73 5 760 0 0,51-6-653 0 0,-57-15-1689 0 0,63 8-1699 0 0,7 0-7369 0 0,10 5 3765 0 0</inkml:trace>
  <inkml:trace contextRef="#ctx0" brushRef="#br0" timeOffset="2978.68">1168 358 8 0 0,'0'0'5588'0'0,"0"0"-1431"0"0,0 0-673 0 0,0 0-459 0 0,0 0-644 0 0,0 0-610 0 0,0 0-446 0 0,0 0-352 0 0,0 0-291 0 0,0 0-150 0 0,0 0-129 0 0,0 0-100 0 0,0 0-38 0 0,4-6-121 0 0,14-17-81 0 0,9 13-184 0 0,62 10-1757 0 0,-73 3 741 0 0,-3-1-3438 0 0,-5-1-6317 0 0,-8-1 4391 0 0</inkml:trace>
  <inkml:trace contextRef="#ctx0" brushRef="#br0" timeOffset="19150.34">1491 21 0 0 0,'0'0'2034'0'0,"0"0"566"0"0,0 0-103 0 0,0 0-366 0 0,0 0-271 0 0,0 0-286 0 0,0 0-186 0 0,0 0-146 0 0,0 0-167 0 0,0-2-154 0 0,0-7-116 0 0,0 7-125 0 0,0 2-122 0 0,0 0-96 0 0,0 0-91 0 0,0 0-49 0 0,0 0-26 0 0,0 0-22 0 0,0 0-19 0 0,0 0-30 0 0,11 0 414 0 0,12-7-361 0 0,-17 7-283 0 0,39 9-199 0 0,-29 3 168 0 0,-1 1 1 0 0,-1 0-1 0 0,0 1 0 0 0,-1 1 0 0 0,-1 0 0 0 0,0 1 1 0 0,5 9 35 0 0,2 2-19 0 0,-3-3 5 0 0,-1 0 0 0 0,-2 2-1 0 0,0 0 1 0 0,-2 0 0 0 0,-1 1 0 0 0,-1 0 0 0 0,2 14 14 0 0,-7-18-36 0 0,0 1 0 0 0,-1 0 0 0 0,-2 0-1 0 0,0-1 1 0 0,-3 12 36 0 0,2 0 12 0 0,0-30-20 0 0,0 0 1 0 0,0 0-1 0 0,0 0 1 0 0,-1 0 0 0 0,1 0-1 0 0,-1 0 1 0 0,-1 0 0 0 0,1-1-1 0 0,-1 1 1 0 0,1 0-1 0 0,-1-1 1 0 0,-1 1 0 0 0,0 0 7 0 0,0-2-7 0 0,0 0 0 0 0,0 0 1 0 0,0 0-1 0 0,-1 0 1 0 0,0-1-1 0 0,1 1 1 0 0,-1-1-1 0 0,0 0 1 0 0,0 0-1 0 0,0-1 0 0 0,0 1 1 0 0,-1-1-1 0 0,1 0 1 0 0,0 0-1 0 0,-1 0 1 0 0,1 0-1 0 0,0-1 0 0 0,-1 0 1 0 0,-3 0 6 0 0,-2 1-50 0 0,-10 1-422 0 0,-9 0-1966 0 0,9 1-6691 0 0,16-3-302 0 0</inkml:trace>
</inkml:ink>
</file>

<file path=ppt/ink/ink2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3:59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4 419 0 0 0,'0'0'3170'0'0,"0"0"395"0"0,0 0-215 0 0,0 0-534 0 0,0 0-598 0 0,0 0-587 0 0,0 0-501 0 0,0 0-366 0 0,0 0-241 0 0,0 0-140 0 0,0 0-90 0 0,0 0-65 0 0,0 0-72 0 0,-3 2-108 0 0,29 26-401 0 0,72 62 758 0 0,43 25-405 0 0,120 78 221 0 0,-234-169-695 0 0,-30-23-3380 0 0,-13-2 2760 0 0,-71-46-4802 0 0,69 36 2233 0 0,6 1-1904 0 0</inkml:trace>
  <inkml:trace contextRef="#ctx0" brushRef="#br0" timeOffset="391.72">334 483 0 0 0,'0'0'3541'0'0,"0"0"-301"0"0,0 0-219 0 0,0 0-260 0 0,0 0-394 0 0,0 0-391 0 0,0 0-369 0 0,0 0-405 0 0,0 0-306 0 0,0 0-216 0 0,0 0-192 0 0,0 0-150 0 0,0 0-104 0 0,-3-4-79 0 0,-5-14-58 0 0,6 13-24 0 0,-21 88-1144 0 0,-30 86 1284 0 0,12-63-862 0 0,35-80-425 0 0,6-14-3739 0 0,0-2-5700 0 0,0-10 5744 0 0</inkml:trace>
  <inkml:trace contextRef="#ctx0" brushRef="#br0" timeOffset="1018.35">661 716 6009 0 0,'0'0'3689'0'0,"0"0"-336"0"0,0 0-490 0 0,0 0-629 0 0,0 0-711 0 0,0 0-575 0 0,0 0-421 0 0,0 0-228 0 0,0 0-110 0 0,0 0-72 0 0,0 0-75 0 0,0 0-74 0 0,0 0-72 0 0,-3 0-66 0 0,-6 0-39 0 0,4 12-926 0 0,2 52 730 0 0,16-64 1570 0 0,2 0-946 0 0,-9 0-218 0 0,0-1 0 0 0,0 1 1 0 0,0 1-1 0 0,0-1 0 0 0,0 1 0 0 0,-1 0 0 0 0,1 0 1 0 0,0 1-1 0 0,0-1 0 0 0,-1 1 0 0 0,2 1-1 0 0,3 3-28 0 0,0-1 0 0 0,-1 2-1 0 0,0-1 1 0 0,0 1 0 0 0,-1 0-1 0 0,0 1 1 0 0,0 0 0 0 0,-1 0-1 0 0,4 5 29 0 0,-9-9-50 0 0,0-1 0 0 0,-1 1 0 0 0,1 0 0 0 0,-1 0 0 0 0,0-1 0 0 0,0 1 0 0 0,0 0 0 0 0,-1 0 0 0 0,1 0 0 0 0,-1 0-1 0 0,0 0 1 0 0,0 0 0 0 0,0 0 0 0 0,-1 0 0 0 0,1 0 0 0 0,-1-1 0 0 0,0 1 0 0 0,0 0 0 0 0,-1 0 0 0 0,1 0 0 0 0,-1-1-1 0 0,1 1 1 0 0,-1-1 0 0 0,0 1 0 0 0,-3 2 50 0 0,-26 27 66 0 0,28-30-83 0 0,0-1 1 0 0,0 1-1 0 0,-1-1 1 0 0,1 0-1 0 0,-1 0 1 0 0,0 0 0 0 0,0 0-1 0 0,0-1 1 0 0,0 1-1 0 0,0-1 1 0 0,0 0 0 0 0,0 0-1 0 0,0-1 1 0 0,0 1-1 0 0,0-1 1 0 0,0 0 0 0 0,-1 0-1 0 0,1 0 1 0 0,-2-1 16 0 0,0 1-159 0 0,-43-14-1951 0 0,19-3-2285 0 0,13 6-873 0 0,6 5-2182 0 0</inkml:trace>
  <inkml:trace contextRef="#ctx0" brushRef="#br0" timeOffset="1381.09">654 632 5425 0 0,'0'0'3888'0'0,"0"0"-752"0"0,0 0-655 0 0,0 0-475 0 0,0 0-449 0 0,0 0-420 0 0,0 0-359 0 0,0 0-235 0 0,0 0-176 0 0,0 0-135 0 0,0 0-93 0 0,0 0-73 0 0,0 0-52 0 0,24-9-33 0 0,77-27-32 0 0,-97 35 43 0 0,-1-1 0 0 0,1 1 0 0 0,0-1 0 0 0,-1 1 0 0 0,1 1-1 0 0,0-1 1 0 0,0 0 0 0 0,0 1 0 0 0,0 0 0 0 0,0 0 0 0 0,0 0 0 0 0,0 0 0 0 0,-1 0-1 0 0,2 1 9 0 0,4 1-31 0 0,110 28-2100 0 0,-111-30 642 0 0,-8 0-2590 0 0,1 0-3928 0 0,-1 0 2159 0 0</inkml:trace>
  <inkml:trace contextRef="#ctx0" brushRef="#br0" timeOffset="2981.41">772 30 0 0 0,'0'0'636'0'0,"0"0"1142"0"0,0 0 178 0 0,0 0-65 0 0,0 0-97 0 0,0 0-215 0 0,0 0-204 0 0,0 0-204 0 0,0 0-198 0 0,0 0-96 0 0,0 0-127 0 0,0 0-155 0 0,0 0-96 0 0,2-5-98 0 0,4-14-76 0 0,18 14 755 0 0,44 14-1262 0 0,-41 2 259 0 0,0 2 0 0 0,-1 1 0 0 0,-1 1 0 0 0,0 1-1 0 0,-1 1 1 0 0,-1 1 0 0 0,2 2-77 0 0,-10-6 76 0 0,-1 0-1 0 0,-1 0 1 0 0,0 1-1 0 0,-1 1 1 0 0,-1 0 0 0 0,0 0-1 0 0,-1 1 1 0 0,-1 1 0 0 0,0-1-1 0 0,-2 2 1 0 0,0-1 0 0 0,-1 1-1 0 0,0 0 1 0 0,-2 0 0 0 0,1 8-76 0 0,1 26 151 0 0,-2-1 1 0 0,-3 0 0 0 0,-1 1-152 0 0,-13 6 68 0 0,-4-15 9 0 0,-19-2 68 0 0,-21-17-2339 0 0,42-19-4228 0 0,10-4-3294 0 0</inkml:trace>
</inkml:ink>
</file>

<file path=ppt/ink/ink2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4:10.2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1 960 0 0,'0'0'3301'0'0,"0"0"-144"0"0,0 0-71 0 0,0 0-231 0 0,0 0-492 0 0,0 0-532 0 0,0 0-484 0 0,0 0-381 0 0,0 0-276 0 0,0 0-224 0 0,0 0-151 0 0,0 0-115 0 0,0 0-76 0 0,-1 1-48 0 0,-1 3-85 0 0,0 0 0 0 0,1-1 0 0 0,0 1 0 0 0,0 0 0 0 0,0 0 0 0 0,1 0 0 0 0,-1 0 0 0 0,1 0 0 0 0,0 0 1 0 0,0 0-1 0 0,0 0 0 0 0,1 0 0 0 0,0 2 9 0 0,-1 11 100 0 0,0-12-86 0 0,1 1 0 0 0,-1 0 0 0 0,1-1 1 0 0,0 1-1 0 0,0-1 0 0 0,0 1 1 0 0,1-1-1 0 0,0 1 0 0 0,0-1 0 0 0,2 2-14 0 0,3 23-1026 0 0,-7-16-4192 0 0,0-14 2312 0 0,0 0-1700 0 0,-1 0-3501 0 0</inkml:trace>
</inkml:ink>
</file>

<file path=ppt/ink/ink2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4:10.8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249 355 0 0 0,'0'0'2871'0'0,"0"0"221"0"0,0 0-137 0 0,0 0-392 0 0,0 0-378 0 0,0 0-409 0 0,0 0-350 0 0,0 0-279 0 0,0 0-193 0 0,0 0-161 0 0,0 0-148 0 0,0 0-102 0 0,-17 2 898 0 0,-141-2-2464 0 0,124 0-3937 0 0,0 0-4431 0 0,28 0 2374 0 0</inkml:trace>
  <inkml:trace contextRef="#ctx0" brushRef="#br0" timeOffset="817.39">382 101 0 0 0,'0'0'1008'0'0,"0"0"935"0"0,0 0-18 0 0,0 0-252 0 0,0 0-248 0 0,0 0-222 0 0,0 0-195 0 0,0 0-160 0 0,0 0-128 0 0,0 0-44 0 0,0 0-72 0 0,0-5-83 0 0,0-12-114 0 0,0 3 2405 0 0,0 13-2471 0 0,0 1 21 0 0,0 0-37 0 0,0-6 477 0 0,13 27-1883 0 0,57 65 2451 0 0,54 22-862 0 0,-19-23-313 0 0,-49-39-297 0 0,-52-51-4274 0 0,-6-6-4988 0 0,0 7 3611 0 0</inkml:trace>
  <inkml:trace contextRef="#ctx0" brushRef="#br0" timeOffset="1237.93">699 163 1016 0 0,'0'0'3976'0'0,"0"0"-613"0"0,0 0-332 0 0,0 0-366 0 0,0 0-457 0 0,0 0-451 0 0,0 0-456 0 0,0 0-310 0 0,0 0-234 0 0,0 0-177 0 0,0 0-147 0 0,0 0-129 0 0,0 0-100 0 0,-4-5-104 0 0,-12-16-80 0 0,6 34-881 0 0,-21 46 935 0 0,-2 21 102 0 0,-2-3-141 0 0,17-42-182 0 0,12-23-716 0 0,-5 11-1097 0 0,9-15-2987 0 0,1 1-4064 0 0,1-6 3809 0 0</inkml:trace>
  <inkml:trace contextRef="#ctx0" brushRef="#br0" timeOffset="1930.33">969 432 1032 0 0,'0'0'3600'0'0,"0"0"-325"0"0,0 0-250 0 0,0 0-358 0 0,0 0-580 0 0,0 0-560 0 0,0 0-461 0 0,0 0-333 0 0,0 0-234 0 0,0 0-143 0 0,0 0-103 0 0,0 0-70 0 0,0 0-47 0 0,-3-3-72 0 0,-10-8-77 0 0,4 36-709 0 0,-2 28 1014 0 0,9-8-133 0 0,2-44-134 0 0,0-1 11 0 0,0 0 22 0 0,0 0 38 0 0,0 0 65 0 0,0 0 58 0 0,0 0 80 0 0,0 0 26 0 0,0 0-16 0 0,0 0 9 0 0,0 0-46 0 0,9 1-288 0 0,1 1 1 0 0,-1 0 0 0 0,1 1-1 0 0,-1 0 1 0 0,0 0 0 0 0,0 1-1 0 0,-1 0 1 0 0,1 1 0 0 0,-1-1-1 0 0,0 2 1 0 0,0-1 0 0 0,-1 1-1 0 0,1 1 1 0 0,1 2 15 0 0,20 13 27 0 0,-25-20-64 0 0,-1 0 1 0 0,1 1-1 0 0,0-1 0 0 0,-1 1 1 0 0,0 0-1 0 0,0 0 0 0 0,0 0 1 0 0,0 0-1 0 0,0 1 1 0 0,0-1-1 0 0,-1 1 0 0 0,0 0 1 0 0,1 0-1 0 0,-2 0 1 0 0,1 0-1 0 0,0 0 0 0 0,-1 0 1 0 0,0 0-1 0 0,1 0 1 0 0,-1 5 36 0 0,-2-6 7 0 0,0 1 1 0 0,0-1 0 0 0,0 1 0 0 0,0-1 0 0 0,-1 0 0 0 0,1 0 0 0 0,-1 0 0 0 0,0 0 0 0 0,0 0-1 0 0,0 0 1 0 0,-1 0 0 0 0,1-1 0 0 0,-1 1 0 0 0,1-1 0 0 0,-1 1 0 0 0,0-1 0 0 0,0 0-1 0 0,0 0 1 0 0,0-1 0 0 0,0 1 0 0 0,0 0 0 0 0,0-1 0 0 0,-1 0 0 0 0,1 0 0 0 0,-1 0 0 0 0,1 0-1 0 0,-1 0 1 0 0,1-1 0 0 0,-1 0 0 0 0,1 0 0 0 0,-1 0 0 0 0,1 0 0 0 0,-1 0 0 0 0,-1-1-8 0 0,-6 1 128 0 0,-1 1-167 0 0,0-1 1 0 0,1 0-1 0 0,-1-1 1 0 0,0-1-1 0 0,1 1 1 0 0,-1-2-1 0 0,1 0 0 0 0,0 0 1 0 0,-2-1 38 0 0,7 1-269 0 0,-29-16-2012 0 0,16 1-3635 0 0,15 14 1403 0 0,-3 0-3974 0 0</inkml:trace>
  <inkml:trace contextRef="#ctx0" brushRef="#br0" timeOffset="2279.33">929 382 3977 0 0,'0'0'3487'0'0,"0"0"-261"0"0,0 0-404 0 0,0 0-561 0 0,0 0-585 0 0,0 0-450 0 0,0 0-301 0 0,0 0-187 0 0,0 0-164 0 0,0 0-167 0 0,0 0-172 0 0,0 0-155 0 0,0 0-109 0 0,6 0-61 0 0,52 4-335 0 0,-28 10-340 0 0,42 14-48 0 0,-24-26-8437 0 0,-43-4 4684 0 0,-4 0-1130 0 0</inkml:trace>
  <inkml:trace contextRef="#ctx0" brushRef="#br0" timeOffset="3434.97">1216 22 0 0 0,'0'0'501'0'0,"0"0"421"0"0,0 0 48 0 0,0 0 0 0 0,0 0-63 0 0,0 0-111 0 0,0 0-110 0 0,0 0-38 0 0,0 0-55 0 0,1-1-67 0 0,32-13 4791 0 0,-16 7-667 0 0,-17 7-4419 0 0,17 1-268 0 0,30 38-414 0 0,-26-20 569 0 0,-1 0 1 0 0,-1 1-1 0 0,0 1 0 0 0,-2 1 1 0 0,-1 0-1 0 0,0 1 0 0 0,-2 1 1 0 0,-1 0-1 0 0,0 1 0 0 0,-2 1 1 0 0,-1 0-1 0 0,-1 0 0 0 0,-2 1 1 0 0,0 0-1 0 0,-2 1-118 0 0,-2 65 347 0 0,-5-82-315 0 0,0 0 0 0 0,-1 0 0 0 0,0 0 0 0 0,-1 0 0 0 0,0 0 0 0 0,0-1 0 0 0,-1 1 0 0 0,-1-1 0 0 0,0-1 0 0 0,0 1 0 0 0,-1-1 0 0 0,-2 3-32 0 0,4-6-112 0 0,-1-1 1 0 0,0 0 0 0 0,0 0-1 0 0,0 0 1 0 0,-1-1-1 0 0,1 0 1 0 0,-1 0 0 0 0,0 0-1 0 0,0-1 1 0 0,-1 0-1 0 0,1-1 1 0 0,-1 0 0 0 0,-2 1 111 0 0,-18-1-2731 0 0,6-2-5747 0 0,13 2 1400 0 0</inkml:trace>
</inkml:ink>
</file>

<file path=ppt/ink/ink2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4:20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23 667 0 0 0,'0'0'2643'0'0,"0"0"623"0"0,0 0 2 0 0,0 0-322 0 0,0 0-538 0 0,0 0-598 0 0,0 0-521 0 0,0 0-404 0 0,0 0-253 0 0,0 0-123 0 0,0 0-79 0 0,0 0-85 0 0,0 0-82 0 0,-4-3-87 0 0,-11-9-76 0 0,12 9-35 0 0,3 3-46 0 0,0 0-41 0 0,0 0-28 0 0,0 0-36 0 0,0 0-24 0 0,0 0-26 0 0,0 11-1229 0 0,9 73 2036 0 0,9-14-164 0 0,-13-38-869 0 0,-4-10-6408 0 0,-4-19-1936 0 0,2-2 4081 0 0</inkml:trace>
  <inkml:trace contextRef="#ctx0" brushRef="#br0" timeOffset="581.65">270 349 0 0 0,'0'0'1534'0'0,"0"0"926"0"0,0 0 91 0 0,0 0-302 0 0,0 0-317 0 0,0 0-235 0 0,0 0-196 0 0,0 0-138 0 0,0 0-210 0 0,0 0-140 0 0,0 0-98 0 0,3-5-103 0 0,9-16-74 0 0,-9 16-129 0 0,-3 5-169 0 0,0 0-166 0 0,0 0-125 0 0,0 0-97 0 0,0 0-95 0 0,0 0-57 0 0,0 12-969 0 0,11 52 875 0 0,6 16 285 0 0,6 12-62 0 0,-19-77-553 0 0,-1 0 1903 0 0,-2-5-3290 0 0,0-2-3302 0 0,-3-1-4666 0 0,2-7 5871 0 0</inkml:trace>
  <inkml:trace contextRef="#ctx0" brushRef="#br0" timeOffset="852.41">449 525 0 0 0,'0'0'3765'0'0,"0"0"-268"0"0,0 0-490 0 0,0 0-499 0 0,0 0-555 0 0,0 0-540 0 0,0 0-490 0 0,0 0-380 0 0,0 0-224 0 0,0 0-130 0 0,0 0-73 0 0,0 0 3 0 0,0 0 1 0 0,-7 0 48 0 0,-131 0 444 0 0,61 2-2089 0 0,52 0-2513 0 0,0 1-4354 0 0,19-3 2903 0 0</inkml:trace>
  <inkml:trace contextRef="#ctx0" brushRef="#br0" timeOffset="1563.07">546 329 0 0 0,'0'0'1538'0'0,"0"0"1425"0"0,0 0-28 0 0,0 0-448 0 0,0 0-481 0 0,0 0-412 0 0,0 0-377 0 0,0 0-314 0 0,0 0-213 0 0,0 0-183 0 0,0 0-158 0 0,0 0-108 0 0,0 0-110 0 0,3-1-68 0 0,-1 0-60 0 0,0 1-1 0 0,0 0 1 0 0,1 0 0 0 0,-1 0-1 0 0,0 0 1 0 0,1 0 0 0 0,-1 0 0 0 0,0 0-1 0 0,0 1 1 0 0,1-1 0 0 0,-1 1 0 0 0,0-1-1 0 0,0 1 1 0 0,0 0 0 0 0,0 0 0 0 0,0 0-1 0 0,0 0 1 0 0,0 0 0 0 0,2 2-3 0 0,146 91 275 0 0,22 26-275 0 0,-70-35-59 0 0,-74-64-376 0 0,-30-18-5349 0 0,-18-3 1926 0 0,4-8-1977 0 0,9 6 3855 0 0</inkml:trace>
  <inkml:trace contextRef="#ctx0" brushRef="#br0" timeOffset="1984.2">933 408 0 0 0,'0'0'3010'0'0,"0"0"568"0"0,0 0-89 0 0,0 0-405 0 0,0 0-596 0 0,0 0-525 0 0,0 0-467 0 0,0 0-366 0 0,0 0-210 0 0,0 0-139 0 0,0 0-117 0 0,0 0-137 0 0,-2-9-120 0 0,-8-27-119 0 0,8 28-109 0 0,2 8-65 0 0,0 0-43 0 0,0 0-44 0 0,0 0-27 0 0,0 0-4 0 0,0 0-38 0 0,0 0-18 0 0,0 0-5 0 0,-8 13-238 0 0,-62 81 417 0 0,25-4-33 0 0,16-29-481 0 0,28-59-178 0 0,-8 23-550 0 0,7-17-2909 0 0,1 0-4746 0 0,1-6-228 0 0</inkml:trace>
  <inkml:trace contextRef="#ctx0" brushRef="#br0" timeOffset="2671.23">1145 653 2881 0 0,'0'0'3696'0'0,"0"0"-242"0"0,0 0-353 0 0,0 0-563 0 0,0 0-611 0 0,0 0-597 0 0,0 0-495 0 0,0 0-318 0 0,0 0-193 0 0,0 0-144 0 0,0 0-89 0 0,0 0-62 0 0,0 0-42 0 0,-1-2-54 0 0,-5-7-198 0 0,-5 20-307 0 0,-6 14 428 0 0,7-10-43 0 0,10-14 172 0 0,0 0-3 0 0,0-1 34 0 0,0 0 26 0 0,0 0 48 0 0,0 0 12 0 0,0 0 48 0 0,0 0 15 0 0,20 12 598 0 0,101 74-845 0 0,-63-42 65 0 0,-58-43 5 0 0,1-1 0 0 0,0 0 0 0 0,-1 1 0 0 0,1-1 0 0 0,-1 1 0 0 0,1-1 0 0 0,-1 1 0 0 0,1-1 0 0 0,-1 1 1 0 0,1 0-1 0 0,-1-1 0 0 0,0 1 0 0 0,1-1 0 0 0,-1 1 0 0 0,0 0 0 0 0,1-1 0 0 0,-1 1 0 0 0,0 0 0 0 0,0-1 0 0 0,0 1 0 0 0,1 0 0 0 0,-1 0 0 0 0,0-1 0 0 0,0 1 0 0 0,0 0 0 0 0,0 0 0 0 0,0-1 0 0 0,-1 1 0 0 0,1 0 0 0 0,0-1 0 0 0,0 1 0 0 0,0 0 0 0 0,-1-1 1 0 0,1 1-1 0 0,0 0 0 0 0,-1-1 0 0 0,1 1 0 0 0,0 0 0 0 0,-1-1 0 0 0,1 1 0 0 0,-1-1 0 0 0,1 1 0 0 0,-1-1 0 0 0,1 1 0 0 0,-1-1 0 0 0,1 1 0 0 0,-1-1 0 0 0,0 0 0 0 0,1 1 0 0 0,-1-1 0 0 0,0 0 0 0 0,1 1 0 0 0,-1-1 0 0 0,0 0 0 0 0,1 0 0 0 0,-1 0 0 0 0,0 1 1 0 0,0-1-1 0 0,1 0 0 0 0,-1 0 12 0 0,-10 3 163 0 0,0 0 1 0 0,0 0-1 0 0,0-1 1 0 0,-1 0-1 0 0,1-1 0 0 0,-1-1 1 0 0,1 1-1 0 0,0-2 1 0 0,-5 0-164 0 0,-19 0 5 0 0,-17-6-1379 0 0,35 1-1574 0 0,12 2-1026 0 0,2-1-3740 0 0,2 3 2114 0 0</inkml:trace>
  <inkml:trace contextRef="#ctx0" brushRef="#br0" timeOffset="3000.75">1169 576 3809 0 0,'0'0'3887'0'0,"0"0"-389"0"0,0 0-578 0 0,0 0-683 0 0,0 0-588 0 0,0 0-430 0 0,0 0-348 0 0,0 0-294 0 0,0 0-209 0 0,0 0-152 0 0,0 0-98 0 0,0 0-45 0 0,0 0-48 0 0,15-3-17 0 0,46-9-9 0 0,-7 9-103 0 0,-12 10-799 0 0,-27-1-3690 0 0,-14-4 1246 0 0,0 1-3845 0 0,-1-3 6602 0 0,0 2-4155 0 0</inkml:trace>
  <inkml:trace contextRef="#ctx0" brushRef="#br0" timeOffset="3939.68">1310 42 0 0 0,'0'0'2010'0'0,"0"0"130"0"0,0 0 29 0 0,0 0-25 0 0,0 0-191 0 0,0 0-218 0 0,0 0-360 0 0,0 0-350 0 0,0 0-234 0 0,0 0-167 0 0,0 0-93 0 0,0 0-63 0 0,5-7-59 0 0,13-20-111 0 0,-2 20-70 0 0,-13 8-232 0 0,0-1-8 0 0,0 1-1 0 0,0 0 1 0 0,0 0 0 0 0,0 0 0 0 0,-1 0 0 0 0,1 1 0 0 0,0-1-1 0 0,-1 1 1 0 0,1 0 0 0 0,-1 0 0 0 0,0 0 0 0 0,0 0 0 0 0,1 0-1 0 0,-1 0 1 0 0,0 0 0 0 0,0 2 12 0 0,8 7-31 0 0,26 25 36 0 0,-1 2-1 0 0,-3 1 0 0 0,-1 1 1 0 0,-2 2-1 0 0,12 25-4 0 0,-30-49 41 0 0,-2 1 0 0 0,0 0 0 0 0,-1 1 1 0 0,-1 0-1 0 0,-1 0 0 0 0,0 0 0 0 0,-2 1 1 0 0,0 0-1 0 0,-2-1 0 0 0,0 1 0 0 0,-1 5-41 0 0,-1-15 46 0 0,0-3-9 0 0,1 0 1 0 0,-1 0 0 0 0,-1-1-1 0 0,0 1 1 0 0,0 0 0 0 0,0 0-1 0 0,-1 0 1 0 0,0-1 0 0 0,0 1-1 0 0,-1-1 1 0 0,0 0 0 0 0,-3 6-38 0 0,1-5-36 0 0,0-1 0 0 0,-1 0 0 0 0,0 0 1 0 0,0 0-1 0 0,-1 0 0 0 0,0-1 1 0 0,0 0-1 0 0,0-1 0 0 0,-1 1 0 0 0,0-1 1 0 0,0-1-1 0 0,0 0 0 0 0,0 0 1 0 0,-7 2 35 0 0,4-2-678 0 0,-10 3-1605 0 0,8-1-2746 0 0,9-3-4404 0 0</inkml:trace>
</inkml:ink>
</file>

<file path=ppt/ink/ink2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4:19.0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 0 0 0,'0'0'1444'0'0,"0"0"318"0"0,0 0 2 0 0,0 0-69 0 0,0 0-124 0 0,0 0-120 0 0,0 0-77 0 0,0 0-87 0 0,0 0-139 0 0,0 0-186 0 0,0 0-167 0 0,0-3-179 0 0,0-6-16 0 0,0 21-109 0 0,33 28 484 0 0,-8-15-715 0 0,2-1 0 0 0,1-1 0 0 0,1-1 1 0 0,1-1-1 0 0,15 6-260 0 0,73 37 108 0 0,-87-49-876 0 0,-31-17-4234 0 0,-3-7-210 0 0,-10-1-239 0 0,10 7 2540 0 0</inkml:trace>
  <inkml:trace contextRef="#ctx0" brushRef="#br0" timeOffset="392.33">286 38 0 0 0,'0'0'1656'0'0,"0"0"997"0"0,0 0 256 0 0,0 0-77 0 0,0 0-275 0 0,0 0-450 0 0,0 0-548 0 0,0 0-475 0 0,0 0-310 0 0,0 0-245 0 0,0 0-182 0 0,0 0-107 0 0,0 0-111 0 0,-1-1-74 0 0,-15 3-221 0 0,12 1 204 0 0,-33 19 382 0 0,24-12-298 0 0,1 0 0 0 0,1 2 0 0 0,0-1 0 0 0,1 1 0 0 0,0 1 0 0 0,1 0 1 0 0,0 0-1 0 0,1 1 0 0 0,-4 9-122 0 0,-7 9 8 0 0,-12 14-1872 0 0,23-37-3058 0 0,1-1-4262 0 0,7-8 4324 0 0</inkml:trace>
</inkml:ink>
</file>

<file path=ppt/ink/ink2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4:29.5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290 32 0 0 0,'0'0'1983'0'0,"0"0"270"0"0,0 0 92 0 0,0 0-207 0 0,0 0-263 0 0,0 0-161 0 0,0 0-224 0 0,0 0-151 0 0,0 0-133 0 0,0 0-199 0 0,0 0-196 0 0,0 0-88 0 0,0-4-60 0 0,-1-1-425 0 0,1-2-1 0 0,-1-1 2275 0 0,-15 8-2927 0 0,-96-5 518 0 0,23 3-1537 0 0,55 2-1493 0 0,18 1-387 0 0,5 0-1999 0 0,2 1-3921 0 0</inkml:trace>
</inkml:ink>
</file>

<file path=ppt/ink/ink2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4:28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0 0 0,'0'0'1343'0'0,"0"0"1121"0"0,0 0 273 0 0,0 0-176 0 0,0 0-293 0 0,0 0-347 0 0,0 0-333 0 0,0 0-323 0 0,0 0-252 0 0,0 0-212 0 0,0 0-153 0 0,0 0-89 0 0,0 0-108 0 0,2-1-103 0 0,2 0-288 0 0,0 0 0 0 0,0 0-1 0 0,1 1 1 0 0,-1-1 0 0 0,0 1 0 0 0,1 0 0 0 0,-1 0 0 0 0,0 1 0 0 0,1-1-1 0 0,-1 1 1 0 0,0 0 0 0 0,0 0 0 0 0,1 0 0 0 0,-1 0 0 0 0,0 1-1 0 0,2 1-59 0 0,177 104 27 0 0,-158-94-28 0 0,-6-4-25 0 0,-1 1-1 0 0,0 1 1 0 0,0 0 0 0 0,-1 2-1 0 0,0-1 1 0 0,-1 2 0 0 0,4 5 26 0 0,-8-7-659 0 0,-12-11 211 0 0,0-1-191 0 0,0 0-228 0 0,0 0-232 0 0,0 0-273 0 0,-2-8-3960 0 0,-10-2-472 0 0,8 6 1258 0 0</inkml:trace>
  <inkml:trace contextRef="#ctx0" brushRef="#br0" timeOffset="393.36">355 15 1736 0 0,'0'0'3082'0'0,"0"0"-48"0"0,0 0-9 0 0,0 0-215 0 0,0 0-428 0 0,0 0-516 0 0,0 0-525 0 0,0 0-385 0 0,0 0-238 0 0,0 0-170 0 0,0 0-95 0 0,0 0-109 0 0,0 0-82 0 0,-2-3-66 0 0,-7-9-95 0 0,-4 16-167 0 0,-39 38 87 0 0,-1 21 186 0 0,3 27-63 0 0,30-27-1683 0 0,18-52 259 0 0,1 0-2995 0 0,0-3-5850 0 0,1-7 4184 0 0</inkml:trace>
  <inkml:trace contextRef="#ctx0" brushRef="#br0" timeOffset="806.92">596 317 0 0 0,'0'0'2630'0'0,"0"0"595"0"0,0 0-29 0 0,0 0-319 0 0,0 0-503 0 0,0 0-429 0 0,0 0-463 0 0,0 0-386 0 0,0 0-231 0 0,0 0-153 0 0,0 0-83 0 0,0 0-71 0 0,-1 0-65 0 0,-5 0-104 0 0,4 0-104 0 0,2 0-47 0 0,0 0-76 0 0,0 15-390 0 0,1-7 250 0 0,-1-1 0 0 0,2 0 0 0 0,-1 0 0 0 0,1 1 0 0 0,0-1 0 0 0,0 0 0 0 0,0-1 0 0 0,1 1 0 0 0,1 0 0 0 0,1 2-22 0 0,6 38-687 0 0,-11-26-3832 0 0,0-17 2724 0 0,-3 1-6773 0 0,1-5 989 0 0</inkml:trace>
</inkml:ink>
</file>

<file path=ppt/ink/ink2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4:30.2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1 352 0 0 0,'0'0'1356'0'0,"0"0"979"0"0,0 0 110 0 0,0 0-186 0 0,0 0-305 0 0,0 0-334 0 0,0 0-230 0 0,0 0-217 0 0,0 0-226 0 0,0 0-215 0 0,0 0-191 0 0,0 0-160 0 0,0 0-100 0 0,0-2-70 0 0,0 2-198 0 0,0 0-1 0 0,0 0 1 0 0,0 0-1 0 0,0 0 0 0 0,0 0 1 0 0,1 0-1 0 0,-1 0 1 0 0,0 0-1 0 0,0 0 1 0 0,0 0-1 0 0,0 0 1 0 0,0 0-1 0 0,1 0 1 0 0,-1 0-1 0 0,0 0 1 0 0,0 0-1 0 0,0 0 1 0 0,0 0-1 0 0,0 0 1 0 0,0 0-1 0 0,1 0 1 0 0,-1 0-1 0 0,0 0 1 0 0,0 0-1 0 0,0 0 0 0 0,0 0 1 0 0,0-1-1 0 0,0 1 1 0 0,1 0-1 0 0,-1 0 1 0 0,0 0-1 0 0,0 0 1 0 0,0 0-1 0 0,0 0 1 0 0,0 0-1 0 0,0-1 1 0 0,0 1-1 0 0,0 0 1 0 0,0 0-1 0 0,0 0 1 0 0,0 0-1 0 0,0 0 1 0 0,0 0-1 0 0,1-1 1 0 0,-1 1-13 0 0,7 6-79 0 0,147 106 126 0 0,-99-74 71 0 0,-26-19-97 0 0,-1 1-1 0 0,-1 2 1 0 0,-1 0 0 0 0,13 16-21 0 0,-24-22-205 0 0,-15-19-6123 0 0,-12-14 1793 0 0,6 12 1588 0 0,1 1-1394 0 0</inkml:trace>
  <inkml:trace contextRef="#ctx0" brushRef="#br0" timeOffset="424.14">312 339 0 0 0,'0'0'2088'0'0,"0"0"696"0"0,0 0 18 0 0,0 0-87 0 0,0 0-249 0 0,0 0-383 0 0,0 0-385 0 0,0 0-338 0 0,0 0-271 0 0,0 0-152 0 0,0 0-104 0 0,0 0-131 0 0,0 0-166 0 0,0-9-127 0 0,0-25-161 0 0,0 26-120 0 0,0 8-33 0 0,0 0-62 0 0,0 0-11 0 0,0 0-9 0 0,-2 11-170 0 0,-107 188 402 0 0,103-188-346 0 0,1 1-1 0 0,0 0 1 0 0,0 0-1 0 0,1 0 1 0 0,1 1-1 0 0,0 0 1 0 0,0 4 101 0 0,0 31-6657 0 0,3-39-2043 0 0,0-5 1638 0 0</inkml:trace>
  <inkml:trace contextRef="#ctx0" brushRef="#br0" timeOffset="1190.26">599 520 0 0 0,'0'0'1940'0'0,"0"0"550"0"0,0 0-52 0 0,0 0-215 0 0,0 0-301 0 0,0 0-323 0 0,0 0-332 0 0,0 0-332 0 0,0 0-258 0 0,0 0-258 0 0,0 0-171 0 0,0 0-64 0 0,0 0-60 0 0,-4-4-16 0 0,-13-9 3 0 0,17 13-69 0 0,-1 0-1 0 0,0-1 1 0 0,0 1 0 0 0,0 0 0 0 0,0 0-1 0 0,0 0 1 0 0,0 0 0 0 0,0 0 0 0 0,0 0 0 0 0,0 0-1 0 0,0 1 1 0 0,0-1 0 0 0,0 0 0 0 0,0 0-1 0 0,0 1 1 0 0,0-1 0 0 0,1 1 0 0 0,-1-1-1 0 0,0 1 1 0 0,0-1 0 0 0,0 1 0 0 0,1-1 0 0 0,-1 1-1 0 0,0 0 1 0 0,0-1 0 0 0,1 1 0 0 0,-1 0-1 0 0,1 0 1 0 0,-1-1 0 0 0,1 1 0 0 0,-1 0-1 0 0,1 0 1 0 0,-1 0 0 0 0,1 0 0 0 0,0 0-1 0 0,-1 0 1 0 0,1 0 0 0 0,0 0 0 0 0,0-1 0 0 0,0 1-1 0 0,0 0 1 0 0,0 0 0 0 0,0 0 0 0 0,0 1-42 0 0,-1 2 117 0 0,-6 27 248 0 0,5-10-325 0 0,2-20-30 0 0,0-1 24 0 0,0 0 45 0 0,0 0 92 0 0,16 2 1398 0 0,-5-1-1593 0 0,-1 1 0 0 0,1 1 0 0 0,-1 0 0 0 0,0 0 0 0 0,1 1 0 0 0,-2 0 0 0 0,1 1-1 0 0,0 0 1 0 0,-1 1 0 0 0,0 0 0 0 0,0 0 0 0 0,-1 1 0 0 0,0 0 0 0 0,6 7 24 0 0,-13-14-3 0 0,2 2-30 0 0,1 0-1 0 0,-1 0 1 0 0,0 1-1 0 0,-1-1 1 0 0,1 0-1 0 0,0 1 1 0 0,-1 0-1 0 0,1 0 1 0 0,-1-1-1 0 0,0 1 1 0 0,0 1-1 0 0,0-1 1 0 0,0 0-1 0 0,0 0 1 0 0,-1 1-1 0 0,0-1 1 0 0,1 1-1 0 0,-1-1 1 0 0,-1 1-1 0 0,1 0 1 0 0,0-1 0 0 0,-1 1-1 0 0,0 0 1 0 0,0 0-1 0 0,0-1 1 0 0,0 2 33 0 0,-39 23 142 0 0,27-24-59 0 0,1-2 0 0 0,-1 0 0 0 0,1 0-1 0 0,-1-1 1 0 0,0-1 0 0 0,1 0 0 0 0,-8-1-83 0 0,-7 1 28 0 0,18 0-473 0 0,-1-1 0 0 0,1 0 0 0 0,0 0 0 0 0,-1-1 0 0 0,1 0 0 0 0,0 0 0 0 0,0-1 0 0 0,-3-1 445 0 0,4-3-3789 0 0,3 2-3405 0 0,1 4 1289 0 0</inkml:trace>
  <inkml:trace contextRef="#ctx0" brushRef="#br0" timeOffset="1536.04">667 434 0 0 0,'0'0'3247'0'0,"0"0"-110"0"0,0 0-100 0 0,0 0-250 0 0,0 0-500 0 0,0 0-567 0 0,0 0-459 0 0,0 0-333 0 0,0 0-209 0 0,0 0-170 0 0,0 0-187 0 0,0 0-140 0 0,0 0-144 0 0,4-4-85 0 0,14-11-10 0 0,5 18-62 0 0,28 22-129 0 0,-4-10-1194 0 0,-36-14-2412 0 0,-1-1-3471 0 0,-8 0-237 0 0</inkml:trace>
  <inkml:trace contextRef="#ctx0" brushRef="#br0" timeOffset="2429.17">769 11 0 0 0,'0'0'545'0'0,"0"0"498"0"0,0 0 171 0 0,0 0 34 0 0,0 0 64 0 0,0 0-51 0 0,0 0-226 0 0,0 0-282 0 0,0 0-253 0 0,0 0-113 0 0,0 0 25 0 0,15-2 52 0 0,45-7-8 0 0,-24 16 213 0 0,-30-3-536 0 0,13 9 114 0 0,0 0 1 0 0,-1 1 0 0 0,-1 1-1 0 0,0 1 1 0 0,-1 1-1 0 0,0 0 1 0 0,-2 0 0 0 0,0 2-1 0 0,-1 0 1 0 0,-1 0-1 0 0,0 1 1 0 0,-2 1 0 0 0,-1 0-1 0 0,0 0 1 0 0,-1 1 0 0 0,-2 0-1 0 0,0 0 1 0 0,1 15-248 0 0,-3-8 199 0 0,-1 1 1 0 0,-2 0 0 0 0,-1 0-1 0 0,-2 1-199 0 0,2-31 1 0 0,-23 124 313 0 0,20-114-369 0 0,-1 1 0 0 0,1-1 0 0 0,-2 0 0 0 0,1 0 0 0 0,-1-1 0 0 0,-1 1-1 0 0,0-1 1 0 0,-5 6 55 0 0,7-10-446 0 0,0-1 0 0 0,-1 1 0 0 0,0-1 0 0 0,0 0 0 0 0,0-1-1 0 0,0 1 1 0 0,-1-1 0 0 0,1 0 0 0 0,-1 0 0 0 0,-1 0 446 0 0,-15 7-7050 0 0,14-7 2000 0 0</inkml:trace>
  <inkml:trace contextRef="#ctx0" brushRef="#br0" timeOffset="3130.75">696 498 0 0 0,'0'0'779'0'0,"0"0"510"0"0,0 0 74 0 0,0 0-45 0 0,0 0-20 0 0,0 0-130 0 0,0 0-180 0 0,0 0-256 0 0,0 0-262 0 0,0 0-250 0 0,0 0-162 0 0,0 0-94 0 0,-5-4-50 0 0,-15-14 12 0 0,-8 14-187 0 0,-17 4-774 0 0,15 0-3303 0 0,21 0 485 0 0</inkml:trace>
</inkml:ink>
</file>

<file path=ppt/ink/ink2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3:32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449 204 0 0 0,'0'0'711'0'0,"0"0"185"0"0,0 0-100 0 0,0 0-121 0 0,0 0-30 0 0,0 0-2 0 0,0 0-52 0 0,0-6-80 0 0,-2-24 249 0 0,2 17 9702 0 0,1-3-7752 0 0,0-6-3012 0 0,-1 7 2866 0 0,0 15-2291 0 0,0 0-25 0 0,0 0-21 0 0,0 0 15 0 0,0 0 0 0 0,0 0 9 0 0,0 0 4 0 0,0 0-57 0 0,0 0-40 0 0,0 0-30 0 0,0 0-67 0 0,0 0-6 0 0,0 0-21 0 0,0 0-20 0 0,0 0-25 0 0,0 0-4 0 0,0 0 1 0 0,0 0-20 0 0,0 0 0 0 0,0 0-4 0 0,0 0 5 0 0,0 0 0 0 0,0 0-3 0 0,0 0 2 0 0,0 0-15 0 0,0 0 25 0 0,0 0 4 0 0,0 0-12 0 0,0 0 4 0 0,0 0-29 0 0,0 0-18 0 0,-4 8-799 0 0,-8 4 878 0 0,0 0 0 0 0,0 1 0 0 0,1 1 0 0 0,1 0-1 0 0,0 0 1 0 0,1 1 0 0 0,1 0 0 0 0,0 1-1 0 0,1 0 1 0 0,1 0 0 0 0,-1 4-4 0 0,0 21 161 0 0,1 1 1 0 0,2 0-1 0 0,2 1 1 0 0,3 35-162 0 0,-1-28 99 0 0,1-30-59 0 0,0-1 0 0 0,0 1 0 0 0,2-1-1 0 0,1 1 1 0 0,2 8-40 0 0,12 11 396 0 0,-11-31-370 0 0,0 0-1 0 0,1 0 1 0 0,0 0-1 0 0,0-1 1 0 0,1 0-1 0 0,0-1 1 0 0,0 0-1 0 0,1-1 1 0 0,-1 1 0 0 0,1-2-1 0 0,10 4-25 0 0,19 11-1054 0 0,-28-14 234 0 0,21 14-2826 0 0,-23-11-1132 0 0,-3 0-3305 0 0,-6-4 2194 0 0</inkml:trace>
  <inkml:trace contextRef="#ctx0" brushRef="#br0" timeOffset="687.17">670 550 0 0 0,'0'0'729'0'0,"0"0"1492"0"0,0 0 416 0 0,0 0-50 0 0,0 0-253 0 0,0 0-526 0 0,0 0-466 0 0,0 0-316 0 0,0 0-213 0 0,0 0-95 0 0,0 0-64 0 0,0 0-50 0 0,0 0-65 0 0,-2-3-92 0 0,-7-10 177 0 0,13 28 1376 0 0,118 91-504 0 0,63 16-1246 0 0,-80-64-307 0 0,-105-58-33 0 0,0 0 0 0 0,0 0 0 0 0,0 0 0 0 0,0 0 0 0 0,-1-1 1 0 0,1 1-1 0 0,0 0 0 0 0,0 0 0 0 0,0 0 0 0 0,0 0 0 0 0,0-1 1 0 0,0 1-1 0 0,0 0 0 0 0,0 0 0 0 0,0 0 0 0 0,0-1 0 0 0,0 1 1 0 0,0 0-1 0 0,0 0 0 0 0,0 0 0 0 0,0 0 0 0 0,0-1 1 0 0,0 1-1 0 0,0 0 0 0 0,0 0 0 0 0,0 0 0 0 0,0-1 0 0 0,0 1 1 0 0,1 0-1 0 0,-1 0 0 0 0,0 0 0 0 0,0 0 0 0 0,0 0 0 0 0,0-1 1 0 0,0 1-1 0 0,0 0 0 0 0,1 0 0 0 0,-1 0 0 0 0,0 0 0 0 0,0 0 1 0 0,0 0-1 0 0,0 0 0 0 0,0-1 0 0 0,1 1 0 0 0,-1 0 0 0 0,0 0 1 0 0,0 0-1 0 0,0 0 0 0 0,1 0 90 0 0,-14-18-4624 0 0,13 17 4336 0 0,-16-18-7253 0 0,10 11 1624 0 0</inkml:trace>
  <inkml:trace contextRef="#ctx0" brushRef="#br0" timeOffset="1064.06">1014 625 400 0 0,'0'0'3997'0'0,"0"0"-303"0"0,0 0-267 0 0,0 0-434 0 0,0 0-588 0 0,0 0-646 0 0,0 0-563 0 0,0 0-388 0 0,0 0-262 0 0,0 0-138 0 0,0 0-79 0 0,0 0-64 0 0,-3 1-55 0 0,-10 6 71 0 0,12 0-452 0 0,-101 110 241 0 0,90-104-320 0 0,-1 0 1 0 0,0-1-1 0 0,-1 0 0 0 0,0-1 1 0 0,-12 7 249 0 0,21-16-860 0 0,-2 2-1645 0 0,3-2-5585 0 0,4-2 3010 0 0,0 0 246 0 0</inkml:trace>
  <inkml:trace contextRef="#ctx0" brushRef="#br0" timeOffset="92664.55">178 48 0 0 0,'0'0'1190'0'0,"0"0"833"0"0,0 0 188 0 0,0 0-295 0 0,0 0-277 0 0,0 0-208 0 0,0 0-221 0 0,0 0-202 0 0,0 0-208 0 0,0 0-129 0 0,0-2-40 0 0,1 1-570 0 0,-1 0 0 0 0,0 0 0 0 0,0 0 0 0 0,0 1-1 0 0,0-1 1 0 0,0 0 0 0 0,0 0 0 0 0,0 0 0 0 0,0 0 0 0 0,0 0 0 0 0,0 0 0 0 0,-1 0 0 0 0,1 0 0 0 0,0 0 0 0 0,-1 0 0 0 0,1 0 0 0 0,0 0 0 0 0,-1 0 0 0 0,0 0-1 0 0,1 1 1 0 0,-1-1 0 0 0,1 0 0 0 0,-1 0 0 0 0,0 1 0 0 0,1-1 0 0 0,-1 0 0 0 0,0 1 0 0 0,0-1 0 0 0,0 0-61 0 0,-4-2-10 0 0,-1 1 0 0 0,1-1 0 0 0,-1 1 0 0 0,0 0 1 0 0,0 0-1 0 0,1 1 0 0 0,-2-1 0 0 0,1 1 0 0 0,0 1 0 0 0,0-1 0 0 0,0 1 1 0 0,0 0-1 0 0,0 0 0 0 0,0 1 0 0 0,-4 1 10 0 0,-15-2 73 0 0,-19 0 101 0 0,43 0-160 0 0,1 0 25 0 0,0 0 4 0 0,0 0 33 0 0,0 0 26 0 0,2 12 3378 0 0,0 4-3700 0 0,0 188 580 0 0,13-123 126 0 0,-3-15-385 0 0,3 14 13 0 0,-11 83-46 0 0,1-90-24 0 0,1-36-14 0 0,-1 32 27 0 0,4-29 2 0 0,-7 10-110 0 0,-2-49 62 0 0,0 0-19 0 0,0-1-18 0 0,8 3 3134 0 0,74-10-3098 0 0,-67 7-757 0 0,16 0-741 0 0,-11 4-8329 0 0,-13-2-848 0 0</inkml:trace>
</inkml:ink>
</file>

<file path=ppt/ink/ink2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3:22.1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374 71 0 0 0,'0'0'751'0'0,"0"0"228"0"0,0 0-50 0 0,0 0-130 0 0,0 0-123 0 0,0 0-84 0 0,0 0-84 0 0,2-2-17 0 0,7-6-24 0 0,-7 6-31 0 0,-2 2 40 0 0,0 0 44 0 0,0 0 44 0 0,0 0 58 0 0,0 0 53 0 0,0 0 66 0 0,0 0 85 0 0,-1 2 8589 0 0,-2 3-8228 0 0,-20 30-1110 0 0,-6 34 401 0 0,17-25-288 0 0,-6 55 27 0 0,10 54 169 0 0,9-107-271 0 0,18 95 342 0 0,-16-126-317 0 0,1 1 0 0 0,1-1 0 0 0,0 0-1 0 0,1 0 1 0 0,1-1 0 0 0,0 0 0 0 0,1 0-1 0 0,1 0 1 0 0,1 0-140 0 0,0-3 50 0 0,2-1-1 0 0,-1 0 1 0 0,1-1 0 0 0,1-1 0 0 0,-1 1-1 0 0,1-2 1 0 0,1 0 0 0 0,0 0 0 0 0,0-2-1 0 0,8 3-49 0 0,12-2-1576 0 0,-33-6 524 0 0,-1 0-587 0 0,0-1-4565 0 0,0-3-218 0 0,0 2-2014 0 0</inkml:trace>
  <inkml:trace contextRef="#ctx0" brushRef="#br0" timeOffset="675.35">649 519 0 0 0,'0'0'1382'0'0,"0"0"1041"0"0,0 0 177 0 0,0 0-332 0 0,0 0-371 0 0,0 0-387 0 0,0 0-271 0 0,0 0-170 0 0,0 0-99 0 0,0 0-95 0 0,0 0-146 0 0,0 0-150 0 0,-1-1-140 0 0,-4-2 824 0 0,5 4-1241 0 0,10 14 359 0 0,147 118 1362 0 0,-3-15-1369 0 0,-53-44-267 0 0,-90-69-361 0 0,-14-10-1358 0 0,-25-27-4174 0 0,-13-13-4316 0 0,33 34 5986 0 0</inkml:trace>
  <inkml:trace contextRef="#ctx0" brushRef="#br0" timeOffset="1065.85">965 572 0 0 0,'0'0'1619'0'0,"0"0"1086"0"0,0 0 317 0 0,0 0-111 0 0,0 0-225 0 0,0 0-371 0 0,0 0-393 0 0,0 0-374 0 0,0 0-310 0 0,0 0-233 0 0,0 0-167 0 0,0 0-160 0 0,-1-4-131 0 0,-3-16-113 0 0,3 15-100 0 0,-15 55 325 0 0,-59 65-608 0 0,24-44-24 0 0,17-5-1397 0 0,33-47-2836 0 0,1-11-2845 0 0,0-4-1212 0 0</inkml:trace>
  <inkml:trace contextRef="#ctx0" brushRef="#br0" timeOffset="101702.4">142 63 0 0 0,'0'0'1332'0'0,"0"0"171"0"0,0 0-8 0 0,0 0-180 0 0,0 0-256 0 0,0 0-143 0 0,0 0-101 0 0,0 0-25 0 0,0 0-61 0 0,3-3-111 0 0,12-12-72 0 0,5 11 2238 0 0,-20 4-2530 0 0,0 0 10 0 0,0 0-22 0 0,0 0-2 0 0,0 0-19 0 0,0 0-10 0 0,0 0-26 0 0,-17-15-63 0 0,6 10-204 0 0,7 2 102 0 0,0 1 0 0 0,0-1 0 0 0,-1 1 1 0 0,1 0-1 0 0,-1 0 0 0 0,1 1 0 0 0,-1 0 1 0 0,1-1-1 0 0,-1 2 0 0 0,0-1 0 0 0,0 0 0 0 0,1 1 1 0 0,-1 0-1 0 0,0 0 0 0 0,-1 0-20 0 0,-19 26 393 0 0,-14-8 45 0 0,36-12 6593 0 0,4 10-8269 0 0,-1-12 1866 0 0,5 140-408 0 0,-1 100-81 0 0,-15-151-131 0 0,2 26 60 0 0,9 29-52 0 0,7-108 11 0 0,6 14-59 0 0,-10-45-62 0 0,-2-8 104 0 0,-1-1 2 0 0,0 0 9 0 0,0 0 8 0 0,0 0 21 0 0,0 0-1 0 0,0 0 2 0 0,0 0 10 0 0,0 0 8 0 0,147 0 566 0 0,-99 11-1580 0 0,-20 2-3942 0 0,-21-6-4505 0 0,-3-5 163 0 0</inkml:trace>
</inkml:ink>
</file>

<file path=ppt/ink/ink2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3:10.2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405 164 0 0 0,'0'0'239'0'0,"0"0"223"0"0,0 0 80 0 0,4-3 33 0 0,15-9 78 0 0,-5 6 2798 0 0,-13 7 6041 0 0,-19 12-6984 0 0,7 3-1485 0 0,-8 14-380 0 0,-12 10 268 0 0,30-40-900 0 0,-9 14 235 0 0,-1 0 0 0 0,2 1 0 0 0,0-1 0 0 0,0 2 0 0 0,1-1 0 0 0,-2 10-246 0 0,-8 45 651 0 0,3 31-99 0 0,4-18-309 0 0,9-53-110 0 0,2 101 770 0 0,19-76-322 0 0,9-8-130 0 0,18 17-148 0 0,57 37 65 0 0,-101-100-405 0 0,4 1-2255 0 0,-32-28-3386 0 0,9 11-2161 0 0,10 8-2294 0 0</inkml:trace>
  <inkml:trace contextRef="#ctx0" brushRef="#br0" timeOffset="691.08">492 528 0 0 0,'0'0'1544'0'0,"0"0"861"0"0,0 0-1 0 0,0 0-458 0 0,0 0-575 0 0,0 0-491 0 0,0 0-326 0 0,0 0-208 0 0,0 0-108 0 0,0 0-46 0 0,0 0 52 0 0,0 0 64 0 0,1 5 71 0 0,13 27 810 0 0,-5-20-571 0 0,0 0-1 0 0,1 0 1 0 0,1-1-1 0 0,0 0 1 0 0,0-1-1 0 0,1 0 1 0 0,0-1-1 0 0,1 0 1 0 0,2 1-618 0 0,152 109 1346 0 0,-80-59-964 0 0,-82-56 80 0 0,0-1-3160 0 0,-8-11-2046 0 0,-15-11-5222 0 0,13 13 5626 0 0</inkml:trace>
  <inkml:trace contextRef="#ctx0" brushRef="#br0" timeOffset="1117.01">833 676 0 0 0,'0'0'1483'0'0,"0"0"1342"0"0,0 0 375 0 0,0 0-115 0 0,0 0-183 0 0,0 0-470 0 0,0 0-639 0 0,0 0-556 0 0,0 0-395 0 0,0 0-177 0 0,0 0-109 0 0,0 0-54 0 0,0 0-35 0 0,-2-2-74 0 0,-4-1 1011 0 0,6 3-1390 0 0,0 0 0 0 0,-5 7-72 0 0,-44 39 119 0 0,-17 18 35 0 0,16-13-36 0 0,32-16-160 0 0,17-31-265 0 0,-6 26-801 0 0,6-19-1944 0 0,1 0-3359 0 0,0-7 930 0 0,3-2-1685 0 0</inkml:trace>
  <inkml:trace contextRef="#ctx0" brushRef="#br0" timeOffset="111522.77">177 65 0 0 0,'0'0'191'0'0,"0"0"250"0"0,0-6 81 0 0,0-22 765 0 0,0 3 4455 0 0,13 20-1904 0 0,-13 5-3632 0 0,0 0-85 0 0,0 0-53 0 0,0 0-43 0 0,0 0 15 0 0,0 0 0 0 0,0 0 0 0 0,0 0 15 0 0,0 0-35 0 0,0 0-11 0 0,-13 1 1214 0 0,-32 7 1386 0 0,-87-6 359 0 0,132 16-2278 0 0,9 59 406 0 0,8 14-732 0 0,-3 48 44 0 0,-14-14-72 0 0,-3-50-55 0 0,3-2-76 0 0,3 18 126 0 0,1-7-89 0 0,-4 4-135 0 0,5 42-82 0 0,-5-107-26 0 0,0-22-3 0 0,0-1-5 0 0,0 0 3 0 0,0 0 33 0 0,0 0-7 0 0,0 0-8 0 0,0 0-13 0 0,5 5 884 0 0,48 4 14 0 0,-16-7-3359 0 0,-26-6-8848 0 0,-10 3 478 0 0</inkml:trace>
</inkml:ink>
</file>

<file path=ppt/ink/ink2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3:42.4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372 100 0 0 0,'0'0'1656'0'0,"0"0"780"0"0,0 0 79 0 0,0 0-216 0 0,0 0-307 0 0,0 0-293 0 0,0 0-264 0 0,0 0-217 0 0,0 0-195 0 0,0 0-156 0 0,0-3-113 0 0,0-6-172 0 0,0 12 1993 0 0,-6 1-301 0 0,-23 36-2906 0 0,-4 18 691 0 0,23-31-15 0 0,1 0 0 0 0,1 0 0 0 0,2 1 0 0 0,0 0 0 0 0,0 20-44 0 0,4-18 53 0 0,-7 218 352 0 0,10-238-335 0 0,0 0 0 0 0,0 1-1 0 0,1-1 1 0 0,0 0-1 0 0,1 0 1 0 0,1 0 0 0 0,-1-1-1 0 0,1 1 1 0 0,1-1-1 0 0,0 1 1 0 0,0-2 0 0 0,1 1-1 0 0,0 0 1 0 0,0-1 0 0 0,1 0-1 0 0,0-1 1 0 0,1 0-1 0 0,-1 0 1 0 0,1 0 0 0 0,9 4-70 0 0,73 46-3257 0 0,-78-54 704 0 0,-3-1-5740 0 0,-9-2-1931 0 0</inkml:trace>
  <inkml:trace contextRef="#ctx0" brushRef="#br0" timeOffset="720.74">546 533 0 0 0,'0'0'1356'0'0,"0"0"1194"0"0,0 0 371 0 0,0 0-145 0 0,0 0-403 0 0,0 0-407 0 0,0 0-350 0 0,0 0-256 0 0,0 0-257 0 0,0 0-233 0 0,0 0-206 0 0,0 0-188 0 0,-3-6-133 0 0,-11-24 626 0 0,20 39-366 0 0,18 13-274 0 0,74 53 362 0 0,77 45-269 0 0,-121-85-352 0 0,-53-51-17265 0 0,-2 14 13649 0 0,-1 0 829 0 0</inkml:trace>
  <inkml:trace contextRef="#ctx0" brushRef="#br0" timeOffset="1146.15">818 486 1120 0 0,'0'0'3976'0'0,"0"0"-425"0"0,0 0-275 0 0,0 0-286 0 0,0 0-514 0 0,0 0-630 0 0,0 0-566 0 0,0 0-396 0 0,0 0-238 0 0,0 0-157 0 0,0 0-125 0 0,0 0-82 0 0,0 0-88 0 0,-2-1-47 0 0,0 0-118 0 0,2 1-26 0 0,0 0 1 0 0,0 0-1 0 0,0 0 0 0 0,-1 0 0 0 0,1 0 1 0 0,0-1-1 0 0,0 1 0 0 0,0 0 1 0 0,0 0-1 0 0,-1 0 0 0 0,1 0 1 0 0,0 0-1 0 0,0 0 0 0 0,-1 0 0 0 0,1 0 1 0 0,0 0-1 0 0,0 0 0 0 0,0 0 1 0 0,-1 0-1 0 0,1 0 0 0 0,0 0 1 0 0,0 0-1 0 0,-1 0 0 0 0,1 0 0 0 0,0 0 1 0 0,0 0-1 0 0,0 0 0 0 0,-1 0 1 0 0,1 0-1 0 0,0 0 0 0 0,0 0 1 0 0,0 0-1 0 0,-1 0 0 0 0,1 1 0 0 0,0-1 1 0 0,0 0-1 0 0,0 0 0 0 0,0 0 1 0 0,-1 0-1 0 0,1 1 0 0 0,0-1 0 0 0,0 0 1 0 0,0 0-1 0 0,0 0 0 0 0,0 0 1 0 0,0 1-1 0 0,0-1 0 0 0,-1 0 1 0 0,1 0-1 0 0,0 1 0 0 0,0-1 0 0 0,0 0 1 0 0,0 0-1 0 0,0 0 0 0 0,0 1 1 0 0,0-1-1 0 0,0 0 0 0 0,0 0 1 0 0,0 1-1 0 0,0-1 0 0 0,0 0 0 0 0,0 0-3 0 0,0 1-49 0 0,0 10-670 0 0,-46 74 625 0 0,0-15 135 0 0,34-46-12 0 0,8-17-124 0 0,0 0-1 0 0,0 0 0 0 0,0 1 0 0 0,1-1 1 0 0,0 1-1 0 0,1 0 0 0 0,-1 0 0 0 0,2 0 1 0 0,-2 4 95 0 0,3 13-3942 0 0,0-15-2933 0 0,0-6-2337 0 0</inkml:trace>
  <inkml:trace contextRef="#ctx0" brushRef="#br0" timeOffset="85120.73">191 64 0 0 0,'0'0'623'0'0,"0"0"1030"0"0,0 0 109 0 0,0 0-376 0 0,0 0-373 0 0,0 0-382 0 0,0 0-301 0 0,0 0-141 0 0,0 0-37 0 0,0 0 47 0 0,0 0 89 0 0,-4-7 100 0 0,-11-23 99 0 0,-7 3 4804 0 0,5 27-6316 0 0,-73 4 1845 0 0,66 0 1014 0 0,24-4-1692 0 0,0 0 38 0 0,0 0 29 0 0,0 0 23 0 0,0 0 26 0 0,0 0 34 0 0,0 0 22 0 0,0 0 18 0 0,0 0 0 0 0,0 0-21 0 0,0 0-31 0 0,0 0-34 0 0,0 0-40 0 0,0 0-51 0 0,0 0-45 0 0,0 0-47 0 0,0 0-46 0 0,0 0-11 0 0,0 0-13 0 0,0 0-8 0 0,0 0-2 0 0,-2 11-251 0 0,-2-2 379 0 0,1 1 0 0 0,1 0 1 0 0,0 0-1 0 0,0-1 0 0 0,1 1 0 0 0,0 0 1 0 0,1 9-112 0 0,-1 2 100 0 0,0 141 508 0 0,25-27 31 0 0,-13-32-515 0 0,-7 64-54 0 0,3-92-10 0 0,0-8 24 0 0,-3-30-62 0 0,-1-17-13 0 0,-2 2-120 0 0,-1-22 117 0 0,0 0 2 0 0,0 0 2 0 0,0 0 16 0 0,0 0 15 0 0,0 0 0 0 0,0 0 26 0 0,0 0 24 0 0,10 0 2463 0 0,94-6-2844 0 0,-86 11-2881 0 0,-12 5-7331 0 0,-5-6-42 0 0</inkml:trace>
</inkml:ink>
</file>

<file path=ppt/ink/ink2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4:08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359 190 0 0 0,'0'0'525'0'0,"0"0"50"0"0,0 0-23 0 0,0 0-90 0 0,0 0-50 0 0,0 0-32 0 0,3-8-59 0 0,11-23-15 0 0,6 12 1410 0 0,-14 16-1204 0 0,22-15 1619 0 0,-28-9 3529 0 0,0 27-5100 0 0,0 0-50 0 0,0 0-34 0 0,0 0-16 0 0,0 0-19 0 0,0 0 14 0 0,0 0 17 0 0,0 0 16 0 0,0 0 10 0 0,0 0-19 0 0,0 0-33 0 0,0 0-38 0 0,-2 13 1346 0 0,-10 8-2222 0 0,-9 25 560 0 0,-15 79 245 0 0,30-92-185 0 0,2 0-1 0 0,2 1 0 0 0,1-1 0 0 0,2 16-151 0 0,0 0 138 0 0,0-25 14 0 0,1-1-1 0 0,1 0 1 0 0,1 0 0 0 0,1 0-1 0 0,1 0 1 0 0,4 9-152 0 0,-8-25 113 0 0,1 0-1 0 0,0 0 1 0 0,0 0 0 0 0,0 0 0 0 0,1-1 0 0 0,0 1-1 0 0,0-1 1 0 0,1 0 0 0 0,0-1 0 0 0,0 1 0 0 0,0-1 0 0 0,1 1-1 0 0,-1-2 1 0 0,1 1 0 0 0,1-1 0 0 0,-1 0 0 0 0,5 3-113 0 0,18-3-768 0 0,-15-13-8018 0 0,-14 5 2711 0 0,2 0-2827 0 0</inkml:trace>
  <inkml:trace contextRef="#ctx0" brushRef="#br0" timeOffset="674.32">657 468 0 0 0,'0'0'2120'0'0,"0"0"44"0"0,0 0-112 0 0,0 0-237 0 0,0 0-293 0 0,0 0-299 0 0,0 0-283 0 0,0 0-187 0 0,0 0-87 0 0,0 0-29 0 0,0 0-5 0 0,0-2-38 0 0,-1 1-285 0 0,0-4 41 0 0,1 9 2841 0 0,0-4-2911 0 0,56 57 1934 0 0,-7-10-2010 0 0,3-1 0 0 0,37 23-204 0 0,-13-23-3 0 0,-69-45-3012 0 0,-7-8-4092 0 0,0 4 4040 0 0,0-1-5611 0 0</inkml:trace>
  <inkml:trace contextRef="#ctx0" brushRef="#br0" timeOffset="1162.38">942 477 0 0 0,'0'0'1094'0'0,"0"0"1757"0"0,0 0 468 0 0,0 0-65 0 0,0 0-380 0 0,0 0-585 0 0,0 0-553 0 0,0 0-473 0 0,0 0-321 0 0,0 0-205 0 0,0 0-166 0 0,0 0-123 0 0,-2-2-111 0 0,-8-6-99 0 0,-3 27-848 0 0,-55 56 672 0 0,55-61-43 0 0,2-2-14 0 0,1-1 0 0 0,0 1 0 0 0,1 1 0 0 0,0 0 0 0 0,0 0 0 0 0,0 5-5 0 0,-12 13 83 0 0,12-18-362 0 0,-5 9-1037 0 0,8-4-5431 0 0,5-14 1511 0 0,0-1-2723 0 0</inkml:trace>
  <inkml:trace contextRef="#ctx0" brushRef="#br0" timeOffset="62828.61">285 66 0 0 0,'0'0'475'0'0,"0"0"189"0"0,0 0 128 0 0,0 0 51 0 0,-3-5-43 0 0,-15-24 472 0 0,17 27-1947 0 0,-4-3 9985 0 0,3 4-8125 0 0,2 1-1080 0 0,0 0-39 0 0,-13 0-1517 0 0,-8 0 1669 0 0,-4 1 133 0 0,0-1 1 0 0,-1-2-1 0 0,1-1 0 0 0,-17-4-351 0 0,-37-5 2548 0 0,79 23-2623 0 0,4 204 1282 0 0,14-83-831 0 0,-11-26-245 0 0,-1 40 141 0 0,1-80-173 0 0,0-15 36 0 0,-3-19-22 0 0,4 55 603 0 0,-9-68 1385 0 0,13-19-518 0 0,104 3-2226 0 0,-108-2-1442 0 0,-4 0-1072 0 0,1-1-3396 0 0,-3 0-3680 0 0</inkml:trace>
</inkml:ink>
</file>

<file path=ppt/ink/ink2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3:56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365 138 0 0 0,'8'-31'7687'0'0,"-6"30"-544"0"0,-4 7-10 0 0,-14 27-7943 0 0,-7 24 860 0 0,16-25 24 0 0,2 1 0 0 0,2-1 0 0 0,0 1 0 0 0,3 0 0 0 0,1 13-74 0 0,-1-2 109 0 0,15 89 10 0 0,1-75 110 0 0,-3-21-36 0 0,9 14 194 0 0,-7-27-13 0 0,16 9-9 0 0,18 0 136 0 0,-15-17 144 0 0,-25-16-2322 0 0,-8-4-2635 0 0,-1-1-3562 0 0,0 3-2142 0 0</inkml:trace>
  <inkml:trace contextRef="#ctx0" brushRef="#br0" timeOffset="613.68">608 520 0 0 0,'0'0'2866'0'0,"0"0"83"0"0,0 0 23 0 0,0 0-269 0 0,0 0-515 0 0,0 0-520 0 0,0 0-470 0 0,0 0-357 0 0,0 0-218 0 0,0 0-128 0 0,0 0-91 0 0,0 0-95 0 0,0-1-77 0 0,-2-2 108 0 0,2 4-364 0 0,0-1 7 0 0,6 9 202 0 0,85 64 1305 0 0,62 31-721 0 0,-40-34-679 0 0,-110-68 2000 0 0,0 0-4643 0 0,-2 6-14477 0 0,-3-8 12242 0 0</inkml:trace>
  <inkml:trace contextRef="#ctx0" brushRef="#br0" timeOffset="977.23">913 537 2080 0 0,'0'0'3904'0'0,"0"0"-511"0"0,0 0-406 0 0,0 0-385 0 0,0 0-488 0 0,0 0-646 0 0,0 0-604 0 0,0 0-430 0 0,0 0-238 0 0,0 0-96 0 0,0 0-78 0 0,0 0-51 0 0,0 0-43 0 0,-2 0-57 0 0,-31 31-158 0 0,-41 73 555 0 0,-26 5-2545 0 0,87-98-2271 0 0,9-8 67 0 0,2-2-4128 0 0</inkml:trace>
  <inkml:trace contextRef="#ctx0" brushRef="#br0" timeOffset="73360.62">181 70 0 0 0,'0'0'1272'0'0,"0"0"174"0"0,0 0-55 0 0,0 0-171 0 0,0 0-212 0 0,0 0-157 0 0,0 0-140 0 0,0 0-166 0 0,5-3-135 0 0,18-11 71 0 0,-40 14 337 0 0,-80-27 1878 0 0,22 5-1542 0 0,63 19-831 0 0,4 2 844 0 0,8 18 214 0 0,0 425 2440 0 0,10-352-3668 0 0,-1 23 10 0 0,3-62-100 0 0,-8 6-32 0 0,-2 2-26 0 0,-1-57-6 0 0,6 25 161 0 0,10-21 3188 0 0,22-16-3498 0 0,-32 8 426 0 0,-1 0-1202 0 0,25-6 2637 0 0,-20 6-5366 0 0,-1 2-5679 0 0,-9 0-1101 0 0</inkml:trace>
</inkml:ink>
</file>

<file path=ppt/ink/ink2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4:18.3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453 221 0 0 0,'0'0'328'0'0,"0"0"395"0"0,0 0 6 0 0,0 0-55 0 0,0 0 21 0 0,0 0-62 0 0,0 0-3 0 0,0 0-33 0 0,0 0-61 0 0,3-5 4 0 0,12-16-36 0 0,5-4 7149 0 0,-14 6-1927 0 0,-8 24-5772 0 0,1-1 1 0 0,0 1-1 0 0,-1-1 0 0 0,0 0 0 0 0,0 0 1 0 0,0 0-1 0 0,-1 0 0 0 0,1 0 0 0 0,-1 0 0 0 0,0 0 1 0 0,0-1-1 0 0,-2 2 46 0 0,-2 3-19 0 0,-68 99 242 0 0,39-25 245 0 0,22-20-47 0 0,10 101 982 0 0,5-152-1275 0 0,1 1 0 0 0,0-1 0 0 0,1 1-1 0 0,0-1 1 0 0,1 0 0 0 0,0 0 0 0 0,0-1-1 0 0,1 1 1 0 0,1-1 0 0 0,1 2-128 0 0,2 2-12 0 0,1-1-1 0 0,0 0 1 0 0,0 0-1 0 0,1-1 1 0 0,1-1 0 0 0,0 0-1 0 0,5 3 13 0 0,8-3-2014 0 0,-16-10-1541 0 0,0 0-4199 0 0,-6-1-2029 0 0</inkml:trace>
  <inkml:trace contextRef="#ctx0" brushRef="#br0" timeOffset="54934.04">225 76 0 0 0,'0'0'753'0'0,"0"0"344"0"0,0 0 11 0 0,0 0-113 0 0,0 0-143 0 0,0 0-146 0 0,0 0-73 0 0,0 0-26 0 0,1-3-36 0 0,4-11 559 0 0,1 8 1775 0 0,-10 5-2760 0 0,-29-7-539 0 0,-113-28 2956 0 0,118 29-2302 0 0,28 7-276 0 0,0 0-8 0 0,0 0-10 0 0,0 0-8 0 0,0 0 10 0 0,0 0 17 0 0,0 0 22 0 0,-7 18 534 0 0,-8 29 655 0 0,12 160 1581 0 0,21-32-1592 0 0,-3-77-755 0 0,3 2-38 0 0,-7-50-335 0 0,-8 49 41 0 0,1-21-84 0 0,-2-47 913 0 0,13-31 1642 0 0,57 2-2887 0 0,-51 12-2445 0 0,-16-7-1174 0 0,-2-1-3704 0 0,-2-2-1660 0 0</inkml:trace>
</inkml:ink>
</file>

<file path=ppt/ink/ink2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4:27.3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369 247 0 0 0,'0'0'123'0'0,"0"0"366"0"0,0 0 117 0 0,0 0 31 0 0,0 0-27 0 0,1-7-9 0 0,7-32 1206 0 0,2 28 4309 0 0,0-45-819 0 0,-10 55-4989 0 0,0 1-54 0 0,0 0-56 0 0,0 0-2 0 0,0 0 3 0 0,0 0 30 0 0,0 0 50 0 0,0 0 23 0 0,0 0 28 0 0,0 0 9 0 0,0 0-27 0 0,0 0-57 0 0,0 0-38 0 0,0 0-34 0 0,0 0-52 0 0,0 0-5 0 0,0 0-50 0 0,0 0-45 0 0,0 0-27 0 0,0 0-55 0 0,0 0-14 0 0,-6 10-1146 0 0,-57 49 1371 0 0,35-29-17 0 0,19-19-62 0 0,1 1 0 0 0,0 0 0 0 0,1 0 0 0 0,1 0 1 0 0,-1 1-1 0 0,2 0 0 0 0,0 0 0 0 0,1 1 0 0 0,0-1 0 0 0,1 1 0 0 0,0 0 1 0 0,1 0-1 0 0,0 8-81 0 0,-1 2 165 0 0,1 1 1 0 0,2-1 0 0 0,0 1 0 0 0,2 0 0 0 0,0-1 0 0 0,3 6-166 0 0,-1-4 137 0 0,3-1 1 0 0,0 0-1 0 0,1 0 1 0 0,1-1 0 0 0,11 19-138 0 0,41 57 230 0 0,-52-89-429 0 0,14 16-63 0 0,-5-13-3133 0 0,-14-14-4501 0 0,-3 0 4134 0 0,-1 0-2923 0 0</inkml:trace>
  <inkml:trace contextRef="#ctx0" brushRef="#br0" timeOffset="47884.78">222 43 0 0 0,'0'0'545'0'0,"0"0"625"0"0,0 0 56 0 0,0 0-119 0 0,0 0-114 0 0,0 0-119 0 0,0 0-64 0 0,0 0-53 0 0,0 0-16 0 0,0 0 2 0 0,1-7 58 0 0,6-21 62 0 0,-6 21-4 0 0,-1 7-32 0 0,0 0-127 0 0,0 0-193 0 0,0 0-190 0 0,0 0-159 0 0,0 0-129 0 0,-212 7 1949 0 0,205-2-1215 0 0,-1 9-63 0 0,5 64 1085 0 0,13 21-759 0 0,17 17-673 0 0,-11-46-238 0 0,-5 35-60 0 0,-11 41 21 0 0,3 2-12 0 0,-5-46-75 0 0,1 1 103 0 0,1-103-91 0 0,2 1 184 0 0,1 1 0 0 0,-1-1-1 0 0,1 0 1 0 0,0 0 0 0 0,0 0-1 0 0,0 0 1 0 0,0-1-1 0 0,-1 1 1 0 0,1-1 0 0 0,0 1-1 0 0,0-1 1 0 0,0 0-1 0 0,0 0 1 0 0,2-1-185 0 0,64 3 165 0 0,-26 7-2736 0 0,-41-11-5297 0 0,-1 0-2722 0 0</inkml:trace>
</inkml:ink>
</file>

<file path=ppt/ink/ink2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5:27.3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30 0 0 0,'0'0'1006'0'0,"0"0"689"0"0,0 0-14 0 0,0 0-280 0 0,0 0-227 0 0,0 0-100 0 0,0 0-206 0 0,0 0-174 0 0,0 0-93 0 0,0-4-113 0 0,1-2-10 0 0,0-3-519 0 0,-1-1 9712 0 0,0 10-9307 0 0,0 0-45 0 0,0 0-41 0 0,0 0-60 0 0,14 35-32 0 0,22 86 176 0 0,-23-60-265 0 0,4 14 2 0 0,-2-22 185 0 0,-15-53-267 0 0,0 0 10 0 0,0 0 14 0 0,0 0-10 0 0,0 0-23 0 0,0 0-21 0 0,0 0-9 0 0,0 0 5 0 0,12 12-1331 0 0,-11-4-6937 0 0,-2-8 3459 0 0,-2 0 1820 0 0,-2 0-2598 0 0</inkml:trace>
  <inkml:trace contextRef="#ctx0" brushRef="#br0" timeOffset="532.88">390 216 0 0 0,'0'0'2254'0'0,"0"0"737"0"0,0 0 10 0 0,0 0-514 0 0,0 0-520 0 0,0 0-319 0 0,0 0-241 0 0,0 0-237 0 0,0 0-230 0 0,0 0-209 0 0,0 0-182 0 0,0 0-112 0 0,1-5 2212 0 0,-32 12-2755 0 0,-37-1 799 0 0,0-3 0 0 0,-19-4-693 0 0,21 0 482 0 0,29 6-556 0 0,13 1-4079 0 0,18-2-5011 0 0,2-2-1326 0 0</inkml:trace>
</inkml:ink>
</file>

<file path=ppt/ink/ink2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5:30.2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200 19 0 0 0,'0'0'1346'0'0,"0"0"435"0"0,0 0-120 0 0,0 0-281 0 0,0 0-265 0 0,0 0-159 0 0,0 0-101 0 0,0 0-32 0 0,0 0 17 0 0,0 0 41 0 0,2 2-16 0 0,5 9-65 0 0,-8-7 4287 0 0,1-2 617 0 0,3-1-5753 0 0,0-1 84 0 0,0 0-1 0 0,-1 0 1 0 0,1 0 0 0 0,0-1 0 0 0,-1 1-1 0 0,1-1 1 0 0,-1 1 0 0 0,1-1-1 0 0,-1 0 1 0 0,1 0 0 0 0,-1 0-1 0 0,1 0 1 0 0,-1-1 0 0 0,0 1-1 0 0,2-2-34 0 0,3-4 247 0 0,-7 7-226 0 0,0 0-14 0 0,0 0-23 0 0,0 0-1 0 0,0 0-22 0 0,0 0 0 0 0,0 0-9 0 0,0 0 3 0 0,0 0-39 0 0,0 0-32 0 0,0 0-25 0 0,0 0-58 0 0,0 0-7 0 0,0 0-10 0 0,-128-11 282 0 0,23 3-49 0 0,85 24-2352 0 0,16-11-668 0 0,2-3 420 0 0,2 1-3535 0 0,0-1-3600 0 0</inkml:trace>
</inkml:ink>
</file>

<file path=ppt/ink/ink2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5:31.1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 11 0 0 0,'0'0'1860'0'0,"0"0"428"0"0,0 0 173 0 0,0 0-177 0 0,0 0-423 0 0,0 0-440 0 0,0 0-286 0 0,0 0-183 0 0,0 0-132 0 0,0 0-112 0 0,0 0-118 0 0,0 0-100 0 0,0 0-83 0 0,-8-1-78 0 0,-28-9 444 0 0,34 21-664 0 0,-26 4 174 0 0,13 12 19 0 0,14-18-152 0 0,1-1 0 0 0,-1 0 1 0 0,1 1-1 0 0,0-1 0 0 0,1 0 0 0 0,0 1 0 0 0,0-1 0 0 0,1 0 0 0 0,0 0 0 0 0,0 0 0 0 0,1 0 0 0 0,0-1 0 0 0,1 1 0 0 0,0-1-150 0 0,60 121 564 0 0,34 42-183 0 0,-89-156-327 0 0,-3-6-41 0 0,-1 1 1 0 0,0 0 0 0 0,0 1 0 0 0,-1-1 0 0 0,0 1 0 0 0,0 0 0 0 0,-1 0-1 0 0,0 1-13 0 0,-3-10-2 0 0,0-1-1 0 0,0 1 0 0 0,0 0 0 0 0,0-1 0 0 0,0 1 0 0 0,0-1 0 0 0,0 1 0 0 0,0 0 0 0 0,0-1 0 0 0,-1 1 0 0 0,1-1 0 0 0,0 1 0 0 0,0-1 0 0 0,-1 1 0 0 0,1 0 1 0 0,0-1-1 0 0,-1 1 0 0 0,1-1 0 0 0,0 0 0 0 0,-1 1 0 0 0,1-1 0 0 0,-1 1 0 0 0,1-1 0 0 0,-1 0 0 0 0,1 1 0 0 0,-1-1 0 0 0,1 0 0 0 0,-1 1 0 0 0,1-1 1 0 0,-1 0-1 0 0,1 0 0 0 0,-1 1 0 0 0,1-1 0 0 0,-1 0 0 0 0,0 0 0 0 0,1 0 0 0 0,-1 0 0 0 0,1 0 0 0 0,-1 0 0 0 0,0 0 0 0 0,1 0 0 0 0,-1 0 0 0 0,1 0 1 0 0,-1 0-1 0 0,0 0 0 0 0,1-1 0 0 0,-1 1 0 0 0,1 0 0 0 0,-1 0 0 0 0,1 0 0 0 0,-1-1 3 0 0,-8 1 101 0 0,-1-2-24 0 0,1 0-1 0 0,-1 0 0 0 0,1-1 0 0 0,0-1 0 0 0,0 1 0 0 0,0-1 0 0 0,0-1 0 0 0,1 1 0 0 0,0-2 1 0 0,0 1-1 0 0,0-1 0 0 0,-3-3-76 0 0,-9-6 57 0 0,8 8-12 0 0,-2-2 39 0 0,0-1 1 0 0,0-1 0 0 0,1 1 0 0 0,1-2-1 0 0,-8-7-84 0 0,19 17 39 0 0,0 1 0 0 0,-1-1-1 0 0,1 1 1 0 0,0-1-1 0 0,0 1 1 0 0,0-1-1 0 0,0 0 1 0 0,0 1 0 0 0,0-1-1 0 0,0 0 1 0 0,1 0-1 0 0,-1 1 1 0 0,1-1 0 0 0,-1 0-1 0 0,1 0 1 0 0,0 0-1 0 0,0 0 1 0 0,-1 0 0 0 0,1 0-1 0 0,1 0 1 0 0,-1 0-1 0 0,0 0 1 0 0,0 0-1 0 0,1 1 1 0 0,-1-1 0 0 0,1 0-1 0 0,0 0 1 0 0,-1 0-1 0 0,1 0 1 0 0,0 1 0 0 0,0-1-1 0 0,0 0 1 0 0,0 1-1 0 0,0-1 1 0 0,1 1-1 0 0,-1-1 1 0 0,0 1 0 0 0,1 0-1 0 0,-1 0 1 0 0,1-1-1 0 0,-1 1 1 0 0,1 0 0 0 0,0 0-1 0 0,-1 0-38 0 0,17-8-105 0 0,0 0 1 0 0,1 1-1 0 0,-1 1 0 0 0,1 1 1 0 0,3 0 104 0 0,56-20-1451 0 0,-76 25 1215 0 0,0 0-1 0 0,0 0 0 0 0,-1 0 1 0 0,1 0-1 0 0,0 0 1 0 0,0 0-1 0 0,0 0 0 0 0,-1-1 1 0 0,1 1-1 0 0,-1-1 0 0 0,1 1 1 0 0,-1-1-1 0 0,0 0 1 0 0,1 0-1 0 0,-1 1 0 0 0,0-1 1 0 0,0 0-1 0 0,0 0 0 0 0,0-1 238 0 0,-1 1-758 0 0,1-1 1 0 0,-1 1 0 0 0,0 0 0 0 0,0 0 0 0 0,0-1 0 0 0,0 1 0 0 0,0 0 0 0 0,0 0 0 0 0,-1 0 0 0 0,1-1 0 0 0,-1 1 0 0 0,1 0 0 0 0,-1 0-1 0 0,0 0 1 0 0,0 0 0 0 0,0 0 0 0 0,-1-2 756 0 0,-3-5-6049 0 0</inkml:trace>
</inkml:ink>
</file>

<file path=ppt/ink/ink2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5:31.6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53 616 0 0,'0'0'5263'0'0,"0"0"-1953"0"0,0 0-947 0 0,0 0-196 0 0,0 0-71 0 0,0 0-211 0 0,0 0-366 0 0,0 0-428 0 0,0 0-406 0 0,0 0-293 0 0,0 0-170 0 0,0 0-120 0 0,0 0-76 0 0,-9-11-41 0 0,-30-31-48 0 0,39 42 60 0 0,0 1 0 0 0,0-1 0 0 0,0 0 0 0 0,0 0-1 0 0,0 1 1 0 0,0-1 0 0 0,0 0 0 0 0,0 1 0 0 0,-1-1-1 0 0,1 0 1 0 0,0 0 0 0 0,0 1 0 0 0,0-1 0 0 0,0 0 0 0 0,0 0-1 0 0,0 1 1 0 0,-1-1 0 0 0,1 0 0 0 0,0 0 0 0 0,0 1-1 0 0,0-1 1 0 0,0 0 0 0 0,-1 0 0 0 0,1 0 0 0 0,0 0 0 0 0,0 1-1 0 0,-1-1 1 0 0,1 0 0 0 0,0 0 0 0 0,0 0 0 0 0,-1 0-1 0 0,1 0 1 0 0,0 0 0 0 0,-1 0 0 0 0,1 0 0 0 0,0 0 0 0 0,0 0-1 0 0,-1 0 1 0 0,1 0 0 0 0,0 0 0 0 0,0 0 0 0 0,-1 0-1 0 0,1 0 1 0 0,0 0 0 0 0,-1 0 0 0 0,1 0 0 0 0,0 0 0 0 0,0 0-1 0 0,-1 0 1 0 0,1 0 0 0 0,0 0 0 0 0,-1-1 3 0 0,2 2 5 0 0,-3 4 44 0 0,1 0 0 0 0,1 0-1 0 0,-1 1 1 0 0,1-1-1 0 0,0 0 1 0 0,0 0 0 0 0,0 0-1 0 0,1 0 1 0 0,0 0 0 0 0,0 0-1 0 0,0 0 1 0 0,0 0 0 0 0,1 0-1 0 0,0 0 1 0 0,0-1 0 0 0,0 1-1 0 0,1-1 1 0 0,-1 1-1 0 0,2-1-48 0 0,-4-3 50 0 0,0-1-6 0 0,0 0 33 0 0,0 0 41 0 0,0 0 58 0 0,0 0 66 0 0,0 0 72 0 0,1-44 549 0 0,0 1-1031 0 0,-1 42 47 0 0,0 1-132 0 0,0 0-231 0 0,0 0-295 0 0,-11 27-11529 0 0,7-21 2290 0 0</inkml:trace>
</inkml:ink>
</file>

<file path=ppt/ink/ink2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5:37.7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352 19 0 0 0,'0'0'679'0'0,"0"0"237"0"0,0 0 12 0 0,0 0-16 0 0,0 0-54 0 0,0 0-51 0 0,0 0-108 0 0,0 0-95 0 0,4-2-26 0 0,19-4 289 0 0,19 1 5371 0 0,-29 0-2526 0 0,-13 4-3223 0 0,0 1-45 0 0,-70 0 4419 0 0,-81 0-3452 0 0,87 10-1192 0 0,3-3 707 0 0,11-20-333 0 0,29 10-2347 0 0,7 2-5993 0 0,12 1-3430 0 0</inkml:trace>
</inkml:ink>
</file>

<file path=ppt/ink/ink2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5:43.6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0 0 0 0,'0'0'3186'0'0,"0"0"453"0"0,0 0-63 0 0,0 0-378 0 0,0 0-667 0 0,0 0-827 0 0,0 0-747 0 0,0 0-516 0 0,0 0-272 0 0,0 0-90 0 0,0 0-29 0 0,0 0-20 0 0,-3 1-23 0 0,2 0-17 0 0,0-1 0 0 0,0 1 1 0 0,-1 0-1 0 0,1 0 0 0 0,0 0 0 0 0,0 0 1 0 0,0 0-1 0 0,0 0 0 0 0,0 0 0 0 0,0 0 1 0 0,0 0-1 0 0,0 0 0 0 0,1 1 0 0 0,-1-1 1 0 0,0 0-1 0 0,1 1 0 0 0,-1-1 0 0 0,1 0 1 0 0,-1 1-1 0 0,1-1 0 0 0,0 1 0 0 0,-1-1 1 0 0,1 1-1 0 0,0-1 0 0 0,0 1 0 0 0,0-1 10 0 0,-2 12 130 0 0,0 0-1 0 0,0 0 0 0 0,2 0 0 0 0,-1 0 0 0 0,2 0 0 0 0,0 0 0 0 0,0 0 1 0 0,1 0-1 0 0,1 0 0 0 0,0 0 0 0 0,1 0 0 0 0,0 0-129 0 0,66 147 451 0 0,-12-41-420 0 0,-50-66-322 0 0,-9-51 281 0 0,0-1 1 0 0,-1 0 0 0 0,1 1-1 0 0,-1-1 1 0 0,1 0 0 0 0,-1 0-1 0 0,1 0 1 0 0,-1 0 0 0 0,0 0-1 0 0,0 0 1 0 0,1 0 0 0 0,-1-1-1 0 0,0 1 1 0 0,0-1 0 0 0,0 1-1 0 0,0-1 1 0 0,1 0 0 0 0,-1 1-1 0 0,0-1 1 0 0,0 0 0 0 0,0 0-1 0 0,-1-1 10 0 0,3 1 3 0 0,-7 0 16 0 0,0 0 0 0 0,1-1 0 0 0,-1 0 0 0 0,0 0 0 0 0,1-1 0 0 0,-1 0-1 0 0,1 0 1 0 0,0 0 0 0 0,0-1 0 0 0,0 0 0 0 0,0 0 0 0 0,0 0 0 0 0,1-1 0 0 0,-1 0 0 0 0,1 0 0 0 0,0-1 0 0 0,-3-2-19 0 0,-13-10 70 0 0,12 10-23 0 0,-1 0 1 0 0,2-1 0 0 0,-1 0 0 0 0,1 0 0 0 0,0-1 0 0 0,1 0 0 0 0,-4-5-48 0 0,10 12 51 0 0,0 0 1 0 0,0 1-1 0 0,0-1 0 0 0,1 0 1 0 0,-1 0-1 0 0,0 0 0 0 0,1 0 1 0 0,0 0-1 0 0,-1 0 0 0 0,1 0 1 0 0,0 1-1 0 0,0-1 0 0 0,0 0 1 0 0,0 0-1 0 0,0 0 0 0 0,1 0 1 0 0,-1 0-1 0 0,1 0 0 0 0,-1 0 1 0 0,1 0-1 0 0,0 0 0 0 0,-1 1 1 0 0,1-1-1 0 0,0 0 0 0 0,0 1 1 0 0,0-1-1 0 0,0 0 0 0 0,1 1 1 0 0,-1-1-1 0 0,0 1 0 0 0,1 0 1 0 0,-1-1-1 0 0,1 1 0 0 0,-1 0 1 0 0,1 0-52 0 0,63-33 211 0 0,-27 22-345 0 0,1 2-1 0 0,1 1 0 0 0,36-3 135 0 0,-45 8-149 0 0,-27 3-21 0 0,12-5-366 0 0,-14-6-4033 0 0,-15-15-7979 0 0,8 20 7338 0 0</inkml:trace>
</inkml:ink>
</file>

<file path=ppt/ink/ink2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5:44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55 1064 0 0,'0'0'3780'0'0,"0"0"-314"0"0,0 0-178 0 0,0 0-416 0 0,0 0-496 0 0,0 0-587 0 0,0 0-581 0 0,0 0-368 0 0,0 0-222 0 0,0 0-185 0 0,0 0-138 0 0,0 0-98 0 0,0 0-69 0 0,-2-5-61 0 0,-8-17-49 0 0,8 16-32 0 0,11-15 2309 0 0,-9 21-2300 0 0,1 0 0 0 0,-1 0 0 0 0,1 0 0 0 0,0 0 0 0 0,-1 0 0 0 0,1 0 0 0 0,-1 0 0 0 0,1 0 0 0 0,-1 1 0 0 0,1-1 0 0 0,0 0 0 0 0,-1 0 0 0 0,1 1 0 0 0,-1-1 0 0 0,1 0 0 0 0,-1 0 0 0 0,1 1 0 0 0,-1-1 0 0 0,0 1-1 0 0,1-1 1 0 0,-1 1 0 0 0,1-1 0 0 0,-1 0 0 0 0,0 1 0 0 0,1-1 0 0 0,-1 1 0 0 0,0-1 0 0 0,0 1 0 0 0,1 0 0 0 0,-1-1 0 0 0,0 1 0 0 0,0-1 0 0 0,0 1 0 0 0,0-1 0 0 0,0 1 0 0 0,0 0 0 0 0,0-1 0 0 0,0 1 0 0 0,0-1 0 0 0,0 1 5 0 0,1 0 36 0 0,2 37-2639 0 0,-16-18-3802 0 0,5-16 392 0 0,2 0-3521 0 0</inkml:trace>
</inkml:ink>
</file>

<file path=ppt/ink/ink2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5:42.3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34 0 0 0,'0'0'681'0'0,"0"0"410"0"0,0 0 186 0 0,0 0 66 0 0,0 0 45 0 0,0 0-104 0 0,0 0-168 0 0,0 0-87 0 0,0 0-10 0 0,0 0 42 0 0,-2-2 33 0 0,1 1-676 0 0,-4-5 175 0 0,-1 4 2614 0 0,5 2-2972 0 0,1 0-95 0 0,0 0-62 0 0,0 0-10 0 0,0 0-32 0 0,0 0-2 0 0,-5-14 2470 0 0,3 5-1886 0 0,0 14 338 0 0,-5 43-392 0 0,14 41 92 0 0,8-21-425 0 0,2 5-22 0 0,-5-11-15 0 0,-3-15-88 0 0,-9-83-6420 0 0,-8 6-2239 0 0,3 20 190 0 0</inkml:trace>
  <inkml:trace contextRef="#ctx0" brushRef="#br0" timeOffset="374.1">371 257 1176 0 0,'0'0'3317'0'0,"0"0"-40"0"0,0 0-147 0 0,0 0-307 0 0,0 0-541 0 0,0 0-642 0 0,0 0-581 0 0,0 0-366 0 0,0 0-158 0 0,0 0-64 0 0,0 0-54 0 0,0 0-54 0 0,0 0-71 0 0,-6-2-60 0 0,-55-7 610 0 0,-14 29-369 0 0,60-15-366 0 0,0-2 0 0 0,0 0 0 0 0,0-1 0 0 0,-1-1-1 0 0,1 0 1 0 0,-1-1 0 0 0,1 0 0 0 0,0-1 0 0 0,-15-4-107 0 0,-29-14-1090 0 0,56 17-105 0 0,3 2-3373 0 0,0 0-4513 0 0,0 0 1031 0 0</inkml:trace>
</inkml:ink>
</file>

<file path=ppt/ink/ink2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5:47.8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152 203 0 0 0,'8'-55'0'0'0,"-8"0"15986"0"0,-8 35-15937 0 0,1-50 5218 0 0,6 68-2705 0 0,2 16-2214 0 0,41 183-11 0 0,-16-89-213 0 0,-16-57-90 0 0,-6-20-49 0 0,-4-31 6 0 0,0 0 19 0 0,0 0 8 0 0,0 0 4 0 0,0 0-3 0 0,0 0-22 0 0,0 0-2 0 0,0 0 1 0 0,0 0-29 0 0,0 0 9 0 0,0 0-22 0 0,-12-29-4233 0 0,8 23 2705 0 0,-5-6-3694 0 0,7 8 1905 0 0,-2 0-6630 0 0</inkml:trace>
  <inkml:trace contextRef="#ctx0" brushRef="#br0" timeOffset="502.12">385 245 0 0 0,'0'0'1122'0'0,"0"0"1752"0"0,0 0 205 0 0,0 0-375 0 0,0 0-446 0 0,0 0-379 0 0,0 0-200 0 0,0 0-224 0 0,0 0-232 0 0,0 0-183 0 0,0 0-197 0 0,0 0-185 0 0,0 0-151 0 0,2-5-145 0 0,9-15-72 0 0,-11 20-259 0 0,0-1 1 0 0,0 1 0 0 0,0-1-1 0 0,0 1 1 0 0,0-1 0 0 0,0 0-1 0 0,0 1 1 0 0,0-1 0 0 0,0 1-1 0 0,0-1 1 0 0,0 1 0 0 0,0-1-1 0 0,0 1 1 0 0,0-1 0 0 0,-1 1-1 0 0,1-1 1 0 0,0 1-1 0 0,0-1 1 0 0,-1 1 0 0 0,1 0-1 0 0,0-1 1 0 0,0 1 0 0 0,-1-1-1 0 0,1 1 1 0 0,0 0 0 0 0,-1-1-1 0 0,1 1 1 0 0,-1 0 0 0 0,1-1-1 0 0,-1 1 1 0 0,1 0 0 0 0,0 0-1 0 0,-1-1 1 0 0,1 1 0 0 0,-1 0-1 0 0,1 0 1 0 0,-1 0 0 0 0,1 0-32 0 0,-1 0-32 0 0,1 0-3 0 0,-18 0-5 0 0,-94 5 232 0 0,-22 13 281 0 0,51-17-27 0 0,64-2-3845 0 0,0 1-4083 0 0,17 0-3208 0 0</inkml:trace>
</inkml:ink>
</file>

<file path=ppt/ink/ink2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5:51.8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258 39 0 0 0,'0'0'779'0'0,"0"0"502"0"0,0 0 188 0 0,0 0 68 0 0,0 0-31 0 0,0 0-111 0 0,0 0-115 0 0,0 0-105 0 0,1-3-81 0 0,3-11 865 0 0,27 2 2074 0 0,-24 4-1994 0 0,-8 8-2023 0 0,1 0 5 0 0,0 0 18 0 0,0 0 13 0 0,0 0 0 0 0,0 0 8 0 0,0 0 0 0 0,0 0 17 0 0,0 0 35 0 0,0 0 11 0 0,-12 0 306 0 0,-79 5 1209 0 0,-65-5 496 0 0,133-3-3425 0 0,15 1-1890 0 0,1 0-3598 0 0,4 2-3785 0 0</inkml:trace>
</inkml:ink>
</file>

<file path=ppt/ink/ink2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5:53.1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26 0 0 0,'0'0'2431'0'0,"0"0"103"0"0,0 0-125 0 0,0 0-394 0 0,0 0-406 0 0,0 0-310 0 0,0 0-206 0 0,0 0-143 0 0,0 0-133 0 0,0 0-129 0 0,0 0-95 0 0,-1-4-71 0 0,0-11-28 0 0,-5 8 3547 0 0,13 46-4424 0 0,0-1 0 0 0,3 0 0 0 0,6 16 383 0 0,36 86 162 0 0,-17-52-94 0 0,-19-35-118 0 0,-15-51 12 0 0,0 0 0 0 0,-1 0 0 0 0,0 1 0 0 0,1-1 0 0 0,-1 0-1 0 0,0 1 1 0 0,0-1 0 0 0,0 0 0 0 0,0 1 0 0 0,-1-1 0 0 0,1 0 0 0 0,-1 0 0 0 0,1 1 0 0 0,-1-1 0 0 0,0 0 0 0 0,0 0 0 0 0,0 0 0 0 0,0 0 0 0 0,0 0 0 0 0,-1 0 0 0 0,1 0 0 0 0,0 0 0 0 0,-2 1 38 0 0,-5 10-263 0 0,7-13 206 0 0,1 1 1 0 0,0 0-1 0 0,-1-1 1 0 0,1 1-1 0 0,0 0 1 0 0,-1 0-1 0 0,1-1 1 0 0,-1 1-1 0 0,1-1 1 0 0,-1 1-1 0 0,1 0 1 0 0,-1-1-1 0 0,1 1 1 0 0,-1-1-1 0 0,0 1 1 0 0,1-1-1 0 0,-1 0 0 0 0,0 1 1 0 0,0-1-1 0 0,1 1 1 0 0,-1-1-1 0 0,0 0 1 0 0,0 0-1 0 0,1 0 1 0 0,-1 1-1 0 0,0-1 1 0 0,0 0-1 0 0,0 0 1 0 0,1 0-1 0 0,-1 0 1 0 0,0 0 56 0 0,-3-1-10 0 0,1 0 1 0 0,0 0-1 0 0,0 0 1 0 0,0 0 0 0 0,0 0-1 0 0,0-1 1 0 0,0 1-1 0 0,0-1 1 0 0,0 0-1 0 0,0 0 1 0 0,1 0-1 0 0,-1 0 1 0 0,1 0 0 0 0,-2-2 9 0 0,-12-9-18 0 0,-58-55 784 0 0,73 65-523 0 0,0 0-1 0 0,0 1 1 0 0,1-1 0 0 0,-1 1-1 0 0,0-1 1 0 0,1 0 0 0 0,0 0 0 0 0,0 1-1 0 0,0-1 1 0 0,0 0 0 0 0,0 0 0 0 0,0 1-1 0 0,1-1 1 0 0,-1 0 0 0 0,1 1-1 0 0,0-1-242 0 0,2-2 128 0 0,1 1-1 0 0,-1 0 0 0 0,1 0 1 0 0,0 0-1 0 0,0 1 1 0 0,0-1-1 0 0,1 1 0 0 0,-1 0 1 0 0,1 0-1 0 0,0 1 0 0 0,0-1 1 0 0,2 0-128 0 0,2-2 72 0 0,8-2-44 0 0,0 1 0 0 0,0 0 0 0 0,0 2 0 0 0,1-1-1 0 0,-1 2 1 0 0,15-1-28 0 0,0-1-67 0 0,49-13-839 0 0,-80 17 698 0 0,0 0 0 0 0,0 0 0 0 0,0 0 0 0 0,0 0 0 0 0,0 0 0 0 0,0 0 0 0 0,0 0 0 0 0,0 0 0 0 0,-1-1 0 0 0,1 1-1 0 0,0 0 1 0 0,-1 0 0 0 0,1-1 0 0 0,-1 1 0 0 0,1 0 0 0 0,-1-1 0 0 0,0 1 0 0 0,1-1 0 0 0,-1 1 0 0 0,0 0 0 0 0,0-1 0 0 0,0 1 0 0 0,0-1 208 0 0,-3-21-9759 0 0,0 16 1373 0 0</inkml:trace>
</inkml:ink>
</file>

<file path=ppt/ink/ink2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5:53.6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17 856 0 0,'0'0'3476'0'0,"0"0"-353"0"0,0 0-166 0 0,0 0-241 0 0,0 0-438 0 0,0 0-587 0 0,0 0-603 0 0,0 0-437 0 0,0 0-224 0 0,0 0-128 0 0,0 0-74 0 0,0 0-56 0 0,0 0-45 0 0,-2 0-32 0 0,-8 0 150 0 0,15 6 283 0 0,13 6-335 0 0,-18-11-139 0 0,1-1 0 0 0,0 1 0 0 0,0-1 0 0 0,0 1 0 0 0,0-1 1 0 0,0 1-1 0 0,0-1 0 0 0,0 0 0 0 0,0 0 0 0 0,0 1 0 0 0,0-1 1 0 0,0 0-1 0 0,0 0 0 0 0,0 0 0 0 0,0 0 0 0 0,0 0 0 0 0,0 0 1 0 0,0 0-1 0 0,0-1 0 0 0,0 1 0 0 0,0 0 0 0 0,0-1 0 0 0,0 1 1 0 0,0 0-1 0 0,0-1 0 0 0,-1 1 0 0 0,1-1 0 0 0,0 1 0 0 0,0-1 1 0 0,0 0-1 0 0,-1 1 0 0 0,1-1 0 0 0,0 0 0 0 0,0 1 0 0 0,-1-1 1 0 0,1 0-1 0 0,-1 0 0 0 0,1 0 0 0 0,-1 0 0 0 0,1 0 0 0 0,-1 0 1 0 0,1 1-1 0 0,-1-1 0 0 0,0 0 0 0 0,0 0 0 0 0,1 0 0 0 0,-1 0 1 0 0,0 0-1 0 0,0-1-51 0 0,4-14-1245 0 0,-28 42-1133 0 0,6-14-7287 0 0,12-8-467 0 0</inkml:trace>
</inkml:ink>
</file>

<file path=ppt/ink/ink2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5:57.7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247 0 0 0 0,'0'0'444'0'0,"0"0"590"0"0,0 0 107 0 0,0 0-147 0 0,0 0-138 0 0,0 0-29 0 0,8 0-64 0 0,32 0 1304 0 0,-18 1 2986 0 0,30 5-2727 0 0,-46-4-923 0 0,-4-2 1248 0 0,-19 0-1488 0 0,-102 8-258 0 0,90-8-650 0 0,-53-7 699 0 0,22 21-772 0 0,24-8 98 0 0,6-13 1389 0 0,27 5-1960 0 0,3 2-3152 0 0,0 0-3451 0 0,0 0-3772 0 0</inkml:trace>
</inkml:ink>
</file>

<file path=ppt/ink/ink2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6:03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41 0 0 0,'0'0'1236'0'0,"0"0"247"0"0,0 0 96 0 0,0 0 23 0 0,0 0-72 0 0,0 0-17 0 0,0 0-68 0 0,0 0-155 0 0,0 0-147 0 0,0 0-188 0 0,0 0-136 0 0,-2-6-132 0 0,-5-14-112 0 0,5 14-113 0 0,2-2 1075 0 0,3 72 1069 0 0,13-15-2089 0 0,50 148-54 0 0,-33-100-484 0 0,-20-19-38 0 0,-13-13-520 0 0,0-64 556 0 0,0 0 0 0 0,0-1 0 0 0,0 1 0 0 0,0 0-1 0 0,0 0 1 0 0,0 0 0 0 0,0 0 0 0 0,-1 0 0 0 0,1 0 0 0 0,0-1 0 0 0,-1 1-1 0 0,1 0 1 0 0,0 0 0 0 0,-1 0 0 0 0,1-1 0 0 0,-1 1 0 0 0,1 0 0 0 0,-1-1-1 0 0,0 1 1 0 0,1 0 0 0 0,-1-1 0 0 0,0 1 0 0 0,1-1 0 0 0,-1 1 0 0 0,0-1 0 0 0,0 1-1 0 0,1-1 1 0 0,-1 0 0 0 0,0 1 0 0 0,0-1 0 0 0,0 0 0 0 0,0 0 0 0 0,0 1-1 0 0,1-1 1 0 0,-1 0 0 0 0,0 0 0 0 0,0 0 0 0 0,0 0 0 0 0,0 0 0 0 0,0 0-1 0 0,0 0 1 0 0,0-1 0 0 0,1 1 0 0 0,-1 0 0 0 0,0 0 0 0 0,0-1 0 0 0,0 1 23 0 0,1 0-4 0 0,-7-1-16 0 0,0-1 0 0 0,0 0 0 0 0,0 0 0 0 0,0 0 0 0 0,0-1 0 0 0,1 0-1 0 0,-1 0 1 0 0,1-1 0 0 0,0 0 0 0 0,0 0 0 0 0,0-1 20 0 0,-20-11-11 0 0,-10-12 477 0 0,20-7 1021 0 0,16 29-1271 0 0,-1 2-125 0 0,1 0 0 0 0,0 1 0 0 0,0-1 0 0 0,0 0 0 0 0,0 0 0 0 0,1 1 0 0 0,0-1 0 0 0,-1 0 0 0 0,1 0 0 0 0,1 1 0 0 0,-1-1 0 0 0,0 1 0 0 0,1-1 0 0 0,0 1 0 0 0,0 0 0 0 0,0 0 0 0 0,0 0 0 0 0,0 0 0 0 0,1-1-91 0 0,126-106 480 0 0,-68 62-1188 0 0,-33 17-2174 0 0,-24 15-8484 0 0,-4 13 2484 0 0</inkml:trace>
</inkml:ink>
</file>

<file path=ppt/ink/ink2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6:03.5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59 1000 0 0,'0'0'3874'0'0,"0"0"-534"0"0,0 0-277 0 0,0 0-228 0 0,0 0-331 0 0,0 0-515 0 0,0 0-535 0 0,0 0-403 0 0,0 0-276 0 0,0 0-167 0 0,0 0-133 0 0,0 0-89 0 0,0 0-75 0 0,-1-10-103 0 0,-6-29-73 0 0,6 29-45 0 0,1 10-55 0 0,0 0-43 0 0,0 17-615 0 0,-8 12 533 0 0,-15-6-1390 0 0,13-17-1312 0 0,2-3-3305 0 0,2-2-4089 0 0</inkml:trace>
</inkml:ink>
</file>

<file path=ppt/ink/ink2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6:01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64 0 0 0,'0'0'281'0'0,"0"0"569"0"0,0 0 222 0 0,0 0 60 0 0,0 0 13 0 0,0 0 18 0 0,0 0 7 0 0,0 0 89 0 0,0 0-74 0 0,-2-6-168 0 0,-6-20-129 0 0,-4-6 3877 0 0,12 34-2391 0 0,-1 10 606 0 0,4 35-2536 0 0,35 104 290 0 0,-9-12-688 0 0,-11-46-60 0 0,-33-121-1571 0 0,-11-21-1801 0 0,20 31 1205 0 0,-5-14-5926 0 0,9 22 955 0 0</inkml:trace>
  <inkml:trace contextRef="#ctx0" brushRef="#br0" timeOffset="404.68">333 216 0 0 0,'0'0'599'0'0,"0"0"1861"0"0,0 0 332 0 0,0 0-261 0 0,0 0-189 0 0,0 0-302 0 0,0 0-353 0 0,0 0-321 0 0,0 0-374 0 0,0 0-336 0 0,0 0-213 0 0,0 0-119 0 0,0 0-100 0 0,-1-3-49 0 0,-5-8-73 0 0,4 8-67 0 0,-33 11 601 0 0,2 0-185 0 0,-53 9 538 0 0,-17-15-116 0 0,58-20-2326 0 0,29 7-4110 0 0,13 9 2555 0 0,1-2-7045 0 0</inkml:trace>
</inkml:ink>
</file>

<file path=ppt/ink/ink2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6:37.1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87 127 0 0 0,'0'0'488'0'0,"0"0"144"0"0,0 0-36 0 0,0 0-74 0 0,2-5-57 0 0,9-21 748 0 0,-5 6 2921 0 0,3-2-895 0 0,7-15 1335 0 0,-12 20-1210 0 0,-4 23-1193 0 0,-58 51-1347 0 0,27-11-297 0 0,21-19-322 0 0,-15 45 269 0 0,20-38-261 0 0,2 1 0 0 0,1 0 0 0 0,2 0 0 0 0,1 0-213 0 0,0 23 193 0 0,-1-30-144 0 0,0 5 108 0 0,0 1-1 0 0,3 0 1 0 0,3 19-157 0 0,-3-43 94 0 0,-1-1 0 0 0,2 0 0 0 0,-1 0 0 0 0,1 0 0 0 0,0 0 0 0 0,1-1 0 0 0,0 1 0 0 0,5 6-94 0 0,9 5 146 0 0,1 0-1 0 0,0-1 1 0 0,1 0 0 0 0,14 7-146 0 0,-22-16 59 0 0,11 9-33 0 0,-26-19-6383 0 0,-8 1-621 0 0,6-2-3610 0 0</inkml:trace>
  <inkml:trace contextRef="#ctx0" brushRef="#br0" timeOffset="912.01">358 456 0 0 0,'0'0'796'0'0,"0"0"1066"0"0,0 0 346 0 0,0 0-40 0 0,0 0-59 0 0,0 0-88 0 0,0 0-185 0 0,0 0-156 0 0,0 0-218 0 0,0 0-206 0 0,0 0-242 0 0,-2-3-203 0 0,-5-11-182 0 0,5 11-169 0 0,2 3-100 0 0,0 0-101 0 0,0 0-67 0 0,0 0-52 0 0,0 0-33 0 0,0 0-24 0 0,0 0-33 0 0,0 0-4 0 0,0 0-30 0 0,0 0-8 0 0,-4-5 1417 0 0,4 4-1401 0 0,0 1-1 0 0,23 23 354 0 0,57 37-37 0 0,68 35-249 0 0,-57-41-48 0 0,0 2 181 0 0,-80-47-1750 0 0,-32-19-2207 0 0,-16-11-2721 0 0,13 6-1184 0 0,12 8 2869 0 0</inkml:trace>
  <inkml:trace contextRef="#ctx0" brushRef="#br0" timeOffset="1364.04">689 491 0 0 0,'0'0'1696'0'0,"0"0"790"0"0,0 0 411 0 0,0 0 69 0 0,0 0-211 0 0,0 0-442 0 0,0 0-592 0 0,0 0-511 0 0,0 0-309 0 0,0 0-170 0 0,0 0-108 0 0,0 0-92 0 0,0 0-60 0 0,-4-6-86 0 0,-14-23 635 0 0,-1 67-225 0 0,-33 23-342 0 0,-20 24 222 0 0,41-30-175 0 0,0-3-813 0 0,27-42-326 0 0,2-3-2090 0 0,1-1-3992 0 0,1-5 1112 0 0,0-1-3509 0 0</inkml:trace>
  <inkml:trace contextRef="#ctx0" brushRef="#br0" timeOffset="2070.65">934 721 288 0 0,'0'0'3230'0'0,"0"0"9"0"0,0 0 165 0 0,0 0-157 0 0,0 0-458 0 0,0 0-689 0 0,0 0-606 0 0,0 0-346 0 0,0 0-178 0 0,0 0-147 0 0,0 0-147 0 0,0 0-130 0 0,0 0-120 0 0,-1-3-131 0 0,0-12-90 0 0,13 11-101 0 0,59 16-236 0 0,82 59-96 0 0,-108-35-4 0 0,-44-35 217 0 0,-1-1 1 0 0,1 1 0 0 0,-1 0-1 0 0,1 0 1 0 0,-1 0 0 0 0,1 0-1 0 0,-1 0 1 0 0,0 0-1 0 0,1 0 1 0 0,-1 0 0 0 0,0 0-1 0 0,0 0 1 0 0,0 0 0 0 0,0 0-1 0 0,0 0 1 0 0,0 0-1 0 0,0 0 1 0 0,0 0 0 0 0,0 0-1 0 0,0 0 1 0 0,-1 0 0 0 0,1 0-1 0 0,0-1 1 0 0,0 1-1 0 0,-1 0 1 0 0,1 0 0 0 0,-1 0-1 0 0,1 0 1 0 0,-1 0-1 0 0,1 0 1 0 0,-1-1 0 0 0,0 1-1 0 0,1 0 1 0 0,-1 0 0 0 0,0-1-1 0 0,0 1 1 0 0,0-1-1 0 0,1 1 1 0 0,-1-1 0 0 0,0 1-1 0 0,0-1 1 0 0,0 1 0 0 0,0-1-1 0 0,0 0 1 0 0,0 1-1 0 0,0-1 15 0 0,-13 6 25 0 0,0 0 0 0 0,-1 0-1 0 0,0-2 1 0 0,0 0-1 0 0,0-1 1 0 0,-1 0-25 0 0,-7 2 50 0 0,-13 7-118 0 0,48 7 65 0 0,149 74-108 0 0,-142-71-258 0 0,-41-11 344 0 0,-1-4-55 0 0,-1 0 1 0 0,1-2 0 0 0,-1-1 0 0 0,0 0 0 0 0,-22-1 79 0 0,-63-3-6435 0 0,90-1 1468 0 0,3-1-5059 0 0</inkml:trace>
  <inkml:trace contextRef="#ctx0" brushRef="#br0" timeOffset="3002.77">1561 392 0 0 0,'0'0'1614'0'0,"0"0"766"0"0,0 0 222 0 0,0 0-21 0 0,0 0-104 0 0,0 0-321 0 0,0 0-413 0 0,0 0-378 0 0,0 0-366 0 0,0 0-219 0 0,0 0-148 0 0,0 0-77 0 0,0 0-51 0 0,-3-11-38 0 0,-9-31-17 0 0,9 31-51 0 0,3 11-29 0 0,0 0-72 0 0,0 0-75 0 0,0 0-59 0 0,0 0-67 0 0,0 0-48 0 0,0 0-66 0 0,2 14-265 0 0,13 36 274 0 0,-3 47 72 0 0,-8 33-42 0 0,-2-80-21 0 0,1-41-2086 0 0,7-15-10407 0 0,-9 2 4402 0 0</inkml:trace>
  <inkml:trace contextRef="#ctx0" brushRef="#br0" timeOffset="3193.64">1817 617 1224 0 0,'0'0'3125'0'0,"0"0"150"0"0,0 0 142 0 0,0 0-222 0 0,0 0-549 0 0,0 0-708 0 0,0 0-571 0 0,-33-6-368 0 0,-103-18-258 0 0,50 5 188 0 0,51 13-1015 0 0,-1 1 1 0 0,0 2-1 0 0,1 1 1 0 0,-18 3 85 0 0,30-1-713 0 0,-13 5-3406 0 0,14 3-4364 0 0,16-5-716 0 0</inkml:trace>
</inkml:ink>
</file>

<file path=ppt/ink/ink2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6:52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251 1 0 0 0,'0'0'3235'0'0,"0"0"446"0"0,0 0-132 0 0,0 0-419 0 0,0 0-491 0 0,0 0-549 0 0,0 0-504 0 0,0 0-478 0 0,0 0-320 0 0,0 0-192 0 0,0 0-113 0 0,0 0-68 0 0,0 0-87 0 0,-17 5 200 0 0,-136-5-1376 0 0,106 6-2382 0 0,31-4-1043 0 0,1 1-3902 0 0,13-1 545 0 0</inkml:trace>
</inkml:ink>
</file>

<file path=ppt/ink/ink2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6:50.1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60 0 0 0,'0'0'409'0'0,"0"0"233"0"0,0 0 62 0 0,0 0 3 0 0,-1-3 101 0 0,-5-17 1817 0 0,4 14-448 0 0,5-25 10853 0 0,-3 31-12674 0 0,-6 11 109 0 0,-4 0-430 0 0,-1 0 0 0 0,1 0 0 0 0,1 1 1 0 0,0 0-1 0 0,1 1 0 0 0,1 0 0 0 0,-1 0 0 0 0,2 1 0 0 0,0 0 0 0 0,1 0 0 0 0,-1 3-35 0 0,-10 45 212 0 0,13-36-76 0 0,0 0 0 0 0,2 0 1 0 0,1 0-1 0 0,1 0 0 0 0,4 19-136 0 0,9 39 347 0 0,-2-35-199 0 0,-10-34-66 0 0,1 0 0 0 0,1 0-1 0 0,0 0 1 0 0,1 0 0 0 0,1-1 0 0 0,0 0-1 0 0,1 0 1 0 0,0 0 0 0 0,1-1 0 0 0,4 4-82 0 0,69 46 628 0 0,-61-49-600 0 0,18 4-494 0 0,-37-25-14053 0 0,-1 5 4565 0 0</inkml:trace>
  <inkml:trace contextRef="#ctx0" brushRef="#br0" timeOffset="726.79">344 428 0 0 0,'0'0'1082'0'0,"0"0"1255"0"0,0 0 317 0 0,0 0-70 0 0,0 0-225 0 0,0 0-308 0 0,0 0-346 0 0,0 0-255 0 0,0 0-216 0 0,0 0-178 0 0,0 0-169 0 0,0 0-167 0 0,0 0-132 0 0,-2-4-106 0 0,-5-10-92 0 0,5 10-64 0 0,2 4-70 0 0,0 0-62 0 0,0 0-28 0 0,0 0-53 0 0,0 0-22 0 0,0 0-12 0 0,0 0-39 0 0,21 24 169 0 0,28 18 38 0 0,44 31-111 0 0,-2-6-94 0 0,18-2 38 0 0,-109-65-195 0 0,1-1-1 0 0,-1 1 0 0 0,0 0 1 0 0,1 0-1 0 0,-1 0 0 0 0,0 0 1 0 0,1-1-1 0 0,-1 1 0 0 0,0 0 1 0 0,0 0-1 0 0,1-1 1 0 0,-1 1-1 0 0,0 0 0 0 0,0 0 1 0 0,1-1-1 0 0,-1 1 0 0 0,0 0 1 0 0,0-1-1 0 0,0 1 0 0 0,1 0 1 0 0,-1-1-1 0 0,0 1 0 0 0,0-1 1 0 0,0 1-1 0 0,0 0 0 0 0,0-1 1 0 0,0 1-1 0 0,0 0 0 0 0,0-1 1 0 0,0 1-1 0 0,0 0 0 0 0,0-1 1 0 0,0 1-1 0 0,0-1 1 0 0,0 1-1 0 0,0 0 0 0 0,0-1 1 0 0,-1 1-1 0 0,1 0 0 0 0,0-1 1 0 0,0 1-1 0 0,0 0 0 0 0,0-1 1 0 0,-1 1-1 0 0,1 0 0 0 0,0 0 1 0 0,0-1-1 0 0,-1 1 0 0 0,1 0 1 0 0,0 0-1 0 0,-1-1 0 0 0,1 1 1 0 0,0 0-1 0 0,-1 0 0 0 0,1 0 1 0 0,0-1-1 0 0,-1 1 1 0 0,1 0-1 0 0,0 0 0 0 0,-1 0 1 0 0,1 0 115 0 0,-5-6-2442 0 0,-3-2-4872 0 0,3 4 566 0 0</inkml:trace>
  <inkml:trace contextRef="#ctx0" brushRef="#br0" timeOffset="1164.03">624 408 2232 0 0,'0'0'3685'0'0,"0"0"-295"0"0,0 0-340 0 0,0 0-386 0 0,0 0-491 0 0,0 0-488 0 0,0 0-449 0 0,0 0-347 0 0,0 0-243 0 0,0 0-166 0 0,0 0-109 0 0,0 0-62 0 0,0 0-62 0 0,-2-3-62 0 0,-4-6-38 0 0,5 6-67 0 0,1 3-20 0 0,-4 7-37 0 0,-9 16 1 0 0,-88 97 229 0 0,68-65-210 0 0,6-6-1897 0 0,23-37-1383 0 0,3-8-965 0 0,1 0-4324 0 0,0-4 2473 0 0</inkml:trace>
  <inkml:trace contextRef="#ctx0" brushRef="#br0" timeOffset="1982.64">882 572 0 0 0,'0'0'1622'0'0,"0"0"1444"0"0,0 0 648 0 0,0 0-56 0 0,0 0-563 0 0,0 0-801 0 0,0 0-708 0 0,0 0-445 0 0,0 0-212 0 0,0 0-155 0 0,0 0-94 0 0,0 0-87 0 0,0 0-103 0 0,-2 1-44 0 0,2-1-398 0 0,0 0 0 0 0,0 0 0 0 0,0 1 0 0 0,0-1-1 0 0,0 0 1 0 0,0 0 0 0 0,0 0 0 0 0,0 0 0 0 0,0 0 0 0 0,0 1 0 0 0,1-1 0 0 0,-1 0 0 0 0,0 0 0 0 0,0 0 0 0 0,0 0 0 0 0,0 1 0 0 0,0-1-1 0 0,0 0 1 0 0,0 0 0 0 0,-1 0 0 0 0,1 0 0 0 0,0 1 0 0 0,0-1 0 0 0,0 0 0 0 0,0 0 0 0 0,0 0 0 0 0,0 0 0 0 0,0 0 0 0 0,0 1 0 0 0,0-1-1 0 0,0 0-47 0 0,24-1-154 0 0,0 2-1 0 0,0 0 0 0 0,0 2 1 0 0,0 0-1 0 0,16 6 155 0 0,7 7-49 0 0,-35-8-19 0 0,-12-8 32 0 0,0 0-2 0 0,0 0-18 0 0,0 0-32 0 0,-1 4-409 0 0,-26 40 165 0 0,-5-3 210 0 0,9-26-390 0 0,50 0 1567 0 0,-22-12-1074 0 0,-1-1-1 0 0,0 1 1 0 0,-1 0 0 0 0,1 0-1 0 0,0 0 1 0 0,-1 0 0 0 0,0 1-1 0 0,1 0 1 0 0,-1-1 0 0 0,-1 1-1 0 0,1 0 1 0 0,-1 0 0 0 0,1 1-1 0 0,-1 0 20 0 0,-1-4-17 0 0,0 1-1 0 0,0 0 0 0 0,0 0 1 0 0,0 0-1 0 0,-1 0 0 0 0,1 0 1 0 0,-1 0-1 0 0,1 0 1 0 0,-1 0-1 0 0,0 0 0 0 0,0 0 1 0 0,0 0-1 0 0,0 0 0 0 0,0 0 1 0 0,0 0-1 0 0,0 0 0 0 0,-1 0 1 0 0,1 0-1 0 0,-1 0 0 0 0,1 0 1 0 0,-2 1 17 0 0,1 0-18 0 0,-1-1 1 0 0,0 1 0 0 0,0 0-1 0 0,0-1 1 0 0,0 1 0 0 0,0-1-1 0 0,0 0 1 0 0,-1 0 0 0 0,1 0-1 0 0,-1 0 1 0 0,0 0 0 0 0,0-1-1 0 0,1 1 1 0 0,-3 0 17 0 0,-4 1-12 0 0,0-1 1 0 0,0-1-1 0 0,0 1 1 0 0,0-1-1 0 0,0-1 0 0 0,0 0 1 0 0,0 0-1 0 0,-8-2 12 0 0,5 2-58 0 0,-78-23-1531 0 0,59 13-28 0 0,-12-4-3147 0 0,8 3-4971 0 0,26 7 4418 0 0</inkml:trace>
</inkml:ink>
</file>

<file path=ppt/ink/ink2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7:00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111 75 0 0 0,'0'0'1050'0'0,"0"0"458"0"0,0 0 276 0 0,0 0 110 0 0,0 0-52 0 0,0 0-117 0 0,0 0-135 0 0,0 0-150 0 0,1-9-151 0 0,0-4-670 0 0,2-8-184 0 0,-3-5 5003 0 0,9 20-3094 0 0,-9 6-2104 0 0,0 6-462 0 0,-23 38 102 0 0,10-19 156 0 0,1 2 1 0 0,2-1-1 0 0,1 2 1 0 0,-2 10-37 0 0,5-20 8 0 0,-28 143 223 0 0,28 8 192 0 0,7-158-365 0 0,0 0 1 0 0,1 0-1 0 0,0-1 1 0 0,0 1-1 0 0,1 0 1 0 0,1-1-1 0 0,0 0 1 0 0,1 1-1 0 0,-1-2 1 0 0,2 1-1 0 0,0 0 1 0 0,0-1-1 0 0,0 0 1 0 0,1-1-1 0 0,1 1-58 0 0,-1 0-66 0 0,-3-3-38 0 0,1 1 0 0 0,0-1 1 0 0,0 0-1 0 0,1 0 0 0 0,0-1 0 0 0,0 1 0 0 0,0-1 0 0 0,0-1 0 0 0,1 1 1 0 0,0-1-1 0 0,0 0 0 0 0,0-1 0 0 0,3 2 104 0 0,-7-5-370 0 0,1-3-15562 0 0,-4 0 9109 0 0</inkml:trace>
</inkml:ink>
</file>

<file path=ppt/ink/ink2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7:02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31 0 0 0,'0'0'2405'0'0,"0"0"435"0"0,0 0 229 0 0,0 0-94 0 0,0 0-346 0 0,0 0-432 0 0,0 0-483 0 0,0 0-380 0 0,0 0-251 0 0,0 0-158 0 0,0 0-149 0 0,0 0-142 0 0,0 0-113 0 0,-2-5-125 0 0,-5-16-110 0 0,5 16-82 0 0,2 5-63 0 0,0 41-556 0 0,16 53 450 0 0,16 25-51 0 0,-14-61-1422 0 0,-18-57 969 0 0,0-1-63 0 0,0 0-46 0 0,0 0-48 0 0,0 0-73 0 0,0 0-124 0 0,2-26-13204 0 0,-2 21 9486 0 0</inkml:trace>
  <inkml:trace contextRef="#ctx0" brushRef="#br0" timeOffset="253.26">301 172 0 0 0,'0'0'1212'0'0,"0"0"1377"0"0,0 0 78 0 0,0 0-468 0 0,0 0-510 0 0,0 0-564 0 0,0 0-249 0 0,0 0 102 0 0,0 0 202 0 0,0 0 142 0 0,0 0-102 0 0,0 0-237 0 0,0 0-247 0 0,-15 3-175 0 0,-44 11-122 0 0,17-9 277 0 0,-83-3-3583 0 0,91-2-3043 0 0,20 0-212 0 0,3 0 529 0 0</inkml:trace>
</inkml:ink>
</file>

<file path=ppt/ink/ink2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7:00.8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11 0 0 0,'0'0'567'0'0,"0"0"1787"0"0,0 0 413 0 0,0 0-239 0 0,0 0-546 0 0,0 0-542 0 0,0 0-391 0 0,0 0-212 0 0,0 0-170 0 0,0 0-136 0 0,0 0-142 0 0,0 0-121 0 0,0 0-94 0 0,-7 6 591 0 0,14 4 4843 0 0,15 4-5792 0 0,-14-9 545 0 0,203 138-190 0 0,-76-54-418 0 0,-130-88-3717 0 0,-10-10 1547 0 0,-10-10-770 0 0,-5-4-2961 0 0,14 15-163 0 0</inkml:trace>
  <inkml:trace contextRef="#ctx0" brushRef="#br0" timeOffset="375.37">316 0 4753 0 0,'0'0'4088'0'0,"0"0"-598"0"0,0 0-522 0 0,0 0-465 0 0,0 0-549 0 0,0 0-528 0 0,0 0-455 0 0,0 0-314 0 0,0 0-171 0 0,0 0-96 0 0,0 0-78 0 0,0 0-45 0 0,0 0-28 0 0,-1 2-35 0 0,-5 3-48 0 0,4-4-39 0 0,2-1-46 0 0,-13 22-216 0 0,-71 73 275 0 0,24-20-86 0 0,27-35-81 0 0,18-16-664 0 0,13-15-3221 0 0,1 2-5490 0 0,1-9-1125 0 0</inkml:trace>
  <inkml:trace contextRef="#ctx0" brushRef="#br0" timeOffset="1062.04">543 220 0 0 0,'0'0'1828'0'0,"0"0"1721"0"0,0 0 161 0 0,0 0-402 0 0,0 0-621 0 0,0 0-640 0 0,0 0-456 0 0,0 0-284 0 0,0 0-208 0 0,0 0-194 0 0,0 0-215 0 0,0 0-197 0 0,0 0-114 0 0,13-2 279 0 0,1 2-668 0 0,1 0 1 0 0,-1 1 0 0 0,1 0 0 0 0,-1 1 0 0 0,1 1 0 0 0,1 1 9 0 0,86 33-96 0 0,-101-37 71 0 0,0 0 1 0 0,0 1-1 0 0,0-1 1 0 0,0 1-1 0 0,-1-1 1 0 0,1 1-1 0 0,0 0 1 0 0,0-1-1 0 0,-1 1 1 0 0,1 0-1 0 0,0 0 0 0 0,-1-1 1 0 0,1 1-1 0 0,-1 0 1 0 0,1 0-1 0 0,-1 0 1 0 0,1 0-1 0 0,-1-1 1 0 0,0 1-1 0 0,1 0 1 0 0,-1 0-1 0 0,0 0 1 0 0,0 0-1 0 0,0 0 1 0 0,0 0-1 0 0,0 0 1 0 0,0 0-1 0 0,0 0 0 0 0,0 0 1 0 0,0 0-1 0 0,0 0 1 0 0,0 0-1 0 0,0 0 1 0 0,-1 0-1 0 0,1 0 1 0 0,0 0-1 0 0,-1-1 1 0 0,1 1-1 0 0,-1 0 1 0 0,1 0-1 0 0,-1 0 1 0 0,0 0-1 0 0,1-1 1 0 0,-1 1-1 0 0,0 0 1 0 0,1-1-1 0 0,-1 1 0 0 0,0 0 1 0 0,0-1-1 0 0,1 1 1 0 0,-1-1 24 0 0,-93 53-659 0 0,93-51 644 0 0,0-1 0 0 0,0 1-1 0 0,1 0 1 0 0,-1 0 0 0 0,0-1 0 0 0,1 1 0 0 0,-1 0-1 0 0,1 0 1 0 0,-1 0 0 0 0,1 0 0 0 0,0 0-1 0 0,0 0 1 0 0,0 0 0 0 0,0 0 0 0 0,0 0 0 0 0,0 0-1 0 0,1 0 1 0 0,-1 0 0 0 0,1-1 0 0 0,-1 1-1 0 0,1 0 1 0 0,0 0 0 0 0,-1 0 0 0 0,1-1 0 0 0,0 1-1 0 0,0 0 1 0 0,0-1 0 0 0,1 1 0 0 0,-1 0 15 0 0,81 71-11 0 0,-49-45 46 0 0,-33-27-42 0 0,1 0-1 0 0,-1 0 1 0 0,0 0 0 0 0,0 0 0 0 0,0 0 0 0 0,0 0 0 0 0,0 0 0 0 0,0 0 0 0 0,0 0 0 0 0,0 0-1 0 0,0-1 1 0 0,0 1 0 0 0,0 0 0 0 0,-1 0 0 0 0,1 0 0 0 0,0 0 0 0 0,-1 0 0 0 0,1 0 0 0 0,-1 0-1 0 0,1 0 1 0 0,-1 0 0 0 0,1-1 0 0 0,-1 1 0 0 0,0 0 0 0 0,1 0 0 0 0,-1-1 0 0 0,0 1-1 0 0,0 0 1 0 0,0-1 0 0 0,1 1 0 0 0,-1-1 0 0 0,0 1 0 0 0,0-1 7 0 0,-8 4 4 0 0,-1 0 1 0 0,1-1 0 0 0,0 0-1 0 0,-1 0 1 0 0,0-1-1 0 0,1-1 1 0 0,-1 1-1 0 0,0-2 1 0 0,0 1-1 0 0,-4-1-4 0 0,-64-6-2199 0 0,28-3-6947 0 0,36 5-1012 0 0</inkml:trace>
</inkml:ink>
</file>

<file path=ppt/ink/ink2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7:10.4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55 0 0 0,'0'0'524'0'0,"0"0"856"0"0,0 0 226 0 0,0 0-98 0 0,0 0-157 0 0,0 0-108 0 0,0 0-81 0 0,0 0-81 0 0,0 0-100 0 0,5-8-92 0 0,15-24-93 0 0,-4 19 3528 0 0,-10 12-1629 0 0,-11 0-1793 0 0,-9 17-776 0 0,2 0 1 0 0,-1 0-1 0 0,2 1 1 0 0,0 1-1 0 0,1 0 1 0 0,1 0 0 0 0,1 1-1 0 0,0 0 1 0 0,-1 9-127 0 0,-1 15 183 0 0,1 1 0 0 0,2-1 1 0 0,2 1-1 0 0,2 1 0 0 0,2-1 1 0 0,2 3-184 0 0,1-30 88 0 0,0-1-1 0 0,1 0 1 0 0,1 0 0 0 0,0 0-1 0 0,1 0 1 0 0,1-1 0 0 0,1 0 0 0 0,0 0-1 0 0,3 4-87 0 0,3 3 17 0 0,1-1 0 0 0,1 0 0 0 0,1-1-1 0 0,1-1 1 0 0,1-1 0 0 0,0 0 0 0 0,1-1-1 0 0,1-1 1 0 0,13 8-17 0 0,-31-23-1122 0 0,4 4 1681 0 0,-4-5-5136 0 0,-1 0-5187 0 0,-1 0 1047 0 0</inkml:trace>
  <inkml:trace contextRef="#ctx0" brushRef="#br0" timeOffset="693.85">385 463 0 0 0,'0'0'1119'0'0,"0"0"1293"0"0,0 0 240 0 0,0 0-193 0 0,0 0-253 0 0,0 0-319 0 0,0 0-280 0 0,0 0-275 0 0,0 0-284 0 0,0 0-245 0 0,0 0-188 0 0,0 0-146 0 0,0 0-110 0 0,-2-2-74 0 0,-10-7 169 0 0,12 9-251 0 0,27 23 2893 0 0,-10-13-3037 0 0,274 221 97 0 0,-264-203-237 0 0,-41-49-7020 0 0,-5 1-313 0 0,12 14-1211 0 0</inkml:trace>
  <inkml:trace contextRef="#ctx0" brushRef="#br0" timeOffset="1056.27">647 464 0 0 0,'0'0'3591'0'0,"0"0"16"0"0,0 0-101 0 0,0 0-330 0 0,0 0-499 0 0,0 0-634 0 0,0 0-623 0 0,0 0-477 0 0,0 0-297 0 0,0 0-144 0 0,0 0-86 0 0,0 0-81 0 0,0 0-83 0 0,-2-1-68 0 0,-7-9 16 0 0,-1 20-192 0 0,-26 39 342 0 0,8 13-9 0 0,12-22-185 0 0,-15 41 7 0 0,17-45-1094 0 0,7-25-880 0 0,1-3-2838 0 0,2-3-4604 0 0,2-5 1381 0 0</inkml:trace>
  <inkml:trace contextRef="#ctx0" brushRef="#br0" timeOffset="1769.08">874 695 0 0 0,'0'0'2725'0'0,"0"0"765"0"0,0 0-220 0 0,0 0-582 0 0,0 0-554 0 0,0 0-464 0 0,0 0-329 0 0,0 0-259 0 0,0 0-182 0 0,0 0-141 0 0,0 0-115 0 0,0 0-116 0 0,-2-4-86 0 0,-2-11-76 0 0,21 5 344 0 0,48 8-980 0 0,25 20 212 0 0,-37 2-37 0 0,-49 24-510 0 0,-6-38 554 0 0,0 0 1 0 0,0-1-1 0 0,0 1 1 0 0,-1-1-1 0 0,0 1 1 0 0,0-1 0 0 0,0 0-1 0 0,-1 0 1 0 0,1 0-1 0 0,-1-1 1 0 0,0 1-1 0 0,-1-1 1 0 0,1 0-1 0 0,-1 0 1 0 0,0-1 0 0 0,0 1-1 0 0,-1 0 51 0 0,-12 18-824 0 0,18-22 737 0 0,0 0 27 0 0,0 0 43 0 0,17 9 321 0 0,52 39-47 0 0,-67-47-267 0 0,-1 0 0 0 0,0 1 0 0 0,0-1 0 0 0,0 0-1 0 0,0 1 1 0 0,0-1 0 0 0,-1 1 0 0 0,1-1-1 0 0,0 1 1 0 0,-1-1 0 0 0,1 1 0 0 0,-1 0 0 0 0,1-1-1 0 0,-1 1 1 0 0,0-1 0 0 0,0 1 0 0 0,0 0 0 0 0,0-1-1 0 0,0 1 1 0 0,0 0 0 0 0,0-1 0 0 0,-1 1 10 0 0,1 6-24 0 0,-1-5 29 0 0,0 0 0 0 0,-1-1 0 0 0,0 1 0 0 0,1-1 0 0 0,-1 1 0 0 0,0-1 0 0 0,0 0 0 0 0,0 0 0 0 0,-1 0-1 0 0,1 0 1 0 0,0 0 0 0 0,-1 0 0 0 0,1-1 0 0 0,-1 1 0 0 0,0-1 0 0 0,-1 1-5 0 0,2-1 7 0 0,-9 4-178 0 0,0-1 1 0 0,-1 0-1 0 0,1 0 1 0 0,-1-1-1 0 0,0-1 1 0 0,0 0-1 0 0,0-1 1 0 0,0 0-1 0 0,0-1 1 0 0,0 0-1 0 0,0-1 1 0 0,-2 0 170 0 0,-28-8-5440 0 0,32 6 1766 0 0,-1 0-5440 0 0</inkml:trace>
  <inkml:trace contextRef="#ctx0" brushRef="#br0" timeOffset="2850.22">1058 839 0 0 0,'0'0'1086'0'0,"0"0"651"0"0,0 0 116 0 0,0 0-81 0 0,0 0-110 0 0,0 0-154 0 0,0 0-140 0 0,0 0-98 0 0,0 0-83 0 0,0 0-139 0 0,0 0-174 0 0,0 0-148 0 0,0-2-133 0 0,0 1-277 0 0,-3-7 2323 0 0,3 8-2592 0 0,-1 0-22 0 0,-1 0-4 0 0,-1 0-302 0 0,-30 2-1502 0 0,22 1-1550 0 0,0 1-3728 0 0,8-2-213 0 0</inkml:trace>
</inkml:ink>
</file>

<file path=ppt/ink/ink2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7:14.6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289 51 2064 0 0,'0'0'2882'0'0,"0"0"-110"0"0,0 0-157 0 0,0 0-325 0 0,0 0-519 0 0,0 0-576 0 0,0 0-530 0 0,0 0-334 0 0,0 0-170 0 0,0 0-63 0 0,0 0-17 0 0,0 0-25 0 0,0 0-1 0 0,-4 0 2 0 0,-29-9 216 0 0,31 7 1664 0 0,1 1 1657 0 0,-3 0-4404 0 0,-55-17 857 0 0,40 13-189 0 0,0 0 0 0 0,0 2 0 0 0,0 0-1 0 0,0 1 1 0 0,-19 0 142 0 0,9 2-2292 0 0,19 0-1045 0 0,0 0-3424 0 0,6 0-2272 0 0</inkml:trace>
</inkml:ink>
</file>

<file path=ppt/ink/ink2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7:21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92 0 0 0,'0'0'315'0'0,"0"0"401"0"0,0 0 136 0 0,0 0 63 0 0,4-4 57 0 0,12-13-22 0 0,-12-8 7800 0 0,19-21-2956 0 0,-33 60-5603 0 0,-23 33 316 0 0,-5 17-3 0 0,-24 58 61 0 0,54-102-392 0 0,1 1 0 0 0,0-1 0 0 0,2 1 0 0 0,0 0 0 0 0,1 1-1 0 0,2-1 1 0 0,0 1 0 0 0,1 5-173 0 0,1-17 176 0 0,0-1-1 0 0,0 0 1 0 0,1 1 0 0 0,0-1-1 0 0,1 0 1 0 0,0 0-1 0 0,1 0 1 0 0,-1 0-1 0 0,5 7-175 0 0,-1-3 109 0 0,1 0-1 0 0,0 0 1 0 0,1 0-1 0 0,0-1 0 0 0,1-1 1 0 0,1 0-1 0 0,0 0 1 0 0,0 0-1 0 0,1-2 0 0 0,0 1 1 0 0,9 4-109 0 0,-11-3-2469 0 0,-8-11 1312 0 0,0 1 815 0 0,-1-1-3217 0 0,0 1-4112 0 0,0-1-2318 0 0</inkml:trace>
</inkml:ink>
</file>

<file path=ppt/ink/ink2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7:24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26 104 0 0,'0'0'3535'0'0,"0"0"-72"0"0,0 0-224 0 0,0 0-405 0 0,0 0-516 0 0,0 0-477 0 0,0 0-403 0 0,0 0-311 0 0,0 0-279 0 0,0 0-212 0 0,0 0-178 0 0,0 0-165 0 0,0 0-136 0 0,0-4-105 0 0,1-17-181 0 0,8 34-207 0 0,37 98 304 0 0,-8 7 61 0 0,-34-96-355 0 0,-4-22 176 0 0,0 0-71 0 0,0 0-75 0 0,0 0-108 0 0,0 0-139 0 0,0 0-177 0 0,0 0-222 0 0,0 0-265 0 0,0 0-330 0 0,0 0-368 0 0,0-7-7041 0 0,0 5 4268 0 0</inkml:trace>
  <inkml:trace contextRef="#ctx0" brushRef="#br0" timeOffset="285.86">331 214 0 0 0,'0'0'3167'0'0,"0"0"45"0"0,0 0-390 0 0,0 0-581 0 0,0 0-478 0 0,0 0-332 0 0,0 0-244 0 0,0 0-210 0 0,0 0-176 0 0,0 0-161 0 0,0 0-154 0 0,0 0-130 0 0,0 0-107 0 0,-26-9-93 0 0,-79-27-68 0 0,57 26-1 0 0,-39 21-903 0 0,59-4-2044 0 0,0 1-3598 0 0,27-8 6376 0 0,-7 2-9365 0 0</inkml:trace>
</inkml:ink>
</file>

<file path=ppt/ink/ink2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7:22.9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 0 0 0,'0'0'1470'0'0,"0"0"1049"0"0,0 0 375 0 0,0 0-114 0 0,0 0-339 0 0,0 0-465 0 0,0 0-445 0 0,0 0-369 0 0,0 0-246 0 0,0 0-165 0 0,0 0-116 0 0,0 0-68 0 0,0 0-61 0 0,-2 0-50 0 0,-9 5 1079 0 0,31 9-1009 0 0,80 68-467 0 0,65 38-59 0 0,-67-50-104 0 0,-41-24-345 0 0,-71-58-4576 0 0,-13-13 1852 0 0,-20-17-4560 0 0,35 33 1493 0 0</inkml:trace>
  <inkml:trace contextRef="#ctx0" brushRef="#br0" timeOffset="348.55">315 43 0 0 0,'0'0'2138'0'0,"0"0"1185"0"0,0 0 221 0 0,0 0-337 0 0,0 0-514 0 0,0 0-620 0 0,0 0-614 0 0,0 0-497 0 0,0 0-294 0 0,0 0-149 0 0,0 0-46 0 0,0 0-49 0 0,-2-1-54 0 0,-10-2 462 0 0,-2 13-747 0 0,5-3-25 0 0,0 1-1 0 0,0 0 1 0 0,1 1-1 0 0,0 0 1 0 0,0 0-1 0 0,1 1 1 0 0,0 0-1 0 0,-4 9-59 0 0,-19 49 220 0 0,12-39-345 0 0,2 9-2075 0 0,11-24-1290 0 0,3-5-5099 0 0,1-8 6931 0 0,1 3-5746 0 0</inkml:trace>
  <inkml:trace contextRef="#ctx0" brushRef="#br0" timeOffset="1073.82">505 237 0 0 0,'0'0'2291'0'0,"0"0"759"0"0,0 0 64 0 0,0 0-311 0 0,0 0-462 0 0,0 0-391 0 0,0 0-366 0 0,0 0-314 0 0,0 0-222 0 0,0 0-195 0 0,0 0-181 0 0,0 0-182 0 0,0 0-95 0 0,2-2-93 0 0,3 0-273 0 0,1-1 0 0 0,-1 1 0 0 0,1 0 0 0 0,0 0 0 0 0,0 1 0 0 0,0 0 0 0 0,0 0 0 0 0,0 0 0 0 0,0 1 0 0 0,0 0 0 0 0,0 0 0 0 0,1 1 0 0 0,-1-1 0 0 0,0 1 0 0 0,1 1-29 0 0,9 1-26 0 0,-1 1 0 0 0,0 0 1 0 0,-1 1-1 0 0,1 1 0 0 0,13 7 26 0 0,-26-13-30 0 0,0 1 0 0 0,0 0 0 0 0,0 0 0 0 0,0 0 0 0 0,0 0 0 0 0,0 0 1 0 0,0 0-1 0 0,0 1 0 0 0,0-1 0 0 0,-1 1 0 0 0,1-1 0 0 0,0 1 0 0 0,-1 0 0 0 0,1-1 1 0 0,-1 1-1 0 0,0 0 0 0 0,0 0 0 0 0,0 0 0 0 0,0 0 0 0 0,0 0 0 0 0,0 0 0 0 0,0 1 0 0 0,0-1 1 0 0,-1 0-1 0 0,1 0 0 0 0,-1 1 0 0 0,0 1 30 0 0,-1-1-27 0 0,-1 0 0 0 0,1 1 0 0 0,-1-1 0 0 0,0 0 0 0 0,0 0 0 0 0,0 0 0 0 0,-1-1 0 0 0,1 1 0 0 0,-1 0 0 0 0,1-1 0 0 0,-1 1 1 0 0,0-1-1 0 0,0 0 0 0 0,0 0 0 0 0,0 0 0 0 0,0-1 0 0 0,-1 1 0 0 0,1-1 0 0 0,0 1 0 0 0,-1-1 0 0 0,1 0 0 0 0,-1-1 0 0 0,0 1 0 0 0,1 0 0 0 0,-1-1 0 0 0,-3 0 27 0 0,-5 3 10 0 0,6-1-22 0 0,5-2 2 0 0,0 0 0 0 0,0 0 0 0 0,0 0 0 0 0,0 0 0 0 0,0 0 0 0 0,0 0 0 0 0,0 1 0 0 0,0-1 0 0 0,0 0 0 0 0,0 1 0 0 0,0-1-1 0 0,0 1 1 0 0,0-1 0 0 0,0 1 0 0 0,0 0 0 0 0,0-1 0 0 0,0 1 0 0 0,1 0 0 0 0,-1-1 0 0 0,0 1 0 0 0,1 0 0 0 0,-1 0 0 0 0,0 0 0 0 0,1 0 0 0 0,-1 0 0 0 0,1 0 0 0 0,-1-1 0 0 0,1 1 0 0 0,0 0 0 0 0,-1 0 0 0 0,1 0 0 0 0,0 1 10 0 0,1 3 8 0 0,0 0 1 0 0,0-1 0 0 0,1 1 0 0 0,0-1-1 0 0,0 1 1 0 0,0-1 0 0 0,1 0 0 0 0,-1 0-1 0 0,1 0 1 0 0,0 0 0 0 0,0 0-1 0 0,0-1 1 0 0,1 1 0 0 0,-1-1 0 0 0,1 0-1 0 0,0 0 1 0 0,-1 0 0 0 0,4 1-9 0 0,16 16 31 0 0,31 26 119 0 0,-53-46-159 0 0,0 1-1 0 0,0 0 1 0 0,0 0-1 0 0,0 0 0 0 0,0-1 1 0 0,-1 1-1 0 0,1 0 0 0 0,0 0 1 0 0,0 0-1 0 0,-1 0 0 0 0,1 0 1 0 0,-1 0-1 0 0,1 0 0 0 0,-1 1 1 0 0,1-1-1 0 0,-1 0 0 0 0,0 0 1 0 0,0 0-1 0 0,1 0 0 0 0,-1 1 1 0 0,0-1-1 0 0,0 0 0 0 0,0 0 1 0 0,0 0-1 0 0,-1 1 10 0 0,0 0 8 0 0,-1 0 1 0 0,0 0-1 0 0,0 0 0 0 0,0-1 1 0 0,0 1-1 0 0,0-1 0 0 0,0 1 1 0 0,-1-1-1 0 0,1 0 0 0 0,0 0 1 0 0,-1 0-1 0 0,1 0 0 0 0,-1 0 1 0 0,1 0-1 0 0,-1-1 0 0 0,-1 1-8 0 0,4-1 2 0 0,-19 4-7 0 0,-1-2 0 0 0,0 0 0 0 0,0 0 0 0 0,1-2 0 0 0,-15-2 5 0 0,-8 1-1301 0 0,12 0-997 0 0,11-1-3738 0 0,13 0-3822 0 0</inkml:trace>
</inkml:ink>
</file>

<file path=ppt/ink/ink2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7:32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75 0 0 0,'0'0'556'0'0,"0"0"462"0"0,0 0 101 0 0,0 0-14 0 0,0 0 19 0 0,0 0 10 0 0,0 0-15 0 0,0 0-60 0 0,0 0-86 0 0,2-12-62 0 0,5-33-31 0 0,-4 31-1865 0 0,-1 10 7038 0 0,-2 9 791 0 0,-1-3-6422 0 0,1-2-557 0 0,-6 7-571 0 0,-36 43 614 0 0,29-32 146 0 0,0 1-1 0 0,2 1 0 0 0,0 0 0 0 0,1 0 1 0 0,1 1-1 0 0,1 1 0 0 0,1-1 1 0 0,1 1-1 0 0,1 1 0 0 0,1-1 0 0 0,1 1 1 0 0,0-1-1 0 0,2 1 0 0 0,1 0 0 0 0,2 14-53 0 0,-2 0 118 0 0,-2-15-62 0 0,1-1-1 0 0,0 1 1 0 0,2-1 0 0 0,1 0-1 0 0,1 1 1 0 0,0-1 0 0 0,2 0-1 0 0,0 0 1 0 0,2-1 0 0 0,0 0-1 0 0,1 0 1 0 0,9 16-56 0 0,-6-20 30 0 0,1-1 0 0 0,0-1-1 0 0,1 0 1 0 0,1-1 0 0 0,8 7-30 0 0,1-11-2914 0 0,-18-9-2120 0 0,0 0-3975 0 0,-2 0 1833 0 0</inkml:trace>
  <inkml:trace contextRef="#ctx0" brushRef="#br0" timeOffset="770.78">333 506 0 0 0,'0'0'557'0'0,"0"0"1395"0"0,0 0 23 0 0,0 0-402 0 0,0 0-307 0 0,0 0-121 0 0,0 0-28 0 0,0 0 12 0 0,0 0-42 0 0,0 0-93 0 0,0 0-105 0 0,-2-2-129 0 0,-8-8-127 0 0,7 7-91 0 0,3 3-56 0 0,0 0-51 0 0,0 0-18 0 0,0 0-37 0 0,0 0-49 0 0,0 0-18 0 0,0 0-23 0 0,0 0 7 0 0,0 0 20 0 0,0 0 10 0 0,0 0 0 0 0,0 0-2 0 0,0 0 9 0 0,0 0-17 0 0,0 0 19 0 0,0 0-4 0 0,0 0-21 0 0,0 0-15 0 0,0 0-67 0 0,0 0-57 0 0,0 0-42 0 0,0 0-52 0 0,0 0-4 0 0,5 8 162 0 0,103 85-229 0 0,115 64-34 0 0,-201-144-148 0 0,-25-31-4587 0 0,-33-36-7545 0 0,26 44 6862 0 0</inkml:trace>
  <inkml:trace contextRef="#ctx0" brushRef="#br0" timeOffset="1163.04">607 490 0 0 0,'0'0'1899'0'0,"0"0"976"0"0,0 0 225 0 0,0 0-202 0 0,0 0-326 0 0,0 0-499 0 0,0 0-397 0 0,0 0-368 0 0,0 0-340 0 0,0 0-261 0 0,0 0-188 0 0,0 0-112 0 0,0 0-70 0 0,-2-1-54 0 0,-9-4 326 0 0,6 12-735 0 0,-7 3 185 0 0,1-1 0 0 0,0 2 1 0 0,0-1-1 0 0,1 1 0 0 0,1 1 0 0 0,0 0 1 0 0,0 0-1 0 0,2 1 0 0 0,-1 0 1 0 0,2 0-1 0 0,-1 2-59 0 0,-41 82 277 0 0,20-53-426 0 0,17-31-913 0 0,2-1-3457 0 0,8-11 1563 0 0,1-1-2141 0 0,0 0-4154 0 0</inkml:trace>
  <inkml:trace contextRef="#ctx0" brushRef="#br0" timeOffset="1841.51">781 669 1792 0 0,'0'0'3372'0'0,"0"0"-269"0"0,0 0-193 0 0,0 0-268 0 0,0 0-426 0 0,0 0-413 0 0,0 0-438 0 0,0 0-380 0 0,0 0-247 0 0,0 0-155 0 0,0 0-137 0 0,0 0-106 0 0,0 0-89 0 0,6-7-97 0 0,21-18-64 0 0,-27 24-88 0 0,1 0 1 0 0,0 0-1 0 0,0 0 0 0 0,0 0 0 0 0,0 1 1 0 0,0-1-1 0 0,0 0 0 0 0,0 1 0 0 0,1-1 0 0 0,-1 1 1 0 0,0-1-1 0 0,0 1 0 0 0,0 0 0 0 0,0-1 1 0 0,1 1-1 0 0,-1 0 0 0 0,0 0 0 0 0,0 0 0 0 0,1 0 1 0 0,-1 0-1 0 0,0 0 0 0 0,0 0 0 0 0,1 0 1 0 0,0 1-3 0 0,3 0 1 0 0,7 0 0 0 0,-1 0 1 0 0,0 1 0 0 0,0 0-1 0 0,-1 1 1 0 0,1 0-1 0 0,0 1 1 0 0,8 4-2 0 0,17 6 16 0 0,-5 0-44 0 0,-31-13 12 0 0,0 15-606 0 0,-2-13 599 0 0,0 0-1 0 0,-1-1 1 0 0,1 1-1 0 0,0-1 1 0 0,-1 0-1 0 0,0 1 1 0 0,1-1-1 0 0,-1 0 1 0 0,0-1-1 0 0,0 1 1 0 0,0 0-1 0 0,0-1 1 0 0,-1 0-1 0 0,0 1 24 0 0,3-2-6 0 0,-66 26-118 0 0,66-25 111 0 0,1 0 0 0 0,-1 1 0 0 0,0-1 0 0 0,1 0 0 0 0,-1 0 0 0 0,1 1 0 0 0,-1-1 0 0 0,1 1 0 0 0,0-1-1 0 0,0 1 1 0 0,-1-1 0 0 0,1 0 0 0 0,0 1 0 0 0,0-1 0 0 0,1 1 0 0 0,-1-1 0 0 0,0 1 0 0 0,0-1 0 0 0,1 0 0 0 0,-1 1 0 0 0,0-1-1 0 0,1 0 1 0 0,0 1 0 0 0,-1-1 0 0 0,1 0 0 0 0,0 1 0 0 0,0-1 0 0 0,-1 0 0 0 0,1 0 0 0 0,0 0 0 0 0,0 0 0 0 0,0 0 0 0 0,0 0-1 0 0,1 0 1 0 0,-1 0 0 0 0,0 0 0 0 0,1 0 13 0 0,117 95 135 0 0,-107-83-160 0 0,-14-2-250 0 0,-2-7 302 0 0,0 0 0 0 0,-1-1 0 0 0,1 0 0 0 0,-1 0 0 0 0,0 0 0 0 0,0 0 0 0 0,0-1 1 0 0,0 0-1 0 0,0 0 0 0 0,-1 0 0 0 0,1 0 0 0 0,-1-1 0 0 0,-1 0-27 0 0,-83 14-892 0 0,60-13-2829 0 0,0-1-4781 0 0,23-1 167 0 0</inkml:trace>
</inkml:ink>
</file>

<file path=ppt/ink/ink2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7:35.4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356 1 0 0 0,'0'0'2782'0'0,"0"0"317"0"0,0 0-107 0 0,0 0-541 0 0,0 0-698 0 0,0 0-556 0 0,0 0-361 0 0,0 0-237 0 0,0 0-177 0 0,0 0-111 0 0,0 0-103 0 0,0 0-97 0 0,-2 2-72 0 0,0 1 23 0 0,0 0 0 0 0,0 0 1 0 0,0 0-1 0 0,-1 0 0 0 0,1-1 0 0 0,-1 1 1 0 0,1-1-1 0 0,-1 1 0 0 0,0-1 1 0 0,0 0-1 0 0,0 0 0 0 0,0-1 1 0 0,0 1-1 0 0,-1-1 0 0 0,1 1 1 0 0,0-1-1 0 0,-1 0 0 0 0,-1 0-62 0 0,-7 1 347 0 0,-1-1-1 0 0,1-1 1 0 0,-1 0 0 0 0,0 0-1 0 0,1-1 1 0 0,-1-1 0 0 0,1 0 0 0 0,0-1-1 0 0,-10-3-346 0 0,-37-7 118 0 0,0 9-851 0 0,35 4-3228 0 0,6 1-3045 0 0,14-1-2453 0 0</inkml:trace>
</inkml:ink>
</file>

<file path=ppt/ink/ink2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7:36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17 315 0 0 0,'0'0'479'0'0,"0"0"1373"0"0,0 0 362 0 0,0 0 25 0 0,0 0-58 0 0,0 0-144 0 0,0 0-140 0 0,0 0-253 0 0,0 0-264 0 0,0 0-231 0 0,0 0-168 0 0,0 0-106 0 0,0 0-107 0 0,-2-6-92 0 0,-9-21-124 0 0,8 20-99 0 0,3 7-76 0 0,0 0-65 0 0,0 0-55 0 0,0 0-23 0 0,0 0-43 0 0,0 0-54 0 0,0 0-57 0 0,17 22-474 0 0,140 155 356 0 0,-13-45-37 0 0,-96-88-6 0 0,-46-42 315 0 0,-2-2-338 0 0,0 0-1 0 0,0 0 1 0 0,0 0-1 0 0,1-1 1 0 0,-1 1-1 0 0,0 0 0 0 0,0 0 1 0 0,0 0-1 0 0,0 0 1 0 0,0 0-1 0 0,0-1 1 0 0,0 1-1 0 0,0 0 1 0 0,0 0-1 0 0,1 0 1 0 0,-1 0-1 0 0,0 0 1 0 0,0 0-1 0 0,0 0 0 0 0,0 0 1 0 0,0 0-1 0 0,1 0 1 0 0,-1 0-1 0 0,0-1 1 0 0,0 1-1 0 0,0 0 1 0 0,0 0-1 0 0,0 0 1 0 0,1 0-1 0 0,-1 0 1 0 0,0 0-1 0 0,0 0 1 0 0,0 0-1 0 0,0 0 0 0 0,0 0 1 0 0,1 0-1 0 0,-1 0 1 0 0,0 1-1 0 0,0-1 1 0 0,0 0-1 0 0,0 0 1 0 0,0 0-1 0 0,1 0 1 0 0,-1 0-1 0 0,0 0 1 0 0,0 0-1 0 0,0 0 0 0 0,0 0 1 0 0,0 0-1 0 0,0 1 1 0 0,1-1-1 0 0,-1 0 1 0 0,0 0-1 0 0,0 0 105 0 0,-11-21-11335 0 0,7 17 5704 0 0</inkml:trace>
  <inkml:trace contextRef="#ctx0" brushRef="#br0" timeOffset="394.72">321 365 0 0 0,'0'0'2622'0'0,"0"0"559"0"0,0 0-39 0 0,0 0-235 0 0,0 0-383 0 0,0 0-530 0 0,0 0-450 0 0,0 0-349 0 0,0 0-280 0 0,0 0-217 0 0,0 0-175 0 0,0 0-177 0 0,-1-7-128 0 0,-5-27 26 0 0,-7 47-454 0 0,-21 24 442 0 0,-22 36 75 0 0,18-17-191 0 0,-35 54-43 0 0,49-62-1662 0 0,22-36-1046 0 0,2-3-1993 0 0,0-3-1965 0 0,0-4-533 0 0</inkml:trace>
  <inkml:trace contextRef="#ctx0" brushRef="#br0" timeOffset="1040.23">524 515 0 0 0,'0'0'3775'0'0,"0"0"-203"0"0,0 0-137 0 0,0 0-334 0 0,0 0-516 0 0,0 0-593 0 0,0 0-532 0 0,0 0-438 0 0,0 0-286 0 0,0 0-159 0 0,0 0-122 0 0,0 0-95 0 0,0 0-88 0 0,1-5-84 0 0,5-14-64 0 0,-6 19-120 0 0,1-1 0 0 0,-1 0 1 0 0,1 1-1 0 0,-1-1 0 0 0,1 1 0 0 0,0-1 0 0 0,-1 0 0 0 0,1 1 0 0 0,0-1 0 0 0,-1 1 0 0 0,1 0 0 0 0,0-1 0 0 0,0 1 0 0 0,0 0 0 0 0,-1-1 0 0 0,1 1 0 0 0,0 0 0 0 0,0 0 0 0 0,0-1 0 0 0,0 1 0 0 0,-1 0 0 0 0,1 0 0 0 0,0 0 1 0 0,0 0-1 0 0,0 0 0 0 0,0 1 0 0 0,-1-1 0 0 0,1 0 0 0 0,0 0-4 0 0,3 1-50 0 0,64 9-435 0 0,14 16 468 0 0,-81-26 7 0 0,0 1 0 0 0,0-1 0 0 0,1 1 0 0 0,-1-1 0 0 0,0 1 0 0 0,0-1 0 0 0,0 1 0 0 0,0 0 0 0 0,0-1 0 0 0,-1 1 0 0 0,1 0 1 0 0,0 0-1 0 0,0 0 0 0 0,0 0 0 0 0,-1 0 0 0 0,1-1 0 0 0,0 1 0 0 0,-1 1 0 0 0,1-1 0 0 0,-1 0 0 0 0,1 0 0 0 0,-1 0 0 0 0,0 0 1 0 0,1 0-1 0 0,-1 0 0 0 0,0 0 0 0 0,0 1 0 0 0,0-1 0 0 0,0 0 0 0 0,0 0 0 0 0,0 0 0 0 0,0 0 0 0 0,0 1 0 0 0,0-1 0 0 0,0 0 0 0 0,-1 0 1 0 0,1 1 9 0 0,-1 10 16 0 0,-10 222 291 0 0,14-126-222 0 0,-1-98-2490 0 0,-1 8-6691 0 0,0-26 1725 0 0,-1 6 2982 0 0</inkml:trace>
  <inkml:trace contextRef="#ctx0" brushRef="#br0" timeOffset="1291.54">828 769 0 0 0,'0'0'3079'0'0,"0"0"-35"0"0,0 0-345 0 0,0 0-545 0 0,0 0-487 0 0,0 0-336 0 0,0 0-192 0 0,0 0-125 0 0,0 0-121 0 0,0 0-152 0 0,0 0-189 0 0,0 0-172 0 0,0 0-168 0 0,-22-6-112 0 0,-64-16-50 0 0,38 17-20 0 0,-30 8-658 0 0,26 2-5782 0 0,42-4 3765 0 0,2-1-6757 0 0</inkml:trace>
  <inkml:trace contextRef="#ctx0" brushRef="#br0" timeOffset="2125.35">829 15 0 0 0,'0'0'1588'0'0,"0"0"249"0"0,0 0-49 0 0,0 0-141 0 0,0 0-187 0 0,0 0-125 0 0,0 0-110 0 0,0 0-120 0 0,0 0-126 0 0,0 0-55 0 0,0 0-22 0 0,0-2-26 0 0,-3-8-33 0 0,3 8-114 0 0,0 2-122 0 0,0 0-96 0 0,0 0-88 0 0,12 9 706 0 0,1-1-1168 0 0,-1 1 0 0 0,1 0-1 0 0,-2 1 1 0 0,1 0 0 0 0,-1 1-1 0 0,6 7 40 0 0,15 19 53 0 0,-1 1 0 0 0,-2 2 0 0 0,-2 1 0 0 0,16 32-53 0 0,-35-57 45 0 0,0 1-1 0 0,-1 0 1 0 0,-1 1 0 0 0,0-1-1 0 0,-1 1 1 0 0,-1 0-1 0 0,-1 0 1 0 0,-1 1 0 0 0,0 16-45 0 0,-1-10 16 0 0,-8 53 48 0 0,7-76-59 0 0,-3 8-4 0 0,0-1 1 0 0,-1 1-1 0 0,0-1 0 0 0,0 0 1 0 0,-1 0-1 0 0,0 0 1 0 0,-1-1-1 0 0,0 0 1 0 0,0 0-1 0 0,-1 0 1 0 0,1-1-1 0 0,-5 4-1 0 0,-48 19-1580 0 0,18-18-7563 0 0,34-10-386 0 0</inkml:trace>
</inkml:ink>
</file>

<file path=ppt/ink/ink2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7:46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2 0 0 0,'0'0'632'0'0,"0"0"1913"0"0,0 0 403 0 0,0 0-276 0 0,0 0-465 0 0,0 0-311 0 0,0 0-217 0 0,0 0-275 0 0,0 0-289 0 0,0 0-218 0 0,0 0-193 0 0,0 0-144 0 0,0 0-79 0 0,-1-1-82 0 0,0 0-792 0 0,-4 5 3877 0 0,25 9-3305 0 0,6 5-243 0 0,-1 2-1 0 0,-1 0 1 0 0,17 20 64 0 0,-7-8-24 0 0,168 148-312 0 0,-159-134-874 0 0,-43-46 806 0 0,0 0-46 0 0,0 0-34 0 0,0 0-62 0 0,0 0-128 0 0,0 0-93 0 0,-8-7-1551 0 0,-39-52-2951 0 0,23 31-1088 0 0,19 20 1980 0 0</inkml:trace>
  <inkml:trace contextRef="#ctx0" brushRef="#br0" timeOffset="346.13">315 59 0 0 0,'0'0'2813'0'0,"0"0"189"0"0,0 0 68 0 0,0 0-152 0 0,0 0-298 0 0,0 0-455 0 0,0 0-566 0 0,0 0-461 0 0,0 0-356 0 0,0 0-213 0 0,0 0-119 0 0,0 0-122 0 0,0-2-95 0 0,0 2-230 0 0,0 0 0 0 0,0 0 0 0 0,0 1 1 0 0,0-1-1 0 0,0 0 0 0 0,0 0 0 0 0,0 0 0 0 0,-1 0 0 0 0,1 0 0 0 0,0 1 0 0 0,0-1 0 0 0,0 0 0 0 0,0 0 0 0 0,-1 0 0 0 0,1 0 0 0 0,0 0 0 0 0,0 0 0 0 0,0 0 1 0 0,0 0-1 0 0,-1 0 0 0 0,1 0 0 0 0,0 0 0 0 0,0 0 0 0 0,0 0 0 0 0,-1 0 0 0 0,1 0 0 0 0,0 0 0 0 0,0 0 0 0 0,0 0 0 0 0,-1 0 0 0 0,1 0 0 0 0,0 0 0 0 0,0 0 1 0 0,0 0-1 0 0,0 0 0 0 0,-1 0 0 0 0,1 0 0 0 0,0 0 0 0 0,0-1 0 0 0,0 1 0 0 0,0 0 0 0 0,-1 0 0 0 0,1 0 0 0 0,0 0 0 0 0,0 0 0 0 0,0-1 0 0 0,0 1 0 0 0,0 0 1 0 0,0 0-1 0 0,0 0 0 0 0,-1 0 0 0 0,1-1-3 0 0,-4 6 7 0 0,-4 4 88 0 0,1 1-1 0 0,0 0 1 0 0,1 0-1 0 0,0 1 1 0 0,1-1-1 0 0,0 1 1 0 0,0 1 0 0 0,1-1-1 0 0,1 1 1 0 0,0-1-1 0 0,0 1 1 0 0,1 1-95 0 0,-11 77 284 0 0,-7-8-1611 0 0,19-70-1110 0 0,1-9-1860 0 0,1-1-3619 0 0,-1-2 620 0 0</inkml:trace>
</inkml:ink>
</file>

<file path=ppt/ink/ink2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7:45.6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42 0 0 0,'0'0'2455'0'0,"0"0"666"0"0,0 0 2 0 0,0 0-290 0 0,0 0-534 0 0,0 0-499 0 0,0 0-371 0 0,0 0-284 0 0,0 0-183 0 0,0 0-114 0 0,0 0-157 0 0,0 0-170 0 0,0 0-185 0 0,-2-8-149 0 0,-2-19-162 0 0,2 21-212 0 0,3 24-150 0 0,31 139 519 0 0,-3-71-121 0 0,-14-30-228 0 0,-12-34-482 0 0,-2-7-2619 0 0,-1-15 2059 0 0,0 0-226 0 0,0 0-288 0 0,3 0-4128 0 0,-3 0 542 0 0,0 0 3426 0 0</inkml:trace>
  <inkml:trace contextRef="#ctx0" brushRef="#br0" timeOffset="296.65">308 242 0 0 0,'0'0'3217'0'0,"0"0"59"0"0,0 0-342 0 0,0 0-576 0 0,0 0-572 0 0,0 0-448 0 0,0 0-229 0 0,0 0-155 0 0,0 0-145 0 0,0 0-142 0 0,0 0-159 0 0,0 0-149 0 0,-19-6-134 0 0,-59-17-74 0 0,35 17-44 0 0,-47 9-888 0 0,32 6-5616 0 0,48-7 1492 0 0,1 0-2810 0 0</inkml:trace>
</inkml:ink>
</file>

<file path=ppt/ink/ink2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7:42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88 0 0 0,'0'0'1078'0'0,"0"0"223"0"0,0 0 102 0 0,0 0 11 0 0,0 0-89 0 0,0 0-66 0 0,0 0-68 0 0,4-9-49 0 0,16-42 1046 0 0,-6 29 5255 0 0,-14 22-7371 0 0,0 0-1 0 0,0 0 0 0 0,0 0 0 0 0,0 0 1 0 0,0-1-1 0 0,0 1 0 0 0,0 0 1 0 0,-1 0-1 0 0,1 0 0 0 0,0 0 0 0 0,0-1 1 0 0,0 1-1 0 0,0 0 0 0 0,0 0 1 0 0,0 0-1 0 0,0-1 0 0 0,0 1 0 0 0,0 0 1 0 0,0 0-1 0 0,0 0 0 0 0,0 0 1 0 0,0-1-1 0 0,0 1 0 0 0,0 0 0 0 0,0 0 1 0 0,1 0-1 0 0,-1 0 0 0 0,0-1 1 0 0,0 1-1 0 0,0 0 0 0 0,0 0 0 0 0,0 0 1 0 0,0 0-72 0 0,-68 65-11 0 0,56-47 60 0 0,1 0 0 0 0,0 0-1 0 0,2 1 1 0 0,0 0 0 0 0,1 1 0 0 0,1 0-1 0 0,-1 7-48 0 0,-10 32 76 0 0,4 38 170 0 0,14 20 386 0 0,17-52-248 0 0,-14-55-291 0 0,1-1 0 0 0,0 0 0 0 0,1 0 0 0 0,0 0 0 0 0,1-1 0 0 0,0 1 0 0 0,0-1 0 0 0,6 5-93 0 0,16-3 220 0 0,-14-10-5760 0 0,-6 0-3157 0 0,-4 0-1579 0 0</inkml:trace>
  <inkml:trace contextRef="#ctx0" brushRef="#br0" timeOffset="1313.13">414 397 0 0 0,'0'0'800'0'0,"0"0"63"0"0,0 0-129 0 0,0 0-122 0 0,0 0-38 0 0,0 0 61 0 0,0 0 53 0 0,0 0 23 0 0,0 0 32 0 0,0 0 13 0 0,-5-1 58 0 0,-23-8 967 0 0,19 3 2369 0 0,-7-9-2942 0 0,2 1-683 0 0,-4-6 937 0 0,18 20-1136 0 0,0 0-12 0 0,0 0 9 0 0,0 0-13 0 0,0 0-38 0 0,0 0 4 0 0,0 0-26 0 0,0 0-26 0 0,0 0-3 0 0,0 0-37 0 0,0 0-40 0 0,0 0-12 0 0,0 0-22 0 0,18 16 258 0 0,136 123 259 0 0,-28-38-509 0 0,-34-34-226 0 0,-106-91-12496 0 0,8 18 9166 0 0,0 1-1667 0 0</inkml:trace>
  <inkml:trace contextRef="#ctx0" brushRef="#br0" timeOffset="1677.28">644 394 0 0 0,'0'0'1559'0'0,"0"0"1506"0"0,0 0 353 0 0,0 0-255 0 0,0 0-412 0 0,0 0-510 0 0,0 0-526 0 0,0 0-395 0 0,0 0-342 0 0,0 0-266 0 0,0 0-213 0 0,0 0-191 0 0,0 0-150 0 0,0-4-66 0 0,-5-16-114 0 0,-5 29-201 0 0,-21 28 507 0 0,-3 17 57 0 0,-17 80 141 0 0,35-96-641 0 0,8-24-487 0 0,-1 1-3268 0 0,7-6-6668 0 0,2-8 3042 0 0</inkml:trace>
  <inkml:trace contextRef="#ctx0" brushRef="#br0" timeOffset="2340.51">877 531 0 0 0,'0'0'1290'0'0,"0"0"1333"0"0,0 0 483 0 0,0 0-123 0 0,0 0-296 0 0,0 0-421 0 0,0 0-476 0 0,0 0-462 0 0,0 0-312 0 0,0 0-174 0 0,0 0-105 0 0,0 0-67 0 0,0 0-107 0 0,-1-3-135 0 0,1 3-416 0 0,0-1-1 0 0,0 1 1 0 0,-1-1 0 0 0,1 1 0 0 0,0-1-1 0 0,0 1 1 0 0,0-1 0 0 0,0 1 0 0 0,0-1-1 0 0,0 1 1 0 0,0-1 0 0 0,0 1 0 0 0,0-1-1 0 0,0 1 1 0 0,0-1 0 0 0,1 1 0 0 0,-1-1-1 0 0,0 1 1 0 0,0 0 0 0 0,0-1 0 0 0,1 1-1 0 0,-1-1 1 0 0,0 1 0 0 0,0-1 0 0 0,1 1-1 0 0,-1 0 1 0 0,0-1 0 0 0,1 1 0 0 0,-1-1-1 0 0,1 1 1 0 0,-1 0 0 0 0,0 0 0 0 0,1-1 0 0 0,-1 1-1 0 0,1 0 1 0 0,-1 0 0 0 0,1-1 0 0 0,-1 1-1 0 0,1 0 1 0 0,-1 0 0 0 0,1 0 0 0 0,-1 0-1 0 0,1 0 1 0 0,-1 0 0 0 0,1 0 0 0 0,-1 0-1 0 0,1 0 1 0 0,-1 0 0 0 0,1 0 0 0 0,-1 0-1 0 0,1 0 1 0 0,-1 0 0 0 0,1 0 0 0 0,-1 1-1 0 0,1-1 1 0 0,-1 0 0 0 0,1 0 0 0 0,-1 1-1 0 0,0-1 1 0 0,1 0-12 0 0,11 2-48 0 0,0 0 0 0 0,0 0 1 0 0,0 1-1 0 0,0 1 0 0 0,0 0 0 0 0,-1 1 0 0 0,0 0 0 0 0,0 0 0 0 0,5 5 48 0 0,4 0-13 0 0,8 6-87 0 0,-28-15 63 0 0,0 0 0 0 0,0 0 0 0 0,0 0-1 0 0,-1-1 1 0 0,1 1 0 0 0,0 0 0 0 0,0 0 0 0 0,0 0-1 0 0,-1 0 1 0 0,1 0 0 0 0,-1-1 0 0 0,1 1 0 0 0,0 0 0 0 0,-1 0-1 0 0,1-1 1 0 0,-1 1 0 0 0,1 0 0 0 0,-1-1 0 0 0,0 1-1 0 0,1 0 1 0 0,-1-1 0 0 0,0 1 0 0 0,0-1 0 0 0,1 1-1 0 0,-1-1 1 0 0,0 1 0 0 0,0-1 0 0 0,1 0 0 0 0,-1 1 0 0 0,0-1-1 0 0,0 0 1 0 0,0 0 37 0 0,0 1-51 0 0,-81 28-64 0 0,81-28 110 0 0,0 0 1 0 0,0 1-1 0 0,0-1 1 0 0,1 0 0 0 0,-1 0-1 0 0,0 0 1 0 0,1 1-1 0 0,-1-1 1 0 0,1 0-1 0 0,-1 1 1 0 0,1-1-1 0 0,0 0 1 0 0,0 1-1 0 0,0-1 1 0 0,-1 0 0 0 0,1 1-1 0 0,0-1 1 0 0,1 1-1 0 0,-1-1 1 0 0,0 0-1 0 0,0 1 1 0 0,1-1-1 0 0,-1 0 1 0 0,0 1-1 0 0,1-1 1 0 0,0 0-1 0 0,-1 0 1 0 0,1 1 0 0 0,0-1-1 0 0,-1 0 1 0 0,1 0-1 0 0,1 1 5 0 0,13 18-99 0 0,2-1 0 0 0,0 0 1 0 0,1-1-1 0 0,11 7 99 0 0,-5-3-40 0 0,7 13-33 0 0,-30-34 61 0 0,-1-1-1 0 0,0 1 0 0 0,1-1 1 0 0,-1 1-1 0 0,0 0 1 0 0,0-1-1 0 0,1 1 1 0 0,-1 0-1 0 0,0-1 1 0 0,0 1-1 0 0,0 0 1 0 0,0-1-1 0 0,0 1 1 0 0,0 0-1 0 0,0 0 1 0 0,0-1-1 0 0,0 1 1 0 0,0 0-1 0 0,0-1 1 0 0,0 1-1 0 0,0 0 1 0 0,0-1-1 0 0,-1 1 1 0 0,1 0-1 0 0,0-1 1 0 0,-1 1-1 0 0,1-1 1 0 0,0 1-1 0 0,-1 0 0 0 0,1-1 1 0 0,-1 1-1 0 0,1-1 1 0 0,-1 1-1 0 0,1-1 1 0 0,-1 1-1 0 0,1-1 1 0 0,-1 0-1 0 0,1 1 1 0 0,-1-1-1 0 0,0 0 1 0 0,1 1-1 0 0,-1-1 1 0 0,0 0-1 0 0,1 0 1 0 0,-1 1-1 0 0,0-1 1 0 0,1 0-1 0 0,-1 0 1 0 0,0 0-1 0 0,0 0 13 0 0,-37 4 150 0 0,24-4-151 0 0,-1 0 0 0 0,1-1 0 0 0,-1 0-1 0 0,1-2 1 0 0,-1 1 0 0 0,1-2 0 0 0,-8-2 1 0 0,-28-12-1160 0 0,19 7-1391 0 0,0 0-4792 0 0,21 7-1602 0 0</inkml:trace>
</inkml:ink>
</file>

<file path=ppt/ink/ink2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7:52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111 53 0 0 0,'0'0'265'0'0,"0"0"762"0"0,0 0 250 0 0,0 0-27 0 0,0 0 55 0 0,0 0-37 0 0,0 0-149 0 0,0 0-103 0 0,0 0-136 0 0,0 0-118 0 0,3-7-86 0 0,10-21-40 0 0,-13 27-536 0 0,1 1-1 0 0,-1-1 1 0 0,0 0-1 0 0,0 0 0 0 0,1 1 1 0 0,-1-1-1 0 0,0 0 1 0 0,1 1-1 0 0,-1-1 1 0 0,1 0-1 0 0,-1 1 1 0 0,0-1-1 0 0,1 0 1 0 0,0 1-1 0 0,-1-1 1 0 0,1 1-1 0 0,-1-1 0 0 0,1 1 1 0 0,0-1-1 0 0,-1 1 1 0 0,1 0-1 0 0,0-1 1 0 0,-1 1-1 0 0,1 0 1 0 0,0 0-1 0 0,0-1 1 0 0,-1 1-1 0 0,1 0 1 0 0,0 0-1 0 0,0 0 1 0 0,-1 0-1 0 0,1 0 0 0 0,0 0 1 0 0,0 0-1 0 0,0 0 1 0 0,-1 0-1 0 0,2 0-99 0 0,4 1 628 0 0,-5-5 580 0 0,-2 8-1484 0 0,-21 53 443 0 0,-55 111 1258 0 0,64-132-1144 0 0,2 0 0 0 0,1 1-1 0 0,3 0 1 0 0,0 1 0 0 0,3-1 0 0 0,0 1-1 0 0,3 0 1 0 0,2 14-281 0 0,-1-36 169 0 0,1-1 1 0 0,1 1-1 0 0,0-1 0 0 0,1 0 0 0 0,1 0 1 0 0,0 0-1 0 0,1 0 0 0 0,0-1 0 0 0,1 0 1 0 0,1 0-1 0 0,1 0 0 0 0,0-1 1 0 0,3 5-170 0 0,40 24 148 0 0,-48-41-848 0 0,14 6-153 0 0,-10-6-3683 0 0,1-1-5311 0 0,-7 0 2875 0 0</inkml:trace>
</inkml:ink>
</file>

<file path=ppt/ink/ink2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7:55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268 31 0 0 0,'0'0'2318'0'0,"0"0"398"0"0,0 0 49 0 0,0 0-144 0 0,0 0-208 0 0,0 0-331 0 0,0 0-411 0 0,0 0-401 0 0,0 0-379 0 0,0 0-250 0 0,0 0-123 0 0,0 0-102 0 0,2 0 31 0 0,-1 0 519 0 0,-3 0-985 0 0,-17 1 61 0 0,0-2 1 0 0,0 0-1 0 0,0-1 1 0 0,1 0 0 0 0,-16-5-43 0 0,-42-9-533 0 0,23 13-5758 0 0,46 4 1297 0 0,3 2-4797 0 0</inkml:trace>
</inkml:ink>
</file>

<file path=ppt/ink/ink2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7:53.2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18 0 0 0,'0'0'2535'0'0,"0"0"-150"0"0,0 0-278 0 0,0 0-333 0 0,0 0-363 0 0,0 0-310 0 0,0 0-315 0 0,0 0-248 0 0,0 0-174 0 0,0 0-118 0 0,0 0-99 0 0,-1-1-26 0 0,-6-5-16 0 0,6 4-54 0 0,1 2-6 0 0,0 0-30 0 0,0 0-39 0 0,-8 2 5929 0 0,0-13-5874 0 0,13 21 1330 0 0,48 43-594 0 0,67 54-325 0 0,5 12-356 0 0,-99-88-139 0 0,-10-13-346 0 0,1-3-528 0 0,-8-8-363 0 0,-4-7-3517 0 0,-5-1 43 0 0,0-3 2365 0 0,0 2-1480 0 0,0 0 98 0 0</inkml:trace>
  <inkml:trace contextRef="#ctx0" brushRef="#br0" timeOffset="407.54">326 90 0 0 0,'0'0'1031'0'0,"0"0"1966"0"0,0 0 469 0 0,0 0-419 0 0,0 0-439 0 0,0 0-432 0 0,0 0-481 0 0,0 0-404 0 0,0 0-351 0 0,0 0-259 0 0,0 0-195 0 0,0 0-145 0 0,0-4-74 0 0,-2-16 16 0 0,-18 39-418 0 0,-39 34 399 0 0,51-45-180 0 0,0 0 0 0 0,0 1 0 0 0,1 0 0 0 0,0 1-1 0 0,1-1 1 0 0,0 1 0 0 0,0 1 0 0 0,1-1 0 0 0,1 1 0 0 0,0 0 0 0 0,0 0 0 0 0,-1 8-84 0 0,-12 43-410 0 0,9-41-1118 0 0,4-12-1655 0 0,0 0-5166 0 0,4-5-626 0 0</inkml:trace>
  <inkml:trace contextRef="#ctx0" brushRef="#br0" timeOffset="1238.11">525 284 0 0 0,'0'0'1990'0'0,"0"0"617"0"0,0 0 188 0 0,0 0-206 0 0,0 0-322 0 0,0 0-269 0 0,0 0-375 0 0,0 0-359 0 0,0 0-245 0 0,0 0-164 0 0,0 0-96 0 0,0 0-86 0 0,0-9-78 0 0,0-19-205 0 0,0 6 2192 0 0,26 17-2167 0 0,-19 5-500 0 0,1 0 1 0 0,0 1-1 0 0,-1 1 0 0 0,1-1 0 0 0,-1 1 0 0 0,0 0 0 0 0,1 1 1 0 0,-1 0-1 0 0,0 0 0 0 0,5 3 85 0 0,59 33-219 0 0,-53-23 59 0 0,-18-15 128 0 0,0 0-1 0 0,1-1 0 0 0,-1 1 0 0 0,0 0 1 0 0,1 0-1 0 0,-1 0 0 0 0,0 0 0 0 0,0 0 0 0 0,0 0 1 0 0,0 0-1 0 0,0-1 0 0 0,0 1 0 0 0,0 0 1 0 0,0 0-1 0 0,0 0 0 0 0,0 0 0 0 0,0 0 1 0 0,-1 0-1 0 0,1 0 0 0 0,0 0 0 0 0,-1-1 1 0 0,1 1-1 0 0,0 0 0 0 0,-1 0 0 0 0,1 0 1 0 0,-1-1-1 0 0,0 1 0 0 0,1 0 0 0 0,-1-1 1 0 0,1 1-1 0 0,-1 0 0 0 0,-1 0 33 0 0,0 1-27 0 0,0 0 0 0 0,-1 0 0 0 0,1 0 1 0 0,-1 0-1 0 0,1-1 0 0 0,-1 1 0 0 0,0-1 0 0 0,0 1 0 0 0,0-1 0 0 0,0 0 0 0 0,0 0 1 0 0,0 0-1 0 0,0-1 0 0 0,0 1 0 0 0,-3-1 27 0 0,-12 4 26 0 0,1 5-206 0 0,18 17-543 0 0,64 29 659 0 0,-39-37 89 0 0,36 24-25 0 0,-61-41-5 0 0,-1 0-1 0 0,1 0 0 0 0,-1 0 1 0 0,1 0-1 0 0,-1 0 1 0 0,1 0-1 0 0,-1 0 0 0 0,1 0 1 0 0,-1 0-1 0 0,0 0 1 0 0,0 0-1 0 0,0 0 0 0 0,0 0 1 0 0,1 0-1 0 0,-1 0 1 0 0,-1 0-1 0 0,1 0 0 0 0,0 0 1 0 0,0 0-1 0 0,0 0 1 0 0,0 1-1 0 0,-1-1 0 0 0,1 0 1 0 0,-1 0-1 0 0,1 0 1 0 0,0-1-1 0 0,-1 1 0 0 0,0 0 1 0 0,1 0-1 0 0,-1 0 1 0 0,0 0-1 0 0,1 0 0 0 0,-1-1 1 0 0,0 1-1 0 0,0 0 1 0 0,1-1-1 0 0,-1 1 0 0 0,0 0 1 0 0,0-1-1 0 0,0 1 1 0 0,0-1-1 0 0,0 1 0 0 0,0-1 1 0 0,0 0-1 0 0,0 1 1 0 0,-1-1 5 0 0,-5 6 16 0 0,2-3 24 0 0,-1 0-1 0 0,1 0 1 0 0,-1 0 0 0 0,0-1 0 0 0,1 0 0 0 0,-1 0 0 0 0,0 0-1 0 0,0-1 1 0 0,-1 0 0 0 0,1 0 0 0 0,0-1 0 0 0,0 0 0 0 0,0 0-1 0 0,-1 0 1 0 0,1-1 0 0 0,-4 0-40 0 0,-13 0-106 0 0,15 0-214 0 0,1 0 0 0 0,-1-1 0 0 0,1 1 1 0 0,-1-2-1 0 0,1 1 0 0 0,0-1 1 0 0,0 0-1 0 0,-6-4 320 0 0,1 1-1173 0 0,-7-4-3063 0 0,6 2-2151 0 0,8 6-376 0 0</inkml:trace>
</inkml:ink>
</file>

<file path=ppt/ink/ink2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6:53.8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12 401 0 0 0,'0'0'1383'0'0,"0"0"1027"0"0,0 0 102 0 0,0 0-303 0 0,0 0-206 0 0,0 0-247 0 0,0 0-245 0 0,0 0-212 0 0,0 0-195 0 0,0 0-179 0 0,0 0-129 0 0,0 0-103 0 0,-2-2-97 0 0,-6-7-59 0 0,7 7-72 0 0,1 2-44 0 0,0 0-43 0 0,0 0-43 0 0,19-5 1361 0 0,-17 5-1696 0 0,1 0-1 0 0,0 0 1 0 0,0 1 0 0 0,0-1-1 0 0,0 1 1 0 0,0 0 0 0 0,-1 0-1 0 0,1 0 1 0 0,0 0 0 0 0,-1 0-1 0 0,1 0 1 0 0,-1 1 0 0 0,1 0 0 0 0,-1-1-1 0 0,0 1 1 0 0,1 0 0 0 0,-1 1 0 0 0,134 129 32 0 0,31 20 16 0 0,-89-96-107 0 0,-73-54-576 0 0,-10-10-613 0 0,-55-65-4537 0 0,6 15-3812 0 0,42 47 3817 0 0</inkml:trace>
  <inkml:trace contextRef="#ctx0" brushRef="#br0" timeOffset="470.24">339 448 0 0 0,'0'0'1519'0'0,"0"0"1059"0"0,0 0 142 0 0,0 0-207 0 0,0 0-282 0 0,0 0-182 0 0,0 0-168 0 0,0 0-231 0 0,0 0-260 0 0,0 0-215 0 0,0 0-195 0 0,0 0-157 0 0,0-5-174 0 0,2-21 1349 0 0,-2 26-1980 0 0,0 13-218 0 0,-8 41 168 0 0,-31 13 64 0 0,-7 17 64 0 0,29-38-62 0 0,1 1-20 0 0,9-22-25 0 0,3-8-2247 0 0,-4-6-3770 0 0,5-7-2579 0 0,3-4 1393 0 0</inkml:trace>
  <inkml:trace contextRef="#ctx0" brushRef="#br0" timeOffset="1137.71">535 631 3121 0 0,'0'0'3658'0'0,"0"0"-263"0"0,0 0-286 0 0,0 0-359 0 0,0 0-518 0 0,0 0-573 0 0,0 0-502 0 0,0 0-344 0 0,0 0-266 0 0,0 0-180 0 0,0 0-130 0 0,0 0-93 0 0,0 0-57 0 0,5-1-49 0 0,-2-1-40 0 0,1 1 1 0 0,0-1-1 0 0,0 1 0 0 0,0 1 0 0 0,0-1 0 0 0,0 0 1 0 0,0 1-1 0 0,0 0 0 0 0,0 0 0 0 0,0 0 0 0 0,-1 0 0 0 0,1 1 1 0 0,0 0-1 0 0,0 0 0 0 0,0 0 0 0 0,0 0 0 0 0,0 0 0 0 0,-1 1 1 0 0,2 0 1 0 0,6 3 7 0 0,0 0 0 0 0,1 0 1 0 0,0-1-1 0 0,0-1 1 0 0,0 0-1 0 0,7 1-7 0 0,15 3 90 0 0,-33-5-80 0 0,0-1-1 0 0,0 1 1 0 0,0-1-1 0 0,0 1 1 0 0,0-1-1 0 0,0 1 1 0 0,-1 0-1 0 0,1-1 1 0 0,-1 1-1 0 0,1 0 1 0 0,-1 0-1 0 0,1 0 1 0 0,-1-1-1 0 0,0 1 1 0 0,0 0-1 0 0,0 0 1 0 0,0 0-1 0 0,0 0 1 0 0,0-1-1 0 0,-1 1 0 0 0,1 0 1 0 0,-1 1-10 0 0,1 7 38 0 0,-6 149-5 0 0,-1-38-11 0 0,28-97-462 0 0,-19-23-1971 0 0,-1-8-10522 0 0,-1 5 11316 0 0,0-1-4698 0 0</inkml:trace>
  <inkml:trace contextRef="#ctx0" brushRef="#br0" timeOffset="1451.35">908 907 0 0 0,'0'0'3333'0'0,"0"0"-286"0"0,0 0-286 0 0,0 0-286 0 0,0 0-364 0 0,0 0-481 0 0,0 0-510 0 0,0 0-431 0 0,0 0-191 0 0,0 0 1 0 0,0 0 74 0 0,0 0 64 0 0,-13-1 5 0 0,-43-6-75 0 0,-23-7 692 0 0,-3 12-1204 0 0,4 1-4603 0 0,66-1 1667 0 0,1 1-2740 0 0,2 0-3225 0 0</inkml:trace>
  <inkml:trace contextRef="#ctx0" brushRef="#br0" timeOffset="2534.99">920 169 0 0 0,'0'0'810'0'0,"0"0"518"0"0,0 0 104 0 0,0 0-94 0 0,0 0 49 0 0,0 0-79 0 0,0 0-16 0 0,0 0-23 0 0,0 0-205 0 0,-3-9-171 0 0,-10-25-181 0 0,9 25-145 0 0,-5 2 2999 0 0,9-1-3618 0 0,0 9 125 0 0,0-1 0 0 0,0 0 0 0 0,0 0 0 0 0,0 0 0 0 0,0 1 0 0 0,0-1 0 0 0,1 0 0 0 0,-1 0-1 0 0,0 0 1 0 0,0 0 0 0 0,0 1 0 0 0,0-1 0 0 0,1 0 0 0 0,-1 0 0 0 0,0 0 0 0 0,0 0 0 0 0,1 0 0 0 0,-1 0 0 0 0,0 0 0 0 0,0 0 0 0 0,0 0-1 0 0,1 0 1 0 0,-1 1 0 0 0,0-1 0 0 0,0 0 0 0 0,1 0 0 0 0,-1 0 0 0 0,0 0 0 0 0,0-1 0 0 0,1 1 0 0 0,-1 0 0 0 0,0 0 0 0 0,0 0 0 0 0,0 0-1 0 0,1 0 1 0 0,-1 0 0 0 0,0 0 0 0 0,0 0 0 0 0,0 0 0 0 0,1-1 0 0 0,-1 1 0 0 0,0 0 0 0 0,0 0 0 0 0,0 0 0 0 0,0 0 0 0 0,1-1 0 0 0,-1 1-1 0 0,0 0 1 0 0,0 0 0 0 0,0 0 0 0 0,0-1 0 0 0,0 1 0 0 0,0 0 0 0 0,1 0 0 0 0,-1 0 0 0 0,0-1-73 0 0,131 95-306 0 0,-57-22 342 0 0,-54-49-10 0 0,-2 0-1 0 0,0 1 0 0 0,-2 1 0 0 0,0 0 0 0 0,-2 1 0 0 0,5 15-25 0 0,-11-19 73 0 0,-1 0 0 0 0,-1 0 0 0 0,-1 1-1 0 0,-2-1 1 0 0,0 1 0 0 0,-1 0 0 0 0,-1 0 0 0 0,-1 0-1 0 0,-1 5-72 0 0,1-5 75 0 0,-1-14-18 0 0,1 1 1 0 0,-1-1 0 0 0,-1 0-1 0 0,0 0 1 0 0,0 0 0 0 0,-1 0-1 0 0,0 0 1 0 0,0 0 0 0 0,-1-1-1 0 0,0 1 1 0 0,-1-1 0 0 0,-2 4-58 0 0,-19 12 388 0 0,8-6-1112 0 0,-4-7-3563 0 0,18-11 3193 0 0,-6 2-5807 0 0,6-2-2782 0 0</inkml:trace>
  <inkml:trace contextRef="#ctx0" brushRef="#br0" timeOffset="71061.25">1390 64 0 0 0,'0'0'709'0'0,"0"0"272"0"0,0 0 43 0 0,0 0-19 0 0,0 0-70 0 0,0 0-45 0 0,0 0-87 0 0,0 0-87 0 0,0 0-69 0 0,0 0-75 0 0,3-6-87 0 0,7-21-69 0 0,5 14 426 0 0,-11 12-646 0 0,109-5 604 0 0,-69 8-569 0 0,-1 0 3827 0 0,-42-2-3517 0 0,8-14 3312 0 0,-7 27-3817 0 0,-7 127 419 0 0,6-102-438 0 0,-2 0 0 0 0,-1-1 0 0 0,-5 22-17 0 0,-17 56-50 0 0,19-101 63 0 0,-1 36 282 0 0,20-22-139 0 0,5 23-172 0 0,-15-34-42 0 0,0 1 0 0 0,-1 0 0 0 0,0-1 0 0 0,-2 1 0 0 0,0 0 0 0 0,-1 11 58 0 0,-2-13-160 0 0,2-14 173 0 0,-1 0 0 0 0,1 0 0 0 0,0-1 0 0 0,-1 1 0 0 0,1 0 0 0 0,0 0 0 0 0,0 0 0 0 0,0-1 0 0 0,0 1 0 0 0,1 0 0 0 0,-1 0 0 0 0,0 0 0 0 0,1-1 0 0 0,0 1 0 0 0,-1 0 0 0 0,1-1 1 0 0,0 1-1 0 0,0 0 0 0 0,-1-1 0 0 0,1 1 0 0 0,1 0-13 0 0,2 11-1194 0 0,-4-13 1190 0 0,0 0-5 0 0,0 0-1 0 0,0 0 21 0 0,0 0 6 0 0,0 0 1 0 0,0 0-22 0 0,0 0-12 0 0,0 0-10 0 0,-12 2 81 0 0,4 0 14 0 0,-1 1-1 0 0,0-1 0 0 0,0 0 1 0 0,1-1-1 0 0,-1 0 0 0 0,0-1 1 0 0,0 0-1 0 0,0 0 1 0 0,-7-1-69 0 0,-13 0-16 0 0,-13 0-312 0 0,-14 1-1733 0 0,20 1-4742 0 0,21 1-3189 0 0</inkml:trace>
</inkml:ink>
</file>

<file path=ppt/ink/ink2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6:42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41 496 0 0 0,'0'0'629'0'0,"0"0"205"0"0,0 0 11 0 0,0 0-27 0 0,0 0-4 0 0,0 0 38 0 0,0 0 13 0 0,-7-3 35 0 0,-20-8 33 0 0,21 9 44 0 0,6 2 53 0 0,0 0 34 0 0,0 0-9 0 0,2 6 5747 0 0,1-1-5406 0 0,89 62 371 0 0,163 130-1307 0 0,-185-140-488 0 0,-71-57-27 0 0,1 1 0 0 0,0-1 0 0 0,0 0 0 0 0,-1 0 0 0 0,1 0 0 0 0,0 0 0 0 0,-1 0 0 0 0,1 0 0 0 0,0 0 0 0 0,0 0 0 0 0,-1 0 0 0 0,1 1 0 0 0,0-1 0 0 0,0 0 1 0 0,0 0-1 0 0,-1 0 0 0 0,1 0 0 0 0,0 1 0 0 0,0-1 0 0 0,0 0 0 0 0,0 0 0 0 0,-1 1 0 0 0,1-1 0 0 0,0 0 0 0 0,0 0 0 0 0,0 1 0 0 0,0-1 0 0 0,0 0 0 0 0,0 0 0 0 0,0 1 0 0 0,0-1 0 0 0,-1 0 1 0 0,1 1-1 0 0,0-1 55 0 0,-28-18-1093 0 0,-24-27-3606 0 0,22 11-3765 0 0,21 24 2575 0 0</inkml:trace>
  <inkml:trace contextRef="#ctx0" brushRef="#br0" timeOffset="443.2">328 589 0 0 0,'0'0'1507'0'0,"0"0"1140"0"0,0 0 295 0 0,0 0-171 0 0,0 0-422 0 0,0 0-465 0 0,0 0-350 0 0,0 0-292 0 0,0 0-229 0 0,0 0-134 0 0,0 0-107 0 0,0 0-69 0 0,-3-4-92 0 0,-6-13-91 0 0,6 13-91 0 0,3 4-98 0 0,0 0-92 0 0,0 0-82 0 0,0 0-39 0 0,0 0-52 0 0,0 0 5 0 0,0 0-12 0 0,0 0-5 0 0,0 0 10 0 0,0 0-36 0 0,0 0-12 0 0,0 0-24 0 0,-16 11 18 0 0,14-10 0 0 0,-11 7 71 0 0,0 1-1 0 0,1 0 1 0 0,0 1 0 0 0,0 0-1 0 0,1 1 1 0 0,0 0-1 0 0,0 2-80 0 0,7-7 104 0 0,-1 1-1 0 0,1 0 0 0 0,0 0 0 0 0,1 0 0 0 0,0 0 0 0 0,0 1 1 0 0,0-1-1 0 0,1 1 0 0 0,0 0 0 0 0,1 0 0 0 0,0-1-103 0 0,-11 43 248 0 0,11-45-417 0 0,-2 9-347 0 0,-1-9-2643 0 0,4-5 1269 0 0,-1 0-2310 0 0,0 0 2270 0 0,1 0-3916 0 0,0 0-1409 0 0</inkml:trace>
  <inkml:trace contextRef="#ctx0" brushRef="#br0" timeOffset="1030">573 701 0 0 0,'0'0'2579'0'0,"0"0"-376"0"0,0 0 62 0 0,0 0 250 0 0,0 0 170 0 0,0 0-197 0 0,0 0-497 0 0,0 0-532 0 0,0 0-399 0 0,0 0-235 0 0,0 0-128 0 0,0 0-145 0 0,0 0-101 0 0,0-7-116 0 0,1-23-141 0 0,0 30-190 0 0,-1-1 0 0 0,0 0-1 0 0,1 1 1 0 0,0-1 0 0 0,-1 1-1 0 0,1-1 1 0 0,-1 0-1 0 0,1 1 1 0 0,0 0 0 0 0,-1-1-1 0 0,1 1 1 0 0,0-1 0 0 0,-1 1-1 0 0,1 0 1 0 0,0-1 0 0 0,-1 1-1 0 0,1 0 1 0 0,0 0-1 0 0,0 0 1 0 0,0-1 0 0 0,-1 1-1 0 0,1 0 1 0 0,0 0 0 0 0,0 0-1 0 0,0 0 1 0 0,-1 0-1 0 0,1 1 1 0 0,0-1 0 0 0,0 0-1 0 0,-1 0 1 0 0,1 0 0 0 0,0 1-1 0 0,0-1-3 0 0,1 0-8 0 0,65 26-114 0 0,-50-17 151 0 0,60 38-20 0 0,-76-44-13 0 0,1 0-1 0 0,0-1 0 0 0,-1 1 0 0 0,1 0 0 0 0,-1 0 0 0 0,0 0 1 0 0,0 0-1 0 0,0 0 0 0 0,-1 0 0 0 0,1 1 0 0 0,-1-1 0 0 0,1 0 1 0 0,-1 0-1 0 0,0 0 0 0 0,-1 0 0 0 0,1 1 0 0 0,0-1 0 0 0,-1 0 1 0 0,0 0-1 0 0,1 0 0 0 0,-1 0 0 0 0,0 0 0 0 0,-1 0 0 0 0,1 0 0 0 0,-1 0 1 0 0,1 0-1 0 0,-1-1 0 0 0,0 1 0 0 0,-1 1 5 0 0,-9 24 82 0 0,7-14 0 0 0,1 0 0 0 0,1 1 0 0 0,1-1 1 0 0,0 1-1 0 0,0-1 0 0 0,2 11-82 0 0,7 56 196 0 0,-5-76-3312 0 0,-2-11-5479 0 0,0 2 5018 0 0,0 0-4093 0 0</inkml:trace>
  <inkml:trace contextRef="#ctx0" brushRef="#br0" timeOffset="1316">831 962 1648 0 0,'0'0'3474'0'0,"0"0"-464"0"0,0 0-334 0 0,0 0-194 0 0,0 0-377 0 0,0 0-528 0 0,0 0-462 0 0,0 0-286 0 0,0 0-162 0 0,0 0-127 0 0,0 0-115 0 0,0 0-125 0 0,0 0-82 0 0,-27-5-66 0 0,-81-15-56 0 0,56 14 0 0 0,-40 12-2210 0 0,66-1-1464 0 0,8-3-3350 0 0,10-2-1862 0 0</inkml:trace>
  <inkml:trace contextRef="#ctx0" brushRef="#br0" timeOffset="2230.98">776 158 0 0 0,'0'0'459'0'0,"0"0"1037"0"0,0 0 262 0 0,0 0-58 0 0,0 0-133 0 0,0 0-103 0 0,0 0-114 0 0,0 0-111 0 0,0 0-125 0 0,0 0-76 0 0,0 0-111 0 0,0 0-150 0 0,1-4-40 0 0,1-12-102 0 0,-1 15-543 0 0,0 1 0 0 0,-1-1 1 0 0,1 0-1 0 0,0 1 0 0 0,0-1 1 0 0,0 1-1 0 0,0-1 0 0 0,0 1 1 0 0,-1-1-1 0 0,1 1 0 0 0,0 0 1 0 0,0-1-1 0 0,0 1 0 0 0,0 0 1 0 0,0 0-1 0 0,0 0 0 0 0,0 0 1 0 0,0 0-1 0 0,0 0 0 0 0,0 0 1 0 0,0 0-1 0 0,0 0 0 0 0,0 0 1 0 0,0 0-1 0 0,1 1-92 0 0,1-1 40 0 0,6 2-20 0 0,0 0-1 0 0,0 1 1 0 0,0 0-1 0 0,0 0 1 0 0,-1 1-1 0 0,1 0 1 0 0,-1 0-1 0 0,0 1 0 0 0,0 0 1 0 0,-1 0-1 0 0,1 1 1 0 0,-1 0-1 0 0,0 1 1 0 0,-1-1-1 0 0,6 8-19 0 0,5 3 39 0 0,4 5 49 0 0,0 1-1 0 0,-2 1 1 0 0,-1 1-1 0 0,0 1 1 0 0,-2 0-1 0 0,0 5-87 0 0,-4-9 94 0 0,-1 1-1 0 0,-1 1 1 0 0,-1-1-1 0 0,-2 1 0 0 0,0 1 1 0 0,0 6-94 0 0,-4 85 649 0 0,-26-33 14 0 0,19-75-572 0 0,0 0-1 0 0,0-1 1 0 0,0 1 0 0 0,-1-1-1 0 0,0 0 1 0 0,-1 0 0 0 0,1 0-1 0 0,-1-1 1 0 0,-1 0 0 0 0,1 0-1 0 0,-1 0 1 0 0,0-1 0 0 0,0 0 0 0 0,-1 0-1 0 0,-1 0-90 0 0,-40 16 58 0 0,24-10-1338 0 0,9-3-1790 0 0,0-3-6211 0 0,11-5 156 0 0</inkml:trace>
  <inkml:trace contextRef="#ctx0" brushRef="#br0" timeOffset="80465.31">1270 4 0 0 0,'0'0'1448'0'0,"0"0"-91"0"0,0 0-141 0 0,0 0-91 0 0,0 0-58 0 0,0 0 44 0 0,0 0 64 0 0,-3-3 983 0 0,2 2 5178 0 0,20 3-7475 0 0,187 80-882 0 0,-208-71 6345 0 0,-2 43-5360 0 0,4 536 322 0 0,6-531-196 0 0,-4-8-28 0 0,9-5 11 0 0,-11-32-159 0 0,0-14 79 0 0,-4 7-147 0 0,-40 6 139 0 0,-48-14-2155 0 0,32-1-7782 0 0,46 2-296 0 0</inkml:trace>
</inkml:ink>
</file>

<file path=ppt/ink/ink2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7:03.8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12 373 0 0 0,'0'0'2674'0'0,"0"0"560"0"0,0 0-141 0 0,0 0-457 0 0,0 0-457 0 0,0 0-402 0 0,0 0-345 0 0,0 0-265 0 0,0 0-216 0 0,0 0-178 0 0,0 0-147 0 0,0 0-130 0 0,-2-1-95 0 0,-6-7-81 0 0,7 6-76 0 0,1 2-57 0 0,0 0-42 0 0,0 0-26 0 0,0 0 0 0 0,0 0 1 0 0,0 0-3 0 0,0 0-10 0 0,0 0 0 0 0,0 0 11 0 0,10 10 2128 0 0,-5-6-2183 0 0,263 236-221 0 0,-127-130-74 0 0,-159-136-2508 0 0,-44-41-3553 0 0,18 26-3904 0 0,33 31 4366 0 0</inkml:trace>
  <inkml:trace contextRef="#ctx0" brushRef="#br0" timeOffset="389.88">321 372 0 0 0,'0'0'1970'0'0,"0"0"1042"0"0,0 0 165 0 0,0 0-179 0 0,0 0-316 0 0,0 0-439 0 0,0 0-476 0 0,0 0-432 0 0,0 0-305 0 0,0 0-177 0 0,0 0-179 0 0,0 0-152 0 0,0 0-127 0 0,-1-4-105 0 0,-4-10-113 0 0,-19 76-88 0 0,-24 65 109 0 0,16-54-88 0 0,-1 1-115 0 0,11-34-2218 0 0,19-36 482 0 0,0 0-1747 0 0,2-1-3876 0 0,1-1-1337 0 0</inkml:trace>
  <inkml:trace contextRef="#ctx0" brushRef="#br0" timeOffset="988.99">502 586 1376 0 0,'0'0'4089'0'0,"0"0"-297"0"0,0 0-473 0 0,0 0-649 0 0,0 0-559 0 0,0 0-531 0 0,0 0-393 0 0,0 0-232 0 0,0 0-208 0 0,0 0-160 0 0,0 0-112 0 0,0 0-115 0 0,0 0-88 0 0,3-8-83 0 0,12-21-89 0 0,-15 28-101 0 0,1 0 0 0 0,-1 0-1 0 0,1 1 1 0 0,0-1 0 0 0,-1 0 0 0 0,1 1-1 0 0,0-1 1 0 0,-1 0 0 0 0,1 1-1 0 0,0-1 1 0 0,0 1 0 0 0,0-1 0 0 0,-1 1-1 0 0,1 0 1 0 0,0-1 0 0 0,0 1 0 0 0,0 0-1 0 0,0-1 1 0 0,0 1 0 0 0,0 0 0 0 0,0 0-1 0 0,0 0 1 0 0,0 0 0 0 0,0 0 0 0 0,0 0-1 0 0,0 0 1 0 0,0 0 0 0 0,-1 1 0 0 0,1-1-1 0 0,1 0 2 0 0,4 1-45 0 0,6 1 14 0 0,1 1 0 0 0,-1 0-1 0 0,0 1 1 0 0,0 0 0 0 0,-1 1-1 0 0,1 0 1 0 0,-1 1 0 0 0,0 0-1 0 0,5 4 32 0 0,-15-9 0 0 0,1 0-12 0 0,1 0-1 0 0,-1 0 1 0 0,1 0 0 0 0,-1 1 0 0 0,0-1 0 0 0,0 1 0 0 0,0-1-1 0 0,0 1 1 0 0,0 0 0 0 0,0 0 0 0 0,0 0 0 0 0,0 0 0 0 0,-1 0 0 0 0,1 1-1 0 0,-1-1 1 0 0,1 0 0 0 0,-1 1 0 0 0,0-1 0 0 0,0 1 0 0 0,0-1-1 0 0,0 1 1 0 0,-1-1 0 0 0,1 1 0 0 0,-1 0 0 0 0,0-1 0 0 0,1 1 12 0 0,-17 87 1 0 0,12-77 32 0 0,2 0-1 0 0,0 0 1 0 0,1 0-1 0 0,0 0 1 0 0,1 1 0 0 0,1 11-33 0 0,0 6 16 0 0,21 68 81 0 0,-8-68-163 0 0,-12-53-16817 0 0,-4 18 10394 0 0</inkml:trace>
  <inkml:trace contextRef="#ctx0" brushRef="#br0" timeOffset="1271.55">813 873 3185 0 0,'0'0'3527'0'0,"0"0"-560"0"0,0 0-502 0 0,0 0-473 0 0,0 0-402 0 0,0 0-312 0 0,0 0-206 0 0,0 0-156 0 0,0 0-169 0 0,0 0-195 0 0,0 0-185 0 0,0 0-127 0 0,-20-4-104 0 0,-62-11-65 0 0,4 10-70 0 0,13 4-826 0 0,33 0-1463 0 0,0 1-4115 0 0,22 0-3435 0 0</inkml:trace>
  <inkml:trace contextRef="#ctx0" brushRef="#br0" timeOffset="2069.25">922 245 0 0 0,'0'0'970'0'0,"0"0"951"0"0,0 0 37 0 0,0 0-192 0 0,0 0-113 0 0,0 0-50 0 0,0 0-80 0 0,0 0-160 0 0,0 0-161 0 0,0 0-228 0 0,0 0-181 0 0,0 0-110 0 0,-1-10-134 0 0,-5-30-87 0 0,4 30-54 0 0,2 10-47 0 0,0 0-38 0 0,0 0-34 0 0,0 0-51 0 0,0 0-38 0 0,0 0-27 0 0,0 0-7 0 0,17 6 268 0 0,75 58-434 0 0,-70-47 76 0 0,0 0 0 0 0,-1 2-1 0 0,-1 1 1 0 0,-1 0 0 0 0,-1 1 0 0 0,-1 1-1 0 0,0 1 1 0 0,-2 0 0 0 0,-1 1 0 0 0,-1 1-1 0 0,0 0 1 0 0,-2 0 0 0 0,-1 1-1 0 0,5 26-74 0 0,-12-38 77 0 0,-1-1 1 0 0,-1 0 0 0 0,-1 1-1 0 0,0-1 1 0 0,0 0 0 0 0,-1 1-1 0 0,-2 2-78 0 0,-10 28 295 0 0,-3-9-50 0 0,-14 13-2 0 0,-13-24-676 0 0,32-21-107 0 0,-17 5-3289 0 0,9-3-7631 0 0,15-5 5316 0 0</inkml:trace>
  <inkml:trace contextRef="#ctx0" brushRef="#br0" timeOffset="62548.15">1389 33 0 0 0,'0'0'1899'0'0,"0"0"183"0"0,0 0-86 0 0,0 0-293 0 0,0 0-274 0 0,0 0-173 0 0,0 0-207 0 0,0 0-188 0 0,0 0-87 0 0,0 0-85 0 0,0-4-64 0 0,1-18 386 0 0,23 17-214 0 0,-14 4-894 0 0,-1 1 0 0 0,1 0-1 0 0,-1 1 1 0 0,1 0 0 0 0,-1 0-1 0 0,0 1 1 0 0,1 0 0 0 0,-1 1-1 0 0,0 0 1 0 0,0 0 0 0 0,-1 1-1 0 0,1 0 1 0 0,0 2 97 0 0,30 9 443 0 0,-36-9 2505 0 0,-4 7-3352 0 0,1-10 659 0 0,0 18-245 0 0,1 27 67 0 0,-2-1-1 0 0,-3 0 1 0 0,-6 28-77 0 0,1 12 35 0 0,3 53 409 0 0,21-67 72 0 0,0-8-430 0 0,-3 6-78 0 0,-5-10 97 0 0,1-52-33 0 0,-3 9-43 0 0,-5-17-42 0 0,0-1 3 0 0,0 0 1 0 0,0 0-6 0 0,0 0 5 0 0,0 0 20 0 0,0 0 9 0 0,0 0 6 0 0,0 0-3 0 0,0 0 34 0 0,0 0 20 0 0,0 0 28 0 0,0 0 24 0 0,0 0-7 0 0,0 0-20 0 0,0 0-57 0 0,-17-4-1292 0 0,-18-1-107 0 0,9 2-1491 0 0,1 0-4007 0 0,13 3-1177 0 0</inkml:trace>
</inkml:ink>
</file>

<file path=ppt/ink/ink2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7:15.3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11 445 0 0 0,'0'0'1128'0'0,"0"0"719"0"0,0 0 114 0 0,0 0-48 0 0,0 0-96 0 0,0 0-39 0 0,0 0-81 0 0,0 0-140 0 0,0 0-217 0 0,0 0-187 0 0,0 0-170 0 0,0 0-161 0 0,-2-4-114 0 0,-5-14-107 0 0,5 14-72 0 0,2 4-71 0 0,0 0-83 0 0,0 0-63 0 0,0 0-54 0 0,0 0-50 0 0,0 0-47 0 0,0 0-38 0 0,0 0-29 0 0,0 0-24 0 0,0 0-8 0 0,0 0-3 0 0,0 0 4 0 0,0 0-3 0 0,4 14-60 0 0,44 51 240 0 0,3-2 1 0 0,3-2-1 0 0,31 25-240 0 0,67 62 52 0 0,-118-106-184 0 0,-34-42 91 0 0,0 0 22 0 0,0 0 19 0 0,0 0 34 0 0,0 0-21 0 0,0 0-49 0 0,-16-19-1408 0 0,-53-58-3393 0 0,21 29-3040 0 0,32 32 3800 0 0,4 4-417 0 0</inkml:trace>
  <inkml:trace contextRef="#ctx0" brushRef="#br0" timeOffset="423.87">284 472 0 0 0,'0'0'2148'0'0,"0"0"914"0"0,0 0 179 0 0,0 0-284 0 0,0 0-402 0 0,0 0-463 0 0,0 0-426 0 0,0 0-292 0 0,0 0-255 0 0,0 0-187 0 0,0 0-135 0 0,0 0-158 0 0,0-6-137 0 0,0-20-112 0 0,0 20-102 0 0,0 6-72 0 0,0 0-65 0 0,0 0-65 0 0,0 0-49 0 0,0 0-45 0 0,-1 13-190 0 0,-18 31 229 0 0,-44 73 62 0 0,28-53-52 0 0,1 11-39 0 0,11-39-386 0 0,15-10-2435 0 0,8-14-7066 0 0,0-10 5761 0 0,0-2-2877 0 0</inkml:trace>
  <inkml:trace contextRef="#ctx0" brushRef="#br0" timeOffset="998.45">522 659 0 0 0,'0'0'3127'0'0,"0"0"131"0"0,0 0 34 0 0,0 0-202 0 0,0 0-491 0 0,0 0-549 0 0,0 0-491 0 0,0 0-368 0 0,0 0-230 0 0,0 0-107 0 0,0 0-97 0 0,0 0-103 0 0,0 0-96 0 0,-2-6-115 0 0,-6-19-81 0 0,7 19-69 0 0,1 6-70 0 0,7 2-227 0 0,1 0-1 0 0,0 0 1 0 0,0 1 0 0 0,-1-1 0 0 0,0 2 0 0 0,1-1 0 0 0,-1 1 0 0 0,0 0-1 0 0,-1 1 1 0 0,1 0 0 0 0,-1 0 0 0 0,0 0 0 0 0,0 0 0 0 0,-1 1 0 0 0,1 1 4 0 0,17 13 10 0 0,-20-18-23 0 0,0 1 0 0 0,0-1-1 0 0,0 1 1 0 0,-1 0 0 0 0,1 0 0 0 0,-1 0 0 0 0,1 0 0 0 0,-1 1 0 0 0,0-1 0 0 0,0 1 0 0 0,-1-1 0 0 0,1 1 0 0 0,-1-1 0 0 0,1 1-1 0 0,-1 0 1 0 0,0 0 0 0 0,-1 0 0 0 0,1 0 0 0 0,-1-1 0 0 0,1 1 0 0 0,-1 1 13 0 0,-1 3-6 0 0,0-1 0 0 0,-1 1-1 0 0,1-1 1 0 0,-1 0 0 0 0,-1 1 0 0 0,0-1 0 0 0,0 0 0 0 0,0-1-1 0 0,0 1 1 0 0,-1 0 0 0 0,-2 1 6 0 0,-18 40-20 0 0,17 31 129 0 0,7-55-87 0 0,1-22-40 0 0,-1 0 0 0 0,0 0 1 0 0,0-1-1 0 0,1 1 1 0 0,-1 0-1 0 0,1 0 0 0 0,0-1 1 0 0,-1 1-1 0 0,1 0 1 0 0,0 0-1 0 0,0-1 0 0 0,0 1 1 0 0,0-1-1 0 0,0 1 1 0 0,0-1-1 0 0,1 0 0 0 0,-1 1 1 0 0,0-1-1 0 0,1 0 1 0 0,-1 0-1 0 0,1 0 0 0 0,0 0 1 0 0,-1 0-1 0 0,1 0 1 0 0,1 0 17 0 0,1-1-2787 0 0,-4-7-10891 0 0,-2 3 5596 0 0</inkml:trace>
  <inkml:trace contextRef="#ctx0" brushRef="#br0" timeOffset="1280.72">752 906 1752 0 0,'0'0'3609'0'0,"0"0"-376"0"0,0 0-387 0 0,0 0-511 0 0,0 0-693 0 0,0 0-646 0 0,0 0-384 0 0,0 0-137 0 0,0 0-20 0 0,0 0-14 0 0,0 0-49 0 0,0 0-92 0 0,0 0-107 0 0,-23-4-70 0 0,-71-11-50 0 0,30 6-23 0 0,-16 7-2582 0 0,52 2-4744 0 0,23 0-2267 0 0</inkml:trace>
  <inkml:trace contextRef="#ctx0" brushRef="#br0" timeOffset="2047.74">767 231 0 0 0,'0'0'1652'0'0,"0"0"546"0"0,0 0-108 0 0,0 0-339 0 0,0 0-153 0 0,0 0-134 0 0,0 0-106 0 0,0 0-98 0 0,0 0-164 0 0,0 0-153 0 0,0 0-150 0 0,0 0-134 0 0,-3-10-96 0 0,-7-29-98 0 0,10 39-449 0 0,0 0-1 0 0,0-1 1 0 0,0 1-1 0 0,0 0 1 0 0,-1-1-1 0 0,1 1 1 0 0,0 0-1 0 0,0 0 1 0 0,0-1-1 0 0,0 1 1 0 0,0 0-1 0 0,0-1 1 0 0,0 1-1 0 0,0 0 1 0 0,0-1-1 0 0,0 1 1 0 0,0 0-1 0 0,0 0 1 0 0,0-1-1 0 0,0 1 0 0 0,0 0 1 0 0,0-1-1 0 0,0 1 1 0 0,1 0-1 0 0,-1 0 1 0 0,0-1-1 0 0,0 1 1 0 0,0 0-1 0 0,0 0 1 0 0,0-1-1 0 0,1 1 1 0 0,-1 0-1 0 0,0 0 1 0 0,0-1-1 0 0,1 1 1 0 0,-1 0-1 0 0,0 0 1 0 0,0 0-1 0 0,1 0 1 0 0,-1-1-1 0 0,0 1 0 0 0,0 0 1 0 0,1 0-1 0 0,-1 0 1 0 0,0 0-1 0 0,1 0 1 0 0,-1 0-1 0 0,0 0 1 0 0,1 0-1 0 0,-1 0 1 0 0,0 0-1 0 0,0 0 1 0 0,1 0-1 0 0,-1 0 1 0 0,0 0-1 0 0,1 0 1 0 0,-1 0-1 0 0,0 0 1 0 0,1 0-1 0 0,-1 0 1 0 0,0 1-1 0 0,0-1 0 0 0,1 0 1 0 0,-1 0-16 0 0,1 0 55 0 0,48 28-491 0 0,33 60 504 0 0,-46-44-11 0 0,-4-7 33 0 0,-2 2 0 0 0,-2 1 0 0 0,9 17-90 0 0,-23-34 88 0 0,-1 1 1 0 0,0 0 0 0 0,-2 1-1 0 0,-1 0 1 0 0,-1 0-1 0 0,-1 1 1 0 0,-2 1 0 0 0,0-1-1 0 0,1 23-88 0 0,-7 72 440 0 0,-2-114-438 0 0,0 1 1 0 0,-1-1-1 0 0,1 1 0 0 0,-1-1 0 0 0,-1 0 0 0 0,1-1 0 0 0,-1 1 1 0 0,-1 0-1 0 0,1-1 0 0 0,-1 0 0 0 0,0 0 0 0 0,0 0 0 0 0,-1-1 0 0 0,0 0 1 0 0,0 0-1 0 0,0 0 0 0 0,0-1 0 0 0,-1 0 0 0 0,1 0 0 0 0,-1 0 0 0 0,0-1 1 0 0,-1 0-1 0 0,1-1 0 0 0,0 1 0 0 0,-1-2 0 0 0,0 1 0 0 0,1-1 1 0 0,-1 0-1 0 0,0 0 0 0 0,1-1 0 0 0,-4 0-2 0 0,0 0-759 0 0,-18 0-799 0 0,9 0-7631 0 0,14 0 496 0 0</inkml:trace>
  <inkml:trace contextRef="#ctx0" brushRef="#br0" timeOffset="53075.1">1244 64 0 0 0,'0'0'1658'0'0,"0"0"-122"0"0,0 0-304 0 0,0 0-248 0 0,0 0-201 0 0,0 0-209 0 0,0 0-138 0 0,0 0-132 0 0,4-2-135 0 0,11-6-117 0 0,-13 7-39 0 0,0 1 0 0 0,-1-1 0 0 0,1 1 1 0 0,0-1-1 0 0,0 1 0 0 0,0 0 0 0 0,0 0 0 0 0,0 0 0 0 0,0 0 0 0 0,0 0 0 0 0,0 1 0 0 0,0-1 0 0 0,0 1 0 0 0,0-1 0 0 0,0 1 0 0 0,-1 0 0 0 0,1-1 0 0 0,0 1 0 0 0,0 0 1 0 0,0 1-14 0 0,12 3 522 0 0,-12-4-232 0 0,0 0 0 0 0,0 0 0 0 0,0-1-1 0 0,0 1 1 0 0,0-1 0 0 0,0 0 0 0 0,0 0-1 0 0,0 1 1 0 0,0-1 0 0 0,0-1 0 0 0,0 1-1 0 0,1 0 1 0 0,-1 0 0 0 0,0-1 0 0 0,0 1-1 0 0,0-1 1 0 0,0 0 0 0 0,0 1 0 0 0,-1-1-1 0 0,1 0 1 0 0,0 0 0 0 0,0 0 0 0 0,0-1-290 0 0,29-26 2316 0 0,-3 5-1229 0 0,24 15-771 0 0,-46 12-29 0 0,-6-4-299 0 0,0 0-15 0 0,0 0-14 0 0,0 0-3 0 0,-4 10-238 0 0,4 105 796 0 0,7 18-306 0 0,-3 84-231 0 0,-6-31 79 0 0,6-107-81 0 0,-1-48 18 0 0,-3-30 47 0 0,0-1-24 0 0,5 12 63 0 0,23 9 394 0 0,-49-19-2260 0 0,-72-17-1385 0 0,83 14 2253 0 0,-15-1-4648 0 0,12 1-3096 0 0</inkml:trace>
</inkml:ink>
</file>

<file path=ppt/ink/ink2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8:53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0 5817 0 0,'0'0'1977'0'0,"0"0"-2617"0"0,0 0-529 0 0,0 0 137 0 0,0 0 464 0 0,0 0 264 0 0,0 0 344 0 0,0 0-40 0 0,0 0-112 0 0,0 0-16 0 0,0 0-96 0 0,0 0-136 0 0,0 0-240 0 0,0 0-289 0 0,-24 68-495 0 0,22-66 960 0 0,-1 0 424 0 0</inkml:trace>
</inkml:ink>
</file>

<file path=ppt/ink/ink2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9:05.4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69 0 0 0,'0'0'476'0'0,"0"0"860"0"0,0 0 245 0 0,0 0-64 0 0,0 0-75 0 0,0 0-99 0 0,0 0-101 0 0,0 0-57 0 0,0 0-11 0 0,0 0-19 0 0,-4-6-39 0 0,-9-16-49 0 0,13 21-989 0 0,-1 1 0 0 0,1-1 0 0 0,0 0 0 0 0,0 0 1 0 0,0 1-1 0 0,0-1 0 0 0,-1 0 0 0 0,1 1 0 0 0,0-1 0 0 0,0 0 1 0 0,0 0-1 0 0,0 1 0 0 0,1-1 0 0 0,-1 0 0 0 0,0 0 0 0 0,0 1 1 0 0,0-1-1 0 0,1 0 0 0 0,-1 1 0 0 0,0-1 0 0 0,0 0 0 0 0,1 1 1 0 0,-1-1-1 0 0,1 0 0 0 0,-1 1 0 0 0,1-1 0 0 0,-1 1 0 0 0,1-1 1 0 0,-1 1-1 0 0,1-1 0 0 0,-1 1 0 0 0,1-1 0 0 0,0 1 0 0 0,-1 0 1 0 0,1-1-1 0 0,0 1 0 0 0,-1 0 0 0 0,1-1 0 0 0,0 1 0 0 0,-1 0 1 0 0,1 0-1 0 0,0 0 0 0 0,0 0 0 0 0,-1-1 0 0 0,1 1 1 0 0,0 0-1 0 0,-1 0 0 0 0,1 1-78 0 0,3-3 290 0 0,9-2-250 0 0,0 1-1 0 0,0 0 1 0 0,1 1-1 0 0,-1 1 1 0 0,1 0-1 0 0,-1 0 1 0 0,1 1-1 0 0,-1 1 1 0 0,1 1-1 0 0,-1-1 1 0 0,5 3-40 0 0,25 2 2763 0 0,-45 338-2787 0 0,2-105 85 0 0,4-136-58 0 0,1-36-3 0 0,1-45 88 0 0,9 4-8 0 0,-7-6-79 0 0,-27-15-662 0 0,-80 1-457 0 0,58-6-4814 0 0,35 0 4528 0 0,-4 0-8795 0 0</inkml:trace>
</inkml:ink>
</file>

<file path=ppt/ink/ink2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7:25.6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8 408 0 0 0,'0'0'0'0'0,"0"0"0"0"0,0 0 0 0 0,0 0 0 0 0,0 0 0 0 0,0 0 0 0 0,0 0 0 0 0,0 0 0 0 0</inkml:trace>
  <inkml:trace contextRef="#ctx0" brushRef="#br0" timeOffset="412.9">8 408 0 0 0,'-7'-44'12692'0'0,"13"56"-7021"0"0,17 5-4653 0 0,-12-9-435 0 0,102 114 363 0 0,-34-19-789 0 0,-11-1-47 0 0,-64-97 454 0 0,3 6-3128 0 0,-4-18-5649 0 0,-6 2 1697 0 0,1 3 2068 0 0</inkml:trace>
  <inkml:trace contextRef="#ctx0" brushRef="#br0" timeOffset="823.3">251 486 0 0 0,'0'0'3001'0'0,"0"0"311"0"0,0 0 16 0 0,0 0-212 0 0,0 0-431 0 0,0 0-647 0 0,0 0-539 0 0,0 0-326 0 0,0 0-211 0 0,0 0-129 0 0,0 0-106 0 0,0 0-116 0 0,0 0-139 0 0,-4-10-137 0 0,-16-31-107 0 0,15 30-75 0 0,5 11-35 0 0,0 0-38 0 0,0 0-35 0 0,0 0-20 0 0,0 0-35 0 0,0 13-48 0 0,0 1 0 0 0,-1-1 0 0 0,-1 0 0 0 0,0 0 0 0 0,-1 0 0 0 0,0 0 0 0 0,-2 3 58 0 0,-43 77 10 0 0,14-47 14 0 0,3-2-1698 0 0,26-31-1181 0 0,4-8-884 0 0,1-1-3581 0 0,0-2-1451 0 0</inkml:trace>
  <inkml:trace contextRef="#ctx0" brushRef="#br0" timeOffset="1389.29">447 600 1104 0 0,'0'0'3636'0'0,"0"0"-321"0"0,0 0-169 0 0,0 0-293 0 0,0 0-458 0 0,0 0-445 0 0,0 0-510 0 0,0 0-405 0 0,0 0-244 0 0,0 0-205 0 0,0 0-155 0 0,0 0-119 0 0,0 0-101 0 0,4-6-59 0 0,14-17-49 0 0,3 17-55 0 0,-16 6-76 0 0,8 2-30 0 0,-1 0 0 0 0,1 1 0 0 0,0 0 1 0 0,-1 1-1 0 0,0 0 0 0 0,0 1 0 0 0,0 1 1 0 0,0 0-1 0 0,7 5 58 0 0,-19-11 0 0 0,4 1-14 0 0,0 1 1 0 0,-1-1-1 0 0,1 1 1 0 0,0 0-1 0 0,-1 0 1 0 0,1 1-1 0 0,-1-1 1 0 0,0 1-1 0 0,0-1 1 0 0,0 1 0 0 0,0 0-1 0 0,0 0 1 0 0,0 1-1 0 0,-1-1 1 0 0,0 0-1 0 0,0 1 1 0 0,0 0-1 0 0,0-1 1 0 0,0 1-1 0 0,-1 0 1 0 0,1 0 0 0 0,0 3 13 0 0,-1 6-20 0 0,-1 0 0 0 0,0 0 1 0 0,-1 0-1 0 0,0-1 0 0 0,-1 1 1 0 0,-1 0-1 0 0,0-1 1 0 0,0 1-1 0 0,-1-1 0 0 0,-3 5 20 0 0,-2 8 16 0 0,1 0 0 0 0,0 1-1 0 0,3 0 1 0 0,-2 13-16 0 0,6 29-29 0 0,12-53-2595 0 0,2-13-6619 0 0,-10-2 4086 0 0,-1 0-320 0 0</inkml:trace>
  <inkml:trace contextRef="#ctx0" brushRef="#br0" timeOffset="1676.29">745 881 6289 0 0,'0'0'2914'0'0,"0"0"-501"0"0,0 0-385 0 0,0 0-259 0 0,0 0-298 0 0,0 0-387 0 0,0 0-317 0 0,0 0-235 0 0,0 0-196 0 0,0 0-148 0 0,0 0-88 0 0,0 0-53 0 0,0 0-22 0 0,-31-8-16 0 0,-96-25-43 0 0,72 25-288 0 0,10 14-2224 0 0,14-1-6293 0 0,22-5 608 0 0</inkml:trace>
  <inkml:trace contextRef="#ctx0" brushRef="#br0" timeOffset="2245.66">806 280 0 0 0,'0'0'1179'0'0,"0"0"849"0"0,0 0 79 0 0,0 0-211 0 0,0 0-203 0 0,0 0-187 0 0,0 0-144 0 0,0 0-188 0 0,0 0-115 0 0,0 0-196 0 0,0 0-196 0 0,0 0-188 0 0,4-5-209 0 0,14-13-153 0 0,-17 18-118 0 0,-1 0 1 0 0,1-1 0 0 0,-1 1-1 0 0,1 0 1 0 0,-1-1 0 0 0,1 1 0 0 0,-1 0-1 0 0,1 0 1 0 0,-1 0 0 0 0,1-1-1 0 0,-1 1 1 0 0,1 0 0 0 0,-1 0 0 0 0,1 0-1 0 0,0 0 1 0 0,-1 0 0 0 0,1 0-1 0 0,-1 0 1 0 0,1 0 0 0 0,-1 0 0 0 0,1 0-1 0 0,-1 1 1 0 0,1-1 0 0 0,-1 0-1 0 0,1 0 1 0 0,-1 0 0 0 0,1 1 0 0 0,-1-1-1 0 0,1 0 1 0 0,-1 1 0 0 0,1-1 0 0 0,-1 0-1 0 0,1 1 1 0 0,-1-1 0 0 0,0 0-1 0 0,1 1 1 0 0,2 2-8 0 0,35 26 184 0 0,-1 1 0 0 0,-2 2 1 0 0,-1 2-1 0 0,-2 1 0 0 0,10 15-176 0 0,-31-38 148 0 0,-2 1 0 0 0,1 0 0 0 0,-2 1 0 0 0,0 0 0 0 0,0 0 0 0 0,-1 0 0 0 0,-1 1 0 0 0,0 0 0 0 0,-1 0 0 0 0,-1 1 0 0 0,-1 0 0 0 0,0-1 0 0 0,-1 1-1 0 0,0 9-147 0 0,-2-13 33 0 0,1-3-5 0 0,-1-1 0 0 0,0 0 0 0 0,0 1 0 0 0,-1-1 0 0 0,0 1 0 0 0,0-1 0 0 0,-1 0 0 0 0,0 0 1 0 0,-1 0-1 0 0,0 0 0 0 0,0 0 0 0 0,-4 6-28 0 0,2-6-118 0 0,0 0 0 0 0,-1 0 0 0 0,0-1 0 0 0,0 0 0 0 0,-1 0-1 0 0,0-1 1 0 0,0 0 0 0 0,0 0 0 0 0,-1 0 0 0 0,0-1 0 0 0,0 0 0 0 0,-1-1 0 0 0,1 0 0 0 0,-1 0 0 0 0,0-1 0 0 0,0 0 0 0 0,-7 1 118 0 0,-18 3-2154 0 0,11-4-5064 0 0,14-2-1106 0 0</inkml:trace>
  <inkml:trace contextRef="#ctx0" brushRef="#br0" timeOffset="98190.26">1323 72 0 0 0,'0'0'1382'0'0,"0"0"382"0"0,0 0-14 0 0,0 0-150 0 0,0 0-152 0 0,0 0-149 0 0,0 0-136 0 0,0 0-125 0 0,0 0-122 0 0,0 0-79 0 0,-1 0-75 0 0,-7-8 5496 0 0,14 1-6604 0 0,1 1 523 0 0,-2 1-126 0 0,1 1 0 0 0,-1-1 0 0 0,1 1 1 0 0,0 1-1 0 0,0-1 0 0 0,0 1 0 0 0,1 0 0 0 0,-1 0 0 0 0,1 1 0 0 0,5-2-51 0 0,40-7 445 0 0,-43 15 2921 0 0,8 25-3660 0 0,-8 12 63 0 0,-11 123 160 0 0,-6-54 47 0 0,-6-14 40 0 0,9 31 130 0 0,25-48-30 0 0,-8-52-91 0 0,-1 8-40 0 0,0 7-50 0 0,-11-6-128 0 0,2 87 66 0 0,-2-123 119 0 0,0 0 0 0 0,0 0 0 0 0,0 0-5 0 0,0 0-22 0 0,0 0-8 0 0,0 0-9 0 0,0 0 14 0 0,0 0 43 0 0,0 0 6 0 0,0 0-22 0 0,-41-16-821 0 0,9 6-934 0 0,10 4-3119 0 0,18 5 3029 0 0,-5-1-8601 0 0</inkml:trace>
</inkml:ink>
</file>

<file path=ppt/ink/ink2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7:56.0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14 497 0 0 0,'0'0'1590'0'0,"0"0"1105"0"0,0 0 180 0 0,0 0-400 0 0,0 0-425 0 0,0 0-379 0 0,0 0-355 0 0,0 0-269 0 0,0 0-220 0 0,0 0-197 0 0,0 0-156 0 0,0 0-84 0 0,-2-1-94 0 0,-9-1 824 0 0,40 23-414 0 0,46 44-658 0 0,-2 4 1 0 0,61 74-49 0 0,-37-40 5 0 0,-81-82-593 0 0,-16-21 333 0 0,0 0-53 0 0,0 0-90 0 0,0 0-80 0 0,0 0-133 0 0,0 0-161 0 0,0 0-60 0 0,-14-8-2525 0 0,-12-17-1076 0 0,11 7-1461 0 0,6 9 3556 0 0</inkml:trace>
  <inkml:trace contextRef="#ctx0" brushRef="#br0" timeOffset="373.04">321 579 872 0 0,'0'0'3226'0'0,"0"0"-6"0"0,0 0-126 0 0,0 0-422 0 0,0 0-541 0 0,0 0-524 0 0,0 0-525 0 0,0 0-391 0 0,0 0-198 0 0,0 0-152 0 0,0 0-94 0 0,0 0-67 0 0,-4-5 4 0 0,-4 13-77 0 0,-1 1 0 0 0,2-1 0 0 0,-1 2 0 0 0,1-1 0 0 0,1 1 0 0 0,0 0 0 0 0,0 0 0 0 0,1 1 0 0 0,0 0 0 0 0,-3 10-107 0 0,-38 72 265 0 0,16-39 296 0 0,18-33-4041 0 0,0-1-7726 0 0,12-18 3956 0 0</inkml:trace>
  <inkml:trace contextRef="#ctx0" brushRef="#br0" timeOffset="1032.8">577 709 0 0 0,'0'0'1476'0'0,"0"0"1357"0"0,0 0 136 0 0,0 0-386 0 0,0 0-436 0 0,0 0-353 0 0,0 0-277 0 0,0 0-280 0 0,0 0-213 0 0,0 0-180 0 0,0 0-123 0 0,0 0-64 0 0,0 0-44 0 0,-3-6-98 0 0,-8-22-76 0 0,11 28-412 0 0,0-1 1 0 0,0 0-1 0 0,0 0 0 0 0,0 0 1 0 0,0 1-1 0 0,0-1 1 0 0,0 0-1 0 0,0 0 1 0 0,1 0-1 0 0,-1 1 1 0 0,0-1-1 0 0,0 0 1 0 0,1 0-1 0 0,-1 1 1 0 0,1-1-1 0 0,-1 0 1 0 0,0 1-1 0 0,1-1 1 0 0,-1 0-1 0 0,1 1 1 0 0,-1-1-1 0 0,1 1 1 0 0,0-1-1 0 0,-1 1 1 0 0,1-1-1 0 0,0 1 1 0 0,-1-1-1 0 0,1 1 1 0 0,0 0-1 0 0,-1-1 0 0 0,1 1 1 0 0,0 0-1 0 0,0-1 1 0 0,0 1-1 0 0,-1 0 1 0 0,1 0-1 0 0,0 0 1 0 0,0 0-1 0 0,0 0 1 0 0,-1 0-1 0 0,1 0 1 0 0,0 0-1 0 0,0 0 1 0 0,0 0-1 0 0,-1 1 1 0 0,2-1-28 0 0,1 0 19 0 0,6 0-60 0 0,1 1 0 0 0,0 0 0 0 0,-1 1 1 0 0,1 0-1 0 0,-1 1 0 0 0,1 0 1 0 0,-1 0-1 0 0,0 1 0 0 0,0 0 1 0 0,-1 1-1 0 0,1 0 0 0 0,-1 0 1 0 0,4 4 40 0 0,-6-5-16 0 0,-3-3 1 0 0,-1 0-1 0 0,1 1 1 0 0,-1 0-1 0 0,1 0 1 0 0,-1 0-1 0 0,0 0 1 0 0,1 0-1 0 0,-1 0 1 0 0,0 0-1 0 0,0 1 1 0 0,-1-1-1 0 0,1 1 1 0 0,0-1-1 0 0,-1 1 1 0 0,0 0-1 0 0,1 0 1 0 0,-1-1-1 0 0,0 1 1 0 0,-1 0-1 0 0,1 0 1 0 0,0 0-1 0 0,-1 0 1 0 0,1 0-1 0 0,-1 0 1 0 0,0 0-1 0 0,0 0 1 0 0,-1 2 15 0 0,1 3-3 0 0,-2 1 0 0 0,1-1 1 0 0,-1 0-1 0 0,0 0 0 0 0,0 0 0 0 0,-1-1 1 0 0,0 1-1 0 0,-3 5 3 0 0,-11 31 6 0 0,2 1 75 0 0,10 43 172 0 0,14-50-2609 0 0,-5-36-1957 0 0,-1-2-5739 0 0,-3 0 8856 0 0,2 0-2894 0 0</inkml:trace>
  <inkml:trace contextRef="#ctx0" brushRef="#br0" timeOffset="1281.77">842 938 0 0 0,'0'0'2473'0'0,"0"0"699"0"0,0 0-168 0 0,0 0-515 0 0,0 0-554 0 0,0 0-620 0 0,0 0-462 0 0,0 0-240 0 0,0 0-136 0 0,0 0-92 0 0,0 0-63 0 0,0 0-78 0 0,0 0-82 0 0,-13-4-28 0 0,-43-13-50 0 0,4 13-100 0 0,16 8-392 0 0,-17 2-3867 0 0,29-6-3175 0 0,17 0 1937 0 0</inkml:trace>
  <inkml:trace contextRef="#ctx0" brushRef="#br0" timeOffset="2172.83">806 215 0 0 0,'0'0'1768'0'0,"0"0"206"0"0,0 0-44 0 0,0 0-138 0 0,0 0-113 0 0,0 0-122 0 0,0 0-185 0 0,0 0-224 0 0,0 0-169 0 0,0 0-192 0 0,-1-7-148 0 0,1-25-94 0 0,0 31-507 0 0,0 1 0 0 0,0-1 0 0 0,0 1 0 0 0,0-1 0 0 0,1 1 0 0 0,-1-1 0 0 0,0 1 0 0 0,0 0 0 0 0,0-1 0 0 0,1 1 0 0 0,-1-1 0 0 0,0 1 0 0 0,1-1 0 0 0,-1 1 0 0 0,1 0 0 0 0,-1-1 0 0 0,0 1 0 0 0,1 0 0 0 0,-1 0 0 0 0,1-1 0 0 0,-1 1 0 0 0,1 0 0 0 0,-1 0 0 0 0,0-1 0 0 0,1 1 0 0 0,-1 0 0 0 0,1 0 0 0 0,-1 0 0 0 0,1 0 0 0 0,-1 0 0 0 0,1 0 0 0 0,-1 0 0 0 0,1 0 0 0 0,0 0 0 0 0,-1 0 0 0 0,1 0 0 0 0,-1 0 0 0 0,1 0-38 0 0,1 0-13 0 0,4 1-20 0 0,1-1 1 0 0,-1 1-1 0 0,0 0 0 0 0,1 0 1 0 0,-1 1-1 0 0,0 0 0 0 0,0 0 1 0 0,0 1-1 0 0,0-1 0 0 0,0 1 1 0 0,-1 0-1 0 0,1 1 0 0 0,-1-1 1 0 0,0 1-1 0 0,0 0 0 0 0,0 1 1 0 0,3 3 32 0 0,13 9-8 0 0,15 13-8 0 0,-1 1 0 0 0,-2 2-1 0 0,-1 2 1 0 0,3 6 16 0 0,-5-7 34 0 0,4 4 8 0 0,-2 2 0 0 0,-2 0 0 0 0,-1 2-1 0 0,8 20-41 0 0,-33-55 14 0 0,0 0 0 0 0,-1 0 0 0 0,0 0 0 0 0,0 1 0 0 0,-1-1 0 0 0,0 1 0 0 0,0-1 0 0 0,-1 1 0 0 0,0 0 0 0 0,-1 0 0 0 0,1 0 0 0 0,-1 0 0 0 0,-1-1 0 0 0,0 1 0 0 0,0 0-1 0 0,0 0 1 0 0,-1-1 0 0 0,0 1 0 0 0,0-1 0 0 0,-1 1 0 0 0,0-1 0 0 0,-1 0 0 0 0,1 0 0 0 0,-3 3-14 0 0,-2-1 82 0 0,0 0 1 0 0,0-1-1 0 0,-1 0 1 0 0,0 0-1 0 0,-1-1 0 0 0,1 0 1 0 0,-1 0-1 0 0,-1-1 1 0 0,-2 1-83 0 0,-37 7-1449 0 0,14-12-6343 0 0,29-2-130 0 0</inkml:trace>
  <inkml:trace contextRef="#ctx0" brushRef="#br0" timeOffset="72749">1362 15 0 0 0,'0'0'2052'0'0,"0"0"-63"0"0,0 0-233 0 0,0 0-227 0 0,0 0-232 0 0,0 0-277 0 0,0 0-238 0 0,0 0-173 0 0,0 0-34 0 0,0 0-4 0 0,0 0 9 0 0,0 0 3 0 0,3 0-67 0 0,69 3 3035 0 0,39-10-2709 0 0,-74-3 285 0 0,-37 9-1037 0 0,0 1 33 0 0,0 0-11 0 0,0 0-24 0 0,0 0-21 0 0,0 0-18 0 0,0 0-29 0 0,0 0 4 0 0,0 0-16 0 0,0 0-16 0 0,0 0 15 0 0,0 0 14 0 0,0 0 5 0 0,0 0 2 0 0,0 0-11 0 0,0 0-4 0 0,11 4 167 0 0,53 25 142 0 0,-66 11 382 0 0,-5-1-645 0 0,2-1 0 0 0,1 0 0 0 0,2 1 0 0 0,3 30-59 0 0,0-23 29 0 0,6 143 82 0 0,-7-3-101 0 0,0 139-183 0 0,0-324 172 0 0,0-1-38 0 0,0 0-2 0 0,0 0 42 0 0,0 0-9 0 0,0 0 44 0 0,0 0-9 0 0,-17 1-1127 0 0,10 1 1100 0 0,-1 0 1 0 0,1-1-1 0 0,-1 0 0 0 0,0 0 1 0 0,1-1-1 0 0,-1 0 1 0 0,0 0-1 0 0,1 0 0 0 0,-1-1 1 0 0,0-1-1 0 0,1 1 1 0 0,-5-2-1 0 0,-3 0-351 0 0,-20-1-1360 0 0,12 4-3652 0 0,13 0 1003 0 0,-1 0-4218 0 0</inkml:trace>
</inkml:ink>
</file>

<file path=ppt/ink/ink2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7:47.5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0 601 856 0 0,'0'0'3172'0'0,"0"0"122"0"0,0 0 14 0 0,0 0-383 0 0,0 0-557 0 0,0 0-553 0 0,0 0-437 0 0,0 0-294 0 0,0 0-187 0 0,0 0-167 0 0,0 0-148 0 0,0 0-127 0 0,0 0-129 0 0,1-2-128 0 0,-1 1-198 0 0,0 1 1 0 0,1-1 0 0 0,-1 0 0 0 0,1 0 0 0 0,-1 1 0 0 0,1-1-1 0 0,-1 0 1 0 0,1 1 0 0 0,-1-1 0 0 0,1 1 0 0 0,0-1 0 0 0,-1 1-1 0 0,1-1 1 0 0,0 1 0 0 0,0-1 0 0 0,-1 1 0 0 0,1 0 0 0 0,0-1-1 0 0,0 1 1 0 0,0 0 0 0 0,-1 0 0 0 0,1 0 0 0 0,0-1-1 0 0,0 1 1 0 0,0 0 0 0 0,0 0 0 0 0,-1 0 0 0 0,1 0 0 0 0,0 0-1 0 0,0 1 1 0 0,0-1 0 0 0,0 0 0 0 0,-1 0 0 0 0,1 0 0 0 0,0 1-1 0 0,0-1 1 0 0,0 1 0 0 0,-1-1 0 0 0,1 0 0 0 0,0 1 0 0 0,-1-1-1 0 0,2 1 0 0 0,98 50-228 0 0,-55-32 282 0 0,-41 28-562 0 0,-23 101 497 0 0,18-29 35 0 0,5-70-1039 0 0,4-45-2588 0 0,0-4-3870 0 0,-5 0 2759 0 0,0 0-1234 0 0</inkml:trace>
  <inkml:trace contextRef="#ctx0" brushRef="#br0" timeOffset="269.71">276 837 1072 0 0,'0'0'3000'0'0,"0"0"-344"0"0,0 0-189 0 0,0 0-248 0 0,0 0-444 0 0,0 0-541 0 0,0 0-360 0 0,0 0-144 0 0,0 0-48 0 0,0 0-23 0 0,0 0-109 0 0,0 0-163 0 0,0 0-148 0 0,-13 1-87 0 0,-64 2-17 0 0,-16 6-1476 0 0,53-9-2623 0 0,14 0-3331 0 0,16 0 1064 0 0</inkml:trace>
  <inkml:trace contextRef="#ctx0" brushRef="#br0" timeOffset="1040.31">375 188 0 0 0,'0'0'1300'0'0,"0"0"967"0"0,0 0 55 0 0,0 0-248 0 0,0 0-406 0 0,0 0-326 0 0,0 0-166 0 0,0 0-240 0 0,0 0-106 0 0,0 0-53 0 0,0 0-162 0 0,0 0-65 0 0,2-4-11 0 0,7-11-97 0 0,20 10 529 0 0,-24 6-991 0 0,0 0-1 0 0,0 1 0 0 0,0 0 1 0 0,0-1-1 0 0,0 2 1 0 0,0-1-1 0 0,-1 0 0 0 0,1 1 1 0 0,-1 0-1 0 0,1 0 1 0 0,-1 0-1 0 0,0 1 1 0 0,-1-1-1 0 0,4 5 21 0 0,1-1 5 0 0,109 116 69 0 0,-42-12 55 0 0,-67-98-93 0 0,-1 0 0 0 0,0 1 0 0 0,-1 0 1 0 0,-1 0-1 0 0,0 1 0 0 0,-1-1 0 0 0,0 1 0 0 0,-2 0 0 0 0,1 0 0 0 0,-2 1 0 0 0,0-1 0 0 0,-1 0 1 0 0,0 3-37 0 0,-2-7 58 0 0,0 1 1 0 0,-1-1 0 0 0,0 0 0 0 0,-1 0 0 0 0,0 0-1 0 0,-1-1 1 0 0,-5 10-59 0 0,-4 11 85 0 0,-2 2-40 0 0,13-27-378 0 0,0 0 1 0 0,-1-1-1 0 0,0 1 0 0 0,0-1 0 0 0,-1 0 1 0 0,1 0-1 0 0,-1 0 0 0 0,0-1 0 0 0,0 1 1 0 0,-2 0 332 0 0,-2 1-1470 0 0,-3 3-1934 0 0,4-2-2275 0 0,5-3 819 0 0</inkml:trace>
  <inkml:trace contextRef="#ctx0" brushRef="#br0" timeOffset="79397.03">807 11 0 0 0,'0'0'1427'0'0,"0"0"631"0"0,0 0 34 0 0,0 0-226 0 0,0 0-144 0 0,0 0-175 0 0,0 0-107 0 0,0 0-152 0 0,0 0-188 0 0,0 0-155 0 0,0 0-169 0 0,7-2-152 0 0,20-5-168 0 0,34 5 584 0 0,111 11 593 0 0,-158-13-342 0 0,-13 4-1257 0 0,-1-1 0 0 0,1 1 0 0 0,-1 0-1 0 0,1-1 1 0 0,-1 1 0 0 0,1 0 0 0 0,-1 0-1 0 0,1-1 1 0 0,-1 1 0 0 0,1 0 0 0 0,0 0-1 0 0,-1 0 1 0 0,1 0 0 0 0,-1 0-1 0 0,1 0 1 0 0,-1 0 0 0 0,1 0 0 0 0,0 0-1 0 0,-1 0 1 0 0,1 0 0 0 0,-1 0 0 0 0,1 0-1 0 0,-1 1 1 0 0,1-1 0 0 0,0 0 0 0 0,-1 0-1 0 0,1 1 1 0 0,-1-1 0 0 0,1 0 0 0 0,-1 1-1 0 0,0-1 1 0 0,1 0 0 0 0,-1 1 0 0 0,1-1-1 0 0,-1 1 1 0 0,0-1 0 0 0,1 1 0 0 0,-1-1-1 0 0,0 1 1 0 0,1-1 0 0 0,-1 1-34 0 0,4 4-24 0 0,0 0 0 0 0,-1 0 1 0 0,0 0-1 0 0,0 1 0 0 0,0 0 0 0 0,0-1 1 0 0,-1 1-1 0 0,0 0 0 0 0,-1 0 0 0 0,1 1 1 0 0,-1-1-1 0 0,0 0 0 0 0,0 0 1 0 0,-1 1-1 0 0,0 2 24 0 0,-9 83-200 0 0,-6 19 166 0 0,13 28-3 0 0,13-13 50 0 0,-2-63 35 0 0,7 29-40 0 0,-13-22-177 0 0,-10-50 134 0 0,-2 8-302 0 0,-1-14-11 0 0,-1-6-186 0 0,-55-4 466 0 0,14-4-1747 0 0,17 0-6984 0 0,22 0-1227 0 0</inkml:trace>
</inkml:ink>
</file>

<file path=ppt/ink/ink2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9:20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51 0 0 0,'0'0'432'0'0,"0"0"215"0"0,0 0 8 0 0,0 0-65 0 0,-1-5-69 0 0,0-36 1603 0 0,3 37 1128 0 0,-1 6 2036 0 0,0 2 3792 0 0,14 49-8801 0 0,28 56-42 0 0,4 28-41 0 0,-10-39-117 0 0,-20-23-105 0 0,-17 25-110 0 0,-1-98 121 0 0,-1-1-1 0 0,1 0 1 0 0,0 1-1 0 0,0-1 1 0 0,-1 0-1 0 0,1 0 1 0 0,-1 1-1 0 0,1-1 0 0 0,-1 0 1 0 0,1 0-1 0 0,-1-1 1 0 0,1 1-1 0 0,-1 0 1 0 0,0-1-1 0 0,0 1 1 0 0,1-1-1 0 0,-1 1 1 0 0,0-1-1 0 0,0 0 1 0 0,0 1-1 0 0,0-1 0 0 0,1 0 1 0 0,-3-1 15 0 0,-56-7-123 0 0,6-22 118 0 0,27 2 317 0 0,25 25-249 0 0,0 0 1 0 0,0 0-1 0 0,1 0 0 0 0,0 0 1 0 0,-1 0-1 0 0,1 0 1 0 0,1-1-1 0 0,-1 1 0 0 0,0 0 1 0 0,1-1-1 0 0,-1 1 1 0 0,1 0-1 0 0,0-1 0 0 0,0 1 1 0 0,1-2-64 0 0,1-2 64 0 0,0 1 0 0 0,0-1 0 0 0,1 1 0 0 0,0-1 0 0 0,1 1 0 0 0,-1 0 0 0 0,1 0 0 0 0,0 1 0 0 0,1-1 0 0 0,-1 1 0 0 0,1 0 0 0 0,0 0 0 0 0,1 0 0 0 0,-1 1 0 0 0,1 0 0 0 0,0 0 0 0 0,0 0 0 0 0,0 1 0 0 0,6-3-64 0 0,-10 5-2 0 0,6-4-123 0 0,1 0 1 0 0,0 1 0 0 0,0 0-1 0 0,0 0 1 0 0,1 1 0 0 0,-1 0-1 0 0,1 1 1 0 0,0 0-1 0 0,5 0 125 0 0,-13 2-908 0 0,9-1 1578 0 0,-9 0-4086 0 0,0-1-4723 0 0,-2 2-2486 0 0</inkml:trace>
</inkml:ink>
</file>

<file path=ppt/ink/ink2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02:59:21.2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96 0 0 0,'0'0'745'0'0,"0"0"1429"0"0,0 0 251 0 0,0 0-226 0 0,0 0-264 0 0,0 0-288 0 0,0 0-233 0 0,0 0-194 0 0,0 0-148 0 0,0 0-56 0 0,0 0-65 0 0,0 0-83 0 0,0-10-105 0 0,-3-48 3317 0 0,3 58-4154 0 0,-1 0 1 0 0,1 0 0 0 0,0 0 0 0 0,0 0-1 0 0,0 0 1 0 0,0 0 0 0 0,0 0-1 0 0,-1 0 1 0 0,1 0 0 0 0,0 0-1 0 0,0 0 1 0 0,0 0 0 0 0,0 0-1 0 0,0 0 1 0 0,0 0 0 0 0,-1 0 0 0 0,1 0-1 0 0,0 0 1 0 0,0 0 0 0 0,0 0-1 0 0,0-1 1 0 0,0 1 0 0 0,0 0-1 0 0,0 0 1 0 0,0 0 0 0 0,-1 0-1 0 0,1 0 1 0 0,0 0 0 0 0,0 0 0 0 0,0 0-1 0 0,0-1 1 0 0,0 1 0 0 0,0 0-1 0 0,0 0 74 0 0,-2 9 6 0 0,2-9 31 0 0,0 0 36 0 0,0 0 43 0 0,0 0 34 0 0,0 0 46 0 0,0 0 38 0 0,0 0 43 0 0,0 0 24 0 0,0 0 16 0 0,0 0 30 0 0,2-1-270 0 0,-1 1 0 0 0,1-1 0 0 0,-1 0 0 0 0,1 0 0 0 0,-1-1 0 0 0,1 1 1 0 0,-1 0-1 0 0,0 0 0 0 0,0-1 0 0 0,0 1 0 0 0,0 0 0 0 0,0-1 0 0 0,0 0 0 0 0,0 1 0 0 0,0-1 0 0 0,0 1 0 0 0,-1-1 0 0 0,1 0 0 0 0,-1 1 0 0 0,1-1 0 0 0,-1 0 1 0 0,1 0-78 0 0,-1 0 100 0 0,-8 10-5474 0 0,-8 8 2309 0 0,7-8-3205 0 0,2-2-2887 0 0</inkml:trace>
  <inkml:trace contextRef="#ctx0" brushRef="#br0" timeOffset="986.77">54 75 0 0 0,'0'0'1439'0'0,"0"0"580"0"0,0 0 167 0 0,0 0-80 0 0,0 0-227 0 0,0 0-370 0 0,0 0-348 0 0,0 0-324 0 0,0 0-267 0 0,0 0-238 0 0,-2-2-179 0 0,-4-6-121 0 0,5 6-79 0 0,3 18-830 0 0,8 0 1157 0 0,-9-15-268 0 0,-1-1 19 0 0,0 0 18 0 0,0 0 22 0 0,0 0 15 0 0,0 0 13 0 0,0 0 14 0 0,-11-12 141 0 0,-7-2-361 0 0,17 14 95 0 0,1 0 12 0 0,0 0-16 0 0,0 0-31 0 0,0 0-74 0 0,0 0-156 0 0,0 0-190 0 0,0 0-135 0 0,-11 9-1553 0 0,-4 7-4351 0 0,14-12 2522 0 0</inkml:trace>
</inkml:ink>
</file>

<file path=ppt/ink/ink2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2-05T16:27:31.0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59 0 0 0,'0'0'412'0'0,"0"1"634"0"0,0-9 2041 0 0,-1-23-2025 0 0,-9 21 1984 0 0,10 12-2741 0 0,0-2-239 0 0,0 0 1 0 0,-1 0 0 0 0,1 0-1 0 0,0 0 1 0 0,0 0 0 0 0,-1 0-1 0 0,1-1 1 0 0,0 1-1 0 0,0 0 1 0 0,-1 0 0 0 0,1 0-1 0 0,0 0 1 0 0,0 1 0 0 0,0-1-1 0 0,-1 0 1 0 0,1 0 0 0 0,0 0-1 0 0,0 0 1 0 0,-1 0-1 0 0,1 0 1 0 0,0 0 0 0 0,0 0-1 0 0,0 0 1 0 0,-1 1 0 0 0,1-1-1 0 0,0 0 1 0 0,0 0 0 0 0,0 0-1 0 0,0 0 1 0 0,-1 1-1 0 0,1-1 1 0 0,0 0 0 0 0,0 0-1 0 0,0 0 1 0 0,0 1 0 0 0,0-1-1 0 0,0 0 1 0 0,-1 0 0 0 0,1 0-1 0 0,0 1 1 0 0,0-1-1 0 0,0 0 1 0 0,0 0 0 0 0,0 1-1 0 0,0-1 1 0 0,0 0 0 0 0,0 0-1 0 0,0 0 1 0 0,0 1 0 0 0,0-1-1 0 0,0 0 1 0 0,0 0 0 0 0,0 1-1 0 0,1-1 1 0 0,-1 0-1 0 0,0 0 1 0 0,0 1 0 0 0,0-1-67 0 0,-11-13 1681 0 0,10 11-1226 0 0,-5-4 6799 0 0,6 22-7204 0 0,0-12-12 0 0,0-4 2 0 0,0 0 25 0 0,0 0-17 0 0,0 0-4 0 0,11 17 140 0 0,35 50 402 0 0,30 24-156 0 0,-1 7-255 0 0,-35-57-50 0 0,-21-17-113 0 0,-11-17-1291 0 0,-7-11-541 0 0,-33-28-6844 0 0,18 21 2472 0 0,7 5 137 0 0</inkml:trace>
  <inkml:trace contextRef="#ctx0" brushRef="#br0" timeOffset="667.73">265 101 0 0 0,'0'0'2311'0'0,"0"0"760"0"0,0 0-35 0 0,0 0-505 0 0,0 0-499 0 0,0 0-367 0 0,0 0-250 0 0,0 0-238 0 0,0 0-250 0 0,0 0-185 0 0,0 0-103 0 0,0 0-33 0 0,-2-6-23 0 0,-8-19-29 0 0,7 16 3608 0 0,4 9-4093 0 0,-1 0-28 0 0,0 0-22 0 0,0 0-12 0 0,0 0-7 0 0,0 0 17 0 0,0 0-1 0 0,0 0-9 0 0,0 0-18 0 0,0 0-18 0 0,0 0 13 0 0,-11 3-80 0 0,-33 41 148 0 0,33-28-48 0 0,-20 38 29 0 0,17-25 20 0 0,0 0-57 0 0,-17 15 46 0 0,-5 0-417 0 0,35-42-359 0 0,0 0 2315 0 0,0-1-3472 0 0,0 0-3459 0 0,1-1-4866 0 0,2 0 1546 0 0</inkml:trace>
  <inkml:trace contextRef="#ctx0" brushRef="#br0" timeOffset="1284.15">598 319 1896 0 0,'0'0'3422'0'0,"0"0"-410"0"0,0 0-349 0 0,0 0-388 0 0,0 0-441 0 0,0 0-388 0 0,0 0-353 0 0,0 0-219 0 0,0 0-125 0 0,0 0-110 0 0,0 0-86 0 0,0 0-77 0 0,0 0-86 0 0,1 6 850 0 0,45 48-1068 0 0,-45-51-177 0 0,1 0-1 0 0,-1 0 0 0 0,0 0 1 0 0,0 0-1 0 0,0 0 1 0 0,-1 0-1 0 0,1 0 0 0 0,-1 1 1 0 0,0-1-1 0 0,0 0 1 0 0,0 0-1 0 0,0 0 0 0 0,0 1 1 0 0,-1-1-1 0 0,1 1 6 0 0,-2-1 6 0 0,0 1-1 0 0,0-1 1 0 0,0 0 0 0 0,0 0-1 0 0,0 0 1 0 0,-1 0 0 0 0,1 0-1 0 0,-1 0 1 0 0,0 0-1 0 0,0-1 1 0 0,0 0 0 0 0,0 1-1 0 0,0-1 1 0 0,-2 1-6 0 0,-2 0 92 0 0,0 0 0 0 0,0-1 0 0 0,0 0 0 0 0,-1 0 0 0 0,1 0 0 0 0,0-1 0 0 0,-1 0 0 0 0,1 0 0 0 0,0-1 0 0 0,-1 0 0 0 0,1-1 0 0 0,-1 1 0 0 0,-2-2-92 0 0,4 1 95 0 0,0 0 0 0 0,1-1 1 0 0,-1 0-1 0 0,0 0 0 0 0,0 0 0 0 0,1-1 0 0 0,0 0 0 0 0,-1 0 0 0 0,1 0 0 0 0,0-1 1 0 0,1 0-1 0 0,-1 0 0 0 0,0 0 0 0 0,1 0 0 0 0,0-1 0 0 0,0 1 0 0 0,1-1 0 0 0,-2-2-95 0 0,3 2 49 0 0,0 0 0 0 0,0 0-1 0 0,1-1 1 0 0,-1 1-1 0 0,1 0 1 0 0,0-1-1 0 0,1 1 1 0 0,0-1 0 0 0,-1 1-1 0 0,2-1 1 0 0,-1 1-1 0 0,1-3-48 0 0,0 6-18 0 0,1 0 0 0 0,-1 0 0 0 0,0 1 0 0 0,1-1 0 0 0,0 0 0 0 0,-1 1 0 0 0,1-1 0 0 0,0 1 0 0 0,0 0 0 0 0,0-1 1 0 0,0 1-1 0 0,0 0 0 0 0,0 0 0 0 0,0 0 0 0 0,0 0 0 0 0,0 1 0 0 0,0-1 0 0 0,1 1 0 0 0,-1-1 0 0 0,0 1 0 0 0,0 0 0 0 0,1 0 0 0 0,-1 0 0 0 0,0 0 0 0 0,3 0 18 0 0,6-1-363 0 0,1 1 0 0 0,0 0 1 0 0,-1 1-1 0 0,1 0 0 0 0,-1 1 0 0 0,1 0 1 0 0,7 3 362 0 0,-10-2-867 0 0,18 7-2528 0 0,-10-1-6002 0 0,-12-5-176 0 0</inkml:trace>
</inkml:ink>
</file>

<file path=ppt/ink/ink2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2-05T16:27:34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40 0 0 0,'0'0'475'0'0,"0"0"152"0"0,0 0-54 0 0,0 0-114 0 0,0 0-91 0 0,0 0-143 0 0,0 0-137 0 0,0-1-69 0 0,-1-1-23 0 0,1 1 56 0 0,0 1 60 0 0,0 0 57 0 0,0 0 67 0 0,0 0 83 0 0,0 0 85 0 0,0 0 102 0 0,0 0 99 0 0,0 0 57 0 0,0 0 27 0 0,0 0-6 0 0,0 0-42 0 0,0 0-69 0 0,0 0-55 0 0,0 0-41 0 0,0 0-35 0 0,0 0 38 0 0,0 0 76 0 0,-4 0 4299 0 0,-4-1-3335 0 0,-3-29 1232 0 0,9 25 1238 0 0,12 14-3675 0 0,52 49 307 0 0,63 62-266 0 0,-13-14-145 0 0,-104-100-1359 0 0,-33-27-912 0 0,-6-5-1066 0 0,4 5-1393 0 0,1-3-3819 0 0,18 17 1974 0 0</inkml:trace>
  <inkml:trace contextRef="#ctx0" brushRef="#br0" timeOffset="484.21">299 62 1648 0 0,'0'0'3642'0'0,"0"0"-271"0"0,0 0-309 0 0,0 0-299 0 0,0 0-457 0 0,0 0-447 0 0,0 0-347 0 0,0 0-252 0 0,0 0-182 0 0,0 0-157 0 0,0 0-162 0 0,0 0-124 0 0,-10-6-148 0 0,-29-17-102 0 0,30 17-87 0 0,9 6-96 0 0,0 0-39 0 0,0 0-64 0 0,0 0-38 0 0,0 0-33 0 0,0 0-16 0 0,0 0 7 0 0,0 0 13 0 0,-1 13-50 0 0,-28 30 69 0 0,-16 6-31 0 0,6-11 8 0 0,8 14 57 0 0,15-19-69 0 0,2-8-33 0 0,3-8-189 0 0,9-14-3928 0 0,0-2-4305 0 0,2-1 284 0 0</inkml:trace>
  <inkml:trace contextRef="#ctx0" brushRef="#br0" timeOffset="1046.78">447 231 3049 0 0,'0'0'3664'0'0,"0"0"-767"0"0,0 0-330 0 0,0 0-168 0 0,0 0-367 0 0,0 0-471 0 0,0 0-403 0 0,0 0-307 0 0,0 0-178 0 0,0 0-109 0 0,0 0-78 0 0,0 0-68 0 0,0 0-100 0 0,-1 2-74 0 0,-12 60 1234 0 0,11-13-1294 0 0,-1-17 1316 0 0,14-32-828 0 0,64-15-556 0 0,130 12-2632 0 0,-205-7-4317 0 0,-9 1-1979 0 0,3 5 142 0 0</inkml:trace>
  <inkml:trace contextRef="#ctx0" brushRef="#br0" timeOffset="1332.06">647 272 6217 0 0,'0'0'2884'0'0,"0"0"-270"0"0,0 0-201 0 0,0 0-267 0 0,0 0-417 0 0,0 0-453 0 0,0 0-337 0 0,0 0-246 0 0,0 0-146 0 0,0 0-114 0 0,0 0-85 0 0,0 0-13 0 0,-3 4-17 0 0,-8 12 24 0 0,4 27 993 0 0,6-32-1226 0 0,1-1 0 0 0,1 1-1 0 0,0-1 1 0 0,0 0 0 0 0,1 1-1 0 0,0-1 1 0 0,1 0 0 0 0,0 0-1 0 0,0 0 1 0 0,6 9-109 0 0,-8-16-194 0 0,1 1-1 0 0,-1 0 1 0 0,1 0-1 0 0,-1 0 1 0 0,-1 0-1 0 0,1 0 1 0 0,0 0-1 0 0,-1 0 1 0 0,0 0-1 0 0,0 0 1 0 0,0 0-1 0 0,0 0 1 0 0,-1 3 194 0 0,-4-4-6246 0 0,2-2-4179 0 0</inkml:trace>
</inkml:ink>
</file>

<file path=ppt/ink/ink2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2-05T16:27:47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21 0 0 0,'0'0'445'0'0,"0"0"533"0"0,0 0 13 0 0,0 0-27 0 0,0 0-81 0 0,0 0-135 0 0,0 0-60 0 0,0 0 8 0 0,0 0 77 0 0,0 0 63 0 0,-6-4 19 0 0,-18-11 29 0 0,13 14 13472 0 0,14 5-12421 0 0,0-1-3415 0 0,173 153 1920 0 0,-55-58-261 0 0,-78-70-37 0 0,-42-39-1071 0 0,-41-50-3741 0 0,34 54 3568 0 0,-33-31-9299 0 0,37 36 9256 0 0,-4-5-5921 0 0</inkml:trace>
  <inkml:trace contextRef="#ctx0" brushRef="#br0" timeOffset="445.41">306 87 0 0 0,'0'0'3678'0'0,"0"0"-497"0"0,0 0-267 0 0,0 0-80 0 0,0 0-286 0 0,0 0-439 0 0,0 0-402 0 0,0 0-290 0 0,0 0-175 0 0,0 0-171 0 0,0 0-144 0 0,0 0-122 0 0,0 0-146 0 0,-6-8-115 0 0,-15-25-104 0 0,15 24-98 0 0,6 9-78 0 0,0 0-70 0 0,0 0-58 0 0,0 0-50 0 0,0 0-29 0 0,0 0-17 0 0,0 0-15 0 0,0 0-11 0 0,0 0-22 0 0,0 0-16 0 0,0 0 10 0 0,0 0-3 0 0,-13 12-106 0 0,-52 46 189 0 0,10-6 19 0 0,30 1 15 0 0,11-10-85 0 0,-3-26-986 0 0,9-15-2449 0 0,-1-2-4440 0 0,4 0-2834 0 0</inkml:trace>
  <inkml:trace contextRef="#ctx0" brushRef="#br0" timeOffset="1419.11">587 191 1152 0 0,'0'0'3830'0'0,"0"0"-633"0"0,0 0-259 0 0,0 0-264 0 0,0 0-371 0 0,0 0-360 0 0,0 0-430 0 0,0 0-384 0 0,0 0-309 0 0,0 0-212 0 0,0 0-161 0 0,0 0-147 0 0,0 0-101 0 0,0-1-86 0 0,-2-7-45 0 0,2 6-24 0 0,0 2-32 0 0,0 0-21 0 0,0 0-22 0 0,0 0-19 0 0,-11 3-212 0 0,-72 25 1640 0 0,79-25-1352 0 0,1 0 0 0 0,-1 1 0 0 0,1-1 0 0 0,0 1 0 0 0,0-1 0 0 0,0 1 0 0 0,0 0 0 0 0,1 0 0 0 0,0 1 0 0 0,-1-1 0 0 0,1 0 0 0 0,1 1 0 0 0,-1 1-26 0 0,-3 6 30 0 0,1 46 299 0 0,5 40-38 0 0,1-94-272 0 0,-1 0 1 0 0,1-1-1 0 0,0 1 1 0 0,1-1-1 0 0,-1 1 0 0 0,0-1 1 0 0,1 0-1 0 0,0 0 1 0 0,0 0-1 0 0,0 0 0 0 0,0-1 1 0 0,0 1-1 0 0,0-1 0 0 0,1 0 1 0 0,0 1-20 0 0,5 2-27 0 0,0-1 1 0 0,1 0-1 0 0,-1 0 1 0 0,1-1-1 0 0,0 0 0 0 0,0-1 1 0 0,0 0-1 0 0,0-1 1 0 0,0 0-1 0 0,1 0 1 0 0,-1-1-1 0 0,9-1 27 0 0,-16 1-9 0 0,-1-1 1 0 0,1 0-1 0 0,-1 0 0 0 0,0 1 0 0 0,1-1 1 0 0,-1-1-1 0 0,0 1 0 0 0,0 0 0 0 0,0 0 1 0 0,0-1-1 0 0,0 1 0 0 0,0-1 0 0 0,0 0 1 0 0,0 0-1 0 0,-1 0 0 0 0,1 0 0 0 0,-1 0 1 0 0,1 0-1 0 0,-1 0 0 0 0,0 0 0 0 0,0 0 1 0 0,0 0-1 0 0,0-1 0 0 0,0 1 1 0 0,0-1-1 0 0,-1 1 0 0 0,1 0 0 0 0,-1-1 1 0 0,1 1-1 0 0,-1-1 0 0 0,0 1 0 0 0,0-1 1 0 0,0 1-1 0 0,-1-1 0 0 0,1 1 0 0 0,-1-2 9 0 0,0 2-7 0 0,0 0-1 0 0,-1 0 0 0 0,1-1 0 0 0,-1 1 1 0 0,0 0-1 0 0,0 0 0 0 0,1 0 1 0 0,-1 1-1 0 0,-1-1 0 0 0,1 0 0 0 0,0 1 1 0 0,0-1-1 0 0,0 1 0 0 0,-1 0 1 0 0,1 0-1 0 0,-1 0 0 0 0,1 0 0 0 0,-1 0 1 0 0,0 0 7 0 0,0 1-40 0 0,0 0 0 0 0,0-1 1 0 0,0 1-1 0 0,0 1 0 0 0,0-1 0 0 0,0 0 1 0 0,0 1-1 0 0,0-1 0 0 0,0 1 1 0 0,0 0-1 0 0,1 0 0 0 0,-1 0 1 0 0,0 0-1 0 0,1 1 0 0 0,-1-1 1 0 0,0 1-1 0 0,1 0 0 0 0,0-1 0 0 0,-1 1 1 0 0,1 0-1 0 0,0 1 0 0 0,0-1 1 0 0,0 0-1 0 0,0 0 0 0 0,1 1 1 0 0,-1-1-1 0 0,0 1 0 0 0,1 0 1 0 0,0-1-1 0 0,-1 3 40 0 0,-7 8-790 0 0,-4 0-3790 0 0,8-10-334 0 0,2-1-5593 0 0</inkml:trace>
</inkml:ink>
</file>

<file path=ppt/ink/ink2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2-05T16:27:44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23 0 0 0,'-39'-21'500'0'0,"23"19"16375"0"0,16 7-12961 0 0,17 8-3168 0 0,199 153 224 0 0,-202-156-909 0 0,116 80 51 0 0,-130-89-124 0 0,11 7-866 0 0,-10-15-301 0 0,-38-37-5533 0 0,8 19-2797 0 0,19 18 4621 0 0</inkml:trace>
  <inkml:trace contextRef="#ctx0" brushRef="#br0" timeOffset="444.08">316 101 1272 0 0,'0'0'3120'0'0,"0"0"-393"0"0,0 0-348 0 0,0 0-90 0 0,0 0-126 0 0,0 0-192 0 0,0 0-280 0 0,0 0-270 0 0,0 0-179 0 0,0 0-148 0 0,0 0-133 0 0,0 0-153 0 0,0 0-152 0 0,-5-4-126 0 0,-15-13-133 0 0,15 12-87 0 0,5 5-80 0 0,0 0-48 0 0,0 0-28 0 0,0 0-34 0 0,0 0-13 0 0,0 0-25 0 0,0 0-22 0 0,0 0-12 0 0,0 1-30 0 0,0 0 0 0 0,0 0-21 0 0,0 0-26 0 0,-1 2 27 0 0,-1 1 0 0 0,1-1 1 0 0,-1 1-1 0 0,0-1 1 0 0,0 1-1 0 0,0-1 1 0 0,-1 0-1 0 0,1 0 0 0 0,-1 0 1 0 0,0 0-1 0 0,0-1 1 0 0,0 1-1 0 0,0-1 1 0 0,0 0-1 0 0,-3 2 2 0 0,3-1-3 0 0,-66 50 260 0 0,66-48-222 0 0,0 0-1 0 0,0 0 1 0 0,0 0 0 0 0,1 0-1 0 0,-1 0 1 0 0,1 1-1 0 0,0-1 1 0 0,1 1-1 0 0,0-1 1 0 0,-1 1-1 0 0,2-1 1 0 0,-1 5-35 0 0,-2 8-12 0 0,-3-5-1638 0 0,-9-16-4675 0 0,9-2 700 0 0,3 2-4801 0 0</inkml:trace>
  <inkml:trace contextRef="#ctx0" brushRef="#br0" timeOffset="1049.22">519 347 1800 0 0,'0'0'5442'0'0,"0"0"-1932"0"0,0 0-800 0 0,0 0-273 0 0,0 0-291 0 0,0 0-368 0 0,0 0-388 0 0,0 0-300 0 0,0 0-229 0 0,0 0-195 0 0,0 0-147 0 0,0 0-131 0 0,0 0-85 0 0,0-3-80 0 0,0 2-218 0 0,0 1 1 0 0,0-1-1 0 0,0 0 1 0 0,1 1 0 0 0,-1-1-1 0 0,0 1 1 0 0,0-1-1 0 0,1 0 1 0 0,-1 1-1 0 0,0-1 1 0 0,1 1 0 0 0,-1-1-1 0 0,1 1 1 0 0,-1-1-1 0 0,1 1 1 0 0,-1-1-1 0 0,1 1 1 0 0,-1-1 0 0 0,1 1-1 0 0,-1 0 1 0 0,1-1-1 0 0,0 1 1 0 0,-1 0-1 0 0,1-1 1 0 0,-1 1 0 0 0,1 0-1 0 0,0 0 1 0 0,-1 0-1 0 0,1-1 1 0 0,0 1-1 0 0,-1 0 1 0 0,1 0 0 0 0,0 0-1 0 0,0 0 1 0 0,-1 0-1 0 0,1 0 1 0 0,0 1-1 0 0,-1-1 1 0 0,1 0 0 0 0,-1 0-1 0 0,1 0 1 0 0,0 1-6 0 0,1-1-8 0 0,5 0-5 0 0,-1 1-1 0 0,0 0 0 0 0,1 0 0 0 0,-1 0 0 0 0,0 1 0 0 0,0 0 0 0 0,0 0 0 0 0,0 0 0 0 0,0 1 0 0 0,0 0 0 0 0,0 0 0 0 0,-1 1 0 0 0,0-1 0 0 0,0 1 0 0 0,2 1 14 0 0,-6-3-9 0 0,0 0 0 0 0,0-1-1 0 0,0 1 1 0 0,0 0 0 0 0,0 0 0 0 0,-1 0-1 0 0,1 0 1 0 0,0 0 0 0 0,-1 0 0 0 0,1 0 0 0 0,-1 0-1 0 0,0 0 1 0 0,0 0 0 0 0,0 0 0 0 0,0 0-1 0 0,0 0 1 0 0,0 0 0 0 0,0 0 0 0 0,-1 0-1 0 0,1 0 1 0 0,-1 0 0 0 0,0 0 0 0 0,1 0-1 0 0,-1 0 1 0 0,0 0 0 0 0,0 0 0 0 0,0-1 0 0 0,0 1-1 0 0,-1 0 1 0 0,1-1 0 0 0,0 1 0 0 0,-1 0-1 0 0,1-1 1 0 0,-1 0 0 0 0,1 1 0 0 0,-1-1-1 0 0,0 0 1 0 0,1 0 0 0 0,-3 1 9 0 0,-7 7 5 0 0,-17 24 175 0 0,27-32-152 0 0,1 1 0 0 0,-1-1-1 0 0,1 0 1 0 0,-1 1 0 0 0,1-1-1 0 0,-1 1 1 0 0,1-1-1 0 0,0 1 1 0 0,0 0 0 0 0,0-1-1 0 0,-1 1 1 0 0,2-1 0 0 0,-1 1-1 0 0,0-1 1 0 0,0 1 0 0 0,0 0-1 0 0,1-1 1 0 0,-1 1 0 0 0,1-1-1 0 0,-1 0 1 0 0,1 1-1 0 0,0-1 1 0 0,-1 1 0 0 0,1-1-1 0 0,0 0 1 0 0,0 1 0 0 0,0-1-1 0 0,0 0 1 0 0,0 0 0 0 0,0 0-1 0 0,0 0 1 0 0,1 0 0 0 0,-1 0-1 0 0,0 0 1 0 0,1 0-1 0 0,-1 0 1 0 0,0-1 0 0 0,1 1-1 0 0,-1-1 1 0 0,1 1 0 0 0,-1-1-1 0 0,1 1 1 0 0,-1-1 0 0 0,2 0-28 0 0,214 23-1098 0 0,-214-23 633 0 0,-3 0-4180 0 0,0 0-4840 0 0,0 0-1144 0 0</inkml:trace>
</inkml:ink>
</file>

<file path=ppt/ink/ink2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2-05T16:27:58.1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1 2545 0 0,'0'0'2999'0'0,"0"0"-248"0"0,0 0-37 0 0,0 0-161 0 0,0 0-400 0 0,0 0-456 0 0,0 0-377 0 0,0 0-264 0 0,0 0-229 0 0,0 0-177 0 0,0 0-130 0 0,0 0-107 0 0,0 0-57 0 0,-3 0-61 0 0,-7 1-62 0 0,8-1-34 0 0,2 19 540 0 0,-13 18-308 0 0,12-33-356 0 0,-1 0 1 0 0,1 0-1 0 0,1 0 1 0 0,-1 0 0 0 0,0 1-1 0 0,1-1 1 0 0,0 0-1 0 0,0 0 1 0 0,0 1-1 0 0,1-1 1 0 0,0 0 0 0 0,-1 0-1 0 0,1 0 1 0 0,1 1-1 0 0,-1-1 1 0 0,1 0 0 0 0,-1-1-1 0 0,1 1 1 0 0,0 0-1 0 0,0 0 1 0 0,1-1 0 0 0,2 3-76 0 0,5 9 117 0 0,-9-12-5420 0 0,-5-6-251 0 0,0 0-5315 0 0</inkml:trace>
</inkml:ink>
</file>

<file path=ppt/ink/ink2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2-05T16:27:57.1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59 0 0 0,'0'0'599'0'0,"0"0"488"0"0,0 0 156 0 0,0 0-63 0 0,0 0-95 0 0,0 0-159 0 0,0 0-142 0 0,0-3-72 0 0,-3-10 1027 0 0,-17-13 862 0 0,-14 10 3213 0 0,40 24 303 0 0,29 37-5767 0 0,21 15-97 0 0,2-3-1 0 0,2-3 1 0 0,55 38-253 0 0,-65-58 21 0 0,-64-63-3404 0 0,-16-8-1946 0 0,14 18-1816 0 0,10 12-2014 0 0</inkml:trace>
  <inkml:trace contextRef="#ctx0" brushRef="#br0" timeOffset="458.97">314 140 0 0 0,'0'0'2155'0'0,"0"0"202"0"0,0 0 39 0 0,0 0-21 0 0,0 0-24 0 0,0 0-122 0 0,0 0-179 0 0,0 0-263 0 0,0 0-339 0 0,0 0-270 0 0,0 0-255 0 0,0 0-178 0 0,0 0-127 0 0,0-2-129 0 0,0-8-73 0 0,0 8-84 0 0,0 2-73 0 0,0 0-58 0 0,0 0-49 0 0,0 0-45 0 0,0 0-28 0 0,0 0-9 0 0,0 0-31 0 0,0 0-16 0 0,0 0-22 0 0,0 0-33 0 0,0 0 16 0 0,0 0-1 0 0,0 0-5 0 0,-15 14-175 0 0,-27 22 480 0 0,13 3-51 0 0,-15 53 226 0 0,17-51-532 0 0,27-41-305 0 0,-5 6 463 0 0,5-5-4279 0 0,-1 0-4181 0 0,1-1-2153 0 0</inkml:trace>
</inkml:ink>
</file>

<file path=ppt/ink/ink2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2-05T16:27:59.6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6 0 0 0,'0'0'962'0'0,"0"0"282"0"0,0 0-97 0 0,0 0-67 0 0,0 0 23 0 0,0 0 5 0 0,0 0 0 0 0,0 0-55 0 0,0 0-107 0 0,0 0-67 0 0,-2-1-28 0 0,-9-3 824 0 0,8 5 5754 0 0,3 6-6027 0 0,30 27 107 0 0,86 60-598 0 0,53 34-633 0 0,-157-119-251 0 0,-11-9-52 0 0,-1 0-5 0 0,0 0-23 0 0,-21-28-2220 0 0,-17-13-3326 0 0,22 26-1938 0 0,9 9-1658 0 0</inkml:trace>
  <inkml:trace contextRef="#ctx0" brushRef="#br0" timeOffset="411.66">312 63 2008 0 0,'0'0'4355'0'0,"0"0"-812"0"0,0 0-678 0 0,0 0-378 0 0,0 0-283 0 0,0 0-354 0 0,0 0-378 0 0,0 0-275 0 0,0 0-193 0 0,0 0-133 0 0,0 0-134 0 0,0 0-155 0 0,0 0-141 0 0,-3-3-123 0 0,-9-8-101 0 0,9 8-80 0 0,3 3-45 0 0,-2 9-120 0 0,-7 10 88 0 0,-21 27-49 0 0,-15 7 261 0 0,12-11-68 0 0,18-17-140 0 0,14-23-396 0 0,-7 8 78 0 0,1-11-6103 0 0,6-1 1137 0 0,0-1-5003 0 0</inkml:trace>
  <inkml:trace contextRef="#ctx0" brushRef="#br0" timeOffset="1060.25">489 347 7194 0 0,'0'0'3914'0'0,"0"0"-823"0"0,0 0-628 0 0,0 0-501 0 0,0 0-560 0 0,0 0-477 0 0,0 0-285 0 0,0 0-144 0 0,0 0-86 0 0,0 0-78 0 0,0 0-92 0 0,0 0-93 0 0,0 0-74 0 0,-1 1-28 0 0,-2 1 7 0 0,1 0-1 0 0,0 1 0 0 0,0-1 1 0 0,0 1-1 0 0,0 0 0 0 0,1-1 1 0 0,-1 1-1 0 0,1 0 0 0 0,-1 0 1 0 0,1 0-1 0 0,0 0 0 0 0,0 0 1 0 0,0 0-1 0 0,1 0 0 0 0,-1 1 1 0 0,1-1-1 0 0,0 1-51 0 0,-4 11 208 0 0,31-2 1649 0 0,-12-6-1891 0 0,0 0 0 0 0,-1 1 0 0 0,0 0 0 0 0,0 1 0 0 0,10 9 34 0 0,-22-17-18 0 0,-1 1 1 0 0,0-1 0 0 0,1 1 0 0 0,-1-1-1 0 0,0 1 1 0 0,0-1 0 0 0,0 1 0 0 0,0 0-1 0 0,0-1 1 0 0,0 1 0 0 0,0 0 0 0 0,-1 0-1 0 0,1 0 1 0 0,-1 0 0 0 0,1 0 0 0 0,-1 0-1 0 0,0 0 1 0 0,1 0 0 0 0,-1-1 0 0 0,0 1-1 0 0,0 0 1 0 0,-1 0 0 0 0,1 0-1 0 0,0 0 1 0 0,-1 0 0 0 0,1 0 0 0 0,-1 0-1 0 0,0 0 1 0 0,1 0 0 0 0,-1-1 0 0 0,0 1-1 0 0,-1 1 18 0 0,-25 26-34 0 0,1-14-36 0 0,23-14-191 0 0,0-1 0 0 0,0 1 0 0 0,-1-1 0 0 0,1 0-1 0 0,0 0 1 0 0,-1 0 0 0 0,1 0 0 0 0,0-1 0 0 0,0 1 0 0 0,-1-1-1 0 0,1 0 1 0 0,0 0 0 0 0,0 0 0 0 0,0-1 0 0 0,0 1-1 0 0,0 0 1 0 0,0-1 0 0 0,0 0 0 0 0,1 0 0 0 0,-1 0 261 0 0,-11-12-9554 0 0,9 9-810 0 0</inkml:trace>
  <inkml:trace contextRef="#ctx0" brushRef="#br0" timeOffset="1466.08">493 353 5785 0 0,'0'0'3944'0'0,"0"0"-677"0"0,0 0-605 0 0,0 0-514 0 0,0 0-534 0 0,0 0-455 0 0,0 0-276 0 0,0 0-187 0 0,0 0-134 0 0,0 0-100 0 0,0 0-112 0 0,0 0-73 0 0,5-2-65 0 0,45-10 188 0 0,84 18-40 0 0,-125-11-1295 0 0,-7-2-4451 0 0,-1 6 3578 0 0,-1-2-8811 0 0</inkml:trace>
</inkml:ink>
</file>

<file path=ppt/ink/ink2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2-05T16:28:09.3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6 7274 0 0,'0'0'4100'0'0,"0"0"-936"0"0,0 0-809 0 0,0 0-689 0 0,0 0-546 0 0,0 0-331 0 0,0 0-167 0 0,0 0-109 0 0,0 0-69 0 0,0 0-78 0 0,0 0-95 0 0,0 0-95 0 0,-3-1-63 0 0,-5-3-30 0 0,17 9 13 0 0,19 13-31 0 0,39 21-18 0 0,-63-37-37 0 0,-4-2-4 0 0,1 0 0 0 0,-1 0 0 0 0,1 0 0 0 0,-1 0 0 0 0,0 0 0 0 0,1 1 0 0 0,-1-1 0 0 0,1 0 0 0 0,-1 0 0 0 0,1 0 0 0 0,-1 0-1 0 0,0 0 1 0 0,1 1 0 0 0,-1-1 0 0 0,1 0 0 0 0,-1 0 0 0 0,0 1 0 0 0,1-1 0 0 0,-1 0 0 0 0,0 1 0 0 0,0-1 0 0 0,1 0 0 0 0,-1 1 0 0 0,0-1 0 0 0,0 0 0 0 0,1 1-1 0 0,-1-1 1 0 0,0 1 0 0 0,0-1 0 0 0,0 1 0 0 0,1-1 0 0 0,-1 0 0 0 0,0 1 0 0 0,0-1 0 0 0,0 1 0 0 0,0-1 0 0 0,0 1 0 0 0,0-1 0 0 0,0 1 0 0 0,0-1 0 0 0,0 0-1 0 0,0 1 1 0 0,-1-1 0 0 0,1 1 0 0 0,0-1 0 0 0,0 1 0 0 0,0-1 0 0 0,0 0 0 0 0,-1 1 0 0 0,1-1 0 0 0,0 1 0 0 0,0-1 0 0 0,-1 0 0 0 0,1 1 0 0 0,0-1 0 0 0,-1 0-1 0 0,1 0 1 0 0,0 1 0 0 0,-1-1 0 0 0,1 0 0 0 0,0 0 0 0 0,-1 1 0 0 0,1-1 0 0 0,-1 0 0 0 0,1 0 0 0 0,0 0 0 0 0,-1 1 0 0 0,1-1 0 0 0,-1 0-6 0 0,-18 10 530 0 0,17-10-506 0 0,0 1-1 0 0,0-1 1 0 0,0 1-1 0 0,0 0 1 0 0,0 0-1 0 0,0 0 0 0 0,0 0 1 0 0,1 0-1 0 0,-1 0 1 0 0,0 1-1 0 0,1-1 1 0 0,-1 1-1 0 0,1-1 1 0 0,-1 1-1 0 0,1 0 0 0 0,0-1 1 0 0,-1 1-1 0 0,1 0 1 0 0,0 0-1 0 0,0 0 1 0 0,0 0-1 0 0,1 0 1 0 0,-1 0-1 0 0,0 0 1 0 0,1 0-1 0 0,-1 1-23 0 0,1 1 33 0 0,0-1-1 0 0,0 1 1 0 0,0-1-1 0 0,0 1 1 0 0,1-1-1 0 0,0 1 1 0 0,-1-1-1 0 0,1 1 1 0 0,1-1-1 0 0,-1 0 1 0 0,0 0-1 0 0,1 1 1 0 0,-1-1 0 0 0,1 0-1 0 0,0 0 1 0 0,0-1-1 0 0,0 1 1 0 0,1 0-1 0 0,-1-1 1 0 0,3 3-33 0 0,92 72 37 0 0,-85-62-277 0 0,-38-10 236 0 0,-38-5 329 0 0,-38 6-819 0 0,73-3-1554 0 0,11-2-2921 0 0,10-1 982 0 0,3 0-6627 0 0</inkml:trace>
</inkml:ink>
</file>

<file path=ppt/ink/ink2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2-05T16:28:08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12 0 0 0,'0'0'1338'0'0,"0"0"-117"0"0,0 0-126 0 0,0 0-48 0 0,0 0-52 0 0,0 0-30 0 0,0 0-78 0 0,0 0-156 0 0,0 0-157 0 0,0 0-124 0 0,-2-2-72 0 0,-3-6-61 0 0,4 6-63 0 0,1 2-50 0 0,0 4 9781 0 0,1 5-7713 0 0,144 97-1189 0 0,0 4-1034 0 0,-115-79-1 0 0,-54-53-6233 0 0,-6-6-3797 0 0,24 21 2256 0 0</inkml:trace>
  <inkml:trace contextRef="#ctx0" brushRef="#br0" timeOffset="462">309 88 2681 0 0,'0'0'3851'0'0,"0"0"-348"0"0,0 0-429 0 0,0 0-460 0 0,0 0-477 0 0,0 0-447 0 0,0 0-301 0 0,0 0-206 0 0,0 0-172 0 0,0 0-188 0 0,0 0-198 0 0,0 0-179 0 0,0 0-129 0 0,-3-2-112 0 0,-10-6-50 0 0,10 7-11 0 0,3 1-45 0 0,0 0 1 0 0,0 0-32 0 0,0 0-47 0 0,-5 5-19 0 0,-38 20 304 0 0,36-20-244 0 0,0-1 0 0 0,0 1 0 0 0,0 0 0 0 0,1 0-1 0 0,-1 1 1 0 0,1 0 0 0 0,0 0 0 0 0,1 0 0 0 0,-1 2-62 0 0,-4 3 30 0 0,-15 48 165 0 0,15-19-332 0 0,9-22-2680 0 0,1-18 679 0 0,0 0-1421 0 0,0 0-2625 0 0,0 0-4543 0 0</inkml:trace>
</inkml:ink>
</file>

<file path=ppt/ink/ink2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2-05T16:28:12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7026 0 0,'0'0'3992'0'0,"0"0"-642"0"0,0 0-642 0 0,0 0-652 0 0,0 0-597 0 0,0 0-419 0 0,0 0-252 0 0,0 0-201 0 0,0 0-176 0 0,0 0-136 0 0,0 0-131 0 0,6-1-72 0 0,-3 0-67 0 0,0 0 0 0 0,1 1 0 0 0,-1-1 0 0 0,0 1 0 0 0,1 0 0 0 0,-1 0 0 0 0,0 0 0 0 0,1 0 0 0 0,-1 1 0 0 0,0 0 0 0 0,0-1 0 0 0,1 1 0 0 0,-1 0 0 0 0,2 1-5 0 0,111 53 40 0 0,-112-52-10 0 0,-4-1-20 0 0,-6 65 393 0 0,3 9-116 0 0,14 15-118 0 0,0-50-143 0 0,-10-34-4438 0 0,-7-22-8432 0 0,3 13 5157 0 0</inkml:trace>
  <inkml:trace contextRef="#ctx0" brushRef="#br0" timeOffset="384.09">278 188 2008 0 0,'0'0'4441'0'0,"0"0"-646"0"0,0 0-653 0 0,0 0-627 0 0,0 0-610 0 0,0 0-523 0 0,0 0-310 0 0,0 0-170 0 0,0 0-143 0 0,0 0-106 0 0,0 0-153 0 0,0 0-122 0 0,0 0-102 0 0,-2 0-71 0 0,-8 0-24 0 0,8 0-46 0 0,2 0-36 0 0,0 0-42 0 0,0 0-14 0 0,-1 0-24 0 0,-31 8 41 0 0,-160-6 262 0 0,173-6-4569 0 0,12 1-5401 0 0,2 2-1306 0 0</inkml:trace>
</inkml:ink>
</file>

<file path=ppt/ink/ink2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2-05T16:28:11.0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 0 0 0,'0'0'336'0'0,"0"0"492"0"0,0 0 174 0 0,0 0 33 0 0,0 0 5 0 0,0 0 3 0 0,0 0 20 0 0,0 0 45 0 0,0 0 31 0 0,0 0-6 0 0,0 0-52 0 0,-2 0-65 0 0,1 1-537 0 0,-5 0-335 0 0,4 3 3666 0 0,2-4-3378 0 0,8 15 2918 0 0,29 26-1411 0 0,111 95-1141 0 0,-92-88-760 0 0,-2-5-92 0 0,-52-40-2070 0 0,-10-7 1204 0 0,-10-10-284 0 0,-6-10-3520 0 0,13 13-393 0 0,2 2-3554 0 0</inkml:trace>
  <inkml:trace contextRef="#ctx0" brushRef="#br0" timeOffset="466.02">259 98 1528 0 0,'0'0'4588'0'0,"0"0"-609"0"0,0 0-563 0 0,0 0-689 0 0,0 0-576 0 0,0 0-550 0 0,0 0-354 0 0,0 0-222 0 0,0 0-211 0 0,0 0-166 0 0,0 0-141 0 0,0 0-99 0 0,0 0-80 0 0,-3-2-59 0 0,-9-8-85 0 0,9 8-55 0 0,13 18 156 0 0,-7-11-265 0 0,-4 5-105 0 0,-3-6 103 0 0,-58 47 385 0 0,57-44-375 0 0,0 0 1 0 0,0 0-1 0 0,1 0 1 0 0,0 1-1 0 0,0-1 1 0 0,1 1-1 0 0,0 0 1 0 0,0 0-1 0 0,0 1 1 0 0,1-1-1 0 0,1 0 1 0 0,0 1-1 0 0,-1 4-28 0 0,2-11 0 0 0,-8 42-41 0 0,4-39-471 0 0,3-5-8827 0 0,1-3-1392 0 0</inkml:trace>
</inkml:ink>
</file>

<file path=ppt/ink/ink2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2-05T16:28:22.942"/>
    </inkml:context>
    <inkml:brush xml:id="br0">
      <inkml:brushProperty name="width" value="0.1" units="cm"/>
      <inkml:brushProperty name="height" value="0.1" units="cm"/>
    </inkml:brush>
    <inkml:brush xml:id="br1">
      <inkml:brushProperty name="width" value="0.05" units="cm"/>
      <inkml:brushProperty name="height" value="0.05" units="cm"/>
    </inkml:brush>
  </inkml:definitions>
  <inkml:trace contextRef="#ctx0" brushRef="#br0">111 1748 0 0 0,'0'0'1383'0'0,"0"0"67"0"0,0 0-95 0 0,0 0-127 0 0,0 0-105 0 0,0 0-91 0 0,0 0-92 0 0,0 0-120 0 0,0 0-154 0 0,-3-4-93 0 0,-10-9-53 0 0,9 10-37 0 0,4 3 3 0 0,0 0 0 0 0,0 0-26 0 0,0 0-101 0 0,15-7 2011 0 0,-37-12-183 0 0,-45-11 1551 0 0,58 47-3200 0 0,7-4-496 0 0,1-11-24 0 0,0-1 0 0 0,0 0 0 0 0,1 1 0 0 0,-1-1 0 0 0,1 1 0 0 0,-1-1-1 0 0,1 1 1 0 0,0-1 0 0 0,0 1 0 0 0,0-1 0 0 0,0 1 0 0 0,0-1-1 0 0,0 1 1 0 0,0-1 0 0 0,0 1 0 0 0,0-1 0 0 0,1 1 0 0 0,-1-1 0 0 0,0 1-1 0 0,1-1 1 0 0,-1 0 0 0 0,1 1 0 0 0,0-1 0 0 0,0 0 0 0 0,-1 1-1 0 0,1-1 1 0 0,0 0 0 0 0,0 0 0 0 0,0 0 0 0 0,0 0 0 0 0,0 1 0 0 0,1-2-1 0 0,-1 1 1 0 0,0 0 0 0 0,0 0 0 0 0,1 0 0 0 0,-1 0 0 0 0,0-1 0 0 0,1 1-18 0 0,6 6 19 0 0,1-1 0 0 0,1 0 0 0 0,-1-1-1 0 0,1 1 1 0 0,0-2 0 0 0,0 1 0 0 0,0-1 0 0 0,1-1 0 0 0,-1 0 0 0 0,1-1 0 0 0,0 0 0 0 0,0 0 0 0 0,8-1-19 0 0,-18-1 12 0 0,0-1 0 0 0,0 0-1 0 0,1 1 1 0 0,-1-1 0 0 0,0 0 0 0 0,0 0-1 0 0,0 0 1 0 0,0 0 0 0 0,0 0-1 0 0,0 0 1 0 0,-1 0 0 0 0,1-1-1 0 0,0 1 1 0 0,-1 0 0 0 0,1 0 0 0 0,0-1-1 0 0,-1 1 1 0 0,1 0 0 0 0,-1-1-1 0 0,0 1 1 0 0,1 0 0 0 0,-1-1-1 0 0,0 1 1 0 0,0 0 0 0 0,0-1 0 0 0,0 1-1 0 0,0-1 1 0 0,0 1 0 0 0,-1 0-1 0 0,1-1 1 0 0,0 1 0 0 0,-1-1-1 0 0,0 0-11 0 0,1-6 22 0 0,-1 3-6 0 0,0-1 0 0 0,-1 0 0 0 0,0 1 0 0 0,0 0 0 0 0,-1-1 0 0 0,1 1 0 0 0,-1 0 0 0 0,0 0 0 0 0,-1 0 0 0 0,1 1 0 0 0,-1-1 0 0 0,0 1 0 0 0,0 0 0 0 0,0 0 0 0 0,-1-1-16 0 0,4 4-2 0 0,1 1 0 0 0,-1-1-1 0 0,1 0 1 0 0,-1 1-1 0 0,1-1 1 0 0,-1 1-1 0 0,1-1 1 0 0,-1 1-1 0 0,0-1 1 0 0,1 1-1 0 0,-1-1 1 0 0,0 1 0 0 0,0 0-1 0 0,1-1 1 0 0,-1 1-1 0 0,0 0 1 0 0,0 0-1 0 0,1 0 1 0 0,-1-1-1 0 0,0 1 1 0 0,0 0-1 0 0,0 0 1 0 0,1 0 0 0 0,-1 0-1 0 0,0 0 1 0 0,0 0-1 0 0,0 1 1 0 0,1-1-1 0 0,-1 0 1 0 0,0 0-1 0 0,0 1 1 0 0,1-1 0 0 0,-1 0-1 0 0,0 1 1 0 0,0-1-1 0 0,1 0 1 0 0,-1 1 2 0 0,-35 58-111 0 0,29-43 126 0 0,7-16 22 0 0,6 6 195 0 0,92 43-53 0 0,-99-66 156 0 0,-4 9-335 0 0,-1-1 0 0 0,-1 1 0 0 0,0 0 0 0 0,0 0 0 0 0,0 1 0 0 0,-1 0 0 0 0,0 1 0 0 0,0-1 0 0 0,-6-2 0 0 0,14 9-1 0 0,0-1 0 0 0,-1 0 0 0 0,0 0 0 0 0,1 1 0 0 0,-1-1 0 0 0,1 1 0 0 0,-1-1 0 0 0,0 0 0 0 0,1 1 0 0 0,-1-1 0 0 0,0 1 0 0 0,0-1 0 0 0,1 1 0 0 0,-1 0 0 0 0,0-1 0 0 0,0 1 0 0 0,0 0 0 0 0,0-1 0 0 0,0 1 0 0 0,1 0 0 0 0,-1 0 0 0 0,0 0 0 0 0,0 0 0 0 0,0 0 0 0 0,0 0 0 0 0,0 0 0 0 0,0 0 0 0 0,1 0 0 0 0,-1 1 0 0 0,0-1 0 0 0,0 0 0 0 0,0 0 0 0 0,0 1 0 0 0,0-1 0 0 0,1 0 0 0 0,-1 1 0 0 0,0-1 0 0 0,0 1 0 0 0,1-1 0 0 0,-1 1 0 0 0,0 0 0 0 0,1-1 0 0 0,-1 1 0 0 0,1 0 0 0 0,-1-1 0 0 0,1 1 0 0 0,-1 0 0 0 0,1 0 1 0 0,-1-1-1 0 0,1 1 0 0 0,0 0 0 0 0,-1 0 0 0 0,1 0 1 0 0,-2 5 5 0 0,1 0-1 0 0,0 0 1 0 0,1 0 0 0 0,-1 0 0 0 0,1 0 0 0 0,0 0 0 0 0,1 0 0 0 0,-1 0 0 0 0,1-1 0 0 0,0 1 0 0 0,1 0 0 0 0,-1 0 0 0 0,1 0 0 0 0,0-1 0 0 0,3 4-5 0 0,12 20-148 0 0,-16-28-579 0 0,1 3 1778 0 0,-2-4-3652 0 0,1 0-3740 0 0,-1-1-4077 0 0</inkml:trace>
  <inkml:trace contextRef="#ctx0" brushRef="#br0" timeOffset="21410.29">4061 1663 0 0 0,'0'0'300'0'0,"0"0"196"0"0,0 0 118 0 0,0 0 3 0 0,3 0 49 0 0,16 2 1125 0 0,-4-2 3296 0 0,-14 0-4257 0 0,-1 0 21 0 0,0 0-60 0 0,0 0-67 0 0,0 0-96 0 0,0 0-67 0 0,0 0-85 0 0,0 0-93 0 0,0 0-45 0 0,0 0-49 0 0,-9 3 386 0 0,-20 18-581 0 0,29-21-62 0 0,0 0 72 0 0,0 0 70 0 0,0 0 109 0 0,0 0 97 0 0,0 0 73 0 0,0 0 49 0 0,0 0-2 0 0,0 0-44 0 0,0-4-308 0 0,87 54 245 0 0,-83-51 276 0 0,-13-10-375 0 0,-89-56 272 0 0,85 58 59 0 0,13 9-565 0 0,0 0-20 0 0,0 0-20 0 0,0 0-31 0 0,0 0-19 0 0,0 0-42 0 0,0 0-38 0 0,-13 42-204 0 0,13-37 247 0 0,8 6 720 0 0,5-5-589 0 0,1-1-1 0 0,-1 0 1 0 0,1-1-1 0 0,1 0 1 0 0,-1-2-1 0 0,0 1 1 0 0,1-2-1 0 0,8 0-63 0 0,-23-15 246 0 0,-1 10-251 0 0,0 1-1 0 0,-1-1 1 0 0,1 1 0 0 0,-1-1-1 0 0,0 1 1 0 0,0 0 0 0 0,0 0-1 0 0,0 0 1 0 0,-1 0 0 0 0,1 0-1 0 0,-1 0 1 0 0,0 1 0 0 0,1-1-1 0 0,-1 1 1 0 0,0 0 0 0 0,0 0 0 0 0,-2-1 5 0 0,1 0 7 0 0,-82-47 851 0 0,85 51-854 0 0,1 0 1 0 0,-1-1-1 0 0,0 1 1 0 0,0 0 0 0 0,0-1-1 0 0,1 1 1 0 0,-1 0-1 0 0,0 0 1 0 0,1 0-1 0 0,-1 0 1 0 0,1-1-1 0 0,-1 1 1 0 0,1 0 0 0 0,-1 0-1 0 0,1 0 1 0 0,-1 0-1 0 0,1 0 1 0 0,0 1-1 0 0,0-1 1 0 0,0 0 0 0 0,0 0-1 0 0,-1 0 1 0 0,1 0-1 0 0,1 0 1 0 0,-1 0-1 0 0,0 1-4 0 0,0 3 25 0 0,-1 0-1 0 0,1 0 1 0 0,1-1-1 0 0,-1 1 1 0 0,1 0-1 0 0,0 0 1 0 0,0 0-1 0 0,0-1 0 0 0,1 1 1 0 0,-1-1-1 0 0,1 1 1 0 0,2 3-25 0 0,2 0 20 0 0,0 1 1 0 0,1-1-1 0 0,-1-1 1 0 0,1 0-1 0 0,1 0 1 0 0,0 0-1 0 0,0-1 1 0 0,0 0-1 0 0,0 0 1 0 0,1-1-1 0 0,0 0 1 0 0,0 0-1 0 0,7 1-20 0 0,-15-5 15 0 0,1 0 0 0 0,-1-1 0 0 0,0 1-1 0 0,1 0 1 0 0,-1-1 0 0 0,0 0-1 0 0,1 1 1 0 0,-1-1 0 0 0,0 0-1 0 0,1 1 1 0 0,-1-1 0 0 0,1 0-1 0 0,-1 0 1 0 0,1 0 0 0 0,-1-1-1 0 0,0 1 1 0 0,1 0 0 0 0,-1 0-1 0 0,1-1 1 0 0,-1 1 0 0 0,0-1-1 0 0,1 1 1 0 0,-1-1 0 0 0,0 1-1 0 0,0-1 1 0 0,1 0 0 0 0,-1 0-1 0 0,0 0 1 0 0,0 0 0 0 0,0 0-1 0 0,0 0 1 0 0,0 0 0 0 0,0-1-15 0 0,1-2 14 0 0,0-1 1 0 0,-1 0 0 0 0,0 0 0 0 0,0 1 0 0 0,0-1 0 0 0,-1 0 0 0 0,0 0 0 0 0,0 0 0 0 0,0 0 0 0 0,0 0-1 0 0,-1 0 1 0 0,0 0 0 0 0,0 0 0 0 0,0 0 0 0 0,-1 1 0 0 0,1-1 0 0 0,-1 0 0 0 0,0 1 0 0 0,-1 0-1 0 0,1-1 1 0 0,-1 1 0 0 0,0 0 0 0 0,0 0 0 0 0,0 0-15 0 0,2 1-4 0 0,-1 1 0 0 0,0-1 0 0 0,1 1 0 0 0,-1-1 0 0 0,0 1 1 0 0,0 0-1 0 0,-1 0 0 0 0,1 0 0 0 0,0 0 0 0 0,-1 0 0 0 0,1 0 0 0 0,-1 1 0 0 0,1-1 0 0 0,-1 1 0 0 0,0 0 0 0 0,0 0 0 0 0,0 0 0 0 0,0 0 1 0 0,1 0-1 0 0,-1 1 0 0 0,0-1 0 0 0,0 1 0 0 0,0 0 0 0 0,-1-1 0 0 0,1 1 0 0 0,0 1 0 0 0,0-1 0 0 0,0 0 0 0 0,0 1 0 0 0,0 0 1 0 0,1 0-1 0 0,-3 0 4 0 0,1 2 6 0 0,1 0-1 0 0,-1 0 1 0 0,1 0 0 0 0,0 0 0 0 0,0 1 0 0 0,0-1 0 0 0,0 1 0 0 0,1-1-1 0 0,0 1 1 0 0,-1 0 0 0 0,2 0 0 0 0,-1 0 0 0 0,0 1 0 0 0,1-1 0 0 0,-1 0 0 0 0,1 1-1 0 0,1-1 1 0 0,-1 0 0 0 0,0 1 0 0 0,1 3-6 0 0,14-7 815 0 0,24-1-2636 0 0,-41 6-7433 0 0,0-3-1365 0 0</inkml:trace>
  <inkml:trace contextRef="#ctx0" brushRef="#br1" timeOffset="-6463.65">34 146 0 0 0,'0'0'827'0'0,"0"0"16"0"0,0 0-115 0 0,0 0-133 0 0,0 0-178 0 0,0 0-152 0 0,0 0-20 0 0,3 0 0 0 0,-1 0 690 0 0,23-2-1297 0 0,-18 4 5039 0 0,-5 1 6487 0 0,-2-3-11019 0 0,0 0-21 0 0,0 0 12 0 0,0 0 15 0 0,0 0-9 0 0,0 0 18 0 0,0 0-20 0 0,0 0 6 0 0,0 0-6 0 0,0 0-12 0 0,0 0 1140 0 0,1 0-4030 0 0,0 0-4237 0 0,1 0-3514 0 0</inkml:trace>
  <inkml:trace contextRef="#ctx0" brushRef="#br0" timeOffset="-1912.6">112 183 0 0 0,'0'0'435'0'0,"0"0"784"0"0,0 0 252 0 0,0 0 150 0 0,0 0 16 0 0,9-1-116 0 0,23-7-88 0 0,-24 1 3345 0 0,-16-2-4099 0 0,7 8-384 0 0,-70-54 5150 0 0,60 48-3007 0 0,-23-5-2512 0 0,33 12 133 0 0,-24-2 25 0 0,25 2-53 0 0,0 0-21 0 0,0 0-20 0 0,0 0-21 0 0,0 49 110 0 0,1-47-66 0 0,1 1 0 0 0,-1 0 0 0 0,1-1 0 0 0,0 1 0 0 0,0-1 1 0 0,-1 0-1 0 0,1 0 0 0 0,1 0 0 0 0,-1 0 0 0 0,0 0 0 0 0,0 0 1 0 0,1 0-1 0 0,-1-1 0 0 0,1 1 0 0 0,1 0-13 0 0,8 4-29 0 0,1-1 0 0 0,-1 0 0 0 0,1 0 0 0 0,0-1 0 0 0,0-1 0 0 0,0 0 0 0 0,1-1 0 0 0,-1-1 0 0 0,1 0 0 0 0,-1 0 0 0 0,2-1 29 0 0,-14 0 0 0 0,0 0-1 0 0,0 0 1 0 0,0-1-1 0 0,0 1 1 0 0,0 0 0 0 0,0 0-1 0 0,0-1 1 0 0,0 1-1 0 0,0 0 1 0 0,0-1-1 0 0,0 1 1 0 0,0-1-1 0 0,0 1 1 0 0,0-1-1 0 0,0 0 1 0 0,0 1 0 0 0,-1-1-1 0 0,1 0 1 0 0,0 0-1 0 0,0 1 1 0 0,-1-1-1 0 0,1 0 1 0 0,-1 0-1 0 0,1 0 1 0 0,0 0-1 0 0,-1 0 1 0 0,0 0 0 0 0,1 0-1 0 0,-1 0 1 0 0,0 0-1 0 0,1 0 1 0 0,-1 0-1 0 0,0 0 1 0 0,0 0-1 0 0,0 0 1 0 0,0 0-1 0 0,0 0 1 0 0,0 0 0 0 0,0-1 0 0 0,-13-41-56 0 0,6 35 103 0 0,-1 0 1 0 0,0 0-1 0 0,0 0 1 0 0,-1 1-1 0 0,0 0 1 0 0,0 1-1 0 0,-1 0 1 0 0,0 0-1 0 0,0 1 1 0 0,-2-1-48 0 0,11 6-5 0 0,1 0 1 0 0,-1 1 0 0 0,0-1 0 0 0,0 0 0 0 0,0 0 0 0 0,1 0-1 0 0,-1 0 1 0 0,0 1 0 0 0,1-1 0 0 0,-1 0 0 0 0,0 1-1 0 0,0-1 1 0 0,1 0 0 0 0,-1 1 0 0 0,1-1 0 0 0,-1 1-1 0 0,0-1 1 0 0,1 1 0 0 0,-1 0 0 0 0,1-1 0 0 0,-1 1 0 0 0,1-1-1 0 0,0 1 1 0 0,-1 0 0 0 0,1-1 0 0 0,-1 1 0 0 0,1 0-1 0 0,0 0 1 0 0,0-1 0 0 0,-1 1 4 0 0,-3 6-12 0 0,-40 31-26 0 0,43-37 43 0 0,1-1 1 0 0,0 1 0 0 0,-1-1-1 0 0,1 1 1 0 0,0 0 0 0 0,-1 0 0 0 0,1-1-1 0 0,0 1 1 0 0,0 0 0 0 0,0-1-1 0 0,0 1 1 0 0,0 0 0 0 0,0 0-1 0 0,0-1 1 0 0,0 1 0 0 0,0 0 0 0 0,0 0-1 0 0,0-1 1 0 0,0 1 0 0 0,0 0-1 0 0,1-1 1 0 0,-1 1 0 0 0,0 0 0 0 0,0-1-1 0 0,1 1 1 0 0,-1 0 0 0 0,1-1-1 0 0,-1 1 1 0 0,0-1 0 0 0,1 1-1 0 0,-1 0 1 0 0,1-1 0 0 0,-1 1 0 0 0,1-1-1 0 0,0 0 1 0 0,-1 1 0 0 0,1-1-1 0 0,-1 1 1 0 0,1-1 0 0 0,0 0 0 0 0,-1 1-1 0 0,1-1 1 0 0,0 0 0 0 0,0 0-1 0 0,-1 0 1 0 0,2 1-6 0 0,-1 0 8 0 0,6 4-1 0 0,0 0 1 0 0,0-1-1 0 0,0 1 0 0 0,1-1 0 0 0,0-1 0 0 0,0 1 0 0 0,0-1 0 0 0,0-1 0 0 0,0 1 0 0 0,0-1 0 0 0,1-1 0 0 0,-1 0 0 0 0,7 0-7 0 0,-13-2 11 0 0,-1 0 0 0 0,0-1-1 0 0,0 1 1 0 0,1-1-1 0 0,-1 1 1 0 0,0-1-1 0 0,-1 1 1 0 0,1-1-1 0 0,0 0 1 0 0,0 1 0 0 0,-1-1-1 0 0,1 0 1 0 0,-1 0-1 0 0,1 0 1 0 0,-1 1-1 0 0,0-1 1 0 0,0 0 0 0 0,0 0-1 0 0,0 0 1 0 0,0 0-1 0 0,0 1 1 0 0,0-1-1 0 0,-1 0 1 0 0,1 0 0 0 0,-1 0-1 0 0,0-1-10 0 0,-28-45 108 0 0,28 45-111 0 0,-1 1 0 0 0,0-1 0 0 0,1 0 0 0 0,-1 1 0 0 0,0 0 0 0 0,-1 0 0 0 0,1-1 0 0 0,0 1-1 0 0,-1 1 1 0 0,1-1 0 0 0,-1 0 0 0 0,1 0 0 0 0,-1 1 0 0 0,0 0 0 0 0,0-1 0 0 0,0 1 0 0 0,0 0 0 0 0,0 1 0 0 0,0-1 0 0 0,0 0-1 0 0,0 1 1 0 0,0 0 0 0 0,0-1 0 0 0,0 1 0 0 0,0 0 0 0 0,-1 1 3 0 0,-11 20-169 0 0,10-10 173 0 0,2 1 0 0 0,-1 0 0 0 0,2 0 1 0 0,-1 1-1 0 0,2-1 0 0 0,-1 11-4 0 0,24-8 247 0 0,-7-11-202 0 0,1 1-2141 0 0,-8 0-7098 0 0,-7-3-1200 0 0</inkml:trace>
  <inkml:trace contextRef="#ctx0" brushRef="#br0" timeOffset="19259.34">4045 55 0 0 0,'-5'-5'0'0'0,"-3"0"0"0"0,-1 2 5 0 0,8 3 85 0 0,1 0 275 0 0,0 0 165 0 0,0 0 138 0 0,0 0 184 0 0,0 0 173 0 0,0 0 116 0 0,0 0-13 0 0,0 0-73 0 0,0 0-100 0 0,0 0-151 0 0,0 0-149 0 0,0 0-143 0 0,0 0-105 0 0,0 0-61 0 0,0 0-7 0 0,0 0 10 0 0,0 0 9 0 0,0 0 25 0 0,0 0 17 0 0,0 0-10 0 0,0 0 9 0 0,0 0 12 0 0,0 0 22 0 0,0 0 29 0 0,0 0 15 0 0,0 0-1 0 0,0 0-17 0 0,0 0-16 0 0,0 0-38 0 0,0 0-54 0 0,0 0-64 0 0,0 0-67 0 0,0 0-51 0 0,10 0 1860 0 0,-10 0-1929 0 0,8-6 909 0 0,-37 10-3063 0 0,27 0 2078 0 0,-1 15 288 0 0,75 17 54 0 0,7-17-438 0 0,-79-19 180 0 0,0 0 25 0 0,-2-10 57 0 0,-50-26-72 0 0,22 19 401 0 0,22 41-671 0 0,4-1-332 0 0,-10-68 1990 0 0,13 45-1529 0 0,0 1 1 0 0,0-1 0 0 0,1 1-1 0 0,-1-1 1 0 0,0 1 0 0 0,1-1 0 0 0,-1 1-1 0 0,1 0 1 0 0,-1-1 0 0 0,1 1-1 0 0,-1 0 1 0 0,1-1 0 0 0,-1 1-1 0 0,1 0 1 0 0,0-1 0 0 0,-1 1 0 0 0,1 0-1 0 0,0 0 1 0 0,0 0 0 0 0,-1-1-1 0 0,1 1 1 0 0,0 0 0 0 0,0 0-1 0 0,0 0 1 0 0,0 0 0 0 0,0-1 0 0 0,0 1-1 0 0,0 0 1 0 0,0 0 0 0 0,1 0-1 0 0,-1-1 1 0 0,0 1 0 0 0,0 0 0 0 0,1 0-1 0 0,-1 0 1 0 0,0-1 0 0 0,1 1-1 0 0,-1 0 1 0 0,1 0 22 0 0,8 3 51 0 0,-1-1 1 0 0,1 0-1 0 0,0 0 0 0 0,0-1 1 0 0,0 0-1 0 0,0-1 0 0 0,0 0 1 0 0,0 0-1 0 0,1-1 0 0 0,8-1-51 0 0,-18 1 7 0 0,1-1 0 0 0,0 1 0 0 0,-1-1-1 0 0,1 0 1 0 0,-1 0 0 0 0,1 1 0 0 0,0-1-1 0 0,-1 0 1 0 0,0 0 0 0 0,1 0 0 0 0,-1 0-1 0 0,1 1 1 0 0,-1-1 0 0 0,0 0-1 0 0,0 0 1 0 0,1 0 0 0 0,-1 0 0 0 0,0 0-1 0 0,0 0 1 0 0,0 0 0 0 0,0 0 0 0 0,0 0-1 0 0,0 0 1 0 0,-1 0 0 0 0,1 0-1 0 0,0 0 1 0 0,0 1 0 0 0,-1-1 0 0 0,1 0-1 0 0,0 0 1 0 0,-1 0 0 0 0,1 0 0 0 0,-1 0-1 0 0,1 1 1 0 0,-1-1 0 0 0,1 0 0 0 0,-1 0-1 0 0,0 1 1 0 0,1-1 0 0 0,-1 1-1 0 0,0-1 1 0 0,0 0 0 0 0,0 0-7 0 0,-5-3 7 0 0,-1-1-1 0 0,1 1 1 0 0,-1 0 0 0 0,0 0 0 0 0,0 0 0 0 0,0 1-1 0 0,0 1 1 0 0,-1-1 0 0 0,1 1 0 0 0,-1 0-1 0 0,1 1 1 0 0,-2-1-7 0 0,-11 2 32 0 0,17 24-60 0 0,3-21 41 0 0,0 0 0 0 0,1 0 0 0 0,-1 0 0 0 0,1 0 0 0 0,0 0-1 0 0,0 0 1 0 0,0-1 0 0 0,0 1 0 0 0,0 0 0 0 0,1-1 0 0 0,-1 1 0 0 0,1 0-1 0 0,0-1 1 0 0,0 0 0 0 0,0 1 0 0 0,0-1 0 0 0,0 0 0 0 0,0 0 0 0 0,1 0 0 0 0,-1-1-1 0 0,0 1 1 0 0,1 0 0 0 0,0-1 0 0 0,-1 0 0 0 0,1 1 0 0 0,0-1 0 0 0,0 0-1 0 0,0-1 1 0 0,-1 1 0 0 0,1 0 0 0 0,1-1-13 0 0,43 2 243 0 0,-45-4-228 0 0,0 1 1 0 0,-1-1-1 0 0,1 0 1 0 0,-1 0-1 0 0,0 1 1 0 0,1-1-1 0 0,-1-1 1 0 0,0 1-1 0 0,0 0 1 0 0,0 0-1 0 0,0 0 1 0 0,-1 0-1 0 0,1-1 1 0 0,-1 1-1 0 0,1 0 1 0 0,-1-1-1 0 0,0 1 1 0 0,0 0-1 0 0,0-1 1 0 0,0 1-1 0 0,0 0 1 0 0,0-1-1 0 0,-1 1 1 0 0,1 0-1 0 0,-1 0 1 0 0,1-1-1 0 0,-1 1 1 0 0,0 0-1 0 0,0-1-15 0 0,-2-1-11 0 0,1 0 0 0 0,-1 1 0 0 0,0-1 0 0 0,0 1 0 0 0,0-1-1 0 0,0 1 1 0 0,-1 0 0 0 0,1 0 0 0 0,-1 0 0 0 0,0 0 0 0 0,0 1 0 0 0,0 0 0 0 0,0 0 0 0 0,0 0-1 0 0,0 0 1 0 0,0 0 0 0 0,-1 1 0 0 0,1 0 0 0 0,-1 0 0 0 0,1 0 0 0 0,-1 0 11 0 0,4 1-6 0 0,-1 0-2 0 0,0 0 0 0 0,1 0 0 0 0,-1 0-1 0 0,0 0 1 0 0,1 0 0 0 0,-1 0 0 0 0,0 0 0 0 0,1 0 0 0 0,-1 1 0 0 0,0-1-1 0 0,1 0 1 0 0,-1 1 0 0 0,1 0 0 0 0,-1-1 0 0 0,1 1 0 0 0,-1 0 0 0 0,1 0-1 0 0,-1 0 1 0 0,1 0 0 0 0,0 0 0 0 0,-1 0 0 0 0,1 0 0 0 0,0 0 0 0 0,0 1-1 0 0,0-1 9 0 0,-2 3 3 0 0,1 0-1 0 0,-1 0 1 0 0,1 0-1 0 0,0 0 0 0 0,1 0 1 0 0,-1 0-1 0 0,1 1 1 0 0,0-1-1 0 0,0 0 0 0 0,0 1 1 0 0,0-1-1 0 0,1 1 0 0 0,0 0 1 0 0,0-1-1 0 0,0 1 1 0 0,1 1-3 0 0,-1-5 3 0 0,1 2 23 0 0,0-1 0 0 0,0 0 0 0 0,0 1 0 0 0,1-1 0 0 0,-1 0 0 0 0,1 0 1 0 0,0 0-1 0 0,0 0 0 0 0,0 0 0 0 0,0 0 0 0 0,0 0 0 0 0,0-1 0 0 0,0 1 1 0 0,0-1-1 0 0,1 0 0 0 0,-1 1 0 0 0,1-1 0 0 0,-1 0 0 0 0,1 0 0 0 0,-1-1 0 0 0,1 1 1 0 0,1 0-27 0 0,2 1 59 0 0,0 0 1 0 0,1 0 0 0 0,-1-1 0 0 0,1 0 0 0 0,0 0 0 0 0,-1 0 0 0 0,1-1-1 0 0,0 0 1 0 0,5-1-60 0 0,-11 0 13 0 0,-1 0 0 0 0,1 0 0 0 0,0 0 0 0 0,-1-1 0 0 0,1 1-1 0 0,-1 0 1 0 0,1 0 0 0 0,-1-1 0 0 0,1 1 0 0 0,-1-1 0 0 0,0 1 0 0 0,0 0-1 0 0,0-1 1 0 0,0 1 0 0 0,0 0 0 0 0,0-1 0 0 0,0 1 0 0 0,0 0-1 0 0,0-1 1 0 0,-1 1 0 0 0,1-1 0 0 0,-1 1-13 0 0,0-2-23 0 0,-1 1 1 0 0,0 0-1 0 0,0 0 0 0 0,0 0 0 0 0,0 0 1 0 0,0 0-1 0 0,0 0 0 0 0,0 1 0 0 0,-1-1 1 0 0,1 1-1 0 0,-1-1 0 0 0,1 1 0 0 0,-1 0 1 0 0,0 0-1 0 0,1 0 0 0 0,-1 0 1 0 0,0 1-1 0 0,1-1 0 0 0,-1 1 0 0 0,0 0 1 0 0,0-1 22 0 0,1 2-8 0 0,0 0 0 0 0,0 1 0 0 0,1-1 0 0 0,-1 0 0 0 0,0 0 0 0 0,1 1 0 0 0,-1-1 0 0 0,1 1 0 0 0,0-1 0 0 0,0 1 0 0 0,-1 0 0 0 0,1-1 1 0 0,0 1-1 0 0,0 0 0 0 0,0 0 0 0 0,1 0 0 0 0,-1 0 0 0 0,0 0 0 0 0,1 0 0 0 0,-1 0 8 0 0,-1 3-8 0 0,-3 51 57 0 0,5-56-58 0 0,1 1 0 0 0,-1 0 0 0 0,0 0-1 0 0,1-1 1 0 0,-1 1 0 0 0,1 0 0 0 0,-1-1 0 0 0,1 1 0 0 0,-1 0-1 0 0,1-1 1 0 0,-1 1 0 0 0,1-1 0 0 0,0 1 0 0 0,-1-1-1 0 0,1 1 1 0 0,0-1 0 0 0,0 0 0 0 0,-1 1 0 0 0,1-1 0 0 0,0 0-1 0 0,0 1 1 0 0,-1-1 0 0 0,1 0 0 0 0,0 0 0 0 0,0 0-1 0 0,0 0 1 0 0,-1 0 0 0 0,1 0 0 0 0,0 0 0 0 0,0 0 9 0 0,9 1-8473 0 0,-9-1 7991 0 0,-1 0-9781 0 0</inkml:trace>
  <inkml:trace contextRef="#ctx0" brushRef="#br1" timeOffset="46067.02">3835 180 0 0 0,'0'0'295'0'0,"0"0"621"0"0,0 0 99 0 0,0 0-58 0 0,0 0-80 0 0,0 0-51 0 0,0 0-59 0 0,2-2-65 0 0,18-14 1990 0 0,9 10-2364 0 0,-28 6 436 0 0,10 0 3764 0 0,17 5-4543 0 0,-20-1 140 0 0,-9-3 2459 0 0,1-1-2493 0 0,0 0-13 0 0,-7 0 214 0 0,-105-5 2437 0 0,-20-13-1353 0 0,-93 18-285 0 0,-60-18-184 0 0,-88 18-21 0 0,287 6-800 0 0,-196-1 421 0 0,-35-10-272 0 0,97 1-88 0 0,-79 2 21 0 0,165 10-128 0 0,-218 0 126 0 0,160 4-174 0 0,-49-8 60 0 0,91-7-54 0 0,85 16 8 0 0,-157-10-843 0 0,208 1-860 0 0,8 4-4529 0 0,5-5-4597 0 0</inkml:trace>
  <inkml:trace contextRef="#ctx0" brushRef="#br1" timeOffset="54299.7">3902 187 0 0 0,'13'-15'0'0'0,"18"7"0"0"0,-7 8 9301 0 0,-30 3-6425 0 0,-12 4-817 0 0,-8-4 1119 0 0,-14 11-1869 0 0,0 4-1003 0 0,-21 2 185 0 0,-21 24-99 0 0,-13-10 291 0 0,50-19-246 0 0,16-1-191 0 0,-80 24 211 0 0,15-12 123 0 0,48-12-330 0 0,-83 20 227 0 0,44 0-298 0 0,-23 5 10 0 0,22 4-133 0 0,-2-1 24 0 0,13-10-42 0 0,-13 4 67 0 0,-48 12 63 0 0,-26 3 41 0 0,-23 19 17 0 0,82-31-90 0 0,-138 63 43 0 0,42-32-54 0 0,12 12-38 0 0,6-13 17 0 0,76-25-4 0 0,12-5-80 0 0,-78 32 116 0 0,102-38-164 0 0,-37 19 73 0 0,-43-3 2 0 0,-25 22-19 0 0,120-46 6 0 0,-12 3 22 0 0,16-6 260 0 0,12 5-4683 0 0,32-22-1096 0 0,3-1-5487 0 0</inkml:trace>
  <inkml:trace contextRef="#ctx0" brushRef="#br1" timeOffset="58342.89">3814 1710 0 0 0,'83'-8'0'0'0,"-60"8"8945"0"0,-28 6-8473 0 0,5-4 2878 0 0,0 0 3694 0 0,0-2-6897 0 0,0 0 26 0 0,0 0-21 0 0,0 0 15 0 0,0 0-14 0 0,0 0-38 0 0,0 0-9 0 0,0 0-16 0 0,0 0-14 0 0,0 0 1 0 0,0 0-6 0 0,0 0-16 0 0,0 0-18 0 0,0 0-8 0 0,0 0-31 0 0,0 0 3 0 0,0 0-12 0 0,0 0-11 0 0,0 0 35 0 0,-255-5 2198 0 0,0-1-1209 0 0,113 1-456 0 0,22 1-343 0 0,-178 3 93 0 0,126 16-204 0 0,-58-7 120 0 0,-46-2-156 0 0,8 5 12 0 0,-135-11 39 0 0,231 13-82 0 0,-146-7 118 0 0,203-7-99 0 0,-158 3-7 0 0,-87 0 58 0 0,319 2-95 0 0,40-4 25 0 0,1 0-35 0 0,0 0 12 0 0,0 0-11 0 0,0 0 6 0 0,0 0 19 0 0,0 0-21 0 0,-18 2 0 0 0,-12 1-1719 0 0,11-5-7313 0 0,15 1-1939 0 0</inkml:trace>
  <inkml:trace contextRef="#ctx0" brushRef="#br1" timeOffset="60726.91">260 255 0 0 0,'0'0'500'0'0,"0"0"278"0"0,0 0 82 0 0,0 0-28 0 0,0 0-23 0 0,0 0 26 0 0,0 0-33 0 0,0 0-31 0 0,0 0-99 0 0,0 0-189 0 0,0 0-142 0 0,-3-4-121 0 0,-12-11-67 0 0,-2 8 937 0 0,17 7-743 0 0,0 0 41 0 0,0 0 63 0 0,0 0 29 0 0,0 0 48 0 0,0 0 47 0 0,0 0 7 0 0,0 0-10 0 0,0 0-23 0 0,0 0-15 0 0,0 0-11 0 0,3 3 1846 0 0,62 20-157 0 0,68 46-1537 0 0,0-2 141 0 0,61 2 111 0 0,-135-41-790 0 0,-2 0 345 0 0,0-3 1 0 0,26 6-483 0 0,-64-25 51 0 0,0 0 1 0 0,-1 2 0 0 0,0 0 0 0 0,0 1-1 0 0,4 4-51 0 0,143 70 37 0 0,-129-67-22 0 0,120 37 221 0 0,-18-10 122 0 0,50 6-358 0 0,-115-30 46 0 0,0 5-1 0 0,13 8-45 0 0,10 3 77 0 0,175 53 0 0 0,-179-52-46 0 0,122 40 154 0 0,125 22 95 0 0,-224-56-128 0 0,57 33-22 0 0,64 4-26 0 0,-126-34 44 0 0,-12-8-72 0 0,-20-7-98 0 0,-26-7 17 0 0,-10-7-48 0 0,-31-5-1842 0 0,-11-7-2374 0 0,-3-1-4492 0 0,1-3-1265 0 0</inkml:trace>
  <inkml:trace contextRef="#ctx0" brushRef="#br1" timeOffset="63105.68">3277 1718 0 0 0,'0'0'1507'0'0,"0"0"191"0"0,0 0-38 0 0,0 0-182 0 0,0 0-94 0 0,0 0-68 0 0,0 0-75 0 0,0 0-69 0 0,0 0-119 0 0,0 0-70 0 0,3 7 759 0 0,-2-6 3520 0 0,-12-20-2164 0 0,7 15-3086 0 0,0 0 0 0 0,-1 0 0 0 0,1 0 0 0 0,-1 1-1 0 0,0 0 1 0 0,0 0 0 0 0,0 0 0 0 0,0 0-1 0 0,-1 1 1 0 0,1 0 0 0 0,-1 0 0 0 0,1 0 0 0 0,-1 1-1 0 0,-5-1-11 0 0,-16-6 49 0 0,-114-28 95 0 0,75 16 265 0 0,-47-7-205 0 0,88 21 120 0 0,-56-16 957 0 0,130 35-1349 0 0,264 75-150 0 0,-254-67 252 0 0,21 12-73 0 0,-18-4 3 0 0,-56-24-166 0 0,-7-5 169 0 0,-2 1 208 0 0,-104 16 217 0 0,-27-4 347 0 0,78-7-307 0 0,45 17-1783 0 0,-10-13-1562 0 0,6-6-4303 0 0,5-4-3825 0 0</inkml:trace>
  <inkml:trace contextRef="#ctx0" brushRef="#br1" timeOffset="63900.68">3004 1796 0 0 0,'0'0'1584'0'0,"0"0"330"0"0,0 0 137 0 0,0 0 64 0 0,0 0-104 0 0,0 0-150 0 0,0 0-222 0 0,0 0-332 0 0,0 0-340 0 0,0 0-287 0 0,0 0-164 0 0,0 0-51 0 0,-3 1 11 0 0,-23 0 1742 0 0,25-1-1826 0 0,1 0 30 0 0,0 0-17 0 0,0 0-61 0 0,0 0-52 0 0,0 0-85 0 0,0 0-67 0 0,0 0-49 0 0,0 0-55 0 0,0 0-15 0 0,0 0-14 0 0,-5 10-238 0 0,-38 11 445 0 0,39-20-203 0 0,-79 13 180 0 0,24-4-2450 0 0,35-6-4735 0 0,17-2-3162 0 0</inkml:trace>
</inkml:ink>
</file>

<file path=ppt/ink/ink2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2-05T16:29:28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202 127 0 0 0,'0'0'1890'0'0,"0"0"298"0"0,0 0-171 0 0,0 0-233 0 0,0 0-360 0 0,0 0-353 0 0,0 0-132 0 0,0 0 63 0 0,0 0 125 0 0,0 0 67 0 0,0 0-84 0 0,-16 1-199 0 0,-52 2-130 0 0,-26-13 2693 0 0,71 6-2153 0 0,22 4-1267 0 0,1 0-11 0 0,0 0-36 0 0,0 0 6 0 0,0 0 3 0 0,0 0-13 0 0,0 0 33 0 0,0 0-18 0 0,0 0 9 0 0,0 0 20 0 0,0 0-21 0 0,15 0 276 0 0,129 5-952 0 0,-268-5-494 0 0,124-1-946 0 0,0-1 473 0 0,-1 2-4281 0 0,0-2-3664 0 0</inkml:trace>
  <inkml:trace contextRef="#ctx0" brushRef="#br0" timeOffset="787.24">454 43 544 0 0,'0'0'3668'0'0,"0"0"-766"0"0,0 0-234 0 0,0 0-86 0 0,0 0-222 0 0,0 0-443 0 0,0 0-402 0 0,0 0-302 0 0,0 0-239 0 0,0 0-160 0 0,0 0-166 0 0,0 0-116 0 0,0 0-113 0 0,-8-6-98 0 0,-24-14-66 0 0,25 15-83 0 0,7 5-48 0 0,0 0-48 0 0,0 0-44 0 0,0 0-58 0 0,0 0-14 0 0,0 0-30 0 0,6 15-532 0 0,-3-11 606 0 0,0 0 0 0 0,0 0 0 0 0,0 1 0 0 0,-1-1 0 0 0,1 1 0 0 0,-1 0 0 0 0,-1 0 0 0 0,1-1 0 0 0,-1 1 0 0 0,1 0 0 0 0,-1 4-4 0 0,1 5 287 0 0,-1-18 1112 0 0,4-64-1544 0 0,-5 66 151 0 0,0 1-5 0 0,1 0 1 0 0,-1 0-1 0 0,0 0 0 0 0,0 0 1 0 0,0 0-1 0 0,0 0 0 0 0,0-1 1 0 0,0 1-1 0 0,0 0 0 0 0,-1 0 1 0 0,1 0-1 0 0,0 0 0 0 0,-1 0 1 0 0,1 0-1 0 0,0 0 0 0 0,-1 0 1 0 0,1 0-1 0 0,-1 0 1 0 0,0 0-1 0 0,1 0 0 0 0,-1 0 1 0 0,0 0-1 0 0,0 0 0 0 0,0 0-1 0 0,1 1 36 0 0,0 0-17 0 0,0 0-15 0 0,0 0-21 0 0,0 0-6 0 0,0 0-21 0 0,0 8 40 0 0,-1 0 0 0 0,2 0 0 0 0,-1 0 0 0 0,1 0 0 0 0,0 0 1 0 0,1 0-1 0 0,0-1 0 0 0,0 1 0 0 0,0 0 0 0 0,1-1 0 0 0,1 0 0 0 0,0 2 4 0 0,32 55-54 0 0,-37-50-2023 0 0,-8-10-4450 0 0,6-3-3723 0 0</inkml:trace>
</inkml:ink>
</file>

<file path=ppt/ink/ink2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2-05T16:28:26.593"/>
    </inkml:context>
    <inkml:brush xml:id="br0">
      <inkml:brushProperty name="width" value="0.1" units="cm"/>
      <inkml:brushProperty name="height" value="0.1" units="cm"/>
    </inkml:brush>
    <inkml:brush xml:id="br1">
      <inkml:brushProperty name="width" value="0.05" units="cm"/>
      <inkml:brushProperty name="height" value="0.05" units="cm"/>
    </inkml:brush>
  </inkml:definitions>
  <inkml:trace contextRef="#ctx0" brushRef="#br0">129 1856 0 0 0,'0'0'798'0'0,"0"0"1090"0"0,0 0 52 0 0,0 0-219 0 0,0 0-253 0 0,0 0-224 0 0,0 0-197 0 0,0 0-97 0 0,0 0-131 0 0,0 0-94 0 0,-3-6-37 0 0,-13-27 580 0 0,8 12 1725 0 0,-12 3-2614 0 0,-17 4 752 0 0,37 30-705 0 0,1-10-363 0 0,0-1 0 0 0,1 1 0 0 0,0-1-1 0 0,0 0 1 0 0,1 1 0 0 0,-1-1-1 0 0,1 0 1 0 0,0-1 0 0 0,1 1-1 0 0,-1 0 1 0 0,1-1 0 0 0,0 0-1 0 0,0 0 1 0 0,0 0 0 0 0,0 0-1 0 0,1-1 1 0 0,0 1 0 0 0,-1-1-1 0 0,1 0 1 0 0,1-1 0 0 0,-1 1-1 0 0,0-1 1 0 0,0 0 0 0 0,1-1-1 0 0,-1 1 1 0 0,1-1 0 0 0,0 0 0 0 0,-1 0-1 0 0,1-1 1 0 0,5 1-63 0 0,-10-1 24 0 0,1 0 0 0 0,-1 0 1 0 0,0 0-1 0 0,0 0 0 0 0,1 0 0 0 0,-1 0 0 0 0,0 0 1 0 0,0 0-1 0 0,1 0 0 0 0,-1 0 0 0 0,0-1 1 0 0,0 1-1 0 0,1-1 0 0 0,-1 1 0 0 0,0-1 0 0 0,0 1 1 0 0,0-1-1 0 0,0 1 0 0 0,0-1 0 0 0,0 0 1 0 0,0 0-1 0 0,0 0 0 0 0,0 0 0 0 0,0 0 0 0 0,0 0 1 0 0,0 0-1 0 0,-1 0 0 0 0,1 0 0 0 0,0 0 1 0 0,-1 0-1 0 0,1 0 0 0 0,-1 0 0 0 0,1 0 0 0 0,-1-1 1 0 0,0 1-1 0 0,1 0 0 0 0,-1-1-24 0 0,1-3 25 0 0,0 1 0 0 0,-1 0 0 0 0,0-1 0 0 0,1 1-1 0 0,-1-1 1 0 0,-1 1 0 0 0,1-1 0 0 0,-1 1 0 0 0,0 0 0 0 0,0-1-1 0 0,0 1 1 0 0,0 0 0 0 0,-1 0 0 0 0,0 0 0 0 0,1 0 0 0 0,-2 0 0 0 0,1 0-1 0 0,0 0 1 0 0,-1 0 0 0 0,0 1 0 0 0,0 0 0 0 0,-2-3-25 0 0,-48-33 444 0 0,52 39-442 0 0,0 0 0 0 0,0 0-1 0 0,0-1 1 0 0,0 1 0 0 0,0 0 0 0 0,0 0 0 0 0,-1 0 0 0 0,1 0 0 0 0,0 0-1 0 0,0 0 1 0 0,0 1 0 0 0,0-1 0 0 0,0 0 0 0 0,0 0 0 0 0,0 1-1 0 0,0-1 1 0 0,0 1 0 0 0,0-1 0 0 0,1 1 0 0 0,-1-1 0 0 0,0 1-1 0 0,0-1 1 0 0,0 1 0 0 0,0 0 0 0 0,1-1 0 0 0,-1 1 0 0 0,0 0-1 0 0,1 0 1 0 0,-1 0 0 0 0,0 0 0 0 0,1 0 0 0 0,-1-1 0 0 0,1 1-1 0 0,0 0 1 0 0,-1 0 0 0 0,1 0 0 0 0,0 0 0 0 0,-1 0 0 0 0,1 0-1 0 0,0 0 1 0 0,0 1-2 0 0,-5 45 37 0 0,5-46-34 0 0,0 5 12 0 0,0-3-5 0 0,0 1 0 0 0,0-1 0 0 0,0 1 0 0 0,0-1 0 0 0,0 0 1 0 0,1 1-1 0 0,-1-1 0 0 0,1 1 0 0 0,0-1 0 0 0,0 0 0 0 0,0 0 0 0 0,1 0 0 0 0,-1 1 0 0 0,1-1 0 0 0,1 2-10 0 0,17 12 1202 0 0,-18-34-458 0 0,-2-10-705 0 0,0 27-154 0 0,0 0-52 0 0,0 0-51 0 0,0 0-53 0 0,0 0-12 0 0,0 0 14 0 0,0 0 2 0 0,-3 2-306 0 0,-13 11-1048 0 0,3-7-5711 0 0,10-6-2678 0 0</inkml:trace>
  <inkml:trace contextRef="#ctx0" brushRef="#br0" timeOffset="21680.41">4119 1839 0 0 0,'0'0'479'0'0,"0"0"1033"0"0,0 0-114 0 0,0 0-405 0 0,0 0-282 0 0,0 0-84 0 0,0 0 48 0 0,0 0 24 0 0,0 0 21 0 0,0 0 10 0 0,0 0-41 0 0,0 0-64 0 0,0 0-86 0 0,-3-5-75 0 0,-8-11-43 0 0,7-3 1137 0 0,0 13-1264 0 0,0 0 0 0 0,-1 1 0 0 0,0-1 0 0 0,1 1 0 0 0,-2 0 0 0 0,1 0 0 0 0,0 1 0 0 0,-1 0 0 0 0,0 0 0 0 0,0 0 0 0 0,0 0 0 0 0,-1 1 0 0 0,-4-2-294 0 0,10 5 43 0 0,0 0 0 0 0,0 0 0 0 0,0 0 0 0 0,0 0 0 0 0,0 0 0 0 0,0 0 0 0 0,0 1 0 0 0,0-1 0 0 0,0 0 0 0 0,0 1 0 0 0,0-1 0 0 0,1 0 0 0 0,-1 1 0 0 0,0-1 0 0 0,0 1 0 0 0,0-1 0 0 0,0 1 0 0 0,1-1 0 0 0,-1 1 0 0 0,0 0 0 0 0,1-1 0 0 0,-1 1 0 0 0,0 0 0 0 0,1 0 0 0 0,-1 0 0 0 0,1-1 0 0 0,-1 1 0 0 0,1 0 0 0 0,0 0 0 0 0,-1 0 0 0 0,1 0 0 0 0,0 0 0 0 0,0 0 0 0 0,-1 0 0 0 0,1 0 0 0 0,0 0 0 0 0,0 0 0 0 0,0-1 0 0 0,0 1 0 0 0,0 0 0 0 0,0 0 0 0 0,0 0 0 0 0,1 0 0 0 0,-1 0 0 0 0,0 0 0 0 0,1 0 0 0 0,-1 0 0 0 0,0 0 0 0 0,1 0 0 0 0,-1-1 0 0 0,1 1-43 0 0,-1 6 286 0 0,1-4-214 0 0,0 0-1 0 0,0 1 0 0 0,0-1 1 0 0,1 0-1 0 0,-1 0 0 0 0,1 0 1 0 0,0 0-1 0 0,0 0 0 0 0,0 0 1 0 0,0 0-1 0 0,0-1 0 0 0,1 1 1 0 0,-1-1-1 0 0,3 2-71 0 0,3 4 84 0 0,-3-3-55 0 0,0 0 0 0 0,0-1 0 0 0,0 0 0 0 0,1 0 0 0 0,-1-1 0 0 0,1 1 0 0 0,0-1 0 0 0,0 0 0 0 0,0-1 0 0 0,1 0-1 0 0,-1 0 1 0 0,0 0 0 0 0,1 0 0 0 0,-1-1 0 0 0,1 0 0 0 0,2-1-29 0 0,-8-1 21 0 0,0 1-1 0 0,0-1 1 0 0,0 0 0 0 0,-1 0-1 0 0,1 0 1 0 0,0 0 0 0 0,0 0-1 0 0,-1 0 1 0 0,1 0 0 0 0,-1-1-1 0 0,1 1 1 0 0,-1 0 0 0 0,0 0-1 0 0,1 0 1 0 0,-1-1 0 0 0,0 1-1 0 0,0 0 1 0 0,0 0 0 0 0,0 0 0 0 0,0-1-1 0 0,0 1 1 0 0,0 0 0 0 0,0 0-1 0 0,0-1 1 0 0,-1 1 0 0 0,1-1-21 0 0,-2-4 22 0 0,-1 0 0 0 0,1 0 0 0 0,-1 0 1 0 0,0 1-1 0 0,-1-1 0 0 0,1 1 1 0 0,-1 0-1 0 0,0 0 0 0 0,0 0 1 0 0,-1 1-1 0 0,1-1 0 0 0,-1 1 1 0 0,0 0-1 0 0,0 0 0 0 0,-1 1 1 0 0,1-1-1 0 0,-1 1 0 0 0,0 0 1 0 0,-1 0-23 0 0,5 2 9 0 0,1 0 0 0 0,-1 0 0 0 0,0 0 0 0 0,0 0 0 0 0,0 0 1 0 0,0 0-1 0 0,-1 1 0 0 0,1-1 0 0 0,0 1 0 0 0,0-1 0 0 0,0 1 1 0 0,0 0-1 0 0,-1 0 0 0 0,1 0 0 0 0,0 0 0 0 0,0 0 0 0 0,-1 1 1 0 0,1-1-1 0 0,0 0 0 0 0,0 1 0 0 0,0 0 0 0 0,0 0 0 0 0,0-1 1 0 0,0 1-1 0 0,0 0 0 0 0,0 1 0 0 0,0-1 0 0 0,0 0 0 0 0,1 0 1 0 0,-1 1-1 0 0,0-1 0 0 0,-1 2-9 0 0,2 0 37 0 0,0-1 0 0 0,-1 1 1 0 0,1-1-1 0 0,0 1 0 0 0,0 0 0 0 0,0-1 0 0 0,1 1 0 0 0,-1 0 0 0 0,1 0 1 0 0,-1 0-1 0 0,1-1 0 0 0,0 1 0 0 0,0 0 0 0 0,0 0 0 0 0,1 0 1 0 0,-1-1-1 0 0,1 1 0 0 0,-1 0 0 0 0,1 0 0 0 0,0-1 0 0 0,0 1 1 0 0,0-1-1 0 0,1 1 0 0 0,-1-1 0 0 0,0 1 0 0 0,1-1 0 0 0,0 0 0 0 0,-1 1 1 0 0,1-1-1 0 0,0 0 0 0 0,0 0 0 0 0,0 0 0 0 0,1-1 0 0 0,-1 1 1 0 0,0 0-1 0 0,1-1 0 0 0,-1 0 0 0 0,1 1 0 0 0,-1-1 0 0 0,1 0 1 0 0,-1 0-1 0 0,1-1 0 0 0,0 1 0 0 0,0 0 0 0 0,-1-1 0 0 0,1 0 0 0 0,0 1 1 0 0,0-1-1 0 0,0 0 0 0 0,-1-1 0 0 0,3 1-37 0 0,-3-2 32 0 0,0 1 0 0 0,-1-1 0 0 0,1 1 0 0 0,-1-1-1 0 0,1 0 1 0 0,-1 0 0 0 0,0 0 0 0 0,0 0 0 0 0,0 0 0 0 0,0 0 0 0 0,0 0-1 0 0,0 0 1 0 0,0 0 0 0 0,-1 0 0 0 0,1-1 0 0 0,-1 1 0 0 0,0 0 0 0 0,0 0-1 0 0,1-1 1 0 0,-1 1 0 0 0,-1 0 0 0 0,1 0 0 0 0,0-1 0 0 0,0 1 0 0 0,-1 0-32 0 0,1-2 25 0 0,0 5-57 0 0,-1-1 0 0 0,1 0 1 0 0,0 1-1 0 0,0-1 1 0 0,-1 0-1 0 0,1 0 0 0 0,0 1 1 0 0,-1-1-1 0 0,1 0 0 0 0,0 0 1 0 0,-1 1-1 0 0,1-1 1 0 0,0 0-1 0 0,-1 0 0 0 0,1 0 1 0 0,0 1-1 0 0,-1-1 1 0 0,1 0-1 0 0,-1 0 0 0 0,1 0 1 0 0,-1 0-1 0 0,1 0 1 0 0,0 0-1 0 0,-1 0 0 0 0,1 0 1 0 0,-1 0-1 0 0,1 0 0 0 0,0 0 1 0 0,-1 0-1 0 0,1 0 1 0 0,-1-1-1 0 0,1 1 0 0 0,0 0 1 0 0,-1 0-1 0 0,1 0 1 0 0,0-1-1 0 0,-1 1 0 0 0,1 0 1 0 0,0 0-1 0 0,-1-1 0 0 0,1 1 1 0 0,0 0-1 0 0,-1 0 1 0 0,1-1-1 0 0,0 1 0 0 0,0 0 1 0 0,-1-1-1 0 0,1 1 1 0 0,0-1-1 0 0,0 1 0 0 0,0 0 1 0 0,0-1-1 0 0,-1 1 1 0 0,1-1-1 0 0,0 1 0 0 0,0 0 1 0 0,0-1-1 0 0,0 1 0 0 0,0-1 1 0 0,0 1-1 0 0,0 0 1 0 0,0-1-1 0 0,0 1 0 0 0,0-1 1 0 0,0 1-1 0 0,1 0 1 0 0,-1-1 31 0 0,-7 5-87 0 0,0-1-467 0 0,-7 5-796 0 0,4-2-3039 0 0,3-1-5763 0 0</inkml:trace>
  <inkml:trace contextRef="#ctx0" brushRef="#br0" timeOffset="-1579.36">119 261 0 0 0,'0'0'1139'0'0,"0"0"399"0"0,0 0-6 0 0,0 0-41 0 0,0 0-65 0 0,0 0-66 0 0,0 0-40 0 0,0 0-65 0 0,0 0-76 0 0,0 0-68 0 0,-8-13-74 0 0,-27-43-87 0 0,8 27 1340 0 0,27 28-2217 0 0,-1 0 1 0 0,0 1-1 0 0,0-1 1 0 0,0 1-1 0 0,0-1 1 0 0,0 1 0 0 0,0-1-1 0 0,0 1 1 0 0,0 0-1 0 0,0 0 1 0 0,0-1-1 0 0,0 1 1 0 0,0 0-1 0 0,0 0 1 0 0,0 0-1 0 0,0 0 1 0 0,0 0-1 0 0,0 0 1 0 0,0 0 0 0 0,0 1-1 0 0,0-1 1 0 0,0 0-1 0 0,0 1 1 0 0,0-1-1 0 0,0 0 1 0 0,0 1-1 0 0,0-1 1 0 0,0 1-74 0 0,-9 3-80 0 0,0 1 919 0 0,10-5-813 0 0,6 8 130 0 0,-1-3-76 0 0,-1-1 0 0 0,1 0-1 0 0,0 0 1 0 0,0 0-1 0 0,0-1 1 0 0,0 0-1 0 0,1 0 1 0 0,-1 0-1 0 0,1-1 1 0 0,0 1-1 0 0,-1-1 1 0 0,1-1 0 0 0,0 1-1 0 0,0-1 1 0 0,1 0-1 0 0,-1 0 1 0 0,2-1-80 0 0,-3-34 861 0 0,-5 30-849 0 0,-1 1 1 0 0,0 0-1 0 0,1 0 0 0 0,-1 0 1 0 0,0-1-1 0 0,0 1 0 0 0,-1 0 0 0 0,1 0 1 0 0,-1 1-1 0 0,0-1 0 0 0,1 0 1 0 0,-1 0-1 0 0,0 1 0 0 0,-1-1-12 0 0,-11-19 331 0 0,14 22-338 0 0,-1 0 1 0 0,1 0-1 0 0,-1 0 0 0 0,1 0 1 0 0,-1 0-1 0 0,1 0 0 0 0,-1 0 0 0 0,1 1 1 0 0,-1-1-1 0 0,1 0 0 0 0,-1 0 1 0 0,1 0-1 0 0,-1 1 0 0 0,1-1 1 0 0,-1 0-1 0 0,1 0 0 0 0,-1 1 1 0 0,1-1-1 0 0,0 0 0 0 0,-1 1 1 0 0,1-1-1 0 0,0 0 0 0 0,-1 1 0 0 0,1-1 1 0 0,0 1-1 0 0,-1-1 0 0 0,1 1 1 0 0,0-1-1 0 0,0 1 0 0 0,0-1 1 0 0,-1 1-1 0 0,1-1 0 0 0,0 1 1 0 0,0-1-1 0 0,0 1 0 0 0,0-1 0 0 0,0 1 1 0 0,0-1-1 0 0,0 1 0 0 0,0-1 1 0 0,0 1 6 0 0,-2 3 7 0 0,-21 61-132 0 0,23-65 131 0 0,0 1 0 0 0,0 0 0 0 0,0 0 0 0 0,0 0 0 0 0,0 0-1 0 0,1 0 1 0 0,-1 0 0 0 0,0 0 0 0 0,0 0 0 0 0,1 0 0 0 0,-1 0 0 0 0,0 0 0 0 0,1-1 0 0 0,-1 1 0 0 0,1 0 0 0 0,-1 0 0 0 0,1 0 0 0 0,-1-1 0 0 0,1 1-1 0 0,0 0 1 0 0,-1-1 0 0 0,1 1 0 0 0,0 0 0 0 0,-1-1 0 0 0,1 1 0 0 0,0-1 0 0 0,0 1 0 0 0,0-1 0 0 0,0 0 0 0 0,0 1 0 0 0,-1-1 0 0 0,1 0 0 0 0,0 1-1 0 0,0-1 1 0 0,0 0 0 0 0,0 0 0 0 0,0 0 0 0 0,0 0 0 0 0,0 0 0 0 0,0 0 0 0 0,0 0 0 0 0,0 0 0 0 0,0 0 0 0 0,0-1 0 0 0,-1 1 0 0 0,1 0-1 0 0,1-1-4 0 0,3 2-21 0 0,2 0 49 0 0,0 0-1 0 0,0-1 1 0 0,0 0 0 0 0,0 0 0 0 0,1 0 0 0 0,-1-1 0 0 0,0 0 0 0 0,0 0 0 0 0,0-1 0 0 0,0 0 0 0 0,0 0 0 0 0,-1-1 0 0 0,2 0-29 0 0,-8 2 5 0 0,1 0 1 0 0,-1 0-1 0 0,1 0 1 0 0,-1 0 0 0 0,1 0-1 0 0,-1-1 1 0 0,0 1-1 0 0,0 0 1 0 0,1 0-1 0 0,-1 0 1 0 0,0 0 0 0 0,0 0-1 0 0,0-1 1 0 0,0 1-1 0 0,0 0 1 0 0,-1 0-1 0 0,1 0 1 0 0,0 0 0 0 0,0 0-1 0 0,-1-1 1 0 0,1 1-1 0 0,-1 0 1 0 0,1 0-1 0 0,-1 0 1 0 0,1 0 0 0 0,-1 0-1 0 0,0 0 1 0 0,1 0-1 0 0,-1 1 1 0 0,0-1 0 0 0,0 0-1 0 0,0 0 1 0 0,0 1-1 0 0,0-1 1 0 0,0 0-1 0 0,0 1 1 0 0,0-1 0 0 0,0 1-1 0 0,0-1-5 0 0,-3-3-2 0 0,0 1 0 0 0,1 0-1 0 0,-1 0 1 0 0,-1 1 0 0 0,1-1 0 0 0,0 1-1 0 0,-1-1 1 0 0,1 2 0 0 0,-1-1 0 0 0,1 0-1 0 0,-1 1 1 0 0,0 0 0 0 0,0 0 0 0 0,0 0-1 0 0,0 1 1 0 0,1-1 0 0 0,-1 1 0 0 0,0 0-1 0 0,-3 1 3 0 0,6 0 6 0 0,1 1-1 0 0,-1-1 1 0 0,1 1-1 0 0,0 0 1 0 0,-1-1-1 0 0,1 1 1 0 0,0 0-1 0 0,0 0 0 0 0,0 0 1 0 0,0 0-1 0 0,1 0 1 0 0,-1 0-1 0 0,0 0 1 0 0,1 0-1 0 0,0 0 1 0 0,-1 0-1 0 0,1 0 1 0 0,0 0-1 0 0,0 0 0 0 0,0 0 1 0 0,0 1-1 0 0,0-1 1 0 0,1 0-1 0 0,-1 0 1 0 0,1 0-1 0 0,-1 0 1 0 0,1 0-1 0 0,0 0 1 0 0,0 0-1 0 0,0 0 0 0 0,0 0 1 0 0,0-1-1 0 0,0 1 1 0 0,1 1-6 0 0,33 40 231 0 0,-35-43-211 0 0,0 0 0 0 0,0 0 1 0 0,0-1-1 0 0,0 1 1 0 0,0 0-1 0 0,0 0 0 0 0,0 0 1 0 0,0-1-1 0 0,0 1 1 0 0,0 0-1 0 0,0 0 1 0 0,1-1-1 0 0,-1 1 0 0 0,0 0 1 0 0,0 0-1 0 0,0 0 1 0 0,0-1-1 0 0,1 1 1 0 0,-1 0-1 0 0,0 0 0 0 0,0 0 1 0 0,0 0-1 0 0,1 0 1 0 0,-1 0-1 0 0,0-1 1 0 0,0 1-1 0 0,1 0 0 0 0,-1 0 1 0 0,0 0-1 0 0,0 0 1 0 0,0 0-1 0 0,1 0 1 0 0,-1 0-1 0 0,0 0 0 0 0,0 0 1 0 0,1 0-1 0 0,-1 0 1 0 0,0 0-1 0 0,0 0 1 0 0,1 0-1 0 0,-1 0 0 0 0,0 0 1 0 0,0 0-1 0 0,1 0 1 0 0,-1 1-1 0 0,0-1 1 0 0,0 0-1 0 0,0 0 0 0 0,1 0 1 0 0,-1 0-1 0 0,0 0 1 0 0,0 1-1 0 0,0-1 1 0 0,1 0-1 0 0,-1 0 0 0 0,0 0 1 0 0,0 1-1 0 0,0-1 1 0 0,0 0-1 0 0,0 0-20 0 0,-33-41-723 0 0,16 37-149 0 0,17 19 600 0 0,5 14 360 0 0,-3-23-223 0 0,-2-6 164 0 0,0 1-1 0 0,0 0 1 0 0,0-1-1 0 0,0 1 0 0 0,1 0 1 0 0,-1-1-1 0 0,0 1 0 0 0,0-1 1 0 0,1 1-1 0 0,-1 0 1 0 0,0-1-1 0 0,0 1 0 0 0,1-1 1 0 0,-1 1-1 0 0,1-1 0 0 0,-1 1 1 0 0,1-1-1 0 0,-1 1 1 0 0,1-1-1 0 0,-1 0 0 0 0,1 1 1 0 0,-1-1-1 0 0,1 0 1 0 0,-1 1-1 0 0,1-1 0 0 0,-1 0 1 0 0,1 0-1 0 0,0 1 0 0 0,-1-1 1 0 0,1 0-1 0 0,0 0 1 0 0,-1 0-1 0 0,1 0 0 0 0,-1 0 1 0 0,1 0-1 0 0,0 0 0 0 0,-1 0 1 0 0,1 0-1 0 0,0 0-28 0 0,6 0 44 0 0,-5 0-26 0 0,0 0 1 0 0,-1 0-1 0 0,1 1 0 0 0,0-2 1 0 0,0 1-1 0 0,0 0 1 0 0,-1 0-1 0 0,1 0 1 0 0,0-1-1 0 0,0 1 1 0 0,-1-1-1 0 0,1 1 1 0 0,0-1-1 0 0,-1 0 0 0 0,1 0 1 0 0,-1 0-1 0 0,1 1 1 0 0,-1-2-1 0 0,1 1 1 0 0,-1 0-1 0 0,0 0 1 0 0,1-1-19 0 0,10-26-283 0 0,-12 28-36 0 0,0 0-93 0 0,0 0-64 0 0,-17 10-4305 0 0,10-4-1267 0 0,1-2-4472 0 0</inkml:trace>
  <inkml:trace contextRef="#ctx0" brushRef="#br0" timeOffset="20072.79">4029 117 0 0 0,'0'0'165'0'0,"0"0"199"0"0,0 0 261 0 0,0 0 173 0 0,9-1 152 0 0,28-1 133 0 0,-28 2-7 0 0,-9 0-16 0 0,0 0 26 0 0,0 0-2 0 0,0 0 11 0 0,-1-3 3026 0 0,-7-6-2593 0 0,-4-20 4469 0 0,12 29-5938 0 0,0 0-15 0 0,0 0-22 0 0,0 0-10 0 0,4-3 374 0 0,-29-7-646 0 0,16 27 16 0 0,8-16 252 0 0,1-1 0 0 0,0 1 0 0 0,0-1 0 0 0,0 1 0 0 0,0-1 0 0 0,0 1 0 0 0,-1-1 0 0 0,1 1 0 0 0,0 0 0 0 0,0-1 0 0 0,0 1 0 0 0,0-1 0 0 0,1 1 0 0 0,-1-1 0 0 0,0 1 0 0 0,0-1 0 0 0,0 1 0 0 0,0-1 0 0 0,0 1 0 0 0,1-1 0 0 0,-1 1 0 0 0,0-1 0 0 0,1 1 0 0 0,-1-1 0 0 0,0 1 0 0 0,1-1 0 0 0,-1 1 0 0 0,0-1 0 0 0,1 0 0 0 0,-1 1 0 0 0,1-1 0 0 0,-1 0 0 0 0,0 1 0 0 0,1-1 0 0 0,-1 0 0 0 0,1 0 0 0 0,-1 1-1 0 0,1-1 1 0 0,0 0 0 0 0,-1 0 0 0 0,1 0 0 0 0,-1 0 0 0 0,1 0 0 0 0,-1 0 0 0 0,1 0 0 0 0,-1 0 0 0 0,1 0 0 0 0,-1 0 0 0 0,1 0 0 0 0,0 0 0 0 0,-1 0 0 0 0,1 0 0 0 0,0 0-8 0 0,4 1-60 0 0,72 7 7 0 0,-76-9 54 0 0,-1 1 1 0 0,1-1-1 0 0,-1 0 1 0 0,0 1-1 0 0,1-1 1 0 0,-1 0-1 0 0,0 1 1 0 0,1-1-1 0 0,-1 0 1 0 0,0 1-1 0 0,0-1 1 0 0,0 0-1 0 0,0 1 1 0 0,0-1-1 0 0,0 0 1 0 0,0 0-1 0 0,0 1 0 0 0,0-1 1 0 0,0 0-1 0 0,0 0 1 0 0,0 1-1 0 0,0-1 1 0 0,0 0-1 0 0,-1 1 1 0 0,1-1-1 0 0,0 0 1 0 0,-1 1-1 0 0,1-1 1 0 0,0 0-1 0 0,-1 1 1 0 0,1-1-1 0 0,-1 1 1 0 0,1-1-1 0 0,-1 1 1 0 0,1-1-1 0 0,-1 1 1 0 0,1-1-1 0 0,-1 1 1 0 0,0-1-1 0 0,1 1 1 0 0,-1 0-2 0 0,-10-11 135 0 0,-1 1 0 0 0,0 0 0 0 0,0 1 0 0 0,-1 0 0 0 0,0 1 0 0 0,-1 1 0 0 0,-12-6-135 0 0,25 13 5 0 0,0 0-1 0 0,0 0 1 0 0,1 0-1 0 0,-1 0 0 0 0,0 0 1 0 0,0 0-1 0 0,1 0 1 0 0,-1 0-1 0 0,0 0 1 0 0,0 0-1 0 0,1 0 0 0 0,-1 0 1 0 0,0 1-1 0 0,0-1 1 0 0,1 0-1 0 0,-1 0 0 0 0,0 1 1 0 0,1-1-1 0 0,-1 1 1 0 0,0-1-1 0 0,1 0 0 0 0,-1 1 1 0 0,1-1-1 0 0,-1 1 1 0 0,1 0-1 0 0,-1-1 0 0 0,1 1 1 0 0,-1-1-1 0 0,1 1 1 0 0,-1 0-1 0 0,1-1 0 0 0,0 1 1 0 0,-1 0-1 0 0,1-1 1 0 0,0 1-1 0 0,0 0 0 0 0,-1 0 1 0 0,1-1-1 0 0,0 1 1 0 0,0 0-1 0 0,0 0 1 0 0,0-1-1 0 0,0 2-4 0 0,-3 34 36 0 0,3-33-29 0 0,-1-1 6 0 0,1 1-1 0 0,0 0 0 0 0,-1 0 1 0 0,1-1-1 0 0,0 1 1 0 0,1 0-1 0 0,-1 0 1 0 0,0-1-1 0 0,1 1 0 0 0,-1 0 1 0 0,1-1-1 0 0,0 1 1 0 0,0-1-1 0 0,0 1 0 0 0,0-1 1 0 0,1 1-1 0 0,-1-1 1 0 0,1 1-1 0 0,-1-1 1 0 0,1 0-1 0 0,0 0 0 0 0,0 0 1 0 0,0 0-1 0 0,0 0 1 0 0,0 0-1 0 0,0-1 1 0 0,1 1-13 0 0,4 1 42 0 0,0 0 1 0 0,0-1 0 0 0,1 0 0 0 0,-1-1 0 0 0,0 0-1 0 0,1 0 1 0 0,-1 0 0 0 0,1-1 0 0 0,-1 0 0 0 0,2-1-43 0 0,-8 1 9 0 0,0 0 1 0 0,0-1-1 0 0,0 1 1 0 0,0-1-1 0 0,0 1 1 0 0,0-1-1 0 0,-1 1 1 0 0,1-1-1 0 0,0 0 1 0 0,0 1-1 0 0,0-1 1 0 0,-1 0-1 0 0,1 0 1 0 0,0 0-1 0 0,0 0 1 0 0,-1 1-1 0 0,1-1 1 0 0,-1 0-1 0 0,1 0 1 0 0,-1 0-1 0 0,0 0 1 0 0,1 0-1 0 0,-1 0 1 0 0,0-1-1 0 0,1 1 1 0 0,-1 0-1 0 0,0 0 1 0 0,0 0-1 0 0,0 0 1 0 0,0 0-1 0 0,0 0 1 0 0,0 0-1 0 0,-1 0 1 0 0,1 0-1 0 0,0 0 1 0 0,0-1-1 0 0,-1 1 1 0 0,1 0-1 0 0,-1 0 1 0 0,1 0-1 0 0,-1 1 1 0 0,1-1-1 0 0,-1 0 1 0 0,0 0-1 0 0,1 0 1 0 0,-1 0-1 0 0,0 0-9 0 0,-3-3-8 0 0,0 0 0 0 0,-1 0 0 0 0,1 0 0 0 0,-1 0 0 0 0,0 1 0 0 0,0 0 0 0 0,0 0 0 0 0,0 1 0 0 0,0-1 0 0 0,-1 1 0 0 0,1 0 0 0 0,-1 0 0 0 0,0 1 0 0 0,1 0 0 0 0,-1 0 0 0 0,0 0 0 0 0,0 1 0 0 0,0-1 0 0 0,1 1 0 0 0,-1 1 0 0 0,-5 0 8 0 0,9 0 0 0 0,0 0 0 0 0,-1 0-1 0 0,1 1 1 0 0,0-1-1 0 0,0 0 1 0 0,0 1-1 0 0,0 0 1 0 0,1-1 0 0 0,-1 1-1 0 0,0 0 1 0 0,1 0-1 0 0,-1 0 1 0 0,1 0-1 0 0,0 0 1 0 0,-1 0 0 0 0,1 0-1 0 0,0 1 1 0 0,0-1-1 0 0,0 0 1 0 0,1 1-1 0 0,-1-1 1 0 0,1 1 0 0 0,-1-1-1 0 0,1 1 1 0 0,0-1-1 0 0,0 1 1 0 0,0-1-1 0 0,0 3 1 0 0,0-3 20 0 0,0 1-1 0 0,0-1 1 0 0,1 1-1 0 0,-1-1 1 0 0,1 1-1 0 0,-1-1 1 0 0,1 1-1 0 0,0-1 1 0 0,0 0-1 0 0,0 1 1 0 0,0-1-1 0 0,0 0 1 0 0,1 0-1 0 0,-1 0 1 0 0,1 0-1 0 0,-1 0 1 0 0,1 0-1 0 0,0 0 1 0 0,0 0-1 0 0,0-1 1 0 0,0 1-1 0 0,0-1 1 0 0,0 1-1 0 0,0-1 1 0 0,0 0-1 0 0,1 0-19 0 0,4 4 44 0 0,0-1 1 0 0,0-1-1 0 0,1 1 0 0 0,0-1 0 0 0,0-1 0 0 0,0 1 1 0 0,0-1-1 0 0,0-1 0 0 0,0 1 0 0 0,0-1 1 0 0,1-1-1 0 0,-1 0 0 0 0,6 0-44 0 0,-12-2 17 0 0,-1 1 0 0 0,0-1 1 0 0,1 1-1 0 0,-1-1 0 0 0,0 0 0 0 0,0 1 1 0 0,0-1-1 0 0,0 0 0 0 0,0 0 0 0 0,0 0 1 0 0,-1 0-1 0 0,1 0 0 0 0,-1 0 0 0 0,1 0 1 0 0,-1 0-1 0 0,0 0 0 0 0,0 0 0 0 0,0 0 1 0 0,0 0-1 0 0,0 0 0 0 0,0 0 0 0 0,0 0 1 0 0,-1 0-1 0 0,1 0 0 0 0,-1-1-17 0 0,1 2 1 0 0,-1-3-6 0 0,0 1-1 0 0,0-1 0 0 0,0 0 1 0 0,0 0-1 0 0,-1 1 1 0 0,0-1-1 0 0,0 1 1 0 0,0-1-1 0 0,0 1 1 0 0,0 0-1 0 0,-1 0 1 0 0,1 0-1 0 0,-1 0 1 0 0,0 0-1 0 0,0 1 1 0 0,0-1-1 0 0,0 1 1 0 0,0 0-1 0 0,0-1 1 0 0,-1 2-1 0 0,1-1 1 0 0,-3-1 5 0 0,4 4-13 0 0,-1-1 1 0 0,1 0-1 0 0,-1 1 1 0 0,1 0 0 0 0,0-1-1 0 0,-1 1 1 0 0,1 0 0 0 0,0 0-1 0 0,0 0 1 0 0,0 1-1 0 0,0-1 1 0 0,0 1 0 0 0,0-1-1 0 0,0 1 1 0 0,0-1-1 0 0,1 1 1 0 0,-1 0 0 0 0,1 0-1 0 0,-1 0 1 0 0,1 0-1 0 0,-1 0 1 0 0,1 0 0 0 0,0 0-1 0 0,0 0 1 0 0,0 1-1 0 0,1-1 1 0 0,-1 0 0 0 0,0 1-1 0 0,1-1 1 0 0,-1 0-1 0 0,1 1 1 0 0,0-1 0 0 0,0 1-1 0 0,0 1 13 0 0,0-3-53 0 0,0 0-1 0 0,0-1 0 0 0,0 1 1 0 0,0 0-1 0 0,1-1 0 0 0,-1 1 1 0 0,0 0-1 0 0,0-1 0 0 0,1 1 1 0 0,-1 0-1 0 0,0-1 0 0 0,1 1 1 0 0,-1-1-1 0 0,0 1 0 0 0,1-1 1 0 0,-1 1-1 0 0,1-1 0 0 0,-1 1 1 0 0,1-1-1 0 0,-1 1 0 0 0,1-1 1 0 0,0 1-1 0 0,-1-1 0 0 0,1 0 1 0 0,-1 1-1 0 0,1-1 0 0 0,0 0 1 0 0,-1 0-1 0 0,1 1 0 0 0,0-1 1 0 0,-1 0-1 0 0,1 0 0 0 0,0 0 1 0 0,-1 0-1 0 0,1 0 0 0 0,0 0 1 0 0,0 0-1 0 0,-1 0 0 0 0,1 0 1 0 0,0 0-1 0 0,-1 0 1 0 0,1-1-1 0 0,0 1 0 0 0,0 0 54 0 0,5-1-2325 0 0,-3 2-3080 0 0,-1 0-5248 0 0</inkml:trace>
  <inkml:trace contextRef="#ctx0" brushRef="#br1" timeOffset="67026.39">306 209 0 0 0,'-4'0'347'0'0,"-50"-3"1473"0"0,29-6 467 0 0,17 5 3581 0 0,0-4-3019 0 0,8 8-2784 0 0,0 0 38 0 0,0 0 26 0 0,0 0 85 0 0,0 0 76 0 0,0 0 37 0 0,0 0 54 0 0,0 0-31 0 0,0 0-31 0 0,0 0-18 0 0,0 0-68 0 0,0 0-25 0 0,0 0-41 0 0,0 0-44 0 0,0 0-10 0 0,0 0-17 0 0,0 0 7 0 0,0 0 9 0 0,0 0 11 0 0,0 0 17 0 0,0 0 10 0 0,0 0 29 0 0,3 3 1805 0 0,-3-3-1781 0 0,40-6 2154 0 0,1-2-1913 0 0,1 3 0 0 0,-1 1 0 0 0,1 2 0 0 0,40 4-444 0 0,-18-2 100 0 0,228 2 924 0 0,-135-18-410 0 0,27 11-533 0 0,-77-3 103 0 0,21-5-149 0 0,128 6-36 0 0,34-14 41 0 0,-100 13-59 0 0,-92 2-31 0 0,425 6-68 0 0,-222 14 164 0 0,-110-23 20 0 0,6 26-23 0 0,10-18-57 0 0,9 2 90 0 0,-216-1-93 0 0,-12-1-13517 0 0,8 1 3541 0 0</inkml:trace>
  <inkml:trace contextRef="#ctx0" brushRef="#br1" timeOffset="71008.17">251 310 0 0 0,'0'0'697'0'0,"0"0"1029"0"0,0 0-39 0 0,0 0-309 0 0,0 0-239 0 0,0 0-155 0 0,0 0-117 0 0,0 0-66 0 0,0 0-135 0 0,0 0-137 0 0,0-3-82 0 0,0-13 335 0 0,0 16-580 0 0,0 0-40 0 0,0 0-13 0 0,0 0-25 0 0,5 0 5229 0 0,16 3-4902 0 0,124 47-166 0 0,58 27 341 0 0,-30-28 259 0 0,-32-7-355 0 0,160 52 357 0 0,-74-16-501 0 0,-62-17-192 0 0,137 37 50 0 0,-173-53-233 0 0,139 42 268 0 0,-229-77-259 0 0,-1 2-1 0 0,0 2 0 0 0,0 2 1 0 0,2 3-20 0 0,32 15 28 0 0,2-2 0 0 0,7-2-28 0 0,144 62 37 0 0,-134-53-45 0 0,-9 13-24 0 0,62 25 24 0 0,-3-3-27 0 0,19 3 78 0 0,-35-20-23 0 0,10-1 28 0 0,-43-20-36 0 0,-71-28 19 0 0,-21-8-44 0 0,1 1-2112 0 0,0 1-3798 0 0,-1 0-3880 0 0</inkml:trace>
  <inkml:trace contextRef="#ctx0" brushRef="#br1" timeOffset="73204.42">4013 1866 0 0 0,'0'0'715'0'0,"0"0"538"0"0,0 0-48 0 0,0 0-116 0 0,0 0-253 0 0,0 0-267 0 0,0 0-205 0 0,4 0-190 0 0,11 1-151 0 0,-26 0 698 0 0,-140-6 3915 0 0,-63-8-1388 0 0,49 11-2188 0 0,69 3 1494 0 0,-75-11-2554 0 0,-8-7 854 0 0,1 9 0 0 0,-67 8-854 0 0,-407 4 1175 0 0,290-22-320 0 0,176 5-102 0 0,-89 9-753 0 0,255 4 23 0 0,-237-15 706 0 0,203 12-597 0 0,0 2-1 0 0,0 2 0 0 0,-21 4-131 0 0,-2 2 80 0 0,15-3-48 0 0,-24 3 71 0 0,-43-5 790 0 0,129-2-841 0 0,0 0-13 0 0,-14-2-74 0 0,-50 9-17 0 0,32-3-1537 0 0,-1-2-4486 0 0,21-2-4808 0 0</inkml:trace>
  <inkml:trace contextRef="#ctx0" brushRef="#br1" timeOffset="95647.76">243 1702 0 0 0,'0'0'1050'0'0,"0"0"538"0"0,0 0-170 0 0,0 0-177 0 0,0 0-37 0 0,0 0-54 0 0,0 0-59 0 0,0 0-108 0 0,0 0-122 0 0,0 0-118 0 0,0 0-177 0 0,-2 1 215 0 0,-1 1 9852 0 0,46-18-9629 0 0,21-11-966 0 0,41-17 67 0 0,-20 16-76 0 0,80-30 143 0 0,-82 22-56 0 0,44-8-82 0 0,43-32 63 0 0,-127 59-65 0 0,48-9 8 0 0,-24 0 52 0 0,35-26 145 0 0,7-3-75 0 0,31-13-25 0 0,-69 37-34 0 0,-18 15-93 0 0,-9 13 0 0 0,29-17 50 0 0,-53 12-33 0 0,243-89 42 0 0,-30 9 46 0 0,-44 13-102 0 0,34-17 23 0 0,-31 9 11 0 0,-123 56 5 0 0,65-15-20 0 0,53-27-31 0 0,41-10 18 0 0,-111 8 87 0 0,-46 36-67 0 0,-24 17-58 0 0,23-13 86 0 0,-32 10-207 0 0,-36 25-6840 0 0,-2 1-1822 0 0,-3 0-1667 0 0</inkml:trace>
  <inkml:trace contextRef="#ctx0" brushRef="#br1" timeOffset="120084.66">3287 1803 0 0 0,'0'0'856'0'0,"0"0"-202"0"0,0 0-214 0 0,0 0-52 0 0,0 0-3 0 0,0 0-19 0 0,0 0-16 0 0,0 0-46 0 0,0 0-54 0 0,6 0-39 0 0,-5 0-182 0 0,26-1 139 0 0,-4 0 1700 0 0,-18 1-1767 0 0,5-9 13078 0 0,-11 2-12214 0 0,-1 4-974 0 0,0 0 0 0 0,-1 1 0 0 0,1 0 0 0 0,-1-1 0 0 0,1 1 0 0 0,-1 0 0 0 0,0 0 0 0 0,0 0 0 0 0,1 1 0 0 0,-1-1 0 0 0,-1 1 1 0 0,1 0-1 0 0,0-1 0 0 0,0 1 0 0 0,-1 0 9 0 0,-5-2 3 0 0,-168-66 1313 0 0,101 40-692 0 0,42 27 297 0 0,34 2-915 0 0,0 0-7 0 0,0 0 13 0 0,0 0 3 0 0,0 0-9 0 0,0 0-7 0 0,0 0 14 0 0,0 0 7 0 0,0 0-4 0 0,0 0 16 0 0,0 0-5 0 0,0 0-6 0 0,0 0-2 0 0,0 0 26 0 0,0 0-3 0 0,0 0-8 0 0,0 0-3 0 0,24 7-59 0 0,145 75-35 0 0,-125-59-19 0 0,43 29-29 0 0,-86-51 100 0 0,1 0 0 0 0,0 0 0 0 0,-1 0 0 0 0,1 1 0 0 0,-1-1 0 0 0,0 1 0 0 0,1-1 0 0 0,-1 1 0 0 0,0-1 0 0 0,0 1 0 0 0,0 0 0 0 0,0-1 0 0 0,0 1 0 0 0,0 0 0 0 0,0 0 0 0 0,-1 0 0 0 0,1 0 0 0 0,-1 0 0 0 0,1 0 0 0 0,-1-1 0 0 0,0 3 11 0 0,-26 12 75 0 0,-53 2 198 0 0,52-12-156 0 0,-80 11 369 0 0,45-7-662 0 0,35-1-5821 0 0,25-8 5385 0 0,-2 0-9811 0 0</inkml:trace>
</inkml:ink>
</file>

<file path=ppt/ink/ink2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2-05T16:28:28.395"/>
    </inkml:context>
    <inkml:brush xml:id="br0">
      <inkml:brushProperty name="width" value="0.1" units="cm"/>
      <inkml:brushProperty name="height" value="0.1" units="cm"/>
    </inkml:brush>
    <inkml:brush xml:id="br1">
      <inkml:brushProperty name="width" value="0.05" units="cm"/>
      <inkml:brushProperty name="height" value="0.05" units="cm"/>
    </inkml:brush>
  </inkml:definitions>
  <inkml:trace contextRef="#ctx0" brushRef="#br0">108 289 0 0 0,'0'0'507'0'0,"0"0"586"0"0,0 0 137 0 0,0 0-47 0 0,0 0-30 0 0,0 0-12 0 0,0 0-5 0 0,0 0-52 0 0,0 0-136 0 0,0 0-141 0 0,0 0-140 0 0,-7-8-126 0 0,-19-26-92 0 0,18 26 74 0 0,1-6 6665 0 0,8 7-7897 0 0,-2 6 711 0 0,1 1-1 0 0,0-1 1 0 0,0 1-1 0 0,-1-1 0 0 0,1 1 1 0 0,-1-1-1 0 0,1 1 1 0 0,0-1-1 0 0,-1 1 0 0 0,1 0 1 0 0,-1-1-1 0 0,1 1 1 0 0,-1 0-1 0 0,1-1 0 0 0,-1 1 1 0 0,1 0-1 0 0,-1 0 1 0 0,1 0-1 0 0,-1-1 0 0 0,1 1 1 0 0,-1 0-1 0 0,0 0 1 0 0,1 0-1 0 0,-1 0 0 0 0,1 0 1 0 0,-1 0-1 0 0,1 0 1 0 0,-1 0-1 0 0,0 0 0 0 0,1 0 1 0 0,-1 0-1 0 0,1 0 1 0 0,-1 1-1 0 0,1-1 0 0 0,-1 0 1 0 0,1 0-1 0 0,-1 1 1 0 0,1-1-1 0 0,-1 0 0 0 0,1 0 1 0 0,-1 1-2 0 0,-1 6 1 0 0,1-6 30 0 0,1 0 0 0 0,-1 0-1 0 0,1 0 1 0 0,0 1 0 0 0,-1-1 0 0 0,1 0 0 0 0,0 0 0 0 0,0 0-1 0 0,0 0 1 0 0,0 0 0 0 0,0 1 0 0 0,0-1 0 0 0,0 0 0 0 0,0 0 0 0 0,0 0-1 0 0,0 0 1 0 0,1 0 0 0 0,-1 1 0 0 0,0-1 0 0 0,1 0 0 0 0,-1 0 0 0 0,1 0-1 0 0,-1 0 1 0 0,2 1-31 0 0,-1 0 79 0 0,1 0 0 0 0,0 1 0 0 0,0-1 0 0 0,0 0 0 0 0,1 0 0 0 0,-1 0-1 0 0,0 0 1 0 0,1-1 0 0 0,-1 1 0 0 0,1-1 0 0 0,0 1 0 0 0,0-1 0 0 0,-1 0 0 0 0,1 0 0 0 0,0 0 0 0 0,0 0-1 0 0,0-1 1 0 0,0 1 0 0 0,0-1 0 0 0,0 0 0 0 0,0 1 0 0 0,0-2 0 0 0,0 1 0 0 0,0 0 0 0 0,0 0-79 0 0,-2-2 22 0 0,0 1 0 0 0,0 0 0 0 0,1-1 0 0 0,-2 1 0 0 0,1-1 0 0 0,0 1 0 0 0,0-1 0 0 0,0 1 0 0 0,-1-1 0 0 0,1 0 0 0 0,-1 1 1 0 0,1-1-1 0 0,-1 0 0 0 0,0 1 0 0 0,0-1 0 0 0,1 0 0 0 0,-1 0 0 0 0,0 1 0 0 0,-1-1 0 0 0,1 0 0 0 0,0 0 0 0 0,0 1 0 0 0,-1-2-22 0 0,1-5 10 0 0,-2 3-2 0 0,1 1 1 0 0,0 0-1 0 0,-1-1 1 0 0,0 1-1 0 0,0 0 0 0 0,0 0 1 0 0,-1 0-1 0 0,1 0 1 0 0,-1 1-1 0 0,0-1 0 0 0,0 1 1 0 0,0 0-1 0 0,0-1 1 0 0,-1 1-1 0 0,1 1 0 0 0,-1-1 1 0 0,-2-1-9 0 0,4 3-3 0 0,1 0 0 0 0,0 0 0 0 0,-1 0 0 0 0,1 1 0 0 0,-1-1 0 0 0,1 1 0 0 0,-1-1 0 0 0,1 1 1 0 0,-1-1-1 0 0,1 1 0 0 0,-1 0 0 0 0,1 0 0 0 0,-1 0 0 0 0,1 0 0 0 0,-1 0 0 0 0,0 0 0 0 0,1 0 0 0 0,-1 0 0 0 0,1 0 1 0 0,-1 1-1 0 0,1-1 0 0 0,-1 1 0 0 0,1-1 0 0 0,-1 1 0 0 0,1 0 0 0 0,0 0 0 0 0,-1-1 0 0 0,1 1 0 0 0,0 0 0 0 0,-1 0 1 0 0,1 0-1 0 0,0 0 0 0 0,0 1 0 0 0,0-1 0 0 0,0 0 0 0 0,0 0 0 0 0,0 1 0 0 0,0-1 3 0 0,-13 58-95 0 0,13-58 106 0 0,1 0-1 0 0,0 0 0 0 0,0 0 0 0 0,0 1 0 0 0,0-1 0 0 0,1 0 1 0 0,-1 0-1 0 0,0 1 0 0 0,0-1 0 0 0,1 0 0 0 0,-1 0 0 0 0,1 0 0 0 0,-1 0 1 0 0,1 0-1 0 0,-1 0 0 0 0,1 0 0 0 0,0 0 0 0 0,-1 0 0 0 0,1 0 1 0 0,0 0-1 0 0,0 0 0 0 0,0 0 0 0 0,0 0 0 0 0,0-1 0 0 0,0 1 1 0 0,0 0-1 0 0,0-1 0 0 0,0 1 0 0 0,0 0 0 0 0,0-1 0 0 0,0 0 1 0 0,0 1-1 0 0,1-1 0 0 0,0 1-10 0 0,2 0 44 0 0,-1 0 0 0 0,1 0 0 0 0,0 0 0 0 0,0 0 1 0 0,0 0-1 0 0,0-1 0 0 0,0 0 0 0 0,0 0 0 0 0,0 0 0 0 0,0 0 0 0 0,0-1 1 0 0,0 1-1 0 0,-1-1 0 0 0,1 0 0 0 0,0 0 0 0 0,0 0 0 0 0,0-1 0 0 0,-1 0 1 0 0,2 0-45 0 0,-3 0 28 0 0,0 1 0 0 0,0-1 0 0 0,0 0 1 0 0,0 0-1 0 0,0 0 0 0 0,-1 0 0 0 0,1 0 1 0 0,-1 0-1 0 0,1-1 0 0 0,-1 1 0 0 0,0 0 1 0 0,0-1-1 0 0,0 1 0 0 0,0-1 0 0 0,0 1 0 0 0,-1-1 1 0 0,1 1-1 0 0,-1-1 0 0 0,1 0 0 0 0,-1 1 1 0 0,0-1-1 0 0,0 0 0 0 0,-1-1-28 0 0,1 3-12 0 0,0 0 1 0 0,-1-1-1 0 0,1 1 0 0 0,-1 0 1 0 0,1 0-1 0 0,-1 0 0 0 0,0-1 1 0 0,1 1-1 0 0,-1 0 0 0 0,0 0 0 0 0,0 0 1 0 0,0 0-1 0 0,0 0 0 0 0,0 0 1 0 0,0 0-1 0 0,0 1 0 0 0,0-1 1 0 0,0 0-1 0 0,0 0 0 0 0,0 1 0 0 0,-1-1 1 0 0,1 1-1 0 0,0-1 0 0 0,0 1 1 0 0,-1 0-1 0 0,1-1 0 0 0,0 1 1 0 0,-1 0-1 0 0,1 0 0 0 0,0 0 1 0 0,-1 0-1 0 0,1 0 0 0 0,0 0 0 0 0,-1 0 1 0 0,1 0-1 0 0,0 1 0 0 0,-1-1 1 0 0,1 0-1 0 0,0 1 0 0 0,-1-1 1 0 0,1 1-1 0 0,0 0 0 0 0,0-1 0 0 0,0 1 1 0 0,0 0-1 0 0,0 0 0 0 0,0-1 1 0 0,-1 2 11 0 0,0 1-21 0 0,-1 1 0 0 0,1 1-1 0 0,0-1 1 0 0,0 0 0 0 0,0 0 0 0 0,1 1 0 0 0,-1-1 0 0 0,1 1 0 0 0,0-1 0 0 0,0 1 0 0 0,1-1 0 0 0,-1 1 0 0 0,1 0 0 0 0,0-1 0 0 0,1 3 21 0 0,3 30-2834 0 0,-3-33-1854 0 0,-1-3 1022 0 0,0-1-6638 0 0</inkml:trace>
  <inkml:trace contextRef="#ctx0" brushRef="#br0" timeOffset="1683.4">152 2101 0 0 0,'0'0'615'0'0,"0"0"1041"0"0,0 0 29 0 0,0 0-384 0 0,0 0-241 0 0,0 0-213 0 0,0 0-199 0 0,0 0-104 0 0,0 0-77 0 0,0 0-59 0 0,0 0-32 0 0,0 0-46 0 0,0 0-13 0 0,1-5 7 0 0,6-15-30 0 0,-7 19-213 0 0,0 0 0 0 0,0 0 0 0 0,0 1 0 0 0,0-1 0 0 0,0 0 0 0 0,0 0 0 0 0,0 0 0 0 0,-1 0 0 0 0,1 0 1 0 0,0 0-1 0 0,0 0 0 0 0,-1 1 0 0 0,1-1 0 0 0,-1 0 0 0 0,1 0 0 0 0,-1 0 0 0 0,1 1 0 0 0,-1-1 0 0 0,1 0 1 0 0,-1 1-1 0 0,0-1 0 0 0,1 0 0 0 0,-1 1 0 0 0,0-1 0 0 0,1 1 0 0 0,-1-1 0 0 0,0 1 0 0 0,0-1 0 0 0,0 1 0 0 0,1 0 1 0 0,-1-1-1 0 0,0 1-81 0 0,-4-3 333 0 0,2 1-120 0 0,0-1 0 0 0,-1 1 0 0 0,1-1 0 0 0,-1 1 0 0 0,0 0 0 0 0,1 1 0 0 0,-1-1 0 0 0,0 1 0 0 0,0-1 0 0 0,0 1 0 0 0,0 0 0 0 0,-2 0-214 0 0,6 1 83 0 0,-7 12 571 0 0,7-9-583 0 0,0-1-1 0 0,0 1 1 0 0,0 0-1 0 0,0-1 0 0 0,1 1 1 0 0,-1-1-1 0 0,0 1 0 0 0,1-1 1 0 0,0 1-1 0 0,0-1 1 0 0,0 1-1 0 0,0-1 0 0 0,0 1 1 0 0,0-1-1 0 0,1 0 1 0 0,-1 0-1 0 0,1 0 0 0 0,-1 1 1 0 0,1-2-1 0 0,0 1 1 0 0,0 0-1 0 0,0 0 0 0 0,0 0 1 0 0,0-1-1 0 0,0 0 1 0 0,0 1-1 0 0,1-1 0 0 0,0 1-69 0 0,3 1 51 0 0,0 0 0 0 0,0 0-1 0 0,0 0 1 0 0,0-1 0 0 0,0 0-1 0 0,0 0 1 0 0,1-1 0 0 0,-1 0 0 0 0,1 0-1 0 0,-1 0 1 0 0,1-1 0 0 0,-1 0-1 0 0,1 0 1 0 0,-1-1 0 0 0,1 1-51 0 0,-4-2 54 0 0,0 0 0 0 0,0 0 1 0 0,0 0-1 0 0,0-1 0 0 0,0 1 1 0 0,-1-1-1 0 0,1 1 0 0 0,-1-1 1 0 0,1 0-1 0 0,-1 0 0 0 0,0 0 1 0 0,0 0-1 0 0,-1 0 1 0 0,1-1-1 0 0,-1 1 0 0 0,1 0 1 0 0,-1-1-1 0 0,0 1 0 0 0,0-1 1 0 0,-1 1-1 0 0,1-1 0 0 0,-1 0 1 0 0,0 1-1 0 0,0-1 0 0 0,0 0 1 0 0,0 1-1 0 0,0-1 1 0 0,-1 1-1 0 0,0-4-54 0 0,0 6 3 0 0,0-1-1 0 0,0 0 1 0 0,0 1-1 0 0,0-1 1 0 0,0 1 0 0 0,0-1-1 0 0,-1 1 1 0 0,1-1-1 0 0,0 1 1 0 0,-1 0 0 0 0,1 0-1 0 0,-1-1 1 0 0,1 1-1 0 0,-1 0 1 0 0,0 1 0 0 0,0-1-1 0 0,1 0 1 0 0,-1 0-1 0 0,0 1 1 0 0,0-1 0 0 0,0 1-1 0 0,1-1 1 0 0,-1 1-1 0 0,0 0 1 0 0,0 0 0 0 0,0 0-1 0 0,0 0 1 0 0,0 0-1 0 0,0 0 1 0 0,0 0 0 0 0,0 1-1 0 0,1-1 1 0 0,-1 1-1 0 0,0-1 1 0 0,0 1 0 0 0,0 0-1 0 0,1 0 1 0 0,-1 0-1 0 0,0 0 1 0 0,1 0 0 0 0,-1 0-3 0 0,-2 3-9 0 0,0 0 1 0 0,0-1-1 0 0,0 2 1 0 0,0-1 0 0 0,1 0-1 0 0,-1 1 1 0 0,1 0 0 0 0,0-1-1 0 0,1 1 1 0 0,-1 0-1 0 0,1 1 1 0 0,0-1 0 0 0,1 0-1 0 0,-1 2 9 0 0,1-7 13 0 0,1 1-1 0 0,0-1 0 0 0,0 1 1 0 0,0-1-1 0 0,-1 0 1 0 0,1 1-1 0 0,0-1 0 0 0,0 1 1 0 0,0-1-1 0 0,0 1 0 0 0,0-1 1 0 0,0 0-1 0 0,0 1 1 0 0,0-1-1 0 0,0 1 0 0 0,0-1 1 0 0,0 1-1 0 0,0-1 1 0 0,0 1-1 0 0,0-1 0 0 0,0 1 1 0 0,0-1-1 0 0,0 0 0 0 0,1 1 1 0 0,-1-1-1 0 0,0 1 1 0 0,0-1-1 0 0,0 0 0 0 0,1 1 1 0 0,-1-1-1 0 0,0 0 1 0 0,1 1-1 0 0,-1-1 0 0 0,0 0 1 0 0,1 1-1 0 0,-1-1 0 0 0,0 0 1 0 0,1 0-1 0 0,-1 1 1 0 0,1-1-1 0 0,-1 0 0 0 0,0 0 1 0 0,1 0-1 0 0,-1 0 1 0 0,1 0-1 0 0,-1 1 0 0 0,1-1 1 0 0,-1 0-1 0 0,0 0 0 0 0,1 0 1 0 0,-1 0-1 0 0,1 0 1 0 0,-1 0-1 0 0,1 0 0 0 0,-1-1 1 0 0,1 1-13 0 0,0 1 24 0 0,1-1 0 0 0,0 0 0 0 0,-1 0 1 0 0,1 0-1 0 0,-1 0 0 0 0,1 0 0 0 0,0 0 1 0 0,-1 0-1 0 0,1 0 0 0 0,-1-1 0 0 0,1 1 0 0 0,-1-1 1 0 0,1 1-1 0 0,-1-1 0 0 0,1 1 0 0 0,-1-1 1 0 0,1 0-1 0 0,-1 0 0 0 0,0 0 0 0 0,1 0 0 0 0,-1 0 1 0 0,0 0-1 0 0,0 0 0 0 0,0 0 0 0 0,0-1 1 0 0,0 1-1 0 0,0 0 0 0 0,0 0 0 0 0,0-1 1 0 0,0 1-1 0 0,-1-1 0 0 0,1 1 0 0 0,-1-1 0 0 0,1 1 1 0 0,-1-1-1 0 0,1 1 0 0 0,-1-1 0 0 0,0 0 1 0 0,0 1-1 0 0,0-1 0 0 0,0 1 0 0 0,0-2-24 0 0,0 2-16 0 0,-1-1-1 0 0,0 1 0 0 0,0-1 1 0 0,1 1-1 0 0,-1-1 1 0 0,0 1-1 0 0,0 0 0 0 0,-1 0 1 0 0,1-1-1 0 0,0 1 1 0 0,0 0-1 0 0,-1 0 0 0 0,1 0 1 0 0,0 0-1 0 0,-1 0 0 0 0,1 1 1 0 0,-1-1-1 0 0,1 0 1 0 0,-1 1-1 0 0,1-1 0 0 0,-1 1 1 0 0,0-1-1 0 0,1 1 1 0 0,-1 0-1 0 0,0-1 0 0 0,1 1 1 0 0,-1 0-1 0 0,0 0 0 0 0,1 0 1 0 0,-1 1-1 0 0,0-1 1 0 0,1 0-1 0 0,-1 1 0 0 0,0-1 1 0 0,0 1 16 0 0,0 0 0 0 0,1 0 0 0 0,-1-1 0 0 0,1 1 0 0 0,0 0 0 0 0,-1 0 0 0 0,1 0 0 0 0,0 0 0 0 0,0 0 0 0 0,0 0 0 0 0,-1 1 0 0 0,1-1 0 0 0,1 0 0 0 0,-1 1 0 0 0,0-1 0 0 0,0 0 0 0 0,0 1 0 0 0,1-1 0 0 0,-1 1 0 0 0,1-1 0 0 0,-1 1 0 0 0,1-1 0 0 0,-1 1 0 0 0,1 0 0 0 0,0-1 0 0 0,0 1 0 0 0,0 0 0 0 0,0-1 0 0 0,0 2 0 0 0,14 4-790 0 0,-4-5-4533 0 0,-6-2-1423 0 0,-3 0-2884 0 0</inkml:trace>
  <inkml:trace contextRef="#ctx0" brushRef="#br0" timeOffset="22163.12">4083 98 0 0 0,'0'0'249'0'0,"0"0"273"0"0,0 0 2 0 0,0 0 69 0 0,0 0 186 0 0,0 0 229 0 0,0 0 163 0 0,0 0 83 0 0,-8-8 13 0 0,-23-26-47 0 0,2 3 5182 0 0,28 31-5558 0 0,1 0-143 0 0,0 0-135 0 0,0 0-130 0 0,0 0-83 0 0,0 0-70 0 0,0 0-79 0 0,0 0-43 0 0,0 0-51 0 0,19 0-397 0 0,-9 1 437 0 0,-16 1-68 0 0,-15 22-158 0 0,20-22 94 0 0,0-1 1 0 0,1 1-1 0 0,-1-1 0 0 0,0 1 1 0 0,0 0-1 0 0,1-1 0 0 0,-1 1 1 0 0,1 0-1 0 0,0-1 0 0 0,0 1 0 0 0,-1 0 1 0 0,1 0-1 0 0,0-1 0 0 0,0 1 1 0 0,0 0-1 0 0,1 0 0 0 0,-1-1 1 0 0,0 1-1 0 0,1 0 0 0 0,-1-1 1 0 0,1 1-1 0 0,0 0 0 0 0,-1-1 1 0 0,1 1-1 0 0,0-1 0 0 0,0 1 1 0 0,0-1-1 0 0,0 1 0 0 0,0-1 1 0 0,0 0-1 0 0,0 0 0 0 0,1 1 1 0 0,-1-1-1 0 0,0 0 0 0 0,1 0 0 0 0,-1 0 1 0 0,1 0-1 0 0,0 0-18 0 0,5 4 71 0 0,0-1 0 0 0,0 0 1 0 0,1 0-1 0 0,-1 0 0 0 0,1-1 0 0 0,0 0 0 0 0,0-1 0 0 0,0 1 1 0 0,0-2-1 0 0,0 1 0 0 0,1-1 0 0 0,-1 0 0 0 0,1-1 0 0 0,5 0-71 0 0,-13-1 34 0 0,0 0-1 0 0,0 0 0 0 0,0 0 1 0 0,0 0-1 0 0,0 0 0 0 0,0 0 1 0 0,0 0-1 0 0,-1 0 0 0 0,1 0 1 0 0,0 0-1 0 0,-1-1 0 0 0,1 1 1 0 0,-1 0-1 0 0,1 0 0 0 0,-1-1 1 0 0,0 1-1 0 0,1 0 0 0 0,-1-1 1 0 0,0 1-1 0 0,0 0 0 0 0,0-1 1 0 0,0 1-1 0 0,0 0 0 0 0,-1-1 1 0 0,1 1-1 0 0,0 0 0 0 0,0-1 1 0 0,-1 1-34 0 0,1-4 63 0 0,-1 0-46 0 0,0 1 0 0 0,0 0 0 0 0,0 0 0 0 0,-1 0 0 0 0,1 1 0 0 0,-1-1 1 0 0,0 0-1 0 0,0 1 0 0 0,0-1 0 0 0,-1 1 0 0 0,1-1 0 0 0,-1 1 0 0 0,0 0 1 0 0,0 0-1 0 0,0 0 0 0 0,0 1 0 0 0,0-1 0 0 0,-1 1 0 0 0,1 0 0 0 0,-1 0 1 0 0,0 0-1 0 0,1 0 0 0 0,-1 0 0 0 0,0 1 0 0 0,0 0 0 0 0,0 0 0 0 0,0 0 0 0 0,0 0 1 0 0,0 1-1 0 0,-1-1 0 0 0,1 1 0 0 0,0 0 0 0 0,0 0 0 0 0,-3 1-17 0 0,4 1-2 0 0,0 0-1 0 0,0-1 0 0 0,0 2 0 0 0,0-1 0 0 0,0 0 0 0 0,1 0 1 0 0,-1 1-1 0 0,1-1 0 0 0,0 1 0 0 0,-1 0 0 0 0,1 0 1 0 0,0 0-1 0 0,1 0 0 0 0,-1 0 0 0 0,1 0 0 0 0,-1 0 0 0 0,1 1 1 0 0,0-1-1 0 0,0 1 0 0 0,0-1 0 0 0,1 0 0 0 0,-1 1 1 0 0,1-1-1 0 0,0 1 0 0 0,0 0 0 0 0,0-1 0 0 0,0 2 3 0 0,0-4 17 0 0,1 1 0 0 0,-1 0 0 0 0,1 0-1 0 0,-1-1 1 0 0,1 1 0 0 0,-1-1 0 0 0,1 1 0 0 0,0 0-1 0 0,0-1 1 0 0,-1 1 0 0 0,1-1 0 0 0,0 0-1 0 0,1 1 1 0 0,-1-1 0 0 0,0 0 0 0 0,0 0 0 0 0,0 1-1 0 0,1-1 1 0 0,-1 0 0 0 0,1 0 0 0 0,-1-1-1 0 0,1 1 1 0 0,-1 0 0 0 0,1 0 0 0 0,-1-1 0 0 0,1 1-1 0 0,0-1 1 0 0,-1 1 0 0 0,3-1-17 0 0,50 5 688 0 0,-51-6-652 0 0,-1-1 0 0 0,1 1 0 0 0,0-1 0 0 0,-1 0 0 0 0,1 1 0 0 0,-1-1-1 0 0,1 0 1 0 0,-1-1 0 0 0,0 1 0 0 0,0 0 0 0 0,0-1 0 0 0,0 1 0 0 0,0-1 0 0 0,-1 0-1 0 0,1 1 1 0 0,-1-1 0 0 0,0 0 0 0 0,0 0 0 0 0,0 0 0 0 0,0 0 0 0 0,0 0 0 0 0,0 0 0 0 0,-1 0-1 0 0,0 0 1 0 0,1-1 0 0 0,-1 1 0 0 0,0 0 0 0 0,-1 0 0 0 0,1 0 0 0 0,-1 0 0 0 0,1 0-1 0 0,-1 0-35 0 0,0 0-5 0 0,1 0-1 0 0,-1 1 1 0 0,0-1-1 0 0,0 1 1 0 0,0-1-1 0 0,0 1 1 0 0,-1-1-1 0 0,1 1 1 0 0,-1 0-1 0 0,1 0 0 0 0,-1 0 1 0 0,0 0-1 0 0,0 0 1 0 0,0 0-1 0 0,0 0 1 0 0,0 0-1 0 0,0 1 1 0 0,0-1-1 0 0,0 1 1 0 0,-1 0-1 0 0,1-1 1 0 0,-1 1-1 0 0,1 0 0 0 0,-1 1 1 0 0,1-1-1 0 0,-1 0 1 0 0,0 1-1 0 0,1-1 1 0 0,-1 1-1 0 0,0 0 1 0 0,0 0-1 0 0,1 0 6 0 0,-2 1-7 0 0,1 0 0 0 0,0 0 0 0 0,0 0 0 0 0,0 1 0 0 0,0-1 0 0 0,0 1 0 0 0,0 0 0 0 0,0 0 0 0 0,0 0 0 0 0,1 0 0 0 0,-1 1 0 0 0,1-1 0 0 0,-1 1 0 0 0,1-1 0 0 0,0 1 0 0 0,0 0 0 0 0,0 0 0 0 0,1 0 0 0 0,-1 0 0 0 0,1 0 0 0 0,-1 0 0 0 0,1 0 0 0 0,0 0 0 0 0,0 1 0 0 0,1-1 0 0 0,-1 0 0 0 0,1 1 0 0 0,-1-1 0 0 0,1 1 0 0 0,0-1 0 0 0,0 0 0 0 0,1 1 7 0 0,-1 1 3 0 0,-1-2 0 0 0,1 0 0 0 0,0 0 1 0 0,0-1-1 0 0,0 1 0 0 0,0 0 0 0 0,1 0 0 0 0,-1 0 0 0 0,1-1 1 0 0,0 1-1 0 0,-1 0 0 0 0,1-1 0 0 0,0 1 0 0 0,1-1 0 0 0,-1 1 1 0 0,0-1-1 0 0,1 0 0 0 0,-1 1 0 0 0,2 1-3 0 0,-2-3 26 0 0,1 1 0 0 0,-1-1 0 0 0,0 0 0 0 0,0 1 0 0 0,1-1 0 0 0,-1 0 0 0 0,0 1 0 0 0,1-1 1 0 0,-1 0-1 0 0,1 0 0 0 0,0 0 0 0 0,-1-1 0 0 0,1 1 0 0 0,0 0 0 0 0,0 0 0 0 0,-1-1 0 0 0,1 1 0 0 0,0-1 0 0 0,0 0 0 0 0,0 0 0 0 0,0 1 0 0 0,-1-1 0 0 0,1 0 0 0 0,0-1 0 0 0,0 1 0 0 0,0 0 1 0 0,0 0-1 0 0,0-1-26 0 0,7-14-1053 0 0,-7 13-278 0 0,-2 2-8383 0 0,0 0-619 0 0</inkml:trace>
  <inkml:trace contextRef="#ctx0" brushRef="#br0" timeOffset="24008.43">4139 1860 0 0 0,'0'0'772'0'0,"0"0"989"0"0,0 0 130 0 0,0 0-207 0 0,0 0-152 0 0,0 0-133 0 0,0 0-97 0 0,0 0-154 0 0,0 0-165 0 0,0 0-210 0 0,0 0-239 0 0,0 0-169 0 0,0 0-147 0 0,-2-3-102 0 0,-9-11-56 0 0,-5 10-535 0 0,-50-10 2727 0 0,64 32-378 0 0,5-13-1804 0 0,0 1-1 0 0,-1 0 1 0 0,2-1-1 0 0,-1 0 0 0 0,1 1 1 0 0,-1-2-1 0 0,1 1 1 0 0,1 0-1 0 0,-1-1 1 0 0,1 1-1 0 0,0-1 1 0 0,0-1-1 0 0,3 3-69 0 0,-5-3 65 0 0,0-1 0 0 0,0 0 1 0 0,1 0-1 0 0,-1-1 0 0 0,1 1 0 0 0,-1 0 0 0 0,1-1 1 0 0,-1 0-1 0 0,1 0 0 0 0,0 0 0 0 0,0 0 0 0 0,-1-1 0 0 0,1 1 1 0 0,0-1-1 0 0,0 0 0 0 0,2-1-65 0 0,0-28 932 0 0,-6 26-909 0 0,0-1 1 0 0,0 1-1 0 0,0 0 0 0 0,0-1 0 0 0,0 1 1 0 0,0 0-1 0 0,-1-1 0 0 0,0 1 1 0 0,0 0-1 0 0,0 0 0 0 0,0-1 0 0 0,0 1 1 0 0,-1 0-1 0 0,1 0 0 0 0,-1 0 0 0 0,0 1 1 0 0,1-1-1 0 0,-2 0 0 0 0,1 1 0 0 0,0-1 1 0 0,0 1-1 0 0,-1 0 0 0 0,1 0 0 0 0,-1-1 1 0 0,0 2-1 0 0,0-1 0 0 0,1 0 0 0 0,-1 1 1 0 0,0-1-1 0 0,-1 1 0 0 0,1 0 0 0 0,0 0 1 0 0,0 0-1 0 0,-3 0-23 0 0,4 1-2 0 0,0 0 1 0 0,1 0-1 0 0,-1 1 1 0 0,0-1-1 0 0,0 0 0 0 0,1 1 1 0 0,-1 0-1 0 0,1-1 1 0 0,-1 1-1 0 0,0 0 0 0 0,1 0 1 0 0,-1 0-1 0 0,1 0 1 0 0,0 0-1 0 0,-1 0 1 0 0,1 0-1 0 0,0 0 0 0 0,0 1 1 0 0,0-1-1 0 0,0 0 1 0 0,0 1-1 0 0,0-1 0 0 0,0 1 1 0 0,0-1-1 0 0,0 1 1 0 0,1 0-1 0 0,-1-1 0 0 0,1 1 1 0 0,-1 0-1 0 0,1-1 1 0 0,-1 2 1 0 0,-4 60-70 0 0,5-56 65 0 0,1-4 21 0 0,-1 0 0 0 0,0 0 0 0 0,1-1 0 0 0,-1 1 0 0 0,1 0 0 0 0,0 0 0 0 0,0-1 0 0 0,0 1 0 0 0,1 0 0 0 0,-1-1 0 0 0,0 1 0 0 0,1-1 0 0 0,0 0 0 0 0,-1 1 0 0 0,1-1 0 0 0,0 0 0 0 0,0 0 0 0 0,0 0 0 0 0,1 0 0 0 0,-1 0 0 0 0,0-1 0 0 0,1 1 0 0 0,-1-1 0 0 0,1 0 0 0 0,0 1 0 0 0,-1-1 0 0 0,1 0 0 0 0,0-1 0 0 0,-1 1 0 0 0,1 0 0 0 0,0-1 0 0 0,1 1-16 0 0,-3-1 31 0 0,0 0 0 0 0,0 1 0 0 0,1-1 0 0 0,-1 0 0 0 0,0 0 0 0 0,0 0 0 0 0,0 0 0 0 0,1 0 0 0 0,-1 0 0 0 0,0 0 0 0 0,0 0 0 0 0,0 0 0 0 0,0-1 0 0 0,1 1-1 0 0,-1 0 1 0 0,0-1 0 0 0,0 1 0 0 0,0-1 0 0 0,0 1 0 0 0,0-1 0 0 0,0 0 0 0 0,0 1 0 0 0,0-1 0 0 0,0 0 0 0 0,0 0 0 0 0,-1 1 0 0 0,1-1 0 0 0,0 0 0 0 0,0 0 0 0 0,-1 0 0 0 0,1 0 0 0 0,-1 0 0 0 0,1 0 0 0 0,-1 0 0 0 0,1-1 0 0 0,-1 1 0 0 0,1 0-1 0 0,-1 0 1 0 0,0 0 0 0 0,0 0 0 0 0,0 0 0 0 0,1-1-31 0 0,-1-2 2 0 0,0 0-1 0 0,0 0 0 0 0,0 1 0 0 0,0-1 1 0 0,0 0-1 0 0,-1 0 0 0 0,0 0 1 0 0,0 0-1 0 0,0 0 0 0 0,0 1 0 0 0,0-1 1 0 0,-1 0-1 0 0,0 1 0 0 0,1-1 0 0 0,-1 1 1 0 0,-1 0-1 0 0,1-1 0 0 0,0 1 1 0 0,-1 0-1 0 0,0 0 0 0 0,1 1 0 0 0,-1-1 1 0 0,-3-1-2 0 0,5 2-13 0 0,0 1 1 0 0,-1 0-1 0 0,1 0 1 0 0,0 0-1 0 0,-1 0 0 0 0,1 0 1 0 0,0 0-1 0 0,-1 0 1 0 0,0 0-1 0 0,1 0 1 0 0,-1 1-1 0 0,1-1 1 0 0,-1 0-1 0 0,0 1 1 0 0,1 0-1 0 0,-1-1 0 0 0,0 1 1 0 0,0 0-1 0 0,1 0 1 0 0,-1 0-1 0 0,0 0 1 0 0,0 0-1 0 0,1 0 1 0 0,-1 1-1 0 0,0-1 1 0 0,1 1-1 0 0,-1-1 1 0 0,0 1-1 0 0,1-1 0 0 0,-1 1 1 0 0,0 0-1 0 0,1 0 1 0 0,-1 0-1 0 0,1 0 1 0 0,0 0-1 0 0,-1 0 1 0 0,1 0 12 0 0,-2 3-33 0 0,0-1 0 0 0,0 0 1 0 0,1 0-1 0 0,-1 1 0 0 0,1 0 1 0 0,0-1-1 0 0,0 1 1 0 0,0 0-1 0 0,1 0 0 0 0,-1 0 1 0 0,1 0-1 0 0,0 0 0 0 0,0 1 1 0 0,1-1-1 0 0,-1 4 33 0 0,1-8 22 0 0,11-2-2677 0 0,-7-1-2806 0 0,-3 1-4762 0 0</inkml:trace>
  <inkml:trace contextRef="#ctx0" brushRef="#br1" timeOffset="97214.6">345 1904 0 0 0,'-18'22'0'0'0,"12"-5"0"0"0,-3-1 0 0 0,-2 9 0 0 0,11-24 201 0 0,0-1 804 0 0,0 0 162 0 0,-1 2 14066 0 0,3-3-10441 0 0,5-7-7496 0 0,-2 5 4080 0 0,59-29-1199 0 0,114-57 139 0 0,1 16-76 0 0,-47 20 605 0 0,49-31-845 0 0,125-65 1325 0 0,-29 23-686 0 0,-93 46-170 0 0,31-33-350 0 0,-12-5 44 0 0,-7-1-21 0 0,19-29 120 0 0,-171 121-230 0 0,1 2 0 0 0,1 2 0 0 0,11-2-32 0 0,-6 2 9 0 0,35-10-6 0 0,-66 26 4 0 0,0 0 0 0 0,-1-2 0 0 0,0-1 1 0 0,-1 0-1 0 0,4-4-7 0 0,78-42 35 0 0,2 6-21 0 0,27-16 40 0 0,-18 20-78 0 0,-55 20 40 0 0,-1-1 1 0 0,23-18-17 0 0,-52 24 36 0 0,7 1-33 0 0,74-43-15 0 0,-90 50 34 0 0,30-19-8 0 0,-46 31-40 0 0,-1 1-39 0 0,0 0-38 0 0,0 0-102 0 0,0 0-174 0 0,0 0-197 0 0,-1 1-218 0 0,-14 19-3561 0 0,8-12-558 0 0,-1 1-5844 0 0</inkml:trace>
  <inkml:trace contextRef="#ctx0" brushRef="#br1" timeOffset="104749.77">238 236 0 0 0,'0'0'145'0'0,"0"0"530"0"0,0 0 45 0 0,0 0-73 0 0,0 0-41 0 0,0 0-45 0 0,0 0-34 0 0,0 0-7 0 0,0 0-4 0 0,0 0-27 0 0,-11-6-60 0 0,-30-17-85 0 0,31 18-91 0 0,10 5-92 0 0,0 0-59 0 0,0 0-60 0 0,0 0-44 0 0,0 0-24 0 0,0 0-20 0 0,0 0-10 0 0,0 0 22 0 0,0 0 28 0 0,-2 0 1325 0 0,3 4 12751 0 0,2-3-15098 0 0,52 18 1891 0 0,26 13-431 0 0,96 22 577 0 0,-94-8-947 0 0,57 30 76 0 0,39 13 23 0 0,-78-48 24 0 0,14 8-95 0 0,139 47 66 0 0,102 56 9 0 0,-54-19-3 0 0,-181-79-94 0 0,43 30-37 0 0,-68-34 7 0 0,1-4 1 0 0,33 8-39 0 0,267 89 212 0 0,-148-39-92 0 0,-113-39-76 0 0,-78-36-55 0 0,80 28 28 0 0,15-14 42 0 0,-110-31-32 0 0,-1 14-31 0 0,47 18 38 0 0,-15-7-39 0 0,-36-13 16 0 0,-21-13-22 0 0,30 16-85 0 0,-56-20-2204 0 0,-6-6-719 0 0,4-1-2231 0 0,-1 0-5536 0 0</inkml:trace>
  <inkml:trace contextRef="#ctx0" brushRef="#br1" timeOffset="109722.79">3962 41 0 0 0,'0'0'267'0'0,"0"0"187"0"0,0 0-9 0 0,0 0-17 0 0,0 0 38 0 0,0 0 47 0 0,0 0 97 0 0,0 0 81 0 0,8-5 20 0 0,24-15-22 0 0,-18 8 1587 0 0,2 8 306 0 0,-21 6-1814 0 0,-1 0 0 0 0,1-1 1 0 0,-1 0-1 0 0,0 0 1 0 0,1 0-1 0 0,-1-1 1 0 0,0 1-1 0 0,0-2 1 0 0,1 1-1 0 0,-4-1-768 0 0,-30 1 1164 0 0,-18 13-681 0 0,-115-5 1050 0 0,7-9-4 0 0,-32 3-1273 0 0,7 15 67 0 0,16-17 102 0 0,-126-8 31 0 0,127 21-364 0 0,-55-2 167 0 0,-7 13-166 0 0,-14 9-30 0 0,112-24 60 0 0,-86-6-123 0 0,148-4 29 0 0,28 1-14 0 0,-90 5 78 0 0,10 0-40 0 0,-244-5 349 0 0,301 11-358 0 0,-74-9 408 0 0,78-6-94 0 0,6 0-876 0 0,21 6-3415 0 0,35-1-787 0 0,-2 1-5953 0 0</inkml:trace>
  <inkml:trace contextRef="#ctx0" brushRef="#br1" timeOffset="111852.46">4066 1930 0 0 0,'0'0'811'0'0,"0"0"142"0"0,0 0 30 0 0,0 0-120 0 0,17-2 1399 0 0,-8 4-417 0 0,-16-2 1959 0 0,-178-19 682 0 0,90 9-2332 0 0,0 5 0 0 0,-89 6-2154 0 0,-58 5 950 0 0,-56 11 91 0 0,-21 8-518 0 0,68-12-218 0 0,-90 7-60 0 0,113-16-43 0 0,-176-25 410 0 0,142 19-446 0 0,133 4-105 0 0,-181 0 239 0 0,246 8-299 0 0,-8-1 57 0 0,-6 0-54 0 0,-97 0 69 0 0,101-2-62 0 0,58 10-1755 0 0,11-7-6522 0 0,3-7-2558 0 0</inkml:trace>
  <inkml:trace contextRef="#ctx0" brushRef="#br1" timeOffset="121738.8">3212 1872 0 0 0,'7'-2'507'0'0,"8"-1"-88"0"0,-3 3 3761 0 0,30-2 3098 0 0,-42 2-6979 0 0,0 0-82 0 0,0 0-49 0 0,0 0-36 0 0,0 0-18 0 0,0 0-9 0 0,0 0-1 0 0,0 0-3 0 0,0 0-6 0 0,0 0 8 0 0,0 0-14 0 0,0 0 22 0 0,0 0 57 0 0,0 0 78 0 0,0 0 129 0 0,0 0 99 0 0,0 0 55 0 0,0 0 12 0 0,0 0-40 0 0,0 0-72 0 0,0 0-82 0 0,0 0-77 0 0,0 0-72 0 0,-13-3 205 0 0,-78-17 97 0 0,-64-10 1643 0 0,116 28-1678 0 0,38 2-407 0 0,-15-12 1631 0 0,1 7-1629 0 0,-28-7-44 0 0,15-5 499 0 0,43 16-173 0 0,29 17-394 0 0,175 51-209 0 0,-136-36 263 0 0,-56-14-17 0 0,10-2 114 0 0,-36-15-87 0 0,-1 0-6 0 0,-10 6-131 0 0,-83 37 347 0 0,78-36-148 0 0,0 0 1 0 0,0-1 0 0 0,-1 0-1 0 0,0-1 1 0 0,0-1 0 0 0,0 0-1 0 0,0-1 1 0 0,-1-1 0 0 0,-3-1-75 0 0,-34 14-328 0 0,35-1-8150 0 0,17-12-2374 0 0</inkml:trace>
</inkml:ink>
</file>

<file path=ppt/ink/ink2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2-05T16:30:27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328 69 880 0 0,'0'0'2631'0'0,"0"0"-277"0"0,0 0-288 0 0,0 0-234 0 0,0 0-186 0 0,0 0-144 0 0,0 0-98 0 0,0 0-142 0 0,0 0-201 0 0,0 0-211 0 0,0 0-170 0 0,0 0-123 0 0,0 0-87 0 0,-11-1-62 0 0,-62-6 641 0 0,-7 7-192 0 0,-29 2-501 0 0,86 3-87 0 0,6 0-3064 0 0,5-4-6328 0 0,9-1-549 0 0</inkml:trace>
  <inkml:trace contextRef="#ctx0" brushRef="#br0" timeOffset="756.64">536 49 2264 0 0,'0'0'2670'0'0,"0"0"-57"0"0,0 0 14 0 0,0 0-210 0 0,0 0-466 0 0,0 0-528 0 0,0 0-418 0 0,0 0-269 0 0,0 0-198 0 0,0 0-149 0 0,0 0-115 0 0,0 0-101 0 0,0 0-69 0 0,-1-1-37 0 0,-1 0-31 0 0,13 18-48 0 0,-7 53 291 0 0,-4-73 549 0 0,-8-80 1329 0 0,-14 36-512 0 0,22 47-1625 0 0,-1 0 0 0 0,1 0 0 0 0,-1 0 0 0 0,0 1 0 0 0,1-1 1 0 0,-1 0-1 0 0,1 1 0 0 0,-1-1 0 0 0,1 0 0 0 0,-1 1 0 0 0,1-1 0 0 0,-1 0 0 0 0,1 1 0 0 0,0-1 1 0 0,-1 1-1 0 0,1-1 0 0 0,0 1 0 0 0,-1-1 0 0 0,1 1 0 0 0,0-1 0 0 0,-1 1 0 0 0,1 0 0 0 0,0-1 1 0 0,0 1-1 0 0,0-1 0 0 0,0 1 0 0 0,-1 0 0 0 0,1-1 0 0 0,0 1 0 0 0,0-1 0 0 0,0 1 0 0 0,0 0 1 0 0,0-1-1 0 0,0 1 0 0 0,1-1 0 0 0,-1 1 0 0 0,0 0 0 0 0,0-1 0 0 0,0 1 0 0 0,1-1 0 0 0,-1 1 1 0 0,0-1-1 0 0,0 1 0 0 0,1-1 0 0 0,-1 1-20 0 0,0 1 79 0 0,2 11-55 0 0,0-1-1 0 0,1 0 1 0 0,0 0-1 0 0,1 0 1 0 0,1 0-1 0 0,-1-1 1 0 0,2 1-1 0 0,0-1 1 0 0,0 0-1 0 0,1-1 1 0 0,1 1-24 0 0,-5-6-43 0 0,0-1 0 0 0,0 1 1 0 0,-1 0-1 0 0,1 0 0 0 0,-1 0 1 0 0,0 0-1 0 0,0 0 0 0 0,-1 0 1 0 0,1 0-1 0 0,-1 1 0 0 0,-1-1 1 0 0,1 1-1 0 0,-1 0 43 0 0,-8 2-2858 0 0,3-6-2264 0 0,2 0-5585 0 0</inkml:trace>
</inkml:ink>
</file>

<file path=ppt/ink/ink2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2-05T16:30:31.1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289 116 2849 0 0,'0'0'3195'0'0,"0"0"-497"0"0,0 0-287 0 0,0 0-327 0 0,0 0-392 0 0,0 0-348 0 0,0 0-261 0 0,0 0-191 0 0,0 0-129 0 0,0 0-100 0 0,0 0-73 0 0,0 0-72 0 0,0 0-86 0 0,-24-1-89 0 0,-77-1-90 0 0,46 2 126 0 0,2 14-223 0 0,14-12 121 0 0,39-2-178 0 0,0 0 53 0 0,0 0 35 0 0,0 0 34 0 0,0 0 22 0 0,0 0-7 0 0,0 0-34 0 0,0 0-60 0 0,13 0-196 0 0,100 8-424 0 0,-56 4 304 0 0,-69-9-287 0 0,-21-3 22 0 0,0-1 0 0 0,1-2 1 0 0,-1-1-1 0 0,0-1 439 0 0,23 1-2331 0 0,-1 1-4625 0 0,8 3-3059 0 0</inkml:trace>
  <inkml:trace contextRef="#ctx0" brushRef="#br0" timeOffset="707.43">627 96 1608 0 0,'0'0'5093'0'0,"0"0"-1576"0"0,0 0-664 0 0,0 0-369 0 0,0 0-439 0 0,0 0-524 0 0,0 0-483 0 0,0 0-373 0 0,0 0-263 0 0,0 0-169 0 0,0 0-102 0 0,0 0-43 0 0,0 0-1 0 0,-11-3 5 0 0,-33-11 18 0 0,44 14-105 0 0,1 0 0 0 0,-1 0-1 0 0,0 0 1 0 0,1 0-1 0 0,-1 1 1 0 0,0-1-1 0 0,0 0 1 0 0,1 0 0 0 0,-1 1-1 0 0,0-1 1 0 0,1 0-1 0 0,-1 0 1 0 0,0 1-1 0 0,0-1 1 0 0,0 0 0 0 0,1 1-1 0 0,-1-1 1 0 0,0 0-1 0 0,0 1 1 0 0,0-1-1 0 0,0 0 1 0 0,1 1 0 0 0,-1-1-1 0 0,0 0 1 0 0,0 1-1 0 0,0-1 1 0 0,0 0-1 0 0,0 1 1 0 0,0-1 0 0 0,0 0-1 0 0,0 1 1 0 0,0-1-1 0 0,0 1 1 0 0,0-1-1 0 0,0 0 1 0 0,-1 1 0 0 0,1-1-1 0 0,0 0 1 0 0,0 1-1 0 0,0-1 1 0 0,0 0-1 0 0,-1 1 1 0 0,1-1 0 0 0,0 0-1 0 0,0 1 1 0 0,0-1-1 0 0,-1 0 1 0 0,1 0-1 0 0,0 1 1 0 0,-1-1 0 0 0,1 0-1 0 0,0 0 1 0 0,-1 0-1 0 0,1 1 1 0 0,0-1 0 0 0,-1 0-1 0 0,1 0 1 0 0,0 0-1 0 0,-1 0 1 0 0,1 0-1 0 0,0 0 1 0 0,-1 0 0 0 0,1 0-1 0 0,-1 0-4 0 0,2 2 23 0 0,28 48 287 0 0,-12-33-165 0 0,-17-16-98 0 0,0-1 33 0 0,0 0 67 0 0,0 0 83 0 0,0 0 69 0 0,0 0 4 0 0,0-9 202 0 0,-19-75-320 0 0,12 65-136 0 0,-9-23 175 0 0,13 31 220 0 0,6 19-162 0 0,4 14-236 0 0,18 61-22 0 0,-13-42-6 0 0,17 40-471 0 0,-29-77 6 0 0,-1 11-876 0 0,-5-7-4849 0 0,1-5-4389 0 0</inkml:trace>
</inkml:ink>
</file>

<file path=ppt/ink/ink2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2-05T16:30:34.6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225 102 0 0 0,'0'0'1918'0'0,"0"0"-17"0"0,0 0-1 0 0,0 0 77 0 0,0 0-3 0 0,0 0-138 0 0,0 0-309 0 0,0 0-364 0 0,0 0-290 0 0,0 0-195 0 0,0 0 8 0 0,0 0 74 0 0,-2 1 68 0 0,-66-1 2320 0 0,27-4-2228 0 0,1 2-256 0 0,40 2-632 0 0,0 0-11 0 0,0 0 3 0 0,0 0 10 0 0,0 0 0 0 0,0 0-27 0 0,0 0 25 0 0,0 0-23 0 0,0-1 46 0 0,0 1 32 0 0,0 0 11 0 0,0 0 0 0 0,0 0 18 0 0,13 0 37 0 0,131 10-765 0 0,-130-8 474 0 0,-15-2 133 0 0,1 0 1 0 0,0 0-1 0 0,0 0 0 0 0,0 1 1 0 0,0-1-1 0 0,0 0 1 0 0,0 0-1 0 0,-1 0 0 0 0,1 0 1 0 0,0 0-1 0 0,0 0 1 0 0,0 0-1 0 0,0 0 0 0 0,0 0 1 0 0,0 0-1 0 0,0 0 0 0 0,0 1 1 0 0,-1-1-1 0 0,1 0 1 0 0,0 0-1 0 0,0 0 0 0 0,0 0 1 0 0,0 0-1 0 0,0 0 1 0 0,0 1-1 0 0,0-1 0 0 0,0 0 1 0 0,0 0-1 0 0,0 0 0 0 0,0 0 1 0 0,0 0-1 0 0,0 1 1 0 0,0-1-1 0 0,0 0 0 0 0,0 0 1 0 0,0 0 4 0 0,-153 2 211 0 0,82-4-3880 0 0,56-3-3798 0 0,13 3-2349 0 0</inkml:trace>
  <inkml:trace contextRef="#ctx0" brushRef="#br0" timeOffset="744.51">644 79 5201 0 0,'0'0'3809'0'0,"0"0"-619"0"0,0 0-417 0 0,0 0-544 0 0,0 0-543 0 0,0 0-486 0 0,0 0-368 0 0,0 0-254 0 0,0 0-137 0 0,0 0-103 0 0,0 0-81 0 0,0 0-29 0 0,0 0-81 0 0,-8-5-54 0 0,-23-16-26 0 0,31 21-65 0 0,-1 0 1 0 0,1 0-1 0 0,0 1 1 0 0,0-1-1 0 0,-1 0 0 0 0,1 1 1 0 0,0-1-1 0 0,0 0 1 0 0,0 0-1 0 0,-1 1 0 0 0,1-1 1 0 0,0 1-1 0 0,0-1 1 0 0,0 0-1 0 0,0 1 0 0 0,0-1 1 0 0,0 0-1 0 0,0 1 1 0 0,0-1-1 0 0,0 1 0 0 0,0-1 1 0 0,0 0-1 0 0,0 1 1 0 0,0-1-1 0 0,0 0 0 0 0,0 1 1 0 0,0-1-1 0 0,0 0 1 0 0,0 1-1 0 0,0-1 1 0 0,1 1-1 0 0,-1-1 0 0 0,0 0 1 0 0,0 0-1 0 0,0 1 1 0 0,1-1-1 0 0,-1 0 0 0 0,0 1 1 0 0,0-1-1 0 0,1 0 1 0 0,-1 0-1 0 0,0 1 0 0 0,1-1 1 0 0,-1 0-1 0 0,0 0 1 0 0,1 0-1 0 0,-1 1 0 0 0,0-1 1 0 0,1 0-1 0 0,-1 0 1 0 0,1 0-3 0 0,32 72 106 0 0,-31-22-40 0 0,-2-50-40 0 0,0 0-35 0 0,0 0 38 0 0,0 0-31 0 0,0 0-18 0 0,0 0 49 0 0,0 0 19 0 0,0 0 85 0 0,0 0 71 0 0,0 0 80 0 0,0 0 71 0 0,0-12 243 0 0,1-128-562 0 0,-15 104 369 0 0,14 35-401 0 0,-1 1-1 0 0,1 0 1 0 0,-1 0-1 0 0,0 0 1 0 0,1 0 0 0 0,-1 0-1 0 0,1 0 1 0 0,-1 0-1 0 0,1 0 1 0 0,-1 0-1 0 0,0 0 1 0 0,1 0 0 0 0,-1 0-1 0 0,1 0 1 0 0,-1 0-1 0 0,0 0 1 0 0,1 0-1 0 0,-1 1 1 0 0,1-1 0 0 0,-1 0-1 0 0,1 0 1 0 0,-1 1-1 0 0,1-1 1 0 0,-1 0-1 0 0,1 1 1 0 0,-1-1 0 0 0,1 1-1 0 0,0-1 1 0 0,-1 1-1 0 0,1-1 1 0 0,0 0-1 0 0,-1 1 1 0 0,1 0-1 0 0,-1-1-3 0 0,0 9 27 0 0,0 0-1 0 0,0 0 1 0 0,0 0-1 0 0,1 0 1 0 0,1 0-1 0 0,0-1 1 0 0,0 1-1 0 0,0 0 1 0 0,1 0-1 0 0,0-1 0 0 0,1 1 1 0 0,0-1-1 0 0,0 0 1 0 0,1 1-1 0 0,0-2 1 0 0,2 3-27 0 0,1 7 79 0 0,18 43-542 0 0,-39-58-1556 0 0,6-1 669 0 0,-4-1-1731 0 0,3-1-3795 0 0,1-2-3871 0 0</inkml:trace>
</inkml:ink>
</file>

<file path=ppt/ink/ink2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2-05T16:28:31.574"/>
    </inkml:context>
    <inkml:brush xml:id="br0">
      <inkml:brushProperty name="width" value="0.1" units="cm"/>
      <inkml:brushProperty name="height" value="0.1" units="cm"/>
    </inkml:brush>
    <inkml:brush xml:id="br1">
      <inkml:brushProperty name="width" value="0.05" units="cm"/>
      <inkml:brushProperty name="height" value="0.05" units="cm"/>
    </inkml:brush>
  </inkml:definitions>
  <inkml:trace contextRef="#ctx0" brushRef="#br0">85 223 0 0 0,'0'0'974'0'0,"0"0"986"0"0,0 0-158 0 0,0 0-405 0 0,0 0-284 0 0,0 0-96 0 0,0 0 14 0 0,0 0 36 0 0,0 0 62 0 0,0 0 13 0 0,0 0-27 0 0,0 0-95 0 0,0 0-165 0 0,-13-12-215 0 0,-40-37-214 0 0,35 37-28 0 0,19 16-211 0 0,-1 0-109 0 0,0 0-1 0 0,1-1 1 0 0,-1 1 0 0 0,1 0-1 0 0,-1 0 1 0 0,1 0 0 0 0,0-1-1 0 0,1 1 1 0 0,-1 0-1 0 0,1-1 1 0 0,-1 0 0 0 0,1 1-1 0 0,0-1 1 0 0,0 0 0 0 0,1 0-1 0 0,-1 0 1 0 0,1 0 0 0 0,1 2-78 0 0,1 1-16 0 0,0 0 0 0 0,1 0-1 0 0,0 0 1 0 0,0 0 0 0 0,0-1 0 0 0,0 0 0 0 0,1-1 0 0 0,0 1 0 0 0,0-1 0 0 0,0 0 0 0 0,1-1 0 0 0,-1 0 0 0 0,1 0 0 0 0,0-1-1 0 0,0 0 1 0 0,0 0 0 0 0,0-1 0 0 0,0 0 16 0 0,-6-1 25 0 0,-1-1 0 0 0,0 0 0 0 0,0-1-1 0 0,0 1 1 0 0,0 0 0 0 0,0 0 0 0 0,0 0 0 0 0,0-1-1 0 0,0 1 1 0 0,0 0 0 0 0,-1-1 0 0 0,1 1 0 0 0,0-1-1 0 0,-1 1 1 0 0,1-1 0 0 0,-1 1 0 0 0,0-1 0 0 0,0 1-1 0 0,1-1 1 0 0,-1 0 0 0 0,0 1 0 0 0,0-1-1 0 0,0 1 1 0 0,0-1 0 0 0,-1 0 0 0 0,1 1 0 0 0,0-1-1 0 0,-1 1 1 0 0,0-1-25 0 0,1-1 27 0 0,-2-5 76 0 0,0 1 1 0 0,-1 0 0 0 0,0-1-1 0 0,-1 1 1 0 0,0 0 0 0 0,0 0-1 0 0,0 1 1 0 0,-1-1 0 0 0,1 1-1 0 0,-2 0 1 0 0,1 0-1 0 0,-1 1 1 0 0,0 0 0 0 0,-2-2-104 0 0,6 4 81 0 0,1 2-70 0 0,1 0 0 0 0,-1 0 0 0 0,1 0 0 0 0,-1 0-1 0 0,1 0 1 0 0,-1 0 0 0 0,0 0 0 0 0,0 0 0 0 0,1 1 0 0 0,-1-1 0 0 0,0 0 0 0 0,0 0-1 0 0,0 0 1 0 0,0 1 0 0 0,0-1 0 0 0,0 0 0 0 0,0 1 0 0 0,0-1 0 0 0,0 1 0 0 0,0 0-1 0 0,0-1 1 0 0,0 1 0 0 0,0 0 0 0 0,-1-1 0 0 0,1 1 0 0 0,0 0 0 0 0,0 0-1 0 0,0 0 1 0 0,0 0 0 0 0,-1 0 0 0 0,1 0 0 0 0,0 0 0 0 0,0 1 0 0 0,0-1 0 0 0,0 0-1 0 0,0 1 1 0 0,0-1 0 0 0,0 1 0 0 0,-1-1 0 0 0,1 1 0 0 0,0-1 0 0 0,0 1 0 0 0,1 0-1 0 0,-1-1 1 0 0,0 1 0 0 0,0 0-11 0 0,-12 56 3 0 0,19-16-8 0 0,-6-41 64 0 0,1 1 1 0 0,-1 0-1 0 0,1-1 1 0 0,-1 1-1 0 0,1-1 1 0 0,-1 1-1 0 0,1-1 1 0 0,0 1-1 0 0,-1-1 1 0 0,1 1-1 0 0,0-1 1 0 0,-1 1 0 0 0,1-1-1 0 0,0 0 1 0 0,0 0-1 0 0,-1 1 1 0 0,1-1-1 0 0,0 0 1 0 0,0 0-1 0 0,0 0 1 0 0,-1 0-1 0 0,1 0 1 0 0,0 0 0 0 0,0 0-1 0 0,0 0 1 0 0,-1 0-1 0 0,1 0 1 0 0,0 0-1 0 0,0-1 1 0 0,0 1-1 0 0,-1 0 1 0 0,1 0-1 0 0,0-1 1 0 0,0 1-60 0 0,20-23 868 0 0,-21 24-1333 0 0,0-1 381 0 0,-1 0 0 0 0,1 1 0 0 0,0-1-1 0 0,0 0 1 0 0,-1 1 0 0 0,1-1 0 0 0,0 0-1 0 0,0 0 1 0 0,-1 1 0 0 0,1-1 0 0 0,0 0 0 0 0,-1 0-1 0 0,1 0 1 0 0,0 1 0 0 0,-1-1 0 0 0,1 0 0 0 0,0 0-1 0 0,-1 0 1 0 0,1 0 0 0 0,0 0 0 0 0,-1 0 0 0 0,1 0-1 0 0,-1 0 1 0 0,1 0 0 0 0,0 0 0 0 0,-1 0-1 0 0,1 0 1 0 0,0 0 0 0 0,-1 0 0 0 0,1 0 0 0 0,-1 0-1 0 0,1 0 1 0 0,0 0 0 0 0,-1 0 0 0 0,1-1 0 0 0,0 1-1 0 0,-1 0 1 0 0,1 0 0 0 0,0 0 0 0 0,-1-1 0 0 0,1 1-1 0 0,0 0 1 0 0,0 0 0 0 0,-1-1 84 0 0,-3-2-2230 0 0,2 3-2883 0 0,2 0-4694 0 0</inkml:trace>
  <inkml:trace contextRef="#ctx0" brushRef="#br0" timeOffset="1772.8">209 1924 0 0 0,'0'0'605'0'0,"0"0"378"0"0,0 0 91 0 0,0 0-62 0 0,0 0 26 0 0,0 0 22 0 0,0 0-48 0 0,0 0-26 0 0,0 0-37 0 0,0 0-31 0 0,0 0-66 0 0,-3-4-67 0 0,-8-12-90 0 0,1 1 1992 0 0,-15-10-2300 0 0,24 24-367 0 0,0 1 0 0 0,1-1 1 0 0,-1 0-1 0 0,1 1 0 0 0,-1-1 0 0 0,0 0 0 0 0,0 1 0 0 0,1-1 0 0 0,-1 1 0 0 0,0 0 1 0 0,0-1-1 0 0,0 1 0 0 0,0-1 0 0 0,1 1 0 0 0,-1 0 0 0 0,0 0 0 0 0,0 0 0 0 0,0-1 1 0 0,0 1-1 0 0,0 0 0 0 0,0 0 0 0 0,0 0 0 0 0,0 0 0 0 0,0 1 0 0 0,1-1 0 0 0,-1 0 1 0 0,0 0-1 0 0,0 0 0 0 0,0 1 0 0 0,0-1 0 0 0,0 1 0 0 0,1-1 0 0 0,-1 0 0 0 0,0 1-20 0 0,0 0 58 0 0,0 1-1 0 0,0-1 0 0 0,0 0 0 0 0,0 1 0 0 0,0-1 1 0 0,1 1-1 0 0,-1-1 0 0 0,0 0 0 0 0,1 1 0 0 0,0 0 0 0 0,-1-1 1 0 0,1 1-1 0 0,0-1 0 0 0,0 1 0 0 0,0-1 0 0 0,0 1 1 0 0,0 0-1 0 0,0-1 0 0 0,0 1 0 0 0,0-1 0 0 0,1 1 1 0 0,-1-1-1 0 0,1 1 0 0 0,-1 0 0 0 0,1-1 0 0 0,-1 0 1 0 0,1 1-1 0 0,0-1 0 0 0,0 1 0 0 0,0-1 0 0 0,0 0 1 0 0,0 0-1 0 0,0 1 0 0 0,0-1 0 0 0,0 0-57 0 0,4 1 117 0 0,-1 0 0 0 0,1 0 0 0 0,-1 0 0 0 0,1-1 1 0 0,-1 0-1 0 0,1 0 0 0 0,0 0 0 0 0,0 0 0 0 0,0-1 0 0 0,-1 0 0 0 0,1 0 0 0 0,0 0 0 0 0,0-1 0 0 0,0 1 1 0 0,3-2-119 0 0,-7 1 4 0 0,-1 0-1 0 0,1 0 0 0 0,-1 1 0 0 0,1-1 1 0 0,0 0-1 0 0,-1 0 0 0 0,0 0 0 0 0,1 0 1 0 0,-1 0-1 0 0,0 0 0 0 0,1 0 0 0 0,-1 0 1 0 0,0 0-1 0 0,0 0 0 0 0,0 0 0 0 0,0 0 1 0 0,0 0-1 0 0,0 0 0 0 0,0 0 0 0 0,0-1 1 0 0,0 1-1 0 0,-1 0 0 0 0,1 0 0 0 0,0 0 1 0 0,-1 0-1 0 0,1 1 0 0 0,-1-1 0 0 0,1 0 1 0 0,-1 0-1 0 0,1 0 0 0 0,-1 0 0 0 0,1 0 0 0 0,-1 0 1 0 0,0 1-1 0 0,0-1 0 0 0,1 0 0 0 0,-1 1 1 0 0,0-1-1 0 0,0 0 0 0 0,0 1 0 0 0,0-1 1 0 0,0 1-1 0 0,0-1 0 0 0,0 1-2 0 0,-2-2-9 0 0,0 0 0 0 0,-1 1 0 0 0,1-1 0 0 0,0 1 0 0 0,0 0 0 0 0,-1 0 0 0 0,1 0 0 0 0,0 0 0 0 0,-1 1 0 0 0,1-1 0 0 0,-1 1 0 0 0,1 0 0 0 0,-1 0 0 0 0,1 0 0 0 0,-1 1 0 0 0,-1 0 9 0 0,3 0 17 0 0,1 0 0 0 0,0 0 0 0 0,0 1 0 0 0,0-1 0 0 0,0 0 0 0 0,0 1 0 0 0,1-1 0 0 0,-1 1 0 0 0,0-1-1 0 0,1 1 1 0 0,-1-1 0 0 0,1 1 0 0 0,-1 0 0 0 0,1-1 0 0 0,0 1 0 0 0,0 0 0 0 0,-1-1 0 0 0,1 1 0 0 0,0 0 0 0 0,1-1 0 0 0,-1 1 0 0 0,0 0-1 0 0,0-1 1 0 0,1 1 0 0 0,-1-1 0 0 0,1 2-17 0 0,1 0 40 0 0,-1 0 0 0 0,1-1-1 0 0,-1 1 1 0 0,1 0-1 0 0,0-1 1 0 0,0 1 0 0 0,1-1-1 0 0,-1 0 1 0 0,0 0 0 0 0,1 0-1 0 0,-1 0 1 0 0,1 0 0 0 0,0 0-1 0 0,-1-1-39 0 0,4 4 64 0 0,-4-4-9 0 0,0 0-1 0 0,0 0 1 0 0,0 0 0 0 0,0 0-1 0 0,0 0 1 0 0,1 0 0 0 0,-1 0-1 0 0,0-1 1 0 0,0 1 0 0 0,1-1 0 0 0,-1 1-1 0 0,0-1 1 0 0,1 0 0 0 0,-1 0-1 0 0,0 0 1 0 0,0 0 0 0 0,1-1-1 0 0,-1 1 1 0 0,0-1 0 0 0,1 1-1 0 0,-1-1 1 0 0,0 0 0 0 0,0 0-1 0 0,1 0-54 0 0,-3-1 5 0 0,1 0 0 0 0,-1 0 0 0 0,1 0 0 0 0,-1 0-1 0 0,0 0 1 0 0,0 0 0 0 0,0 0 0 0 0,0 0 0 0 0,0 0 0 0 0,0 0-1 0 0,0 0 1 0 0,-1 0 0 0 0,1 0 0 0 0,-1 0 0 0 0,1 0 0 0 0,-1 0-1 0 0,0 0 1 0 0,0 0 0 0 0,0 0 0 0 0,0 0 0 0 0,0 0-5 0 0,-4-5-2 0 0,0 0 1 0 0,-1-1-1 0 0,1 2 1 0 0,-1-1-1 0 0,0 1 1 0 0,-1-1-1 0 0,0 2 1 0 0,0-1 0 0 0,0 1-1 0 0,-1 0 1 0 0,0 0 1 0 0,8 5-4 0 0,-1 0 0 0 0,1-1 0 0 0,-1 1 0 0 0,0 0 0 0 0,1-1 0 0 0,-1 1 0 0 0,1 0 0 0 0,-1 0 0 0 0,0 0 0 0 0,1-1 0 0 0,-1 1 0 0 0,0 0 0 0 0,1 0 0 0 0,-1 0 0 0 0,0 0 1 0 0,1 0-1 0 0,-1 0 0 0 0,0 1 0 0 0,1-1 0 0 0,-1 0 0 0 0,0 0 0 0 0,1 0 0 0 0,-1 0 0 0 0,1 1 0 0 0,-1-1 0 0 0,0 0 0 0 0,1 1 0 0 0,-1-1 0 0 0,1 0 0 0 0,-1 1 0 0 0,1-1 0 0 0,-1 1 0 0 0,1-1 0 0 0,0 1 1 0 0,-1-1-1 0 0,1 1 0 0 0,-1-1 0 0 0,1 1 0 0 0,0 0 0 0 0,-1-1 0 0 0,1 1 0 0 0,0-1 0 0 0,0 1 0 0 0,0 0 0 0 0,-1-1 0 0 0,1 1 0 0 0,0 0 0 0 0,0-1 0 0 0,0 1 4 0 0,-2 38 14 0 0,2-32-34 0 0,0-6 36 0 0,1 1-1 0 0,-1 0 1 0 0,0-1 0 0 0,0 1 0 0 0,1-1 0 0 0,-1 0 0 0 0,1 1 0 0 0,0-1 0 0 0,-1 1 0 0 0,1-1 0 0 0,0 0 0 0 0,0 1 0 0 0,-1-1 0 0 0,1 0 0 0 0,0 0-1 0 0,1 0 1 0 0,-1 0 0 0 0,0 0 0 0 0,0 0 0 0 0,0 0 0 0 0,0 0 0 0 0,1 0 0 0 0,-1 0 0 0 0,1-1 0 0 0,-1 1 0 0 0,0 0 0 0 0,1-1 0 0 0,-1 0-16 0 0,3 3 26 0 0,3-1 76 0 0,0 1 0 0 0,0-1 1 0 0,0 0-1 0 0,0 0 0 0 0,0-1 0 0 0,0 0 1 0 0,0 0-1 0 0,0-1 0 0 0,1 0 1 0 0,0 0-103 0 0,-9-16 84 0 0,-2 12-175 0 0,-1 1 0 0 0,1 0 0 0 0,-1-1 0 0 0,0 2 0 0 0,0-1 0 0 0,0 0 0 0 0,0 1 0 0 0,0 0 0 0 0,-1 0 0 0 0,1 0 0 0 0,-1 0 0 0 0,1 1 0 0 0,-4-1 91 0 0,-21 5-5489 0 0,25 0-3177 0 0</inkml:trace>
  <inkml:trace contextRef="#ctx0" brushRef="#br0" timeOffset="23118.08">4083 142 0 0 0,'0'0'559'0'0,"0"0"800"0"0,0 0 82 0 0,0 0-111 0 0,0 0-114 0 0,0 0-148 0 0,0 0-67 0 0,0 0-120 0 0,6-14 2409 0 0,-5 9-2998 0 0,0 0 0 0 0,-1 1 0 0 0,1-1 1 0 0,-1 1-1 0 0,0-1 0 0 0,0 0 0 0 0,0 1 0 0 0,-1-1 0 0 0,0 0 0 0 0,0 1 0 0 0,-1-4-292 0 0,1 7 111 0 0,-1 0 0 0 0,0 0 0 0 0,1 0 0 0 0,-1 0 0 0 0,0 0 0 0 0,0 1 0 0 0,0-1 0 0 0,1 1 0 0 0,-1-1 0 0 0,0 1 0 0 0,0 0 0 0 0,0 0 0 0 0,0-1 0 0 0,0 1 1 0 0,0 0-1 0 0,0 1 0 0 0,0-1 0 0 0,1 0 0 0 0,-1 1 0 0 0,-1-1-111 0 0,-6 1 291 0 0,9-1-274 0 0,-1 0-1 0 0,0 1 1 0 0,0-1-1 0 0,1 1 0 0 0,-1-1 1 0 0,0 1-1 0 0,1-1 1 0 0,-1 1-1 0 0,0-1 0 0 0,1 1 1 0 0,-1 0-1 0 0,1-1 1 0 0,-1 1-1 0 0,1 0 0 0 0,-1-1 1 0 0,1 1-1 0 0,0 0 1 0 0,-1 0-1 0 0,1 0 0 0 0,0-1 1 0 0,0 1-1 0 0,0 0 1 0 0,-1 0-1 0 0,1 0 0 0 0,0 0 1 0 0,0-1-1 0 0,0 1 0 0 0,0 0 1 0 0,0 0-1 0 0,1 0 1 0 0,-1 0-1 0 0,0-1 0 0 0,0 1 1 0 0,0 0-1 0 0,1 0 1 0 0,-1 0-1 0 0,0-1 0 0 0,1 1 1 0 0,-1 0-1 0 0,1 0 1 0 0,-1-1-1 0 0,1 1 0 0 0,-1 0 1 0 0,1-1-1 0 0,-1 1 1 0 0,1-1-1 0 0,0 1 0 0 0,0 0-16 0 0,2 2 14 0 0,0 0 0 0 0,0 1 1 0 0,1-1-1 0 0,-1-1 0 0 0,1 1 0 0 0,0 0 0 0 0,-1-1 0 0 0,1 0 0 0 0,0 0 0 0 0,1 0 0 0 0,-1 0 0 0 0,0-1 0 0 0,0 0 0 0 0,1 1 0 0 0,-1-2 1 0 0,1 1-1 0 0,-1 0 0 0 0,3-1-14 0 0,-3-23 312 0 0,-6 18-300 0 0,1 1 1 0 0,-1-1 0 0 0,0 0 0 0 0,0 1-1 0 0,-1-1 1 0 0,1 1 0 0 0,-1 0-1 0 0,0 0 1 0 0,0 0 0 0 0,-1 0 0 0 0,1 1-1 0 0,-1-1 1 0 0,1 1 0 0 0,-1 0-1 0 0,-1-1-12 0 0,1 0 44 0 0,0 0-1 0 0,-1 0 1 0 0,1 1-1 0 0,-1-1 0 0 0,0 1 1 0 0,0 0-1 0 0,0 0 1 0 0,0 1-1 0 0,0-1 0 0 0,-1 1 1 0 0,1 0-1 0 0,-1 1 0 0 0,1-1 1 0 0,-1 1-1 0 0,0 0 1 0 0,1 0-1 0 0,-1 1 0 0 0,0 0 1 0 0,-1 0-44 0 0,6 1 13 0 0,-1 0 0 0 0,0 1 0 0 0,1-1 1 0 0,-1 0-1 0 0,1 1 0 0 0,0-1 1 0 0,-1 1-1 0 0,1-1 0 0 0,0 1 0 0 0,0 0 1 0 0,0-1-1 0 0,0 1 0 0 0,0 0 0 0 0,1 0 1 0 0,-1 0-1 0 0,0 0 0 0 0,1 0 1 0 0,-1 0-1 0 0,1 0 0 0 0,0 0-13 0 0,-1 3 48 0 0,0-1-1 0 0,0 0 1 0 0,0 0-1 0 0,1 1 1 0 0,-1-1-1 0 0,1 0 1 0 0,0 1-1 0 0,0-1 1 0 0,1 0 0 0 0,0 0-1 0 0,-1 1 1 0 0,1-1-1 0 0,1 0 1 0 0,-1 0-1 0 0,1 0 1 0 0,-1 0-1 0 0,1 0 1 0 0,0 0 0 0 0,0-1-1 0 0,1 1 1 0 0,-1 0-1 0 0,1-1 1 0 0,0 0-1 0 0,0 0 1 0 0,0 0-1 0 0,0 0 1 0 0,1 0 0 0 0,-1-1-1 0 0,1 1 1 0 0,-1-1-1 0 0,1 0 1 0 0,0 0-1 0 0,0 0 1 0 0,0-1-1 0 0,0 1 1 0 0,0-1 0 0 0,0 0-1 0 0,2 0-47 0 0,-4 0 30 0 0,1-1-1 0 0,-1 1 1 0 0,1-1-1 0 0,-1 0 1 0 0,1 0-1 0 0,-1 0 1 0 0,1 0 0 0 0,-1 0-1 0 0,1-1 1 0 0,-1 1-1 0 0,1-1 1 0 0,-1 0-1 0 0,1 1 1 0 0,-1-1 0 0 0,0 0-1 0 0,1-1 1 0 0,-1 1-1 0 0,0 0 1 0 0,0 0-1 0 0,0-1 1 0 0,0 0-1 0 0,0 1 1 0 0,0-1 0 0 0,-1 0-1 0 0,1 0 1 0 0,0 0-1 0 0,-1 0 1 0 0,0 0-1 0 0,1 0 1 0 0,-1 0 0 0 0,0 0-1 0 0,0-1 1 0 0,0 1-1 0 0,0 0 1 0 0,-1-1-1 0 0,1 0-29 0 0,-1 2-15 0 0,1 1-1 0 0,-1 0 1 0 0,0-1-1 0 0,0 1 1 0 0,0 0 0 0 0,0-1-1 0 0,0 1 1 0 0,0-1-1 0 0,0 1 1 0 0,0 0-1 0 0,0-1 1 0 0,0 1-1 0 0,0 0 1 0 0,0-1-1 0 0,0 1 1 0 0,0 0-1 0 0,-1-1 1 0 0,1 1-1 0 0,0 0 1 0 0,0-1-1 0 0,0 1 1 0 0,0 0 0 0 0,-1-1-1 0 0,1 1 1 0 0,0 0-1 0 0,0-1 1 0 0,-1 1-1 0 0,1 0 1 0 0,0 0-1 0 0,0-1 1 0 0,-1 1-1 0 0,1 0 1 0 0,0 0-1 0 0,-1 0 1 0 0,1 0-1 0 0,0-1 1 0 0,-1 1 0 0 0,1 0-1 0 0,0 0 1 0 0,-1 0-1 0 0,1 0 1 0 0,0 0-1 0 0,-1 0 1 0 0,1 0-1 0 0,0 0 1 0 0,-1 0-1 0 0,1 0 1 0 0,-1 0-1 0 0,1 0 1 0 0,0 0-1 0 0,-1 0 1 0 0,1 0 0 0 0,0 0-1 0 0,-1 0 1 0 0,1 1-1 0 0,0-1 1 0 0,-1 0 15 0 0,-5 0 8 0 0,2 1-35 0 0,1-1 1 0 0,-1 1-1 0 0,1 0 1 0 0,-1 0 0 0 0,1 0-1 0 0,0 0 1 0 0,-1 1-1 0 0,1-1 1 0 0,0 1-1 0 0,0 0 1 0 0,0 0-1 0 0,0 0 1 0 0,0 0 0 0 0,1 0-1 0 0,-1 1 1 0 0,1-1-1 0 0,-1 1 1 0 0,-1 2 26 0 0,4-4-20 0 0,-1-1-3 0 0,1 0 1 0 0,0 1 0 0 0,-1-1 0 0 0,1 0 0 0 0,0 0 0 0 0,0 1 0 0 0,-1-1-1 0 0,1 0 1 0 0,0 0 0 0 0,0 1 0 0 0,-1-1 0 0 0,1 0 0 0 0,0 1 0 0 0,0-1-1 0 0,0 0 1 0 0,0 1 0 0 0,-1-1 0 0 0,1 0 0 0 0,0 1 0 0 0,0-1-1 0 0,0 0 1 0 0,0 1 0 0 0,0-1 0 0 0,0 1 0 0 0,0-1 0 0 0,0 0 0 0 0,0 1-1 0 0,0-1 1 0 0,0 0 0 0 0,0 1 0 0 0,0-1 0 0 0,0 1 0 0 0,1-1 0 0 0,-1 0-1 0 0,0 1 1 0 0,0-1 0 0 0,0 0 0 0 0,0 1 0 0 0,1-1 0 0 0,-1 0 0 0 0,0 0-1 0 0,0 1 1 0 0,1-1 0 0 0,-1 0 0 0 0,0 0 0 0 0,1 1 0 0 0,-1-1 0 0 0,0 0-1 0 0,0 0 1 0 0,1 0 0 0 0,-1 1 0 0 0,0-1 0 0 0,1 0 0 0 0,-1 0 0 0 0,1 0-1 0 0,-1 0 1 0 0,0 0 0 0 0,1 0 0 0 0,-1 0 0 0 0,0 0 0 0 0,1 0 0 0 0,-1 0-1 0 0,1 0 1 0 0,-1 0 0 0 0,0 0 0 0 0,1 0 22 0 0,0 0-467 0 0,3 1-768 0 0,-1-1-2903 0 0,-1 0-5908 0 0</inkml:trace>
  <inkml:trace contextRef="#ctx0" brushRef="#br0" timeOffset="25164.58">4110 1815 0 0 0,'0'0'1091'0'0,"0"0"196"0"0,0 0 20 0 0,0 0-39 0 0,0 0-85 0 0,0 0-103 0 0,0 0-90 0 0,0 0-53 0 0,0 0-94 0 0,3-4-87 0 0,10-12-46 0 0,-12 15-602 0 0,-1 0 1 0 0,1 0 0 0 0,-1 0-1 0 0,0 0 1 0 0,1 0 0 0 0,-1 0-1 0 0,0 0 1 0 0,0 0 0 0 0,0 0-1 0 0,1 0 1 0 0,-1 0 0 0 0,0 0-1 0 0,-1 0 1 0 0,1 0 0 0 0,0 0-1 0 0,0 0 1 0 0,0 0-1 0 0,0 0 1 0 0,-1 0 0 0 0,1 0-1 0 0,-1 0 1 0 0,1 0 0 0 0,-1 1-1 0 0,1-1 1 0 0,-1 0 0 0 0,1 0-1 0 0,-1 0 1 0 0,1 0 0 0 0,-1 1-1 0 0,0-1 1 0 0,0 0-109 0 0,-2-2 418 0 0,-11-17 1560 0 0,-12 28-1600 0 0,2-3-227 0 0,3 10 77 0 0,8 1-69 0 0,12-16-127 0 0,-10-5 1739 0 0,-20-35-900 0 0,10 46-971 0 0,19-6 100 0 0,1 1 1 0 0,0-1 0 0 0,0 1 0 0 0,-1-1-1 0 0,1 1 1 0 0,0 0 0 0 0,0-1 0 0 0,0 1-1 0 0,0 0 1 0 0,0 0 0 0 0,0 0 0 0 0,0 0-1 0 0,0 0 1 0 0,0 0 0 0 0,1 0-1 0 0,-1 0 1 0 0,0 0 0 0 0,1 0 0 0 0,-1 0-1 0 0,0 0 1 0 0,1 1 0 0 0,-1-1 0 0 0,1 0-1 0 0,0 0 1 0 0,-1 1 0 0 0,1-1 0 0 0,0 0-1 0 0,0 0 1 0 0,0 1 0 0 0,0-1-1 0 0,0 2 0 0 0,2 0 19 0 0,-1 0 0 0 0,1 1-1 0 0,0-1 1 0 0,0 0 0 0 0,0 0-1 0 0,1 0 1 0 0,-1 0 0 0 0,1 0-1 0 0,-1-1 1 0 0,1 1 0 0 0,0-1-1 0 0,0 0 1 0 0,0 1 0 0 0,0-1-1 0 0,1-1 1 0 0,-1 1 0 0 0,1 0-1 0 0,-1-1 1 0 0,2 1-19 0 0,2 1-20 0 0,-1 0 28 0 0,1 0 0 0 0,0-1-1 0 0,0 0 1 0 0,0 0 0 0 0,1-1 0 0 0,-1 0-1 0 0,0 0 1 0 0,1-1 0 0 0,-1 0 0 0 0,4 0-8 0 0,-10-1 6 0 0,0 0 1 0 0,0 0-1 0 0,0 0 1 0 0,0 0-1 0 0,0 0 1 0 0,0 0-1 0 0,0 0 1 0 0,-1 0-1 0 0,1 0 0 0 0,0 0 1 0 0,-1 0-1 0 0,1 0 1 0 0,-1 0-1 0 0,1-1 1 0 0,-1 1-1 0 0,1 0 1 0 0,-1-1-1 0 0,0 1 1 0 0,0 0-1 0 0,0 0 1 0 0,0-1-1 0 0,0 1 1 0 0,0 0-1 0 0,0-1 1 0 0,0 1-1 0 0,0 0 1 0 0,-1-1-1 0 0,1 1 1 0 0,0 0-1 0 0,-1 0 1 0 0,1-1-1 0 0,-1 1 1 0 0,1 0-1 0 0,-1 0 1 0 0,0 0-1 0 0,0 0 1 0 0,1 0-1 0 0,-1 0 1 0 0,-1-1-7 0 0,-2-2 7 0 0,0 0 1 0 0,0 0-1 0 0,0 0 0 0 0,0 1 1 0 0,0-1-1 0 0,-1 1 0 0 0,0 0 1 0 0,0 1-1 0 0,0-1 1 0 0,0 1-1 0 0,0 0 0 0 0,0 0 1 0 0,0 1-1 0 0,-1-1 0 0 0,1 1 1 0 0,-1 0-1 0 0,1 1 1 0 0,-1-1-1 0 0,1 1 0 0 0,-1 0 1 0 0,-1 1-8 0 0,4 0 11 0 0,1 1 0 0 0,0 0 1 0 0,0 0-1 0 0,1 0 0 0 0,-1 0 1 0 0,0 0-1 0 0,1 1 0 0 0,-1-1 1 0 0,1 0-1 0 0,0 1 0 0 0,0-1 1 0 0,0 1-1 0 0,0 0 0 0 0,0-1 1 0 0,1 1-1 0 0,-1 0 0 0 0,1-1 1 0 0,-1 1-1 0 0,1 0 0 0 0,0-1 1 0 0,0 1-1 0 0,0 0 0 0 0,1 0 1 0 0,-1-1-1 0 0,1 1 0 0 0,-1 0 1 0 0,1-1-1 0 0,0 1-11 0 0,1 2 42 0 0,0 1-1 0 0,0-1 1 0 0,1 0-1 0 0,0 0 1 0 0,0 0-1 0 0,0 0 1 0 0,1 0-1 0 0,-1-1 1 0 0,1 1-1 0 0,0-1 1 0 0,0 0 0 0 0,1 0-1 0 0,0 0-41 0 0,-2-2 46 0 0,0 0 0 0 0,0 0-1 0 0,0 0 1 0 0,1-1 0 0 0,-1 1-1 0 0,0-1 1 0 0,1 0 0 0 0,-1 0 0 0 0,1 0-1 0 0,-1 0 1 0 0,1 0 0 0 0,0-1-1 0 0,-1 0 1 0 0,1 0 0 0 0,0 0 0 0 0,-1 0-1 0 0,1 0 1 0 0,0-1-46 0 0,-1-1 21 0 0,-1 1-1 0 0,0-1 1 0 0,0 0 0 0 0,1 0 0 0 0,-2 0 0 0 0,1-1-1 0 0,0 1 1 0 0,0 0 0 0 0,-1-1 0 0 0,1 1-1 0 0,-1-1 1 0 0,0 1 0 0 0,1-1 0 0 0,-1 0-1 0 0,-1 0 1 0 0,1 1 0 0 0,0-1 0 0 0,-1 0 0 0 0,1 0-1 0 0,-1 0 1 0 0,0 0 0 0 0,0 0 0 0 0,0 0-1 0 0,0 1 1 0 0,0-1 0 0 0,-1 0 0 0 0,0 0-1 0 0,0-2-20 0 0,0 3-24 0 0,0 0-1 0 0,0 0 1 0 0,-1 0-1 0 0,1 0 0 0 0,-1 0 1 0 0,1 0-1 0 0,-1 0 0 0 0,0 0 1 0 0,1 0-1 0 0,-1 1 0 0 0,0-1 1 0 0,0 1-1 0 0,-1-1 1 0 0,1 1-1 0 0,0 0 0 0 0,0 0 1 0 0,0 0-1 0 0,-1 0 0 0 0,1 0 1 0 0,-1 0-1 0 0,1 1 1 0 0,-1-1-1 0 0,1 1 0 0 0,-1 0 1 0 0,1 0-1 0 0,-1 0 0 0 0,1 0 1 0 0,-1 0-1 0 0,1 0 1 0 0,-1 1-1 0 0,1-1 0 0 0,-1 1 25 0 0,1 0-36 0 0,0 1 1 0 0,0-1-1 0 0,0 1 0 0 0,0 0 0 0 0,0-1 1 0 0,0 1-1 0 0,1 0 0 0 0,-1 0 0 0 0,1 0 1 0 0,-1 0-1 0 0,1 0 0 0 0,0 1 0 0 0,0-1 1 0 0,0 0-1 0 0,0 0 0 0 0,0 1 0 0 0,1-1 0 0 0,-1 1 1 0 0,1-1-1 0 0,-1 1 0 0 0,1-1 0 0 0,0 1 1 0 0,0-1-1 0 0,0 1 0 0 0,0-1 0 0 0,0 0 1 0 0,1 1-1 0 0,0 2 36 0 0,-1 1-210 0 0,6 8-889 0 0,-1-7-4899 0 0,-3-4-4099 0 0</inkml:trace>
  <inkml:trace contextRef="#ctx0" brushRef="#br1" timeOffset="97519.8">257 1844 0 0 0,'0'0'571'0'0,"0"0"600"0"0,0 0 206 0 0,0 0 40 0 0,0 0-16 0 0,0 0-119 0 0,0 0-269 0 0,0 0-223 0 0,0 0-207 0 0,0 0-171 0 0,-1 1-121 0 0,-28 17-93 0 0,19-9 2385 0 0,12-8 5901 0 0,5-4-7698 0 0,27-28-548 0 0,-9 10-185 0 0,1 2 0 0 0,1 0 0 0 0,0 2 1 0 0,2 0-1 0 0,-1 2 0 0 0,2 2 0 0 0,0 0 0 0 0,13-2-53 0 0,44-14 312 0 0,-1-5 0 0 0,-2-3 0 0 0,12-11-312 0 0,146-73 274 0 0,-93 39-135 0 0,77-36 171 0 0,-151 91-279 0 0,-41 17 14 0 0,67-42 154 0 0,-54 25-122 0 0,613-285 217 0 0,-654 309-292 0 0,133-67 66 0 0,4 4 238 0 0,-66 28-322 0 0,321-133 79 0 0,-218 100-71 0 0,-113 37 36 0 0,120-63 20 0 0,-135 70-31 0 0,-14 11-20 0 0,63-34-1 0 0,-54 24 32 0 0,27-13 28 0 0,-20 12-117 0 0,-72 41-7897 0 0,10-7-2501 0 0</inkml:trace>
  <inkml:trace contextRef="#ctx0" brushRef="#br1" timeOffset="103674.01">243 264 0 0 0,'0'0'1536'0'0,"0"0"113"0"0,0 0-178 0 0,0 0-171 0 0,0 0-120 0 0,0 0-84 0 0,0 0-130 0 0,0 0-118 0 0,0 0-93 0 0,0 0-135 0 0,0 0-126 0 0,0-1-613 0 0,0-2 6363 0 0,94 55-4815 0 0,-65-36-1132 0 0,1-1 0 0 0,0-2 0 0 0,1-1 0 0 0,1-2 0 0 0,21 5-297 0 0,41 14 388 0 0,149 55 417 0 0,-167-48-439 0 0,193 84-34 0 0,32-1 128 0 0,-179-71-299 0 0,13 11 1 0 0,-30-4-72 0 0,62 25-10 0 0,298 108 38 0 0,-190-74-146 0 0,65 36 12 0 0,-213-101 100 0 0,0-1-51 0 0,64 27-22 0 0,-7 9 45 0 0,-118-57-49 0 0,-9-3 26 0 0,1-2 0 0 0,30 5-33 0 0,-57-18 188 0 0,-31-9-166 0 0,0 0 19 0 0,0 0-5 0 0,0 0-23 0 0,0 0-3 0 0,0 0 0 0 0,0 0-16 0 0,0 0-41 0 0,0-1 0 0 0,0 1 1 0 0,-1 0-1 0 0,1 0 0 0 0,0 0 1 0 0,0 0-1 0 0,0 0 0 0 0,0 0 1 0 0,-1 0-1 0 0,1 0 0 0 0,0 0 1 0 0,0 0-1 0 0,0 0 0 0 0,0 0 1 0 0,-1 0-1 0 0,1 0 0 0 0,0 0 1 0 0,0 0-1 0 0,0 0 0 0 0,-1 0 1 0 0,1 0-1 0 0,0 0 0 0 0,0 0 1 0 0,0 0-1 0 0,0 0 0 0 0,-1 0 1 0 0,1 0-1 0 0,0 1 0 0 0,0-1 1 0 0,0 0-1 0 0,0 0 0 0 0,0 0 1 0 0,-1 0-1 0 0,1 0 0 0 0,0 0 1 0 0,0 1-1 0 0,0-1 0 0 0,0 0 1 0 0,0 0-1 0 0,0 0 0 0 0,0 0 1 0 0,0 1-1 0 0,-1-1 0 0 0,1 0 1 0 0,0 0-1 0 0,0 0 0 0 0,0 0 1 0 0,0 1-1 0 0,0-1 0 0 0,0 0 1 0 0,0 0-1 0 0,0 0 0 0 0,0 1 1 0 0,0-1-1 0 0,0 0 47 0 0,-5-4-1149 0 0,-4-3-4109 0 0,-1 2-5402 0 0</inkml:trace>
  <inkml:trace contextRef="#ctx0" brushRef="#br1" timeOffset="110857.75">3938 1 0 0 0,'0'0'1256'0'0,"0"0"-417"0"0,0 0-236 0 0,0 0-75 0 0,0 0-73 0 0,0 0-54 0 0,0 0-45 0 0,0 0-54 0 0,3 1 480 0 0,-3-1 3827 0 0,-63 11-1513 0 0,-166-5 2673 0 0,-163 18-3969 0 0,90-4-775 0 0,-231 6-368 0 0,311-12-245 0 0,93-9 99 0 0,-62 13-511 0 0,13 0 216 0 0,-73-9 85 0 0,-59-8-16 0 0,141 3-281 0 0,-120 1 205 0 0,159-1-136 0 0,52-7 6 0 0,-47 1-63 0 0,-50 15 81 0 0,142-12-562 0 0,33-1-130 0 0,0 0-661 0 0,0 0-2276 0 0,0 0-5235 0 0</inkml:trace>
  <inkml:trace contextRef="#ctx0" brushRef="#br1" timeOffset="112639.57">4065 1841 0 0 0,'0'0'357'0'0,"0"0"453"0"0,0 0 186 0 0,0 0 94 0 0,0 0 46 0 0,0 0 40 0 0,12 1-50 0 0,-8-1-774 0 0,28 3-217 0 0,-23-2 676 0 0,-15-1 1701 0 0,-115 5 547 0 0,7-2-857 0 0,-318 17 809 0 0,-77-1-1418 0 0,-247-13-213 0 0,377-6-559 0 0,-15-17-270 0 0,196 22-355 0 0,-79 1 144 0 0,-109-24 119 0 0,280 19-292 0 0,55 13-163 0 0,-23-3 101 0 0,31-6 351 0 0,22-1-1744 0 0,1-3-5076 0 0,18-1-4060 0 0</inkml:trace>
  <inkml:trace contextRef="#ctx0" brushRef="#br1" timeOffset="122156.98">3015 1892 0 0 0,'0'0'954'0'0,"0"0"-125"0"0,0 0-165 0 0,0 0-72 0 0,0 0-18 0 0,0 0-19 0 0,0 0-3 0 0,0 0 24 0 0,0 0 7 0 0,0 0 21 0 0,0 0 20 0 0,10 1 44 0 0,37 6 908 0 0,-50-7 7621 0 0,0 0-6564 0 0,-6-5-3183 0 0,-30-15 777 0 0,-109-50 428 0 0,96 49 457 0 0,17 13-604 0 0,35 8-491 0 0,0 0-10 0 0,0 0 25 0 0,0 0 5 0 0,0 0-19 0 0,0 0-34 0 0,-13-3 505 0 0,-32-25 121 0 0,19 17-614 0 0,31 11 596 0 0,129 72-732 0 0,38 4-60 0 0,-73-42 133 0 0,-99-34 65 0 0,0 0-1 0 0,-1 0 1 0 0,1 0-1 0 0,0 0 1 0 0,-1 0 0 0 0,1 0-1 0 0,0 0 1 0 0,0 0 0 0 0,-1 0-1 0 0,1 0 1 0 0,0 0 0 0 0,-1 0-1 0 0,1 1 1 0 0,0-1 0 0 0,0 0-1 0 0,-1 0 1 0 0,1 0-1 0 0,0 0 1 0 0,0 1 0 0 0,-1-1-1 0 0,1 0 1 0 0,0 0 0 0 0,0 0-1 0 0,-1 1 1 0 0,1-1 0 0 0,0 0-1 0 0,0 0 1 0 0,0 1-1 0 0,0-1 1 0 0,0 0 0 0 0,-1 1-1 0 0,1-1 1 0 0,0 0 0 0 0,0 1-1 0 0,0-1 1 0 0,0 0 0 0 0,0 0-1 0 0,0 1 1 0 0,0-1 0 0 0,0 0-1 0 0,0 1 1 0 0,0-1-1 0 0,0 0 1 0 0,0 1 0 0 0,0-1-1 0 0,0 0 1 0 0,0 0 0 0 0,1 1-1 0 0,-1-1 1 0 0,0 0 0 0 0,0 1-1 0 0,0-1 1 0 0,0 0-1 0 0,1 0 1 0 0,-1 1 0 0 0,0-1-1 0 0,0 0 1 0 0,0 0 0 0 0,1 1-1 0 0,-1-1 1 0 0,0 0 0 0 0,0 0-1 0 0,1 0 1 0 0,-1 0 0 0 0,0 1-1 0 0,1-1 3 0 0,-7 4-19 0 0,-62 27 105 0 0,42-26-135 0 0,-1-1 0 0 0,0-1 0 0 0,0-2 0 0 0,0 0 0 0 0,-16-3 49 0 0,-9 1-2637 0 0,39 1-2226 0 0,5 0-5882 0 0</inkml:trace>
</inkml:ink>
</file>

<file path=ppt/ink/ink2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2-05T16:32:01.9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150 153 0 0 0,'0'0'491'0'0,"0"0"-32"0"0,0 0-11 0 0,0 0 178 0 0,0 0 237 0 0,-4-7 228 0 0,-13-22 177 0 0,-15-3 3564 0 0,6 7 957 0 0,21 46-5577 0 0,-5 2-158 0 0,10-23-46 0 0,9 10 1687 0 0,-3-7-1572 0 0,0 1 0 0 0,0-1 0 0 0,0-1 0 0 0,0 1 0 0 0,1-1 0 0 0,-1 0 0 0 0,1 0 0 0 0,0-1 0 0 0,-1 0 0 0 0,1 0 0 0 0,0-1-123 0 0,-6-18 515 0 0,-6 9-397 0 0,0 1-1 0 0,0-1 1 0 0,-1 1 0 0 0,0 0-1 0 0,0 0 1 0 0,-1 1-1 0 0,0-1 1 0 0,0 2 0 0 0,-1-1-1 0 0,0 1 1 0 0,-1-1-118 0 0,8 6 34 0 0,-1 0 12 0 0,-1-2 81 0 0,0 0-1 0 0,0 1 0 0 0,0-1 0 0 0,-1 1 0 0 0,1 0 0 0 0,0 0 0 0 0,-1 0 0 0 0,0 0 0 0 0,1 1 0 0 0,-1 0 0 0 0,0-1 0 0 0,0 1 0 0 0,-3 0-126 0 0,0 21 133 0 0,6-14-100 0 0,1 1 0 0 0,-1-1-1 0 0,1 1 1 0 0,0-1 0 0 0,1 1-1 0 0,-1-1 1 0 0,1 1 0 0 0,0-1-1 0 0,1 0 1 0 0,0 0 0 0 0,0 1-1 0 0,0-1 1 0 0,1 0 0 0 0,-1-1-1 0 0,1 1 1 0 0,1 0 0 0 0,-1-1-1 0 0,4 4-32 0 0,11 16 43 0 0,-15-19-50 0 0,0-1 1 0 0,1 1-1 0 0,0-1 1 0 0,0 1-1 0 0,0-1 1 0 0,1-1-1 0 0,-1 1 1 0 0,1-1-1 0 0,0 1 1 0 0,1-2 0 0 0,-1 1-1 0 0,1 0 1 0 0,-1-1-1 0 0,1 0 1 0 0,3 1 6 0 0,-8-4 6 0 0,-1 0 0 0 0,1 0 1 0 0,0 0-1 0 0,-1 0 0 0 0,1 0 1 0 0,0 0-1 0 0,-1 0 1 0 0,1 0-1 0 0,0 0 0 0 0,-1 0 1 0 0,1 0-1 0 0,0 0 0 0 0,-1 0 1 0 0,1-1-1 0 0,0 1 0 0 0,-1 0 1 0 0,1 0-1 0 0,-1-1 0 0 0,1 1 1 0 0,0-1-1 0 0,-1 1 1 0 0,1 0-1 0 0,-1-1 0 0 0,1 1 1 0 0,-1-1-1 0 0,1 1 0 0 0,-1-1 1 0 0,0 1-1 0 0,1-1 0 0 0,-1 0 1 0 0,1 1-1 0 0,-1-1 0 0 0,0 1 1 0 0,0-1-1 0 0,1 0 1 0 0,-1 1-1 0 0,0-1 0 0 0,0 0 1 0 0,0 1-1 0 0,0-1 0 0 0,0 0 1 0 0,0 0-1 0 0,0 1 0 0 0,0-1 1 0 0,0 0-1 0 0,0 1 0 0 0,0-1 1 0 0,0 0-1 0 0,-1 1 1 0 0,1-1-1 0 0,0 0 0 0 0,0 1 1 0 0,-1-1-7 0 0,1-5 0 0 0,-1-4 23 0 0,0 1 1 0 0,-1-1-1 0 0,0 1 0 0 0,-1 0 1 0 0,0-1-1 0 0,0 1 0 0 0,-1 1 0 0 0,0-1 1 0 0,-1 1-1 0 0,-4-6-23 0 0,-1-6 98 0 0,-24-22 229 0 0,22 57-326 0 0,11-12-8 0 0,-2 81-5 0 0,6-1-2204 0 0,-6-81-4542 0 0,3-2 3411 0 0,-2 0-6933 0 0</inkml:trace>
</inkml:ink>
</file>

<file path=ppt/ink/ink2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2-05T16:32:03.7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83 132 0 0 0,'0'0'687'0'0,"0"0"1100"0"0,0 0 175 0 0,0 0-246 0 0,0 0-282 0 0,0 0-242 0 0,0 0-208 0 0,0 0-233 0 0,0 0-232 0 0,0 0-163 0 0,0 0-94 0 0,0-2-51 0 0,-6-17 407 0 0,-32-68 3365 0 0,32 67-469 0 0,6 20-3342 0 0,0 0-86 0 0,0 0-65 0 0,0 0-38 0 0,0 0-34 0 0,0 0-16 0 0,0 0-22 0 0,0 0-27 0 0,0 0-15 0 0,0 0-15 0 0,0 0 4 0 0,0 0 23 0 0,0 0 31 0 0,0 0 30 0 0,0 0 20 0 0,0 0 30 0 0,0 0 36 0 0,12 1 705 0 0,51 12-312 0 0,-100-29 678 0 0,-4 15-1043 0 0,40 1-53 0 0,0 1 1 0 0,-1 0-1 0 0,1-1 1 0 0,0 1-1 0 0,1 0 1 0 0,-1 0-1 0 0,0 0 0 0 0,0 0 1 0 0,0 0-1 0 0,1 0 1 0 0,-1 0-1 0 0,0 0 1 0 0,1 0-1 0 0,-1 0 0 0 0,1 1 1 0 0,-1-1-1 0 0,1 0 1 0 0,0 0-1 0 0,-1 1 1 0 0,1-1-1 0 0,0 0 0 0 0,0 0 1 0 0,0 1-1 0 0,0-1 1 0 0,0 0-1 0 0,0 0 1 0 0,0 1-1 0 0,0-1 1 0 0,1 0-1 0 0,-1 1-3 0 0,0 2 14 0 0,2-1 17 0 0,-1 0-1 0 0,0 0 1 0 0,1 0-1 0 0,-1 0 1 0 0,1 0-1 0 0,0 0 1 0 0,0-1-1 0 0,0 1 0 0 0,0-1 1 0 0,1 1-1 0 0,-1-1 1 0 0,1 0-1 0 0,-1 0 1 0 0,1 0-1 0 0,0 0 1 0 0,0-1-1 0 0,2 2-30 0 0,-1 0 21 0 0,44 14 738 0 0,-49-27-431 0 0,-1 6-328 0 0,0-1 1 0 0,-1 1-1 0 0,0-1 1 0 0,0 1-1 0 0,0 0 0 0 0,0 0 1 0 0,-1 0-1 0 0,0 1 1 0 0,1-1-1 0 0,-1 1 1 0 0,-1 0-1 0 0,1 0 0 0 0,0 0 1 0 0,-1 1-1 0 0,1-1 1 0 0,-4 0-1 0 0,7 3 0 0 0,0-1 0 0 0,1 1 0 0 0,-1-1 0 0 0,0 1-1 0 0,0-1 1 0 0,0 1 0 0 0,-1 0 0 0 0,1 0 0 0 0,0-1 0 0 0,0 1 0 0 0,0 0 0 0 0,0 0 0 0 0,0 0 0 0 0,0 0 0 0 0,0 0 0 0 0,0 1 0 0 0,0-1 0 0 0,0 0 0 0 0,0 0 0 0 0,0 1 0 0 0,0-1 0 0 0,0 0 0 0 0,0 1 0 0 0,0-1 0 0 0,0 1 0 0 0,0-1 0 0 0,0 1 0 0 0,0 0 0 0 0,1-1 0 0 0,-1 1 0 0 0,0 0 0 0 0,0 0 0 0 0,1-1 0 0 0,-1 1-1 0 0,0 0 1 0 0,1 0 0 0 0,-1 0 0 0 0,1 0 0 0 0,-1 1 0 0 0,-1 3 14 0 0,1 0-1 0 0,-1 0 0 0 0,1 0 0 0 0,1 0 0 0 0,-1 0 1 0 0,0 0-1 0 0,1 1 0 0 0,0-1 0 0 0,1 0 0 0 0,-1 0 1 0 0,1 1-14 0 0,0-3 28 0 0,0 0 0 0 0,0 0 0 0 0,0 0 0 0 0,1-1 0 0 0,-1 1 0 0 0,1 0 0 0 0,-1-1 0 0 0,1 1 0 0 0,0-1 0 0 0,0 0 0 0 0,0 0 0 0 0,1 0 0 0 0,-1 0 0 0 0,0 0 0 0 0,1 0 0 0 0,-1 0 0 0 0,1-1 0 0 0,0 1 0 0 0,-1-1 0 0 0,1 0-28 0 0,-1 0 33 0 0,-1-1 1 0 0,0 1-1 0 0,0-1 1 0 0,1 0-1 0 0,-1 1 1 0 0,0-1-1 0 0,0 0 1 0 0,1 0-1 0 0,-1 0 1 0 0,0 0-1 0 0,1 0 1 0 0,-1 0-1 0 0,0 0 1 0 0,0-1-1 0 0,1 1 1 0 0,-1 0-1 0 0,0-1 1 0 0,0 1-1 0 0,1-1 1 0 0,-1 1-1 0 0,0-1 1 0 0,0 1-1 0 0,0-1 1 0 0,0 0-1 0 0,1 0-33 0 0,-2 0-93 0 0,0 1 0 0 0,0 0-1 0 0,1 0 1 0 0,-1 0 0 0 0,0-1 0 0 0,0 1-1 0 0,0 0 1 0 0,0 0 0 0 0,0-1-1 0 0,0 1 1 0 0,1 0 0 0 0,-1-1 0 0 0,0 1-1 0 0,0 0 1 0 0,0 0 0 0 0,0-1-1 0 0,0 1 1 0 0,0 0 0 0 0,0 0-1 0 0,0-1 1 0 0,0 1 0 0 0,-1 0 0 0 0,1-1-1 0 0,0 1 1 0 0,0 0 0 0 0,0 0-1 0 0,0-1 1 0 0,0 1 0 0 0,0 0 0 0 0,0 0-1 0 0,-1 0 1 0 0,1-1 0 0 0,0 1-1 0 0,0 0 1 0 0,0 0 0 0 0,0 0 0 0 0,-1-1-1 0 0,1 1 1 0 0,0 0 0 0 0,0 0-1 0 0,-1 0 1 0 0,1 0 0 0 0,0-1 0 0 0,0 1-1 0 0,-1 0 1 0 0,1 0 0 0 0,0 0-1 0 0,0 0 1 0 0,-1 0 0 0 0,1 0 0 0 0,0 0-1 0 0,-1 0 1 0 0,1 0 0 0 0,0 0-1 0 0,0 0 1 0 0,-1 0 0 0 0,1 0-1 0 0,0 0 1 0 0,0 0 0 0 0,-1 0 93 0 0,-3-1-1047 0 0,-4 0-4623 0 0,0 0-4653 0 0</inkml:trace>
</inkml:ink>
</file>

<file path=ppt/ink/ink2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2-05T16:32:05.7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74 114 0 0 0,'0'0'1524'0'0,"0"0"177"0"0,0 0-88 0 0,0 0-51 0 0,0 0 72 0 0,0 0-35 0 0,0 0-144 0 0,0 0-208 0 0,0 0-242 0 0,0 0-194 0 0,0 0-160 0 0,0 0-115 0 0,0 0-112 0 0,-1-3-125 0 0,-3-11-71 0 0,18 4 205 0 0,-12 8-403 0 0,-1 2-23 0 0,-1-1 1 0 0,1 1-1 0 0,-1 0 1 0 0,1-1-1 0 0,-1 1 1 0 0,1 0-1 0 0,-1-1 1 0 0,1 1-1 0 0,-1-1 1 0 0,0 1-1 0 0,1-1 1 0 0,-1 1-1 0 0,0-1 1 0 0,1 1-1 0 0,-1-1 1 0 0,0 0-1 0 0,0 1 1 0 0,1-1-1 0 0,-1 1 1 0 0,0-1-1 0 0,0 1 1 0 0,0-1-1 0 0,0 0 1 0 0,0 1-1 0 0,0-1 1 0 0,0 0-1 0 0,0 1 1 0 0,0-1-1 0 0,0 1 1 0 0,0-1-1 0 0,0 0 1 0 0,-1 1-1 0 0,1-1 1 0 0,0 1-1 0 0,0-1 1 0 0,-1 1-1 0 0,1-1 1 0 0,0 1-1 0 0,-1-1 1 0 0,1 1-1 0 0,0-1 1 0 0,-1 1-1 0 0,1-1-7 0 0,-7-7 358 0 0,-1-1-1 0 0,1 1 1 0 0,-1 1-1 0 0,0 0 0 0 0,-1 0 1 0 0,0 0-1 0 0,-4-1-357 0 0,9 44 586 0 0,5-32-568 0 0,1 0 0 0 0,-1-1 0 0 0,1 1 1 0 0,0 0-1 0 0,1-1 0 0 0,-1 1 0 0 0,1-1 1 0 0,-1 0-1 0 0,1 1 0 0 0,0-1 0 0 0,0-1 1 0 0,1 1-1 0 0,-1 0 0 0 0,0-1 0 0 0,1 0 1 0 0,1 1-19 0 0,40 4 548 0 0,-33-36 104 0 0,-11 27-647 0 0,-1 0 1 0 0,0 0-1 0 0,0 0 1 0 0,0 0-1 0 0,0 0 1 0 0,0 0-1 0 0,0 0 1 0 0,-1 0-1 0 0,1 1 0 0 0,-1-1 1 0 0,1 0-1 0 0,-1 0 1 0 0,0 0-1 0 0,1 0 1 0 0,-1 1-1 0 0,0-1 1 0 0,0 0-1 0 0,0 1 0 0 0,-1-1 1 0 0,1 1-1 0 0,0-1 1 0 0,0 1-1 0 0,-1 0 1 0 0,1-1-1 0 0,-1 1 1 0 0,1 0-1 0 0,-1 0 0 0 0,0 0 1 0 0,0 0-1 0 0,1 0 1 0 0,-1 0-1 0 0,0 1 1 0 0,0-1-1 0 0,0 1 1 0 0,0-1-1 0 0,-1 1-5 0 0,0 0-5 0 0,0 0 1 0 0,0 0-1 0 0,0 0 0 0 0,0 1 0 0 0,0-1 1 0 0,0 1-1 0 0,0 0 0 0 0,0 0 1 0 0,1 0-1 0 0,-1 0 0 0 0,0 1 0 0 0,0-1 1 0 0,1 1-1 0 0,-1-1 0 0 0,1 1 0 0 0,0 0 1 0 0,-1 0-1 0 0,1 0 0 0 0,0 0 1 0 0,0 1-1 0 0,0-1 0 0 0,0 0 0 0 0,1 1 1 0 0,-1 0 4 0 0,-1 2 0 0 0,1-1-1 0 0,0 0 1 0 0,0 1 0 0 0,0 0 0 0 0,0-1 0 0 0,1 1 0 0 0,0 0 0 0 0,0 0 0 0 0,0 0 0 0 0,0 0 0 0 0,1 0-1 0 0,0 0 1 0 0,0 0 0 0 0,1 1 0 0 0,0-3 25 0 0,0-1 0 0 0,1 1 0 0 0,-1-1 0 0 0,1 0 1 0 0,-1 0-1 0 0,1 0 0 0 0,0 0 0 0 0,0 0 0 0 0,0 0 0 0 0,0-1 0 0 0,0 1 0 0 0,0 0 0 0 0,1-1 0 0 0,-1 0 0 0 0,1 0 0 0 0,-1 1 0 0 0,1-1 0 0 0,-1-1 0 0 0,1 1 0 0 0,-1 0 0 0 0,1-1 0 0 0,0 1 0 0 0,-1-1 0 0 0,1 0 0 0 0,0 0 0 0 0,-1 0 0 0 0,4 0-25 0 0,-5 0 26 0 0,0 0-1 0 0,1 0 0 0 0,-1 0 1 0 0,0 1-1 0 0,0-2 0 0 0,1 1 1 0 0,-1 0-1 0 0,0 0 0 0 0,0 0 1 0 0,1-1-1 0 0,-1 1 0 0 0,0 0 0 0 0,0-1 1 0 0,0 1-1 0 0,0-1 0 0 0,0 1 1 0 0,1-1-1 0 0,-1 0 0 0 0,0 0 1 0 0,0 1-1 0 0,0-1 0 0 0,-1 0 0 0 0,1 0 1 0 0,0 0-1 0 0,0 0 0 0 0,0 0 1 0 0,-1 0-1 0 0,1 0 0 0 0,0 0 1 0 0,-1 0-1 0 0,1 0 0 0 0,-1-1 1 0 0,0 1-1 0 0,1 0 0 0 0,-1 0 0 0 0,0-1 1 0 0,1 1-1 0 0,-1 0 0 0 0,0 0 1 0 0,0-1-26 0 0,0 0-6 0 0,0 1 1 0 0,1-1-1 0 0,-1 1 0 0 0,0-1 1 0 0,0 1-1 0 0,0-1 1 0 0,0 1-1 0 0,0-1 1 0 0,0 1-1 0 0,0 0 0 0 0,0-1 1 0 0,-1 1-1 0 0,1-1 1 0 0,-1 1-1 0 0,1-1 1 0 0,-1 1-1 0 0,0 0 0 0 0,1 0 1 0 0,-1-1-1 0 0,0 1 1 0 0,0 0-1 0 0,0 0 1 0 0,0 0-1 0 0,0 0 0 0 0,0-1 1 0 0,0 2-1 0 0,0-1 1 0 0,0 0-1 0 0,0 0 1 0 0,-1 0-1 0 0,1 0 0 0 0,0 1 1 0 0,-1-1-1 0 0,1 1 1 0 0,0-1-1 0 0,-1 1 1 0 0,1-1-1 0 0,-1 1 0 0 0,1 0 1 0 0,-1 0-1 0 0,1 0 1 0 0,-1 0-1 0 0,1 0 1 0 0,0 0-1 0 0,-2 0 6 0 0,1 1-37 0 0,1 0-1 0 0,-1 0 1 0 0,1 0 0 0 0,0 0 0 0 0,-1 0-1 0 0,1 0 1 0 0,0 1 0 0 0,0-1 0 0 0,-1 0-1 0 0,1 1 1 0 0,0-1 0 0 0,1 1 0 0 0,-1-1-1 0 0,0 1 1 0 0,0 0 0 0 0,1-1 0 0 0,-1 1-1 0 0,1 0 1 0 0,-1 1 37 0 0,-4 8-452 0 0,-6 23-4115 0 0,9-26-235 0 0,1-1-5353 0 0</inkml:trace>
</inkml:ink>
</file>

<file path=ppt/ink/ink2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2-05T16:32:07.1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85 124 0 0 0,'0'0'782'0'0,"0"0"250"0"0,0 0 236 0 0,10-4 152 0 0,33-10-38 0 0,-42 14-1149 0 0,0-1-1 0 0,0 1 1 0 0,0 0 0 0 0,0-1-1 0 0,-1 1 1 0 0,1 0 0 0 0,0-1-1 0 0,0 1 1 0 0,0-1 0 0 0,0 1 0 0 0,-1-1-1 0 0,1 0 1 0 0,0 1 0 0 0,0-1-1 0 0,-1 0 1 0 0,1 1 0 0 0,-1-1-1 0 0,1 0 1 0 0,0 0 0 0 0,-1 0 0 0 0,0 1-1 0 0,1-1 1 0 0,-1 0 0 0 0,1 0-1 0 0,-1 0 1 0 0,0 0 0 0 0,0 0-1 0 0,0 0 1 0 0,1 0 0 0 0,-1 0 0 0 0,0 0-1 0 0,0 0 1 0 0,0 0 0 0 0,0 0-1 0 0,-1 0 1 0 0,1 0 0 0 0,0 0-1 0 0,0 1 1 0 0,-1-2-233 0 0,1-4 1382 0 0,-1 5-1358 0 0,0-1 1 0 0,0 0-1 0 0,-1 0 1 0 0,1 1-1 0 0,0-1 1 0 0,-1 0-1 0 0,1 1 1 0 0,-1-1 0 0 0,1 1-1 0 0,-1 0 1 0 0,0 0-1 0 0,1-1 1 0 0,-1 1-1 0 0,0 0 1 0 0,0 0-1 0 0,0 1 1 0 0,0-1-1 0 0,0 0 1 0 0,0 1-1 0 0,-1-1-24 0 0,-1 0 39 0 0,-60-17 637 0 0,59 18-616 0 0,5-1-36 0 0,-1 1 0 0 0,1 0 1 0 0,-1 0-1 0 0,1 0 0 0 0,0 0 0 0 0,-1 0 1 0 0,1 0-1 0 0,-1-1 0 0 0,1 1 1 0 0,-1 0-1 0 0,1 0 0 0 0,-1 0 0 0 0,1 1 1 0 0,0-1-1 0 0,-1 0 0 0 0,1 0 1 0 0,-1 0-1 0 0,1 0 0 0 0,-1 0 0 0 0,1 0 1 0 0,0 1-1 0 0,-1-1 0 0 0,1 0 0 0 0,-1 0 1 0 0,1 1-1 0 0,0-1 0 0 0,-1 0 1 0 0,1 0-1 0 0,0 1 0 0 0,-1-1 0 0 0,1 0 1 0 0,0 1-1 0 0,0-1 0 0 0,-1 0 1 0 0,1 1-1 0 0,0-1 0 0 0,0 1 0 0 0,0-1 1 0 0,0 1-1 0 0,-1-1 0 0 0,1 0 0 0 0,0 1 1 0 0,0-1-1 0 0,0 1 0 0 0,0-1 1 0 0,0 1-1 0 0,0-1 0 0 0,0 0 0 0 0,0 1 1 0 0,0-1-1 0 0,0 1 0 0 0,0-1 1 0 0,1 1-1 0 0,-1-1 0 0 0,0 0 0 0 0,0 1-24 0 0,2 3 89 0 0,1 0 0 0 0,-1 0-1 0 0,1 0 1 0 0,0-1 0 0 0,0 1-1 0 0,0-1 1 0 0,0 0 0 0 0,1 0-1 0 0,-1 0 1 0 0,1 0-1 0 0,0 0 1 0 0,0-1 0 0 0,0 0-1 0 0,0 0 1 0 0,0 0 0 0 0,0 0-1 0 0,3 0-88 0 0,21 3 825 0 0,-28-16-337 0 0,-1 6-471 0 0,-1 1 0 0 0,1 0 0 0 0,-1 0 0 0 0,-1 0 1 0 0,1 0-1 0 0,-1 0 0 0 0,1 0 0 0 0,-1 0 0 0 0,0 1 0 0 0,0 0 1 0 0,-1-1-1 0 0,1 1 0 0 0,-1 1 0 0 0,1-1 0 0 0,-1 0 1 0 0,0 1-1 0 0,-2-1-17 0 0,3 0 25 0 0,1 1 0 0 0,-1 0 0 0 0,0 0 0 0 0,0 0 1 0 0,-1 1-1 0 0,1-1 0 0 0,0 1 0 0 0,0-1 0 0 0,-1 1 0 0 0,1 0 1 0 0,-1 0-1 0 0,1 1 0 0 0,-1-1 0 0 0,0 1 0 0 0,1 0 0 0 0,-3 0-25 0 0,2 17 159 0 0,4-13-117 0 0,0-1 0 0 0,0 1 0 0 0,0-1 0 0 0,0 0 0 0 0,1 1-1 0 0,-1-1 1 0 0,1 0 0 0 0,0 0 0 0 0,0 1 0 0 0,0-1 0 0 0,1 0 0 0 0,-1 0 0 0 0,1 0-1 0 0,-1 0 1 0 0,3 2-42 0 0,2 3 50 0 0,0 0 1 0 0,0-1-1 0 0,1 0 0 0 0,0 0 0 0 0,0 0 0 0 0,1-1 1 0 0,0 0-1 0 0,6 4-50 0 0,-14-10 12 0 0,0 0-1 0 0,1 1 1 0 0,-1-1 0 0 0,1 1 0 0 0,-1-1 0 0 0,0 0 0 0 0,1 1 0 0 0,-1-1-1 0 0,1 0 1 0 0,-1 1 0 0 0,1-1 0 0 0,-1 0 0 0 0,1 0 0 0 0,-1 0 0 0 0,1 1-1 0 0,-1-1 1 0 0,1 0 0 0 0,0 0 0 0 0,-1 0 0 0 0,1 0 0 0 0,-1 0-1 0 0,1 0 1 0 0,-1 0 0 0 0,1 0 0 0 0,-1 0 0 0 0,1 0 0 0 0,-1 0 0 0 0,1-1-1 0 0,0 1 1 0 0,-1 0 0 0 0,1 0 0 0 0,-1 0 0 0 0,1-1 0 0 0,-1 1 0 0 0,0 0-1 0 0,1-1 1 0 0,-1 1 0 0 0,1 0 0 0 0,-1-1 0 0 0,1 1 0 0 0,-1-1 0 0 0,0 1-1 0 0,1 0 1 0 0,-1-1 0 0 0,0 1 0 0 0,0-1 0 0 0,1 1 0 0 0,-1-1 0 0 0,0 1-1 0 0,0-1 1 0 0,0 1 0 0 0,1-1 0 0 0,-1 0 0 0 0,0 1 0 0 0,0-1 0 0 0,0 1-1 0 0,0-1 1 0 0,0 1 0 0 0,0-1 0 0 0,0 1 0 0 0,0-1-12 0 0,-10-34 154 0 0,8 31-158 0 0,-1 0-1 0 0,1 0 1 0 0,-1 0-1 0 0,0 0 1 0 0,0 0 0 0 0,-1 1-1 0 0,1-1 1 0 0,0 1-1 0 0,-1 0 1 0 0,0 0-1 0 0,0 1 1 0 0,0-1-1 0 0,0 1 1 0 0,0 0 0 0 0,-1 0-1 0 0,1 0 1 0 0,-1 0-1 0 0,-2 0 5 0 0,5 3-11 0 0,0 0 0 0 0,0 1 1 0 0,0-1-1 0 0,1 1 0 0 0,-1-1 0 0 0,0 1 0 0 0,1-1 0 0 0,-1 1 0 0 0,1 0 0 0 0,-1 0 1 0 0,1 0-1 0 0,0 0 0 0 0,0 0 0 0 0,0 0 0 0 0,0 0 0 0 0,0 0 0 0 0,0 0 0 0 0,1 0 1 0 0,-1 1-1 0 0,1-1 0 0 0,-1 0 0 0 0,1 0 0 0 0,0 1 0 0 0,0-1 0 0 0,0 0 0 0 0,0 1 12 0 0,0 7-549 0 0,-2 9-307 0 0,-3-9-7246 0 0,4-10-2553 0 0</inkml:trace>
</inkml:ink>
</file>

<file path=ppt/ink/ink2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2-05T16:36:53.8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29 0 0 0,'0'0'289'0'0,"0"0"821"0"0,0 0 120 0 0,0 0-108 0 0,0 0-59 0 0,0 0-56 0 0,0 0-161 0 0,0 0-103 0 0,0 0-45 0 0,2-2 11 0 0,8-9 33 0 0,-6 5 7747 0 0,-4 0-7262 0 0,0 3 201 0 0,0 2-1159 0 0,0 1-11 0 0,0 0-31 0 0,0 0-30 0 0,0 0-34 0 0,0 0-25 0 0,0 0-12 0 0,0 0-16 0 0,0 0 2 0 0,0 0-22 0 0,0 0-24 0 0,0 0-11 0 0,0 0-15 0 0,-5 1 3261 0 0,26 135-2654 0 0,-8-41-581 0 0,-3 27-59 0 0,-31-82-68 0 0,15-26 41 0 0,-1-1-52 0 0,-18 5-56 0 0,23-17 132 0 0,0-1 0 0 0,0 1 0 0 0,0-1 0 0 0,0 0 0 0 0,0 0 1 0 0,0 1-1 0 0,0-1 0 0 0,0-1 0 0 0,0 1 0 0 0,0 0 0 0 0,-1 0 0 0 0,1-1 1 0 0,0 1-1 0 0,0-1 0 0 0,0 0 0 0 0,1 1 0 0 0,-1-1 0 0 0,-1-1-4 0 0,-13-15 271 0 0,6-1-96 0 0,9-33 418 0 0,5 43-562 0 0,0 0-1 0 0,1 0 1 0 0,0 0-1 0 0,0 0 1 0 0,1 1-1 0 0,0 0 1 0 0,0 0-1 0 0,1 0 1 0 0,0 1-1 0 0,0 0 1 0 0,0 0-1 0 0,1 1 1 0 0,0 0 0 0 0,0 0-1 0 0,0 1 1 0 0,1 0-1 0 0,0 1 1 0 0,7-3-31 0 0,251-90 105 0 0,-241 83-872 0 0,-38 11-2770 0 0,-6 2-413 0 0,5 0-2380 0 0,1 0-4932 0 0</inkml:trace>
</inkml:ink>
</file>

<file path=ppt/ink/ink2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2-05T16:31:59.910"/>
    </inkml:context>
    <inkml:brush xml:id="br0">
      <inkml:brushProperty name="width" value="0.1" units="cm"/>
      <inkml:brushProperty name="height" value="0.1" units="cm"/>
    </inkml:brush>
    <inkml:brush xml:id="br1">
      <inkml:brushProperty name="width" value="0.05" units="cm"/>
      <inkml:brushProperty name="height" value="0.05" units="cm"/>
    </inkml:brush>
  </inkml:definitions>
  <inkml:trace contextRef="#ctx0" brushRef="#br0">5476 4880 0 0 0,'0'0'60'0'0,"0"0"120"0"0,7 1 57 0 0,5 0 212 0 0,18 3-387 0 0,-9-3 9439 0 0,-43-12-4418 0 0,10 2-4117 0 0,-12-2 1339 0 0,11 14-2259 0 0,-18 15 10 0 0,31-9 1325 0 0,76 38-881 0 0,-10-20-543 0 0,-75-41 642 0 0,-2 3-337 0 0,0-1 0 0 0,-1 2 0 0 0,0-1 1 0 0,-1 2-1 0 0,0 0 0 0 0,-1 0 0 0 0,-3-1-262 0 0,-15 3 855 0 0,31 8-845 0 0,0 0-1 0 0,-1 1 1 0 0,1-1 0 0 0,0 1 0 0 0,0-1 0 0 0,0 1 0 0 0,0 0-1 0 0,1-1 1 0 0,-1 1 0 0 0,0 0 0 0 0,1-1 0 0 0,-1 1-1 0 0,1 0 1 0 0,0 0 0 0 0,-1 0 0 0 0,1-1 0 0 0,0 1 0 0 0,0 0-1 0 0,0 0 1 0 0,0 0 0 0 0,1 0 0 0 0,-1-1 0 0 0,1 2-10 0 0,-1 4 66 0 0,2 0-40 0 0,0 0 0 0 0,1 0 0 0 0,0 0 0 0 0,0 0 0 0 0,0-1 0 0 0,1 1 0 0 0,0-1 0 0 0,0 0 0 0 0,1-1 0 0 0,0 1-1 0 0,0-1 1 0 0,0 1 0 0 0,1-2 0 0 0,-1 1 0 0 0,1-1 0 0 0,0 1 0 0 0,4 0-26 0 0,-6-1 3 0 0,-1-2 8 0 0,0 1 0 0 0,0-1 0 0 0,0 0 0 0 0,1 0 0 0 0,-1 0 0 0 0,0 0 0 0 0,1-1 0 0 0,0 1 0 0 0,-1-1 0 0 0,1 0 0 0 0,-1 0 0 0 0,1 0 0 0 0,1 0-11 0 0,-5-13 180 0 0,-2 6-176 0 0,0 0 0 0 0,0 0 0 0 0,-1 1 0 0 0,0-1 0 0 0,0 1-1 0 0,-1-1 1 0 0,1 1 0 0 0,-1 0 0 0 0,0 1 0 0 0,-1-1 0 0 0,1 1 0 0 0,-1-1 0 0 0,0 1-4 0 0,-10-11 19 0 0,9 8 3 0 0,-1 1 0 0 0,1-1 0 0 0,-1 1 0 0 0,-1 1 0 0 0,1-1 0 0 0,-1 1 0 0 0,0 1 0 0 0,-3-2-22 0 0,10 6-1 0 0,1-1 1 0 0,-1 1-1 0 0,0 0 0 0 0,0 0 0 0 0,1 0 0 0 0,-1-1 0 0 0,0 1 0 0 0,0 0 0 0 0,1 0 0 0 0,-1 0 0 0 0,0 0 0 0 0,0 0 0 0 0,1 1 0 0 0,-1-1 0 0 0,0 0 0 0 0,0 0 0 0 0,1 0 0 0 0,-1 1 0 0 0,0-1 0 0 0,1 0 0 0 0,-1 1 0 0 0,0-1 0 0 0,1 1 0 0 0,-1-1 0 0 0,0 0 0 0 0,1 1 0 0 0,-1 0 1 0 0,1-1-1 0 0,-1 1 0 0 0,1-1 0 0 0,-1 1 0 0 0,1 0 0 0 0,-1-1 0 0 0,1 1 0 0 0,0 0 0 0 0,-1-1 0 0 0,1 1 0 0 0,0 0 0 0 0,0-1 0 0 0,0 1 0 0 0,-1 0 0 0 0,1 0 0 0 0,0-1 0 0 0,0 1 0 0 0,0 0 0 0 0,0 0 0 0 0,0 0 1 0 0,0 39 36 0 0,1-37-19 0 0,0 0 0 0 0,0 0 0 0 0,0-1 0 0 0,1 1 0 0 0,-1 0 0 0 0,0-1 0 0 0,1 1 0 0 0,0-1 0 0 0,-1 1 0 0 0,1-1 0 0 0,0 0-1 0 0,1 0 1 0 0,-1 0 0 0 0,0 0 0 0 0,0 0 0 0 0,1 0 0 0 0,-1-1 0 0 0,1 1 0 0 0,0-1 0 0 0,-1 0 0 0 0,1 1 0 0 0,0-1 0 0 0,0 0 0 0 0,-1-1 0 0 0,1 1 0 0 0,0-1 0 0 0,0 1 0 0 0,0-1 0 0 0,0 0 0 0 0,0 0 0 0 0,2 0-17 0 0,-5 0 9 0 0,1 0 0 0 0,-1 0 0 0 0,1 0 0 0 0,-1 0 0 0 0,1 0 0 0 0,-1 0 0 0 0,1 0 0 0 0,-1 0 0 0 0,1 0 0 0 0,-1 0 0 0 0,1 0 0 0 0,-1 0 0 0 0,1-1 0 0 0,-1 1 0 0 0,1 0 0 0 0,-1 0 0 0 0,0-1 0 0 0,1 1 0 0 0,-1 0 0 0 0,1 0 0 0 0,-1-1 1 0 0,0 1-1 0 0,1 0 0 0 0,-1-1 0 0 0,0 1 0 0 0,1-1 0 0 0,-1 1 0 0 0,0-1 0 0 0,0 1 0 0 0,1 0 0 0 0,-1-1 0 0 0,0 1 0 0 0,0-1 0 0 0,0 1 0 0 0,1-1 0 0 0,-1 1 0 0 0,0-1 0 0 0,0 1 0 0 0,0-1 0 0 0,0 1 0 0 0,0-1 0 0 0,0 1 0 0 0,0-1 0 0 0,0 1 1 0 0,-1-1-1 0 0,1 0-9 0 0,-24-2-639 0 0,-2 10-1592 0 0,23-6 993 0 0,1-1-3150 0 0,0 0-4192 0 0</inkml:trace>
  <inkml:trace contextRef="#ctx0" brushRef="#br1" timeOffset="125237.77">4039 3707 0 0 0,'0'0'703'0'0,"0"0"979"0"0,0 0-95 0 0,0 0-379 0 0,0 0-213 0 0,0 0-138 0 0,0 0-23 0 0,0 0 41 0 0,0 0 59 0 0,0 0 31 0 0,0 0-89 0 0,0 0-123 0 0,2 0-95 0 0,39 5 2525 0 0,-40-5-2800 0 0,-33 1 1046 0 0,-1-1 0 0 0,1-2 0 0 0,-25-5-1429 0 0,6 2 2174 0 0,132 15-2375 0 0,26-2 104 0 0,-106-8 85 0 0,-1 0-50 0 0,0 0-34 0 0,-13 3-73 0 0,-143 18 992 0 0,131-16-1366 0 0,14-5-7172 0 0,9 0 2779 0 0,1-3-4322 0 0</inkml:trace>
  <inkml:trace contextRef="#ctx0" brushRef="#br1" timeOffset="125973.4">4430 3696 5729 0 0,'0'0'2510'0'0,"0"0"-276"0"0,0 0-4 0 0,0 0-112 0 0,0 0-323 0 0,0 0-472 0 0,0 0-462 0 0,0 0-317 0 0,0 0-174 0 0,0 0-93 0 0,0 0-100 0 0,0 0-57 0 0,0 0-94 0 0,-8-4-56 0 0,-26-9 18 0 0,34 13 18 0 0,0 0 0 0 0,-1 0 0 0 0,1 0 0 0 0,0 0 0 0 0,-1 0-1 0 0,1 0 1 0 0,-1 0 0 0 0,1 0 0 0 0,0 0 0 0 0,-1 0 0 0 0,1 1 0 0 0,0-1-1 0 0,-1 0 1 0 0,1 0 0 0 0,0 0 0 0 0,-1 0 0 0 0,1 1 0 0 0,0-1 0 0 0,-1 0-1 0 0,1 0 1 0 0,0 1 0 0 0,0-1 0 0 0,-1 0 0 0 0,1 1 0 0 0,0-1-1 0 0,0 0 1 0 0,0 1 0 0 0,0-1 0 0 0,-1 0 0 0 0,1 1 0 0 0,0-1 0 0 0,0 0-1 0 0,0 1 1 0 0,0-1 0 0 0,0 1 0 0 0,0-1 0 0 0,0 0 0 0 0,0 1 0 0 0,0-1-1 0 0,0 0 1 0 0,0 1 0 0 0,0-1 0 0 0,0 1 0 0 0,0-1 0 0 0,0 0-1 0 0,0 1 1 0 0,0-1 0 0 0,1 0 0 0 0,-1 1 0 0 0,0-1 0 0 0,0 0 0 0 0,0 1-1 0 0,1-1 1 0 0,-1 0 0 0 0,0 0 0 0 0,0 1 0 0 0,1-1 0 0 0,-1 0 0 0 0,0 0-1 0 0,1 1-5 0 0,-1 0 53 0 0,2 3 10 0 0,0 0 0 0 0,-1 0 0 0 0,1 0 0 0 0,1 0-1 0 0,-1 0 1 0 0,1-1 0 0 0,-1 1 0 0 0,1-1 0 0 0,0 0-1 0 0,0 1 1 0 0,1-1 0 0 0,1 1-63 0 0,17 19 153 0 0,-13-16 557 0 0,-9-20 740 0 0,-1 1-1679 0 0,-7-104 700 0 0,8 103 209 0 0,0 13-544 0 0,0 0-37 0 0,0 0-52 0 0,0 0-53 0 0,-9 2-314 0 0,6 2 323 0 0,1 0-1 0 0,-1 0 0 0 0,1 0 0 0 0,0 0 1 0 0,1 0-1 0 0,-1 1 0 0 0,1-1 0 0 0,-1 1 1 0 0,1-1-1 0 0,1 1 0 0 0,-1-1 0 0 0,1 1 1 0 0,0 1-3 0 0,-1 2 22 0 0,0-1 0 0 0,1 0 1 0 0,0 1-1 0 0,1-1 0 0 0,-1 0 1 0 0,2 0-1 0 0,-1 1 0 0 0,1-1 1 0 0,0 0-1 0 0,0 0 0 0 0,1 0 1 0 0,1 2-23 0 0,36 53 49 0 0,-37-39-1688 0 0,-22-21-4366 0 0,10-2 414 0 0,2 0-4550 0 0</inkml:trace>
  <inkml:trace contextRef="#ctx0" brushRef="#br0" timeOffset="-3929">5330 1654 0 0 0,'0'0'617'0'0,"0"0"458"0"0,3-3 138 0 0,7-8 40 0 0,-23-9 5490 0 0,23 9-585 0 0,27 9-6989 0 0,-32 2 1276 0 0,40 0-65 0 0,-44 0-231 0 0,-1 0 22 0 0,0 0-19 0 0,0 0-1 0 0,0 0 1 0 0,0 0 11 0 0,-10-3 478 0 0,-88-36 2300 0 0,98 39-2907 0 0,0 0 1 0 0,0 0-1 0 0,0 0 1 0 0,0 1 0 0 0,0-1-1 0 0,0 0 1 0 0,0 0-1 0 0,0 0 1 0 0,0 0 0 0 0,0 1-1 0 0,0-1 1 0 0,0 0-1 0 0,0 0 1 0 0,0 0 0 0 0,0 0-1 0 0,0 1 1 0 0,0-1-1 0 0,0 0 1 0 0,0 0 0 0 0,0 0-1 0 0,0 0 1 0 0,0 0-1 0 0,0 1 1 0 0,0-1 0 0 0,0 0-1 0 0,-1 0 1 0 0,1 0-1 0 0,0 0 1 0 0,0 0 0 0 0,0 1-1 0 0,0-1 1 0 0,0 0-1 0 0,0 0-33 0 0,1 1-54 0 0,12 12 60 0 0,0-2-1 0 0,0 0 0 0 0,2 0 1 0 0,-1-2-1 0 0,1 1 1 0 0,1-2-1 0 0,-1 0 0 0 0,1-1 1 0 0,1-1-1 0 0,13 4-6 0 0,8-3 410 0 0,-39-20 186 0 0,-1 8-581 0 0,0 1-1 0 0,-1-1 1 0 0,0 1 0 0 0,0 0 0 0 0,0 0 0 0 0,0 1 0 0 0,-1-1 0 0 0,0 1-1 0 0,1-1 1 0 0,-1 1 0 0 0,0 0 0 0 0,-1 1 0 0 0,1-1 0 0 0,0 1-1 0 0,-2-1-14 0 0,5 2 0 0 0,0 0-1 0 0,0 1 0 0 0,0-1 0 0 0,0 0 0 0 0,0 0 0 0 0,-1 1 0 0 0,1-1 0 0 0,0 1 0 0 0,0-1 1 0 0,-1 1-1 0 0,1-1 0 0 0,0 1 0 0 0,-1 0 0 0 0,1 0 0 0 0,0 0 0 0 0,-1 0 0 0 0,1 0 0 0 0,0 0 1 0 0,-1 0-1 0 0,1 0 0 0 0,-1 0 0 0 0,1 0 0 0 0,0 1 0 0 0,0-1 0 0 0,-1 1 0 0 0,1-1 0 0 0,0 1 1 0 0,0-1-1 0 0,-1 1 0 0 0,1 0 0 0 0,0 0 0 0 0,0-1 0 0 0,0 1 0 0 0,0 0 0 0 0,0 0 0 0 0,0 0 1 0 0,0 0-1 0 0,0 0 0 0 0,1 0 0 0 0,-1 1 0 0 0,0-1 0 0 0,0 0 1 0 0,-10 57-107 0 0,12-56 117 0 0,1 0-1 0 0,-1 0 0 0 0,0-1 1 0 0,1 1-1 0 0,-1 0 0 0 0,1 0 1 0 0,-1-1-1 0 0,1 1 0 0 0,0-1 1 0 0,0 0-1 0 0,0 1 0 0 0,0-1 1 0 0,0 0-1 0 0,0 0 0 0 0,0 0 0 0 0,0-1 1 0 0,0 1-1 0 0,0 0 0 0 0,0-1 1 0 0,1 1-1 0 0,-1-1 0 0 0,0 0 1 0 0,0 0-1 0 0,1 0 0 0 0,-1 0 1 0 0,0 0-1 0 0,0 0 0 0 0,1 0 1 0 0,-1-1-1 0 0,0 0 0 0 0,1 1-9 0 0,3 0 88 0 0,-5-1-83 0 0,0 1 0 0 0,-1 0 1 0 0,1 0-1 0 0,-1 0 1 0 0,1 0-1 0 0,-1-1 1 0 0,1 1-1 0 0,0 0 1 0 0,-1 0-1 0 0,1-1 1 0 0,-1 1-1 0 0,1 0 0 0 0,-1-1 1 0 0,1 1-1 0 0,-1-1 1 0 0,0 1-1 0 0,1-1 1 0 0,-1 1-1 0 0,1-1 1 0 0,-1 1-1 0 0,0-1 1 0 0,0 1-1 0 0,1-1 1 0 0,-1 1-1 0 0,0-1 0 0 0,0 1 1 0 0,1-1-1 0 0,-1 0 1 0 0,0 1-1 0 0,0-1 1 0 0,0 1-1 0 0,0-1 1 0 0,0 0-1 0 0,0 1 1 0 0,0-1-1 0 0,0 0 1 0 0,0 1-1 0 0,0-1 0 0 0,-1 1 1 0 0,1-1-1 0 0,0 0 1 0 0,0 1-1 0 0,-1-1-5 0 0,-8-25-5 0 0,6 23-5 0 0,0 0 0 0 0,0 0 0 0 0,0 0-1 0 0,0 1 1 0 0,-1-1 0 0 0,1 1 0 0 0,-1 0 0 0 0,1 0 0 0 0,-1 0 0 0 0,0 1 0 0 0,0-1 0 0 0,0 1-1 0 0,0 0 1 0 0,0 0 0 0 0,0 0 0 0 0,0 1 0 0 0,0-1 0 0 0,0 1 0 0 0,-1 0 10 0 0,3 1 2 0 0,1 1 1 0 0,0 0-1 0 0,-1-1 0 0 0,1 1 1 0 0,0 0-1 0 0,0-1 1 0 0,0 1-1 0 0,0 0 0 0 0,0 0 1 0 0,1 0-1 0 0,-1 0 1 0 0,0 0-1 0 0,1 0 0 0 0,0 0 1 0 0,-1 0-1 0 0,1 0 1 0 0,0 0-1 0 0,0 0 0 0 0,0 0 1 0 0,0 0-1 0 0,1 0 1 0 0,-1 0-1 0 0,0 0 0 0 0,1 0 1 0 0,0 0-1 0 0,-1 0 1 0 0,1 0-1 0 0,0 0 0 0 0,0 0 1 0 0,0 1-3 0 0,27 31 243 0 0,-36-52 803 0 0,-50-36-1142 0 0,58 54 92 0 0,0 0-1 0 0,0 0 0 0 0,0 1 0 0 0,0-1 0 0 0,0 0 0 0 0,0 1 0 0 0,0-1 0 0 0,0 0 1 0 0,0 0-1 0 0,0 1 0 0 0,0-1 0 0 0,0 0 0 0 0,0 0 0 0 0,0 1 0 0 0,0-1 0 0 0,0 0 1 0 0,-1 0-1 0 0,1 1 0 0 0,0-1 0 0 0,0 0 0 0 0,0 0 0 0 0,-1 1 0 0 0,1-1 0 0 0,0 0 1 0 0,0 0-1 0 0,0 0 0 0 0,-1 0 0 0 0,1 1 0 0 0,0-1 0 0 0,0 0 0 0 0,-1 0 0 0 0,1 0 1 0 0,0 0-1 0 0,0 0 0 0 0,-1 0 0 0 0,1 0 0 0 0,0 0 0 0 0,-1 0 0 0 0,1 0 0 0 0,0 0 0 0 0,0 0 1 0 0,-1 0-1 0 0,1 0 0 0 0,0 0 0 0 0,-1 0 0 0 0,1 0 0 0 0,0 0 0 0 0,0 0 0 0 0,-1 0 1 0 0,1 0-1 0 0,0 0 0 0 0,0-1 0 0 0,-1 1 0 0 0,1 0 0 0 0,0 0 0 0 0,0 0 0 0 0,-1 0 1 0 0,1-1-1 0 0,0 1 0 0 0,0 0 0 0 0,0 0 0 0 0,0 0 0 0 0,-1-1 0 0 0,1 1 0 0 0,0 0 1 0 0,0 0-1 0 0,0-1 0 0 0,0 1 0 0 0,0 0 0 0 0,0-1 5 0 0,-1 4 3 0 0,1 0 0 0 0,0-1 0 0 0,0 1 0 0 0,1 0 0 0 0,-1 0 0 0 0,0-1 0 0 0,1 1 0 0 0,0 0 0 0 0,-1-1 0 0 0,1 1 0 0 0,0-1 0 0 0,0 1 0 0 0,1-1 0 0 0,-1 1 0 0 0,1-1 0 0 0,-1 0 0 0 0,1 0 0 0 0,-1 0-1 0 0,1 0 1 0 0,0 0 0 0 0,0 0 0 0 0,2 1-3 0 0,34 12 291 0 0,-12-14-74 0 0,-25-1-210 0 0,0-1 0 0 0,0 0 0 0 0,0 0-1 0 0,0 1 1 0 0,-1-1 0 0 0,1 0 0 0 0,0 0-1 0 0,-1 0 1 0 0,1 0 0 0 0,0 0 0 0 0,-1 0-1 0 0,0 0 1 0 0,1 0 0 0 0,-1 0 0 0 0,1 0-1 0 0,-1 0 1 0 0,0 0 0 0 0,0 0 0 0 0,0-1-1 0 0,0 1 1 0 0,0 0 0 0 0,0 0-1 0 0,0 0 1 0 0,0 0 0 0 0,0 0 0 0 0,0 0-1 0 0,0-1 1 0 0,-1 1 0 0 0,1 0 0 0 0,-1 0-1 0 0,1 0 1 0 0,-1 0 0 0 0,1 0 0 0 0,-1 0-1 0 0,1 0 1 0 0,-1 0 0 0 0,0 0 0 0 0,0 0-7 0 0,-1-1-21 0 0,-1-1 1 0 0,1 0 0 0 0,-1 1 0 0 0,0 0 0 0 0,0 0 0 0 0,0 0 0 0 0,0 0 0 0 0,-1 0 0 0 0,1 0-1 0 0,0 1 1 0 0,-1 0 0 0 0,1-1 0 0 0,-1 1 0 0 0,1 1 0 0 0,-1-1 0 0 0,0 0 0 0 0,1 1-1 0 0,-1 0 1 0 0,0 0 0 0 0,0 0 0 0 0,1 0 0 0 0,-1 1 0 0 0,0-1 0 0 0,0 1 20 0 0,-17 17 205 0 0,19-13-5469 0 0,2-1-5681 0 0,0-4 1454 0 0</inkml:trace>
  <inkml:trace contextRef="#ctx0" brushRef="#br0" timeOffset="-1833.53">5460 3280 0 0 0,'0'0'635'0'0,"0"0"598"0"0,0 0 73 0 0,0 0-31 0 0,0 0 7 0 0,0 0 58 0 0,0 0 73 0 0,0 0-74 0 0,0 0-102 0 0,0 0-188 0 0,0-9-147 0 0,-2-30-130 0 0,2 37-679 0 0,0 1-1 0 0,0 0 1 0 0,-1 0 0 0 0,1-1 0 0 0,0 1 0 0 0,0 0-1 0 0,-1 0 1 0 0,1 0 0 0 0,-1-1 0 0 0,1 1-1 0 0,-1 0 1 0 0,0 0 0 0 0,1 0 0 0 0,-1 0 0 0 0,0 0-1 0 0,0 0 1 0 0,0 0 0 0 0,0 0 0 0 0,0 1-1 0 0,0-1 1 0 0,0 0 0 0 0,0 0 0 0 0,0 1 0 0 0,0-1-1 0 0,0 1-92 0 0,-6-5 1162 0 0,-18 5-1141 0 0,-54-12 403 0 0,79 12-402 0 0,-1 0 0 0 0,1 0 0 0 0,0 0 0 0 0,0-1 0 0 0,-1 1 0 0 0,1 0 0 0 0,0 0 0 0 0,0 0 0 0 0,-1 0 0 0 0,1 0 0 0 0,0 0 0 0 0,-1 0 0 0 0,1 0 0 0 0,0-1 0 0 0,-1 1 0 0 0,1 0 0 0 0,0 0 0 0 0,0 0 0 0 0,-1 0 0 0 0,1 0 0 0 0,0 1 0 0 0,-1-1 0 0 0,1 0 0 0 0,0 0 0 0 0,-1 0 0 0 0,1 0 0 0 0,0 0 0 0 0,0 0 0 0 0,-1 0 0 0 0,1 1 0 0 0,0-1 0 0 0,0 0 0 0 0,-1 0 0 0 0,1 0 0 0 0,0 1 0 0 0,0-1 0 0 0,-1 0 0 0 0,1 0 0 0 0,0 1 0 0 0,0-1 0 0 0,0 0 0 0 0,0 0 0 0 0,-1 1 0 0 0,1-1 0 0 0,0 0 0 0 0,0 1 0 0 0,0-1 0 0 0,0 0 0 0 0,0 0 0 0 0,0 1 0 0 0,0-1 0 0 0,0 0 0 0 0,0 1 0 0 0,0-1 0 0 0,0 0 0 0 0,0 1 0 0 0,0-1 0 0 0,0 0 0 0 0,0 1 0 0 0,0-1 0 0 0,0 0 0 0 0,0 0 0 0 0,1 1 0 0 0,-1-1 0 0 0,0 0 0 0 0,0 1 0 0 0,0-1 0 0 0,0 0 0 0 0,1 0-21 0 0,13 19 1099 0 0,-5-12-1024 0 0,0-1 0 0 0,1-1-1 0 0,-1 1 1 0 0,1-2 0 0 0,0 1-1 0 0,1-1 1 0 0,-1-1 0 0 0,0 0-1 0 0,1-1 1 0 0,0 0 0 0 0,0 0 0 0 0,5 0-76 0 0,-15-2 23 0 0,0 0 1 0 0,0 0 0 0 0,0 0-1 0 0,0 0 1 0 0,0 0 0 0 0,0 0-1 0 0,0-1 1 0 0,0 1 0 0 0,0 0-1 0 0,1-1 1 0 0,-1 1 0 0 0,0 0-1 0 0,0-1 1 0 0,-1 1 0 0 0,1-1-1 0 0,0 1 1 0 0,0-1 0 0 0,0 0-1 0 0,0 1 1 0 0,0-1 0 0 0,-1 0-1 0 0,1 0 1 0 0,0 1 0 0 0,0-1-1 0 0,-1 0 1 0 0,1 0 0 0 0,-1 0-1 0 0,1 0 1 0 0,-1 0-1 0 0,1 0 1 0 0,-1 0 0 0 0,0 0-1 0 0,1 0 1 0 0,-1 0 0 0 0,0 0-1 0 0,0 0 1 0 0,0 0 0 0 0,0 0-1 0 0,0-1 1 0 0,0 1 0 0 0,0 0-1 0 0,0 0 1 0 0,0 0 0 0 0,0 0-1 0 0,-1 0 1 0 0,1 0 0 0 0,0-1-24 0 0,-2-4 61 0 0,1 0 0 0 0,-1 0 1 0 0,0 0-1 0 0,-1 0 0 0 0,0 0 0 0 0,1 0 1 0 0,-2 0-1 0 0,1 1 0 0 0,-1 0 1 0 0,0-1-1 0 0,0 1 0 0 0,0 1 0 0 0,-1-1 1 0 0,1 1-1 0 0,-1-1 0 0 0,0 1 1 0 0,0 1-1 0 0,-1-1 0 0 0,1 1 0 0 0,-2 0-61 0 0,6 2 9 0 0,0-1 0 0 0,-1 2 0 0 0,0-1 0 0 0,1 0 0 0 0,-1 0 0 0 0,0 0 0 0 0,1 1 0 0 0,-1-1 0 0 0,0 1 0 0 0,0-1 0 0 0,1 1 0 0 0,-1 0 0 0 0,0 0 1 0 0,0 0-1 0 0,0 0 0 0 0,0 0 0 0 0,1 0 0 0 0,-1 0 0 0 0,0 1 0 0 0,0-1 0 0 0,0 1 0 0 0,1-1 0 0 0,-1 1 0 0 0,0 0 0 0 0,1-1 0 0 0,-1 1 0 0 0,1 0 0 0 0,-1 0 0 0 0,1 0 0 0 0,-1 0 0 0 0,1 0 0 0 0,-1 1 0 0 0,1-1 0 0 0,0 0 0 0 0,0 1 0 0 0,0-1 0 0 0,0 1 0 0 0,0-1 0 0 0,0 1 0 0 0,0 0 0 0 0,0 0-9 0 0,-2 5 4 0 0,0-1 1 0 0,1 1-1 0 0,0 0 1 0 0,0 0-1 0 0,0-1 1 0 0,1 1-1 0 0,0 0 1 0 0,1 1-1 0 0,-1-1 1 0 0,1 0-1 0 0,1 0 1 0 0,-1 0-1 0 0,2 5-4 0 0,-1-8 11 0 0,1 0-1 0 0,-1-1 0 0 0,1 1 0 0 0,0 0 1 0 0,0-1-1 0 0,0 0 0 0 0,0 1 0 0 0,1-1 1 0 0,-1 0-1 0 0,1 0 0 0 0,0 0 0 0 0,0-1 1 0 0,0 1-1 0 0,0-1 0 0 0,0 0 0 0 0,1 1 1 0 0,-1-1-1 0 0,1-1 0 0 0,-1 1 0 0 0,1 0 0 0 0,0-1 1 0 0,0 0-1 0 0,-1 0 0 0 0,1 0 0 0 0,0 0 1 0 0,0-1-1 0 0,0 0 0 0 0,0 1 0 0 0,0-1 1 0 0,0-1-1 0 0,1 1-10 0 0,-4 0 18 0 0,1-1 0 0 0,0 1 0 0 0,-1-1 0 0 0,1 0 0 0 0,-1 1 0 0 0,1-1 0 0 0,-1 0 1 0 0,0 0-1 0 0,1 0 0 0 0,-1 0 0 0 0,0 0 0 0 0,0 0 0 0 0,1 0 0 0 0,-1-1 0 0 0,0 1 0 0 0,0 0 0 0 0,0-1 0 0 0,0 1 0 0 0,-1 0 0 0 0,1-1 1 0 0,0 1-1 0 0,-1-1 0 0 0,1 0 0 0 0,-1 1 0 0 0,1-1 0 0 0,-1 1 0 0 0,0-1 0 0 0,1 0 0 0 0,-1 0-18 0 0,2-51 256 0 0,-2 47-245 0 0,-1 1 0 0 0,0 0 0 0 0,0 0 0 0 0,-1-1 0 0 0,0 1 0 0 0,0 0 0 0 0,0 1 1 0 0,0-1-1 0 0,-1 0 0 0 0,1 0 0 0 0,-1 1 0 0 0,-1 0 0 0 0,1 0 0 0 0,0 0 0 0 0,-1 0 0 0 0,0 0 0 0 0,-1 0-11 0 0,4 4-4 0 0,0 1 0 0 0,0-1 0 0 0,0 0 0 0 0,0 1 0 0 0,0-1 0 0 0,0 1 0 0 0,0-1 0 0 0,0 1 0 0 0,0-1 0 0 0,1 1 0 0 0,-1 0 0 0 0,0 0 1 0 0,0-1-1 0 0,0 1 0 0 0,1 0 0 0 0,-1 0 0 0 0,1 0 0 0 0,-1 0 0 0 0,0 0 0 0 0,1 0 0 0 0,-1 0 0 0 0,1 0 0 0 0,0 0 0 0 0,-1 0 0 0 0,1 0 0 0 0,0 0 0 0 0,0 0 0 0 0,-1 0 0 0 0,1 0 0 0 0,0 0 0 0 0,0 0 0 0 0,0 0 0 0 0,1 1 0 0 0,-1-1 0 0 0,0 0 0 0 0,0 0 0 0 0,0 0 4 0 0,0 8-66 0 0,-1 0 0 0 0,2 1 0 0 0,-1-1-1 0 0,1 0 1 0 0,0 0 0 0 0,1 0 0 0 0,0 0-1 0 0,1 0 1 0 0,3 8 66 0 0,4 11-1466 0 0,-7-18-1470 0 0,-1-1-3603 0 0,-1-6-3952 0 0</inkml:trace>
  <inkml:trace contextRef="#ctx0" brushRef="#br1" timeOffset="-9480.14">5423 59 0 0 0,'0'0'103'0'0,"0"0"-35"0"0,0 0 4 0 0,0 0 14 0 0,-3-2 10 0 0,-9-8-1 0 0,5 6 10192 0 0,1 3-8705 0 0,0 0-1532 0 0,-8-7 92 0 0,-29-5 947 0 0,83 40 1211 0 0,-38-26-2287 0 0,14 7 86 0 0,0-1 0 0 0,0 0 0 0 0,1-2 0 0 0,-1 0 0 0 0,12 2-99 0 0,-18-11 1796 0 0,-23-8-1030 0 0,10 10-962 0 0,-69-40 1027 0 0,72 42-827 0 0,-1-1 1 0 0,0 1-1 0 0,0 0 1 0 0,1 0-1 0 0,-1 0 1 0 0,0 0-1 0 0,0 0 1 0 0,0 0 0 0 0,1 0-1 0 0,-1 0 1 0 0,0 0-1 0 0,0 1 1 0 0,1-1-1 0 0,-1 0 1 0 0,0 0-1 0 0,0 1 1 0 0,1-1-1 0 0,-1 0 1 0 0,0 1-1 0 0,1-1 1 0 0,-1 1-1 0 0,0-1 1 0 0,1 1-1 0 0,-1-1 1 0 0,1 1-1 0 0,-1 0 1 0 0,1-1-1 0 0,-1 1 1 0 0,1-1-1 0 0,-1 1 1 0 0,1 0-1 0 0,-1 0 1 0 0,1-1-1 0 0,0 1 1 0 0,0 0-1 0 0,-1-1 1 0 0,1 1-1 0 0,0 0 1 0 0,0 0-1 0 0,0 0 1 0 0,0-1 0 0 0,0 1-1 0 0,0 0 1 0 0,0 0-1 0 0,0 0 1 0 0,0-1-1 0 0,0 1 1 0 0,0 0-1 0 0,1 0-4 0 0,-3 8 15 0 0,-17 50 21 0 0,10-35 1203 0 0,23-22-424 0 0,85 24-727 0 0,-83-20-120 0 0,-15-6 20 0 0,-1 0-10 0 0,0 0-16 0 0,0 0 8 0 0,0 0 1 0 0,-9 0 102 0 0,-8-3 269 0 0,17 3-297 0 0,0 0-9 0 0,0 0-7 0 0,0 0-43 0 0,0 0-65 0 0,0 0-124 0 0,6 3-1893 0 0,-6-2 1877 0 0,6 3-1954 0 0,-2 1-2738 0 0,-1-2-5148 0 0</inkml:trace>
  <inkml:trace contextRef="#ctx0" brushRef="#br0" timeOffset="-6116.28">5511 176 0 0 0,'0'0'467'0'0,"0"0"1096"0"0,0 0 129 0 0,0 0-133 0 0,0 0-209 0 0,0 0-202 0 0,0 0-132 0 0,0 0-46 0 0,0 0-2 0 0,0 0-19 0 0,0 0-16 0 0,-13-13-66 0 0,-38-40-83 0 0,-8 10 2002 0 0,39 32-734 0 0,20 11-1743 0 0,0 0-75 0 0,0 0-46 0 0,0 0-43 0 0,0 0-13 0 0,0 0-21 0 0,0 0-27 0 0,0 0-17 0 0,8 10 166 0 0,-3-3-163 0 0,-3-6-72 0 0,-1 1 1 0 0,1-1-1 0 0,-1 1 0 0 0,0 0 1 0 0,0 0-1 0 0,1-1 1 0 0,-1 1-1 0 0,0 0 1 0 0,-1 0-1 0 0,1 0 1 0 0,0 0-1 0 0,-1 0 1 0 0,1 0-1 0 0,-1 1 1 0 0,1-1-1 0 0,-1 0 1 0 0,0 0-1 0 0,0 0 0 0 0,0 0 1 0 0,0 0-1 0 0,0 2 2 0 0,-5 1 237 0 0,10-3 717 0 0,57 16-772 0 0,3-12-152 0 0,-64-6-7 0 0,-2-6-4 0 0,-2 0-12 0 0,-1 0 1 0 0,0 0-1 0 0,-1 1 1 0 0,1 0-1 0 0,-1 0 1 0 0,0 0-1 0 0,-1 0 1 0 0,1 1-1 0 0,-1 0 1 0 0,0 0-1 0 0,-5-3-7 0 0,-65-30 633 0 0,75 37-630 0 0,1 0 1 0 0,-1 0 0 0 0,0 0 0 0 0,1 0 0 0 0,-1 1 0 0 0,0-1-1 0 0,1 0 1 0 0,-1 0 0 0 0,1 0 0 0 0,-1 1 0 0 0,0-1 0 0 0,1 0 0 0 0,-1 1-1 0 0,1-1 1 0 0,-1 1 0 0 0,1-1 0 0 0,-1 1 0 0 0,1-1 0 0 0,-1 0-1 0 0,1 1 1 0 0,-1 0 0 0 0,1-1 0 0 0,0 1 0 0 0,-1-1 0 0 0,1 1 0 0 0,0-1-1 0 0,-1 1 1 0 0,1 0 0 0 0,0-1 0 0 0,0 1 0 0 0,0 0 0 0 0,0-1 0 0 0,-1 1-1 0 0,1 0 1 0 0,0-1 0 0 0,0 1 0 0 0,0 0 0 0 0,0-1 0 0 0,1 1-1 0 0,-1 0-3 0 0,1 32 76 0 0,2-22-58 0 0,0-1 0 0 0,1 0 0 0 0,0 0 0 0 0,1 0 1 0 0,0 0-1 0 0,0-1 0 0 0,1 0 0 0 0,1 0 0 0 0,-1 0 0 0 0,2-1-18 0 0,-4-2 10 0 0,-2-2-5 0 0,1 0 1 0 0,0-1-1 0 0,0 1 0 0 0,0 0 0 0 0,0-1 0 0 0,1 0 0 0 0,-1 0 1 0 0,1 0-1 0 0,0 0 0 0 0,0 0 0 0 0,0-1 0 0 0,0 0 1 0 0,3 1-6 0 0,-4-33 971 0 0,-5 23-964 0 0,-1 0 0 0 0,0 0 0 0 0,-1 0 0 0 0,1 1 0 0 0,-1-1 0 0 0,-1 1 1 0 0,1 0-1 0 0,-1 0 0 0 0,0 1 0 0 0,0-1 0 0 0,-6-4-7 0 0,10 9-6 0 0,0 0 0 0 0,0-1-1 0 0,0 1 1 0 0,-1 0-1 0 0,1 0 1 0 0,0-1 0 0 0,0 1-1 0 0,-1 0 1 0 0,1 0 0 0 0,-1 1-1 0 0,1-1 1 0 0,-1 0 0 0 0,1 0-1 0 0,-1 1 1 0 0,0-1 0 0 0,1 1-1 0 0,-1-1 1 0 0,0 1 0 0 0,1 0-1 0 0,-1 0 1 0 0,0 0 0 0 0,1 0-1 0 0,-1 0 1 0 0,0 0 0 0 0,0 0-1 0 0,1 0 1 0 0,-1 1 0 0 0,0-1-1 0 0,1 1 1 0 0,-1-1 0 0 0,1 1-1 0 0,-1 0 1 0 0,0-1 0 0 0,1 1-1 0 0,0 0 1 0 0,-1 0-1 0 0,1 0 7 0 0,-56 80-226 0 0,57-81 234 0 0,0 1 0 0 0,-1-1-1 0 0,1 1 1 0 0,0-1 0 0 0,0 1 0 0 0,0-1 0 0 0,-1 1 0 0 0,1-1 0 0 0,0 1 0 0 0,0 0 0 0 0,0-1 0 0 0,0 1-1 0 0,0-1 1 0 0,0 1 0 0 0,0 0 0 0 0,0-1 0 0 0,0 1 0 0 0,0-1 0 0 0,0 1 0 0 0,0 0 0 0 0,1-1-1 0 0,-1 1 1 0 0,0-1 0 0 0,0 1 0 0 0,1-1 0 0 0,-1 1 0 0 0,0-1 0 0 0,1 1 0 0 0,-1-1 0 0 0,0 1 0 0 0,1-1-1 0 0,-1 1 1 0 0,1-1 0 0 0,-1 1 0 0 0,1-1 0 0 0,-1 0 0 0 0,1 1 0 0 0,-1-1 0 0 0,1 0 0 0 0,-1 0 0 0 0,1 1-1 0 0,0-1 1 0 0,-1 0 0 0 0,1 0 0 0 0,-1 0 0 0 0,1 0 0 0 0,-1 0 0 0 0,1 0 0 0 0,0 0 0 0 0,-1 0-1 0 0,1 0 1 0 0,0 0 0 0 0,-1 0 0 0 0,1 0 0 0 0,-1 0 0 0 0,1 0 0 0 0,-1 0 0 0 0,1-1 0 0 0,0 1 0 0 0,-1 0-1 0 0,1 0 1 0 0,-1-1 0 0 0,1 1 0 0 0,-1 0 0 0 0,1-1 0 0 0,-1 1-8 0 0,4 0 11 0 0,4 1 6 0 0,2-1 1 0 0,-1 0-1 0 0,0 0 1 0 0,0-1-1 0 0,0 0 1 0 0,-1 0-1 0 0,1-1 1 0 0,0 0-1 0 0,0-1 1 0 0,-1 0-1 0 0,1 0 1 0 0,-1 0-1 0 0,0-2 1 0 0,0 1-1 0 0,0-1 1 0 0,-1 0-1 0 0,1-1-17 0 0,-7 5 2 0 0,0 0-1 0 0,0-1 0 0 0,0 0 0 0 0,0 1 0 0 0,0-1 1 0 0,-1 1-1 0 0,1-1 0 0 0,0 0 0 0 0,-1 0 1 0 0,0 1-1 0 0,1-1 0 0 0,-1 0 0 0 0,0 0 1 0 0,0 0-1 0 0,0 1 0 0 0,0-1 0 0 0,0 0 1 0 0,0 0-1 0 0,0 0 0 0 0,-1 1 0 0 0,1-1 1 0 0,-1 0-1 0 0,1 1 0 0 0,-1-1 0 0 0,0 0 1 0 0,0 1-1 0 0,0-1 0 0 0,0 1 0 0 0,0-1-1 0 0,-3-1-15 0 0,-1 1 0 0 0,1 0-1 0 0,-1 0 1 0 0,0 0 0 0 0,0 1-1 0 0,0-1 1 0 0,0 1 0 0 0,0 0-1 0 0,0 1 1 0 0,0-1 0 0 0,0 1-1 0 0,0 0 1 0 0,-1 0 0 0 0,-3 1 15 0 0,7-1-1 0 0,0 1 1 0 0,0-1 0 0 0,0 1 0 0 0,-1-1-1 0 0,1 1 1 0 0,0 0 0 0 0,1-1 0 0 0,-1 1-1 0 0,0 0 1 0 0,0 0 0 0 0,0 1-1 0 0,0-1 1 0 0,1 0 0 0 0,-1 1 0 0 0,1-1-1 0 0,-1 1 1 0 0,1-1 0 0 0,-1 1 0 0 0,1 0-1 0 0,0-1 1 0 0,0 1 0 0 0,0 0 0 0 0,0 0-1 0 0,0 0 1 0 0,0 0 0 0 0,1 0 0 0 0,-1 0-1 0 0,1 0 1 0 0,-1 0 0 0 0,1 0 0 0 0,-1 1 0 0 0,3-1 21 0 0,-1-1 0 0 0,1 1 1 0 0,0-1-1 0 0,-1 0 0 0 0,1 0 1 0 0,0 0-1 0 0,0 0 0 0 0,0 0 1 0 0,-1 0-1 0 0,1 0 0 0 0,0 0 1 0 0,0-1-1 0 0,0 1 0 0 0,0-1 1 0 0,1 1-1 0 0,-1-1 0 0 0,0 0 1 0 0,0 0-1 0 0,0 0 0 0 0,0 0 1 0 0,0 0-1 0 0,0-1 0 0 0,0 1 1 0 0,0-1-1 0 0,1 1-21 0 0,5-1 92 0 0,-6 0-83 0 0,0 0 0 0 0,-1-1 1 0 0,1 1-1 0 0,0 0 0 0 0,-1-1 0 0 0,1 0 1 0 0,-1 1-1 0 0,1-1 0 0 0,-1 0 0 0 0,0 0 0 0 0,0 0 1 0 0,0 0-1 0 0,0 0 0 0 0,0 0 0 0 0,0 0 1 0 0,-1 0-1 0 0,1 0 0 0 0,0 0 0 0 0,-1-1 0 0 0,0 1 1 0 0,0 0-1 0 0,0 0 0 0 0,0-1 0 0 0,0 1 0 0 0,0 0 1 0 0,0 0-1 0 0,0 0 0 0 0,-1-1 0 0 0,0 1 1 0 0,1 0-1 0 0,-1 0 0 0 0,0 0 0 0 0,0 0 0 0 0,0 0-9 0 0,-17-27-45 0 0,16 35-432 0 0,2-5-607 0 0,0 2 2778 0 0,0-2-5716 0 0,0-1-5284 0 0,0 2-587 0 0</inkml:trace>
  <inkml:trace contextRef="#ctx0" brushRef="#br0" timeOffset="53818.48">5080 181 0 0 0,'0'0'283'0'0,"0"0"65"0"0,0 0-36 0 0,0 0-83 0 0,0 0-27 0 0,0 0 12 0 0,0 0-10 0 0,8-1-2 0 0,60-5 1663 0 0,-52-2 5580 0 0,10-3-5862 0 0,-7 6-256 0 0,-8 5-915 0 0,2-1 1548 0 0,0 2 3428 0 0,-13 7-11832 0 0,2-5-3613 0 0</inkml:trace>
  <inkml:trace contextRef="#ctx0" brushRef="#br1" timeOffset="58988.89">5252 170 0 0 0,'33'-28'2734'0'0,"-21"23"-2358"0"0,-11 5-392 0 0,-1 0 55 0 0,0 0 41 0 0,0 0 68 0 0,0 0 84 0 0,14-5 3698 0 0,17-5 819 0 0,-31 10-4362 0 0,-9-3 3301 0 0,-22 3-3216 0 0,22 0 183 0 0,-173-3 1958 0 0,48 13-1611 0 0,-27-10-269 0 0,39 3-145 0 0,23-13-360 0 0,-11 0 112 0 0,-278-12 279 0 0,115 7-235 0 0,13 7-247 0 0,75 13 16 0 0,-44-8-91 0 0,74-6 98 0 0,-115 11-160 0 0,98 6 86 0 0,133-1-83 0 0,-127 12 70 0 0,-43-27 61 0 0,-107-23-10 0 0,25-1-32 0 0,143 17-72 0 0,11 9 23 0 0,-107 6-138 0 0,108 16 123 0 0,-93-16-8 0 0,156 8-70 0 0,46 2 44 0 0,-12 3 14 0 0,8-7 15 0 0,-1-1-1 0 0,0-2 0 0 0,0-1 1 0 0,-23-2-23 0 0,19-3-18 0 0,-182-7-34 0 0,166 10-2492 0 0,46 1-1668 0 0,1 1-6511 0 0</inkml:trace>
  <inkml:trace contextRef="#ctx0" brushRef="#br1" timeOffset="65500.25">5286 191 0 0 0,'0'0'177'0'0,"0"0"159"0"0,0 0 14 0 0,0 0-9 0 0,2-4 13 0 0,5-10-26 0 0,-6 13-273 0 0,0 0 0 0 0,0 0 1 0 0,0 0-1 0 0,0 0 0 0 0,0 0 1 0 0,0 1-1 0 0,0-1 0 0 0,0 0 1 0 0,1 1-1 0 0,-1-1 0 0 0,0 1 1 0 0,0-1-1 0 0,1 1 0 0 0,-1 0 1 0 0,0-1-1 0 0,1 1 0 0 0,-1 0 1 0 0,1 0-1 0 0,-1 0 0 0 0,0 0 1 0 0,1 0-1 0 0,-1 0 0 0 0,0 1 1 0 0,1-1-56 0 0,2 0 300 0 0,-1 0 9215 0 0,-3-1-4185 0 0,-8 0-3062 0 0,-31 29-2045 0 0,-5 1 201 0 0,2-9-131 0 0,32-11-241 0 0,0 1 1 0 0,-1-2-1 0 0,0 1 0 0 0,0-1 0 0 0,-1-1 0 0 0,0 0 1 0 0,-1-1-1 0 0,0 0-52 0 0,-65 41 498 0 0,3-10-87 0 0,-30 15-148 0 0,19-12-86 0 0,-80 15 141 0 0,-152 63-12 0 0,202-69-292 0 0,76-19-44 0 0,12 6 18 0 0,-35 12 47 0 0,-17 4-3 0 0,6 1-25 0 0,-14-1-23 0 0,-163 60 70 0 0,-25 24 1 0 0,171-72-91 0 0,63-40 44 0 0,-128 64 196 0 0,-111 24-45 0 0,103-21-91 0 0,-37 44-37 0 0,115-62-126 0 0,-5 0 86 0 0,22 2 63 0 0,-49 21-10 0 0,-25 9-33 0 0,12-22 34 0 0,-186 116 46 0 0,214-122-166 0 0,75-46 73 0 0,-90 62 16 0 0,4-22 58 0 0,10-13-36 0 0,31 19-54 0 0,-18-9 46 0 0,80-53-55 0 0,13-4-9 0 0,-19 14 88 0 0,2-3-35 0 0,0 0-1 0 0,-2-3 1 0 0,-19 10-17 0 0,48-28 1 0 0,-60 47-45 0 0,-37 15 101 0 0,29-24 90 0 0,42-24-67 0 0,24-10-389 0 0,3-2-2728 0 0,1 0-4360 0 0,0-1-3418 0 0</inkml:trace>
  <inkml:trace contextRef="#ctx0" brushRef="#br1" timeOffset="100758.39">51 228 0 0 0,'0'0'265'0'0,"0"0"262"0"0,0 0 69 0 0,0 0 22 0 0,0 1 10106 0 0,1 1-5564 0 0,0 8-5297 0 0,30 20 1075 0 0,79 55 10 0 0,5-15-280 0 0,36 23-365 0 0,14 20-163 0 0,107 32 401 0 0,-201-107-441 0 0,-3 4 0 0 0,60 47-100 0 0,-39-26 34 0 0,129 77 104 0 0,7-21 24 0 0,-138-73-67 0 0,61 44-95 0 0,-84-50 10 0 0,289 191 190 0 0,-275-185-168 0 0,203 110 151 0 0,70 14 5 0 0,-29 11-4 0 0,111 69-108 0 0,137 47 25 0 0,-414-221-74 0 0,-33-1-23 0 0,-91-56 7 0 0,0-2 1 0 0,1-1 0 0 0,21 7-12 0 0,-5-1 5 0 0,26 27-37 0 0,81 58 21 0 0,-20-17 78 0 0,-83-56-64 0 0,-34-18 35 0 0,-19-16-24 0 0,0 0-4 0 0,0 0 5 0 0,0 0 6 0 0,0 0 23 0 0,0 0 15 0 0,0 0 20 0 0,0 0 7 0 0,0 0-24 0 0,0 0-14 0 0,0 0-18 0 0,0 0-38 0 0,0 0 7 0 0,0 0-4 0 0,0 0 19 0 0,0 0-2 0 0,0 0 3 0 0,0 0-4 0 0,0 0-21 0 0,0 0 1 0 0,0 0 1 0 0,0 0 4 0 0,0 0 11 0 0,0 0-17 0 0,0 0-10 0 0,0 0-54 0 0,0 0-88 0 0,0 0-139 0 0,0 0-217 0 0,0-8-8483 0 0,0 5-904 0 0</inkml:trace>
  <inkml:trace contextRef="#ctx0" brushRef="#br1" timeOffset="106486.75">5270 3329 0 0 0,'14'-23'647'0'0,"-10"-1"5487"0"0,-4 24-5998 0 0,0 0-27 0 0,0 0-41 0 0,-335 1 8109 0 0,233-8-7106 0 0,25 2-56 0 0,0 2 1 0 0,-24 5-1016 0 0,-200 3 1577 0 0,185-6-1131 0 0,-29-4 565 0 0,-57-13-1011 0 0,-158-16 368 0 0,251 32-286 0 0,12 17-72 0 0,-62-7-43 0 0,-360-8 496 0 0,287-12-189 0 0,-309 11 27 0 0,367 6-247 0 0,-42-20 256 0 0,122 6-167 0 0,0 5-1 0 0,-40 4-142 0 0,62 0 0 0 0,28 8 1 0 0,-115-1 54 0 0,113-7-30 0 0,-183-10 69 0 0,60 20-96 0 0,41-4 28 0 0,-7-2 59 0 0,119-4-585 0 0,-26-2 464 0 0,29-1-3204 0 0,0-2-3414 0 0,8 3-3960 0 0</inkml:trace>
  <inkml:trace contextRef="#ctx0" brushRef="#br1" timeOffset="123605.77">4125 3305 0 0 0,'0'0'287'0'0,"0"0"-134"0"0,0 0-36 0 0,0 0-17 0 0,0 0-33 0 0,0 0-20 0 0,0 0 4 0 0,2-3-2 0 0,7-10 38 0 0,1-7 1448 0 0,-2 8-983 0 0,7 5 5454 0 0,-4 6-4860 0 0,81 27 1 0 0,-32-18 1857 0 0,-59-8-2446 0 0,-1 0-26 0 0,0 0-37 0 0,0 0-44 0 0,0 0-53 0 0,0 0 0 0 0,0 0 3 0 0,0 0 5 0 0,0 0-8 0 0,0 0-16 0 0,0 0-37 0 0,0 0-49 0 0,0 0-10 0 0,0 0-60 0 0,0 0-32 0 0,0 0-30 0 0,0 0-56 0 0,0 0 1 0 0,0 0-16 0 0,0 0-3 0 0,0 0-1 0 0,0 0-17 0 0,0 0-1 0 0,-19-13 633 0 0,-80-34-259 0 0,27 25-254 0 0,1-11 445 0 0,41 25-605 0 0,14 3 20 0 0,-3 2-30 0 0,-8-6 110 0 0,-33-24 271 0 0,34 8 336 0 0,56 38-217 0 0,173 72-441 0 0,-50-23-105 0 0,-116-43-28 0 0,-50-3-109 0 0,1 36 245 0 0,8-47-63 0 0,0 0 1 0 0,0-1-1 0 0,0 0 1 0 0,-1 0-1 0 0,0 0 0 0 0,0 0 1 0 0,0-1-1 0 0,0 1 0 0 0,-1-1 1 0 0,1-1-1 0 0,-6 3-20 0 0,4-2 45 0 0,-85 38-342 0 0,61-31-2680 0 0,-1-2-4259 0 0,19-6-3458 0 0</inkml:trace>
  <inkml:trace contextRef="#ctx0" brushRef="#br1" timeOffset="176202.04">215 1688 0 0 0,'-28'-5'0'0'0,"-8"7"4905"0"0,35-2-4921 0 0,1 0-37 0 0,0 0 6 0 0,0 0 19 0 0,0 0 15 0 0,0 0 45 0 0,0 0 36 0 0,-3 0 4335 0 0,-12 0-3747 0 0,14 0 6774 0 0,6 0-3839 0 0,50 0-3543 0 0,305-3 1358 0 0,-189 16-1138 0 0,-71-15 638 0 0,213-24-678 0 0,-235 16-90 0 0,251 10 38 0 0,-253-6-110 0 0,16-7-17 0 0,66 4 7 0 0,67 9-56 0 0,-98 1 98 0 0,358-4-124 0 0,-134 17 56 0 0,-46-7 58 0 0,-21-9-119 0 0,-203 10 72 0 0,209-5-49 0 0,154 1-29 0 0,-263-1 84 0 0,7 0-23 0 0,-69 0-24 0 0,63 1 166 0 0,-182-4-163 0 0,16 0 20 0 0,98 0-35 0 0,-114 0 16 0 0,11-1 900 0 0,-5 1-4488 0 0,-11 5-7574 0 0,3-3 317 0 0</inkml:trace>
  <inkml:trace contextRef="#ctx0" brushRef="#br1" timeOffset="183845.21">53 4919 0 0 0,'0'0'87'0'0,"0"0"-5"0"0,0 0-3 0 0,0 0-40 0 0,0 0-39 0 0,0 0 16 0 0,-2 2 8 0 0,-19 22 345 0 0,21-24-322 0 0,1 0 9794 0 0,0 0-5089 0 0,3 0-995 0 0,3-13-1583 0 0,9-2-1516 0 0,15 1-432 0 0,104-80 1059 0 0,104-9-864 0 0,-107 27-170 0 0,-33 1-52 0 0,-9-4-19 0 0,3 4 1 0 0,23-8-181 0 0,58-29 59 0 0,93-41 97 0 0,-127 67 4 0 0,190-95 40 0 0,-146 83-179 0 0,50-32 84 0 0,-73 19-31 0 0,73-30-64 0 0,19-13 49 0 0,-94 60-36 0 0,14-16 44 0 0,-101 61-42 0 0,74-36-25 0 0,23-11 4 0 0,-71 47-18 0 0,102-58-19 0 0,-27 17 22 0 0,-56 26 25 0 0,45-35-41 0 0,7 8-36 0 0,-21-12 99 0 0,79-38 0 0 0,-114 76-28 0 0,-33 26 3 0 0,55-47 53 0 0,-45 29 146 0 0,-59 36-289 0 0,-40 37-10090 0 0,5-11-348 0 0</inkml:trace>
  <inkml:trace contextRef="#ctx0" brushRef="#br1" timeOffset="190788.28">209 1847 0 0 0,'0'0'204'0'0,"0"0"12"0"0,-2-2-24 0 0,-7-9-55 0 0,8 10-688 0 0,-4-5 2154 0 0,2 8 13902 0 0,3-1-15537 0 0,0-1-1 0 0,0 0 16 0 0,0 0-1 0 0,0 0 37 0 0,0 0 1 0 0,0 0 9 0 0,0 0 21 0 0,0 0-20 0 0,0 0 18 0 0,0 0 6 0 0,0 0 16 0 0,0 0 18 0 0,0 0 19 0 0,0 0 26 0 0,0 0 21 0 0,0 0 15 0 0,0 0-13 0 0,0 0-33 0 0,0 0-35 0 0,0 0-47 0 0,0 0 6 0 0,0 0-7 0 0,0 0 19 0 0,27 16 2034 0 0,44 13-1755 0 0,21 33-259 0 0,9 12 91 0 0,71 29 166 0 0,-145-90-290 0 0,-1 1 0 0 0,0 1-1 0 0,-1 1 1 0 0,0 1-1 0 0,15 15-45 0 0,-20-16 28 0 0,1-1-1 0 0,1-1 0 0 0,0 0 0 0 0,1-2 1 0 0,5 1-28 0 0,27 15 43 0 0,116 50 320 0 0,-41 3-279 0 0,-18-3-62 0 0,5 1 142 0 0,36 13-66 0 0,11 1 250 0 0,60 19-348 0 0,-126-64 91 0 0,196 95 176 0 0,-118-40-257 0 0,71 31 54 0 0,19 16 88 0 0,-112-62-48 0 0,-68-33-69 0 0,44 28 0 0 0,11 1 73 0 0,98 46-67 0 0,43 13 25 0 0,-150-63 2 0 0,22-1 89 0 0,46 42-112 0 0,-57-35 3 0 0,-5 1 31 0 0,-17 1-111 0 0,-89-58 41 0 0,-8-13 2 0 0,75 58 18 0 0,-53-43-63 0 0,-38-22 42 0 0,78 48 104 0 0,-72-51-123 0 0,-13-7-33 0 0,-1 0-69 0 0,0 0-169 0 0,-17-7-8385 0 0,11 4-1858 0 0</inkml:trace>
  <inkml:trace contextRef="#ctx0" brushRef="#br1" timeOffset="193913.05">110 5057 0 0 0,'-34'-5'3078'0'0,"34"5"-3122"0"0,-1 0 1646 0 0,0 0 12437 0 0,2 0-12744 0 0,1 0-3971 0 0,284 0 5524 0 0,-58-6-1704 0 0,142-1-525 0 0,-132 14-493 0 0,18-1 282 0 0,130 5 66 0 0,87 7-35 0 0,29-17-218 0 0,-151-3-77 0 0,-173-13 0 0 0,272 2-67 0 0,80 13-57 0 0,-311-8 67 0 0,262 8-39 0 0,-238 5 707 0 0,-215-11-636 0 0,32-7 682 0 0,-29 11-852 0 0,-31 2 76 0 0,1-5 230 0 0,0 3-9110 0 0,0 2-1902 0 0</inkml:trace>
  <inkml:trace contextRef="#ctx0" brushRef="#br1" timeOffset="-188919.39">4573 2202 0 0 0,'0'0'701'0'0,"0"0"428"0"0,0 0 48 0 0,0 0-100 0 0,0 0-128 0 0,2-2-133 0 0,-2 1-322 0 0,5-4-550 0 0,-1 3 4427 0 0,-3 2-4079 0 0,17 0 2486 0 0,2-16 1050 0 0,-10 9-2483 0 0,-10 7-1289 0 0,0 0 2 0 0,0 0-18 0 0,0 0 1 0 0,0 0-10 0 0,0 0 7 0 0,0 0 13 0 0,0 0 24 0 0,0 0 26 0 0,0 0-1 0 0,0 0 23 0 0,0 0-16 0 0,0 0-11 0 0,0 0 1 0 0,0 0-53 0 0,0 0 17 0 0,0 0-21 0 0,0 0-1 0 0,0 0 20 0 0,0 0-14 0 0,0 0 15 0 0,0 0-13 0 0,0 0 2 0 0,0 0 4 0 0,0 0-25 0 0,0 0 0 0 0,0 0-24 0 0,0 0 7 0 0,0 0-4 0 0,0 0-5 0 0,0 0 26 0 0,0 0-5 0 0,0 0 0 0 0,0 0-19 0 0,0 0 13 0 0,0 0 0 0 0,0 0 1 0 0,0 0 3 0 0,0 0-1 0 0,0 0 8 0 0,0 0-1 0 0,0 0 2 0 0,0 0-5 0 0,0 0-15 0 0,0 0-29 0 0,-95 11 497 0 0,52-3-341 0 0,-8-3 414 0 0,-6 8-352 0 0,-22-9 798 0 0,33-3-660 0 0,45-1-315 0 0,3 2 2435 0 0,189-25-2639 0 0,-90 8-104 0 0,-23 13-176 0 0,-55 14 311 0 0,-23-12 148 0 0,0 0 12 0 0,0 0 11 0 0,0 0-27 0 0,0 0 13 0 0,0 0-10 0 0,0 0-6 0 0,0 0 10 0 0,0 1-12 0 0,0 0 17 0 0,0-1 12 0 0,0 0 4 0 0,0 0-12 0 0,0 0-19 0 0,0 0-14 0 0,0 0 26 0 0,22 3 822 0 0,8-3-950 0 0,-30 0 126 0 0,0 0-21 0 0,0 0 9 0 0,0 0 2 0 0,0 0 15 0 0,0 0 4 0 0,0 0 3 0 0,0 0 5 0 0,0 0-15 0 0,0 0 5 0 0,0 0-22 0 0,0 0 5 0 0,0 0 19 0 0,0 0-20 0 0,0 0 27 0 0,0 0-18 0 0,0 0-4 0 0,0 0 22 0 0,0 0-24 0 0,0 0 11 0 0,0 0-2 0 0,0 0-28 0 0,0 0 6 0 0,7 7 19 0 0,-6-6 1 0 0,0-1 0 0 0,0 1 0 0 0,0 0 0 0 0,0 0 0 0 0,0 0 0 0 0,0 0 0 0 0,-1 1 0 0 0,1-1 0 0 0,0 0 0 0 0,-1 0 0 0 0,1 0 0 0 0,-1 1-1 0 0,1-1 1 0 0,-1 0 0 0 0,0 0 0 0 0,1 1 0 0 0,-1-1 0 0 0,0 0 0 0 0,0 1 0 0 0,0-1 0 0 0,0 0 0 0 0,0 1 0 0 0,0-1 0 0 0,0 0 0 0 0,0 1 0 0 0,-1-1 0 0 0,1 0 0 0 0,-1 1 0 0 0,1-1 0 0 0,-1 0 0 0 0,1 0 0 0 0,-1 0 0 0 0,0 1-1 0 0,1-1 1 0 0,-1 0 0 0 0,0 0 0 0 0,0 0 0 0 0,0 0 0 0 0,0 0 0 0 0,0 0 0 0 0,0 0 2 0 0,-34 36 144 0 0,19-14 83 0 0,-6 14 29 0 0,-11-1 185 0 0,23-10 6 0 0,2 32-252 0 0,0-48-142 0 0,8-10-68 0 0,0 0 9 0 0,0 0 18 0 0,0 0 4 0 0,0 0-2 0 0,0 0-7 0 0,0 0-8 0 0,-8 8-2197 0 0,5-5-6631 0 0,3-3-2785 0 0</inkml:trace>
  <inkml:trace contextRef="#ctx0" brushRef="#br1" timeOffset="-173721.72">4927 2528 0 0 0,'0'0'97'0'0,"0"0"161"0"0,0 0 22 0 0,0 0-15 0 0,0 0-77 0 0,0 0-21 0 0,2 0-11 0 0,44-12 11488 0 0,-22 11-10161 0 0,-24 1-1441 0 0,0 1 1 0 0,0-1-1 0 0,0 1 0 0 0,0-1 1 0 0,0 1-1 0 0,0-1 0 0 0,0 0 1 0 0,0 1-1 0 0,0-1 0 0 0,0 1 1 0 0,0-1-1 0 0,0 0 1 0 0,-1 1-1 0 0,1-1 0 0 0,0 0 1 0 0,0 1-1 0 0,0-1 0 0 0,-1 0 1 0 0,1 1-1 0 0,0-1 1 0 0,0 0-1 0 0,-1 1 0 0 0,1-1 1 0 0,0 0-1 0 0,-1 0 0 0 0,1 1 1 0 0,0-1-1 0 0,-1 0 1 0 0,1 0-1 0 0,-1 0 0 0 0,1 1 1 0 0,0-1-1 0 0,-1 0 0 0 0,1 0 1 0 0,0 0-1 0 0,-1 0 1 0 0,1 0-1 0 0,-1 0 0 0 0,1 0 1 0 0,0 0-1 0 0,-1 0 0 0 0,1 0 1 0 0,-1 0-1 0 0,1 0 1 0 0,-1 0-1 0 0,1 0 0 0 0,0 0 1 0 0,-1-1-1 0 0,1 1 0 0 0,0 0 1 0 0,-1 0-1 0 0,1 0 0 0 0,0-1 1 0 0,-1 1-1 0 0,1 0 1 0 0,0 0-1 0 0,-1-1-42 0 0,-78 1 4296 0 0,247 20-5295 0 0,-141-17 863 0 0,-38 2-474 0 0,-193-4 2568 0 0,204 0-1945 0 0,-1-1 0 0 0,1 0 1 0 0,0 1-1 0 0,0-1 0 0 0,-1 0 0 0 0,1 1 1 0 0,0-1-1 0 0,0 0 0 0 0,0 1 0 0 0,-1-1 1 0 0,1 1-1 0 0,0-1 0 0 0,0 0 0 0 0,0 1 1 0 0,0-1-1 0 0,0 1 0 0 0,0-1 0 0 0,0 0 1 0 0,0 1-1 0 0,0-1 0 0 0,0 1 0 0 0,0-1 0 0 0,0 0 1 0 0,0 1-1 0 0,1-1 0 0 0,-1 1 0 0 0,0-1 1 0 0,0 0-1 0 0,0 1 0 0 0,0-1 0 0 0,1 0 1 0 0,-1 1-1 0 0,0-1 0 0 0,0 0 0 0 0,1 1 1 0 0,-1-1-1 0 0,0 0 0 0 0,1 1 0 0 0,-1-1 1 0 0,0 0-1 0 0,1 0 0 0 0,-1 0 0 0 0,0 1 1 0 0,1-1-1 0 0,-1 0 0 0 0,1 0 0 0 0,-1 0 1 0 0,0 0-1 0 0,1 0 0 0 0,-1 0 0 0 0,1 0 0 0 0,-1 0 1 0 0,0 0-1 0 0,1 0 0 0 0,-1 0 0 0 0,1 0-13 0 0,36 12 410 0 0,-31-11-3464 0 0,-2 0-3305 0 0,-6-1-3480 0 0</inkml:trace>
  <inkml:trace contextRef="#ctx0" brushRef="#br1" timeOffset="-172528.46">5330 2400 0 0 0,'0'0'2179'0'0,"0"0"47"0"0,0 0-94 0 0,0 0-46 0 0,0 0-117 0 0,0 0-241 0 0,0 0-297 0 0,0 0-288 0 0,0 0-208 0 0,0 0-212 0 0,0 0-175 0 0,0 0-146 0 0,-1-2-112 0 0,1 0-291 0 0,0 2 19 0 0,0 0 0 0 0,0 0 0 0 0,0 0 0 0 0,0 0 0 0 0,1 0 0 0 0,-1 0 0 0 0,0 0 0 0 0,0 0 0 0 0,0 0 0 0 0,0 0 0 0 0,0 0 0 0 0,1 0-1 0 0,-1 0 1 0 0,0 0 0 0 0,0 0 0 0 0,0 0 0 0 0,0 0 0 0 0,0 0 0 0 0,0 0 0 0 0,1-1 0 0 0,-1 1 0 0 0,0 0 0 0 0,0 0 0 0 0,0 0 0 0 0,0 0-1 0 0,0 0 1 0 0,0 0 0 0 0,0 0 0 0 0,0-1 0 0 0,0 1 0 0 0,0 0 0 0 0,1 0 0 0 0,-1 0 0 0 0,0 0 0 0 0,0 0 0 0 0,0-1 0 0 0,0 1-18 0 0,20 15 88 0 0,-20-15-106 0 0,0 0-2 0 0,0 0-1 0 0,-14 0 956 0 0,-16-9 4131 0 0,51 47-5258 0 0,-14 58 121 0 0,-5-35 76 0 0,-1-53-2 0 0,0 0 0 0 0,1-1 0 0 0,0 1 0 0 0,1-1 0 0 0,0 0 0 0 0,0 0 0 0 0,0 0 0 0 0,1 0 1 0 0,0 0-1 0 0,0-1 0 0 0,1 1 0 0 0,3 2-3 0 0,-7-8-11 0 0,0 0 1 0 0,0 0-1 0 0,0 0 1 0 0,0 0-1 0 0,0 0 1 0 0,-1 0-1 0 0,1 1 1 0 0,0-1-1 0 0,0 0 1 0 0,-1 0-1 0 0,1 1 1 0 0,-1-1-1 0 0,1 0 1 0 0,-1 1-1 0 0,0-1 1 0 0,1 1-1 0 0,-1-1 1 0 0,0 0 0 0 0,0 1-1 0 0,0-1 1 0 0,0 1-1 0 0,0-1 1 0 0,0 0-1 0 0,0 1 1 0 0,-1-1-1 0 0,1 1 1 0 0,-1-1-1 0 0,1 0 1 0 0,-1 1-1 0 0,1-1 11 0 0,-5 2-3 0 0,1-1-1 0 0,0 0 1 0 0,-1-1 0 0 0,1 1-1 0 0,-1-1 1 0 0,0 0-1 0 0,1 0 1 0 0,-1-1 0 0 0,0 1-1 0 0,0-1 1 0 0,0 0 0 0 0,1 0-1 0 0,-1-1 1 0 0,0 1-1 0 0,0-1 4 0 0,3 0 28 0 0,0 0-1 0 0,0 0 0 0 0,0 0 1 0 0,0 0-1 0 0,0 0 0 0 0,0 0 1 0 0,0 0-1 0 0,1 0 0 0 0,-1-1 1 0 0,0 1-1 0 0,1-1 0 0 0,-1 0 1 0 0,1 1-1 0 0,-1-1 0 0 0,1 0 1 0 0,0 0-1 0 0,0 0 0 0 0,0 0 0 0 0,0 0 1 0 0,0 0-1 0 0,0 0 0 0 0,1 0 1 0 0,-1 0-1 0 0,0 0 0 0 0,1 0 1 0 0,0 0-1 0 0,0-1 0 0 0,-1 1 1 0 0,1 0-1 0 0,1 0 0 0 0,-1-1-27 0 0,0 0 16 0 0,0 0-1 0 0,1 1 0 0 0,-1-1 0 0 0,1 1 1 0 0,0-1-1 0 0,0 1 0 0 0,0-1 0 0 0,0 1 1 0 0,0-1-1 0 0,0 1 0 0 0,1 0 0 0 0,-1 0 1 0 0,1 0-1 0 0,0 0 0 0 0,-1 0 0 0 0,1 0 1 0 0,0 0-1 0 0,0 0 0 0 0,0 1 0 0 0,0-1 1 0 0,1 1-1 0 0,-1-1 0 0 0,2 0-15 0 0,61-23-313 0 0,-56 22 230 0 0,-5 2-71 0 0,22-11-895 0 0,-24-6-3832 0 0,-8 8 444 0 0,0 3-1283 0 0,-1 1-2739 0 0</inkml:trace>
  <inkml:trace contextRef="#ctx0" brushRef="#br1" timeOffset="-172016.11">5273 2177 0 0 0,'0'0'1335'0'0,"0"0"1105"0"0,0 0 233 0 0,0 0-87 0 0,0 0-236 0 0,0 0-376 0 0,0 0-397 0 0,0 0-311 0 0,0 0-222 0 0,0 0-184 0 0,0 0-154 0 0,0 0-113 0 0,0 0-94 0 0,-8-14-74 0 0,-24-44-45 0 0,27 42-43 0 0,9 16 11 0 0,-3 1-276 0 0,4-2 60 0 0,-3 1-83 0 0,1 0-1 0 0,0 0 1 0 0,0 0-1 0 0,0 0 1 0 0,0 0-1 0 0,0 1 1 0 0,0-1-1 0 0,-1 1 1 0 0,1 0-1 0 0,0 0 1 0 0,0 0-1 0 0,-1 0 1 0 0,1 0-1 0 0,0 0 1 0 0,0 2-49 0 0,-16 19-36 0 0,-3-4-1185 0 0,5-7-4942 0 0,6-8-3933 0 0</inkml:trace>
  <inkml:trace contextRef="#ctx0" brushRef="#br1" timeOffset="-171235.27">5413 2567 0 0 0,'0'0'948'0'0,"0"0"18"0"0,0 0 1 0 0,0 0-21 0 0,0 0 27 0 0,0 0-34 0 0,0 0-19 0 0,0 0 80 0 0,0 0 96 0 0,0 0 70 0 0,0-4 51 0 0,2-21 1572 0 0,27 9 98 0 0,-25 13-3608 0 0,7-5 2119 0 0,-9 5-5396 0 0,-3-1-4770 0 0,1 4 4043 0 0</inkml:trace>
  <inkml:trace contextRef="#ctx0" brushRef="#br1" timeOffset="-150191.8">4357 5005 0 0 0,'54'-5'0'0'0,"-32"4"641"0"0,-21 1-195 0 0,16 0 2675 0 0,26 13-1117 0 0,-37-10 4967 0 0,-11-3-3332 0 0,-13-2-2133 0 0,-61-30-638 0 0,-40-28 1001 0 0,12 35-1393 0 0,15-2-220 0 0,84 24 219 0 0,4 1 394 0 0,10 2-402 0 0,38 13-546 0 0,34 13 83 0 0,75 29-96 0 0,-54-15 12 0 0,-83-33 101 0 0,-16-5-17 0 0,0-2-6 0 0,0 0 4 0 0,0 0-2 0 0,0 0 16 0 0,0 0-4 0 0,0 0 2 0 0,9 6 128 0 0,-9-6-132 0 0,9 5-115 0 0,-15-3-132 0 0,-70 1 808 0 0,73-2-556 0 0,0-1-1 0 0,-1 1 1 0 0,1 0-1 0 0,0 0 1 0 0,0 0-1 0 0,0 1 1 0 0,0-1-1 0 0,0 1 0 0 0,0-1 1 0 0,1 1-1 0 0,-1 0 1 0 0,0 0-1 0 0,1 0 1 0 0,-1 1-15 0 0,-8 6 21 0 0,-33 22 14 0 0,-73 0 450 0 0,99-25 34 0 0,18-6-502 0 0,0 0 9 0 0,0 0-13 0 0,0 0-17 0 0,-15 12 11 0 0,-25-4-4516 0 0,35-7-539 0 0,1-1-5605 0 0</inkml:trace>
  <inkml:trace contextRef="#ctx0" brushRef="#br1" timeOffset="-148022.4">4598 5237 0 0 0,'0'0'1294'0'0,"0"0"-6"0"0,0 0 32 0 0,0 0 44 0 0,0 0-47 0 0,0 0-33 0 0,0 0-33 0 0,0 0-23 0 0,0 0-9 0 0,0 0-44 0 0,0 0-128 0 0,-3-4-182 0 0,-5-15-182 0 0,6 15-161 0 0,2 4-117 0 0,0 0-75 0 0,0 0-38 0 0,0 0-46 0 0,0 0-47 0 0,0 0-36 0 0,0 0-66 0 0,0 0-16 0 0,0 0-27 0 0,0 0-30 0 0,0 0 20 0 0,0 0-6 0 0,0 0 16 0 0,0 0 30 0 0,0 0-4 0 0,0 0 13 0 0,0 0 9 0 0,0 0 2 0 0,0 0 30 0 0,0 0 30 0 0,0 0 8 0 0,0 0-10 0 0,0 0-14 0 0,0 0-26 0 0,0 0-16 0 0,0 0-12 0 0,0 0-13 0 0,0 0-16 0 0,0 0-10 0 0,0 0-14 0 0,0 0-9 0 0,0 0-12 0 0,0 15 389 0 0,11 4-58 0 0,-11-19-472 0 0,0 0-97 0 0,-1-2-538 0 0,-26-23-1706 0 0,9 8-3265 0 0,12 11 1602 0 0,0-1-2969 0 0</inkml:trace>
  <inkml:trace contextRef="#ctx0" brushRef="#br1" timeOffset="-145658.34">4593 5249 0 0 0,'0'0'1126'0'0,"0"0"279"0"0,0 0-51 0 0,0 0-62 0 0,0 0 47 0 0,0 0 1 0 0,0 0 37 0 0,0 0 67 0 0,0 0 26 0 0,0 0-23 0 0,0-4-124 0 0,1-20 1701 0 0,5 21-461 0 0,19 5-2784 0 0,-7 7 244 0 0,-18-9-11 0 0,0 0 8 0 0,-13-6 321 0 0,-32-20 426 0 0,63 50-1957 0 0,-5-3-3006 0 0,-9-13-870 0 0,-2-4-4864 0 0</inkml:trace>
  <inkml:trace contextRef="#ctx0" brushRef="#br1" timeOffset="-133255.78">4642 5254 0 0 0,'0'0'1884'0'0,"0"0"-55"0"0,0 0-198 0 0,0 0-180 0 0,0 0-63 0 0,0 0-30 0 0,0 0-70 0 0,0 0-82 0 0,0 0-94 0 0,0 0-95 0 0,0 0-98 0 0,0 0-140 0 0,-6-5-172 0 0,-18-12-172 0 0,18 13-130 0 0,16 7-121 0 0,19 11 446 0 0,-43-30 194 0 0,4 5-116 0 0,4 5 918 0 0,6 19-2405 0 0,1-1-3357 0 0,-1-9-307 0 0,0-1-5492 0 0</inkml:trace>
</inkml:ink>
</file>

<file path=ppt/ink/ink2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2-05T16:40:29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86 223 0 0 0,'0'0'767'0'0,"0"0"940"0"0,0 0 188 0 0,0 0 16 0 0,0 0-24 0 0,0 0-120 0 0,0 0-103 0 0,0 0-162 0 0,0 0-204 0 0,0 0-158 0 0,0 0-164 0 0,0 0-88 0 0,-6 3 6073 0 0,12 62-6921 0 0,80 160-67 0 0,-68-154-69 0 0,-18-23-40 0 0,-33-28 142 0 0,27-19 8 0 0,0 0-1 0 0,-1 0 1 0 0,1-1-1 0 0,0 0 0 0 0,-1 0 1 0 0,1-1-1 0 0,0 1 0 0 0,0-2 1 0 0,-1 1-1 0 0,1 0 0 0 0,0-1 1 0 0,0 0-1 0 0,-2-2-13 0 0,-30-9 109 0 0,34-17 1185 0 0,4 26-1255 0 0,0 1 0 0 0,1-1 1 0 0,-1 0-1 0 0,1 0 0 0 0,0 0 0 0 0,0 1 1 0 0,0-1-1 0 0,0 0 0 0 0,1 1 1 0 0,-1-1-1 0 0,1 1 0 0 0,0-1 0 0 0,0 1 1 0 0,0 0-1 0 0,1 0 0 0 0,-1 0 0 0 0,1 0 1 0 0,0 0-40 0 0,5-5-28 0 0,0 0 0 0 0,1 1 0 0 0,-1 1 1 0 0,1-1-1 0 0,1 1 0 0 0,-1 1 0 0 0,1-1 1 0 0,0 2-1 0 0,0-1 0 0 0,5 0 28 0 0,10-6-495 0 0,8-8-1234 0 0,-26 9-2484 0 0,-4-1-5350 0 0,-3 6-593 0 0</inkml:trace>
  <inkml:trace contextRef="#ctx0" brushRef="#br0" timeOffset="646.34">78 25 1640 0 0,'0'0'3002'0'0,"0"0"-168"0"0,0 0-387 0 0,0 0-365 0 0,0 0-399 0 0,0 0-384 0 0,0 0-296 0 0,0 0-216 0 0,0 0-127 0 0,0 0-77 0 0,0 0-26 0 0,0 0-47 0 0,0 0-39 0 0,-5-5-55 0 0,-19-14 165 0 0,54 24 103 0 0,-30-5-611 0 0,0 0-1 0 0,0 0 1 0 0,0-1 0 0 0,0 1-1 0 0,0 0 1 0 0,0 0-1 0 0,0 0 1 0 0,0-1-1 0 0,0 1 1 0 0,0 0 0 0 0,0 0-1 0 0,0-1 1 0 0,0 1-1 0 0,0 0 1 0 0,0 0-1 0 0,1 0 1 0 0,-1-1 0 0 0,0 1-1 0 0,0 0 1 0 0,0 0-1 0 0,0 0 1 0 0,0-1-1 0 0,1 1 1 0 0,-1 0 0 0 0,0 0-1 0 0,0 0 1 0 0,0 0-1 0 0,1 0 1 0 0,-1 0-1 0 0,0-1 1 0 0,0 1 0 0 0,0 0-1 0 0,1 0 1 0 0,-1 0-1 0 0,0 0 1 0 0,0 0-1 0 0,1 0 1 0 0,-1 0 0 0 0,0 0-1 0 0,0 0 1 0 0,0 0-1 0 0,1 0 1 0 0,-1 0-73 0 0,-17 26 220 0 0,-17-11-2859 0 0,9-14-6300 0 0,25-1 8884 0 0,-9 0-10564 0 0</inkml:trace>
</inkml:ink>
</file>

<file path=ppt/ink/ink2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2-05T16:37:57.0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83 189 0 0 0,'0'0'457'0'0,"0"0"76"0"0,0 0 31 0 0,0 0-31 0 0,-14 0 2582 0 0,-17-3 1178 0 0,31 3-3967 0 0,0 0-28 0 0,0 0-13 0 0,0 0 3 0 0,0 0 14 0 0,0 0 38 0 0,0 0 21 0 0,0 0-9 0 0,0 0 10 0 0,0 0 2 0 0,0 0 14 0 0,0 0 14 0 0,0 0-15 0 0,0 0-19 0 0,0 0-33 0 0,0 0-43 0 0,0 0-40 0 0,0 0-34 0 0,0 0-50 0 0,0 0-12 0 0,0 0-10 0 0,0 0 18 0 0,0 0 27 0 0,0 0 26 0 0,0 0 41 0 0,0 0 17 0 0,0 0 18 0 0,0 0 20 0 0,0 0-6 0 0,0 0 15 0 0,0 0-4 0 0,0 0 4 0 0,0 0 4 0 0,0 0-12 0 0,0 0-18 0 0,0 0-23 0 0,0 0-5 0 0,0 0-16 0 0,0 0-18 0 0,0 0-20 0 0,0 0-32 0 0,0 0-15 0 0,0 0 6 0 0,0 0-4 0 0,0 0 9 0 0,0 0-16 0 0,0 0-26 0 0,0 0-28 0 0,18-1 919 0 0,-2-1-701 0 0,41-5 143 0 0,40 2-20 0 0,7 7-274 0 0,-47 10-85 0 0,-12-3 39 0 0,66 4 216 0 0,178 0-39 0 0,-181-13 241 0 0,170-9-490 0 0,239-25 22 0 0,-336 30-3 0 0,54-1 12 0 0,177-14-72 0 0,67 17 16 0 0,-66 2-46 0 0,-218 3 34 0 0,50-1 7 0 0,-123-16-16 0 0,95-6 17 0 0,7-1 20 0 0,153-31-39 0 0,-151 21 13 0 0,-141 29-33 0 0,10 27 6 0 0,-21-14 28 0 0,-74-11-47 0 0,0 1 0 0 0,0-1 0 0 0,-1 0 0 0 0,1 1 0 0 0,0-1 0 0 0,0 0 0 0 0,0 1 0 0 0,0-1 0 0 0,0 0 0 0 0,0 1 0 0 0,-1-1 0 0 0,1 0 0 0 0,0 1 0 0 0,0-1 0 0 0,0 0-1 0 0,0 1 1 0 0,0-1 0 0 0,0 0 0 0 0,0 1 0 0 0,0-1 0 0 0,0 0 0 0 0,1 1 0 0 0,-1-1 0 0 0,0 0 0 0 0,0 1 0 0 0,0-1 0 0 0,0 0 0 0 0,0 1 0 0 0,1-1 0 0 0,-1 0 0 0 0,0 1 0 0 0,0-1 0 0 0,0 0 0 0 0,1 0 0 0 0,-1 1 0 0 0,0-1 0 0 0,0 0-1 0 0,1 0 1 0 0,-1 0 0 0 0,0 1 0 0 0,1-1 0 0 0,-1 0 0 0 0,0 0 0 0 0,1 0 0 0 0,-1 0 0 0 0,0 0 0 0 0,1 1 0 0 0,-1-1 0 0 0,0 0 0 0 0,1 0 0 0 0,-1 0 0 0 0,0 0 0 0 0,1 0 0 0 0,-1 0 0 0 0,0 0 0 0 0,1 0 0 0 0,-1-1 0 0 0,0 1 0 0 0,1 0-1 0 0,-1 0 1 0 0,0 0 0 0 0,1 0 0 0 0,-1 0 0 0 0,0 0 0 0 0,1-1 0 0 0,-1 1 0 0 0,0 0 0 0 0,1 0 34 0 0,-27 9-6545 0 0,20-8 3405 0 0,-1 1-7615 0 0</inkml:trace>
  <inkml:trace contextRef="#ctx0" brushRef="#br0" timeOffset="5640.72">170 3586 0 0 0,'-54'12'637'0'0,"43"9"1245"0"0,7-17-2488 0 0,-7 4 5924 0 0,5-1-5251 0 0,5-3 2800 0 0,1-3-2363 0 0,0-1 19 0 0,0 0-20 0 0,0 0-55 0 0,0 0-34 0 0,0 0-31 0 0,0 0-39 0 0,11-4 3114 0 0,2-10-2863 0 0,-4 2-410 0 0,105-67 1226 0 0,-15 12-940 0 0,45-25-227 0 0,-65 16 254 0 0,20-12-20 0 0,8-3-170 0 0,120-72-47 0 0,-99 58-15 0 0,-37 27-87 0 0,86-57 8 0 0,-107 83-93 0 0,-49 36 302 0 0,-5 1-114 0 0,139-76-301 0 0,-5 2 89 0 0,-102 58-63 0 0,169-122 1 0 0,107-84 56 0 0,-257 187-20 0 0,-10 8-12 0 0,1 2 0 0 0,15-5-12 0 0,384-225 85 0 0,-81 54-105 0 0,-130 49 18 0 0,26-28 21 0 0,38-21-19 0 0,-147 110 12 0 0,68-53-24 0 0,14 7 60 0 0,-25 19-142 0 0,-171 108 125 0 0,-18 6 64 0 0,-3 1-82 0 0,12-23 289 0 0,58-19-369 0 0,-93 60-1757 0 0,-11 5-3326 0 0,1 0 1288 0 0,1 1-5882 0 0</inkml:trace>
  <inkml:trace contextRef="#ctx0" brushRef="#br0" timeOffset="38449.69">74 264 0 0 0,'-25'-16'0'0'0,"-7"9"0"0"0,30 6 0 0 0,-4-7 1791 0 0,6 7-1534 0 0,-8-5 2053 0 0,8 10 7290 0 0,1 0-4619 0 0,1 1-3597 0 0,2 1-4868 0 0,1 4-1889 0 0,-3-3-4461 0 0</inkml:trace>
  <inkml:trace contextRef="#ctx0" brushRef="#br0" timeOffset="45358.78">59 324 0 0 0,'0'-4'5'0'0,"0"3"37"0"0,0 1 56 0 0,0 0-7 0 0,0 0 13 0 0,0 0 15 0 0,0 0-7 0 0,0 0 40 0 0,0 0 15 0 0,0 0-25 0 0,-6-9 732 0 0,4 7 4084 0 0,-2-2-404 0 0,-5-5-4919 0 0,9 9 362 0 0,0 0-6 0 0,0 0-4 0 0,0 0 7 0 0,0 0 20 0 0,0 0 7 0 0,0 0-5 0 0,0 0-4 0 0,0 0 7 0 0,0 0-6 0 0,0 0 7 0 0,0 0-4 0 0,0 0-5 0 0,0 0-2 0 0,0 0-18 0 0,0 0-2 0 0,0 0-5 0 0,0 0-7 0 0,0 0 1 0 0,0 0 4 0 0,0 0 4 0 0,0 0 7 0 0,0 0 16 0 0,0 0 17 0 0,0 0-2 0 0,0 0 18 0 0,0 0 10 0 0,0 0 22 0 0,0 0 27 0 0,0 0 19 0 0,0 0 15 0 0,0 0 2 0 0,0 0-18 0 0,0 0-4 0 0,0 0-18 0 0,0 0-17 0 0,0 0-15 0 0,0 0-6 0 0,0 0 5 0 0,0 0 7 0 0,0 0 2 0 0,0 0 8 0 0,0 0 15 0 0,0 0 18 0 0,0 0 24 0 0,0 0 34 0 0,0 0 27 0 0,0 0 41 0 0,0 0 20 0 0,0 0 28 0 0,0 0 20 0 0,0 0-28 0 0,0 0-45 0 0,0 0-68 0 0,0 0-72 0 0,0 0-43 0 0,0 0-19 0 0,0 0-9 0 0,0 0-7 0 0,0 0-2 0 0,0 0-8 0 0,0 0-10 0 0,0 0 10 0 0,0 0 7 0 0,0 0 5 0 0,0 0 12 0 0,0 0 9 0 0,0 0 5 0 0,0 0-8 0 0,0 0-14 0 0,0 0 2 0 0,0 0-10 0 0,0 0 0 0 0,0 0-19 0 0,0 0 10 0 0,0 0-10 0 0,0 0 0 0 0,0 0 16 0 0,0 0 3 0 0,0 0-4 0 0,0 0-2 0 0,0 0-20 0 0,0 0-1 0 0,0 0 12 0 0,0 0-6 0 0,0 0 12 0 0,0 0-10 0 0,0 0-5 0 0,0 0-6 0 0,0 0 3 0 0,0 0 19 0 0,0 0 16 0 0,0 0 9 0 0,0 0 2 0 0,0 0-11 0 0,0 0 4 0 0,0 0-10 0 0,0 0-8 0 0,0 0-1 0 0,0 0 0 0 0,0 0-2 0 0,0 0-13 0 0,0 0-6 0 0,0 0 3 0 0,0 0 2 0 0,0 0 0 0 0,0 0 0 0 0,0 0 0 0 0,0 0 3 0 0,0 0 10 0 0,0 0 5 0 0,0 0 3 0 0,0 0-4 0 0,0 0-1 0 0,0 0 3 0 0,0 0 9 0 0,0 0 1 0 0,0 0 15 0 0,0 0 4 0 0,0 0 0 0 0,0 0-1 0 0,0 0-4 0 0,0 0-1 0 0,0 0-14 0 0,0 0-1 0 0,0 0 9 0 0,0 0-1 0 0,0 0 7 0 0,0 0 14 0 0,0 0-13 0 0,0 0-11 0 0,0 0-11 0 0,0 0-9 0 0,0 0 30 0 0,0 0 16 0 0,0 0 27 0 0,0 0 31 0 0,0 0-10 0 0,0 0-6 0 0,0 0 2 0 0,0 0-29 0 0,0 0-2 0 0,0 0-3 0 0,0 0-16 0 0,0 0-6 0 0,0 0-8 0 0,0 0-18 0 0,0 0-2 0 0,0 0 9 0 0,0 0-7 0 0,0 0 1 0 0,0 0-6 0 0,0 0-12 0 0,0 0-1 0 0,0 0 12 0 0,0 0 2 0 0,0 0-3 0 0,0 0-12 0 0,0 0-2 0 0,0 0 20 0 0,0 0 3 0 0,0 0-4 0 0,0 0-1 0 0,0 0 6 0 0,0 0 2 0 0,0 0 10 0 0,0 0 15 0 0,0 0-4 0 0,0 0-17 0 0,0 0 2 0 0,0 0-2 0 0,0 0-8 0 0,0 0 6 0 0,0 0-11 0 0,0 0-15 0 0,0 0-3 0 0,0 0 14 0 0,0 0 5 0 0,0 0 4 0 0,0 0-6 0 0,0 0-10 0 0,0 0 6 0 0,0 0-4 0 0,0 0 14 0 0,0 0 10 0 0,0 0-5 0 0,0 0-20 0 0,0 0-6 0 0,0 0 2 0 0,0 0 9 0 0,0 0-4 0 0,0 0 9 0 0,0 0-12 0 0,0 0 0 0 0,0 0 10 0 0,0 0-11 0 0,0 0 14 0 0,0 0-2 0 0,0 0-8 0 0,0 0 11 0 0,0 0 0 0 0,0 0-1 0 0,0 0 7 0 0,0 0 8 0 0,0 0 4 0 0,0 0-5 0 0,0 0 10 0 0,0 0-8 0 0,0 0-6 0 0,0 0 2 0 0,5 10 997 0 0,8 9-655 0 0,49 28 57 0 0,52 17 139 0 0,40 30-173 0 0,10 28 29 0 0,-107-80-215 0 0,32 16 74 0 0,-17-10-56 0 0,3-3 1 0 0,71 30-219 0 0,-140-72 4 0 0,390 195 220 0 0,-231-101-139 0 0,-57-29 21 0 0,-20-10-48 0 0,37 24 108 0 0,101 47-17 0 0,118 52-1 0 0,-199-101-197 0 0,135 81 138 0 0,-1 8 19 0 0,97 65 110 0 0,-90-74-162 0 0,-130-69-15 0 0,-55-29-14 0 0,118 83 25 0 0,-45-39-56 0 0,-36-17 26 0 0,-76-46-13 0 0,3-3 1 0 0,14 4-10 0 0,-62-34 12 0 0,175 88 20 0 0,-76-38-8 0 0,-45-19 5 0 0,-34-20 7 0 0,43 31-12 0 0,-12-14 51 0 0,-35-20 604 0 0,-2-1-663 0 0,-4-4-36 0 0,-23-12-1154 0 0,-8-2-5799 0 0,1 1-2515 0 0</inkml:trace>
  <inkml:trace contextRef="#ctx0" brushRef="#br0" timeOffset="62794.83">132 3691 0 0 0,'-33'-7'0'0'0,"20"1"7401"0"0,20 3 99 0 0,66-5-5708 0 0,31 13-217 0 0,4-5-288 0 0,-13-15-240 0 0,47 1-196 0 0,129-6-279 0 0,-142 20-228 0 0,-21 7-206 0 0,17-3-47 0 0,281-2 35 0 0,-181-28-6 0 0,-52 14-108 0 0,271 9 172 0 0,-206 3-132 0 0,-143-8 5 0 0,21-2 19 0 0,471 1 121 0 0,-375 1 146 0 0,-12 5-204 0 0,-133 1-79 0 0,1-3 1 0 0,39-9-61 0 0,-22 5 50 0 0,1 3 0 0 0,76 7-50 0 0,-68-1-20 0 0,201 2 24 0 0,-114 11 9 0 0,22-11-7 0 0,-52 3 15 0 0,-97-4 659 0 0,-13-20-638 0 0,-23 12-54 0 0,-18 7-39 0 0,0 0-69 0 0,0 0-87 0 0,0 0-110 0 0,-49 2-3466 0 0,25 0-1754 0 0,9-1-4770 0 0</inkml:trace>
  <inkml:trace contextRef="#ctx0" brushRef="#br0" timeOffset="65126.28">4511 3475 0 0 0,'0'0'525'0'0,"0"0"130"0"0,0 0-60 0 0,0 0-100 0 0,0 0-76 0 0,0 0-87 0 0,10-2-79 0 0,27-8-74 0 0,28 13 3599 0 0,-65-3-3202 0 0,4-3 6031 0 0,-5 1-6753 0 0,-69-37 1743 0 0,-136-47 919 0 0,134 62-1162 0 0,69 21-219 0 0,18 5-858 0 0,46 21-358 0 0,130 78-395 0 0,-90-38 258 0 0,-82-43 116 0 0,-19-20 98 0 0,1 1 0 0 0,-1 0 0 0 0,0 0 0 0 0,1 1 0 0 0,-1-1 0 0 0,0 0 1 0 0,0 0-1 0 0,0 0 0 0 0,0 0 0 0 0,0 0 0 0 0,0 0 0 0 0,-1 0 0 0 0,1 0 1 0 0,0 0-1 0 0,0 0 0 0 0,-1 0 0 0 0,1 0 0 0 0,0 0 0 0 0,-1 0 0 0 0,1-1 0 0 0,-1 1 1 0 0,0 0-1 0 0,1 0 0 0 0,-1 0 0 0 0,1 0 0 0 0,-1-1 0 0 0,0 1 0 0 0,0 0 1 0 0,0-1-1 0 0,0 1 4 0 0,-6 2 52 0 0,1 0 1 0 0,-1-1 0 0 0,0 0-1 0 0,0 0 1 0 0,0-1 0 0 0,0 0-1 0 0,0 0 1 0 0,0 0 0 0 0,-5-1-53 0 0,-25 3 187 0 0,14 1-94 0 0,8-3-87 0 0,0 2 1 0 0,0 0-1 0 0,0 1 1 0 0,0 0 0 0 0,1 1-1 0 0,-4 3-6 0 0,6-3-445 0 0,-6 5-946 0 0,6-4-4519 0 0,5-3-3850 0 0</inkml:trace>
  <inkml:trace contextRef="#ctx0" brushRef="#br0" timeOffset="66276.36">4589 3555 0 0 0,'0'0'898'0'0,"0"0"456"0"0,0 0-8 0 0,0 0-112 0 0,0 0-94 0 0,0 0-181 0 0,0 0-159 0 0,0 0-163 0 0,0 0-116 0 0,0 0-105 0 0,3-2-107 0 0,12-6 62 0 0,-11 18 2304 0 0,-6-8-2433 0 0,0-1 1 0 0,-1 1-1 0 0,1 0 0 0 0,-1-1 0 0 0,0 0 0 0 0,0 1 1 0 0,1-1-1 0 0,-1 0 0 0 0,0 0 0 0 0,0-1 1 0 0,0 1-1 0 0,0-1 0 0 0,0 1 0 0 0,0-1 1 0 0,-2 0-243 0 0,-8 2 454 0 0,7-1-233 0 0,-38 17 703 0 0,38-12-801 0 0,-1-1-1 0 0,1-1 1 0 0,-1 1-1 0 0,1-1 1 0 0,-1 0-1 0 0,0-1 1 0 0,-1 1-1 0 0,1-1 1 0 0,-1-1-1 0 0,1 0 1 0 0,-1 0-1 0 0,0 0 1 0 0,0-1 0 0 0,1 0-1 0 0,-1 0 1 0 0,-4-1-123 0 0,12 0 78 0 0,-3 9-90 0 0,-1 6-4423 0 0,4-11-441 0 0,0-1-4685 0 0</inkml:trace>
  <inkml:trace contextRef="#ctx0" brushRef="#br0" timeOffset="67239.98">4732 3902 432 0 0,'0'0'2683'0'0,"0"0"-291"0"0,0 0-459 0 0,0 0-494 0 0,0 0-341 0 0,0 0-131 0 0,0 0-24 0 0,0 0 15 0 0,0 0-3 0 0,0 0-87 0 0,0 0-86 0 0,0 0-69 0 0,-21-1-90 0 0,-66-6-97 0 0,5 1 1535 0 0,47 6-1610 0 0,37-5 753 0 0,61 0-1860 0 0,-42 5 539 0 0,56 7-98 0 0,-85-3-105 0 0,-204-13 486 0 0,210 15-5311 0 0,5-1-1332 0 0,2-3-1787 0 0</inkml:trace>
  <inkml:trace contextRef="#ctx0" brushRef="#br0" timeOffset="68424.63">5034 3794 1608 0 0,'0'0'2842'0'0,"0"0"-126"0"0,0 0-89 0 0,0 0-213 0 0,0 0-279 0 0,0 0-351 0 0,0 0-356 0 0,0 0-310 0 0,0 0-298 0 0,0 0-240 0 0,0 0-178 0 0,0 0-149 0 0,0 0-94 0 0,-4-5-77 0 0,-11-14 52 0 0,31 40-9 0 0,-13-17-111 0 0,1 0 0 0 0,-1 0 0 0 0,0 1 0 0 0,0 0 0 0 0,0-1 0 0 0,-1 1 0 0 0,0 0 0 0 0,0 0 0 0 0,0 1 0 0 0,0-1 0 0 0,-1 0 0 0 0,0 1 0 0 0,0-1 0 0 0,0 0 0 0 0,-1 1 0 0 0,0-1 0 0 0,0 1 0 0 0,0-1 0 0 0,-1 1 0 0 0,0-1 0 0 0,0 4-14 0 0,-2 0 414 0 0,4-12 671 0 0,2-10-1080 0 0,-1 0 1 0 0,0-1 0 0 0,-1 1 0 0 0,0 0 0 0 0,-1-1 0 0 0,-1 1-1 0 0,0 0 1 0 0,-1-5-6 0 0,-13-12 348 0 0,10 61-134 0 0,5-20-175 0 0,0-3-17 0 0,-1 0-1 0 0,1 0 1 0 0,1 1 0 0 0,0-1-1 0 0,0 0 1 0 0,1 0 0 0 0,0 0-1 0 0,0 0 1 0 0,1-1 0 0 0,0 3-22 0 0,25 40 201 0 0,-13-6-137 0 0,-14-32 62 0 0,-2-18 666 0 0,-23-119-679 0 0,19 62 15 0 0,5 63-149 0 0,0 0-1 0 0,0 0-15 0 0,-5 23-203 0 0,5 100 144 0 0,27-44 160 0 0,-23-69-706 0 0,2 12 78 0 0,-6-14-3575 0 0,-2-2-3858 0 0,1-4-2689 0 0</inkml:trace>
  <inkml:trace contextRef="#ctx0" brushRef="#br0" timeOffset="79732.6">168 1953 0 0 0,'-57'-19'3059'0'0,"48"17"-5726"0"0,0 1 12370 0 0,10 0-479 0 0,8 0-7521 0 0,91-2-850 0 0,6-5 662 0 0,86 0-497 0 0,182 3 93 0 0,-271 4-875 0 0,0-3 0 0 0,79-16-236 0 0,-36 9 97 0 0,33 3-35 0 0,-48-7-17 0 0,19-17 22 0 0,-82 17-48 0 0,0 3 1 0 0,0 3-1 0 0,57 1-19 0 0,46 8-30 0 0,18 26 50 0 0,-17-15-42 0 0,235 22 74 0 0,-350-28-4 0 0,0-2-1 0 0,37-4-47 0 0,-24 0-7 0 0,74-1-20 0 0,16 1 40 0 0,21 7-13 0 0,46 4-14 0 0,145-3 36 0 0,-179-22-33 0 0,-8 0 3 0 0,81 15 0 0 0,-208-11-9 0 0,-34 8 18 0 0,0 1 1 0 0,0 1 0 0 0,0 1 0 0 0,0 1 0 0 0,13 3-2 0 0,10 0 25 0 0,-2-4-29 0 0,-47 17-1140 0 0,-21 3-1149 0 0,5-10-4256 0 0,8-6-4248 0 0</inkml:trace>
  <inkml:trace contextRef="#ctx0" brushRef="#br0" timeOffset="93325.09">48 5399 0 0 0,'0'0'201'0'0,"0"0"205"0"0,0 0 86 0 0,-1-3 53 0 0,-2-12 644 0 0,2 15-464 0 0,1 0 3809 0 0,0 0 4942 0 0,0 0-9084 0 0,0 0-87 0 0,1-17 1013 0 0,37-35-3 0 0,-11 17-735 0 0,68-37-116 0 0,20-9-3 0 0,45-38 394 0 0,-50 44-545 0 0,-2-3-105 0 0,9-6-34 0 0,-46 37-46 0 0,235-156 434 0 0,-46 25-436 0 0,-65 64 15 0 0,-51 36-70 0 0,-41 10 10 0 0,294-189 171 0 0,-76 64-54 0 0,-116 81-77 0 0,-4-15-32 0 0,150-102-6 0 0,-187 115 4 0 0,55-29-27 0 0,4 4-33 0 0,-1 3-16 0 0,-89 64 44 0 0,-75 49-89 0 0,-33 8 101 0 0,20-8-71 0 0,120-64 7 0 0,130-99 12 0 0,-259 162-33 0 0,74-46 50 0 0,-71 39 14 0 0,44-12-44 0 0,-7-7 33 0 0,-35 18 0 0 0,-21 6-11 0 0,-5 15-84 0 0,-1-5-2021 0 0,-14 16 782 0 0,0 0-1218 0 0,0 0-2633 0 0,-3 0-5447 0 0</inkml:trace>
  <inkml:trace contextRef="#ctx0" brushRef="#br0" timeOffset="97382.6">4805 2285 0 0 0,'0'0'412'0'0,"0"0"636"0"0,0 0 211 0 0,0 0 39 0 0,0 0-10 0 0,0 0-114 0 0,-1-1 189 0 0,-3 0 7313 0 0,30-12-7292 0 0,-31 9 3548 0 0,-40-2-5008 0 0,-69-3 268 0 0,49 7 7 0 0,3 12 54 0 0,21-15 365 0 0,41 5-568 0 0,0 0 1 0 0,0 0 0 0 0,0-1-1 0 0,1 1 1 0 0,-1 0-1 0 0,0 0 1 0 0,0 0 0 0 0,0 0-1 0 0,0-1 1 0 0,0 1 0 0 0,0 0-1 0 0,0 0 1 0 0,0 0-1 0 0,0-1 1 0 0,0 1 0 0 0,0 0-1 0 0,0 0 1 0 0,0 0-1 0 0,0-1 1 0 0,0 1 0 0 0,0 0-1 0 0,0 0 1 0 0,0 0 0 0 0,0-1-1 0 0,0 1 1 0 0,0 0-51 0 0,25 0 143 0 0,118 31-471 0 0,107-7-79 0 0,-231-22 384 0 0,-19-2 31 0 0,0 0-12 0 0,0 0-5 0 0,0 0-10 0 0,0 0-14 0 0,-17 5 32 0 0,-16 1 167 0 0,14 7 1683 0 0,9-1-1853 0 0,-87 44 152 0 0,70-17-90 0 0,12 4-35 0 0,11-33-167 0 0,0-1-2157 0 0,3-3-3758 0 0,1-4-5050 0 0</inkml:trace>
  <inkml:trace contextRef="#ctx0" brushRef="#br0" timeOffset="99017.16">5106 2575 0 0 0,'0'0'2187'0'0,"0"0"-198"0"0,0 0-132 0 0,0 0-84 0 0,0 0-68 0 0,0 0-172 0 0,0 0-190 0 0,0 0-176 0 0,0 0-109 0 0,0 0-55 0 0,0 0-65 0 0,0 0-82 0 0,-5 1-142 0 0,-80 3 2150 0 0,70 0-2669 0 0,-45-11 1030 0 0,80 2 162 0 0,149 26-2105 0 0,-137-13 528 0 0,-31-8 118 0 0,-1 0 2 0 0,-33 0 212 0 0,-104-9 404 0 0,134 28-4131 0 0,3-17 1287 0 0,0 1-3151 0 0,0-1-4731 0 0</inkml:trace>
  <inkml:trace contextRef="#ctx0" brushRef="#br0" timeOffset="99957.08">5479 2515 0 0 0,'0'0'1631'0'0,"0"0"408"0"0,0 0-61 0 0,0 0-191 0 0,0 0-149 0 0,0 0-141 0 0,0 0-111 0 0,0 0-131 0 0,0 0-142 0 0,0 0-131 0 0,0 0-110 0 0,0 0-108 0 0,0 0-118 0 0,-3-2-113 0 0,-13-9 134 0 0,16 11-491 0 0,0 0-80 0 0,0 0-21 0 0,0 0-22 0 0,0 0 3 0 0,0 0 41 0 0,0 0 58 0 0,0 0 71 0 0,0 0 72 0 0,0 0 49 0 0,0 0 25 0 0,-11-5 2347 0 0,7 40-1270 0 0,5-19-1439 0 0,1 0 1 0 0,0 0 0 0 0,1 0 0 0 0,0 0 0 0 0,1-1-1 0 0,1 1 1 0 0,1-1 0 0 0,0 0 0 0 0,1-1-1 0 0,1 0 1 0 0,0 0 0 0 0,0 0 0 0 0,3 1-11 0 0,28 44 16 0 0,-38-58-18 0 0,0 0 1 0 0,-1 0 0 0 0,0 0 0 0 0,1 0 0 0 0,-1 0-1 0 0,0 0 1 0 0,1 0 0 0 0,-1 0 0 0 0,0 0 0 0 0,0 0-1 0 0,0 0 1 0 0,0 0 0 0 0,0 0 0 0 0,0 0-1 0 0,0 0 1 0 0,0 0 0 0 0,0 0 0 0 0,-1 1 0 0 0,1-1-1 0 0,0 0 1 0 0,-1 0 0 0 0,1 0 0 0 0,-1 0 0 0 0,1-1-1 0 0,-1 1 1 0 0,1 0 0 0 0,-1 0 0 0 0,0 0-1 0 0,0 0 1 0 0,1 0 0 0 0,-1-1 0 0 0,0 1 0 0 0,0 0-1 0 0,0-1 1 0 0,0 1 0 0 0,1-1 0 0 0,-1 1 0 0 0,0-1-1 0 0,0 1 1 0 0,0-1 0 0 0,0 1 0 0 0,0-1-1 0 0,0 0 1 0 0,-1 0 0 0 0,1 0 1 0 0,-14 4 17 0 0,0-1 0 0 0,-1-1-1 0 0,1-1 1 0 0,0 0 0 0 0,-1-1 0 0 0,-1-1-17 0 0,-6 1 11 0 0,-17-8 92 0 0,39-15 550 0 0,59-14-618 0 0,-38 27-31 0 0,146-71-84 0 0,-142 71-443 0 0,-24 10 380 0 0,0-1 0 0 0,0 1 0 0 0,0 0 0 0 0,1-1-1 0 0,-1 1 1 0 0,0 0 0 0 0,0-1 0 0 0,0 1 0 0 0,0-1 0 0 0,0 1 0 0 0,0 0-1 0 0,0-1 1 0 0,0 1 0 0 0,0 0 0 0 0,0-1 0 0 0,0 1 0 0 0,0-1 0 0 0,0 1-1 0 0,-1 0 1 0 0,1-1 0 0 0,0 1 0 0 0,0 0 0 0 0,0-1 0 0 0,0 1 0 0 0,-1 0-1 0 0,1-1 1 0 0,0 1 0 0 0,0 0 0 0 0,-1 0 0 0 0,1-1 0 0 0,0 1 0 0 0,0 0-1 0 0,-1 0 1 0 0,1-1 0 0 0,0 1 0 0 0,-1 0 0 0 0,1 0 0 0 0,0 0 0 0 0,-1 0-1 0 0,1-1 1 0 0,0 1 0 0 0,-1 0 0 0 0,1 0 0 0 0,-1 0 0 0 0,1 0 0 0 0,0 0-1 0 0,-1 0 1 0 0,1 0 143 0 0,-7-3-5596 0 0,0 1-4736 0 0</inkml:trace>
  <inkml:trace contextRef="#ctx0" brushRef="#br0" timeOffset="100566.5">5479 2343 0 0 0,'0'0'1142'0'0,"0"0"1289"0"0,0 0 121 0 0,0 0-235 0 0,0 0-275 0 0,0 0-286 0 0,0 0-285 0 0,0 0-227 0 0,0 0-193 0 0,0 0-179 0 0,0 0-177 0 0,0 0-169 0 0,-10-11-122 0 0,-30-35-116 0 0,30 35-87 0 0,10 11-76 0 0,0 0-73 0 0,5 11 211 0 0,-3-9-187 0 0,0 0 0 0 0,0-1 0 0 0,1 1 1 0 0,-1-1-1 0 0,0 1 0 0 0,0-1 0 0 0,1 0 0 0 0,-1 0 0 0 0,1 0 0 0 0,-1 0 0 0 0,1 0 0 0 0,0 0 1 0 0,-1-1-1 0 0,1 1 0 0 0,1-1-76 0 0,-3 0 237 0 0,-1 0 41 0 0,0 0 11 0 0,0-7 235 0 0,-2 4-495 0 0,1-1 1 0 0,-1 0-1 0 0,0 1 0 0 0,0 0 1 0 0,0 0-1 0 0,0-1 1 0 0,-1 1-1 0 0,1 0 0 0 0,-1 1 1 0 0,1-1-1 0 0,-1 0 0 0 0,0 1 1 0 0,-1-1-30 0 0,-5-5 167 0 0,-11-12 1064 0 0,20 20-1040 0 0,0 0-68 0 0,9 7-2 0 0,0 0-311 0 0,32 36 375 0 0,-34-7-3657 0 0,-9-32-674 0 0,0 0-6059 0 0</inkml:trace>
  <inkml:trace contextRef="#ctx0" brushRef="#br0" timeOffset="122338.67">147 2114 0 0 0,'0'0'0'0'0,"0"0"0"0"0</inkml:trace>
  <inkml:trace contextRef="#ctx0" brushRef="#br0" timeOffset="124275.76">147 2114 0 0 0,'-27'-21'428'0'0,"22"16"6643"0"0,-8-14-4369 0 0,12 12-699 0 0,0 1 1057 0 0,1 9 2703 0 0,0-3-5668 0 0,10 5 1636 0 0,115 65-1556 0 0,-1 22-89 0 0,22 7 65 0 0,-2-32 15 0 0,-78-39-120 0 0,208 84 181 0 0,-123-31-157 0 0,-79-37-26 0 0,115 90 84 0 0,-85-68-49 0 0,34 2 104 0 0,133 65-16 0 0,101 67 119 0 0,-40 1-139 0 0,10-14-15 0 0,13 18-81 0 0,-67-45-13 0 0,52 24 29 0 0,-62-20 29 0 0,-71-39 88 0 0,-86-57 35 0 0,102 77-219 0 0,-79-43 36 0 0,-78-52-2 0 0,-15-14-79 0 0,47 29 69 0 0,50 34 66 0 0,-90-58-135 0 0,37 19 21 0 0,-36-31 142 0 0,-30-20-105 0 0,-25 5-3210 0 0,-9-12 819 0 0,1-1-3739 0 0,1-1-4618 0 0</inkml:trace>
  <inkml:trace contextRef="#ctx0" brushRef="#br0" timeOffset="127532.99">98 5433 0 0 0,'0'0'331'0'0,"0"0"22"0"0,0 0 55 0 0,0 0 31 0 0,3-4 3087 0 0,27-6 3046 0 0,36-15-1329 0 0,6 12-4354 0 0,134 10 391 0 0,-98-2-827 0 0,80 9-453 0 0,148-2 846 0 0,-72-12-356 0 0,116-12-127 0 0,52 7 353 0 0,290 12-382 0 0,-233-20-158 0 0,-131 17-76 0 0,-259 3-98 0 0,101 2 83 0 0,355 1 37 0 0,-363-5-144 0 0,29 2 52 0 0,-114 0-32 0 0,36-13 24 0 0,5 16 71 0 0,-147-1 815 0 0,2 2-5781 0 0,-3 2 104 0 0,0 0-5329 0 0</inkml:trace>
  <inkml:trace contextRef="#ctx0" brushRef="#br0" timeOffset="151420.04">4630 5295 0 0 0,'0'0'69'0'0,"0"0"114"0"0,0-2 14 0 0,0 0-211 0 0,0-12 3984 0 0,3 6-2266 0 0,-1 6-1568 0 0,-1 0-1 0 0,1 0 0 0 0,0 1 0 0 0,0-1 1 0 0,0 1-1 0 0,0-1 0 0 0,0 1 0 0 0,0 0 0 0 0,1 0 1 0 0,-1 0-1 0 0,0 0 0 0 0,1 0 0 0 0,-1 0 1 0 0,0 1-1 0 0,1-1 0 0 0,-1 1 0 0 0,1 0 1 0 0,-1-1-1 0 0,1 1 0 0 0,-1 0 0 0 0,2 1-135 0 0,21-1 4113 0 0,-17 0 105 0 0,-8 0-4152 0 0,-14 0 393 0 0,7 0-273 0 0,0 0 0 0 0,0-1 0 0 0,0 0 0 0 0,0 0 0 0 0,0-1 0 0 0,0 0 0 0 0,1 0 0 0 0,-1-1 0 0 0,0 1 1 0 0,0-2-187 0 0,-99-40 1332 0 0,26 22-25 0 0,32 17-970 0 0,-32-34 194 0 0,77 36 496 0 0,19 6-634 0 0,142 67-515 0 0,3-2-292 0 0,-125-52 365 0 0,-44-6 186 0 0,0-7-58 0 0,7-3-72 0 0,0 0-1 0 0,1 0 1 0 0,-1 0 0 0 0,0 0 0 0 0,0 1-1 0 0,1-1 1 0 0,-1 0 0 0 0,0 1 0 0 0,0-1-1 0 0,1 0 1 0 0,-1 1 0 0 0,1-1 0 0 0,-1 1-1 0 0,0-1 1 0 0,1 1 0 0 0,-1-1 0 0 0,1 1-1 0 0,-1 0 1 0 0,1-1 0 0 0,-1 1 0 0 0,1 0-1 0 0,0-1 1 0 0,-1 1 0 0 0,1 0 0 0 0,0-1-1 0 0,0 1 1 0 0,-1 0 0 0 0,1 0 0 0 0,0-1-1 0 0,0 1 1 0 0,0 0-7 0 0,-1 1 21 0 0,0 0-1 0 0,0 0 1 0 0,0 0-1 0 0,-1 0 1 0 0,1 0-1 0 0,0-1 1 0 0,-1 1-1 0 0,1-1 0 0 0,-1 1 1 0 0,0-1-1 0 0,1 1 1 0 0,-1-1-1 0 0,0 0 1 0 0,0 0-1 0 0,0 0 1 0 0,0 0-1 0 0,-2 1-20 0 0,-94 19 1499 0 0,24 29-1803 0 0,65-45-222 0 0,-21 9-2688 0 0,9-9-6007 0 0,10-4-1810 0 0</inkml:trace>
</inkml:ink>
</file>

<file path=ppt/ink/ink2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2-05T16:41:16.4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67 0 0 0,'0'0'871'0'0,"0"0"102"0"0,0 0-31 0 0,0 0 53 0 0,0 0 37 0 0,0 0 28 0 0,0 0 34 0 0,0 0-17 0 0,0 0-64 0 0,1-1-81 0 0,7-6 843 0 0,-25-3-964 0 0,4 2-86 0 0,-1 0 0 0 0,0 1 1 0 0,0 1-1 0 0,0 0 0 0 0,-1 1 0 0 0,0 1 1 0 0,-1 0-726 0 0,-6 3 1228 0 0,22 17-420 0 0,2-9-745 0 0,-1 0-1 0 0,1 0 1 0 0,1 0-1 0 0,-1-1 1 0 0,1 1-1 0 0,1-1 1 0 0,-1 1-1 0 0,1-1 1 0 0,0 0 0 0 0,0-1-1 0 0,1 1 1 0 0,0-1-1 0 0,0 0 1 0 0,0 0-1 0 0,0 0 1 0 0,1-1-1 0 0,0 0 1 0 0,5 3-63 0 0,-7-4 8 0 0,-1-1 1 0 0,1 1-1 0 0,0-1 1 0 0,0 0-1 0 0,0 0 1 0 0,1-1 0 0 0,-1 1-1 0 0,0-1 1 0 0,1 0-1 0 0,-1 0 1 0 0,1 0-1 0 0,-1-1 1 0 0,1 1-1 0 0,-1-1 1 0 0,4-1-9 0 0,-6 0 16 0 0,-1-1 0 0 0,1 1 1 0 0,-1-1-1 0 0,0 0 0 0 0,0 0 0 0 0,0 1 1 0 0,0-1-1 0 0,0 0 0 0 0,0 0 0 0 0,0 0 1 0 0,0 0-1 0 0,-1 0 0 0 0,1 0 1 0 0,-1 0-1 0 0,0-1 0 0 0,1 1 0 0 0,-1 0 1 0 0,0 0-1 0 0,0 0 0 0 0,-1 0 0 0 0,1 0 1 0 0,0 0-1 0 0,-1 0 0 0 0,1-1 1 0 0,-1 1-17 0 0,1-1 22 0 0,-1-1-6 0 0,0 0 0 0 0,-1 0 0 0 0,1 1 0 0 0,-1-1 0 0 0,0 0-1 0 0,0 1 1 0 0,0 0 0 0 0,0-1 0 0 0,-1 1 0 0 0,1 0 0 0 0,-1 0 0 0 0,0 0 0 0 0,1 1 0 0 0,-1-1-1 0 0,-1 1 1 0 0,1-1 0 0 0,0 1 0 0 0,-1 0 0 0 0,1 0 0 0 0,-1 1 0 0 0,-3-2-16 0 0,5 2-1 0 0,1 1 0 0 0,0-1-1 0 0,-1 1 1 0 0,1-1 0 0 0,0 1 0 0 0,-1 0 0 0 0,1 0 0 0 0,-1-1 0 0 0,1 1 0 0 0,-1 0 0 0 0,1 0 0 0 0,-1 1 0 0 0,1-1 0 0 0,0 0 0 0 0,-1 0 0 0 0,1 1 0 0 0,-1-1 0 0 0,1 1-1 0 0,0-1 1 0 0,-1 1 0 0 0,1 0 0 0 0,0-1 0 0 0,0 1 0 0 0,0 0 0 0 0,-1 0 0 0 0,1 0 0 0 0,0 0 0 0 0,0 0 0 0 0,0 0 0 0 0,0 0 0 0 0,0 0 0 0 0,1 0 0 0 0,-1 0 0 0 0,0 1 0 0 0,0-1-1 0 0,1 0 1 0 0,-1 1 0 0 0,0 0 1 0 0,-3 57 85 0 0,30-16 80 0 0,-25-43-133 0 0,0-1 1 0 0,0 0-1 0 0,-1 1 1 0 0,1-1-1 0 0,0 0 0 0 0,0 0 1 0 0,-1 0-1 0 0,1 0 0 0 0,-1 0 1 0 0,1 0-1 0 0,-1 0 1 0 0,1 0-1 0 0,-1 0 0 0 0,1 0 1 0 0,-1 0-1 0 0,0 0 1 0 0,1 0-1 0 0,-1 0 0 0 0,0 0 1 0 0,0 0-1 0 0,0 0 1 0 0,0 0-1 0 0,0 0 0 0 0,0-1 1 0 0,0 1-1 0 0,-1 0 0 0 0,1 0 1 0 0,0 0-1 0 0,0 0 1 0 0,-1 0-1 0 0,1 0 0 0 0,-1-1-32 0 0,1-3 70 0 0,-6-25 532 0 0,2 15-1762 0 0,2 0-5791 0 0,2 16-3223 0 0</inkml:trace>
</inkml:ink>
</file>

<file path=ppt/ink/ink2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2-05T16:41:18.4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76 0 0 0,'0'0'1423'0'0,"0"0"0"0"0,0 0-272 0 0,0 0-292 0 0,0 0-158 0 0,0 0-46 0 0,0 0-23 0 0,0 0-6 0 0,0 0-61 0 0,0 0-81 0 0,0 0-62 0 0,0 0-34 0 0,-1-2-12 0 0,-6-8-8 0 0,5 8-13 0 0,-6-6 862 0 0,2 5-957 0 0,0 1-1 0 0,0 0 0 0 0,0 1 1 0 0,0-1-1 0 0,-1 1 0 0 0,1 1 1 0 0,0-1-1 0 0,-1 1 1 0 0,1 0-1 0 0,-5 1-259 0 0,11-1 55 0 0,-1 0 1 0 0,0 0-1 0 0,1 0 0 0 0,-1 0 1 0 0,1 1-1 0 0,-1-1 0 0 0,1 0 1 0 0,-1 1-1 0 0,1-1 0 0 0,-1 0 1 0 0,1 1-1 0 0,-1-1 0 0 0,1 1 1 0 0,-1-1-1 0 0,1 1 0 0 0,-1-1 1 0 0,1 1-1 0 0,0-1 0 0 0,-1 1 1 0 0,1-1-1 0 0,0 1 0 0 0,-1-1 1 0 0,1 1-1 0 0,0-1 0 0 0,0 1 1 0 0,0 0-1 0 0,0-1 0 0 0,0 1 1 0 0,-1 0-1 0 0,1-1 0 0 0,0 1 1 0 0,0-1-1 0 0,0 1 0 0 0,1 0 1 0 0,-1-1-1 0 0,0 1 0 0 0,0 0 1 0 0,0-1-1 0 0,0 1 0 0 0,1-1 1 0 0,-1 1-1 0 0,0-1 0 0 0,0 1 1 0 0,1 0-1 0 0,-1 0-55 0 0,18 25 1072 0 0,-13-20-1089 0 0,1-1-1 0 0,0 0 0 0 0,0 0 1 0 0,0 0-1 0 0,0-1 1 0 0,1 0-1 0 0,-1 0 1 0 0,1-1-1 0 0,0 0 1 0 0,0 0-1 0 0,1-1 0 0 0,-1 0 1 0 0,1 0-1 0 0,-1 0 1 0 0,1-1-1 0 0,-1 0 1 0 0,1-1-1 0 0,6 0 18 0 0,-13-1 18 0 0,-1-1 1 0 0,1 1-1 0 0,0-1 0 0 0,0 1 1 0 0,0-1-1 0 0,-1 0 0 0 0,1 1 1 0 0,-1-1-1 0 0,0 0 0 0 0,1 1 1 0 0,-1-1-1 0 0,0 0 0 0 0,0 0 0 0 0,0 1 1 0 0,0-1-1 0 0,0 0 0 0 0,0 0 1 0 0,-1 1-1 0 0,1-1 0 0 0,0 0 1 0 0,-1 1-1 0 0,0-1 0 0 0,1 0 1 0 0,-1 1-1 0 0,0-1 0 0 0,0 0-18 0 0,-8-11 336 0 0,0 0-1 0 0,-1 1 0 0 0,0 0 1 0 0,-1 0-1 0 0,-1 1 1 0 0,0 0-336 0 0,10 9 84 0 0,0 0 0 0 0,0 0 1 0 0,0 1-1 0 0,-1-1 1 0 0,1 1-1 0 0,0-1 1 0 0,-1 1-1 0 0,1 0 0 0 0,-1 0 1 0 0,0 0-1 0 0,1 0 1 0 0,-1 0-1 0 0,0 0 0 0 0,1 1 1 0 0,-1 0-1 0 0,0-1 1 0 0,0 1-1 0 0,0 0 1 0 0,1 0-1 0 0,-3 1-84 0 0,4 1 40 0 0,0 0-1 0 0,-1 0 1 0 0,1 0 0 0 0,0 0 0 0 0,0 0-1 0 0,0 1 1 0 0,0-1 0 0 0,0 0 0 0 0,1 1-1 0 0,-1-1 1 0 0,1 1 0 0 0,0-1-1 0 0,-1 1 1 0 0,1-1 0 0 0,0 0 0 0 0,0 1-1 0 0,1-1 1 0 0,-1 1 0 0 0,0-1 0 0 0,1 2-40 0 0,0 0 92 0 0,0 3-35 0 0,1 0 0 0 0,1 0 1 0 0,-1 0-1 0 0,1 0 0 0 0,0-1 1 0 0,1 1-1 0 0,0-1 0 0 0,0 0 0 0 0,0 0 1 0 0,0 0-1 0 0,6 4-57 0 0,-7-6 5 0 0,-1 0-2 0 0,1-1 1 0 0,0 0-1 0 0,0 1 1 0 0,0-1-1 0 0,0 0 1 0 0,0-1-1 0 0,1 1 1 0 0,-1 0-1 0 0,1-1 1 0 0,-1 0-1 0 0,1 0 1 0 0,0 0 0 0 0,0 0-1 0 0,0-1 1 0 0,0 0-1 0 0,0 1 1 0 0,1-1-4 0 0,-2-35 353 0 0,-3 28-326 0 0,-1 1 0 0 0,0 0 0 0 0,0 0-1 0 0,0 0 1 0 0,0 1 0 0 0,-1-1 0 0 0,0 0 0 0 0,0 0 0 0 0,0 1-1 0 0,-1-1 1 0 0,1 1 0 0 0,-1 0 0 0 0,0 0 0 0 0,-1 0-1 0 0,1 0 1 0 0,0 0 0 0 0,-1 1-27 0 0,1 1 73 0 0,-5 4-366 0 0,-11 43-1535 0 0,15-37 383 0 0,-1 3-5120 0 0,1-6-4125 0 0</inkml:trace>
</inkml:ink>
</file>

<file path=ppt/ink/ink2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2-05T16:41:20.2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85 0 0 0,'0'0'867'0'0,"0"0"1317"0"0,0 0 2 0 0,0 0-410 0 0,0 0-373 0 0,0 0-238 0 0,0 0-206 0 0,0 0-147 0 0,0 0-121 0 0,0 0-129 0 0,0 0-104 0 0,0 0-139 0 0,1 7 1884 0 0,-28-45-1130 0 0,-9-11 957 0 0,36 49-2002 0 0,-1 0 1 0 0,1-1-1 0 0,0 1 1 0 0,0 0-1 0 0,-1-1 0 0 0,1 1 1 0 0,0 0-1 0 0,-1-1 1 0 0,1 1-1 0 0,-1 0 1 0 0,1 0-1 0 0,0-1 0 0 0,-1 1 1 0 0,1 0-1 0 0,-1 0 1 0 0,1 0-1 0 0,0 0 0 0 0,-1 0 1 0 0,1-1-1 0 0,-1 1 1 0 0,1 0-1 0 0,-1 0 0 0 0,1 0 1 0 0,0 0-1 0 0,-1 0 1 0 0,1 0-1 0 0,-1 1 1 0 0,1-1-1 0 0,-1 0 0 0 0,1 0 1 0 0,-1 0-1 0 0,1 0 1 0 0,0 0-1 0 0,-1 1 0 0 0,1-1 1 0 0,-1 0-1 0 0,1 0 1 0 0,0 1-1 0 0,-1-1 1 0 0,1 0-1 0 0,0 0 0 0 0,-1 1 1 0 0,1-1-1 0 0,0 0 1 0 0,0 1-1 0 0,-1-1 0 0 0,1 1 1 0 0,0-1-1 0 0,0 0 1 0 0,0 1-1 0 0,-1-1 0 0 0,1 1 1 0 0,0-1-1 0 0,0 0-28 0 0,-9 25 174 0 0,8-19-139 0 0,0 0-1 0 0,0 0 0 0 0,0 0 1 0 0,1 1-1 0 0,0-1 0 0 0,0 0 1 0 0,1 0-1 0 0,-1 0 0 0 0,2 0 1 0 0,-1 0-1 0 0,0 0 0 0 0,1 0 0 0 0,0 0 1 0 0,1 0-1 0 0,-1-1 0 0 0,1 1 1 0 0,0-1-1 0 0,0 0 0 0 0,1 1 1 0 0,0-2-1 0 0,0 1 0 0 0,0 0 1 0 0,0-1-1 0 0,1 0 0 0 0,-1 0 1 0 0,5 3-35 0 0,-5-5 21 0 0,1 1 0 0 0,0-1 0 0 0,0 0 0 0 0,0 0 0 0 0,0 0 0 0 0,0-1 0 0 0,1 0 0 0 0,-1 0 0 0 0,0 0 0 0 0,0 0 0 0 0,1-1 0 0 0,4 0-21 0 0,-9-1 14 0 0,1 0 0 0 0,-1 0 1 0 0,1 0-1 0 0,-1 0 0 0 0,0-1 1 0 0,1 1-1 0 0,-1 0 0 0 0,0-1 1 0 0,0 1-1 0 0,0-1 0 0 0,0 1 0 0 0,0-1 1 0 0,0 1-1 0 0,0-1 0 0 0,-1 0 1 0 0,1 1-1 0 0,-1-1 0 0 0,1 0 1 0 0,-1 1-1 0 0,1-1 0 0 0,-1 0 1 0 0,0 0-1 0 0,0 0 0 0 0,0 1 1 0 0,0-1-1 0 0,0 0 0 0 0,0 0 1 0 0,-1 0-1 0 0,1 1 0 0 0,-1-1 1 0 0,1-1-15 0 0,-1-3 9 0 0,1 0 0 0 0,-1 1 0 0 0,0 0 0 0 0,0-1 0 0 0,0 1 0 0 0,-1 0 0 0 0,0 0 0 0 0,0 0 0 0 0,0 0 0 0 0,-1 1 0 0 0,1-1-1 0 0,-1 1 1 0 0,0-1 0 0 0,-1 1 0 0 0,1 0 0 0 0,-1 0 0 0 0,0 0 0 0 0,0 1 0 0 0,0-1 0 0 0,0 1 0 0 0,0 0 0 0 0,-1 0 0 0 0,0 0 0 0 0,1 1 0 0 0,-4-2-9 0 0,6 3 6 0 0,0 0 1 0 0,0 0 0 0 0,1 0-1 0 0,-1 0 1 0 0,0 1-1 0 0,0-1 1 0 0,0 0 0 0 0,0 1-1 0 0,0 0 1 0 0,0-1-1 0 0,0 1 1 0 0,0 0 0 0 0,-1 0-1 0 0,1 0 1 0 0,0 0-1 0 0,0 0 1 0 0,0 1 0 0 0,0-1-1 0 0,0 0 1 0 0,0 1-1 0 0,0 0 1 0 0,0-1 0 0 0,0 1-1 0 0,0 0 1 0 0,1 0-1 0 0,-1 0 1 0 0,0 0 0 0 0,0 1-1 0 0,1-1 1 0 0,-1 0-1 0 0,1 1 1 0 0,-1-1 0 0 0,1 1-1 0 0,0-1 1 0 0,-1 1-1 0 0,1 0 1 0 0,0 0 0 0 0,0 0-1 0 0,0 0-6 0 0,-1 5 27 0 0,-1-1 0 0 0,2 1 0 0 0,-1 0 0 0 0,1 0 0 0 0,0 0 0 0 0,1-1 0 0 0,-1 1 0 0 0,1 0 0 0 0,1 0 0 0 0,-1 0 0 0 0,1 0 0 0 0,1 0 0 0 0,-1 0 0 0 0,1 0 0 0 0,0-1 0 0 0,0 1 0 0 0,1-1 0 0 0,0 0 0 0 0,0 1 0 0 0,1-1 0 0 0,0-1 0 0 0,0 1 0 0 0,0 0 0 0 0,0-1 0 0 0,1 0 0 0 0,0 0 0 0 0,0 0 0 0 0,4 2-27 0 0,35 4 671 0 0,-43-12-646 0 0,0-1 0 0 0,1 1 0 0 0,-1-1 0 0 0,0 1 1 0 0,0-1-1 0 0,0 1 0 0 0,0-1 0 0 0,0 0 0 0 0,0 0 0 0 0,-1 1 0 0 0,1-1 0 0 0,-1 0 0 0 0,1 0 0 0 0,-1 0 0 0 0,0 0 0 0 0,1 0 1 0 0,-1 0-1 0 0,0 0 0 0 0,0 0 0 0 0,-1 0 0 0 0,1 0-25 0 0,1-1-45 0 0,-1-1-1 0 0,0 1 1 0 0,0 0-1 0 0,0-1 1 0 0,0 1 0 0 0,-1 0-1 0 0,1-1 1 0 0,-1 1-1 0 0,0 0 1 0 0,0 0 0 0 0,0-1-1 0 0,0 1 1 0 0,0 0 0 0 0,-1 0-1 0 0,0 0 1 0 0,1 0-1 0 0,-1 1 1 0 0,0-1 0 0 0,0 0-1 0 0,-1 1 1 0 0,1 0-1 0 0,0-1 1 0 0,-1 1 0 0 0,0 0-1 0 0,1 0 1 0 0,-1 0 0 0 0,0 0-1 0 0,0 1 1 0 0,0-1-1 0 0,0 1 1 0 0,0 0 0 0 0,0 0-1 0 0,-1 0 46 0 0,-20 1-4602 0 0,16 0-5020 0 0</inkml:trace>
</inkml:ink>
</file>

<file path=ppt/ink/ink2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2-05T16:41:07.091"/>
    </inkml:context>
    <inkml:brush xml:id="br0">
      <inkml:brushProperty name="width" value="0.1" units="cm"/>
      <inkml:brushProperty name="height" value="0.1" units="cm"/>
    </inkml:brush>
    <inkml:brush xml:id="br1">
      <inkml:brushProperty name="width" value="0.05" units="cm"/>
      <inkml:brushProperty name="height" value="0.05" units="cm"/>
    </inkml:brush>
  </inkml:definitions>
  <inkml:trace contextRef="#ctx0" brushRef="#br0">5846 2222 0 0 0,'0'0'33'0'0,"0"0"99"0"0,0 0 26 0 0,12 0 814 0 0,20 8 790 0 0,-32-8-1428 0 0,0 0 62 0 0,0 0 85 0 0,0 0 143 0 0,0 0 137 0 0,0 0 30 0 0,-10-3 1032 0 0,-39-24 3717 0 0,49 26-2075 0 0,11 6-3215 0 0,-10-5-247 0 0,-1 0 24 0 0,0 0-1 0 0,0 0 16 0 0,0 0-18 0 0,0 0 20 0 0,-9-2 201 0 0,-29-14 1764 0 0,40 26-1739 0 0,4-1-273 0 0,1-1 0 0 0,0-1-1 0 0,0 1 1 0 0,1-1 0 0 0,0 0-1 0 0,1-1 1 0 0,-1 0 0 0 0,1 0-1 0 0,0-1 1 0 0,0 0 0 0 0,1-1-1 0 0,0 1 1 0 0,0-2 0 0 0,0 1 3 0 0,-8-4-16 0 0,-2 0 23 0 0,1 1 1 0 0,0 0-1 0 0,0-1 1 0 0,0 0-1 0 0,0 1 0 0 0,-1-1 1 0 0,1 1-1 0 0,0-1 0 0 0,0 0 1 0 0,0 0-1 0 0,0 0 1 0 0,0 1-1 0 0,0-1 0 0 0,0 0 1 0 0,0 0-1 0 0,0 0 0 0 0,0 0 1 0 0,0-1-1 0 0,0 1 1 0 0,0 0-1 0 0,-1 0 0 0 0,1-1 1 0 0,0 1-1 0 0,0 0 0 0 0,0-1 1 0 0,0 1-1 0 0,0-1 1 0 0,-1 1-1 0 0,1-1 0 0 0,0 1 1 0 0,0-1-1 0 0,-1 1 0 0 0,1-1 1 0 0,0 0-1 0 0,-1 0 1 0 0,1 1-1 0 0,-1-1 0 0 0,1 0 1 0 0,0 0-8 0 0,-1-3 28 0 0,-1-1-1 0 0,1 1 1 0 0,-1-1 0 0 0,1 1 0 0 0,-1 0 0 0 0,-1-1 0 0 0,1 1 0 0 0,-1 0-1 0 0,1 0 1 0 0,-1 0 0 0 0,0 0 0 0 0,-1 0 0 0 0,1 0 0 0 0,-1 1 0 0 0,1-1-1 0 0,-1 1 1 0 0,0 0 0 0 0,-3-3-28 0 0,-4-5 117 0 0,-38-26 769 0 0,47 37-882 0 0,0 0 0 0 0,-1 1 0 0 0,1-1 0 0 0,0 1 0 0 0,0 0-1 0 0,0-1 1 0 0,0 1 0 0 0,0 0 0 0 0,1 0 0 0 0,-1-1 0 0 0,0 1 0 0 0,0 0 0 0 0,0 0 0 0 0,1 0-1 0 0,-1 0 1 0 0,0 0 0 0 0,1 0 0 0 0,-1 0 0 0 0,1 0 0 0 0,0 1 0 0 0,-1-1 0 0 0,1 0 0 0 0,0 0-1 0 0,-1 0 1 0 0,1 0 0 0 0,0 1 0 0 0,0-1 0 0 0,0 0 0 0 0,0 0 0 0 0,0 0 0 0 0,0 0 0 0 0,0 1 0 0 0,1-1-1 0 0,-1 0 1 0 0,0 0 0 0 0,1 0-4 0 0,-2 6 1 0 0,5 56 71 0 0,-3-62-68 0 0,1 0 0 0 0,0 1 0 0 0,0-1 0 0 0,0 0 0 0 0,0 0 0 0 0,0 0 0 0 0,0 0 0 0 0,0 0 0 0 0,0 0 0 0 0,0-1 0 0 0,0 1 0 0 0,0-1 0 0 0,1 0 0 0 0,-1 1-1 0 0,0-1 1 0 0,0 0 0 0 0,0 0 0 0 0,1 0 0 0 0,-1-1 0 0 0,0 1 0 0 0,1 0-4 0 0,5-1 63 0 0,-6 1-57 0 0,0-1-1 0 0,0 0 1 0 0,-1 0 0 0 0,1 0 0 0 0,0 0 0 0 0,-1 0-1 0 0,1 0 1 0 0,0 0 0 0 0,-1 0 0 0 0,0-1 0 0 0,1 1-1 0 0,-1-1 1 0 0,0 1 0 0 0,0-1 0 0 0,1 0 0 0 0,-1 1-1 0 0,0-1 1 0 0,-1 0 0 0 0,1 1 0 0 0,0-1 0 0 0,0 0-1 0 0,-1 0 1 0 0,1 0 0 0 0,-1 0 0 0 0,0 0 0 0 0,0 0-1 0 0,1 0 1 0 0,-1 0 0 0 0,0 0 0 0 0,-1 0 0 0 0,1 0 0 0 0,0 0-1 0 0,0 1 1 0 0,-1-2-6 0 0,0-1 8 0 0,-1-1 0 0 0,0 1 0 0 0,0 0 0 0 0,0 0 0 0 0,0 1 1 0 0,0-1-1 0 0,-1 0 0 0 0,0 1 0 0 0,0 0 0 0 0,0-1 0 0 0,0 1 0 0 0,0 0 0 0 0,-1 0 0 0 0,1 1 0 0 0,-1-1 0 0 0,0 1 0 0 0,1 0 0 0 0,-1 0 0 0 0,0 0 1 0 0,-3-1-9 0 0,5 2 2 0 0,-1 0 1 0 0,0-1 0 0 0,1 1-1 0 0,-1 0 1 0 0,1 0 0 0 0,-1 0-1 0 0,0 0 1 0 0,0 1 0 0 0,0-1-1 0 0,0 1 1 0 0,1 0 0 0 0,-1 0-1 0 0,0 0 1 0 0,0 0 0 0 0,0 0-1 0 0,0 1 1 0 0,0-1 0 0 0,1 1-1 0 0,-1 0 1 0 0,0-1 0 0 0,0 1-1 0 0,1 1 1 0 0,-1-1 0 0 0,1 0-1 0 0,-1 1 1 0 0,1-1 0 0 0,-1 1-1 0 0,1 0 1 0 0,0 0 0 0 0,0-1-1 0 0,0 2 1 0 0,0-1 0 0 0,0 0-1 0 0,0 0 1 0 0,-1 3-3 0 0,1 1 5 0 0,1-3 25 0 0,0-1 0 0 0,0 0 0 0 0,0 1 0 0 0,0-1 0 0 0,1 1 0 0 0,-1 0 0 0 0,1-1 0 0 0,-1 1 0 0 0,1-1 0 0 0,0 1 0 0 0,0 0 0 0 0,0-1 0 0 0,0 1 0 0 0,1 0 0 0 0,-1-1-1 0 0,1 1 1 0 0,-1-1 0 0 0,1 1 0 0 0,0-1 0 0 0,0 1 0 0 0,0-1 0 0 0,0 0 0 0 0,1 1 0 0 0,0 0-30 0 0,1 0 48 0 0,0 0 0 0 0,0 0 0 0 0,1 0 0 0 0,-1 0 0 0 0,1-1 0 0 0,0 1 1 0 0,0-1-1 0 0,0 0 0 0 0,0 0 0 0 0,0-1 0 0 0,0 1 0 0 0,0-1 0 0 0,1 0 0 0 0,-1 0 0 0 0,0 0 0 0 0,1-1 0 0 0,-1 1 0 0 0,1-1 0 0 0,-1 0 1 0 0,2 0-49 0 0,-4-27 305 0 0,-4 24-312 0 0,0-1 1 0 0,0 0-1 0 0,-1 1 1 0 0,0 0 0 0 0,1 0-1 0 0,-1-1 1 0 0,0 2-1 0 0,-1-1 1 0 0,1 0-1 0 0,0 1 1 0 0,-1-1-1 0 0,0 1 1 0 0,1 0-1 0 0,-1 0 1 0 0,0 1 6 0 0,3 0-30 0 0,0 1 0 0 0,0 0 0 0 0,0 0 1 0 0,0 0-1 0 0,0 0 0 0 0,0 0 0 0 0,0 1 0 0 0,0-1 1 0 0,0 0-1 0 0,0 0 0 0 0,0 1 0 0 0,0-1 1 0 0,0 0-1 0 0,0 1 0 0 0,0-1 0 0 0,0 1 0 0 0,0 0 1 0 0,1-1-1 0 0,-1 1 0 0 0,0-1 0 0 0,0 1 1 0 0,1 0-1 0 0,-1 0 0 0 0,0-1 0 0 0,1 1 0 0 0,-1 0 1 0 0,1 0-1 0 0,-1 0 0 0 0,1 0 0 0 0,-1 0 1 0 0,1 0-1 0 0,0 0 0 0 0,-1 0 0 0 0,1 0 0 0 0,0 0 1 0 0,0 0-1 0 0,0 0 0 0 0,0 0 0 0 0,0 0 1 0 0,0 0-1 0 0,0 0 0 0 0,0 0 0 0 0,0 0 1 0 0,0 0-1 0 0,0 0 0 0 0,1 0 0 0 0,-1-1 0 0 0,0 1 1 0 0,1 0-1 0 0,-1 0 0 0 0,1 0 0 0 0,0 0 30 0 0,-1 15-1533 0 0,-1-10 246 0 0,1 6-5632 0 0,0-6-3607 0 0</inkml:trace>
  <inkml:trace contextRef="#ctx0" brushRef="#br0" timeOffset="2813.03">5904 3627 0 0 0,'0'0'1192'0'0,"0"0"193"0"0,0 0-232 0 0,0 0-230 0 0,0 0-96 0 0,0 0-58 0 0,0 0-57 0 0,0 0-91 0 0,0 0-133 0 0,-4 7-516 0 0,-56-27 3445 0 0,26 6-300 0 0,-1 7 2701 0 0,40 17-5737 0 0,31 53 52 0 0,-12-19-734 0 0,-14-60 2253 0 0,-9 12-1620 0 0,0 1-1 0 0,0-1 1 0 0,-1 0-1 0 0,0 1 1 0 0,0-1-1 0 0,0 0 1 0 0,0 1-1 0 0,0-1 1 0 0,-1 0-1 0 0,1 1 1 0 0,-1-1-1 0 0,0 1 1 0 0,0-1-1 0 0,0 1 1 0 0,-1-1-1 0 0,1 1 1 0 0,-1 0-1 0 0,0-1 1 0 0,0 1-1 0 0,0 0 1 0 0,-3-2-32 0 0,5 5-3 0 0,-1 0-1 0 0,1 0 1 0 0,-1 0 0 0 0,1 0 0 0 0,-1 0-1 0 0,1 1 1 0 0,-1-1 0 0 0,1 0 0 0 0,-1 0-1 0 0,1 0 1 0 0,-1 1 0 0 0,1-1-1 0 0,-1 0 1 0 0,1 1 0 0 0,0-1 0 0 0,-1 0-1 0 0,1 1 1 0 0,0-1 0 0 0,-1 1 0 0 0,1-1-1 0 0,0 1 1 0 0,-1-1 0 0 0,1 1 0 0 0,0-1-1 0 0,0 1 1 0 0,-1-1 0 0 0,1 1 0 0 0,0-1-1 0 0,0 1 1 0 0,0-1 0 0 0,0 1 0 0 0,0-1-1 0 0,0 1 1 0 0,0-1 0 0 0,0 1 0 0 0,0 0 3 0 0,0-1-1 0 0,0 3 6 0 0,-1 0-1 0 0,1-1 0 0 0,0 1 0 0 0,1 0 0 0 0,-1 0 0 0 0,0 0 1 0 0,1 0-1 0 0,-1 0 0 0 0,1-1 0 0 0,0 1 0 0 0,0 0 0 0 0,0 0 1 0 0,0-1-1 0 0,1 1 0 0 0,-1-1 0 0 0,1 1 0 0 0,0-1 0 0 0,-1 0 1 0 0,1 0-1 0 0,0 0 0 0 0,0 0 0 0 0,0 0 0 0 0,1 0 0 0 0,-1 0 1 0 0,0 0-1 0 0,1-1 0 0 0,1 1-4 0 0,2 2 18 0 0,1-1 0 0 0,-1 0 1 0 0,1 0-1 0 0,-1-1 0 0 0,1 0 0 0 0,0 0 0 0 0,0-1 1 0 0,0 0-1 0 0,0 0 0 0 0,6 0-18 0 0,-12-2 27 0 0,1-1 1 0 0,-1 1-1 0 0,-1 0 0 0 0,1-1 1 0 0,0 1-1 0 0,0-1 0 0 0,0 1 0 0 0,-1-1 1 0 0,1 1-1 0 0,-1-1 0 0 0,1 1 1 0 0,-1-1-1 0 0,0 0 0 0 0,0 1 0 0 0,1-1 1 0 0,-1 0-1 0 0,0 1 0 0 0,0-1 1 0 0,-1 0-1 0 0,1 1 0 0 0,0-1 0 0 0,0 1 1 0 0,-1-1-1 0 0,1 0 0 0 0,-1 1 1 0 0,0-2-28 0 0,0 1-2 0 0,0 0 0 0 0,0 0 0 0 0,0 0 0 0 0,0 0 0 0 0,0 0 0 0 0,-1 0 0 0 0,1 1 0 0 0,-1-1 0 0 0,1 0 0 0 0,-1 1 0 0 0,0-1 0 0 0,1 1 0 0 0,-1-1 0 0 0,0 1 0 0 0,0 0 0 0 0,0 0 0 0 0,0 0 0 0 0,0 0 0 0 0,0 0 0 0 0,-1 0 0 0 0,1 1 0 0 0,0-1 0 0 0,0 1 0 0 0,0-1 0 0 0,-1 1 0 0 0,1 0 0 0 0,0 0 0 0 0,-1 0 0 0 0,1 0 0 0 0,-2 1 2 0 0,3 0-1 0 0,0 0 1 0 0,-1 0 0 0 0,1 0-1 0 0,0 0 1 0 0,0 0 0 0 0,0 1-1 0 0,0-1 1 0 0,0 0 0 0 0,0 1-1 0 0,0-1 1 0 0,0 1 0 0 0,1-1-1 0 0,-1 1 1 0 0,1-1 0 0 0,-1 1-1 0 0,1-1 1 0 0,-1 1-1 0 0,1-1 1 0 0,0 1 0 0 0,0 0-1 0 0,0-1 1 0 0,0 1 0 0 0,0 0-1 0 0,0-1 1 0 0,0 1 0 0 0,0 0-1 0 0,1 0 1 0 0,-1 2 6 0 0,1 0 2 0 0,1 1 0 0 0,-1-1 1 0 0,1 1-1 0 0,0-1 0 0 0,1 0 0 0 0,-1 0 1 0 0,1 0-1 0 0,-1 0 0 0 0,1-1 1 0 0,0 1-1 0 0,1-1 0 0 0,-1 1 1 0 0,1-1-1 0 0,-1 0 0 0 0,1-1 0 0 0,0 1 1 0 0,0 0-1 0 0,0-1 0 0 0,0 0 1 0 0,0 0-1 0 0,1 0 0 0 0,3 0-8 0 0,-8-2 15 0 0,1 1 0 0 0,-1-1 0 0 0,0 0 0 0 0,1 0 0 0 0,-1 0-1 0 0,1 0 1 0 0,-1 0 0 0 0,0 0 0 0 0,1 0 0 0 0,-1 0 0 0 0,0 0 0 0 0,1 0-1 0 0,-1 0 1 0 0,1 0 0 0 0,-1-1 0 0 0,0 1 0 0 0,1 0 0 0 0,-1 0 0 0 0,0 0-1 0 0,1 0 1 0 0,-1-1 0 0 0,0 1 0 0 0,1 0 0 0 0,-1 0 0 0 0,0 0 0 0 0,0-1-1 0 0,1 1 1 0 0,-1 0 0 0 0,0-1 0 0 0,0 1 0 0 0,1 0 0 0 0,-1-1 0 0 0,0 1-1 0 0,0 0 1 0 0,0-1 0 0 0,0 1 0 0 0,1 0 0 0 0,-1-1 0 0 0,0 1 0 0 0,0 0-1 0 0,0-1 1 0 0,0 1 0 0 0,0-1 0 0 0,0 1 0 0 0,0 0 0 0 0,0-1 0 0 0,0 1-1 0 0,0 0 1 0 0,0-1 0 0 0,0 1 0 0 0,-1-1 0 0 0,1 1 0 0 0,0 0-1 0 0,0-1 1 0 0,0 1 0 0 0,0 0 0 0 0,-1-1 0 0 0,1 1 0 0 0,0 0-15 0 0,0-6-74 0 0,-1 3 21 0 0,0 0-1 0 0,0 1 0 0 0,0-1 1 0 0,0 0-1 0 0,0 1 1 0 0,0-1-1 0 0,-1 1 1 0 0,1 0-1 0 0,-1 0 0 0 0,0-1 1 0 0,0 1-1 0 0,1 0 1 0 0,-1 0-1 0 0,-1 0 1 0 0,1 1-1 0 0,0-1 0 0 0,0 1 1 0 0,-1-1-1 0 0,1 1 1 0 0,0-1-1 0 0,-1 1 1 0 0,0 0-1 0 0,1 0 0 0 0,-1 1 1 0 0,0-1-1 0 0,1 0 1 0 0,-1 1-1 0 0,0 0 0 0 0,-1-1 54 0 0,-13 3-1856 0 0,7 3-3606 0 0,2-2-4834 0 0</inkml:trace>
  <inkml:trace contextRef="#ctx0" brushRef="#br0" timeOffset="4856.03">5926 5396 0 0 0,'0'0'788'0'0,"0"0"799"0"0,0 0 132 0 0,0 0-42 0 0,0 0-58 0 0,0 0 2 0 0,0 0 1 0 0,0 0-55 0 0,0 0-111 0 0,0 0-163 0 0,0 0-207 0 0,-5-10-167 0 0,-15-30-184 0 0,21 40-711 0 0,-1 0-1 0 0,0 0 0 0 0,1 0 1 0 0,-1 0-1 0 0,0 0 1 0 0,1 0-1 0 0,-1 0 1 0 0,0 0-1 0 0,1 0 1 0 0,-1 0-1 0 0,1 0 0 0 0,-1 0 1 0 0,0 0-1 0 0,1 0 1 0 0,-1 0-1 0 0,0-1 1 0 0,1 1-1 0 0,-1 0 1 0 0,0 0-1 0 0,1 0 1 0 0,-1-1-1 0 0,0 1 0 0 0,1 0 1 0 0,-1 0-1 0 0,0-1 1 0 0,0 1-1 0 0,1 0 1 0 0,-1 0-1 0 0,0-1 1 0 0,0 1-1 0 0,0 0 0 0 0,1-1 1 0 0,-1 1-1 0 0,0 0 1 0 0,0-1-1 0 0,0 1 1 0 0,0-1-1 0 0,0 1 1 0 0,0 0-1 0 0,0-1 1 0 0,0 1-1 0 0,0 0 0 0 0,0-1 1 0 0,0 1-1 0 0,0 0 1 0 0,0-1-1 0 0,0 1 1 0 0,0-1-1 0 0,0 1 1 0 0,0 0-1 0 0,0-1 0 0 0,0 1 1 0 0,-1 0-1 0 0,1-1 1 0 0,0 1-1 0 0,0 0 1 0 0,0-1-1 0 0,-1 1 1 0 0,1 0-1 0 0,0 0 0 0 0,0-1 1 0 0,-1 1-1 0 0,1 0 1 0 0,0 0-24 0 0,2 0 103 0 0,24 0-529 0 0,-26 0 244 0 0,0 0-80 0 0,-26 5-317 0 0,-52-5 3646 0 0,81 12-2467 0 0,3-4-530 0 0,-1 1 1 0 0,2-1-1 0 0,-1-1 0 0 0,1 1 0 0 0,0-1 0 0 0,1-1 0 0 0,-1 1 0 0 0,2-1 1 0 0,-1 0-1 0 0,0-1-70 0 0,-3-2-7 0 0,0 0 1 0 0,-1 0-1 0 0,1-1 1 0 0,0 0 0 0 0,0 0-1 0 0,1 0 1 0 0,-1 0-1 0 0,0-1 1 0 0,1 0-1 0 0,-1 0 1 0 0,1 0-1 0 0,2-1 7 0 0,-7-1 12 0 0,0 0-1 0 0,0 0 0 0 0,0 0 0 0 0,-1-1 0 0 0,1 1 0 0 0,0 0 0 0 0,-1 0 1 0 0,1-1-1 0 0,-1 1 0 0 0,0 0 0 0 0,1-1 0 0 0,-1 1 0 0 0,0-1 1 0 0,0 1-1 0 0,0 0 0 0 0,0-1 0 0 0,0 1 0 0 0,0-1 0 0 0,0 1 1 0 0,0 0-1 0 0,0-1 0 0 0,-1 1 0 0 0,1-1-11 0 0,-1-2 10 0 0,-1-5 48 0 0,0 1 0 0 0,-1-1 1 0 0,-1 1-1 0 0,1 0 0 0 0,-1 0 0 0 0,0 0 0 0 0,-1 0 1 0 0,0 1-1 0 0,0 0 0 0 0,-1 0 0 0 0,0 0 0 0 0,0 1 0 0 0,-1 0 1 0 0,1 0-1 0 0,-1 0 0 0 0,-2 0-58 0 0,8 5 5 0 0,1 0-1 0 0,-1 1 1 0 0,1-1 0 0 0,-1 1 0 0 0,1-1-1 0 0,-1 1 1 0 0,1 0 0 0 0,-1-1-1 0 0,1 1 1 0 0,-1 0 0 0 0,0-1-1 0 0,1 1 1 0 0,-1 0 0 0 0,0-1 0 0 0,1 1-1 0 0,-1 0 1 0 0,0 0 0 0 0,1 0-1 0 0,-1 0 1 0 0,0 0 0 0 0,1 0-1 0 0,-1 0 1 0 0,0 0 0 0 0,1 0 0 0 0,-1 0-1 0 0,0 0 1 0 0,1 0 0 0 0,-1 0-1 0 0,0 1 1 0 0,1-1 0 0 0,-1 0 0 0 0,0 0-1 0 0,1 1 1 0 0,-1-1 0 0 0,0 1-1 0 0,1-1 1 0 0,-1 0 0 0 0,1 1-1 0 0,-1-1 1 0 0,1 1 0 0 0,-1-1 0 0 0,1 1-1 0 0,0-1 1 0 0,-1 1 0 0 0,1 0-1 0 0,-1-1 1 0 0,1 1 0 0 0,0 0 0 0 0,0-1-1 0 0,-1 1 1 0 0,1-1 0 0 0,0 1-1 0 0,0 0-4 0 0,-3 7 10 0 0,1-1-1 0 0,0 0 1 0 0,1 1-1 0 0,0-1 1 0 0,0 1-1 0 0,0 0 1 0 0,1-1-1 0 0,0 1 1 0 0,1 3-10 0 0,0-7-4 0 0,-1 0 0 0 0,1 0 0 0 0,0-1 1 0 0,0 1-1 0 0,1 0 0 0 0,-1-1 0 0 0,1 1 0 0 0,-1-1 1 0 0,1 1-1 0 0,0-1 0 0 0,1 0 0 0 0,-1 0 0 0 0,0 0 1 0 0,1 0-1 0 0,0 0 0 0 0,0 0 0 0 0,0-1 0 0 0,0 1 1 0 0,0-1-1 0 0,2 2 4 0 0,-3-4 11 0 0,0 1 0 0 0,0 0 0 0 0,-1 0 0 0 0,1-1 0 0 0,0 1 0 0 0,0-1 1 0 0,0 0-1 0 0,0 1 0 0 0,-1-1 0 0 0,1 0 0 0 0,0 0 0 0 0,0 0 0 0 0,0 0 0 0 0,0-1 1 0 0,0 1-1 0 0,0 0 0 0 0,-1-1 0 0 0,1 1 0 0 0,0-1 0 0 0,0 0 0 0 0,-1 0 0 0 0,1 1 1 0 0,0-1-1 0 0,-1 0 0 0 0,1 0 0 0 0,-1-1 0 0 0,1 1 0 0 0,-1 0 0 0 0,1 0 0 0 0,-1-1 1 0 0,0 1-1 0 0,0-1 0 0 0,0 1 0 0 0,0-1 0 0 0,0 0 0 0 0,0 1 0 0 0,0-1 0 0 0,0 0 0 0 0,-1 1 1 0 0,1-1-1 0 0,-1 0 0 0 0,1 0 0 0 0,-1 0 0 0 0,0 0 0 0 0,1 0 0 0 0,-1 1 0 0 0,0-2-11 0 0,0 2 6 0 0,0-4 4 0 0,1 1 0 0 0,-1-1-1 0 0,0 1 1 0 0,0-1-1 0 0,0 0 1 0 0,-1 1 0 0 0,0-1-1 0 0,0 1 1 0 0,0-1 0 0 0,0 1-1 0 0,-1-1 1 0 0,-1-2-10 0 0,0 1 3 0 0,0 1 1 0 0,0-1-1 0 0,-1 0 1 0 0,0 1-1 0 0,0 0 0 0 0,0 0 1 0 0,-1 0-1 0 0,1 1 1 0 0,-1-1-1 0 0,0 1 1 0 0,-1 0-1 0 0,1 1 0 0 0,-1-1 1 0 0,-1 0-4 0 0,6 4-3 0 0,0-1-1 0 0,0 1 1 0 0,0-1 0 0 0,0 1-1 0 0,0 0 1 0 0,0 0 0 0 0,0 0-1 0 0,0 0 1 0 0,0-1 0 0 0,0 1-1 0 0,0 0 1 0 0,0 1 0 0 0,0-1-1 0 0,0 0 1 0 0,0 0 0 0 0,0 0-1 0 0,0 1 1 0 0,0-1 0 0 0,0 0-1 0 0,0 1 1 0 0,0-1 0 0 0,0 1-1 0 0,0-1 1 0 0,0 1 0 0 0,0-1-1 0 0,1 1 1 0 0,-1 0 0 0 0,0-1 0 0 0,0 1-1 0 0,1 0 1 0 0,-1 0 0 0 0,0 0-1 0 0,1-1 1 0 0,-1 1 0 0 0,1 0-1 0 0,-1 0 1 0 0,1 0 0 0 0,0 0-1 0 0,-1 0 1 0 0,1 0 0 0 0,0 1 3 0 0,-5 46 18 0 0,6-40-19 0 0,2 26 297 0 0,0 0-3658 0 0,-5-34-4762 0 0,-1 0-2290 0 0</inkml:trace>
  <inkml:trace contextRef="#ctx0" brushRef="#br0" timeOffset="7671.57">6020 6949 0 0 0,'0'0'352'0'0,"0"0"1072"0"0,0 0 314 0 0,0 0-75 0 0,0 0-149 0 0,0 0-90 0 0,-16-9-126 0 0,-46-26-17 0 0,33 17 3752 0 0,39 25-1393 0 0,6 4-4104 0 0,-2 2 357 0 0,68 50-1627 0 0,-81-62 1743 0 0,-1-1 0 0 0,0 0-1 0 0,0 1 1 0 0,1-1-1 0 0,-1 0 1 0 0,0 0 0 0 0,0 1-1 0 0,1-1 1 0 0,-1 0 0 0 0,0 0-1 0 0,1 1 1 0 0,-1-1 0 0 0,0 0-1 0 0,1 0 1 0 0,-1 0-1 0 0,0 0 1 0 0,1 0 0 0 0,-1 1-1 0 0,0-1 1 0 0,1 0 0 0 0,-1 0-1 0 0,1 0 1 0 0,-1 0 0 0 0,0 0-1 0 0,1 0 1 0 0,-1 0-1 0 0,0 0 1 0 0,1-1 0 0 0,-1 1-1 0 0,1 0 1 0 0,-1 0 0 0 0,0 0-1 0 0,1 0 1 0 0,-1 0 0 0 0,0-1-1 0 0,1 1 1 0 0,-1 0-1 0 0,0 0 1 0 0,0 0 0 0 0,1-1-1 0 0,-1 1 1 0 0,0 0 0 0 0,1 0-1 0 0,-1-1 1 0 0,0 1 0 0 0,0 0-1 0 0,0-1 1 0 0,1 1 0 0 0,-1 0-1 0 0,0-1 1 0 0,0 1-1 0 0,0 0 1 0 0,0-1 0 0 0,0 1-1 0 0,0-1 1 0 0,0 1 0 0 0,0 0-1 0 0,0-1 1 0 0,0 1 0 0 0,0 0-1 0 0,0-1 1 0 0,0 1-1 0 0,0-1 1 0 0,0 1 0 0 0,0 0-1 0 0,0-1 1 0 0,0 1-9 0 0,-10-25 487 0 0,8 21-425 0 0,-2-4 223 0 0,-1-1 1 0 0,-1 1-1 0 0,1 1 1 0 0,-1-1-1 0 0,-1 1 1 0 0,1 0-1 0 0,-1 0 1 0 0,-5-3-286 0 0,11 10 8 0 0,0-1 1 0 0,1 1-1 0 0,-1-1 0 0 0,0 1 1 0 0,1 0-1 0 0,-1-1 1 0 0,0 1-1 0 0,1 0 1 0 0,-1 0-1 0 0,0 0 0 0 0,0-1 1 0 0,0 1-1 0 0,1 0 1 0 0,-1 0-1 0 0,0 0 1 0 0,0 0-1 0 0,1 0 0 0 0,-1 0 1 0 0,0 1-1 0 0,0-1 1 0 0,1 0-1 0 0,-1 0 1 0 0,0 0-1 0 0,0 1 0 0 0,1-1 1 0 0,-1 0-1 0 0,0 1 1 0 0,1-1-1 0 0,-1 1 1 0 0,0-1-1 0 0,1 1 0 0 0,-1-1 1 0 0,1 1-1 0 0,-1-1 1 0 0,0 1-1 0 0,1-1 1 0 0,0 1-1 0 0,-1 0 0 0 0,1-1 1 0 0,-1 1-1 0 0,1 0 1 0 0,0-1-1 0 0,-1 1 1 0 0,1 0-1 0 0,0 0 0 0 0,0-1 1 0 0,0 1-1 0 0,0 0 1 0 0,-1 0-1 0 0,1 0 1 0 0,0-1-1 0 0,0 1 0 0 0,1 0-8 0 0,-4 81 127 0 0,2-82-112 0 0,1 0 0 0 0,0 1 0 0 0,0-1-1 0 0,0 1 1 0 0,-1-1 0 0 0,1 1 0 0 0,0-1 0 0 0,0 0 0 0 0,0 1-1 0 0,0-1 1 0 0,0 1 0 0 0,0-1 0 0 0,0 1 0 0 0,0-1 0 0 0,0 1-1 0 0,0-1 1 0 0,0 1 0 0 0,0-1 0 0 0,0 0 0 0 0,0 1 0 0 0,1-1-1 0 0,-1 1 1 0 0,0-1 0 0 0,0 0 0 0 0,0 1 0 0 0,1-1 0 0 0,-1 1-1 0 0,0-1 1 0 0,1 0 0 0 0,-1 1 0 0 0,0-1 0 0 0,1 0 0 0 0,-1 1-1 0 0,0-1 1 0 0,1 0 0 0 0,-1 0 0 0 0,0 0 0 0 0,1 1 0 0 0,-1-1-1 0 0,1 0 1 0 0,-1 0 0 0 0,1 0 0 0 0,-1 0 0 0 0,0 1 0 0 0,1-1-1 0 0,-1 0 1 0 0,1 0 0 0 0,-1 0 0 0 0,1 0 0 0 0,-1 0 0 0 0,1 0-1 0 0,-1 0 1 0 0,0-1 0 0 0,1 1 0 0 0,-1 0 0 0 0,1 0 0 0 0,-1 0-1 0 0,1 0 1 0 0,-1 0 0 0 0,0-1 0 0 0,1 1 0 0 0,-1 0 0 0 0,1 0-1 0 0,-1-1 1 0 0,0 1 0 0 0,1-1-15 0 0,0-1 7 0 0,0-1-1 0 0,0 0 1 0 0,-1 0 0 0 0,1 0 0 0 0,-1 0-1 0 0,1 0 1 0 0,-1 0 0 0 0,0-1 0 0 0,0 1-1 0 0,0 0 1 0 0,-1 0 0 0 0,1 0 0 0 0,-1 0-1 0 0,0 0 1 0 0,1 0 0 0 0,-1 0-1 0 0,-1 1 1 0 0,1-1 0 0 0,0 0 0 0 0,-1 0-1 0 0,1 1 1 0 0,-1-1 0 0 0,0 1 0 0 0,0-1-1 0 0,0 1 1 0 0,0 0 0 0 0,0 0-1 0 0,-1 0 1 0 0,1 0 0 0 0,0 0 0 0 0,-1 0-1 0 0,0 1 1 0 0,1-1 0 0 0,-1 1 0 0 0,0 0-1 0 0,0 0 1 0 0,0 0 0 0 0,0 0-1 0 0,0 0 1 0 0,0 0 0 0 0,0 1 0 0 0,0 0-1 0 0,0-1 1 0 0,-3 2-7 0 0,4 0-2 0 0,0 1-1 0 0,0 0 1 0 0,-1 0-1 0 0,1 0 1 0 0,1 0-1 0 0,-1 1 1 0 0,0-1 0 0 0,0 0-1 0 0,1 1 1 0 0,0-1-1 0 0,-1 1 1 0 0,1 0-1 0 0,0-1 1 0 0,0 1 0 0 0,0 0-1 0 0,1 0 1 0 0,-1-1-1 0 0,1 1 1 0 0,-1 0-1 0 0,1 0 1 0 0,0 0 0 0 0,0 0-1 0 0,1 3 3 0 0,-1-2 10 0 0,-1-1-4 0 0,1-1 1 0 0,0 1-1 0 0,-1-1 1 0 0,1 1-1 0 0,1-1 1 0 0,-1 1-1 0 0,0-1 1 0 0,0 1-1 0 0,1-1 1 0 0,0 0-1 0 0,-1 1 1 0 0,1-1-1 0 0,0 0 0 0 0,0 1 1 0 0,0-1-1 0 0,0 0 1 0 0,1 0-1 0 0,-1 0 1 0 0,1 0-1 0 0,-1 0 1 0 0,1 0-1 0 0,0 0 1 0 0,1 1-7 0 0,-2-2 31 0 0,1 0 0 0 0,-1-1 1 0 0,1 1-1 0 0,-1 0 0 0 0,1-1 1 0 0,0 1-1 0 0,-1-1 0 0 0,1 1 1 0 0,0-1-1 0 0,-1 0 0 0 0,1 1 1 0 0,0-1-1 0 0,0 0 0 0 0,-1 0 1 0 0,1 0-1 0 0,0-1 0 0 0,-1 1 1 0 0,1 0-1 0 0,0-1 0 0 0,-1 1 1 0 0,1-1-1 0 0,0 1 0 0 0,-1-1 1 0 0,1 0-1 0 0,-1 0 0 0 0,1 0 1 0 0,-1 0-1 0 0,1 0 0 0 0,-1 0 0 0 0,0 0 1 0 0,0 0-1 0 0,1 0 0 0 0,-1-1 1 0 0,0 1-1 0 0,0 0 0 0 0,0-1 1 0 0,0 1-1 0 0,0-1 0 0 0,-1 1 1 0 0,1-1-1 0 0,0 0-31 0 0,1-3 28 0 0,-1-1-1 0 0,1 1 1 0 0,-1-1-1 0 0,0 1 1 0 0,-1-1-1 0 0,1 0 1 0 0,-1 1-1 0 0,0-1 1 0 0,0 0-1 0 0,-1 1 1 0 0,0-2-28 0 0,0 3 1 0 0,0 1 0 0 0,0-1 0 0 0,-1 1 0 0 0,1-1 0 0 0,-1 1 1 0 0,0 0-1 0 0,0 0 0 0 0,0 0 0 0 0,-1 0 0 0 0,1 0 0 0 0,-1 0 0 0 0,0 0 0 0 0,-2-1-1 0 0,5 3-1 0 0,-1 1-1 0 0,1-1 1 0 0,0 1-1 0 0,0 0 1 0 0,-1-1-1 0 0,1 1 1 0 0,0 0-1 0 0,-1-1 1 0 0,1 1-1 0 0,-1 0 1 0 0,1 0-1 0 0,0-1 1 0 0,-1 1-1 0 0,1 0 1 0 0,-1 0-1 0 0,1 0 1 0 0,-1-1-1 0 0,1 1 1 0 0,-1 0-1 0 0,1 0 1 0 0,0 0-1 0 0,-1 0 1 0 0,1 0-1 0 0,-1 0 1 0 0,1 0-1 0 0,-1 0 1 0 0,1 0-1 0 0,-1 0 1 0 0,1 0-1 0 0,-1 0 0 0 0,1 1 1 0 0,-1-1-1 0 0,1 0 1 0 0,0 0-1 0 0,-1 0 1 0 0,1 1-1 0 0,-1-1 1 0 0,1 0-1 0 0,0 0 1 0 0,-1 1-1 0 0,1-1 1 0 0,-1 0-1 0 0,1 1 1 0 0,0-1-1 0 0,0 1 1 0 0,-1-1-1 0 0,1 0 1 0 0,0 1-1 0 0,0-1 1 0 0,-1 1-1 0 0,1-1 1 0 0,0 0-1 0 0,0 1 1 0 0,0-1-1 0 0,0 1 1 0 0,0-1-1 0 0,0 1 1 0 0,-1-1-1 0 0,1 1 1 0 0,0-1-1 0 0,0 1 1 0 0,1-1 0 0 0,-2 32-105 0 0,19 17-28 0 0,-8-29-1827 0 0,-2 2-4267 0 0,-7-16-4154 0 0</inkml:trace>
  <inkml:trace contextRef="#ctx0" brushRef="#br0" timeOffset="-2131.26">5753 611 0 0 0,'0'0'629'0'0,"0"0"18"0"0,0 0-127 0 0,0 0-28 0 0,0-3-31 0 0,7-40 5556 0 0,7 24-2524 0 0,-14 19-3201 0 0,0-7 3224 0 0,0 4-940 0 0,0 3-2472 0 0,3-1 1733 0 0,-10-7-1619 0 0,7 7-206 0 0,0 1 14 0 0,0 0 13 0 0,0 0-22 0 0,0 0-23 0 0,0 0-9 0 0,0 0 19 0 0,0 0-13 0 0,0 0-3 0 0,0 0-7 0 0,0 0 7 0 0,0 0-5 0 0,0 0-15 0 0,-9-1-142 0 0,-34-12 392 0 0,38 13-186 0 0,5 0-6 0 0,0 0-39 0 0,0 0 10 0 0,0 0-13 0 0,0 0-10 0 0,0 0 28 0 0,0 2 14 0 0,0 0-1 0 0,0 0 1 0 0,0 0-1 0 0,1 0 0 0 0,-1 1 1 0 0,1-1-1 0 0,0 0 1 0 0,-1 0-1 0 0,1 0 1 0 0,0 0-1 0 0,0-1 0 0 0,0 1 1 0 0,0 0-1 0 0,1 0 1 0 0,-1 0-1 0 0,0-1 0 0 0,1 1 1 0 0,-1-1-1 0 0,1 1 1 0 0,0-1-1 0 0,-1 0 0 0 0,1 1 1 0 0,0-1-1 0 0,1 1-15 0 0,0 0-5 0 0,5 3-16 0 0,1 1 1 0 0,0-1 0 0 0,0 0-1 0 0,0-1 1 0 0,0 0 0 0 0,1-1-1 0 0,0 0 1 0 0,0 0 0 0 0,0-1 20 0 0,-10-2 7 0 0,1 1-1 0 0,-1-1 1 0 0,0 0 0 0 0,0 0 0 0 0,1 0-1 0 0,-1 0 1 0 0,0 0 0 0 0,1 1 0 0 0,-1-1-1 0 0,1 0 1 0 0,-1 0 0 0 0,0 0 0 0 0,1 0-1 0 0,-1 0 1 0 0,0 0 0 0 0,1 0 0 0 0,-1 0-1 0 0,0 0 1 0 0,1 0 0 0 0,-1 0 0 0 0,0-1-1 0 0,1 1 1 0 0,-1 0 0 0 0,0 0 0 0 0,1 0-1 0 0,-1 0 1 0 0,0 0 0 0 0,1-1 0 0 0,-1 1-1 0 0,0 0 1 0 0,1 0 0 0 0,-1-1 0 0 0,0 1 0 0 0,0 0-1 0 0,0 0 1 0 0,1-1 0 0 0,-1 1 0 0 0,0 0-1 0 0,0-1 1 0 0,0 1 0 0 0,1 0 0 0 0,-1-1-1 0 0,0 1 1 0 0,0 0 0 0 0,0-1 0 0 0,0 1-1 0 0,0 0 1 0 0,0-1 0 0 0,0 1 0 0 0,0 0-1 0 0,0-1 1 0 0,0 1 0 0 0,0-1 0 0 0,0 1-1 0 0,0 0 1 0 0,0-1 0 0 0,0 1 0 0 0,0 0-1 0 0,-1-1 1 0 0,1 1 0 0 0,0 0 0 0 0,0-1-7 0 0,-13-20-11 0 0,7 14 27 0 0,-1 0 0 0 0,0 0-1 0 0,0 1 1 0 0,0 0 0 0 0,-1 0 0 0 0,0 1 0 0 0,0 0 0 0 0,-1 1 0 0 0,-5-3-16 0 0,13 8-1 0 0,1-1 0 0 0,-1 0 0 0 0,0 1 0 0 0,1-1 0 0 0,-1 0 0 0 0,1 1 0 0 0,-1-1 0 0 0,0 1 0 0 0,1-1 0 0 0,-1 1 0 0 0,1-1 0 0 0,-1 1 0 0 0,1-1 0 0 0,-1 1 0 0 0,1 0 0 0 0,0-1 0 0 0,-1 1 0 0 0,1-1 0 0 0,0 1 0 0 0,-1 0 0 0 0,1 0 0 0 0,0-1 0 0 0,0 1 0 0 0,0 0 0 0 0,-1-1 0 0 0,1 1 0 0 0,0 0 0 0 0,0 0 0 0 0,0-1 0 0 0,0 1 0 0 0,0 0 0 0 0,1 0 0 0 0,-1-1 0 0 0,0 1 0 0 0,0 0 0 0 0,0-1 0 0 0,1 1 0 0 0,-1 0 0 0 0,0 0 0 0 0,1-1 0 0 0,-1 1 1 0 0,0 4 26 0 0,9 45-35 0 0,-8-48 18 0 0,1-1 0 0 0,-1 1 0 0 0,1 0 0 0 0,0-1 1 0 0,-1 0-1 0 0,1 1 0 0 0,0-1 0 0 0,0 0 1 0 0,0 0-1 0 0,0 0 0 0 0,0 0 0 0 0,0-1 0 0 0,1 1 1 0 0,-1 0-1 0 0,0-1 0 0 0,0 0 0 0 0,0 1 1 0 0,1-1-1 0 0,-1 0 0 0 0,0 0 0 0 0,0 0 0 0 0,1 0 1 0 0,0-1-10 0 0,-2 1 5 0 0,0 0 1 0 0,0-1 0 0 0,0 1-1 0 0,0 0 1 0 0,-1-1 0 0 0,1 1-1 0 0,0-1 1 0 0,0 1 0 0 0,-1-1-1 0 0,1 1 1 0 0,0-1 0 0 0,-1 1-1 0 0,1-1 1 0 0,0 0 0 0 0,-1 1-1 0 0,1-1 1 0 0,-1 0 0 0 0,1 0-1 0 0,-1 1 1 0 0,0-1 0 0 0,1 0-1 0 0,-1 0 1 0 0,0 0 0 0 0,1 1-1 0 0,-1-1 1 0 0,0 0 0 0 0,0 0 0 0 0,0 0-1 0 0,0 0 1 0 0,0 0 0 0 0,0 0-1 0 0,0 1 1 0 0,0-1 0 0 0,0 0-1 0 0,0 0 1 0 0,0 0 0 0 0,0 0-1 0 0,-1 0 1 0 0,1 1 0 0 0,0-1-1 0 0,-1 0 1 0 0,1 0 0 0 0,-1 0-1 0 0,1 1 1 0 0,-1-1 0 0 0,1 0-1 0 0,-1 1 1 0 0,1-1 0 0 0,-1 0-1 0 0,0 1 1 0 0,1-1 0 0 0,-1 1-1 0 0,0-1 1 0 0,0 1 0 0 0,1-1-1 0 0,-1 1 1 0 0,0-1 0 0 0,0 1-1 0 0,0 0-5 0 0,-4-4 0 0 0,0 0-1 0 0,0 0 1 0 0,0 1 0 0 0,-1 0-1 0 0,1 0 1 0 0,-1 0-1 0 0,0 1 1 0 0,1 0-1 0 0,-1 0 1 0 0,0 0-1 0 0,-1 1 1 0 0,1 0 0 0 0,0 0-1 0 0,0 1 1 0 0,-1-1 0 0 0,5 2-1 0 0,0 0 0 0 0,-1 0 1 0 0,1 0-1 0 0,0 1 0 0 0,0-1 1 0 0,-1 0-1 0 0,1 1 0 0 0,1 0 1 0 0,-1-1-1 0 0,0 1 0 0 0,0 0 1 0 0,0 0-1 0 0,1 0 0 0 0,-1 0 1 0 0,1 0-1 0 0,0 1 0 0 0,0-1 1 0 0,0 0-1 0 0,0 0 0 0 0,0 1 1 0 0,0-1-1 0 0,0 1 0 0 0,0 2 1 0 0,0-3-10 0 0,1 0 15 0 0,-1-1-1 0 0,1 1 1 0 0,-1-1-1 0 0,1 1 1 0 0,0 0 0 0 0,0-1-1 0 0,0 1 1 0 0,-1 0-1 0 0,2-1 1 0 0,-1 1-1 0 0,0 0 1 0 0,0-1-1 0 0,0 1 1 0 0,1 0-1 0 0,-1-1 1 0 0,1 1-1 0 0,-1-1 1 0 0,1 1-1 0 0,0 0 1 0 0,0-1-1 0 0,-1 0 1 0 0,1 1-1 0 0,0-1 1 0 0,0 1-1 0 0,0-1 1 0 0,1 0 0 0 0,-1 0-1 0 0,0 0 1 0 0,0 0-1 0 0,1 0 1 0 0,-1 0-1 0 0,1 0 1 0 0,-1 0-1 0 0,1 0 1 0 0,-1-1-1 0 0,1 1 1 0 0,0 0-5 0 0,64 12 66 0 0,-63-13-55 0 0,-1 1 0 0 0,0-1 1 0 0,0 0-1 0 0,1 0 0 0 0,-1 0 0 0 0,0-1 1 0 0,0 1-1 0 0,1-1 0 0 0,-1 1 1 0 0,0-1-1 0 0,0 1 0 0 0,0-1 0 0 0,0 0 1 0 0,0 0-1 0 0,0 0 0 0 0,0 0 1 0 0,0-1-1 0 0,0 1 0 0 0,0 0 0 0 0,0-1 1 0 0,-1 1-1 0 0,1-1 0 0 0,-1 0 0 0 0,1 0 1 0 0,-1 1-1 0 0,0-1 0 0 0,0 0 1 0 0,1 0-1 0 0,-1 0 0 0 0,-1 0 0 0 0,1 0 1 0 0,0-1-1 0 0,0 1 0 0 0,-1 0 1 0 0,1-2-12 0 0,-1 1 22 0 0,0 0-2 0 0,0 0 0 0 0,1-1 0 0 0,-1 1 0 0 0,-1 0 0 0 0,1 0 0 0 0,0 0 0 0 0,-1 0 0 0 0,0-1 0 0 0,0 1 0 0 0,0 0 0 0 0,0 0 0 0 0,0 0 0 0 0,0 0 0 0 0,-1 1 0 0 0,1-1 0 0 0,-1 0 0 0 0,-1 0-20 0 0,0-1 12 0 0,-1 0 1 0 0,1 0-1 0 0,-1 1 0 0 0,-1-1 0 0 0,1 1 0 0 0,0 0 1 0 0,-1 0-1 0 0,1 1 0 0 0,-1 0 0 0 0,0-1 0 0 0,0 1 1 0 0,0 1-1 0 0,0-1 0 0 0,0 1 0 0 0,0 0 0 0 0,-1 0 1 0 0,1 0-1 0 0,0 1 0 0 0,0 0 0 0 0,-4 0-12 0 0,7 2 7 0 0,-1-1-1 0 0,1 1 1 0 0,0 0-1 0 0,0 0 0 0 0,0 0 1 0 0,0 0-1 0 0,0 0 1 0 0,1 0-1 0 0,-1 0 0 0 0,1 1 1 0 0,-1-1-1 0 0,1 1 1 0 0,0-1-1 0 0,0 1 0 0 0,0 0 1 0 0,0-1-1 0 0,0 1 1 0 0,1 0-1 0 0,-1-1 0 0 0,1 1 1 0 0,0 0-1 0 0,-1 0 1 0 0,2 0-1 0 0,-1-1 0 0 0,0 1 1 0 0,0 0-1 0 0,1 0 1 0 0,-1 0-1 0 0,1-1 0 0 0,0 1-6 0 0,2 1 23 0 0,-1 1-1 0 0,1-1 0 0 0,0 0 1 0 0,1-1-1 0 0,-1 1 0 0 0,1 0 1 0 0,0-1-1 0 0,-1 0 0 0 0,1 0 1 0 0,1 0-1 0 0,-1 0 0 0 0,0-1 1 0 0,1 0-1 0 0,-1 0 0 0 0,1 0 1 0 0,2 1-23 0 0,6 1 38 0 0,0 0 0 0 0,1 0 0 0 0,-1-2 0 0 0,1 1 1 0 0,0-2-1 0 0,0 0 0 0 0,0 0 0 0 0,5-2-38 0 0,-19 1 10 0 0,1 0 0 0 0,0 0 0 0 0,0 0 0 0 0,0 0 0 0 0,0 0 0 0 0,0 0 0 0 0,0-1 1 0 0,0 1-1 0 0,0 0 0 0 0,-1 0 0 0 0,1-1 0 0 0,0 1 0 0 0,0-1 0 0 0,0 1 0 0 0,0-1 0 0 0,-1 1 0 0 0,1-1 0 0 0,0 1 0 0 0,-1-1 0 0 0,1 0 0 0 0,0 1 0 0 0,-1-1 0 0 0,1 0 0 0 0,-1 0 0 0 0,1 1 0 0 0,-1-1 0 0 0,1 0 0 0 0,-1 0 0 0 0,0 0 0 0 0,1 0 1 0 0,-1 0-1 0 0,0 1 0 0 0,0-1 0 0 0,0 0 0 0 0,0 0 0 0 0,0 0 0 0 0,0 0 0 0 0,0 0 0 0 0,0 0 0 0 0,0 0 0 0 0,0 0 0 0 0,0 0 0 0 0,0 0 0 0 0,-1 0-10 0 0,-16-39 97 0 0,9 30-87 0 0,-1 0 1 0 0,-1 1-1 0 0,1 1 0 0 0,-2-1 0 0 0,1 1 1 0 0,-1 1-1 0 0,-11-6-10 0 0,21 12-1 0 0,0 0 0 0 0,1 1 0 0 0,-1-1 1 0 0,0 1-1 0 0,0-1 0 0 0,0 0 0 0 0,0 1 0 0 0,0 0 0 0 0,0-1 0 0 0,0 1 1 0 0,0 0-1 0 0,0-1 0 0 0,0 1 0 0 0,0 0 0 0 0,0 0 0 0 0,0 0 0 0 0,-1 0 1 0 0,1 0-1 0 0,0 0 0 0 0,0 0 0 0 0,0 0 0 0 0,0 1 0 0 0,0-1 0 0 0,0 0 1 0 0,0 1-1 0 0,0-1 0 0 0,0 0 0 0 0,0 1 0 0 0,0-1 0 0 0,0 1 0 0 0,0 0 1 0 0,1-1-1 0 0,-1 1 0 0 0,0 0 0 0 0,0-1 0 0 0,0 1 0 0 0,1 0 0 0 0,-1 0 1 0 0,0 0 0 0 0,0 3 18 0 0,1 0 1 0 0,-1 0 0 0 0,1 0 0 0 0,0 0 0 0 0,0 0 0 0 0,0 0 0 0 0,1 0 0 0 0,-1 0 0 0 0,1 0-1 0 0,0 0 1 0 0,0 0 0 0 0,1 0 0 0 0,-1-1 0 0 0,1 1 0 0 0,0 0 0 0 0,-1-1 0 0 0,2 1-1 0 0,-1-1 1 0 0,0 0-19 0 0,64 56 222 0 0,-56-58-254 0 0,-9-1-3169 0 0,-1-1-3386 0 0,-1 1-3375 0 0</inkml:trace>
  <inkml:trace contextRef="#ctx0" brushRef="#br1" timeOffset="35084.43">136 629 0 0 0,'-27'-7'160'0'0,"27"7"614"0"0,0 0 23 0 0,0 0-163 0 0,0 0-145 0 0,0 0-182 0 0,-2 0-1781 0 0,-4 3 15969 0 0,6-3-14147 0 0,0 0-1 0 0,0 0 5 0 0,0 0 9 0 0,0 0 13 0 0,0 0-6 0 0,0 0-37 0 0,0 0-42 0 0,0 0-66 0 0,17 0 241 0 0,142-6 2382 0 0,19-4-1570 0 0,238 9-205 0 0,-126 9-768 0 0,42-4-222 0 0,113 1-84 0 0,-272-6 22 0 0,207 1 6 0 0,-28-31 114 0 0,-8 37-160 0 0,-153-3 49 0 0,54-9 20 0 0,-34 3-11 0 0,-146 0 52 0 0,0-3 0 0 0,0-3 0 0 0,47-13-89 0 0,60 5-1 0 0,-114 14 18 0 0,114-3-1 0 0,73 12-16 0 0,-137-6 10 0 0,-70-1-4 0 0,1 1 0 0 0,0 3 0 0 0,-1 0 0 0 0,1 3 0 0 0,5 2-6 0 0,-6 1 12 0 0,0-2 1 0 0,1-1-1 0 0,0-3 1 0 0,0 0 0 0 0,2-3-13 0 0,124-10 36 0 0,-77-11 13 0 0,-13 10-24 0 0,-76 11-101 0 0,1 0 0 0 0,0 1 0 0 0,0-1 0 0 0,0 0 0 0 0,-1 1 0 0 0,1-1-1 0 0,0 0 1 0 0,0 1 0 0 0,0-1 0 0 0,0 0 0 0 0,0 0 0 0 0,0 1 0 0 0,-1-1 0 0 0,1 0 0 0 0,0 1-1 0 0,0-1 1 0 0,0 0 0 0 0,0 1 0 0 0,0-1 0 0 0,0 1 0 0 0,0-1 0 0 0,1 0 0 0 0,-1 0 0 0 0,0 1-1 0 0,0-1 1 0 0,0 0 0 0 0,0 1 0 0 0,0-1 0 0 0,0 0 0 0 0,1 1 0 0 0,-1-1 0 0 0,0 0 0 0 0,0 0 0 0 0,0 1-1 0 0,1-1 1 0 0,-1 0 0 0 0,0 0 0 0 0,0 1 0 0 0,1-1 0 0 0,-1 0 0 0 0,0 0 0 0 0,1 0 0 0 0,-1 0-1 0 0,0 1 1 0 0,0-1 0 0 0,1 0 0 0 0,-1 0 0 0 0,0 0 0 0 0,1 0 0 0 0,-1 0 0 0 0,0 0 0 0 0,1 0-1 0 0,-1 0 1 0 0,0 0 0 0 0,1 0 0 0 0,-1 0 0 0 0,0 0 0 0 0,1 0 76 0 0,-22 14-8799 0 0,11-10-1812 0 0</inkml:trace>
  <inkml:trace contextRef="#ctx0" brushRef="#br1" timeOffset="40555.39">143 7004 0 0 0,'0'0'335'0'0,"0"0"-63"0"0,0 0-128 0 0,-10 3 186 0 0,5-1 3734 0 0,5-5 4093 0 0,0-2-4623 0 0,-1-14-955 0 0,1 18-2419 0 0,0-16 261 0 0,27-29 107 0 0,19 2 331 0 0,-15 7-401 0 0,135-140 565 0 0,-43 22-402 0 0,-58 76-484 0 0,60-63 98 0 0,11-47 163 0 0,-14 46-334 0 0,-11 14 20 0 0,-56 64-43 0 0,-2-1 28 0 0,137-147-9 0 0,-120 137-20 0 0,62-84-17 0 0,14-22-36 0 0,-55 75 41 0 0,73-83-42 0 0,-65 88 10 0 0,70-78-5 0 0,-3 9 28 0 0,-99 111-21 0 0,-4-3 1 0 0,19-26 1 0 0,57-69 36 0 0,39-47-19 0 0,20-14 13 0 0,-11 31-61 0 0,15-27 114 0 0,8-34-75 0 0,-76 98-15 0 0,-56 50 18 0 0,24-28 46 0 0,21-14-57 0 0,-67 83 6 0 0,3 3 0 0 0,25-16-6 0 0,-27 28-12 0 0,-1 3 3 0 0,-2-4-1 0 0,19-22 10 0 0,46-74 70 0 0,-29 20-105 0 0,11-8 63 0 0,12 11-117 0 0,-76 83 78 0 0,1 1-1 0 0,2 2 1 0 0,2 1 11 0 0,78-64-20 0 0,-34 19 32 0 0,-56 22 20 0 0,-19 34-34 0 0,2 0 0 0 0,1 1-1 0 0,0 1 1 0 0,1 0 0 0 0,1 0 0 0 0,1 2-1 0 0,1-1 3 0 0,115-106 15 0 0,-74 67 29 0 0,-5-2 9 0 0,-53 57-103 0 0,1 1 0 0 0,0-1-1 0 0,0 0 1 0 0,0 1 0 0 0,0-1-1 0 0,0 1 1 0 0,0-1 0 0 0,0 1 0 0 0,0 0-1 0 0,0 0 1 0 0,1 0 0 0 0,-1 0-1 0 0,0 0 1 0 0,1 1 0 0 0,-1-1-1 0 0,0 1 1 0 0,1-1 0 0 0,1 1 50 0 0,1 19-2591 0 0,-3-5-331 0 0,-1-3-2392 0 0,-1-1-5158 0 0</inkml:trace>
  <inkml:trace contextRef="#ctx0" brushRef="#br0" timeOffset="67194.73">7891 521 0 0 0,'0'0'657'0'0,"0"0"105"0"0,0 0 23 0 0,0 0-50 0 0,0 0-57 0 0,0 0-118 0 0,0 0-97 0 0,0 0-73 0 0,1-2-103 0 0,15-13-111 0 0,19 11 954 0 0,-38 2 5838 0 0,0 1-5541 0 0,3 1-1657 0 0,-17-14 3194 0 0,17 13-2629 0 0,0 1-33 0 0,0 0-43 0 0,0 0-62 0 0,0 0-47 0 0,0 0-49 0 0,0 0-29 0 0,0 0-20 0 0,0 0-3 0 0,0 0-1 0 0,0 0-21 0 0,0 0 1 0 0,-21-8-401 0 0,-27-6 799 0 0,47 14-283 0 0,1 0 17 0 0,0 0 14 0 0,0 0-21 0 0,0 0-5 0 0,0 0-39 0 0,0 0-29 0 0,0 0-28 0 0,0 0-36 0 0,0 0-13 0 0,0 0-22 0 0,0 0-5 0 0,0 0-6 0 0,0 0-26 0 0,0 0-12 0 0,0 0-43 0 0,0 0-17 0 0,0 0-12 0 0,0 0-15 0 0,0 0 29 0 0,0 0 18 0 0,0 0 30 0 0,0 0 39 0 0,0 0 21 0 0,3 3 110 0 0,0 0 1 0 0,0 0 0 0 0,1-1-1 0 0,-1 1 1 0 0,0-1-1 0 0,1 0 1 0 0,-1 0-1 0 0,1 0 1 0 0,0 0 0 0 0,0 0-1 0 0,0-1 1 0 0,1 1-93 0 0,34 1 1165 0 0,-36-29-201 0 0,-6 21-941 0 0,1-1-1 0 0,-1 0 0 0 0,-1 1 0 0 0,1 0 0 0 0,-1 0 0 0 0,0 0 0 0 0,0 0 0 0 0,0 1 0 0 0,-1 0 0 0 0,1-1 0 0 0,-1 2 0 0 0,0-1 0 0 0,0 0 0 0 0,-1 1 0 0 0,1 0 0 0 0,-1 0 0 0 0,-4-1-22 0 0,8 4-6 0 0,0-1 0 0 0,1 1 0 0 0,-1 0 0 0 0,1 0 0 0 0,-1 0 0 0 0,1 1 0 0 0,-1-1 0 0 0,0 0 0 0 0,1 0 0 0 0,-1 1 0 0 0,1-1-1 0 0,-1 1 1 0 0,1 0 0 0 0,0-1 0 0 0,-1 1 0 0 0,1 0 0 0 0,0 0 0 0 0,-1 0 0 0 0,1 0 0 0 0,0 0 0 0 0,0 0 0 0 0,0 0 0 0 0,0 0 0 0 0,0 0 0 0 0,0 0 0 0 0,0 1 0 0 0,0-1-1 0 0,0 0 1 0 0,0 1 0 0 0,1-1 0 0 0,-1 1 0 0 0,1-1 0 0 0,-1 1 0 0 0,1-1 0 0 0,-1 1 0 0 0,1 0 6 0 0,-7 12 21 0 0,-6 15-50 0 0,12-28 44 0 0,1-1 1 0 0,0 0 0 0 0,0 0-1 0 0,-1 1 1 0 0,1-1 0 0 0,0 0-1 0 0,0 1 1 0 0,-1-1 0 0 0,1 0-1 0 0,0 1 1 0 0,0-1 0 0 0,0 0-1 0 0,-1 1 1 0 0,1-1 0 0 0,0 0-1 0 0,0 1 1 0 0,0-1 0 0 0,0 1-1 0 0,0-1 1 0 0,0 0 0 0 0,0 1-1 0 0,0-1 1 0 0,0 0 0 0 0,0 1-1 0 0,0-1 1 0 0,0 1 0 0 0,0-1-1 0 0,0 0 1 0 0,0 1 0 0 0,0-1-1 0 0,1 1 1 0 0,-1-1 0 0 0,0 0-1 0 0,0 1 1 0 0,0-1 0 0 0,1 0 0 0 0,-1 1-1 0 0,0-1 1 0 0,0 0 0 0 0,1 0-1 0 0,-1 1 1 0 0,0-1 0 0 0,0 0-1 0 0,1 0 1 0 0,-1 1 0 0 0,0-1-1 0 0,1 0 1 0 0,-1 0 0 0 0,1 0-1 0 0,-1 0 1 0 0,0 1 0 0 0,1-1-1 0 0,-1 0 1 0 0,0 0 0 0 0,1 0-1 0 0,-1 0 1 0 0,1 0-16 0 0,125 6 333 0 0,-126-6-290 0 0,0 0-4 0 0,0 0-34 0 0,0 0-2 0 0,-7-5-186 0 0,0 1 168 0 0,0 0-1 0 0,-1 0 1 0 0,1 0-1 0 0,-1 1 1 0 0,0 0 0 0 0,0 1-1 0 0,0 0 1 0 0,0 0-1 0 0,-9 0 16 0 0,16 1 0 0 0,0 1 0 0 0,0 0-1 0 0,0-1 0 0 0,1 1 1 0 0,-1 0-1 0 0,0-1 1 0 0,0 1-1 0 0,0 0 1 0 0,1 0-1 0 0,-1 0 0 0 0,0 0 1 0 0,0 0-1 0 0,0 0 1 0 0,0 0-1 0 0,1 0 0 0 0,-1 0 1 0 0,0 0-1 0 0,0 0 1 0 0,0 0-1 0 0,1 1 0 0 0,-1-1 1 0 0,0 0-1 0 0,0 1 1 0 0,1-1-1 0 0,-1 0 1 0 0,0 1-1 0 0,0-1 0 0 0,1 1 1 0 0,-1-1-1 0 0,0 1 1 0 0,1 0-1 0 0,-1-1 0 0 0,1 1 1 0 0,-1 0-1 0 0,1-1 1 0 0,-1 1-1 0 0,1 0 0 0 0,0-1 1 0 0,-1 1-1 0 0,1 0 1 0 0,0 0-1 0 0,-1-1 0 0 0,1 1 1 0 0,0 0-1 0 0,0 0 1 0 0,0 1 0 0 0,0 2 26 0 0,0-1 0 0 0,0 1 0 0 0,0 0 0 0 0,1 0 1 0 0,0 0-1 0 0,0 0 0 0 0,0 0 0 0 0,0 0 0 0 0,0-1 1 0 0,1 1-1 0 0,0 0 0 0 0,0-1 0 0 0,0 0 0 0 0,0 1 0 0 0,0-1 1 0 0,1 0-1 0 0,-1 0 0 0 0,1 0 0 0 0,1 1-26 0 0,67 48 46 0 0,-31-34 280 0 0,-41-27 57 0 0,-58-68-460 0 0,9 37 146 0 0,48 55-678 0 0,2-1 600 0 0,-1-10 3 0 0,1 0 1 0 0,0 0-1 0 0,0 0 1 0 0,0 0-1 0 0,0 0 1 0 0,1 0-1 0 0,0 0 1 0 0,0 0-1 0 0,0 0 1 0 0,0 0-1 0 0,0 0 1 0 0,2 1 5 0 0,2 6-30 0 0,-4-11 48 0 0,-1 1 1 0 0,0 0-1 0 0,0-1 0 0 0,1 1 1 0 0,-1 0-1 0 0,0-1 0 0 0,1 1 0 0 0,-1 0 1 0 0,1-1-1 0 0,-1 1 0 0 0,1-1 1 0 0,-1 1-1 0 0,1-1 0 0 0,-1 1 1 0 0,1-1-1 0 0,0 1 0 0 0,-1-1 0 0 0,1 0 1 0 0,0 1-1 0 0,-1-1 0 0 0,1 0 1 0 0,0 1-1 0 0,-1-1 0 0 0,1 0 1 0 0,0 0-1 0 0,0 0 0 0 0,-1 0 1 0 0,1 0-1 0 0,0 0 0 0 0,0 0 0 0 0,-1 0 1 0 0,1 0-1 0 0,0 0 0 0 0,0 0 1 0 0,0 0-19 0 0,0 0 18 0 0,1 0 1 0 0,0 0 0 0 0,-1 0 0 0 0,1-1-1 0 0,0 1 1 0 0,-1 0 0 0 0,1-1-1 0 0,-1 1 1 0 0,1-1 0 0 0,-1 0 0 0 0,1 1-1 0 0,-1-1 1 0 0,1 0 0 0 0,-1 0 0 0 0,0 0-1 0 0,1 0 1 0 0,-1 0 0 0 0,0 0-1 0 0,0 0 1 0 0,0 0 0 0 0,0-1 0 0 0,0 1-1 0 0,0 0 1 0 0,0-2-19 0 0,2-9-1976 0 0,-16 2-9604 0 0,13 10 11236 0 0,-4-4-10136 0 0</inkml:trace>
  <inkml:trace contextRef="#ctx0" brushRef="#br0" timeOffset="68275.19">7945 507 0 0 0,'0'0'1184'0'0,"0"0"297"0"0,0 0-40 0 0,0 0-129 0 0,0 0-115 0 0,0 0-173 0 0,0 0-124 0 0,0 0-101 0 0,0 0-120 0 0,0 0-75 0 0,0 0-73 0 0,-7-3-70 0 0,-19-9-78 0 0,20 9-86 0 0,6 3-79 0 0,0 0-72 0 0,0 0-60 0 0,20 14 702 0 0,-18-13-514 0 0,7 3 316 0 0,-9-4 3855 0 0,-12-13-3577 0 0,9 51-3519 0 0,3-15-2562 0 0,0-15-3982 0 0</inkml:trace>
  <inkml:trace contextRef="#ctx0" brushRef="#br0" timeOffset="72571.03">8123 6878 0 0 0,'-1'0'25'0'0,"1"0"109"0"0,0 0 67 0 0,0 0 92 0 0,0 0 138 0 0,0 0 191 0 0,0 0 159 0 0,0 0 137 0 0,0 0 99 0 0,0 0 1 0 0,0 0-57 0 0,0 0-96 0 0,0 0-129 0 0,0 0-96 0 0,0 0-64 0 0,0 0-91 0 0,0 0-99 0 0,0-4 729 0 0,0 3-4621 0 0,-5 1 11929 0 0,0 0-5862 0 0,-12 0-2764 0 0,4-10 1631 0 0,-2 0-749 0 0,15 10-687 0 0,0 0-1 0 0,0 1 1 0 0,0-1 0 0 0,0 0 0 0 0,1 0 0 0 0,-1 0 0 0 0,0 1-1 0 0,0-1 1 0 0,0 0 0 0 0,0 0 0 0 0,0 0 0 0 0,0 1 0 0 0,0-1-1 0 0,1 0 1 0 0,-1 0 0 0 0,0 1 0 0 0,0-1 0 0 0,0 0 0 0 0,0 0 0 0 0,0 1-1 0 0,0-1 1 0 0,0 0 0 0 0,0 0 0 0 0,0 1 0 0 0,0-1 0 0 0,-1 0-1 0 0,1 0 1 0 0,0 0 0 0 0,0 1 0 0 0,0-1 0 0 0,0 0 0 0 0,0 0-1 0 0,0 1 1 0 0,0-1 0 0 0,-1 0 0 0 0,1 0 0 0 0,0 0 0 0 0,0 0-1 0 0,0 1 1 0 0,0-1 0 0 0,-1 0 0 0 0,1 0 0 0 0,0 0 0 0 0,0 0 0 0 0,0 0-1 0 0,-1 1 1 0 0,1-1 0 0 0,0 0 0 0 0,0 0 0 0 0,-1 0 0 0 0,1 0-1 0 0,0 0 1 0 0,0 0 0 0 0,-1 0 0 0 0,1 0 0 0 0,0 0 0 0 0,0 0-1 0 0,0 0 1 0 0,-1 0 8 0 0,4 3 78 0 0,1 0 0 0 0,-1 1 0 0 0,1-2 0 0 0,-1 1 0 0 0,1 0 0 0 0,0-1-1 0 0,0 0 1 0 0,0 1 0 0 0,1-2 0 0 0,-1 1 0 0 0,0 0 0 0 0,1-1 0 0 0,-1 0 0 0 0,1 0 0 0 0,2 0-78 0 0,-6-1 249 0 0,-1 0-4 0 0,-1-3-219 0 0,0 0 0 0 0,-1 0 0 0 0,1 0 0 0 0,0 1 1 0 0,-1-1-1 0 0,0 0 0 0 0,1 1 0 0 0,-1 0 0 0 0,0-1 0 0 0,0 1 0 0 0,-1 0 0 0 0,1 0 0 0 0,0 0 0 0 0,-1 0 0 0 0,1 0 0 0 0,-1 0 0 0 0,0 1 0 0 0,1-1 0 0 0,-2 1-26 0 0,2 0-7 0 0,1 0 0 0 0,0 1 0 0 0,-1-1 0 0 0,1 1 0 0 0,-1-1 0 0 0,0 1-1 0 0,1 0 1 0 0,-1-1 0 0 0,1 1 0 0 0,-1 0 0 0 0,0 0 0 0 0,1 0 0 0 0,-1 0 0 0 0,1 1 0 0 0,-1-1 0 0 0,1 0-1 0 0,-1 1 1 0 0,1-1 0 0 0,-1 1 0 0 0,1-1 0 0 0,-1 1 0 0 0,1 0 0 0 0,-1-1 0 0 0,1 1 0 0 0,0 0 0 0 0,-1 0-1 0 0,1 0 1 0 0,-1 1 7 0 0,0 0 1 0 0,0 1 0 0 0,0 0 1 0 0,1-1-1 0 0,-1 1 0 0 0,1 0 0 0 0,-1 0 0 0 0,1 0 0 0 0,0 0 0 0 0,0 0 0 0 0,0 1 0 0 0,1-1 0 0 0,-1 0 0 0 0,1 0 0 0 0,-1 2-1 0 0,23 4 622 0 0,73-4-278 0 0,-96-5-339 0 0,1 0 0 0 0,-1-1 0 0 0,1 1 0 0 0,0 0 0 0 0,-1 0 0 0 0,1 0 0 0 0,-1-1 0 0 0,1 1 0 0 0,0 0 0 0 0,-1 0 0 0 0,1-1 0 0 0,0 1 0 0 0,-1 0 0 0 0,1-1 0 0 0,0 1 0 0 0,0 0 0 0 0,0-1 0 0 0,-1 1 0 0 0,1-1 0 0 0,0 1 0 0 0,0 0 0 0 0,0-1 0 0 0,0 1 0 0 0,-1-1 0 0 0,1 1 0 0 0,0-1 0 0 0,0 1 0 0 0,0 0 0 0 0,0-1 0 0 0,0 1 0 0 0,0-1 0 0 0,0 1 0 0 0,0-1 0 0 0,0 1 0 0 0,1 0 0 0 0,-1-1 0 0 0,0 1 0 0 0,0-1 0 0 0,0 1 0 0 0,0 0 0 0 0,1-1 0 0 0,-1 1 0 0 0,0-1 0 0 0,0 1 0 0 0,1 0 0 0 0,-1-1 0 0 0,0 1 0 0 0,1 0 0 0 0,-1 0 0 0 0,0-1 0 0 0,1 1 0 0 0,-1 0 0 0 0,0 0 0 0 0,1-1 0 0 0,-1 1 0 0 0,0 0 0 0 0,1 0 0 0 0,-1 0 0 0 0,1 0 0 0 0,-1-1 0 0 0,1 1 0 0 0,-1 0 0 0 0,0 0 0 0 0,1 0 0 0 0,-1 0 0 0 0,1 0 0 0 0,-1 0 0 0 0,1 0-5 0 0,-6-3-26 0 0,0 1-1 0 0,0-1 1 0 0,0 1 0 0 0,0 0 0 0 0,0 0 0 0 0,0 0 0 0 0,0 0 0 0 0,-1 1-1 0 0,1 0 1 0 0,0 0 0 0 0,-1 1 0 0 0,1 0 0 0 0,-1 0 0 0 0,1 0 0 0 0,-3 1 26 0 0,7-1 0 0 0,0 1 1 0 0,0-1-1 0 0,0 1 1 0 0,1 0 0 0 0,-1 0-1 0 0,0 0 1 0 0,0-1-1 0 0,1 1 1 0 0,-1 0-1 0 0,0 0 1 0 0,1 0 0 0 0,-1 0-1 0 0,1 0 1 0 0,-1 0-1 0 0,1 0 1 0 0,0 0 0 0 0,-1 0-1 0 0,1 1 1 0 0,0-1-1 0 0,0 0 1 0 0,0 0 0 0 0,0 0-1 0 0,0 0 1 0 0,0 0-1 0 0,0 0 1 0 0,0 1 0 0 0,0-1-1 0 0,1 2 17 0 0,0 0 1 0 0,1 0 0 0 0,-1 0 0 0 0,1-1 0 0 0,0 1 0 0 0,0-1 0 0 0,-1 1 0 0 0,2-1 0 0 0,-1 1 0 0 0,0-1 0 0 0,0 0-1 0 0,1 0 1 0 0,-1 0 0 0 0,1 0 0 0 0,0-1 0 0 0,-1 1 0 0 0,1-1 0 0 0,0 0 0 0 0,0 1 0 0 0,0-1 0 0 0,0 0-18 0 0,6 2 7 0 0,1 0 0 0 0,-1-1 1 0 0,1 0-1 0 0,-1 0 0 0 0,1-1 1 0 0,0 0-1 0 0,-1-1 0 0 0,2 0-7 0 0,-10-1 8 0 0,1 0-1 0 0,-1 0 1 0 0,0 0 0 0 0,0 0-1 0 0,0 0 1 0 0,1 0-1 0 0,-1-1 1 0 0,0 1-1 0 0,0 0 1 0 0,-1-1 0 0 0,1 1-1 0 0,0-1 1 0 0,0 1-1 0 0,-1-1 1 0 0,1 1-1 0 0,-1-1 1 0 0,1 1 0 0 0,-1-1-1 0 0,0 0 1 0 0,1 1-1 0 0,-1-1 1 0 0,0 1 0 0 0,0-1-1 0 0,0 0 1 0 0,0 1-1 0 0,-1-1 1 0 0,1 0-1 0 0,0 1 1 0 0,-1-1 0 0 0,1 0-1 0 0,-1 0-7 0 0,-1-5 12 0 0,0 0 0 0 0,-1 0 0 0 0,1 1 0 0 0,-1 0 1 0 0,-1-1-1 0 0,1 1 0 0 0,-1 0 0 0 0,0 1 0 0 0,0-1 0 0 0,-1 1 0 0 0,0-1 0 0 0,0 1 0 0 0,0 1 0 0 0,0-1 0 0 0,-5-2-12 0 0,9 6-1 0 0,0 0 1 0 0,1 1-1 0 0,-1-1 0 0 0,0 0 0 0 0,0 1 0 0 0,0-1 0 0 0,0 0 0 0 0,0 1 0 0 0,0 0 0 0 0,0-1 0 0 0,0 1 0 0 0,0-1 0 0 0,0 1 0 0 0,0 0 0 0 0,0 0 0 0 0,0 0 0 0 0,0 0 0 0 0,0 0 0 0 0,0 0 0 0 0,-1 0 0 0 0,1 0 0 0 0,0 0 0 0 0,0 0 0 0 0,0 0 0 0 0,0 1 0 0 0,0-1 1 0 0,0 0-1 0 0,0 1 0 0 0,0-1 0 0 0,0 1 0 0 0,0-1 0 0 0,0 1 1 0 0,-2 5 3 0 0,1-1 1 0 0,-1 1 0 0 0,1 0-1 0 0,1 0 1 0 0,-1 0-1 0 0,1 1 1 0 0,0-1 0 0 0,0 0-1 0 0,1 1 1 0 0,-1-1 0 0 0,1 0-1 0 0,1 0 1 0 0,-1 1-1 0 0,2 1-3 0 0,-2-6 38 0 0,0-1-1 0 0,0 1 1 0 0,1-1-1 0 0,-1 1 1 0 0,0-1 0 0 0,1 1-1 0 0,-1-1 1 0 0,1 0-1 0 0,0 1 1 0 0,-1-1-1 0 0,1 1 1 0 0,0-1-1 0 0,0 0 1 0 0,0 0-1 0 0,0 1 1 0 0,0-1-1 0 0,0 0 1 0 0,0 0-1 0 0,0 0 1 0 0,1 0-1 0 0,-1 0 1 0 0,0-1-1 0 0,1 1 1 0 0,-1 0-1 0 0,0-1 1 0 0,1 1-1 0 0,-1 0 1 0 0,1-1-1 0 0,-1 0 1 0 0,1 1-1 0 0,0-1-37 0 0,0-1 26 0 0,-1-1 0 0 0,0 0 0 0 0,0 1 0 0 0,0-1-1 0 0,-1 0 1 0 0,1 0 0 0 0,0 0 0 0 0,-1 0 0 0 0,1 1-1 0 0,-1-1 1 0 0,1 0 0 0 0,-1 0 0 0 0,0 0 0 0 0,0 0-1 0 0,0 0 1 0 0,0 0 0 0 0,0 0 0 0 0,0 0 0 0 0,-1 0-1 0 0,1 0 1 0 0,-1 0 0 0 0,1 0 0 0 0,-1 1 0 0 0,0-1-1 0 0,0 0 1 0 0,0 0-26 0 0,0 0-20 0 0,1-1-1 0 0,-1 1 1 0 0,0 0 0 0 0,-1 0-1 0 0,1 0 1 0 0,0 0 0 0 0,-1 0-1 0 0,1 0 1 0 0,-1 0-1 0 0,1 0 1 0 0,-1 0 0 0 0,0 1-1 0 0,0-1 1 0 0,0 1 0 0 0,0-1-1 0 0,0 1 1 0 0,0 0-1 0 0,0 0 1 0 0,0 0 0 0 0,-1 0-1 0 0,1 0 1 0 0,0 0 0 0 0,-1 1-1 0 0,1-1 1 0 0,0 1-1 0 0,-1-1 1 0 0,1 1 0 0 0,-1 0-1 0 0,0 0 21 0 0,1 2-8 0 0,0-1 1 0 0,1 1-1 0 0,-1 0 0 0 0,1 0 0 0 0,0-1 0 0 0,-1 1 0 0 0,1 0 0 0 0,0 0 0 0 0,0 0 0 0 0,0 1 0 0 0,0-1 0 0 0,1 0 0 0 0,-1 0 0 0 0,1 0 1 0 0,-1 1-1 0 0,1-1 0 0 0,0 2 8 0 0,0 8 938 0 0,0-9-2693 0 0,0-8-5173 0 0,0 5-4001 0 0</inkml:trace>
  <inkml:trace contextRef="#ctx0" brushRef="#br1" timeOffset="77612.42">7644 578 0 0 0,'18'-26'343'0'0,"4"9"3094"0"0,26 14-3716 0 0,-33 4 384 0 0,21 2-789 0 0,-13 0 2917 0 0,-8-3 4721 0 0,-15 0-6280 0 0,0 0-109 0 0,0 0-57 0 0,0 0-65 0 0,0 0-88 0 0,0 0-83 0 0,0 0-75 0 0,0 0-54 0 0,0 0-47 0 0,0 0-21 0 0,0 0-30 0 0,-17 2 1146 0 0,-203-18 2270 0 0,184 16-3211 0 0,-238 9 1533 0 0,155 0-17 0 0,-84-7-1766 0 0,120-3 199 0 0,-100 0 180 0 0,108 7-261 0 0,-170 20 73 0 0,162-19-143 0 0,34-1 69 0 0,-90-11 262 0 0,33-1-34 0 0,106 6-334 0 0,0 0-10 0 0,0 0 13 0 0,0 0 10 0 0,0 0-7 0 0,0 0-50 0 0,0 0-19 0 0,-9 13-500 0 0,-15 8-1899 0 0,12-13-3659 0 0,7-3-4979 0 0</inkml:trace>
  <inkml:trace contextRef="#ctx0" brushRef="#br1" timeOffset="80028.39">7839 6949 0 0 0,'65'11'0'0'0,"-61"-10"0"0"0,0-1 0 0 0,1 1 0 0 0,-1-1 0 0 0,0 0 0 0 0,0 0 0 0 0,0-1 0 0 0,0 1 0 0 0,1-1 0 0 0,-1 0 0 0 0,0 0 0 0 0,0 0 0 0 0,3-2 0 0 0,-3-22 9862 0 0,14 8-8290 0 0,-17 17-1278 0 0,-1 0-14 0 0,0 0-23 0 0,0 0-45 0 0,0 0-41 0 0,0 0-50 0 0,-79-2 1044 0 0,4 7 946 0 0,-96-12 1144 0 0,42 2-2119 0 0,-79 1 101 0 0,44-3-479 0 0,38 1-341 0 0,-78 2-213 0 0,136 8-99 0 0,-20-9 106 0 0,29 5-145 0 0,14 12-80 0 0,29-10 80 0 0,0-1 0 0 0,0 0 0 0 0,0-1 0 0 0,0-1 0 0 0,-1-1 0 0 0,1 0 0 0 0,0-1 0 0 0,-6-3-66 0 0,-36 4 64 0 0,24 10-54 0 0,-32-3 77 0 0,-2 4-52 0 0,16-9 130 0 0,24 7-157 0 0,28-6-10 0 0,0 0-8 0 0,-15 7 38 0 0,-30 3-523 0 0,14-11-5437 0 0,22 0 1854 0 0,1 0-6893 0 0</inkml:trace>
  <inkml:trace contextRef="#ctx0" brushRef="#br1" timeOffset="84597.52">70 841 0 0 0,'0'0'357'0'0,"0"0"160"0"0,0 0-57 0 0,0 0-84 0 0,0 0-91 0 0,0 0-46 0 0,0 0-46 0 0,0 0-57 0 0,-3-4-10 0 0,-9-12-28 0 0,1 7 720 0 0,-10-14 778 0 0,0 2 2061 0 0,21 21-3448 0 0,-2 1 7634 0 0,3 0-3925 0 0,6 3-4183 0 0,-4-2 871 0 0,39 28-376 0 0,81 106 0 0 0,-55-64-98 0 0,49 25 133 0 0,-44-34-85 0 0,14 38 43 0 0,13 3 208 0 0,19 13 11 0 0,-27-15-243 0 0,38 18 122 0 0,-30-27-241 0 0,-12 11-9 0 0,-62-71-9 0 0,2-2-1 0 0,0 0 1 0 0,2-2 0 0 0,2-1-1 0 0,34 23-61 0 0,33 30 35 0 0,63 55 68 0 0,-17-8-74 0 0,-22-7-58 0 0,46 42 83 0 0,-57-35-40 0 0,-19-20 42 0 0,-69-81-49 0 0,1-1 1 0 0,2-1 0 0 0,0-1-1 0 0,11 5-7 0 0,81 76 11 0 0,98 120 66 0 0,69 59 29 0 0,-134-131-101 0 0,-56-48 55 0 0,-47-48-48 0 0,3-2 0 0 0,15 8-12 0 0,-27-26 8 0 0,-1 2 0 0 0,-2 1 0 0 0,-2 1 0 0 0,20 33-8 0 0,87 131-16 0 0,-56-82 13 0 0,-41-66 22 0 0,2-2-1 0 0,35 31-18 0 0,44 51 7 0 0,-16-5-5 0 0,-7-19 63 0 0,49 38-65 0 0,7 13 45 0 0,-21-8-30 0 0,-6-6-28 0 0,-12-20-26 0 0,-4-4 71 0 0,-42-44-1 0 0,11 23-46 0 0,-24-31 63 0 0,26 5-13 0 0,-53-48-21 0 0,-5 0 8 0 0,29 33-48 0 0,-4-15 76 0 0,-39-28-117 0 0,0-1 108 0 0,28 25-21 0 0,-30-32-112 0 0,-13-13-28 0 0,0 0-122 0 0,0 0-173 0 0,-11 0-2124 0 0,0 0-465 0 0,4 0-2287 0 0,1 0-5394 0 0</inkml:trace>
  <inkml:trace contextRef="#ctx0" brushRef="#br1" timeOffset="91656.71">5721 6907 0 0 0,'0'0'112'0'0,"0"0"180"0"0,0 0-11 0 0,3-3-64 0 0,11-8-56 0 0,11 9 483 0 0,14 5 1395 0 0,-39-3-1572 0 0,0 0-55 0 0,0 0-89 0 0,0 0-82 0 0,0 0-60 0 0,0 0-7 0 0,0 0 5 0 0,0 0 43 0 0,0 0 38 0 0,-6 8 375 0 0,-29-5 7515 0 0,26-3-7297 0 0,9 0-743 0 0,-14 0 613 0 0,-149-3 2960 0 0,18-16-2327 0 0,79 9-1072 0 0,-1 4-1 0 0,0 3 0 0 0,-57 4-283 0 0,34 0 265 0 0,-92-4 78 0 0,-78 11-47 0 0,23-6 180 0 0,32 6-177 0 0,-204-10 33 0 0,111 1-159 0 0,-20 1 217 0 0,39-13-248 0 0,63 5-11 0 0,0 9-131 0 0,-75 32 4 0 0,155-19 31 0 0,-11-1 10 0 0,-85-11 46 0 0,-155 25-65 0 0,102-7 14 0 0,136-4-32 0 0,-133-5 36 0 0,158 2-16 0 0,-21-10 2 0 0,136 1 159 0 0,0-2-888 0 0,4-1-6049 0 0,5-1-4067 0 0</inkml:trace>
  <inkml:trace contextRef="#ctx0" brushRef="#br1" timeOffset="124723.69">5094 6886 0 0 0,'0'0'628'0'0,"0"0"219"0"0,0 0 79 0 0,4-1-41 0 0,14-1 22 0 0,2-8 5632 0 0,4-7-4642 0 0,-12 9 2554 0 0,9 5-1668 0 0,-120-17-455 0 0,1-6-1371 0 0,53 4-67 0 0,16 15-611 0 0,19 6-240 0 0,1 0 0 0 0,-1-1 0 0 0,0-1 0 0 0,1 1 0 0 0,0-1 0 0 0,0-1 1 0 0,0 0-1 0 0,-1-1-39 0 0,-4-1 141 0 0,-2-6 323 0 0,15 11-452 0 0,1 1 26 0 0,0 0 6 0 0,0 0-12 0 0,-5-3 15 0 0,-32-7 6 0 0,4-6 2 0 0,6 6 94 0 0,6 3-137 0 0,21 6-2 0 0,0 1 6 0 0,0 0 8 0 0,0 0 12 0 0,0 0 23 0 0,0 0 10 0 0,0 0 22 0 0,0 0 2 0 0,0 0-6 0 0,0 0 6 0 0,0 0-21 0 0,0 0 1 0 0,0 0 3 0 0,0 0-28 0 0,0 0 12 0 0,0 0-14 0 0,0 0-8 0 0,0 0-3 0 0,0 0 6 0 0,0 0 13 0 0,0 0 8 0 0,18 0 416 0 0,44 18-528 0 0,-15-2-52 0 0,-1 1 0 0 0,41 23 102 0 0,-36-17-76 0 0,3-6 248 0 0,51 33-69 0 0,-106-50-103 0 0,1 0 0 0 0,0 0 0 0 0,0 0 0 0 0,0 0-1 0 0,0 0 1 0 0,0 0 0 0 0,-1 0 0 0 0,1 0 0 0 0,0 0 0 0 0,0 1 0 0 0,0-1-1 0 0,0 0 1 0 0,0 0 0 0 0,0 0 0 0 0,0 0 0 0 0,-1 0 0 0 0,1 0-1 0 0,0 1 1 0 0,0-1 0 0 0,0 0 0 0 0,0 0 0 0 0,0 0 0 0 0,0 0 0 0 0,0 1-1 0 0,0-1 1 0 0,0 0 0 0 0,0 0 0 0 0,0 0 0 0 0,0 0 0 0 0,0 1 0 0 0,0-1-1 0 0,0 0 1 0 0,0 0 0 0 0,0 0 0 0 0,0 0 0 0 0,0 1 0 0 0,0-1 0 0 0,-8 1 28 0 0,-18 34-47 0 0,20-30 40 0 0,0 0 0 0 0,0 0 1 0 0,0-1-1 0 0,0 1 0 0 0,-1-1 0 0 0,0-1 0 0 0,0 1 0 0 0,0-1 0 0 0,0 0 0 0 0,-1-1 1 0 0,1 0-1 0 0,-1 0 0 0 0,-6 1-21 0 0,-41 15 701 0 0,-16 43-1504 0 0,47-39-2604 0 0,15-13-3060 0 0,3-2-5334 0 0</inkml:trace>
  <inkml:trace contextRef="#ctx0" brushRef="#br1" timeOffset="154800.63">8908 258 0 0 0,'-14'-29'207'0'0,"-3"10"2937"0"0,-1 2 8 0 0,-5-26 1779 0 0,9 15-674 0 0,-4 1-928 0 0,18 26-3101 0 0,0 1 64 0 0,0 0 51 0 0,3 3 4378 0 0,9 13-5070 0 0,-7-9 655 0 0,126 167 61 0 0,-57-72-264 0 0,42 36 109 0 0,-4-19-174 0 0,-62-64-12 0 0,-47-48-58 0 0,-2-7 52 0 0,-1 0-24 0 0,0 0-20 0 0,0 0-3 0 0,0 0 28 0 0,0 0-33 0 0,0 0-4 0 0,-7-5-28 0 0,-75-73 297 0 0,55 48-186 0 0,-83-104 68 0 0,49 61-4 0 0,3-2 1 0 0,-11-24-112 0 0,-30-43 167 0 0,74 107 130 0 0,100 136-205 0 0,-25-33-85 0 0,3-3 1 0 0,17 14-8 0 0,203 208 25 0 0,-214-215-25 0 0,-43-49-899 0 0,-32-36-1767 0 0,-11-12-1177 0 0,11 10-3730 0 0,8 8-2409 0 0</inkml:trace>
  <inkml:trace contextRef="#ctx0" brushRef="#br1" timeOffset="155922.91">9190 187 0 0 0,'0'0'1107'0'0,"0"0"401"0"0,0 0 123 0 0,0 0-2 0 0,0 0 3 0 0,0 0 22 0 0,0 0 53 0 0,0 0-22 0 0,0 0-64 0 0,0 0-126 0 0,0 0-167 0 0,-1-16-146 0 0,-6-47-144 0 0,6 32 2374 0 0,12 16 1101 0 0,-6-11-3749 0 0,0 13-713 0 0,2-10 470 0 0,-10 31-714 0 0,-73 91 239 0 0,62-81-25 0 0,1 0-1 0 0,1 1 1 0 0,1 1 0 0 0,0-1-1 0 0,-6 19-20 0 0,1-1 71 0 0,-27 80 110 0 0,13-35-97 0 0,4-6-21 0 0,0-27-12 0 0,24-34-19 0 0,-9 12-535 0 0,-13-11-3109 0 0,11-13 634 0 0,3-1-3727 0 0,7-2-3964 0 0</inkml:trace>
  <inkml:trace contextRef="#ctx0" brushRef="#br1" timeOffset="156612.73">9619 804 0 0 0,'0'0'1567'0'0,"0"0"620"0"0,0 0 254 0 0,0 0 166 0 0,0 0 25 0 0,0 0-338 0 0,0 0-391 0 0,0 0-318 0 0,0 0-250 0 0,0 0-152 0 0,0 0-123 0 0,0 0-83 0 0,-1-10-95 0 0,-6-48 1266 0 0,8 57-2077 0 0,0-1 0 0 0,0 1 0 0 0,1 0-1 0 0,-1-1 1 0 0,0 1 0 0 0,1 0-1 0 0,-1 0 1 0 0,1 0 0 0 0,-1 0 0 0 0,1 0-1 0 0,-1 0 1 0 0,1 1 0 0 0,0-1 0 0 0,-1 0-1 0 0,1 1 1 0 0,0-1 0 0 0,0 1 0 0 0,-1 0-1 0 0,1-1 1 0 0,0 1 0 0 0,0 0-1 0 0,0 0 1 0 0,-1 0 0 0 0,1 1 0 0 0,0-1-1 0 0,0 0 1 0 0,0 1-71 0 0,-1-1 7 0 0,58 11-190 0 0,-53-9 165 0 0,0 1-1 0 0,0-1 1 0 0,0 1 0 0 0,0 1-1 0 0,0-1 1 0 0,0 1 0 0 0,-1 0-1 0 0,0 0 1 0 0,0 0 0 0 0,0 1-1 0 0,0 0 1 0 0,-1 0 0 0 0,0 0-1 0 0,0 1 1 0 0,0-1 0 0 0,0 1 0 0 0,-1 0-1 0 0,0 0 1 0 0,0 0 0 0 0,-1 0-1 0 0,0 1 1 0 0,0-1 0 0 0,1 6 18 0 0,-3-9-3 0 0,0 0 0 0 0,0 0 1 0 0,-1 1-1 0 0,1-1 1 0 0,0 0-1 0 0,-1 0 1 0 0,0 0-1 0 0,0 1 1 0 0,0-1-1 0 0,0 0 0 0 0,-1 0 1 0 0,1-1-1 0 0,-1 1 1 0 0,1 0-1 0 0,-1 0 1 0 0,0-1-1 0 0,0 1 1 0 0,-1-1-1 0 0,1 1 0 0 0,0-1 1 0 0,-1 0-1 0 0,1 0 1 0 0,-1 0-1 0 0,0 0 3 0 0,-4 2 39 0 0,0-1 0 0 0,0 1-1 0 0,0-1 1 0 0,-1 0 0 0 0,1-1 0 0 0,-1 0-1 0 0,0 0 1 0 0,0-1 0 0 0,1 0 0 0 0,-1 0-1 0 0,0-1 1 0 0,0 0 0 0 0,0 0 0 0 0,0-1-1 0 0,0 0 1 0 0,1 0 0 0 0,-1-1 0 0 0,0 0-1 0 0,1-1 1 0 0,-1 1 0 0 0,-4-4-39 0 0,5 2 41 0 0,0 0 1 0 0,0-1-1 0 0,0 0 1 0 0,1-1-1 0 0,0 1 1 0 0,0-1-1 0 0,0-1 1 0 0,1 1-1 0 0,-4-5-41 0 0,7 7 3 0 0,-1 0 0 0 0,1 0 0 0 0,-1-1 0 0 0,1 1-1 0 0,0 0 1 0 0,1-1 0 0 0,-1 1 0 0 0,1-1 0 0 0,0 0 0 0 0,0 0 0 0 0,0 1-1 0 0,1-1 1 0 0,-1 0 0 0 0,1-3-3 0 0,1 6-79 0 0,0 1-1 0 0,0 0 1 0 0,0 0 0 0 0,0 0-1 0 0,0 0 1 0 0,1 0 0 0 0,-1 0-1 0 0,0 0 1 0 0,1 0 0 0 0,-1 1-1 0 0,0-1 1 0 0,1 0 0 0 0,-1 1-1 0 0,1-1 1 0 0,-1 1 0 0 0,0-1-1 0 0,1 1 1 0 0,-1 0 0 0 0,1 0-1 0 0,0 0 1 0 0,-1 0 0 0 0,1 0-1 0 0,-1 0 1 0 0,1 0 0 0 0,-1 0-1 0 0,1 0 1 0 0,0 1 79 0 0,1-1-381 0 0,24 4-3353 0 0,-10 5-5253 0 0,-10-6-1432 0 0</inkml:trace>
  <inkml:trace contextRef="#ctx0" brushRef="#br1" timeOffset="157515.31">8981 619 0 0 0,'0'0'1054'0'0,"0"0"401"0"0,0 0 193 0 0,0 0-48 0 0,0 0-161 0 0,0 0-207 0 0,0 0-174 0 0,0 0-123 0 0,0 0-74 0 0,0 0-27 0 0,-3-5-67 0 0,-14-21 650 0 0,17 26-776 0 0,0 0-20 0 0,0 0-44 0 0,0 0-34 0 0,0 0 13 0 0,0 0-8 0 0,0 0 18 0 0,0 0-17 0 0,0 0-42 0 0,0 0-67 0 0,0 0-66 0 0,1 7 2684 0 0,-31 32-2892 0 0,6 3 85 0 0,17 2-64 0 0,11-3-1490 0 0,2-24-6815 0 0,-4-14-2424 0 0</inkml:trace>
  <inkml:trace contextRef="#ctx0" brushRef="#br1" timeOffset="159847.22">9147 73 0 0 0,'0'0'259'0'0,"0"0"804"0"0,0 0 296 0 0,0 0 6 0 0,0 0-81 0 0,0 0-85 0 0,0 0-177 0 0,0 0-86 0 0,0-4-38 0 0,1-11-75 0 0,9 3 4426 0 0,-5 7-4021 0 0,-2 4 3564 0 0,-10 48-4700 0 0,-11 13 57 0 0,7-19-16 0 0,-21 31 131 0 0,19-44-101 0 0,-16 29 193 0 0,-15-2-42 0 0,4 4 544 0 0,23-23-384 0 0,1-10-377 0 0,3-4-67 0 0,-4 5 52 0 0,-5 9 62 0 0,18-27 34 0 0,-7 18 180 0 0,1 1-284 0 0,7-18 186 0 0,-2 12 136 0 0,5-21-387 0 0,-1 0 7 0 0,-4 5-708 0 0,-3 3-4974 0 0,6-8-5242 0 0</inkml:trace>
  <inkml:trace contextRef="#ctx0" brushRef="#br1" timeOffset="162518.85">8955 6541 0 0 0,'0'0'1159'0'0,"0"0"197"0"0,0 0 79 0 0,0 0-43 0 0,0 0-69 0 0,0 0-102 0 0,0 0-142 0 0,0 0-90 0 0,0 0-47 0 0,-4-6-22 0 0,-16-25 854 0 0,20 31-973 0 0,0 0-73 0 0,0 0-77 0 0,0 0-87 0 0,0 0-45 0 0,0 0-43 0 0,0 0-60 0 0,0 0-66 0 0,5 8 6117 0 0,19 16-7080 0 0,-17-17 1133 0 0,156 172-202 0 0,-19-28-198 0 0,-126-133-126 0 0,0 1 1 0 0,-2 1 0 0 0,0 1-1 0 0,-2 0 1 0 0,3 6 5 0 0,3 22 12 0 0,-16-43-22 0 0,-5-9-196 0 0,-57-59 109 0 0,-101-98 113 0 0,108 108 132 0 0,2-1 0 0 0,-26-39-148 0 0,-12-36 517 0 0,75 107-183 0 0,12 21-237 0 0,0 0-28 0 0,0 0-13 0 0,0 0-5 0 0,0 0 0 0 0,0 0-17 0 0,0 0-7 0 0,0 0-8 0 0,0 0-38 0 0,0 0 22 0 0,0 0-10 0 0,0 0-5 0 0,0 0 21 0 0,0 0-41 0 0,3 13-54 0 0,70 80 480 0 0,56 56-304 0 0,126 128-82 0 0,-155-143-27 0 0,-94-118 14 0 0,-29-45-43 0 0,7 9-242 0 0,-31-36-1361 0 0,14 20-2935 0 0,22 25-802 0 0,5 2-5278 0 0</inkml:trace>
  <inkml:trace contextRef="#ctx0" brushRef="#br1" timeOffset="163592.79">9252 6540 0 0 0,'0'0'324'0'0,"0"0"1295"0"0,0 0 444 0 0,0 0 28 0 0,0 0-86 0 0,0 0-16 0 0,0 0-48 0 0,0 0-125 0 0,0 0-98 0 0,0 0-170 0 0,0 0-221 0 0,0-11-173 0 0,0-53 2205 0 0,8 59-800 0 0,-8 5-2547 0 0,0 0-1 0 0,0 0 13 0 0,0 0 11 0 0,0 0-9 0 0,0 0 1 0 0,0 0 12 0 0,0 0 10 0 0,0 0 11 0 0,0 0 4 0 0,0 0 20 0 0,0 0-16 0 0,0 0-6 0 0,0 0 12 0 0,0 0 5 0 0,0 0 18 0 0,0 0 1 0 0,0 0-1 0 0,0 0 2 0 0,0 0-14 0 0,0 0-4 0 0,0 0-22 0 0,0 0-19 0 0,-6 35 128 0 0,-5 65 170 0 0,-5-4-253 0 0,-27 55 163 0 0,27-65 12 0 0,5-39-247 0 0,-4-12 34 0 0,1 3-56 0 0,-2 4 13 0 0,16-40-12 0 0,-3 17 2 0 0,-3 2-173 0 0,0-15-6543 0 0,4-3 2498 0 0,0-2-7321 0 0</inkml:trace>
  <inkml:trace contextRef="#ctx0" brushRef="#br1" timeOffset="164518.79">9684 6996 5017 0 0,'0'0'3694'0'0,"0"0"-229"0"0,0 0-495 0 0,0 0-571 0 0,0 0-540 0 0,0 0-464 0 0,0 0-333 0 0,0 0-243 0 0,0 0-179 0 0,0 0-135 0 0,0 0-118 0 0,0 0-106 0 0,0 0-93 0 0,1-1-72 0 0,4-2-52 0 0,-4 24 75 0 0,18 97 130 0 0,-17-65-286 0 0,-2-52 29 0 0,17 0 1563 0 0,160-6-1720 0 0,-175 5 49 0 0,-1 0 0 0 0,0 0 0 0 0,0 0 1 0 0,0 0-1 0 0,0 0 0 0 0,0 0 0 0 0,0 0 0 0 0,0-1 1 0 0,0 1-1 0 0,0 0 0 0 0,0-1 0 0 0,0 1 0 0 0,0-1 1 0 0,0 1-1 0 0,0-1 0 0 0,0 0 0 0 0,0 1 0 0 0,0-1 1 0 0,0 0-1 0 0,0 0 0 0 0,-1 1 0 0 0,1-1 0 0 0,0 0 1 0 0,-1 0-1 0 0,1 0 0 0 0,0 0 0 0 0,-1 0 0 0 0,0 0 1 0 0,1 0-1 0 0,-1 0 0 0 0,1 0 0 0 0,-1 0 1 0 0,0 0-1 0 0,0 0 0 0 0,0-1 0 0 0,1 1 0 0 0,-1 0 96 0 0,-9-27-11603 0 0,4 23 1561 0 0</inkml:trace>
  <inkml:trace contextRef="#ctx0" brushRef="#br1" timeOffset="164789.97">9921 7128 5089 0 0,'0'0'3341'0'0,"0"0"-390"0"0,0 0-462 0 0,0 0-326 0 0,0 0-342 0 0,0 0-363 0 0,0 0-346 0 0,0 0-266 0 0,0 0-187 0 0,0 0-126 0 0,0 0-90 0 0,0 0-76 0 0,0 0-74 0 0,-2 1-49 0 0,0 1-172 0 0,0-1 0 0 0,0 1 0 0 0,0 0 0 0 0,1 0 0 0 0,-1 0 0 0 0,1-1 0 0 0,-1 2 0 0 0,1-1 0 0 0,-1 0 0 0 0,1 0-1 0 0,0 0 1 0 0,0 1 0 0 0,0-1 0 0 0,1 0 0 0 0,-1 1 0 0 0,0-1 0 0 0,1 1 0 0 0,0-1 0 0 0,-1 1-72 0 0,0 8 65 0 0,0 0 1 0 0,0 1-1 0 0,1-1 0 0 0,0 0 1 0 0,1 1-1 0 0,1-1 0 0 0,0 0 1 0 0,0 0-1 0 0,1 0 1 0 0,1 3-66 0 0,13 38-1574 0 0,-17-45-516 0 0,0-4-6484 0 0,0-1-1977 0 0</inkml:trace>
  <inkml:trace contextRef="#ctx0" brushRef="#br1" timeOffset="167624.91">9317 6462 0 0 0,'0'0'419'0'0,"0"0"693"0"0,0 0 343 0 0,0 0 81 0 0,0 0 10 0 0,0 0-75 0 0,0 0-248 0 0,0 0-175 0 0,0 0-140 0 0,0 0-122 0 0,0 0-106 0 0,1-4-73 0 0,5-9-70 0 0,-3 7 9708 0 0,-12 19-10444 0 0,-24 41 535 0 0,6 22 98 0 0,12-18-269 0 0,-2-20-145 0 0,-5 0 24 0 0,20-33-22 0 0,0 0 1 0 0,0 0-1 0 0,0 0 0 0 0,1 0 0 0 0,0 0 1 0 0,0 0-1 0 0,1 1 0 0 0,-1-1 0 0 0,1 0 0 0 0,0 0 1 0 0,1 5-23 0 0,-10 53 225 0 0,-4-35-231 0 0,-3 19 54 0 0,-7 16-46 0 0,7-35 7 0 0,7-10-12 0 0,-18 22-15 0 0,22-20 52 0 0,3 28 26 0 0,-3-29-56 0 0,-1 1-1051 0 0,3-13-4274 0 0,0-5-5386 0 0</inkml:trace>
  <inkml:trace contextRef="#ctx0" brushRef="#br1" timeOffset="-212873.51">5435 7506 0 0 0,'0'0'500'0'0,"0"0"603"0"0,0 0 224 0 0,0 0 117 0 0,0 0-90 0 0,0 0-117 0 0,0 0-154 0 0,0 0-244 0 0,0 0-57 0 0,0 0-98 0 0,2-1-91 0 0,12-9 688 0 0,20 8 60 0 0,3 2 973 0 0,-36 0-1784 0 0,-1 0 3 0 0,0 0-12 0 0,0 0-16 0 0,0 0-47 0 0,0 0-40 0 0,0 0-33 0 0,0 0-23 0 0,0 0-22 0 0,0 0-32 0 0,0 0-24 0 0,0 0-34 0 0,0 0-26 0 0,0 0-25 0 0,0 0-25 0 0,0 0-8 0 0,0 0-7 0 0,0 0-11 0 0,0 0 1 0 0,0 0-2 0 0,0 0 6 0 0,0 0 11 0 0,0 0-1 0 0,0 0 0 0 0,0 0-14 0 0,0 0 2 0 0,0 0 0 0 0,0 0-2 0 0,0 0 8 0 0,0 0-26 0 0,0 0-26 0 0,0 0-21 0 0,0 0-26 0 0,0 0 0 0 0,0 0-10 0 0,0 0-13 0 0,0 0-6 0 0,-10 0 55 0 0,-50-10 1247 0 0,-41 7-537 0 0,67-5-326 0 0,34 8-453 0 0,0 0-5 0 0,0 0-19 0 0,0 0 4 0 0,0 0 18 0 0,0 0 12 0 0,0 0 11 0 0,0-5 1213 0 0,5 4-1262 0 0,-1-1 1 0 0,0 1 0 0 0,1 0 0 0 0,-1 0 0 0 0,1 0-1 0 0,0 1 1 0 0,-1 0 0 0 0,1 0 0 0 0,-1 0 0 0 0,1 0 0 0 0,2 1 12 0 0,11 0-100 0 0,86 16-85 0 0,-151-29 306 0 0,-50-22 430 0 0,96 34-587 0 0,0-1 1 0 0,0 1-1 0 0,0 0 0 0 0,0-1 1 0 0,0 1-1 0 0,0 0 1 0 0,0 0-1 0 0,0 0 0 0 0,0 0 1 0 0,0 0-1 0 0,0-1 0 0 0,0 2 1 0 0,0-1-1 0 0,0 0 0 0 0,0 0 1 0 0,0 0-1 0 0,1 0 0 0 0,-1 1 1 0 0,0-1-1 0 0,0 0 1 0 0,0 1-1 0 0,0-1 0 0 0,0 1 1 0 0,0-1-1 0 0,1 1 0 0 0,-1-1 1 0 0,0 1-1 0 0,0 0 0 0 0,1-1 1 0 0,-1 1-1 0 0,0 0 0 0 0,1 0 1 0 0,-1 0 35 0 0,-3 1-2146 0 0,-1-2-4677 0 0,3 0 2084 0 0,2 0-6395 0 0</inkml:trace>
  <inkml:trace contextRef="#ctx0" brushRef="#br1" timeOffset="-211913.56">5787 7318 0 0 0,'0'0'1620'0'0,"0"0"482"0"0,0 0 337 0 0,0 0 170 0 0,0 0-62 0 0,0 0-306 0 0,0 0-320 0 0,0 0-279 0 0,0 0-279 0 0,0 0-213 0 0,0 0-194 0 0,0 0-144 0 0,-5-1 345 0 0,4 2 1756 0 0,7 40-2583 0 0,10 22-169 0 0,-9 17-76 0 0,-7-60-14 0 0,8 0 52 0 0,-8-20-105 0 0,0 0 0 0 0,0 0 0 0 0,0 0 9 0 0,0 0-2 0 0,0-6 142 0 0,-1-8-154 0 0,-1 0 1 0 0,0 0-1 0 0,-2 0 0 0 0,1 0 1 0 0,-2 0-1 0 0,0 0 1 0 0,0 1-1 0 0,-1 0 0 0 0,-2-1-13 0 0,-15-38 255 0 0,16 26 604 0 0,7 25-678 0 0,0 1-22 0 0,0 0-25 0 0,0 0-10 0 0,0 0-44 0 0,0 0-26 0 0,0 0-33 0 0,0 0-37 0 0,0 12-60 0 0,21 93 116 0 0,5-9-27 0 0,-8-52-42 0 0,-13-36 748 0 0,-3-6-2905 0 0,-1-1-5137 0 0,-1-1-3239 0 0</inkml:trace>
</inkml:ink>
</file>

<file path=ppt/ink/ink2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2-05T16:45:45.346"/>
    </inkml:context>
    <inkml:brush xml:id="br0">
      <inkml:brushProperty name="width" value="0.1" units="cm"/>
      <inkml:brushProperty name="height" value="0.1" units="cm"/>
    </inkml:brush>
    <inkml:brush xml:id="br1">
      <inkml:brushProperty name="width" value="0.05" units="cm"/>
      <inkml:brushProperty name="height" value="0.05" units="cm"/>
    </inkml:brush>
  </inkml:definitions>
  <inkml:trace contextRef="#ctx0" brushRef="#br0">8220 6989 0 0 0,'0'0'756'0'0,"0"0"515"0"0,0 0 200 0 0,0 0-3 0 0,0 0-126 0 0,0 0-128 0 0,0 0-110 0 0,-3-4-127 0 0,-10-12-102 0 0,-4-5 4581 0 0,-26-11-2269 0 0,13 31-2034 0 0,36 9-937 0 0,2 0-190 0 0,0-1 0 0 0,1 0 1 0 0,0-1-1 0 0,0 1 0 0 0,0-2 1 0 0,1 1-1 0 0,0-1 0 0 0,0-1 0 0 0,0 0 1 0 0,1 0-1 0 0,0-1-26 0 0,-10-3 13 0 0,-1 0-1 0 0,1 0 1 0 0,-1 0-1 0 0,1 0 1 0 0,-1-1 0 0 0,1 1-1 0 0,-1 0 1 0 0,0 0-1 0 0,1 0 1 0 0,-1 0 0 0 0,1-1-1 0 0,-1 1 1 0 0,0 0-1 0 0,1-1 1 0 0,-1 1-1 0 0,1 0 1 0 0,-1-1 0 0 0,0 1-1 0 0,0 0 1 0 0,1-1-1 0 0,-1 1 1 0 0,0 0 0 0 0,0-1-1 0 0,1 1 1 0 0,-1-1-1 0 0,0 1 1 0 0,0-1 0 0 0,0 1-1 0 0,0-1 1 0 0,1 1-1 0 0,-1-1 1 0 0,0 1-1 0 0,0 0 1 0 0,0-1 0 0 0,0 1-1 0 0,0-1 1 0 0,0 1-1 0 0,0-1 1 0 0,-1 1 0 0 0,1-1-1 0 0,0 1 1 0 0,0-1-1 0 0,0 1 1 0 0,0-1-1 0 0,-1 1 1 0 0,1 0 0 0 0,0-1-1 0 0,0 1 1 0 0,-1-1-13 0 0,-7-26 15 0 0,-39-39 639 0 0,31 48-273 0 0,-11-8 550 0 0,26 26-931 0 0,1-1 0 0 0,-1 1 1 0 0,1 0-1 0 0,-1 0 0 0 0,1 0 0 0 0,-1 0 0 0 0,1 1 0 0 0,-1-1 1 0 0,1 0-1 0 0,-1 0 0 0 0,1 0 0 0 0,0 0 0 0 0,-1 0 1 0 0,1 1-1 0 0,-1-1 0 0 0,1 0 0 0 0,-1 0 0 0 0,1 1 0 0 0,0-1 1 0 0,-1 0-1 0 0,1 0 0 0 0,0 1 0 0 0,-1-1 0 0 0,1 1 1 0 0,0-1-1 0 0,-1 0 0 0 0,1 1 0 0 0,0-1 0 0 0,0 1 0 0 0,0-1 1 0 0,-1 0-1 0 0,1 1 0 0 0,0-1 0 0 0,0 1 0 0 0,0-1 1 0 0,0 1-1 0 0,0-1 0 0 0,0 1 0 0 0,0-1 0 0 0,-4 7 4 0 0,-13 30-58 0 0,1-2-12 0 0,16-35 70 0 0,-1 0 1 0 0,1 0-1 0 0,0 0 1 0 0,0 0-1 0 0,-1 0 1 0 0,1 0-1 0 0,0 0 1 0 0,0 0 0 0 0,-1 0-1 0 0,1 1 1 0 0,0-1-1 0 0,0 0 1 0 0,0 0-1 0 0,-1 0 1 0 0,1 0-1 0 0,0 1 1 0 0,0-1-1 0 0,0 0 1 0 0,0 0-1 0 0,0 0 1 0 0,-1 1 0 0 0,1-1-1 0 0,0 0 1 0 0,0 0-1 0 0,0 1 1 0 0,0-1-1 0 0,0 0 1 0 0,0 0-1 0 0,0 1 1 0 0,0-1-1 0 0,0 0 1 0 0,0 0-1 0 0,0 1 1 0 0,0-1 0 0 0,0 0-1 0 0,0 0 1 0 0,0 1-1 0 0,0-1 1 0 0,0 0-1 0 0,0 0 1 0 0,0 0-1 0 0,0 1 1 0 0,0-1-1 0 0,1 0 1 0 0,-1 0 0 0 0,0 1-1 0 0,0-1 1 0 0,0 0-1 0 0,0 0 1 0 0,0 0-1 0 0,1 0 1 0 0,-1 1-1 0 0,0-1 1 0 0,0 0-1 0 0,0 0 1 0 0,1 0-1 0 0,-1 0 1 0 0,0 0 0 0 0,0 1-1 0 0,1-1 1 0 0,-1 0-1 0 0,0 0-4 0 0,19 0 414 0 0,-13 0-527 0 0,0 0 117 0 0,-1 1-5 0 0,1-1-1 0 0,-1 0 1 0 0,0 0 0 0 0,1-1-1 0 0,-1 1 1 0 0,0-1 0 0 0,1 0 0 0 0,-1-1-1 0 0,0 1 1 0 0,0-1 0 0 0,0 0-1 0 0,0 0 1 0 0,4-3 1 0 0,-8 3-4 0 0,0 1 0 0 0,0 0 0 0 0,0 0 0 0 0,-1 0 0 0 0,1 0 0 0 0,-1-1 0 0 0,1 1 0 0 0,-1 0 0 0 0,1-1 0 0 0,-1 1 0 0 0,0 0 0 0 0,1-1 0 0 0,-1 1 0 0 0,0 0-1 0 0,0-1 1 0 0,0 1 0 0 0,0-1 0 0 0,0 1 0 0 0,0 0 0 0 0,-1-1 0 0 0,1 1 0 0 0,0 0 0 0 0,-1-1 0 0 0,1 1 0 0 0,-1 0 0 0 0,1-1 0 0 0,-1 1 0 0 0,0 0 0 0 0,1 0 0 0 0,-1 0 0 0 0,0 0 0 0 0,0-1 0 0 0,0 1 4 0 0,-5-3 21 0 0,1-1-1 0 0,-1 1 1 0 0,0 0 0 0 0,0 0 0 0 0,-1 1 0 0 0,1 0-1 0 0,-1 0 1 0 0,1 0 0 0 0,-1 1 0 0 0,0 0 0 0 0,0 0-1 0 0,0 1 1 0 0,0 0 0 0 0,0 0 0 0 0,-2 1-21 0 0,7 0 9 0 0,1 1 1 0 0,0 0 0 0 0,-1 0-1 0 0,1 0 1 0 0,0 0 0 0 0,0 0-1 0 0,0 0 1 0 0,0 0 0 0 0,0 1-1 0 0,0-1 1 0 0,0 0 0 0 0,0 0-1 0 0,0 1 1 0 0,1-1 0 0 0,-1 1-1 0 0,1-1 1 0 0,-1 0 0 0 0,1 1-1 0 0,-1-1 1 0 0,1 1 0 0 0,0 0-1 0 0,-1-1 1 0 0,1 1 0 0 0,0-1-1 0 0,0 1 1 0 0,0-1 0 0 0,1 1-1 0 0,-1-1 1 0 0,0 1 0 0 0,0-1-1 0 0,1 1 1 0 0,0 1-10 0 0,-1 4 55 0 0,1-2-34 0 0,0 0 0 0 0,1 0-1 0 0,-1 0 1 0 0,1 0 0 0 0,1 0 0 0 0,-1 0 0 0 0,0 0 0 0 0,1-1 0 0 0,0 1 0 0 0,0-1-1 0 0,1 0 1 0 0,-1 0 0 0 0,1 0 0 0 0,0 0 0 0 0,0-1 0 0 0,3 3-21 0 0,4 5 17 0 0,-8-9-1 0 0,-1 0 0 0 0,0 0 0 0 0,1 0 1 0 0,0 0-1 0 0,-1 0 0 0 0,1 0 1 0 0,0-1-1 0 0,0 0 0 0 0,0 1 0 0 0,0-1 1 0 0,0 0-1 0 0,0 0 0 0 0,0-1 0 0 0,0 1 1 0 0,3 0-17 0 0,-4-28 133 0 0,-3 19-141 0 0,-1 0 1 0 0,0 1-1 0 0,0-1 1 0 0,-1 0-1 0 0,0 0 1 0 0,0 1-1 0 0,-1 0 0 0 0,0 0 1 0 0,-1 0-1 0 0,1 0 1 0 0,-1 0-1 0 0,0 1 0 0 0,-1 0 1 0 0,0 0-1 0 0,0 1 1 0 0,-2-2 7 0 0,7 6-9 0 0,1 1 1 0 0,0-1 0 0 0,0 1-1 0 0,-1 0 1 0 0,1-1 0 0 0,0 1-1 0 0,-1 0 1 0 0,1-1 0 0 0,0 1-1 0 0,-1 0 1 0 0,1 0 0 0 0,0-1-1 0 0,-1 1 1 0 0,1 0 0 0 0,-1 0-1 0 0,1-1 1 0 0,0 1 0 0 0,-1 0-1 0 0,1 0 1 0 0,-1 0 0 0 0,1 0 0 0 0,-1 0-1 0 0,1 0 1 0 0,-1 0 0 0 0,1 0-1 0 0,0 0 1 0 0,-1 0 0 0 0,1 0-1 0 0,-1 0 1 0 0,1 0 0 0 0,-1 0-1 0 0,1 0 1 0 0,-1 1 0 0 0,1-1-1 0 0,0 0 1 0 0,-1 0 0 0 0,1 0-1 0 0,-1 1 1 0 0,1-1 0 0 0,0 0-1 0 0,-1 0 1 0 0,1 1 0 0 0,0-1-1 0 0,-1 0 1 0 0,1 1 0 0 0,0-1-1 0 0,0 0 1 0 0,-1 1 0 0 0,1-1-1 0 0,0 1 1 0 0,0-1 0 0 0,-1 0-1 0 0,1 1 1 0 0,0-1 0 0 0,0 1-1 0 0,0-1 1 0 0,0 1 0 0 0,0-1-1 0 0,0 1 1 0 0,0-1 0 0 0,0 1-1 0 0,0-1 1 0 0,0 1 8 0 0,-3 30-584 0 0,3 10-1313 0 0,0-24-4619 0 0,0-12-3972 0 0</inkml:trace>
  <inkml:trace contextRef="#ctx0" brushRef="#br1" timeOffset="6664.88">8054 6975 0 0 0,'0'0'453'0'0,"0"0"12"0"0,0 0-29 0 0,6-3 13 0 0,17-7-56 0 0,-12 6 120 0 0,-10 4-444 0 0,-1 0 1 0 0,1 0 0 0 0,-1 0 0 0 0,1 0 0 0 0,-1 0-1 0 0,1 0 1 0 0,-1 0 0 0 0,0-1 0 0 0,1 1 0 0 0,-1 0-1 0 0,1 0 1 0 0,-1 0 0 0 0,1-1 0 0 0,-1 1 0 0 0,0 0 0 0 0,1 0-1 0 0,-1-1 1 0 0,0 1 0 0 0,1 0 0 0 0,-1-1 0 0 0,0 1-1 0 0,0 0 1 0 0,1-1 0 0 0,-1 1 0 0 0,0-1 0 0 0,0 1 0 0 0,1 0-1 0 0,-1-1 1 0 0,0 1 0 0 0,0-1 0 0 0,0 1 0 0 0,0-1-1 0 0,0 1 1 0 0,0-1 0 0 0,0 1 0 0 0,0-1 0 0 0,0 1-1 0 0,0 0 1 0 0,0-1 0 0 0,0 1 0 0 0,0-1 0 0 0,0 1 0 0 0,0-1-1 0 0,0 1-69 0 0,0-5 456 0 0,0 1-1289 0 0,-1-3 2455 0 0,-6 0 8066 0 0,-1 7-9215 0 0,-234-1 2800 0 0,-17 2-1517 0 0,-66-1-333 0 0,189 18-1065 0 0,-97-17 255 0 0,207-2-559 0 0,5-1-35 0 0,0 1-1 0 0,0 1 0 0 0,0 0 0 0 0,0 2 1 0 0,-17 4-19 0 0,18-3 20 0 0,-1-1 1 0 0,1-1 0 0 0,-1 0 0 0 0,0-2 0 0 0,-5-1-21 0 0,-126-7 129 0 0,-129 11 158 0 0,244 8-1554 0 0,22-2-2995 0 0,14-7 3759 0 0,-6 2-9058 0 0</inkml:trace>
  <inkml:trace contextRef="#ctx0" brushRef="#br1" timeOffset="8343.35">8686 113 0 0 0,'0'0'712'0'0,"0"0"699"0"0,0 0 151 0 0,0 0-41 0 0,0 0-95 0 0,0 0-103 0 0,0 0-95 0 0,0 0-101 0 0,0 0-83 0 0,-2-6-93 0 0,-10-31 1838 0 0,-6 14 73 0 0,18 23-2709 0 0,0 0-21 0 0,0 0 8 0 0,0 0-14 0 0,0 0 27 0 0,0 0 42 0 0,0 0 34 0 0,0 0 70 0 0,0 0 34 0 0,0 0 31 0 0,0 0-16 0 0,0 0-41 0 0,0 0-47 0 0,0 0-80 0 0,0 0-52 0 0,0 0-60 0 0,0 0-20 0 0,0 0-10 0 0,0 0-13 0 0,0 0 11 0 0,0 0-16 0 0,0 0 16 0 0,0 0 8 0 0,0 0-4 0 0,0 0 13 0 0,0 0-9 0 0,17 27 1721 0 0,149 146-40 0 0,-82-78-1538 0 0,61 79 93 0 0,-46-35 98 0 0,-82-119-32 0 0,-17-30-5128 0 0,-13-2-3900 0 0,9 7-1769 0 0</inkml:trace>
  <inkml:trace contextRef="#ctx0" brushRef="#br1" timeOffset="9064.81">9019 139 0 0 0,'0'0'1228'0'0,"0"0"657"0"0,0 0 43 0 0,0 0-29 0 0,0 0 2 0 0,0 0-53 0 0,0 0-109 0 0,0 0-159 0 0,0 0-126 0 0,0 0-134 0 0,0 0-153 0 0,0 0-101 0 0,-3-15-90 0 0,-9-49-115 0 0,9 39 981 0 0,26 6 780 0 0,-22 11-1951 0 0,1 1 899 0 0,-2 11-918 0 0,-1 5-645 0 0,-1 0 0 0 0,0 0 1 0 0,0 0-1 0 0,-1 0 0 0 0,0 0 1 0 0,-1-1-1 0 0,0 1 0 0 0,-1 1-7 0 0,-27 76 198 0 0,19-26-96 0 0,-16 114 232 0 0,7-88-271 0 0,-29 35-77 0 0,30-82 76 0 0,12-30-1132 0 0,8-17-4054 0 0,1 3-781 0 0,0 3-5463 0 0</inkml:trace>
  <inkml:trace contextRef="#ctx0" brushRef="#br1" timeOffset="9683.84">9378 604 6729 0 0,'0'0'3981'0'0,"0"0"-659"0"0,0 0-600 0 0,0 0-428 0 0,0 0-404 0 0,0 0-385 0 0,0 0-310 0 0,0 0-257 0 0,0 0-157 0 0,0 0-134 0 0,0 0-100 0 0,0 0-70 0 0,0-7-115 0 0,2-20-73 0 0,-2 27-273 0 0,0-1 0 0 0,0 1 0 0 0,0-1 0 0 0,0 0 0 0 0,1 1 0 0 0,-1-1-1 0 0,0 1 1 0 0,1-1 0 0 0,-1 1 0 0 0,0-1 0 0 0,1 1 0 0 0,-1 0 0 0 0,0-1 0 0 0,1 1-1 0 0,-1-1 1 0 0,1 1 0 0 0,-1 0 0 0 0,1-1 0 0 0,-1 1 0 0 0,1 0 0 0 0,-1 0 0 0 0,1-1-1 0 0,-1 1 1 0 0,1 0 0 0 0,-1 0 0 0 0,1 0 0 0 0,-1 0 0 0 0,1 0 0 0 0,-1-1 0 0 0,1 1 0 0 0,0 0-1 0 0,-1 0 1 0 0,1 0 0 0 0,-1 1 0 0 0,1-1 0 0 0,-1 0 0 0 0,1 0 0 0 0,0 0-16 0 0,0 0 47 0 0,3 0-46 0 0,0 0-1 0 0,0 0 1 0 0,0 1 0 0 0,0 0-1 0 0,0-1 1 0 0,0 1-1 0 0,0 0 1 0 0,0 1 0 0 0,0-1-1 0 0,-1 1 1 0 0,1 0-1 0 0,-1 0 1 0 0,4 2-1 0 0,1 0-2 0 0,-4-1-6 0 0,1-1-1 0 0,-1 1 0 0 0,1-1 0 0 0,-1 2 0 0 0,0-1 1 0 0,0 0-1 0 0,0 1 0 0 0,0-1 0 0 0,-1 1 0 0 0,0 0 1 0 0,1 0-1 0 0,-2 1 0 0 0,2 0 9 0 0,-4-1-4 0 0,1 1 0 0 0,-1-1 0 0 0,0 0 0 0 0,-1 0 0 0 0,1 0 0 0 0,-1 1 0 0 0,0-1 0 0 0,0 0 0 0 0,0 0 0 0 0,0 0 0 0 0,-1 0 0 0 0,0 0 0 0 0,1-1 0 0 0,-1 1 0 0 0,-1 0 0 0 0,1-1 0 0 0,0 1 0 0 0,-1-1 0 0 0,0 0 0 0 0,-3 3 4 0 0,0 2-3 0 0,-33 43 25 0 0,38-29 47 0 0,7-11 90 0 0,-2-9-108 0 0,1 0 1 0 0,0-1-1 0 0,-1 1 0 0 0,1-1 1 0 0,0 0-1 0 0,0 0 1 0 0,0 0-1 0 0,0-1 1 0 0,0 1-1 0 0,0-1 1 0 0,0-1-1 0 0,0 1 0 0 0,5-1-51 0 0,0 0 28 0 0,136 0-1508 0 0,-135 3 160 0 0,-8 1-1579 0 0,-2-1-3579 0 0,-1-1-4821 0 0</inkml:trace>
  <inkml:trace contextRef="#ctx0" brushRef="#br1" timeOffset="11870.54">9026 6638 0 0 0,'-3'-7'131'0'0,"-16"-34"277"0"0,2 13 1168 0 0,13 12 2661 0 0,-15-15 1065 0 0,13 24-4554 0 0,1 1 4707 0 0,5 8-190 0 0,6 6-4855 0 0,98 111 790 0 0,51 79-665 0 0,-52-74-353 0 0,-14-18-99 0 0,-17-17 46 0 0,-27-51 22 0 0,-25-25-129 0 0,-19-12-28 0 0,0-1-32 0 0,-1 0-28 0 0,0 0-85 0 0,0 0-106 0 0,0 0-159 0 0,-7-10-2482 0 0,-4-4-257 0 0,-5-7-5438 0 0,9 13-1661 0 0</inkml:trace>
  <inkml:trace contextRef="#ctx0" brushRef="#br1" timeOffset="12572.22">9339 6643 0 0 0,'0'0'1795'0'0,"0"0"288"0"0,0 0 118 0 0,0 0-137 0 0,0 0-150 0 0,0 0-210 0 0,0 0-173 0 0,0 0-191 0 0,0 0-225 0 0,0 0-156 0 0,0 0-104 0 0,0 0-67 0 0,1-18-45 0 0,5-55-52 0 0,-11 31 1808 0 0,5 38-1894 0 0,-1 4-551 0 0,1 0 0 0 0,0-1 0 0 0,0 1 0 0 0,0 0 0 0 0,0-1 0 0 0,0 1 0 0 0,0 0 0 0 0,0-1 0 0 0,0 1 1 0 0,0 0-1 0 0,0-1 0 0 0,0 1 0 0 0,0 0 0 0 0,0-1 0 0 0,0 1 0 0 0,0 0 0 0 0,0-1 0 0 0,0 1 0 0 0,0 0 0 0 0,1-1 0 0 0,-1 1 0 0 0,0 0 0 0 0,0-1 0 0 0,0 1 0 0 0,1 0 0 0 0,-1 0 0 0 0,0-1 0 0 0,0 1 0 0 0,0 0 0 0 0,1 0 0 0 0,-1 0 0 0 0,0-1 0 0 0,1 1 0 0 0,-1 0 0 0 0,0 0 0 0 0,0 0 0 0 0,1 0 0 0 0,-1-1 0 0 0,0 1 0 0 0,1 0 0 0 0,-1 0 1 0 0,0 0-1 0 0,1 0 0 0 0,-1 0 0 0 0,0 0 0 0 0,1 0 0 0 0,-1 0 0 0 0,0 0 0 0 0,1 0 0 0 0,-1 0 0 0 0,0 0 0 0 0,1 0 0 0 0,-1 0-54 0 0,0 0 79 0 0,0 0-6 0 0,0 0-24 0 0,0 0-3 0 0,0 0-29 0 0,0 0-9 0 0,0 0-19 0 0,-3 9 166 0 0,-7-1-36 0 0,2 1 1 0 0,-1 1-1 0 0,1-1 0 0 0,0 1 1 0 0,1 1-1 0 0,-5 9-119 0 0,4-6 101 0 0,-21 33 91 0 0,4 2-1 0 0,1 0 1 0 0,2 2-1 0 0,1 5-191 0 0,-43 143 141 0 0,22-82-133 0 0,13-81-13 0 0,17-25-303 0 0,2-20-5892 0 0,8 4-168 0 0,1 3-4537 0 0</inkml:trace>
  <inkml:trace contextRef="#ctx0" brushRef="#br1" timeOffset="13528.7">9864 6958 2112 0 0,'0'0'3443'0'0,"0"0"-336"0"0,0 0-367 0 0,0 0-475 0 0,0 0-430 0 0,0 0-327 0 0,0 0-250 0 0,0 0-202 0 0,0 0-184 0 0,0 0-156 0 0,0 0-166 0 0,0 0-165 0 0,0 0-103 0 0,-11-11-110 0 0,-34-33-82 0 0,29 33 89 0 0,-13 40 432 0 0,-18 41-150 0 0,31-36-93 0 0,-2 44 178 0 0,16-67-487 0 0,1 0 1 0 0,0 0-1 0 0,1 0 0 0 0,1 0 1 0 0,0 1-1 0 0,0-1 0 0 0,1 0 1 0 0,0-1-1 0 0,1 1 0 0 0,4 9-59 0 0,-4-12 11 0 0,1 0 0 0 0,0 0-1 0 0,0 0 1 0 0,1 0 0 0 0,0-1-1 0 0,1 0 1 0 0,-1 0 0 0 0,2-1-1 0 0,-1 1 1 0 0,0-1 0 0 0,1-1-1 0 0,0 1 1 0 0,1-1 0 0 0,-1 0-1 0 0,1-1 1 0 0,0 0 0 0 0,0 0-1 0 0,0-1 1 0 0,1 0 0 0 0,-1 0-1 0 0,1-1 1 0 0,-1 0 0 0 0,1 0-1 0 0,0-1 1 0 0,4 0-11 0 0,-11-1-20 0 0,1 1 1 0 0,-1-1-1 0 0,0 0 0 0 0,0 0 0 0 0,0 0 0 0 0,0 0 1 0 0,0 0-1 0 0,0-1 0 0 0,0 1 0 0 0,0 0 0 0 0,0-1 1 0 0,0 0-1 0 0,0 1 0 0 0,0-1 0 0 0,0 0 1 0 0,0 0-1 0 0,0 0 0 0 0,-1 0 0 0 0,1-1 0 0 0,0 1 1 0 0,-1 0-1 0 0,1-1 0 0 0,-1 1 0 0 0,1-1 1 0 0,-1 1-1 0 0,0-1 0 0 0,0 0 0 0 0,0 0 0 0 0,0 1 1 0 0,0-1-1 0 0,0 0 0 0 0,0 0 0 0 0,0 0 0 0 0,-1 0 1 0 0,1 0-1 0 0,-1-1 20 0 0,1-1-21 0 0,0 0 0 0 0,0 0 0 0 0,-1 0 1 0 0,1 0-1 0 0,-1 0 0 0 0,0 0 0 0 0,-1 0 0 0 0,1 0 1 0 0,-1 0-1 0 0,1 0 0 0 0,-1 0 0 0 0,0 1 0 0 0,-1-1 1 0 0,1 0-1 0 0,-1 0 0 0 0,1 1 0 0 0,-1-1 0 0 0,0 1 0 0 0,0 0 1 0 0,-1-1-1 0 0,1 1 0 0 0,-1 0 0 0 0,-2-2 21 0 0,3 3-9 0 0,0 0-1 0 0,0 0 0 0 0,0 1 1 0 0,0-1-1 0 0,0 0 1 0 0,-1 1-1 0 0,1-1 0 0 0,-1 1 1 0 0,1 0-1 0 0,-1 0 1 0 0,1 0-1 0 0,-1 0 0 0 0,0 0 1 0 0,0 1-1 0 0,1-1 1 0 0,-1 1-1 0 0,0 0 0 0 0,0 0 1 0 0,1 0-1 0 0,-1 0 1 0 0,0 0-1 0 0,0 1 1 0 0,1-1-1 0 0,-1 1 0 0 0,0-1 1 0 0,0 1-1 0 0,1 0 1 0 0,-1 0-1 0 0,1 1 0 0 0,-1-1 1 0 0,0 1 9 0 0,-28 34-63 0 0,6-5-2978 0 0,3-14-6625 0 0,15-14-676 0 0</inkml:trace>
  <inkml:trace contextRef="#ctx0" brushRef="#br0" timeOffset="-2783.4">7958 487 0 0 0,'0'0'235'0'0,"0"0"654"0"0,0 0 149 0 0,0 0-121 0 0,0 0-47 0 0,1-7-67 0 0,5-20-71 0 0,-6 26-585 0 0,1-1 0 0 0,0 1 0 0 0,-1 0-1 0 0,1 0 1 0 0,0 0 0 0 0,-1 0 0 0 0,1 0 0 0 0,0 0 0 0 0,0 1 0 0 0,0-1 0 0 0,0 0 0 0 0,0 0-1 0 0,0 1 1 0 0,0-1 0 0 0,0 0 0 0 0,0 1 0 0 0,0-1 0 0 0,1 1 0 0 0,-1 0 0 0 0,0-1 0 0 0,0 1 0 0 0,0 0-1 0 0,1 0 1 0 0,-1-1 0 0 0,0 1 0 0 0,0 0 0 0 0,2 0-147 0 0,2 0 1143 0 0,4-3 1381 0 0,-9 1 5557 0 0,-11-9-8136 0 0,-31-15 721 0 0,30 33-120 0 0,5 2-543 0 0,7-8 10 0 0,0 0 0 0 0,0-1 1 0 0,0 1-1 0 0,0 0 0 0 0,-1-1 0 0 0,1 1 0 0 0,0 0 0 0 0,1 0 1 0 0,-1-1-1 0 0,0 1 0 0 0,0 0 0 0 0,0 0 0 0 0,0-1 0 0 0,1 1 1 0 0,-1 0-1 0 0,0-1 0 0 0,0 1 0 0 0,1 0 0 0 0,-1-1 0 0 0,1 1 0 0 0,-1-1 1 0 0,0 1-1 0 0,1 0 0 0 0,-1-1 0 0 0,1 1 0 0 0,0-1 0 0 0,-1 0 1 0 0,1 1-1 0 0,-1-1 0 0 0,1 1 0 0 0,0-1 0 0 0,-1 0 0 0 0,1 1 1 0 0,0-1-1 0 0,-1 0 0 0 0,1 0 0 0 0,0 1 0 0 0,0-1 0 0 0,-1 0 1 0 0,1 0-1 0 0,0 0 0 0 0,-1 0 0 0 0,2 0-13 0 0,-1 1-36 0 0,6 1 67 0 0,0 1 0 0 0,0-1 0 0 0,0 0 1 0 0,0-1-1 0 0,0 0 0 0 0,0 0 0 0 0,0 0 1 0 0,1-1-1 0 0,5 0-31 0 0,-14-18 229 0 0,-43-22-114 0 0,14 25 322 0 0,13 30-378 0 0,13-9-68 0 0,-16 13-62 0 0,37-7 945 0 0,96 36-1053 0 0,-113-48 186 0 0,0 0 0 0 0,1 1 1 0 0,-1-1-1 0 0,1 0 0 0 0,-1 0 0 0 0,1 0 1 0 0,-1 0-1 0 0,0 0 0 0 0,1 0 0 0 0,-1 0 1 0 0,1 0-1 0 0,-1 0 0 0 0,0 0 0 0 0,1-1 1 0 0,-1 1-1 0 0,1 0 0 0 0,-1 0 0 0 0,1 0 1 0 0,-1 0-1 0 0,0-1 0 0 0,1 1 0 0 0,-1 0 1 0 0,0 0-1 0 0,1-1 0 0 0,-1 1 0 0 0,0 0 1 0 0,1-1-1 0 0,-1 1 0 0 0,0 0 0 0 0,0-1 1 0 0,1 1-1 0 0,-1 0 0 0 0,0-1 0 0 0,0 1 1 0 0,0 0-1 0 0,0-1 0 0 0,1 1 0 0 0,-1-1 1 0 0,0 1-1 0 0,0-1 0 0 0,0 1 0 0 0,0 0 1 0 0,0-1-1 0 0,0 1 0 0 0,0-1 0 0 0,0 1 0 0 0,0-1 1 0 0,0 1-1 0 0,0 0 0 0 0,0-1 0 0 0,-1 1 1 0 0,1-1-1 0 0,0 1 0 0 0,0 0 0 0 0,0-1 1 0 0,-1 1-8 0 0,1-2-15 0 0,1-5 32 0 0,-1-1-1 0 0,-1 0 1 0 0,1 1 0 0 0,-1-1 0 0 0,-1 0 0 0 0,1 1 0 0 0,-1-1 0 0 0,-1 1-1 0 0,1 0 1 0 0,-1 0 0 0 0,0 0 0 0 0,-1 0 0 0 0,0 0 0 0 0,-4-5-17 0 0,7 10 10 0 0,-1-1 0 0 0,1 1 1 0 0,-1 0-1 0 0,0 0 0 0 0,0 0 0 0 0,1 0 1 0 0,-1 0-1 0 0,-1 1 0 0 0,1-1 0 0 0,0 1 1 0 0,0-1-1 0 0,0 1 0 0 0,-1 0 0 0 0,1 0 1 0 0,-1 0-1 0 0,1 0 0 0 0,-1 0 1 0 0,1 0-1 0 0,-1 1 0 0 0,-1-1-10 0 0,0 1-5 0 0,0 0-1 0 0,0 1 1 0 0,1 0 0 0 0,-1-1-1 0 0,0 1 1 0 0,0 1-1 0 0,1-1 1 0 0,-1 0 0 0 0,0 1-1 0 0,1 0 1 0 0,0 0-1 0 0,-1 0 1 0 0,1 0 0 0 0,0 1-1 0 0,0-1 1 0 0,0 1-1 0 0,0-1 1 0 0,1 1 0 0 0,-1 0-1 0 0,1 0 1 0 0,-1 1-1 0 0,0 1 6 0 0,2-3 14 0 0,1 1-1 0 0,0-1 0 0 0,0 0 0 0 0,0 0 0 0 0,0 0 0 0 0,0 0 0 0 0,0 0 0 0 0,1 0 0 0 0,-1 0 0 0 0,1 0 0 0 0,-1 0 1 0 0,1 0-1 0 0,0-1 0 0 0,0 1 0 0 0,0 0 0 0 0,0 0 0 0 0,0 0 0 0 0,0-1 0 0 0,0 1 0 0 0,0-1 0 0 0,1 1 1 0 0,-1-1-1 0 0,1 1 0 0 0,-1-1 0 0 0,1 0 0 0 0,-1 1 0 0 0,1-1 0 0 0,0 0 0 0 0,0 0 0 0 0,1 0-13 0 0,-2 0 2 0 0,27 20-6 0 0,1-2 0 0 0,1 0 0 0 0,24 10 4 0 0,-28-23 52 0 0,-25-27-53 0 0,-6 14 11 0 0,0 0 0 0 0,0 0 0 0 0,0 1 0 0 0,-1 0 0 0 0,0 0-1 0 0,0 0 1 0 0,0 0 0 0 0,-1 1 0 0 0,0 0 0 0 0,0 1 0 0 0,-6-4-10 0 0,12 8 2 0 0,0-1-1 0 0,0 1 0 0 0,0-1 1 0 0,0 1-1 0 0,0-1 0 0 0,0 1 1 0 0,0-1-1 0 0,0 1 0 0 0,0 0 1 0 0,0 0-1 0 0,0-1 1 0 0,0 1-1 0 0,0 0 0 0 0,-1 0 1 0 0,1 0-1 0 0,0 0 0 0 0,0 0 1 0 0,0 1-1 0 0,0-1 0 0 0,0 0 1 0 0,0 0-1 0 0,0 1 1 0 0,0-1-1 0 0,0 1 0 0 0,0-1 1 0 0,0 1-1 0 0,0-1 0 0 0,0 1 1 0 0,0 0-1 0 0,0-1 0 0 0,0 1 1 0 0,1 0-1 0 0,-1 0 1 0 0,0-1-1 0 0,0 1 0 0 0,1 0 1 0 0,-1 0-1 0 0,1 0 0 0 0,-1 0 1 0 0,1 0-1 0 0,-1 0 0 0 0,1 0 1 0 0,0 0-1 0 0,-1 0 1 0 0,1 0-1 0 0,0 1-1 0 0,-8 53 39 0 0,8-5-97 0 0,0-50 45 0 0,6 0-309 0 0,-6 0 282 0 0,10-2-1750 0 0,-8 0-1755 0 0,-1-2-3732 0 0,0 1-3716 0 0</inkml:trace>
  <inkml:trace contextRef="#ctx0" brushRef="#br1" timeOffset="4456.39">7846 505 0 0 0,'0'0'169'0'0,"0"0"254"0"0,0 0 159 0 0,8-2 66 0 0,21-7 91 0 0,-11 3 3532 0 0,17-5 1056 0 0,-35 11-5217 0 0,0 0 1 0 0,0 0 0 0 0,0 0-1 0 0,0-1 1 0 0,-1 1 0 0 0,1 0 0 0 0,0 0-1 0 0,0 0 1 0 0,0 0 0 0 0,0 0 0 0 0,0-1-1 0 0,0 1 1 0 0,0 0 0 0 0,0 0-1 0 0,0 0 1 0 0,0 0 0 0 0,0-1 0 0 0,0 1-1 0 0,0 0 1 0 0,0 0 0 0 0,0 0 0 0 0,0 0-1 0 0,0-1 1 0 0,0 1 0 0 0,0 0-1 0 0,0 0 1 0 0,0 0 0 0 0,0 0 0 0 0,0-1-1 0 0,0 1 1 0 0,0 0 0 0 0,0 0-1 0 0,0 0 1 0 0,0 0 0 0 0,0-1 0 0 0,0 1-1 0 0,1 0 1 0 0,-1 0 0 0 0,0 0 0 0 0,0 0-111 0 0,-119-10 1820 0 0,6-3-492 0 0,69 10-806 0 0,1 2 0 0 0,-1 1 0 0 0,-12 4-522 0 0,-117-1 1208 0 0,-25 2-488 0 0,136-3-361 0 0,0-2 0 0 0,0-3 0 0 0,-15-4-359 0 0,-35 5 318 0 0,44 11-222 0 0,-98-1 286 0 0,74-13-148 0 0,20 5-124 0 0,20 9-58 0 0,-38-2 443 0 0,-78-4-495 0 0,133-3 124 0 0,5 17-2442 0 0,19-9-4089 0 0,7-5-4417 0 0</inkml:trace>
  <inkml:trace contextRef="#ctx0" brushRef="#br1" timeOffset="38891.89">196 508 0 0 0,'0'0'0'0'0,"0"0"0"0"0,0 0 0 0 0,0 0 0 0 0,0 0 0 0 0,0 0 0 0 0,0 0 0 0 0,0 0 0 0 0,0 0 0 0 0,0 0 0 0 0,0 0 0 0 0,0 0 0 0 0,-16 42 0 0 0,11-40 0 0 0,1 0 0 0 0,1-1 0 0 0,0 1 0 0 0</inkml:trace>
  <inkml:trace contextRef="#ctx0" brushRef="#br1" timeOffset="40949.72">196 508 0 0 0,'-62'42'0'0'0,"42"-36"0"0"0,19-9 0 0 0,-9-13 12484 0 0,-18 16-13499 0 0,-19 4 5176 0 0,43-5-4875 0 0,-3-2 3805 0 0,14-1 1591 0 0,18 0-4357 0 0,93-8 985 0 0,73 11-439 0 0,53 1 57 0 0,-20 2-496 0 0,-138-10-381 0 0,117-3-5 0 0,-124-1 2 0 0,36 9-44 0 0,86 8-26 0 0,-10 1 116 0 0,-83-16-123 0 0,177 10-38 0 0,-83-16 125 0 0,40 19-72 0 0,115-11 49 0 0,-38 2-74 0 0,9 4 66 0 0,-218 7-101 0 0,-1 4 0 0 0,86 19 74 0 0,-108-17-86 0 0,0-4 0 0 0,69-5 86 0 0,135 3 20 0 0,106-5-140 0 0,-211 13-36 0 0,-10 0 107 0 0,3-10 99 0 0,-114-14 36 0 0,45 6-217 0 0,-36 5-2702 0 0,-72-2-4534 0 0,-2 1 4179 0 0,0 1-7215 0 0</inkml:trace>
  <inkml:trace contextRef="#ctx0" brushRef="#br1" timeOffset="70303.4">202 7066 0 0 0,'0'0'229'0'0,"0"0"77"0"0,0 0-33 0 0,0 0-79 0 0,-2 0-58 0 0,1 0-111 0 0,-1 0 1 0 0,0 0-1 0 0,1 0 1 0 0,-1 0-1 0 0,1 1 1 0 0,-1-1-1 0 0,0 1 1 0 0,1-1-1 0 0,-1 1 1 0 0,1 0-1 0 0,-1-1 0 0 0,1 1 1 0 0,0 0-1 0 0,-1 0 1 0 0,1 0-1 0 0,0 0 1 0 0,0 0-1 0 0,-1 0 1 0 0,1 1-1 0 0,0-1 1 0 0,0 0-1 0 0,0 1 1 0 0,0-1-1 0 0,1 0 1 0 0,-1 1-1 0 0,0 1-25 0 0,-17 26 8541 0 0,15-26-8766 0 0,0-2 9992 0 0,3-3-8623 0 0,0 2-921 0 0,1-16 293 0 0,16-23-599 0 0,21-24 187 0 0,39-43 36 0 0,27-7-22 0 0,3 8-73 0 0,-1-1 102 0 0,6-21 175 0 0,-8 11-152 0 0,-54 64-95 0 0,56-65 71 0 0,7-18 5 0 0,-76 86-97 0 0,24-29 96 0 0,-16 31-67 0 0,49-49 35 0 0,42-84 105 0 0,-29 24-119 0 0,48-36-16 0 0,-17 38-59 0 0,-21-15 122 0 0,54-43-103 0 0,-53 80-20 0 0,13-5 55 0 0,-43 31-58 0 0,-4 6-27 0 0,8-2 26 0 0,41-53 5 0 0,52-59-6 0 0,1-7 23 0 0,-38 44-12 0 0,-23 37 3 0 0,21-32-34 0 0,-3-18 33 0 0,0 21-12 0 0,51-65-7 0 0,0 7 2 0 0,17 14-33 0 0,-194 195 25 0 0,-1 0 0 0 0,-1-1 0 0 0,-1-1 0 0 0,7-12-11 0 0,68-90 20 0 0,116-138-45 0 0,-72 105-67 0 0,45-45 100 0 0,-44 42 15 0 0,-59 72 7 0 0,-27 31-70 0 0,89-85 63 0 0,15-30-39 0 0,-112 124 37 0 0,-28 35 47 0 0,-3-15 288 0 0,0 8-317 0 0,-8 18-19 0 0,0 0-25 0 0,-1 0-65 0 0,0 0-94 0 0,0 0-126 0 0,0 0-189 0 0,-4 8-2758 0 0,-1 2 260 0 0,1-3-2252 0 0,1 0-5064 0 0</inkml:trace>
  <inkml:trace contextRef="#ctx0" brushRef="#br1" timeOffset="75742.15">5295 930 0 0 0,'0'0'308'0'0,"0"0"696"0"0,0 0 55 0 0,0 0-173 0 0,0 0-195 0 0,0 0-203 0 0,0 0-138 0 0,4-2-92 0 0,17-11-65 0 0,-3 7 1393 0 0,-18 6-1230 0 0,13-12 4737 0 0,24-8-3089 0 0,11 7-971 0 0,-49 12 6768 0 0,-1 0-8130 0 0,2 1 437 0 0,-17 5 1186 0 0,-27 15-965 0 0,-107 38 651 0 0,104-37-856 0 0,5-3 54 0 0,21-15 166 0 0,-3 7 556 0 0,24-10-916 0 0,0 0 0 0 0,0 0 4 0 0,0 0 17 0 0,0 0 11 0 0,0 0 7 0 0,0 0 1 0 0,0 0-6 0 0,0 0-15 0 0,0 0 10 0 0,0 0-6 0 0,0 0 28 0 0,0 0-3 0 0,0 0 17 0 0,0 0 20 0 0,0 0-10 0 0,0 0 8 0 0,0 0-24 0 0,10-5 89 0 0,83-40-331 0 0,12-7 151 0 0,-49 29 75 0 0,-17 2 133 0 0,-9 10 18 0 0,-36 25-315 0 0,-7 41 145 0 0,-5-19 63 0 0,-7 3 75 0 0,10 5-40 0 0,7 3-68 0 0,2-5-44 0 0,1-25-20 0 0,2 10 4 0 0,3-27 18 0 0,0 0 12 0 0,-2 14-942 0 0,5-9-2386 0 0,-3-1-3579 0 0,2-2-4644 0 0</inkml:trace>
  <inkml:trace contextRef="#ctx0" brushRef="#br1" timeOffset="76651.87">5668 1031 0 0 0,'0'0'0'0'0,"0"0"0"0"0,0 0 0 0 0</inkml:trace>
  <inkml:trace contextRef="#ctx0" brushRef="#br1" timeOffset="76888.95">5668 1031 0 0 0,'29'0'0'0'0</inkml:trace>
  <inkml:trace contextRef="#ctx0" brushRef="#br1" timeOffset="77307.4">5740 1023 0 0 0,'0'0'371'0'0,"0"0"666"0"0,0 0 122 0 0,0 0 53 0 0,0 0 74 0 0,0 0 80 0 0,0 0 33 0 0,0 0-22 0 0,0 0-48 0 0,10 0-30 0 0,30 0-45 0 0,-30 0-64 0 0,-10 0-116 0 0,0 0-150 0 0,-4 1 2872 0 0,-14 1-3065 0 0,-62 5-405 0 0,33-7 407 0 0,46 0-533 0 0,1 0 18 0 0,0 0 14 0 0,0 0-15 0 0,0 0-15 0 0,0 0-13 0 0,14 0 223 0 0,210-2-1324 0 0,-448-7 3342 0 0,223 9-2426 0 0,-5-1 616 0 0,25 5-647 0 0,21 7-2069 0 0,-23-7-8477 0 0,-15-3 307 0 0</inkml:trace>
  <inkml:trace contextRef="#ctx0" brushRef="#br1" timeOffset="78295.05">6199 984 0 0 0,'0'0'1590'0'0,"0"0"699"0"0,0 0 49 0 0,0 0-200 0 0,0 0-255 0 0,0 0-232 0 0,0 0-237 0 0,0 0-210 0 0,0 0-150 0 0,0 0-134 0 0,0 0-165 0 0,0 0-73 0 0,-14-6 3195 0 0,14 6-3353 0 0,0 0-37 0 0,0 0-36 0 0,0 0-38 0 0,0 0-67 0 0,0 0-42 0 0,0 0-37 0 0,0 0-39 0 0,0 0 13 0 0,0 0-44 0 0,0 0-18 0 0,0 0-36 0 0,0 0-61 0 0,0 0-7 0 0,0 0-31 0 0,0 0 3 0 0,0 0 0 0 0,0 0-26 0 0,0 0 3 0 0,0 0-37 0 0,0 0-9 0 0,0 0 8 0 0,0 0-8 0 0,0 0 21 0 0,0 0-6 0 0,0 0-9 0 0,0 17-41 0 0,1-6 83 0 0,0-1-1 0 0,2 0 1 0 0,-1 0 0 0 0,1 0-1 0 0,1 0 1 0 0,-1 0 0 0 0,2-1 0 0 0,3 7-26 0 0,6 15 17 0 0,-10-20-16 0 0,-1 1 0 0 0,0 0 1 0 0,-1-1-1 0 0,0 1 0 0 0,-1 0 1 0 0,0 0-1 0 0,-1 0 0 0 0,0 6-1 0 0,0-16 3 0 0,-1 1 1 0 0,1-1-1 0 0,0 1 0 0 0,-1-1 0 0 0,1 0 0 0 0,-1 1 0 0 0,0-1 1 0 0,0 0-1 0 0,0 0 0 0 0,0 1 0 0 0,0-1 0 0 0,-1 0 0 0 0,1 0 1 0 0,0 0-1 0 0,-1-1 0 0 0,0 1 0 0 0,1 0 0 0 0,-1 0 0 0 0,0-1 1 0 0,0 1-1 0 0,0-1 0 0 0,0 0 0 0 0,0 1 0 0 0,0-1 0 0 0,0 0 1 0 0,-1 0-1 0 0,1 0 0 0 0,0-1 0 0 0,0 1 0 0 0,-3 0-3 0 0,-73 7 237 0 0,28-10 37 0 0,49 2-257 0 0,1-1 0 0 0,-1 0 1 0 0,0 1-1 0 0,1-1 1 0 0,-1 0-1 0 0,0 1 0 0 0,1-1 1 0 0,-1 0-1 0 0,1 0 0 0 0,-1 1 1 0 0,1-1-1 0 0,-1 0 1 0 0,1 0-1 0 0,0 0 0 0 0,0 0 1 0 0,-1 0-1 0 0,1 0 0 0 0,0 0 1 0 0,0 1-1 0 0,0-1 1 0 0,0 0-1 0 0,0 0 0 0 0,0 0 1 0 0,0 0-1 0 0,0 0 0 0 0,0 0 1 0 0,0 0-1 0 0,1 0 0 0 0,-1 0 1 0 0,0 0-1 0 0,1 1 1 0 0,-1-1-1 0 0,0 0 0 0 0,1 0 1 0 0,-1 0-1 0 0,1 1 0 0 0,-1-1 1 0 0,1 0-18 0 0,9-8-29 0 0,1 1 0 0 0,0 0 1 0 0,0 1-1 0 0,0 0 0 0 0,1 1 0 0 0,0 0 1 0 0,0 1-1 0 0,1 0 0 0 0,-1 1 0 0 0,7-1 29 0 0,-9 2-48 0 0,63-25-1034 0 0,-65 16-1190 0 0,-8 7-1155 0 0,-2 1-3315 0 0,-2 2-4060 0 0</inkml:trace>
  <inkml:trace contextRef="#ctx0" brushRef="#br1" timeOffset="78918.7">6186 760 0 0 0,'0'0'1724'0'0,"0"0"305"0"0,0 0 57 0 0,0 0-123 0 0,0 0-263 0 0,0 0-326 0 0,0 0-397 0 0,0 0-371 0 0,0 0-317 0 0,0 0-189 0 0,0 0-68 0 0,0 0 24 0 0,0 0 68 0 0,1-6 68 0 0,4-16 88 0 0,9 14 748 0 0,-6 7 739 0 0,-8 1-990 0 0,0 0-16 0 0,-1-1 3948 0 0,-5 0-3798 0 0,-19-2 555 0 0,24 3-1420 0 0,1 0-28 0 0,0 0-9 0 0,0 0-20 0 0,0 0-5 0 0,0 0-8 0 0,-2 22-1990 0 0,-3-17-1538 0 0,-4-1-3828 0 0,3-3-3543 0 0</inkml:trace>
  <inkml:trace contextRef="#ctx0" brushRef="#br1" timeOffset="101751.33">2 727 0 0 0,'0'0'484'0'0,"0"0"96"0"0,0 0 95 0 0,0 0 53 0 0,0 0-17 0 0,0 0-43 0 0,0 0-61 0 0,0 0-67 0 0,0 0-56 0 0,0 0-66 0 0,0 0-65 0 0,0 0-56 0 0,0 0-49 0 0,0 0-42 0 0,0 0-23 0 0,0 0-26 0 0,0 0-29 0 0,0 0-1 0 0,0 0 3 0 0,-1-17 3444 0 0,1 11 5591 0 0,-1 2-5430 0 0,12 7-3469 0 0,61 67-309 0 0,31 37 87 0 0,-94-97-39 0 0,1-1 0 0 0,0 0-1 0 0,1 0 1 0 0,0-1 0 0 0,0-1-1 0 0,12 6-4 0 0,77 57 36 0 0,53 39 0 0 0,-66-28-4 0 0,-38-32-62 0 0,3 0 94 0 0,198 181-115 0 0,-97-92 47 0 0,-20-15 43 0 0,-30-17-17 0 0,-16-16-4 0 0,-5-14-15 0 0,23 22 24 0 0,88 106-27 0 0,14 23 110 0 0,-77-85-49 0 0,-36-38-22 0 0,211 252 21 0 0,-70-70 17 0 0,-161-196-53 0 0,95 125-16 0 0,-75-91 9 0 0,78 95 22 0 0,97 43 24 0 0,-186-184-54 0 0,124 114-21 0 0,-138-124 38 0 0,37 38-28 0 0,50 67 2 0 0,-82-84-3 0 0,65 60 3 0 0,100 107 28 0 0,22 27 7 0 0,-163-182-50 0 0,-37-41-11 0 0,-3 3 0 0 0,18 29 26 0 0,26 35 10 0 0,-40-52-13 0 0,11 36 11 0 0,43 29 28 0 0,-39-56-17 0 0,-18-14-29 0 0,-11-20 37 0 0,-10-14-7 0 0,-9-5-7 0 0,-13 5-142 0 0,-17-47-6188 0 0,-11-1 1708 0 0,3 6-1409 0 0,2 2-2226 0 0</inkml:trace>
  <inkml:trace contextRef="#ctx0" brushRef="#br1" timeOffset="136975.46">162 7275 0 0 0,'0'0'267'0'0,"0"0"492"0"0,-5-2 17 0 0,-16-5 15 0 0,17 6 8916 0 0,2 0-3683 0 0,2 1-1812 0 0,5 1-4646 0 0,13-11 597 0 0,20 1-117 0 0,155 2 456 0 0,-115 16-481 0 0,106 4 529 0 0,-90-3-457 0 0,13-9 98 0 0,147-19-103 0 0,-77 5-103 0 0,67 8 30 0 0,85-1-78 0 0,76-1 63 0 0,-85 2 5 0 0,110-1 65 0 0,-121-15-28 0 0,225 25-12 0 0,-231-10-17 0 0,-37-18 132 0 0,-162 1 9 0 0,-31 14-152 0 0,1 3 0 0 0,23 4-2 0 0,51-4 27 0 0,-5-1-23 0 0,161-12 41 0 0,-147-8 48 0 0,95 27-79 0 0,-128 3 42 0 0,-64-15-43 0 0,-44 9 68 0 0,-16 2-83 0 0,-16-1-2216 0 0,-8 3-590 0 0,8 1-3033 0 0,7 0-4458 0 0</inkml:trace>
  <inkml:trace contextRef="#ctx0" brushRef="#br1" timeOffset="142823.54">5265 7053 0 0 0,'0'0'231'0'0,"0"0"106"0"0,0 0-26 0 0,10-3 6 0 0,29-8-10 0 0,5 2 3570 0 0,-45 8 3286 0 0,-5-2-3358 0 0,-26-9-3614 0 0,8 4 70 0 0,-90-28 389 0 0,41 13 113 0 0,-4 17-667 0 0,72 5-858 0 0,-1-7 5668 0 0,6 7-4990 0 0,-31-36-294 0 0,28 32 334 0 0,219 106-486 0 0,-56-19 359 0 0,-114-54 98 0 0,-20 3-145 0 0,67 14 336 0 0,-80-40-128 0 0,-13-5 4 0 0,0 0 6 0 0,0 0-11 0 0,0 0-1 0 0,0 0-11 0 0,-6 0-37 0 0,-119 0 1222 0 0,120 1-1134 0 0,-1-1 1 0 0,1 1-1 0 0,-1 1 1 0 0,1-1-1 0 0,0 1 1 0 0,-1 0-1 0 0,1 0 1 0 0,0 1-1 0 0,0-1 1 0 0,1 1-1 0 0,-2 1-28 0 0,-33 15 52 0 0,12-10 23 0 0,0-1 0 0 0,0-2 0 0 0,-1 0 0 0 0,0-2 0 0 0,-7-1-75 0 0,-34 10-911 0 0,43-7-5528 0 0,21-4-3719 0 0</inkml:trace>
  <inkml:trace contextRef="#ctx0" brushRef="#br1" timeOffset="144672.15">6181 7467 0 0 0,'0'0'711'0'0,"0"0"1101"0"0,0 0 329 0 0,0 0-100 0 0,0 0-276 0 0,0 0-364 0 0,0 0-251 0 0,0 0-95 0 0,0 0-4 0 0,0 0 8 0 0,0 0-56 0 0,0 0-123 0 0,-1 0-140 0 0,-9 0 823 0 0,10 0-1414 0 0,0 0-37 0 0,0 0-49 0 0,0 0-23 0 0,0 0 7 0 0,0 0-15 0 0,0 0 2 0 0,0 0-14 0 0,0 0-33 0 0,0 0-22 0 0,0 0 1 0 0,0 0-9 0 0,0 10-90 0 0,1 0 215 0 0,1-1 0 0 0,0 1 0 0 0,1 0 0 0 0,0-1 0 0 0,0 1 0 0 0,1-1 0 0 0,0 0 0 0 0,1 0 0 0 0,0-1 0 0 0,2 3-82 0 0,14 29 103 0 0,-17-33-100 0 0,7 16-10 0 0,-1 0 1 0 0,-1 1-1 0 0,-1 0 1 0 0,-1 1-1 0 0,1 8 7 0 0,-3 47 0 0 0,-6-78 3 0 0,0 0-1 0 0,0 1 1 0 0,0-1 0 0 0,0 0-1 0 0,0 1 1 0 0,-1-1 0 0 0,1 0-1 0 0,-1 0 1 0 0,1 0-1 0 0,-1 0 1 0 0,0 0 0 0 0,0 0-1 0 0,1-1 1 0 0,-1 1 0 0 0,0-1-1 0 0,-1 1 1 0 0,1-1-1 0 0,0 0 1 0 0,0 0 0 0 0,-1 0-1 0 0,1 0 1 0 0,0 0 0 0 0,-1 0-1 0 0,1-1 1 0 0,-1 1-1 0 0,1-1 1 0 0,-1 0 0 0 0,1 1-1 0 0,-1-1 1 0 0,0 0 0 0 0,1-1-1 0 0,-1 1-2 0 0,-2 0 68 0 0,0-1 0 0 0,0 1 0 0 0,0-1 0 0 0,0-1 0 0 0,0 1 0 0 0,0-1 0 0 0,0 0 0 0 0,1 0 0 0 0,-1 0 0 0 0,1 0 0 0 0,-1-1 0 0 0,1 0 0 0 0,0 0 0 0 0,0 0 0 0 0,0 0 0 0 0,0-1 0 0 0,-2-2-68 0 0,3 3 127 0 0,0 0 0 0 0,0 0 0 0 0,0 0-1 0 0,0 0 1 0 0,1-1 0 0 0,0 1 0 0 0,-1-1 0 0 0,1 0-1 0 0,1 1 1 0 0,-1-1 0 0 0,0 0 0 0 0,1 0-1 0 0,0 0 1 0 0,0 0 0 0 0,0 0 0 0 0,0 0-1 0 0,1 0 1 0 0,0-1 0 0 0,-1 1 0 0 0,2 0-127 0 0,0 1 27 0 0,1 1 1 0 0,0 0 0 0 0,-1-1-1 0 0,1 1 1 0 0,0 0 0 0 0,1 0-1 0 0,-1 0 1 0 0,0 1 0 0 0,0-1-1 0 0,1 1 1 0 0,-1-1 0 0 0,1 1-1 0 0,-1 0 1 0 0,1 0 0 0 0,0 0-1 0 0,0 0 1 0 0,-1 0-1 0 0,1 0 1 0 0,0 1 0 0 0,1 0-28 0 0,1-2 1 0 0,150-15-2217 0 0,-141 12 563 0 0,-11 1-1399 0 0,-2-1-3577 0 0,-1 2-3447 0 0</inkml:trace>
  <inkml:trace contextRef="#ctx0" brushRef="#br1" timeOffset="145292.93">6128 7244 0 0 0,'0'0'2000'0'0,"0"0"548"0"0,0 0-83 0 0,0 0-60 0 0,0 0-225 0 0,0 0-302 0 0,0 0-435 0 0,0 0-431 0 0,0 0-293 0 0,0 0-155 0 0,0 0-52 0 0,0 0-33 0 0,0 0-43 0 0,-2-1-69 0 0,0-2-358 0 0,3 7 936 0 0,23 19 1503 0 0,-43-1-7562 0 0,15-17 69 0 0,3-1-4926 0 0</inkml:trace>
</inkml:ink>
</file>

<file path=ppt/ink/ink2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2-05T16:49:09.597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</inkml:brush>
  </inkml:definitions>
  <inkml:trace contextRef="#ctx0" brushRef="#br0">8947 9782 0 0 0,'0'0'1043'0'0,"0"0"771"0"0,0 0 117 0 0,0 0-239 0 0,0 0-289 0 0,0 0-265 0 0,0 0-193 0 0,0 0-150 0 0,0 0-76 0 0,0 0-60 0 0,0 0-46 0 0,-13-5 3760 0 0,13 5-3928 0 0,-6-17 1601 0 0,13 24 2277 0 0,31 39-4345 0 0,194 237 580 0 0,-3-36-320 0 0,-95-108-118 0 0,-112-115-166 0 0,-22-23 50 0 0,0-1 2 0 0,0 0-26 0 0,0 0 4 0 0,0 0-12 0 0,0 0-6 0 0,-11-17-189 0 0,-61-72-979 0 0,21 23-1442 0 0,5 6-2018 0 0,2 1-4168 0 0,34 44 1964 0 0</inkml:trace>
  <inkml:trace contextRef="#ctx0" brushRef="#br0" timeOffset="529.68">9286 9873 0 0 0,'0'0'2043'0'0,"0"0"947"0"0,0 0 96 0 0,0 0-271 0 0,0 0-283 0 0,0 0-315 0 0,0 0-272 0 0,0 0-317 0 0,0 0-301 0 0,0 0-237 0 0,0 0-197 0 0,0 0-113 0 0,0 0-108 0 0,3-8-111 0 0,5-26-108 0 0,-6 26-85 0 0,-2 8-77 0 0,0 0-64 0 0,0 0-59 0 0,0 0-74 0 0,1 0-28 0 0,0 0-37 0 0,-1 0-24 0 0,0 0-22 0 0,-5 42 20 0 0,-6-16 75 0 0,-21 42 154 0 0,-2 56 266 0 0,4 7-211 0 0,-27 33-298 0 0,41-110-16 0 0,14-49-1044 0 0,-4 14 2715 0 0,5-16-5491 0 0,0-6-5145 0 0,1 2-2216 0 0</inkml:trace>
  <inkml:trace contextRef="#ctx0" brushRef="#br0" timeOffset="3009.92">9647 10341 0 0 0,'0'0'541'0'0,"0"0"844"0"0,0 0 299 0 0,0 0 58 0 0,0 0-20 0 0,0 0-115 0 0,0 0-118 0 0,0 0-129 0 0,0 0-107 0 0,0 0-120 0 0,0 0-130 0 0,-2-2-129 0 0,-8-7-138 0 0,7 7-93 0 0,3 2-119 0 0,0 0-71 0 0,0 0-26 0 0,0 0-70 0 0,0 0 22 0 0,0 0 19 0 0,0 0-10 0 0,0 0 36 0 0,0 0-31 0 0,0 0-17 0 0,0 0-14 0 0,0 0-36 0 0,6 1 307 0 0,30 4-648 0 0,93 23-19 0 0,-74-23 307 0 0,-73 36 461 0 0,12 4-735 0 0,2-4 23 0 0,1 0 0 0 0,3-1-1 0 0,2 15-21 0 0,20 136-85 0 0,-21-174-144 0 0,-1-25-3101 0 0,-1-16-7885 0 0,-2 19 2440 0 0</inkml:trace>
  <inkml:trace contextRef="#ctx0" brushRef="#br0" timeOffset="3426.24">9978 10633 2080 0 0,'0'0'4133'0'0,"0"0"-712"0"0,0 0-587 0 0,0 0-476 0 0,0 0-447 0 0,0 0-421 0 0,0 0-320 0 0,0 0-264 0 0,0 0-183 0 0,0 0-114 0 0,0 0-59 0 0,0 0-26 0 0,-3-4-9 0 0,-9-11-41 0 0,-4 12 733 0 0,-42 23-1099 0 0,-45-32 303 0 0,56 10-991 0 0,30 10-9035 0 0,15-6-1517 0 0</inkml:trace>
  <inkml:trace contextRef="#ctx0" brushRef="#br1" timeOffset="-14410.91">8266 10180 0 0 0,'0'0'273'0'0,"0"0"713"0"0,0 0 34 0 0,0 0-178 0 0,0 0-110 0 0,0 0-75 0 0,0 0-79 0 0,0 0-137 0 0,0 0-125 0 0,0 0-37 0 0,-4-4 3920 0 0,-15-13-3342 0 0,19 17-850 0 0,-5-5 390 0 0,-1 1-1 0 0,0 0 0 0 0,1 0 1 0 0,-1 0-1 0 0,-1 1 0 0 0,1-1 1 0 0,0 1-1 0 0,-1 1 0 0 0,0-1 1 0 0,1 1-1 0 0,-1 1 0 0 0,0-1 0 0 0,-2 1-396 0 0,4 32 2810 0 0,4-27-2737 0 0,1 1 0 0 0,0-1-1 0 0,0 0 1 0 0,1 1 0 0 0,-1-1 0 0 0,1 0-1 0 0,0 1 1 0 0,0-1 0 0 0,0 0-1 0 0,1 0 1 0 0,-1 0 0 0 0,1 0-1 0 0,0 0 1 0 0,0 0 0 0 0,1 0-1 0 0,0 0-72 0 0,-2-2 32 0 0,0-1 0 0 0,0 1 0 0 0,1 0 0 0 0,-1-1 0 0 0,0 1 0 0 0,1-1 0 0 0,0 0 0 0 0,-1 1 0 0 0,1-1 0 0 0,-1 0 0 0 0,1 0 0 0 0,0 0 0 0 0,0 0 0 0 0,0 0 0 0 0,0-1 0 0 0,0 1 0 0 0,0 0 0 0 0,0-1 0 0 0,0 0-1 0 0,0 1 1 0 0,0-1 0 0 0,0 0 0 0 0,0 0 0 0 0,0 0 0 0 0,0 0 0 0 0,0 0-32 0 0,0-2 28 0 0,-1 0-1 0 0,0 1 1 0 0,1-1-1 0 0,-1 0 1 0 0,0 0 0 0 0,0 0-1 0 0,0 0 1 0 0,0 1-1 0 0,0-2 1 0 0,0 1-1 0 0,-1 0 1 0 0,1 0 0 0 0,-1 0-1 0 0,1 0 1 0 0,-1 0-1 0 0,0 0 1 0 0,0 0-1 0 0,0-1 1 0 0,0 1-1 0 0,0-1-27 0 0,0 1 12 0 0,-1-5 12 0 0,1 0 1 0 0,-1 0-1 0 0,0-1 0 0 0,0 1 0 0 0,-1 0 1 0 0,0 0-1 0 0,0 0 0 0 0,-1 1 0 0 0,0-1 1 0 0,0 0-1 0 0,-1 1 0 0 0,1 0 1 0 0,-1 0-1 0 0,-1 0 0 0 0,1 0 0 0 0,-1 1 1 0 0,0-1-1 0 0,0 1 0 0 0,-1 1 0 0 0,-4-4-24 0 0,10 7 0 0 0,-1 1 0 0 0,1 0 0 0 0,-1-1 0 0 0,0 1-1 0 0,1 0 1 0 0,-1 0 0 0 0,1 0 0 0 0,-1-1 0 0 0,1 1-1 0 0,-1 0 1 0 0,0 0 0 0 0,1 0 0 0 0,-1 0 0 0 0,0 0 0 0 0,1 0-1 0 0,-1 0 1 0 0,1 0 0 0 0,-1 0 0 0 0,0 0 0 0 0,1 1-1 0 0,-1-1 1 0 0,1 0 0 0 0,-1 0 0 0 0,1 0 0 0 0,-1 1-1 0 0,0-1 1 0 0,1 0 0 0 0,-1 1 0 0 0,1-1 0 0 0,-1 0-1 0 0,1 1 1 0 0,0-1 0 0 0,-1 1 0 0 0,1-1 0 0 0,-1 1 0 0 0,1-1-1 0 0,0 1 1 0 0,-1-1 0 0 0,1 1 0 0 0,0-1 0 0 0,0 1-1 0 0,-1-1 1 0 0,1 1 0 0 0,0 0 0 0 0,0-1 0 0 0,0 1-1 0 0,0-1 1 0 0,0 1 0 0 0,0 0 0 0 0,-7 32 55 0 0,6-27-36 0 0,1 1 0 0 0,0 0 0 0 0,0-1 0 0 0,0 1 1 0 0,1-1-1 0 0,0 1 0 0 0,0-1 0 0 0,0 1 0 0 0,1-1 0 0 0,0 0 0 0 0,2 5-19 0 0,-3-11 1 0 0,1 7 26 0 0,2 0 0 0 0,-1 0 0 0 0,1 0 0 0 0,0-1 0 0 0,0 0 0 0 0,1 0 0 0 0,0 0 0 0 0,0 0 0 0 0,1-1 0 0 0,-1 0 0 0 0,1 0 0 0 0,0 0 0 0 0,0-1 0 0 0,1 0 0 0 0,-1 0 0 0 0,5 1-27 0 0,-11-4 26 0 0,1-1-1 0 0,0 0 1 0 0,0 0 0 0 0,0 0 0 0 0,0 0 0 0 0,0 0 0 0 0,-1 0 0 0 0,1-1 0 0 0,0 1 0 0 0,0 0 0 0 0,0 0 0 0 0,0-1 0 0 0,-1 1 0 0 0,1 0 0 0 0,0-1 0 0 0,0 1 0 0 0,-1-1 0 0 0,1 1 0 0 0,0-1 0 0 0,-1 1 0 0 0,1-1 0 0 0,0 0 0 0 0,-1 1 0 0 0,1-1 0 0 0,-1 0 0 0 0,1 1 0 0 0,-1-1 0 0 0,1 0-1 0 0,-1 0 1 0 0,0 1 0 0 0,1-1 0 0 0,-1 0 0 0 0,0 0 0 0 0,0 0 0 0 0,1 0 0 0 0,-1 1 0 0 0,0-1 0 0 0,0 0 0 0 0,0 0 0 0 0,0 0 0 0 0,0 0-26 0 0,-2-40 60 0 0,1 36-91 0 0,0 0 1 0 0,0 0 0 0 0,-1 0-1 0 0,0 0 1 0 0,0 0 0 0 0,0 1-1 0 0,-1-1 1 0 0,0 1 0 0 0,1-1-1 0 0,-2 1 1 0 0,1 0-1 0 0,0 0 1 0 0,-2-1 30 0 0,-19 1-1988 0 0,15 6-3824 0 0,6 0-4548 0 0</inkml:trace>
  <inkml:trace contextRef="#ctx0" brushRef="#br0" timeOffset="13945.49">7976 10187 0 0 0,'79'-13'0'0'0,"-41"11"4965"0"0,-24 2-1518 0 0,-17 0-1810 0 0,-57 18 2009 0 0,41-12-2967 0 0,1 0 1 0 0,-1-2-1 0 0,0 0 1 0 0,-1 0-1 0 0,1-2 1 0 0,-7 0-680 0 0,-96 3 3294 0 0,-118-9-3294 0 0,-33-22 1228 0 0,-145 24 478 0 0,222-11-942 0 0,-86 5-173 0 0,189 11-445 0 0,6 9 84 0 0,57 1-245 0 0,27-11-290 0 0,1 0-327 0 0,2 2-8537 0 0,0-4-1936 0 0</inkml:trace>
  <inkml:trace contextRef="#ctx0" brushRef="#br0" timeOffset="-8161.8">9436 544 584 0 0,'0'0'4118'0'0,"0"0"-790"0"0,0 0-400 0 0,0 0-234 0 0,0 0-269 0 0,0 0-318 0 0,0 0-437 0 0,0 0-341 0 0,0 0-233 0 0,0 0-170 0 0,0 0-109 0 0,0 0-91 0 0,0 0-99 0 0,-2-2-94 0 0,-9-12 1496 0 0,11 34-1936 0 0,-15 95-34 0 0,15-53-42 0 0,22-33 80 0 0,-24-36-4704 0 0,-10-4-4166 0 0,11 10 6621 0 0,-6-4-9039 0 0</inkml:trace>
  <inkml:trace contextRef="#ctx0" brushRef="#br0" timeOffset="-9278.35">8754 85 0 0 0,'0'0'683'0'0,"0"0"1088"0"0,0 0 199 0 0,0 0-183 0 0,0 0-203 0 0,0 0-122 0 0,0 0-151 0 0,-5-6-160 0 0,-18-24 1789 0 0,19 20 736 0 0,3 10-3567 0 0,1 0-6 0 0,0 0-9 0 0,0 0-14 0 0,0 0-20 0 0,0 0-26 0 0,0 0 3 0 0,-1 1 4524 0 0,3 5-4237 0 0,48 48 84 0 0,15 19-151 0 0,3-2 0 0 0,30 20-257 0 0,69 57 60 0 0,-95-81 1 0 0,-51-40-64 0 0,-20-27-2 0 0,-1 0 24 0 0,0 0 15 0 0,0 0 16 0 0,0 0 4 0 0,0 0 30 0 0,0 0-48 0 0,0 0-4 0 0,0 0-20 0 0,0 0-32 0 0,0 0-12 0 0,-3-10-1617 0 0,-50-46-7294 0 0,27 32 1227 0 0,17 15 983 0 0</inkml:trace>
  <inkml:trace contextRef="#ctx0" brushRef="#br0" timeOffset="-8658.18">9036 119 0 0 0,'0'0'2443'0'0,"0"0"136"0"0,0 0-23 0 0,0 0-212 0 0,0 0-143 0 0,0 0-186 0 0,0 0-244 0 0,0 0-260 0 0,0 0-212 0 0,0 0-207 0 0,0 0-152 0 0,-2-14-96 0 0,-12-63 569 0 0,14 50 1883 0 0,0 26-3090 0 0,0 1-21 0 0,-2 5-230 0 0,-11 13 135 0 0,-3 15-40 0 0,-10 87 226 0 0,21-66-230 0 0,-2 0 0 0 0,-2 0 0 0 0,-3-1 0 0 0,-15 40-46 0 0,-12 13 14 0 0,30-77 55 0 0,9-33-2283 0 0,0-9-3175 0 0,1 6-1866 0 0,-1 5-2892 0 0</inkml:trace>
  <inkml:trace contextRef="#ctx0" brushRef="#br0" timeOffset="-5207.25">9382 3717 2449 0 0,'0'0'3390'0'0,"0"0"-258"0"0,0 0-298 0 0,0 0-244 0 0,0 0-405 0 0,0 0-497 0 0,0 0-432 0 0,0 0-340 0 0,0 0-258 0 0,0 0-169 0 0,0 0-113 0 0,0 0-90 0 0,0 0-41 0 0,-2-8 1710 0 0,17 7 2251 0 0,1-2-3382 0 0,24-1-1358 0 0,44 4 470 0 0,-79 8-80 0 0,25 60-184 0 0,-30-66 316 0 0,1 0 1 0 0,-1 0 0 0 0,0 1-1 0 0,1-1 1 0 0,-1 0 0 0 0,0 1-1 0 0,-1-1 1 0 0,1 0-1 0 0,0 0 1 0 0,-1 1 0 0 0,1-1-1 0 0,-1 0 1 0 0,1 0 0 0 0,-1 0-1 0 0,0 1 1 0 0,0-1 0 0 0,0 0-1 0 0,0 0 1 0 0,-1 0-1 0 0,1-1 1 0 0,0 1 0 0 0,-1 0-1 0 0,0 0 1 0 0,1-1 0 0 0,-1 1-1 0 0,0-1 1 0 0,0 1 0 0 0,1-1-1 0 0,-1 0 1 0 0,0 0-1 0 0,-1 0 1 0 0,1 0 0 0 0,0 0-1 0 0,0 0 1 0 0,0-1 0 0 0,0 1-1 0 0,-1-1 1 0 0,1 1 0 0 0,0-1-1 0 0,0 0 1 0 0,-1 0-1 0 0,1 0 1 0 0,0 0 0 0 0,-1 0-1 0 0,1-1 1 0 0,-1 1 11 0 0,-53 0 19 0 0,51-1 16 0 0,13 5 4 0 0,174 140-284 0 0,-180-142 232 0 0,0 0 0 0 0,0 0 0 0 0,0-1 0 0 0,0 1 0 0 0,-1 1 0 0 0,1-1 0 0 0,0 0 0 0 0,-1 0 1 0 0,0 0-1 0 0,1 1 0 0 0,-1-1 0 0 0,0 1 0 0 0,0-1 0 0 0,0 1 0 0 0,-1-1 0 0 0,1 1 0 0 0,0 0 0 0 0,-1-1 0 0 0,0 1 0 0 0,0 0 0 0 0,0-1 0 0 0,0 1 1 0 0,0 1 12 0 0,-2-3-5 0 0,-1 1 0 0 0,1-1 0 0 0,-1 1 1 0 0,0-1-1 0 0,1 0 0 0 0,-1 0 1 0 0,0 0-1 0 0,0 0 0 0 0,1-1 0 0 0,-1 1 1 0 0,0-1-1 0 0,0 1 0 0 0,0-1 1 0 0,0 0-1 0 0,-3 0 5 0 0,-20 0 15 0 0,7 1-218 0 0,0-2 0 0 0,0 1 0 0 0,1-2 0 0 0,-1-1 0 0 0,-8-2 203 0 0,7 0-1327 0 0,0 0-2044 0 0,6 0-4315 0 0,8 4-3439 0 0</inkml:trace>
  <inkml:trace contextRef="#ctx0" brushRef="#br0" timeOffset="-6878.29">8762 3176 0 0 0,'0'0'1336'0'0,"0"0"701"0"0,0 0 70 0 0,0 0 105 0 0,0 0 107 0 0,0 0 3 0 0,0 0-127 0 0,0 0-242 0 0,0 0-302 0 0,0 0-319 0 0,0 0-273 0 0,-4-3-243 0 0,-11-10-201 0 0,11 9-159 0 0,12 14 738 0 0,-1-3-1193 0 0,-1-1 0 0 0,0 1 0 0 0,-1 0 0 0 0,1 0 0 0 0,-1 1 0 0 0,-1-1 0 0 0,0 1 0 0 0,0 0 0 0 0,2 4-1 0 0,9 18 21 0 0,10 15 49 0 0,2-2 0 0 0,2-1-1 0 0,2-2 1 0 0,2-1-1 0 0,25 24-69 0 0,114 104 138 0 0,-139-132-170 0 0,-33-39-1735 0 0,-29-33-2856 0 0,7 14-1736 0 0,14 15 1921 0 0,0-1-2463 0 0</inkml:trace>
  <inkml:trace contextRef="#ctx0" brushRef="#br0" timeOffset="-6373.39">9062 3333 3089 0 0,'0'0'3622'0'0,"0"0"-392"0"0,0 0-271 0 0,0 0-346 0 0,0 0-401 0 0,0 0-417 0 0,0 0-388 0 0,0 0-280 0 0,0 0-177 0 0,0 0-82 0 0,0 0-77 0 0,0 0-87 0 0,-2-11-95 0 0,-8-33-118 0 0,8 33-112 0 0,2 11-95 0 0,0 0-79 0 0,0 0-71 0 0,0 0-26 0 0,0 0-30 0 0,0 0-22 0 0,-1 10 170 0 0,-26 35-229 0 0,8-18 12 0 0,10-15 2 0 0,0 0-1 0 0,1 1 0 0 0,1 0 0 0 0,0 0 0 0 0,0 0 1 0 0,1 1-1 0 0,1 0 0 0 0,1 1 0 0 0,-1 3-10 0 0,-10 70 108 0 0,12-16 60 0 0,3-24-2123 0 0,0-48 971 0 0,0 0-568 0 0,0 0-1298 0 0,-1 0 185 0 0,0 0-5043 0 0,1-2-2889 0 0</inkml:trace>
  <inkml:trace contextRef="#ctx0" brushRef="#br0" timeOffset="-3708.74">8900 6366 0 0 0,'0'0'655'0'0,"0"0"1135"0"0,0 0 93 0 0,0 0-172 0 0,0 0-166 0 0,0 0-180 0 0,0 0-133 0 0,0 0-75 0 0,0 0-26 0 0,0 0-85 0 0,-4-3-169 0 0,-11-9-167 0 0,11 9-161 0 0,4 3-90 0 0,0 0-11 0 0,0 0-24 0 0,0 0-28 0 0,0 0-14 0 0,0 0-17 0 0,0 0 9 0 0,0 0 30 0 0,0 0 18 0 0,0 0 7 0 0,0 0-16 0 0,2 8 1151 0 0,51 69-578 0 0,43 45-302 0 0,52 29-112 0 0,40 32-232 0 0,-152-136-373 0 0,-87-108-5109 0 0,30 31 454 0 0,9 13-577 0 0,2 3-3920 0 0</inkml:trace>
  <inkml:trace contextRef="#ctx0" brushRef="#br0" timeOffset="-3189.29">9221 6493 4953 0 0,'0'0'3266'0'0,"0"0"-227"0"0,0 0-262 0 0,0 0-327 0 0,0 0-382 0 0,0 0-413 0 0,0 0-314 0 0,0 0-213 0 0,0 0-172 0 0,0 0-93 0 0,0 0-79 0 0,0 0-85 0 0,-3-19-106 0 0,-10-56-101 0 0,10 57-93 0 0,3 18-112 0 0,0 0-67 0 0,0 0-69 0 0,0 0-69 0 0,0 0-31 0 0,0 0-35 0 0,0 0-11 0 0,0 3-14 0 0,-1 1 0 0 0,1-1-1 0 0,-1 1 1 0 0,1 0 0 0 0,-1-1 0 0 0,0 0-1 0 0,-1 1 1 0 0,1-1 0 0 0,-1 0-1 0 0,1 1 1 0 0,-1-1 0 0 0,0 0-1 0 0,0 0 1 0 0,-2 2 9 0 0,-2 4-11 0 0,-24 32 10 0 0,-10 16 41 0 0,-24 109 26 0 0,44-47-35 0 0,7-81-140 0 0,10-34-424 0 0,-5 5-43 0 0,3-8-2715 0 0,-1 0-3556 0 0,5-1-2233 0 0</inkml:trace>
  <inkml:trace contextRef="#ctx0" brushRef="#br0" timeOffset="-2510">9592 6875 7762 0 0,'0'0'4547'0'0,"0"0"-811"0"0,0 0-877 0 0,0 0-678 0 0,0 0-562 0 0,0 0-419 0 0,0 0-292 0 0,0 0-232 0 0,0 0-152 0 0,0 0-140 0 0,0 0-104 0 0,0 0-73 0 0,0 0-91 0 0,-1-3-49 0 0,0 0-54 0 0,1 3-12 0 0,-1 0-1 0 0,1 1 0 0 0,0-1 0 0 0,0 0 1 0 0,0 0-1 0 0,0 0 0 0 0,0 0 0 0 0,0 1 1 0 0,-1-1-1 0 0,1 0 0 0 0,0 0 0 0 0,0 0 1 0 0,0 0-1 0 0,0 0 0 0 0,-1 0 0 0 0,1 0 1 0 0,0 0-1 0 0,0 0 0 0 0,0 1 0 0 0,-1-1 0 0 0,1 0 1 0 0,0 0-1 0 0,0 0 0 0 0,0 0 0 0 0,-1 0 1 0 0,1 0-1 0 0,0 0 0 0 0,0 0 0 0 0,0 0 1 0 0,-1-1-1 0 0,1 1 0 0 0,0 0 0 0 0,0 0 1 0 0,0 0-1 0 0,-1 0 0 0 0,1 0 0 0 0,0 0 1 0 0,0 0-1 0 0,0 0 0 0 0,0 0 0 0 0,-1-1 1 0 0,1 1-1 0 0,0 0 0 0 0,0 0 0 0 0,0 0 0 0 0,0 0 1 0 0,0-1-1 0 0,0 1 0 0 0,-1 0 0 0 0,1 0 1 0 0,0 0-1 0 0,0 0 0 0 0,0-1 0 0 0,0 1 1 0 0,0 0-1 0 0,0 0 0 0 0,0 0 0 0 0,0-1 1 0 0,0 1-1 0 0,0 0 0 0 0,-13 35 48 0 0,3 36-52 0 0,9-68-22 0 0,6 3 1497 0 0,1-6-1729 0 0,-3 0 233 0 0,1 0 1 0 0,0 0-1 0 0,-1 1 1 0 0,1 0-1 0 0,-1-1 0 0 0,1 1 1 0 0,-1 1-1 0 0,0-1 1 0 0,1 0-1 0 0,-1 1 1 0 0,0-1-1 0 0,0 1 1 0 0,0 0-1 0 0,0 0 1 0 0,2 3 24 0 0,8 4-54 0 0,-2 1 1 0 0,1 0-1 0 0,-2 1 0 0 0,1 1 1 0 0,-1-1-1 0 0,2 5 54 0 0,-11-14-12 0 0,0 0-1 0 0,0-1 0 0 0,0 1 1 0 0,0 0-1 0 0,0-1 0 0 0,0 1 1 0 0,-1 0-1 0 0,1 0 0 0 0,-1 0 1 0 0,1-1-1 0 0,-1 1 0 0 0,1 0 1 0 0,-1 0-1 0 0,0 0 0 0 0,0 0 1 0 0,0 0-1 0 0,0 0 0 0 0,-1 0 1 0 0,1 0-1 0 0,0 0 0 0 0,-1-1 1 0 0,1 1-1 0 0,-1 0 0 0 0,0 0 1 0 0,1 0-1 0 0,-1-1 0 0 0,0 1 0 0 0,0 0 1 0 0,0-1-1 0 0,0 1 0 0 0,-1-1 1 0 0,1 1-1 0 0,0-1 0 0 0,-1 1 1 0 0,1-1-1 0 0,-1 0 0 0 0,1 0 1 0 0,-1 0-1 0 0,1 0 0 0 0,-2 1 13 0 0,-5 1-6 0 0,-1 0 0 0 0,0-1 0 0 0,0 1 0 0 0,1-2 0 0 0,-1 1 0 0 0,0-1 0 0 0,0-1 0 0 0,-1 1 0 0 0,1-2 0 0 0,0 1 0 0 0,-1-1 6 0 0,-30-12-1074 0 0,28 5-1843 0 0,4 0-3504 0 0,4 5-1955 0 0</inkml:trace>
  <inkml:trace contextRef="#ctx0" brushRef="#br0" timeOffset="-2121.78">9582 6829 6161 0 0,'0'0'5013'0'0,"0"0"-989"0"0,0 0-913 0 0,0 0-785 0 0,0 0-636 0 0,0 0-471 0 0,0 0-296 0 0,0 0-215 0 0,0 0-176 0 0,0 0-127 0 0,0 0-118 0 0,0 0-90 0 0,10-7-65 0 0,34-20-66 0 0,-5 20-44 0 0,-23 9-73 0 0,0 0 0 0 0,0 0 0 0 0,-1 2 0 0 0,1 0 0 0 0,0 0 0 0 0,-1 2 51 0 0,18 4-957 0 0,-29-9 1452 0 0,-3-1-4259 0 0,0 0-5369 0 0,-3 0-1465 0 0</inkml:trace>
  <inkml:trace contextRef="#ctx0" brushRef="#br1" timeOffset="-16094.92">8144 6777 0 0 0,'0'0'1887'0'0,"0"0"77"0"0,0 0-196 0 0,0 0-279 0 0,0 0-251 0 0,0 0-142 0 0,0 0-8 0 0,0 0 55 0 0,0 0-24 0 0,0 0-33 0 0,-2-3-87 0 0,0 0-948 0 0,1 1 139 0 0,0 0 0 0 0,0 0 1 0 0,0 1-1 0 0,0-1 0 0 0,0 1 1 0 0,-1-1-1 0 0,1 1 0 0 0,0 0 1 0 0,-1-1-1 0 0,1 1 0 0 0,-1 0 1 0 0,0 0-1 0 0,1 0 0 0 0,-1 0 1 0 0,0 0-1 0 0,1 0 0 0 0,-1 0 1 0 0,0 1-1 0 0,0-1-190 0 0,1 1 52 0 0,1 0-5 0 0,0 0-9 0 0,0 0-11 0 0,-6 0 33 0 0,-36 15-1 0 0,32-4 1641 0 0,10-11-1328 0 0,16 7 588 0 0,97 33-1424 0 0,-91-38 423 0 0,-22-2 28 0 0,0 0-54 0 0,-20-26-657 0 0,7 15 958 0 0,0 1 1 0 0,-1 0-1 0 0,0 2 1 0 0,0-1-1 0 0,-13-4-234 0 0,-3 6 999 0 0,27 30-379 0 0,3-17-574 0 0,1-1 1 0 0,-1 1-1 0 0,1 0 1 0 0,0-1-1 0 0,1 1 0 0 0,-1 0 1 0 0,1-1-1 0 0,0 0 1 0 0,1 1-1 0 0,-1-1 1 0 0,1 0-1 0 0,0 0 0 0 0,0 0 1 0 0,1-1-1 0 0,-1 1 1 0 0,1-1-1 0 0,0 0 0 0 0,0 0 1 0 0,1 0-1 0 0,2 2-46 0 0,-3-5-3 0 0,-8-9-6 0 0,-11-11-9 0 0,14 17 16 0 0,-51-54 45 0 0,52 56-45 0 0,0 0 0 0 0,0 1 0 0 0,0-1 1 0 0,0 1-1 0 0,0-1 0 0 0,0 0 0 0 0,0 1 0 0 0,0-1 1 0 0,0 0-1 0 0,0 1 0 0 0,0-1 0 0 0,0 0 0 0 0,-1 1 0 0 0,1-1 1 0 0,0 0-1 0 0,0 1 0 0 0,0-1 0 0 0,-1 0 0 0 0,1 1 1 0 0,0-1-1 0 0,0 0 0 0 0,0 0 0 0 0,-1 1 0 0 0,1-1 0 0 0,0 0 1 0 0,-1 0-1 0 0,1 1 0 0 0,0-1 0 0 0,-1 0 0 0 0,1 0 1 0 0,0 0-1 0 0,-1 0 0 0 0,1 0 0 0 0,0 1 0 0 0,-1-1 0 0 0,1 0 1 0 0,0 0-1 0 0,-1 0 0 0 0,1 0 0 0 0,0 0 0 0 0,-1 0 1 0 0,1 0-1 0 0,0 0 0 0 0,-1 0 0 0 0,1 0 0 0 0,-1 0 0 0 0,1-1 1 0 0,0 1-1 0 0,-1 0 0 0 0,1 0 0 0 0,0 0 0 0 0,-1 0 1 0 0,1 0-1 0 0,0-1 0 0 0,0 1 0 0 0,-1 0 0 0 0,1 0 1 0 0,0-1-1 0 0,-1 1 0 0 0,1 0 0 0 0,0 0 0 0 0,0-1 0 0 0,0 1 1 0 0,-1 0-1 0 0,1-1 2 0 0,3 31 443 0 0,-2-28-380 0 0,0 0 0 0 0,0 0 0 0 0,0-1 0 0 0,1 1 0 0 0,-1 0 0 0 0,1-1 0 0 0,-1 1 0 0 0,1-1 1 0 0,0 1-1 0 0,-1-1 0 0 0,1 0 0 0 0,0 1 0 0 0,0-1 0 0 0,0 0 0 0 0,0 0 0 0 0,0-1 0 0 0,0 1 0 0 0,0 0 0 0 0,0-1 0 0 0,0 1 0 0 0,1-1 0 0 0,-1 0 0 0 0,0 1-63 0 0,-2-11-3330 0 0,0 7-2662 0 0,0-1-5164 0 0</inkml:trace>
  <inkml:trace contextRef="#ctx0" brushRef="#br0" timeOffset="12266.26">7917 6732 0 0 0,'0'0'127'0'0,"0"0"357"0"0,0 0 121 0 0,0 0-14 0 0,0 0 4 0 0,14-1-63 0 0,41-1-51 0 0,-37 3 1525 0 0,-17 2 6318 0 0,-5 4-7341 0 0,-1-4-841 0 0,-1 0 0 0 0,0-1-1 0 0,0 1 1 0 0,0-1-1 0 0,0 0 1 0 0,0-1-1 0 0,0 0 1 0 0,0 0-1 0 0,0 0 1 0 0,-1 0-1 0 0,1-1 1 0 0,0 0-1 0 0,-1-1 1 0 0,-4 0-142 0 0,-4 1 224 0 0,-229-13 1490 0 0,-109 4-68 0 0,-58-15-7 0 0,153 31-430 0 0,192-6-999 0 0,23 0 48 0 0,0-1-1 0 0,1-3 0 0 0,-16-3-257 0 0,-129-4 730 0 0,169 10-727 0 0,-23 7 60 0 0,-76 10 257 0 0,92-13-250 0 0,-1-1-514 0 0,10 3-3251 0 0,12-4-2789 0 0,1-2-4818 0 0</inkml:trace>
  <inkml:trace contextRef="#ctx0" brushRef="#br1" timeOffset="-18009.89">8104 3631 0 0 0,'0'0'1398'0'0,"0"0"75"0"0,0 0-51 0 0,0 0-186 0 0,0 0-169 0 0,0 0-47 0 0,0 0 22 0 0,0 0 21 0 0,0 0 44 0 0,-2-5-60 0 0,-25-35 4335 0 0,22 37-3041 0 0,-15-3-2373 0 0,-18 0 1330 0 0,37 6-1168 0 0,1 0-54 0 0,0 0-41 0 0,-7 2-19 0 0,7 0 9 0 0,-1 1 1 0 0,1 1 0 0 0,-1-1 0 0 0,1 0 0 0 0,0 0 0 0 0,0 0 0 0 0,0 0 0 0 0,0 0 0 0 0,1 0 0 0 0,-1 0 0 0 0,1 0 0 0 0,0 0 0 0 0,-1 0 0 0 0,2 0 0 0 0,-1 0-26 0 0,46 42 224 0 0,-43-42-213 0 0,0-1 1 0 0,1 0-1 0 0,-1-1 0 0 0,0 1 0 0 0,1-1 1 0 0,-1 1-1 0 0,1-2 0 0 0,0 1 1 0 0,-1 0-1 0 0,1-1 0 0 0,0 0 0 0 0,-1 0 1 0 0,1 0-12 0 0,-3-1 11 0 0,0 0 0 0 0,0 0 0 0 0,-1-1 0 0 0,1 1 0 0 0,-1 0 0 0 0,1-1 1 0 0,-1 1-1 0 0,0-1 0 0 0,1 1 0 0 0,-1-1 0 0 0,0 1 0 0 0,0-1 0 0 0,0 0 0 0 0,0 0 1 0 0,-1 0-1 0 0,1 1 0 0 0,0-1 0 0 0,-1 0 0 0 0,1 0 0 0 0,-1 0 0 0 0,0 0 1 0 0,1 0-1 0 0,-1 0 0 0 0,0 0 0 0 0,0 0 0 0 0,-1 0 0 0 0,1 0 0 0 0,0 0 0 0 0,-1-1-11 0 0,1-2 12 0 0,0 0 0 0 0,0 0 0 0 0,-1 0 0 0 0,1 0 0 0 0,-1 1 0 0 0,0-1-1 0 0,-1 0 1 0 0,1 1 0 0 0,-1-1 0 0 0,0 1 0 0 0,0-1 0 0 0,-1 1 0 0 0,1 0-1 0 0,-1 0 1 0 0,0 0 0 0 0,0 0 0 0 0,0 0 0 0 0,-3-2-12 0 0,3 3 11 0 0,0 0-1 0 0,1 0 1 0 0,-1 0 0 0 0,-1 1 0 0 0,1 0 0 0 0,0-1 0 0 0,0 1 0 0 0,-1 0-1 0 0,1 0 1 0 0,-1 1 0 0 0,0-1 0 0 0,1 1 0 0 0,-1 0 0 0 0,0 0 0 0 0,0 0-1 0 0,0 1 1 0 0,0-1 0 0 0,0 1 0 0 0,0 0 0 0 0,0 0 0 0 0,0 0 0 0 0,-2 1-11 0 0,3 1 0 0 0,1 0 1 0 0,-1 0 0 0 0,0 0 0 0 0,1 0 0 0 0,-1 1 0 0 0,1-1 0 0 0,0 1 0 0 0,-1 0-1 0 0,2-1 1 0 0,-1 1 0 0 0,0 0 0 0 0,0 0 0 0 0,1 1 0 0 0,0-1 0 0 0,-1 0 0 0 0,1 0-1 0 0,0 1 0 0 0,-3 6 0 0 0,-4 32 326 0 0,32-39 772 0 0,-22-2-1065 0 0,0-1-1 0 0,1 0 0 0 0,-1 0 0 0 0,0 0 0 0 0,0 0 0 0 0,0 0 0 0 0,0 0 0 0 0,0-1 0 0 0,0 1 0 0 0,0-1 0 0 0,0 1 0 0 0,0-1 0 0 0,0 0 0 0 0,0 0 0 0 0,0 0 0 0 0,0 0 0 0 0,-1 0 0 0 0,1 0 0 0 0,0 0 0 0 0,-1-1 0 0 0,1 1 1 0 0,-1-1-1 0 0,1 1 0 0 0,-1-1 0 0 0,0 1 0 0 0,1-1 0 0 0,-1 0 0 0 0,0 0 0 0 0,0 0 0 0 0,0 1 0 0 0,-1-1 0 0 0,1-1-32 0 0,0 1-10 0 0,0 0 0 0 0,0 1 0 0 0,-1-1 0 0 0,1 0 0 0 0,-1 1 0 0 0,0-1 0 0 0,1 0 0 0 0,-1 0 0 0 0,0 1 0 0 0,0-1 1 0 0,0 0-1 0 0,0 0 0 0 0,0 0 0 0 0,0 1 0 0 0,-1-1 0 0 0,1 0 0 0 0,-1 1 0 0 0,1-1 0 0 0,-1 0 0 0 0,0 1 0 0 0,1-1 0 0 0,-1 0 0 0 0,0 1 0 0 0,0-1 0 0 0,0 1 0 0 0,0 0 0 0 0,-1-1 0 0 0,1 1 0 0 0,0 0 0 0 0,0-1 0 0 0,-1 1 0 0 0,1 0 1 0 0,-1 0-1 0 0,1 0 0 0 0,-1 0 0 0 0,1 1 0 0 0,-1-1 0 0 0,0 0 0 0 0,1 1 0 0 0,-1-1 0 0 0,0 1 0 0 0,0-1 0 0 0,0 1 10 0 0,1 0 3 0 0,0 0-1 0 0,0-1 1 0 0,0 1-1 0 0,0 0 1 0 0,0 0-1 0 0,0 0 1 0 0,0 0 0 0 0,0 0-1 0 0,0 0 1 0 0,0 1-1 0 0,0-1 1 0 0,0 0 0 0 0,0 0-1 0 0,0 1 1 0 0,0-1-1 0 0,0 1 1 0 0,0-1 0 0 0,0 1-1 0 0,0-1 1 0 0,0 1-1 0 0,0 0 1 0 0,0-1 0 0 0,0 1-1 0 0,1 0 1 0 0,-1 0-1 0 0,0-1 1 0 0,1 1 0 0 0,-1 0-1 0 0,0 0 1 0 0,1 0-1 0 0,-1 0 1 0 0,1 0-1 0 0,-1 0 1 0 0,1 0 0 0 0,0 0-1 0 0,-1 0 1 0 0,1 0-1 0 0,0 0 1 0 0,0 0 0 0 0,0 0-1 0 0,0 0 1 0 0,0 0-1 0 0,0 0 1 0 0,0 1 0 0 0,0-1-1 0 0,0 0 1 0 0,0 0-1 0 0,1 0 1 0 0,-1 0 0 0 0,0 0-1 0 0,1 0 1 0 0,-1 0-1 0 0,1 0-2 0 0,23 25 575 0 0,-16-21-3109 0 0,-2 1-3312 0 0,-6-6-4425 0 0</inkml:trace>
  <inkml:trace contextRef="#ctx0" brushRef="#br0" timeOffset="10712.2">7924 3574 0 0 0,'0'0'1238'0'0,"0"0"25"0"0,0 0-114 0 0,0 0-82 0 0,0 0-5 0 0,0 0-46 0 0,0 0-125 0 0,0 0-171 0 0,0 0-197 0 0,1-2-138 0 0,6-6-32 0 0,-6 7-31 0 0,-1 1-29 0 0,0 0-15 0 0,0 0-46 0 0,0 0-28 0 0,0 0-35 0 0,0 0-29 0 0,0 0-15 0 0,0 0-10 0 0,0 0 21 0 0,-8 3 752 0 0,-185 1 3935 0 0,-222-2-1600 0 0,160 5-1857 0 0,104-2-926 0 0,-186-2 711 0 0,130 11-618 0 0,-53-14 357 0 0,204-1-873 0 0,49 6-1806 0 0,6 1-5148 0 0,1-3-3812 0 0</inkml:trace>
  <inkml:trace contextRef="#ctx0" brushRef="#br1" timeOffset="-19739.97">8115 410 0 0 0,'0'0'2012'0'0,"0"0"-100"0"0,0 0-276 0 0,0 0-292 0 0,0 0-240 0 0,0 0-162 0 0,0 0-133 0 0,0 0-132 0 0,0 0-59 0 0,-2-7-20 0 0,-7-19 6 0 0,2 15 5220 0 0,-10 4-5419 0 0,8 4 343 0 0,8 2-606 0 0,-1 0-1 0 0,1 0 0 0 0,-1 1 0 0 0,1-1 1 0 0,-1 0-1 0 0,0 1 0 0 0,0-1 0 0 0,1 1 1 0 0,-1-1-1 0 0,0 1 0 0 0,0 0 0 0 0,1 0 1 0 0,-1 0-1 0 0,0 0 0 0 0,0 0 0 0 0,0 0 0 0 0,1 0 1 0 0,-1 0-1 0 0,0 1 0 0 0,0-1 0 0 0,0 1-141 0 0,-51 9 238 0 0,17 19 86 0 0,10-9-277 0 0,22-9 205 0 0,4-11-140 0 0,0 0 58 0 0,15 10 574 0 0,-1-3-701 0 0,-1-1-1 0 0,1-1 0 0 0,0 0 0 0 0,1 0 1 0 0,-1-2-1 0 0,1 1 0 0 0,0-2 0 0 0,0 0 1 0 0,14-1-43 0 0,-28-1 52 0 0,-2-8-30 0 0,-1 3-35 0 0,0 0-1 0 0,-1 0 0 0 0,1 1 1 0 0,-1-1-1 0 0,0 1 0 0 0,0 0 1 0 0,-1 0-1 0 0,1 0 1 0 0,-1 0-1 0 0,0 1 0 0 0,0-1 1 0 0,-3 0 13 0 0,3-1-6 0 0,-108-71 475 0 0,112 76-468 0 0,-1 0 0 0 0,1 0 0 0 0,-1 0 0 0 0,1-1 0 0 0,-1 1 1 0 0,1 0-1 0 0,-1 0 0 0 0,1 0 0 0 0,-1 0 0 0 0,1 0 0 0 0,-1 0 0 0 0,1 0 0 0 0,-1 0 0 0 0,1 0 0 0 0,-1 0 0 0 0,1 0 0 0 0,-1 0 0 0 0,1 1 0 0 0,-1-1 0 0 0,1 0 0 0 0,-1 0 0 0 0,1 1 0 0 0,-1-1 0 0 0,1 0 0 0 0,-1 0 0 0 0,1 1 0 0 0,0-1 0 0 0,-1 0 0 0 0,1 1 0 0 0,-1-1 0 0 0,1 1 0 0 0,0-1 0 0 0,0 0 1 0 0,-1 1-1 0 0,1-1 0 0 0,0 1 0 0 0,0-1 0 0 0,-1 1 0 0 0,1-1 0 0 0,0 1 0 0 0,0-1 0 0 0,0 1 0 0 0,0-1 0 0 0,0 1 0 0 0,0-1 0 0 0,0 1 0 0 0,0-1 0 0 0,0 1 0 0 0,0-1 0 0 0,0 1 0 0 0,0-1 0 0 0,0 1 0 0 0,0-1 0 0 0,0 1 0 0 0,0-1 0 0 0,1 1 0 0 0,-1-1 0 0 0,0 1-1 0 0,0 3 18 0 0,0 85 80 0 0,0-89-63 0 0,23 2 607 0 0,-19-2-619 0 0,0 1 1 0 0,0-1 0 0 0,-1 1-1 0 0,1-1 1 0 0,0 0 0 0 0,0-1-1 0 0,0 1 1 0 0,0-1-1 0 0,-1 0 1 0 0,1 0 0 0 0,0 0-1 0 0,0 0 1 0 0,-1 0 0 0 0,1-1-1 0 0,1-1-23 0 0,-4 3-7 0 0,-1 0-1 0 0,0 0 0 0 0,1-1 1 0 0,-1 1-1 0 0,1 0 0 0 0,-1 0 1 0 0,1-1-1 0 0,-1 1 0 0 0,0 0 1 0 0,1-1-1 0 0,-1 1 0 0 0,0 0 1 0 0,1-1-1 0 0,-1 1 0 0 0,0-1 1 0 0,0 1-1 0 0,1 0 0 0 0,-1-1 1 0 0,0 1-1 0 0,0-1 0 0 0,0 1 1 0 0,1-1-1 0 0,-1 1 0 0 0,0-1 1 0 0,0 1-1 0 0,0-1 1 0 0,0 1-1 0 0,0-1 0 0 0,0 1 1 0 0,0-1-1 0 0,0 1 0 0 0,0-1 1 0 0,0 1-1 0 0,0 0 0 0 0,-1-1 1 0 0,1 1-1 0 0,0-1 0 0 0,0 1 1 0 0,0-1-1 0 0,-1 1 0 0 0,1-1 1 0 0,0 1-1 0 0,0 0 0 0 0,-1-1 1 0 0,1 1-1 0 0,0 0 0 0 0,-1-1 1 0 0,1 1-1 0 0,0 0 0 0 0,-1-1 1 0 0,1 1-1 0 0,-1 0 0 0 0,1-1 1 0 0,-1 1-1 0 0,1 0 8 0 0,-30-14-161 0 0,24 12 178 0 0,-28-6 8 0 0,40 16 26 0 0,42 50-2069 0 0,-43-47-2608 0 0,-4-9 2225 0 0,1 2-8384 0 0</inkml:trace>
  <inkml:trace contextRef="#ctx0" brushRef="#br0" timeOffset="9117.27">7750 423 0 0 0,'0'0'381'0'0,"0"0"524"0"0,0 0-43 0 0,0 0-125 0 0,0 0-180 0 0,0 0-142 0 0,0 0-95 0 0,0 0-60 0 0,8-5-60 0 0,25-13-29 0 0,5 13 359 0 0,55 13 748 0 0,-62-3 169 0 0,-57 3 2979 0 0,-19-5-2136 0 0,-105-12 1276 0 0,81 0-2724 0 0,-2 3 0 0 0,1 3 0 0 0,-29 4-842 0 0,33-1 268 0 0,-243 10 514 0 0,152-5-186 0 0,-22 19-232 0 0,-107-22 563 0 0,91-21-135 0 0,107 22-625 0 0,-42 2 281 0 0,51-1-3346 0 0,68-2-2446 0 0,4-2-5756 0 0</inkml:trace>
  <inkml:trace contextRef="#ctx0" brushRef="#br0" timeOffset="39469.15">10 403 0 0 0,'0'0'393'0'0,"0"0"446"0"0,0 0 76 0 0,0 0-47 0 0,0 0-85 0 0,-2 0 5762 0 0,-5-1-2753 0 0,7 1 3147 0 0,48-9-4656 0 0,13-2-1906 0 0,28-5 441 0 0,25 4-661 0 0,49-1 27 0 0,-40-3 4 0 0,22 11-59 0 0,-96 5-120 0 0,141 10-4 0 0,-32-12 243 0 0,-5 9-252 0 0,2 6 39 0 0,-30-10 46 0 0,-56-12 91 0 0,88 7-232 0 0,38 26 64 0 0,104-14-8 0 0,53-10 74 0 0,-327 0-64 0 0,426-11 90 0 0,80-4-33 0 0,-292 5-83 0 0,237 13 83 0 0,-280-17-62 0 0,-113 16 32 0 0,39 12-55 0 0,172 13-121 0 0,-186-26 150 0 0,30-5 14 0 0,25 11-86 0 0,-112-5 121 0 0,-51-2-38 0 0,0 0-18 0 0,0 0 3 0 0,0 0-10 0 0,0 0-3 0 0,0 0 11 0 0,0 0 2 0 0,0 0 26 0 0,0 0-4 0 0,0 0-5 0 0,0 0 0 0 0,15-2-22 0 0,31-6-2 0 0,-30 6-16 0 0,-15 2 24 0 0,-1 0 28 0 0,0 0-2 0 0,0 0-35 0 0,0 0-4 0 0,0 0-3 0 0,0 0-7 0 0,0 0 31 0 0,0 0 0 0 0,0 0 1 0 0,0 0 1 0 0,0 0 7 0 0,0 0-16 0 0,0 0 14 0 0,0 0-15 0 0,0 0 12 0 0,0 0 1 0 0,0 0 23 0 0,0 0 2 0 0,0 0 0 0 0,0 0 1 0 0,0 0-34 0 0,18 2-816 0 0,-6 11-937 0 0,-8-6-5760 0 0,-4-6-3180 0 0</inkml:trace>
  <inkml:trace contextRef="#ctx0" brushRef="#br0" timeOffset="65194.47">202 6847 0 0 0,'0'0'423'0'0,"0"0"345"0"0,0 0-49 0 0,0 0-100 0 0,0 0-125 0 0,0 0-116 0 0,0 0-146 0 0,-2 0-172 0 0,-8 8-2334 0 0,8-6 3016 0 0,-4 9-144 0 0,5-9 4303 0 0,3-1 5093 0 0,-1-1-9935 0 0,-1 0-19 0 0,0 0-12 0 0,0 0-1 0 0,1 0-21 0 0,18-16 831 0 0,-3-2-448 0 0,14-18 229 0 0,70-68 200 0 0,-59 50-228 0 0,-13 16-273 0 0,64-110 382 0 0,20 8-594 0 0,11-9 81 0 0,-44 32-30 0 0,11-7-60 0 0,-2 12-49 0 0,5 0-15 0 0,-29 34 9 0 0,77-87 27 0 0,168-217 117 0 0,-188 229 45 0 0,-79 96-165 0 0,24-19-64 0 0,-29 25 14 0 0,35-38-4 0 0,98-96-6 0 0,-83 60 52 0 0,43-38-47 0 0,-14 37 3 0 0,64-63 28 0 0,-57 45 5 0 0,0 9-32 0 0,2-11 17 0 0,-8-2 4 0 0,104-113-19 0 0,50-22-7 0 0,-117 117 27 0 0,-22 8 17 0 0,-49 53-51 0 0,-27 40-38 0 0,3 3 0 0 0,53-43 36 0 0,2 4 0 0 0,32-21-24 0 0,-21 6-6 0 0,-88 78 40 0 0,16-32 23 0 0,-26 39-40 0 0,1 0 0 0 0,2 2 0 0 0,1 1 0 0 0,24-17 7 0 0,42-29-64 0 0,78-79 64 0 0,-123 101 7 0 0,47-40-26 0 0,33-45 20 0 0,103-79-25 0 0,-190 166 76 0 0,-26 29 107 0 0,59-47-150 0 0,-43 35 91 0 0,-35 33-147 0 0,0-1-1 0 0,1 1 1 0 0,-1 0-1 0 0,1 0 0 0 0,-1 0 1 0 0,1 0-1 0 0,-1-1 0 0 0,1 1 1 0 0,-1 0-1 0 0,1 0 0 0 0,-1 0 1 0 0,1 0-1 0 0,-1 0 1 0 0,1 0-1 0 0,-1 0 0 0 0,1 1 1 0 0,-1-1-1 0 0,1 0 0 0 0,-1 0 1 0 0,1 0-1 0 0,-1 0 0 0 0,1 1 1 0 0,-1-1-1 0 0,1 0 1 0 0,-1 0-1 0 0,1 1 0 0 0,-1-1 1 0 0,0 0-1 0 0,1 1 0 0 0,-1-1 1 0 0,0 0-1 0 0,1 1 0 0 0,-1-1 1 0 0,0 1-1 0 0,1-1 1 0 0,-1 0-1 0 0,0 1 0 0 0,0-1 1 0 0,0 1-1 0 0,1-1 0 0 0,-1 1 1 0 0,0-1-1 0 0,0 1 0 0 0,0-1 1 0 0,0 1-1 0 0,0-1 1 0 0,0 1-1 0 0,0-1 0 0 0,0 1 1 0 0,0-1-1 0 0,0 1 0 0 0,0-1 1 0 0,0 1-1 0 0,0-1 0 0 0,-1 1 1 0 0,1-1-1 0 0,0 1 48 0 0,0 18-4655 0 0,0-13 1328 0 0,0 2-7045 0 0</inkml:trace>
  <inkml:trace contextRef="#ctx0" brushRef="#br0" timeOffset="69820.5">5416 931 0 0 0,'0'0'647'0'0,"0"0"552"0"0,0 0-67 0 0,0 0-108 0 0,0 0-33 0 0,0 0-81 0 0,0 0 23 0 0,0 0-22 0 0,0 0-61 0 0,4-7-13 0 0,22-29 1680 0 0,-26 35-1652 0 0,0 1-69 0 0,0 0-117 0 0,0 0-109 0 0,0 0-105 0 0,0 0-4 0 0,0 0 33 0 0,0 0 9 0 0,0 0 38 0 0,0 0-17 0 0,0 0-9 0 0,0 0 22 0 0,0 0-10 0 0,0 0 23 0 0,0 0-6 0 0,0 0-16 0 0,0 0-19 0 0,0 0-34 0 0,0 0-70 0 0,0 0-103 0 0,6-10 611 0 0,17-4-501 0 0,-22 14-366 0 0,-1 0-14 0 0,0 0 5 0 0,22-16 2470 0 0,27-7-2440 0 0,-49 23-52 0 0,0 0-13 0 0,-18 0 221 0 0,-18 14-174 0 0,19-3-65 0 0,-102 26 78 0 0,71-28 56 0 0,22 4-74 0 0,-58 12 106 0 0,60-20 55 0 0,24-5-153 0 0,0 0-14 0 0,0 0-2 0 0,0 0-28 0 0,0 0 17 0 0,0 0 8 0 0,0 0 10 0 0,0 0 12 0 0,0 0-14 0 0,0 0 6 0 0,0 0-21 0 0,0 0-12 0 0,0 0 2 0 0,0 0-19 0 0,-1 0-141 0 0,1 0 199 0 0,0 0 0 0 0,1 0 0 0 0,-1 1 0 0 0,0-1-1 0 0,0 0 1 0 0,0 0 0 0 0,0 0 0 0 0,0 0 0 0 0,0 0-1 0 0,0 0 1 0 0,0 1 0 0 0,0-1 0 0 0,0 0 0 0 0,0 0-1 0 0,0 0 1 0 0,0 0 0 0 0,0 0 0 0 0,0 1-55 0 0,38-23 109 0 0,171-63-408 0 0,-153 64 351 0 0,-23 19 206 0 0,3 2-640 0 0,-36 0 333 0 0,0 0 22 0 0,0 0 19 0 0,0 0 27 0 0,-2 11-118 0 0,-20 25 109 0 0,-7 0-28 0 0,0 11 22 0 0,20-20 12 0 0,-26 40-29 0 0,17-33 22 0 0,17-34-22 0 0,0 2 24 0 0,-5 17 14 0 0,1 9-8 0 0,1 14-45 0 0,8-39-170 0 0,15 1-1817 0 0,-6 2-5042 0 0,-6-3-4386 0 0</inkml:trace>
  <inkml:trace contextRef="#ctx0" brushRef="#br0" timeOffset="77483.86">5979 890 0 0 0,'0'0'196'0'0,"0"0"427"0"0,0 0 82 0 0,0 0-19 0 0,0-1 7329 0 0,0-2-3800 0 0,0-12-2055 0 0,-1-14 2258 0 0,1 29-4133 0 0,0 0-2 0 0,0 0-44 0 0,0 0-31 0 0,0 0-35 0 0,0 0-60 0 0,0 0-13 0 0,0 0-37 0 0,0 0-18 0 0,0 0 3 0 0,0 0-13 0 0,0 0 12 0 0,0 0-6 0 0,0 0 18 0 0,0 0 9 0 0,-4-9 1157 0 0,-12-29 330 0 0,16 50-1512 0 0,1-1 0 0 0,0 1 0 0 0,1 0 0 0 0,0 0 0 0 0,0 0 0 0 0,5 9-43 0 0,7 30 16 0 0,3-10 75 0 0,-3-9-55 0 0,1 6 8 0 0,-2 2-32 0 0,-10-31 44 0 0,-3-9-7 0 0,5-4 1371 0 0,14-23-1256 0 0,-17 25-156 0 0,1-2-14 0 0,0 0 1 0 0,0 1 0 0 0,0-1-1 0 0,1 1 1 0 0,0 0-1 0 0,-1 0 1 0 0,1 0-1 0 0,0 0 1 0 0,0 1 0 0 0,1-1-1 0 0,2 0 6 0 0,16-4-86 0 0,-23 7 51 0 0,8 5-455 0 0,13 16 402 0 0,28 48-57 0 0,-23-44 161 0 0,-25-24-8 0 0,1-1 0 0 0,-1 1 0 0 0,1-1-1 0 0,-1 0 1 0 0,1 0 0 0 0,-1 1 0 0 0,1-1 0 0 0,-1 0-1 0 0,1 0 1 0 0,-1-1 0 0 0,1 1 0 0 0,-1 0 0 0 0,1 0 0 0 0,-1-1-1 0 0,0 1 1 0 0,1-1 0 0 0,-1 1 0 0 0,1-1 0 0 0,-1 0-1 0 0,0 1 1 0 0,1-1 0 0 0,-1 0 0 0 0,0 0 0 0 0,0 0 0 0 0,0 0-1 0 0,0 0 1 0 0,0 0 0 0 0,0 0 0 0 0,0 0 0 0 0,0-1 0 0 0,0 1-8 0 0,25-43 41 0 0,-22 33-47 0 0,-1-1 0 0 0,0 0 0 0 0,-1-1 0 0 0,0 1 0 0 0,-1 0 0 0 0,0 0 0 0 0,-1-1 0 0 0,-1 1 0 0 0,1-1 0 0 0,-2 1 0 0 0,-3-12 6 0 0,-1-52-39 0 0,5 65 0 0 0,1 9-22 0 0,-1 1-1 0 0,1-1 1 0 0,0 0-1 0 0,0 0 0 0 0,0 1 1 0 0,0-1-1 0 0,0 0 1 0 0,0 0-1 0 0,0 0 1 0 0,1 1-1 0 0,-1-1 0 0 0,1 0 1 0 0,-1 0-1 0 0,1 1 1 0 0,-1-1-1 0 0,1 0 0 0 0,0 1 1 0 0,0-1-1 0 0,0 1 1 0 0,0-1-1 0 0,0 1 1 0 0,0 0-1 0 0,1-1 0 0 0,-1 1 62 0 0,2-1-1137 0 0,4-4-1836 0 0,-2 6-8571 0 0,-4 2 1921 0 0</inkml:trace>
  <inkml:trace contextRef="#ctx0" brushRef="#br0" timeOffset="78742.03">6520 1074 0 0 0,'0'0'1786'0'0,"0"0"47"0"0,0 0-90 0 0,0 0-153 0 0,0 0-238 0 0,0 0-271 0 0,0 0-201 0 0,0 0-105 0 0,0 0-32 0 0,0 0-35 0 0,0 0-79 0 0,3-2-79 0 0,30-7 989 0 0,-30 8-1526 0 0,-1 1 1 0 0,1 0-1 0 0,-1 0 1 0 0,1 0-1 0 0,-1 0 1 0 0,1 0 0 0 0,-1 1-1 0 0,1-1 1 0 0,-1 1-1 0 0,0 0 1 0 0,1 0-1 0 0,-1 0 1 0 0,0 0 0 0 0,1 0-1 0 0,-1 0 1 0 0,0 0-1 0 0,0 1 1 0 0,0-1-1 0 0,0 1 1 0 0,0-1 0 0 0,0 1-1 0 0,-1 0 1 0 0,2 2-14 0 0,13 45 356 0 0,-12-23-295 0 0,-4-24-27 0 0,-1 0 1 0 0,1-1-1 0 0,0 1 1 0 0,0 0-1 0 0,-1 0 0 0 0,1-1 1 0 0,-1 1-1 0 0,1 0 0 0 0,-1-1 1 0 0,0 1-1 0 0,1-1 1 0 0,-1 1-1 0 0,0-1 0 0 0,0 1 1 0 0,0-1-1 0 0,-1 1 1 0 0,1-1-1 0 0,0 0 0 0 0,0 0 1 0 0,-1 0-1 0 0,1 0 0 0 0,0 0 1 0 0,-1 0-1 0 0,1 0 1 0 0,-1 0-1 0 0,0 0 0 0 0,1-1 1 0 0,-1 1-1 0 0,0 0 1 0 0,1-1-35 0 0,-60 9 1843 0 0,37-8-1495 0 0,-22-1 721 0 0,44-1-966 0 0,1 1 0 0 0,0-1 1 0 0,0 0-1 0 0,0 0 1 0 0,0 0-1 0 0,0 0 0 0 0,0-1 1 0 0,0 1-1 0 0,0 0 0 0 0,0 0 1 0 0,0-1-1 0 0,1 1 1 0 0,-1 0-1 0 0,0-1 0 0 0,1 1 1 0 0,-1-1-1 0 0,1 1 1 0 0,0 0-1 0 0,-1-1 0 0 0,1 1 1 0 0,0-1-1 0 0,0 1 0 0 0,0-2-103 0 0,0 0 63 0 0,-1-1-12 0 0,1-1 1 0 0,0 0-1 0 0,0 1 0 0 0,1-1 1 0 0,0 0-1 0 0,-1 1 0 0 0,1-1 0 0 0,1 0 1 0 0,-1 1-1 0 0,1 0 0 0 0,-1-1 1 0 0,1 1-1 0 0,2-3-51 0 0,11-12-349 0 0,1-3-3603 0 0,-16 16-4595 0 0,0 4-1446 0 0</inkml:trace>
  <inkml:trace contextRef="#ctx0" brushRef="#br0" timeOffset="79437.66">6506 1241 0 0 0,'0'0'1464'0'0,"0"0"-135"0"0,0 0-212 0 0,0 0-161 0 0,0 0-111 0 0,0 0-131 0 0,0 0-52 0 0,0 0 29 0 0,0 0 70 0 0,0 0 15 0 0,0 0-30 0 0,0 0-46 0 0,4-2-64 0 0,14-8 30 0 0,3 4 7027 0 0,-21 6-7461 0 0,0 0-62 0 0,0 0-74 0 0,17 1 16 0 0,37 34-336 0 0,-50-31 202 0 0,-1-1-20 0 0,0 1-1 0 0,0 0 1 0 0,0-1-1 0 0,0 1 1 0 0,-1 1 0 0 0,1-1-1 0 0,-1 0 1 0 0,0 0-1 0 0,-1 1 1 0 0,1-1-1 0 0,-1 1 1 0 0,0 0-1 0 0,0-1 1 0 0,0 1-1 0 0,-1 0 1 0 0,1 0-1 0 0,-1-1 1 0 0,-1 1-1 0 0,1 2 43 0 0,0-6 6 0 0,0 0 0 0 0,-1 0 0 0 0,1 1 0 0 0,-1-1 0 0 0,1 0 0 0 0,0 0 0 0 0,-1 1 0 0 0,0-1 0 0 0,1 0 0 0 0,-1 0 0 0 0,0 0 0 0 0,0 0-1 0 0,0 0 1 0 0,1 0 0 0 0,-1 0 0 0 0,0 0 0 0 0,0 0 0 0 0,0 0 0 0 0,-1 0 0 0 0,1-1 0 0 0,0 1 0 0 0,0 0 0 0 0,0-1 0 0 0,0 1-1 0 0,-1-1 1 0 0,1 0 0 0 0,0 1 0 0 0,-1-1 0 0 0,1 0 0 0 0,-1 1-6 0 0,-41 3 840 0 0,35-5-723 0 0,0 1-1 0 0,0-1 1 0 0,0 0 0 0 0,0-1-1 0 0,0 0 1 0 0,1 0 0 0 0,-1 0 0 0 0,1-1-1 0 0,-1 0 1 0 0,1-1 0 0 0,0 0-1 0 0,0 0 1 0 0,1 0 0 0 0,-1-1-1 0 0,1 0 1 0 0,-4-4-117 0 0,9 8 12 0 0,0 0-1 0 0,0 0 1 0 0,0-1 0 0 0,1 1-1 0 0,-1 0 1 0 0,0 0 0 0 0,1-1-1 0 0,-1 1 1 0 0,1-1 0 0 0,-1 1-1 0 0,1 0 1 0 0,0-1 0 0 0,0 1-1 0 0,-1-1 1 0 0,1 1 0 0 0,0-1-1 0 0,0 1 1 0 0,0 0 0 0 0,1-1-1 0 0,-1 1 1 0 0,0-1 0 0 0,0 1-1 0 0,1-1 1 0 0,-1 1 0 0 0,1 0-1 0 0,-1-1 1 0 0,1 1 0 0 0,0 0-1 0 0,0 0 1 0 0,-1-1 0 0 0,1 1 0 0 0,0 0-1 0 0,0 0 1 0 0,0 0 0 0 0,0 0-1 0 0,1-1-11 0 0,57-9-2675 0 0,-33 11-2521 0 0,-15 0 1145 0 0,-3 0-5685 0 0</inkml:trace>
  <inkml:trace contextRef="#ctx0" brushRef="#br0" timeOffset="80783.6">6530 676 0 0 0,'0'0'2441'0'0,"0"0"544"0"0,0 0-153 0 0,0 0-352 0 0,0 0-366 0 0,0 0-320 0 0,0 0-249 0 0,0 0-248 0 0,0 0-233 0 0,0 0-239 0 0,0 0-163 0 0,0 0-103 0 0,-4-5-108 0 0,-10-17-54 0 0,11 17-66 0 0,3 5-41 0 0,0 0-55 0 0,0 0-75 0 0,0 0-56 0 0,0 0-67 0 0,0 0-18 0 0,6 17 696 0 0,17 22-667 0 0,-23-39-36 0 0,-11-68 1723 0 0,-5 34-1314 0 0,15 34-357 0 0,1 0-29 0 0,0 0-23 0 0,0 0-47 0 0,0 0 15 0 0,0 0-16 0 0,0 0-36 0 0,0 0-20 0 0,0 0-57 0 0,2 70-555 0 0,9-42 759 0 0,-7-75 1405 0 0,-4 46-1488 0 0,0 1-11 0 0,0 0-9 0 0,0 0-13 0 0,0 0-47 0 0,0 0-99 0 0,0 10-664 0 0,13 57 584 0 0,-4-33-6239 0 0,-7-28-4016 0 0</inkml:trace>
  <inkml:trace contextRef="#ctx0" brushRef="#br0" timeOffset="105360.75">109 3759 0 0 0,'-40'-2'4945'0'0,"39"2"-4461"0"0,1 1 1755 0 0,-1-1 12727 0 0,1 1-13547 0 0,0-1-4047 0 0,0 0 2705 0 0,0 0 8 0 0,0 0 21 0 0,0 0-16 0 0,0 0 36 0 0,0 0 11 0 0,0 0 12 0 0,0 0 25 0 0,0 0-9 0 0,0 0-1 0 0,0 0-6 0 0,181 2 1558 0 0,-87 1-1637 0 0,-7 10-67 0 0,91-10 473 0 0,159-1-145 0 0,-110-2 183 0 0,-66-3-406 0 0,75 3 71 0 0,-138-4-102 0 0,14-1-16 0 0,115-9 128 0 0,-163 12-140 0 0,1-3 0 0 0,-1-2 0 0 0,12-5-58 0 0,147-37 282 0 0,-24 31-248 0 0,94 18 18 0 0,-165-8-52 0 0,346-5 28 0 0,-297-2 26 0 0,197-15-13 0 0,-90 23-36 0 0,-203 7 1 0 0,82-21 57 0 0,-62 11-59 0 0,131 7-92 0 0,64-19 76 0 0,-104 21-2 0 0,97 0 18 0 0,-183 7-331 0 0,-106-6 252 0 0,1 0-1 0 0,-1 0 0 0 0,0 0 1 0 0,1 0-1 0 0,-1 0 0 0 0,0 0 0 0 0,1 0 1 0 0,-1 0-1 0 0,0 0 0 0 0,1 0 0 0 0,-1 1 1 0 0,0-1-1 0 0,1 0 0 0 0,-1 0 0 0 0,0 0 1 0 0,0 0-1 0 0,1 0 0 0 0,-1 1 1 0 0,0-1-1 0 0,1 0 0 0 0,-1 0 0 0 0,0 0 1 0 0,0 1-1 0 0,1-1 0 0 0,-1 0 0 0 0,0 0 1 0 0,0 1-1 0 0,0-1 0 0 0,1 0 0 0 0,-1 1 1 0 0,0-1-1 0 0,0 0 0 0 0,0 1 1 0 0,0-1-1 0 0,0 0 0 0 0,0 1 0 0 0,0-1 1 0 0,0 0-1 0 0,0 1 0 0 0,0-1 0 0 0,0 0 1 0 0,0 1-1 0 0,0-1 0 0 0,0 0 0 0 0,0 1 1 0 0,0-1-1 0 0,0 0 0 0 0,0 1 1 0 0,0-1-1 0 0,0 0 0 0 0,0 1 0 0 0,0-1 1 0 0,-1 0-1 0 0,1 0 0 0 0,0 1 0 0 0,0-1 76 0 0,-13 13-9131 0 0,7-10-1552 0 0</inkml:trace>
  <inkml:trace contextRef="#ctx0" brushRef="#br0" timeOffset="153225.22">5757 3652 0 0 0,'11'-21'0'0'0,"-8"3"2506"0"0,-3 18-1943 0 0,0 0-122 0 0,0 0-97 0 0,0 0-40 0 0,0 0-50 0 0,0 0-37 0 0,0 0-29 0 0,0 0-25 0 0,0 0 39 0 0,0 0 49 0 0,0 0 96 0 0,0 0 132 0 0,0 0 85 0 0,0 0 105 0 0,0 0 77 0 0,0 0 75 0 0,0 0 85 0 0,0 0 23 0 0,0 0-31 0 0,0 0-105 0 0,0 0-137 0 0,0 0-111 0 0,0 0-103 0 0,0 0-86 0 0,0 0-70 0 0,0 0-67 0 0,0 0-27 0 0,0 0-11 0 0,0 0 7 0 0,0 0-5 0 0,0 0-15 0 0,0 0-15 0 0,0 0-8 0 0,0 7 2312 0 0,0-5 1707 0 0,0-1-4152 0 0,0-1-6 0 0,0 0-8 0 0,0 0 2 0 0,-2 6 581 0 0,-88 79-89 0 0,25-21-244 0 0,8-11-1 0 0,-44 20 125 0 0,71-49-331 0 0,0 2 1 0 0,2 1-1 0 0,-20 26-41 0 0,-9 20-1 0 0,-53 63 38 0 0,31-45 19 0 0,-25 23 79 0 0,-2-13 3 0 0,-100 154-95 0 0,155-192 30 0 0,-3-2-1 0 0,-33 27-72 0 0,-55 57 106 0 0,-97 108-41 0 0,62-51-37 0 0,6 14 28 0 0,-19 16 68 0 0,51-86 16 0 0,33-41-46 0 0,-30 53 18 0 0,-7 13-63 0 0,-80 149 102 0 0,168-252-108 0 0,-110 148 88 0 0,11-9 31 0 0,-58 18-1 0 0,59-61-118 0 0,-13 28-22 0 0,6 1 36 0 0,-10 24-30 0 0,55-62 33 0 0,-29-5 21 0 0,80-88-39 0 0,3 4-1 0 0,-21 31-41 0 0,-10 10-59 0 0,-13 25 23 0 0,5 14 53 0 0,53-73-20 0 0,-37 54 23 0 0,27-44-43 0 0,2-13 83 0 0,-73 131-108 0 0,35-51 156 0 0,88-144-86 0 0,-37 35 455 0 0,-6-9-386 0 0,30-14-88 0 0,1 0 0 0 0,1 2 0 0 0,0 0 0 0 0,2 0 0 0 0,-3 6-3 0 0,10-14 3 0 0,-44 56 36 0 0,36-49-54 0 0,0 4 54 0 0,0-2-140 0 0,9-14 76 0 0,5-7-4952 0 0,0-1-5270 0 0,1-2-1785 0 0</inkml:trace>
  <inkml:trace contextRef="#ctx0" brushRef="#br0" timeOffset="167764.97">5505 3840 0 0 0,'0'0'217'0'0,"0"0"222"0"0,0 0 168 0 0,0 0 124 0 0,0 0 96 0 0,0 0 177 0 0,0 0 139 0 0,0 0 45 0 0,5 0-42 0 0,36 7 3840 0 0,-17-4 839 0 0,-24-3-5407 0 0,0 0-52 0 0,0 0-30 0 0,0 0-46 0 0,0 0-19 0 0,0 0-13 0 0,0 0-2 0 0,0 0 3 0 0,0 0 13 0 0,0 0 15 0 0,0 0 8 0 0,0 0 2 0 0,0 0 3 0 0,0 0-9 0 0,0 0-9 0 0,0 0-23 0 0,0 0-23 0 0,0 0-33 0 0,0 0-22 0 0,0 0-2 0 0,0 0-15 0 0,0 0-5 0 0,0 0-7 0 0,-18 0 1273 0 0,12-1-1287 0 0,0 0-1 0 0,-1 1 1 0 0,1 0-1 0 0,0 0 1 0 0,0 0-1 0 0,-1 1 1 0 0,1 0-1 0 0,0 0 1 0 0,0 1-1 0 0,0 0 1 0 0,0 0-1 0 0,-1 1-137 0 0,-26 18 184 0 0,-11 0-56 0 0,-20-10 132 0 0,32-3-144 0 0,18-5-92 0 0,0 3-4 0 0,-20-7-4731 0 0,1 0-4422 0 0,29 1-2097 0 0</inkml:trace>
  <inkml:trace contextRef="#ctx0" brushRef="#br0" timeOffset="168800.65">5612 3910 0 0 0,'0'0'1366'0'0,"0"0"877"0"0,0 0 75 0 0,0 0-13 0 0,0 0-8 0 0,0 0-195 0 0,0 0-235 0 0,0 0-286 0 0,0 0-290 0 0,0 0-222 0 0,0-3-221 0 0,-6-15 1076 0 0,6 18-1612 0 0,0 0-72 0 0,0 0-30 0 0,0 0-44 0 0,-8-21 881 0 0,7 21-987 0 0,1 0-1 0 0,-1-1 1 0 0,0 1 0 0 0,1 0-1 0 0,-1 0 1 0 0,1-1-1 0 0,-1 1 1 0 0,0 0-1 0 0,1 0 1 0 0,-1 0 0 0 0,0 0-1 0 0,1 0 1 0 0,-1 0-1 0 0,0 0 1 0 0,1 0-1 0 0,-1 0 1 0 0,0 1 0 0 0,1-1-1 0 0,-1 0 1 0 0,0 0-1 0 0,1 0 1 0 0,-1 1-1 0 0,1-1 1 0 0,-1 0-1 0 0,1 1 1 0 0,-1-1 0 0 0,1 1-1 0 0,-1-1 1 0 0,1 0-1 0 0,-1 1 1 0 0,1-1-1 0 0,-1 1 1 0 0,1-1 0 0 0,-1 1-1 0 0,1 0 1 0 0,0-1-1 0 0,-1 1 1 0 0,1-1-1 0 0,0 1 1 0 0,0 0 0 0 0,0-1-60 0 0,-6 6 274 0 0,3-4-220 0 0,1 1 1 0 0,0 0 0 0 0,0 0-1 0 0,0 0 1 0 0,0 0-1 0 0,0 0 1 0 0,1 0 0 0 0,-1 0-1 0 0,1 1 1 0 0,0-1-1 0 0,0 0 1 0 0,0 1-1 0 0,0-1 1 0 0,1 1-55 0 0,-16 103 802 0 0,0-71-702 0 0,-9 14 48 0 0,16-27-72 0 0,8-16 125 0 0,2-2-2348 0 0,-5-4-3744 0 0,3-1-5391 0 0</inkml:trace>
  <inkml:trace contextRef="#ctx0" brushRef="#br0" timeOffset="172313.34">5861 4142 0 0 0,'0'0'315'0'0,"0"0"31"0"0,0-1-37 0 0,2-39 6450 0 0,-4 18 955 0 0,-2 3-256 0 0,4 38-4802 0 0,0-10-2543 0 0,-1 0 0 0 0,2 0 1 0 0,-1-1-1 0 0,1 1 0 0 0,0 0 0 0 0,1-1 1 0 0,0 1-1 0 0,1 1-113 0 0,39 113 380 0 0,0-4-247 0 0,-36-111 77 0 0,-6-8-115 0 0,16-10 315 0 0,-11 3-424 0 0,0 1 0 0 0,-1-1 1 0 0,0 0-1 0 0,0-1 0 0 0,0 1 0 0 0,-1 0 0 0 0,0-1 0 0 0,1-6 14 0 0,1-3-74 0 0,20-77-130 0 0,-17 78 198 0 0,6 33-676 0 0,-7-5 665 0 0,0 0 1 0 0,1-1-1 0 0,0 0 1 0 0,1 0-1 0 0,1-1 1 0 0,-1 0 0 0 0,1 0-1 0 0,1-1 1 0 0,0-1-1 0 0,0 0 1 0 0,1 0-1 0 0,0-1 1 0 0,0 0-1 0 0,0-1 1 0 0,10 2 16 0 0,-21-7 2 0 0,1 0 0 0 0,-1 0 1 0 0,1-1-1 0 0,-1 1 0 0 0,1-1 0 0 0,-1 1 0 0 0,1-1 0 0 0,-1 1 1 0 0,1-1-1 0 0,0 0 0 0 0,-1 0 0 0 0,1 0 0 0 0,0 0 1 0 0,-1 0-1 0 0,1 0 0 0 0,-1-1 0 0 0,1 1 0 0 0,0 0 1 0 0,-1-1-1 0 0,1 1 0 0 0,-1-1 0 0 0,1 0 0 0 0,-1 1 1 0 0,1-1-1 0 0,-1 0 0 0 0,0 0 0 0 0,1 0 0 0 0,-1 0 0 0 0,0 0 1 0 0,0 0-1 0 0,1 0 0 0 0,-1-1 0 0 0,0 1 0 0 0,0 0 1 0 0,0-1-1 0 0,-1 1 0 0 0,1 0 0 0 0,0-1 0 0 0,0 0-2 0 0,1-10 0 0 0,-1 0-1 0 0,0 0 0 0 0,-1 0 1 0 0,0 0-1 0 0,-1-1 0 0 0,0 1 1 0 0,-1 0-1 0 0,0 0 0 0 0,-1 0 1 0 0,0 1-1 0 0,-1-1 0 0 0,-1 0 1 0 0,-14-66-508 0 0,19 77 49 0 0,0 1-351 0 0,0 0-513 0 0,0 0-548 0 0,0 0-589 0 0,0 0-952 0 0,0 1-2106 0 0,0 1-4261 0 0</inkml:trace>
  <inkml:trace contextRef="#ctx0" brushRef="#br0" timeOffset="173399.04">6462 4248 0 0 0,'0'0'1772'0'0,"0"0"438"0"0,0 0-107 0 0,0 0-57 0 0,0 0-80 0 0,0 0-128 0 0,0 0-93 0 0,0 0-122 0 0,0 0-192 0 0,0 0-200 0 0,2-4-241 0 0,8-13-165 0 0,-6 7 1315 0 0,6 5 648 0 0,-9 5-2896 0 0,45 19-275 0 0,-35-12 309 0 0,-9-5 50 0 0,-1 0 0 0 0,1 0 1 0 0,0 0-1 0 0,0 0 1 0 0,-1 1-1 0 0,0-1 0 0 0,1 1 1 0 0,-1-1-1 0 0,0 1 1 0 0,0-1-1 0 0,0 1 0 0 0,0-1 1 0 0,-1 1-1 0 0,1 0 1 0 0,-1 0-1 0 0,0 0 24 0 0,-6 37-208 0 0,-6 13 211 0 0,9-51 8 0 0,-1 1 1 0 0,0-1-1 0 0,0 0 0 0 0,0 0 1 0 0,0 0-1 0 0,0-1 1 0 0,-1 1-1 0 0,1-1 1 0 0,0 0-1 0 0,-1 0 1 0 0,1-1-1 0 0,-1 1 1 0 0,1-1-1 0 0,-1 0 0 0 0,1 0 1 0 0,-1-1-1 0 0,1 1 1 0 0,0-1-1 0 0,-2-1-11 0 0,-23 1 111 0 0,26-1-71 0 0,0 1 0 0 0,0-1 0 0 0,-1 0 0 0 0,1 1 0 0 0,0-1 0 0 0,0-1 0 0 0,1 1 0 0 0,-1 0 0 0 0,0-1 0 0 0,1 1 0 0 0,-1-1 0 0 0,1 0 0 0 0,0 0 0 0 0,0 0 0 0 0,0 0 0 0 0,0 0 0 0 0,1-1 0 0 0,-1 1 0 0 0,1 0 0 0 0,0-1 0 0 0,0 1 0 0 0,0-1 0 0 0,1 1 0 0 0,-1-1 0 0 0,1 1 0 0 0,-1-1 0 0 0,1 0 0 0 0,0 1 0 0 0,1-2-40 0 0,-1-7-212 0 0,5-36 254 0 0,21 29-4681 0 0,-18 18 1871 0 0,-2 0-3233 0 0,-1 1-4197 0 0</inkml:trace>
  <inkml:trace contextRef="#ctx0" brushRef="#br0" timeOffset="174109.2">6473 4451 0 0 0,'0'0'2210'0'0,"0"0"-358"0"0,0 0-406 0 0,0 0-245 0 0,0 0-126 0 0,0 0-84 0 0,0 0-132 0 0,0 0-99 0 0,0 0-62 0 0,0 0-63 0 0,0 0 1 0 0,0 0 0 0 0,7-1-4 0 0,3 0-113 0 0,6 0-388 0 0,5 1 7703 0 0,5 24-8098 0 0,-23-20 236 0 0,1 0 0 0 0,-1 0-1 0 0,1 0 1 0 0,-1 0 0 0 0,-1 1 0 0 0,1-1-1 0 0,-1 1 1 0 0,1 0 0 0 0,-1 0-1 0 0,0 0 1 0 0,-1 0 0 0 0,1 0 0 0 0,-1 0-1 0 0,0 0 1 0 0,-1 0 0 0 0,1 0-1 0 0,-1 1 1 0 0,0-1 0 0 0,0 2 28 0 0,-1-4 15 0 0,-1-1 0 0 0,1 0 0 0 0,0 0 0 0 0,-1 0 1 0 0,1 0-1 0 0,-1 0 0 0 0,0 0 0 0 0,0 0 0 0 0,0-1 0 0 0,0 1 0 0 0,0 0 0 0 0,0-1 1 0 0,0 0-1 0 0,0 0 0 0 0,0 1 0 0 0,-1-1 0 0 0,1 0 0 0 0,0-1 0 0 0,-1 1 0 0 0,1 0 1 0 0,-1-1-1 0 0,1 1 0 0 0,-1-1 0 0 0,1 0 0 0 0,-1 0 0 0 0,1 0 0 0 0,-1 0 1 0 0,0 0-1 0 0,0-1-15 0 0,-5 0 69 0 0,0 0 1 0 0,1 0-1 0 0,-1-1 1 0 0,1 0-1 0 0,-1 0 1 0 0,1-1-1 0 0,0 0 1 0 0,0 0-1 0 0,0-1 1 0 0,0 0 0 0 0,1 0-1 0 0,0 0 1 0 0,0-1-1 0 0,-2-2-69 0 0,5 4-14 0 0,1 0 0 0 0,0-1-1 0 0,0 1 1 0 0,0-1 0 0 0,1 1-1 0 0,-1-1 1 0 0,1 0 0 0 0,0 1-1 0 0,0-1 1 0 0,0 0 0 0 0,0 0 0 0 0,1 0-1 0 0,-1 0 1 0 0,1 0 0 0 0,0 0-1 0 0,1 0 1 0 0,-1 0 0 0 0,1 0-1 0 0,-1 0 1 0 0,1 0 0 0 0,0 1-1 0 0,1-2 15 0 0,8-9-2023 0 0,-1 8-3001 0 0,-4 3 774 0 0,-2 0-6088 0 0</inkml:trace>
  <inkml:trace contextRef="#ctx0" brushRef="#br0" timeOffset="174998.15">6246 3947 0 0 0,'0'0'383'0'0,"0"0"888"0"0,0 0 82 0 0,0 0-78 0 0,0 0-60 0 0,0 0-113 0 0,0 0-83 0 0,0 0-95 0 0,0 0-107 0 0,0 0-75 0 0,0 0-81 0 0,-1-4-85 0 0,0-16-61 0 0,1 20-495 0 0,0 0 0 0 0,0 1 0 0 0,0-1-1 0 0,0 0 1 0 0,0 0 0 0 0,0 0 0 0 0,0 0 0 0 0,0 1-1 0 0,-1-1 1 0 0,1 0 0 0 0,0 0 0 0 0,0 0-1 0 0,0 0 1 0 0,0 0 0 0 0,0 0 0 0 0,0 1 0 0 0,-1-1-1 0 0,1 0 1 0 0,0 0 0 0 0,0 0 0 0 0,0 0 0 0 0,0 0-1 0 0,-1 0 1 0 0,1 0 0 0 0,0 0 0 0 0,0 0 0 0 0,0 0-1 0 0,0 0 1 0 0,-1 0 0 0 0,1 0 0 0 0,0 0 0 0 0,0 0-1 0 0,0 0 1 0 0,-1 0 0 0 0,1 0 0 0 0,0 0-1 0 0,0 0 1 0 0,0 0 0 0 0,0 0 0 0 0,-1 0 0 0 0,1 0-1 0 0,0 0 1 0 0,0 0 0 0 0,0 0 0 0 0,0-1 0 0 0,0 1-1 0 0,-1 0 1 0 0,1 0 0 0 0,0 0 0 0 0,0 0 0 0 0,0 0-1 0 0,0-1 1 0 0,0 1 0 0 0,0 0 0 0 0,0 0 0 0 0,-1 0-1 0 0,1 0 1 0 0,0 0 0 0 0,0-1 0 0 0,0 1-1 0 0,0 0 1 0 0,0 0 0 0 0,0 0 0 0 0,0-1 0 0 0,0 1-1 0 0,0 0 1 0 0,0 0 0 0 0,0 0 0 0 0,0-1-20 0 0,-7 62 2080 0 0,9-41-2069 0 0,0-1-1 0 0,1 0 0 0 0,1 0 1 0 0,1 0-1 0 0,2 5-10 0 0,6 25-6337 0 0,-10-40-2565 0 0</inkml:trace>
  <inkml:trace contextRef="#ctx0" brushRef="#br0" timeOffset="179585.07">6449 3770 0 0 0,'0'0'440'0'0,"0"0"1646"0"0,0 0 153 0 0,0 0-356 0 0,0 0-233 0 0,0 0-187 0 0,0 0-160 0 0,0 0-150 0 0,0 0-114 0 0,0 0-108 0 0,0 0-99 0 0,1-8 5379 0 0,19-10-4348 0 0,-12 14-1819 0 0,-1 0 1 0 0,0 1 0 0 0,1 0-1 0 0,0 0 1 0 0,0 1-1 0 0,0 0 1 0 0,0 0-1 0 0,0 1 1 0 0,0 0-1 0 0,0 0 1 0 0,1 1 0 0 0,-1 0-1 0 0,0 1 1 0 0,0-1-1 0 0,1 2 1 0 0,-1-1-1 0 0,0 1 1 0 0,0 0-1 0 0,0 1 1 0 0,-1 0 0 0 0,1 0-1 0 0,1 1-44 0 0,-7-2-17 0 0,0-1 0 0 0,0 1 0 0 0,0-1-1 0 0,0 1 1 0 0,0 0 0 0 0,0-1 0 0 0,-1 1 0 0 0,1 0-1 0 0,0 0 1 0 0,-1 1 0 0 0,0-1 0 0 0,1 0 0 0 0,-1 0 0 0 0,0 1-1 0 0,0-1 1 0 0,0 0 0 0 0,-1 1 0 0 0,1-1 0 0 0,0 1-1 0 0,-1-1 1 0 0,0 1 0 0 0,0 0 0 0 0,1-1 0 0 0,-2 1-1 0 0,1-1 1 0 0,0 1 0 0 0,0 0 17 0 0,0-1-5 0 0,0 0 0 0 0,0 0 0 0 0,0 0 0 0 0,0 0 1 0 0,0 0-1 0 0,0 0 0 0 0,-1-1 0 0 0,1 1 0 0 0,0 0 0 0 0,-1 0 0 0 0,0 0 0 0 0,1 0 0 0 0,-1-1 0 0 0,0 1 1 0 0,0 0-1 0 0,0-1 0 0 0,0 1 0 0 0,0-1 0 0 0,0 1 0 0 0,0-1 0 0 0,-1 1 0 0 0,1-1 0 0 0,-1 0 0 0 0,1 1 0 0 0,-1-1 1 0 0,1 0-1 0 0,-1 0 0 0 0,0 0 0 0 0,1-1 0 0 0,-1 1 0 0 0,0 0 0 0 0,0-1 0 0 0,1 1 0 0 0,-2 0 5 0 0,-34 2 512 0 0,44 2-344 0 0,29 16-86 0 0,-34-20-91 0 0,0-1 0 0 0,0 1 0 0 0,1 0 1 0 0,-1 0-1 0 0,0 1 0 0 0,0-1 0 0 0,0 0 0 0 0,0 1 0 0 0,0-1 1 0 0,0 1-1 0 0,-1 0 0 0 0,1-1 0 0 0,0 1 0 0 0,-1 0 1 0 0,0 0-1 0 0,1 0 0 0 0,-1 0 0 0 0,0 0 0 0 0,0 1 0 0 0,0-1 1 0 0,0 0-1 0 0,0 0 0 0 0,-1 1 0 0 0,1-1 0 0 0,-1 0 0 0 0,1 3 9 0 0,-1-4-11 0 0,-1 1 0 0 0,1-1 0 0 0,-1 1-1 0 0,1-1 1 0 0,-1 1 0 0 0,1-1-1 0 0,-1 0 1 0 0,0 1 0 0 0,0-1-1 0 0,0 0 1 0 0,1 0 0 0 0,-1 0 0 0 0,0 0-1 0 0,-1 0 1 0 0,1 0 0 0 0,0 0-1 0 0,0 0 1 0 0,0 0 0 0 0,-1 0-1 0 0,1 0 1 0 0,0-1 0 0 0,-1 1 0 0 0,1 0-1 0 0,0-1 1 0 0,-1 1 0 0 0,1-1-1 0 0,-1 0 1 0 0,1 0 0 0 0,-1 1-1 0 0,0-1 12 0 0,-48 5-2144 0 0,31-5-1606 0 0,8 0-3421 0 0,7 0-2799 0 0</inkml:trace>
  <inkml:trace contextRef="#ctx0" brushRef="#br0" timeOffset="180720.94">6660 3962 0 0 0,'0'0'372'0'0,"0"0"39"0"0,0 0-18 0 0,0 0 21 0 0,0 0 4 0 0,0 0 36 0 0,0 0 30 0 0,0 0 13 0 0,0 0 6 0 0,-5 10 3755 0 0,-28-9 3396 0 0,-9-1-3844 0 0,27 12-3832 0 0,-27-7-3339 0 0,31-5-1570 0 0,6 0-4823 0 0</inkml:trace>
  <inkml:trace contextRef="#ctx0" brushRef="#br0" timeOffset="187853.05">80 629 0 0 0,'0'0'461'0'0,"0"0"220"0"0,0-5 76 0 0,1-27 1988 0 0,-1 32-2807 0 0,-3-7 18 0 0,1 5 2869 0 0,-16-15-2956 0 0,17 17 191 0 0,1 0 15 0 0,0 0 36 0 0,0 0 79 0 0,0 0 142 0 0,0 0 143 0 0,0 0 141 0 0,0 0 106 0 0,0 0 65 0 0,0 0 38 0 0,0 0 45 0 0,0 0 51 0 0,0 0-2 0 0,0 0-35 0 0,0 0-90 0 0,0 0-133 0 0,-7-15 1206 0 0,7 15-1866 0 0,1-3 3835 0 0,6 11-2124 0 0,42 36-1621 0 0,21 13 61 0 0,27 25-113 0 0,-36-33 172 0 0,-2 2-1 0 0,10 15-210 0 0,17 22 186 0 0,90 89 155 0 0,-66-54-213 0 0,52 38-17 0 0,30 62 14 0 0,-41-67 59 0 0,37 35-29 0 0,-73-75-54 0 0,40 59-101 0 0,-87-101 59 0 0,54 46-59 0 0,-59-61 28 0 0,119 113 155 0 0,41 27-54 0 0,-97-78-56 0 0,149 156-23 0 0,-82-82 16 0 0,-66-62-30 0 0,-8-8 30 0 0,67 78-78 0 0,14 47 50 0 0,-7 31-14 0 0,40 22-10 0 0,-109-144 38 0 0,103 105 138 0 0,-24-43-43 0 0,63 47-64 0 0,-120-102-111 0 0,-29-28 32 0 0,-66-73 35 0 0,3-2 0 0 0,3-3 0 0 0,2-2 0 0 0,12 6-39 0 0,-2-6 172 0 0,17 37 93 0 0,-59-64-242 0 0,-15-20 205 0 0,33 33-207 0 0,0-9 5 0 0,-45-35-65 0 0,0 0 1 0 0,0-1 0 0 0,0 1 0 0 0,0 0-1 0 0,0 0 1 0 0,0 0 0 0 0,0-1 0 0 0,0 1 0 0 0,1 0-1 0 0,-1 0 1 0 0,0 0 0 0 0,0-1 0 0 0,0 1-1 0 0,0 0 1 0 0,0 0 0 0 0,1 0 0 0 0,-1 0-1 0 0,0 0 1 0 0,0-1 0 0 0,0 1 0 0 0,1 0-1 0 0,-1 0 1 0 0,0 0 0 0 0,0 0 0 0 0,0 0-1 0 0,1 0 1 0 0,-1 0 0 0 0,0 0 0 0 0,0 0 0 0 0,1 0-1 0 0,-1 0 1 0 0,0 0 0 0 0,0 0 0 0 0,1 0-1 0 0,-1 0 1 0 0,0 0 0 0 0,0 0 0 0 0,0 0-1 0 0,1 0 1 0 0,-1 0 0 0 0,0 0 0 0 0,0 0-1 0 0,0 0 1 0 0,1 1 0 0 0,-1-1 0 0 0,0 0 0 0 0,0 0-1 0 0,0 0 1 0 0,1 0 0 0 0,-1 0 0 0 0,0 1-1 0 0,0-1 1 0 0,0 0 0 0 0,0 0 0 0 0,0 0-1 0 0,0 1 1 0 0,1-1 0 0 0,-1 0 0 0 0,0 0-1 0 0,0 0 1 0 0,0 1 0 0 0,0-1 0 0 0,0 0-1 0 0,0 0 1 0 0,0 0 0 0 0,0 1 0 0 0,0-1 0 0 0,0 0-1 0 0,0 0 1 0 0,0 1 38 0 0,-17-19-5391 0 0,10 12 840 0 0,-1-2-6222 0 0</inkml:trace>
  <inkml:trace contextRef="#ctx0" brushRef="#br0" timeOffset="192236.03">419 7035 0 0 0,'0'0'197'0'0,"0"0"41"0"0,0 0-52 0 0,0 0-54 0 0,0 0-9 0 0,-10-1-15 0 0,-31-3-2 0 0,3-10 2134 0 0,35 12-2235 0 0,-1-1-67 0 0,0 0 1 0 0,0 1-1 0 0,0 0 1 0 0,0 0-1 0 0,-1 0 1 0 0,1 0-1 0 0,-1 1 1 0 0,1 0-1 0 0,-1 0 0 0 0,0 0 1 0 0,-1 0 61 0 0,-67-8 751 0 0,47 6-640 0 0,10 2-228 0 0,9 0 2948 0 0,6 1 2500 0 0,4-1 3568 0 0,67-9-7533 0 0,281-19 237 0 0,63 24-1243 0 0,-126-12-150 0 0,84-1-117 0 0,89 16 108 0 0,-206-14 86 0 0,189-5-123 0 0,31 23-92 0 0,-412-6 79 0 0,-1-2-1 0 0,45-10-150 0 0,-45 6 28 0 0,170-23 31 0 0,61 2 0 0 0,-9 15-41 0 0,415 11 5 0 0,-667 5-10 0 0,4 2 39 0 0,0-3 0 0 0,-1-1 0 0 0,1-2 0 0 0,0-1 0 0 0,4-3-52 0 0,-14 1 42 0 0,1 0 0 0 0,-1 2-1 0 0,1 0 1 0 0,0 2 0 0 0,7 1-42 0 0,99 9-30 0 0,-81 2 45 0 0,5-5 8 0 0,-23-3 11 0 0,-34-1-14 0 0,0 0-2 0 0,16 0 648 0 0,-7-1-908 0 0,2 0 371 0 0,-9 8-8491 0 0,-4-4-2289 0 0</inkml:trace>
  <inkml:trace contextRef="#ctx0" brushRef="#br0" timeOffset="-181242.8">5373 6788 0 0 0,'39'-12'0'0'0,"12"8"0"0"0,-40 3 411 0 0,-11 1 329 0 0,0 0 204 0 0,0 0 75 0 0,0 0 61 0 0,0 0-50 0 0,0 0-63 0 0,0 0-76 0 0,0 0-125 0 0,0 0-118 0 0,0 0-135 0 0,0 0-105 0 0,0 0-63 0 0,0 0-49 0 0,0 0-45 0 0,0 0-36 0 0,0 0-35 0 0,0 0-15 0 0,0 0 7 0 0,0 0 0 0 0,0 0 9 0 0,0 0 3 0 0,0 0 1 0 0,0 0-3 0 0,0 0-4 0 0,0 0 0 0 0,0 0 13 0 0,0 0 16 0 0,0 0 47 0 0,0 0 83 0 0,13-2 893 0 0,18 0 1988 0 0,-7-6-1492 0 0,-4-2-471 0 0,-53 4-2279 0 0,-35-7 1396 0 0,-29-20 711 0 0,54 17-771 0 0,-34-8-81 0 0,49 14 239 0 0,2 0-440 0 0,-20-14 324 0 0,30 14 63 0 0,-29-9-449 0 0,49 19 2502 0 0,19 2-2405 0 0,57 27-260 0 0,189 89-185 0 0,-212-95 443 0 0,3-5 303 0 0,-54-16-398 0 0,6 2 98 0 0,-15-2-609 0 0,3-2 359 0 0,-11 2-271 0 0,-13 6 494 0 0,1 2 0 0 0,0 0-1 0 0,0 2 1 0 0,2 1 0 0 0,-8 5-39 0 0,-20 18 354 0 0,45-33-371 0 0,0 0 0 0 0,-1 1-1 0 0,1-1 1 0 0,0 0 0 0 0,-1-1-1 0 0,0 1 1 0 0,0-1 0 0 0,1 0-1 0 0,-1 0 1 0 0,0-1 0 0 0,-1 1 0 0 0,0-1 17 0 0,-23 2-8821 0 0,23-3-2223 0 0</inkml:trace>
  <inkml:trace contextRef="#ctx0" brushRef="#br0" timeOffset="-178587.32">5792 7136 0 0 0,'13'-16'3698'0'0,"-14"15"10818"0"0,1 2-7876 0 0,1 7-6338 0 0,-1-6 327 0 0,38 71-615 0 0,54 73 58 0 0,-29-62-112 0 0,-56-77 33 0 0,-6-5 27 0 0,1 0 0 0 0,0 0 0 0 0,-1 0 0 0 0,1-1 0 0 0,0 1 0 0 0,0 0 0 0 0,0-1 0 0 0,0 1 0 0 0,0-1 0 0 0,1 0-1 0 0,-1 0 1 0 0,0 0 0 0 0,0 0 0 0 0,1 0 0 0 0,-1 0 0 0 0,1-1 0 0 0,1 1-20 0 0,13-31 229 0 0,-12-81-432 0 0,-6 74 248 0 0,1 37-50 0 0,0-1 0 0 0,-1 1 1 0 0,1-1-1 0 0,0 1 1 0 0,-1-1-1 0 0,1 1 1 0 0,0-1-1 0 0,0 1 1 0 0,0-1-1 0 0,-1 1 0 0 0,1-1 1 0 0,0 1-1 0 0,0-1 1 0 0,0 1-1 0 0,0-1 1 0 0,0 1-1 0 0,0-1 1 0 0,0 1-1 0 0,0-1 0 0 0,0 1 1 0 0,0-1-1 0 0,0 1 1 0 0,1-1-1 0 0,-1 1 1 0 0,0-1-1 0 0,0 1 0 0 0,0-1 1 0 0,1 1-1 0 0,-1-1 1 0 0,0 1-1 0 0,0-1 1 0 0,1 1-1 0 0,-1-1 1 0 0,0 1-1 0 0,1 0 0 0 0,-1-1 1 0 0,1 1-1 0 0,-1 0 1 0 0,1-1-1 0 0,-1 1 1 0 0,0 0-1 0 0,1 0 1 0 0,-1-1-1 0 0,1 1 0 0 0,-1 0 1 0 0,1 0-1 0 0,-1 0 1 0 0,1 0-1 0 0,-1 0 1 0 0,1-1-1 0 0,0 1 0 0 0,-1 0 1 0 0,1 0-1 0 0,-1 0 1 0 0,1 0-1 0 0,-1 1 1 0 0,1-1-1 0 0,-1 0 1 0 0,1 0-1 0 0,-1 0 0 0 0,1 0 1 0 0,-1 1 4 0 0,92 95-371 0 0,-77-83 358 0 0,-10-8 17 0 0,-1 0 0 0 0,2-1 0 0 0,-1 1 0 0 0,1-1 0 0 0,-1 0 0 0 0,1-1 0 0 0,0 0 1 0 0,0 1-1 0 0,1-2 0 0 0,-1 1 0 0 0,1-1 0 0 0,-1 0 0 0 0,1 0 0 0 0,0-1 0 0 0,4 1-4 0 0,-10-3 8 0 0,0 0-1 0 0,0 0 0 0 0,0 0 1 0 0,0 0-1 0 0,-1 0 1 0 0,1 0-1 0 0,0-1 1 0 0,-1 1-1 0 0,1 0 0 0 0,-1 0 1 0 0,1 0-1 0 0,-1-1 1 0 0,1 1-1 0 0,-1 0 1 0 0,0-1-1 0 0,0 1 0 0 0,0 0 1 0 0,0-1-1 0 0,0 1 1 0 0,0 0-1 0 0,0-1 1 0 0,0 1-1 0 0,0 0 0 0 0,-1-1 1 0 0,1 1-1 0 0,0 0-7 0 0,-1-5 6 0 0,0-27-43 0 0,-3 1 1 0 0,0 0 0 0 0,-7-24 36 0 0,-9-60-198 0 0,20 110 123 0 0,-1 5 20 0 0,1 0 0 0 0,-1-1 0 0 0,1 1 0 0 0,0 0 1 0 0,0-1-1 0 0,-1 1 0 0 0,1-1 0 0 0,0 1 0 0 0,0 0 0 0 0,0-1 0 0 0,1 1 1 0 0,-1-1-1 0 0,0 1 0 0 0,0 0 0 0 0,1-1 0 0 0,-1 1 0 0 0,1 0 0 0 0,-1-1 1 0 0,1 1-1 0 0,0 0 0 0 0,-1 0 0 0 0,1-1 0 0 0,0 1 0 0 0,0 0 0 0 0,0 0 1 0 0,0 0-1 0 0,1-1 55 0 0,-1 2-182 0 0,0 0 0 0 0,-1 1 0 0 0,1-1 1 0 0,0 0-1 0 0,0 0 0 0 0,-1 1 0 0 0,1-1 0 0 0,0 0 1 0 0,0 1-1 0 0,-1-1 0 0 0,1 1 0 0 0,0-1 0 0 0,-1 1 1 0 0,1-1-1 0 0,-1 1 0 0 0,1 0 0 0 0,-1-1 0 0 0,1 1 1 0 0,-1-1-1 0 0,1 1 0 0 0,-1 0 0 0 0,1 0 0 0 0,-1-1 1 0 0,0 1-1 0 0,1 0 0 0 0,-1 0 0 0 0,0-1 0 0 0,0 1 0 0 0,0 0 1 0 0,0 1 181 0 0,3 3-1601 0 0,2 6-3388 0 0,-1-3-4899 0 0</inkml:trace>
  <inkml:trace contextRef="#ctx0" brushRef="#br0" timeOffset="-177608.09">6468 7289 0 0 0,'0'0'268'0'0,"0"0"656"0"0,0 0 307 0 0,0 0 141 0 0,0 0 118 0 0,0 0 102 0 0,0 0 42 0 0,0 0 17 0 0,0 0-36 0 0,0 0-73 0 0,13-3-153 0 0,39-7-164 0 0,-26 3 3650 0 0,-26 7-4620 0 0,18 0 511 0 0,27 21-782 0 0,-44-19 4 0 0,1 0 0 0 0,-1 0 1 0 0,0-1-1 0 0,1 1 1 0 0,-1 0-1 0 0,0 0 1 0 0,0 0-1 0 0,0 0 0 0 0,-1 1 1 0 0,1-1-1 0 0,0 0 1 0 0,-1 0-1 0 0,0 0 0 0 0,1 0 1 0 0,-1 1-1 0 0,0-1 1 0 0,0 0-1 0 0,0 0 0 0 0,0 1 1 0 0,-1-1-1 0 0,1 0 1 0 0,-1 0-1 0 0,1 0 1 0 0,-1 1-1 0 0,0-1 0 0 0,0 0 1 0 0,0 0-1 0 0,0 0 1 0 0,0 1 11 0 0,-38 53-26 0 0,16-50 5 0 0,19-7 61 0 0,-60-8 364 0 0,10-22 723 0 0,53 30-1104 0 0,0 0 0 0 0,0-1 0 0 0,0 1 1 0 0,0-1-1 0 0,1 1 0 0 0,-1-1 0 0 0,1 1 0 0 0,-1-1 0 0 0,1 1 1 0 0,0-1-1 0 0,-1 1 0 0 0,1-1 0 0 0,0 1 0 0 0,0-1 0 0 0,0 1 0 0 0,0-1 1 0 0,1 0-1 0 0,-1 1 0 0 0,0-1 0 0 0,0 1 0 0 0,1-1 0 0 0,-1 1 1 0 0,1-1-1 0 0,0 1 0 0 0,-1 0 0 0 0,1-1 0 0 0,0 1 0 0 0,0 0 1 0 0,0-1-1 0 0,0 1 0 0 0,0 0 0 0 0,0 0 0 0 0,0 0 0 0 0,0 0 0 0 0,0 0 1 0 0,1 0-1 0 0,-1 0 0 0 0,0 0 0 0 0,1 0 0 0 0,-1 1 0 0 0,2-1-23 0 0,66-5-3536 0 0,-45 7-4057 0 0,-18-1 1575 0 0,-3 0-785 0 0</inkml:trace>
  <inkml:trace contextRef="#ctx0" brushRef="#br0" timeOffset="-176976.04">6536 7445 0 0 0,'0'0'1496'0'0,"0"0"-73"0"0,0 0-188 0 0,0 0-125 0 0,0 0-131 0 0,0 0-86 0 0,0 0-30 0 0,0 0-49 0 0,0 0-45 0 0,0 0-67 0 0,0 0-81 0 0,0 0-62 0 0,11 0-63 0 0,35 1-53 0 0,-7 11 1456 0 0,-21 11-1143 0 0,21 70-560 0 0,-38-92-190 0 0,-1 0 0 0 0,1 0 0 0 0,-1 0 0 0 0,0-1 0 0 0,1 1 0 0 0,-1 0 0 0 0,0 0 0 0 0,1 0 0 0 0,-1 0 0 0 0,0 0 0 0 0,0 0 0 0 0,0 0 0 0 0,0 0 0 0 0,0 0 0 0 0,0 0-1 0 0,0 0 1 0 0,0-1 0 0 0,0 1 0 0 0,0 0 0 0 0,-1 0 0 0 0,1 0 0 0 0,0 0 0 0 0,-1 0 0 0 0,1 0 0 0 0,0 0 0 0 0,-1-1 0 0 0,1 1 0 0 0,-1 0 0 0 0,1 0 0 0 0,-1-1 0 0 0,0 1 0 0 0,1 0 0 0 0,-1-1 0 0 0,0 1 0 0 0,0 0 0 0 0,1-1 0 0 0,-1 1 0 0 0,0-1 0 0 0,0 1 0 0 0,0-1 0 0 0,1 0 0 0 0,-1 1 0 0 0,0-1 0 0 0,0 0 0 0 0,0 0 0 0 0,-1 1-6 0 0,-6-1 349 0 0,0 0 1 0 0,0-1-1 0 0,0 0 1 0 0,0 0-1 0 0,1 0 1 0 0,-1-1 0 0 0,0 0-1 0 0,1-1 1 0 0,-4-1-350 0 0,-56-35 2069 0 0,65 7-1346 0 0,25 16-2610 0 0,-5 12-5526 0 0,-13 4-2305 0 0</inkml:trace>
  <inkml:trace contextRef="#ctx0" brushRef="#br0" timeOffset="-175740.22">6491 6941 0 0 0,'0'0'397'0'0,"0"0"1405"0"0,0 0 363 0 0,0 0-93 0 0,0 0-214 0 0,0 0-150 0 0,0 0-137 0 0,0 0-128 0 0,0 0-131 0 0,0 0-183 0 0,0 0-165 0 0,0 0-141 0 0,0 0-142 0 0,-2-4-130 0 0,-9-16 1941 0 0,8 44-2742 0 0,-5 18 347 0 0,8-40-67 0 0,1-1 1 0 0,0 0-1 0 0,0 1 0 0 0,1-1 0 0 0,-1 0 0 0 0,0 0 1 0 0,0 0-1 0 0,1 0 0 0 0,-1 0 0 0 0,0 0 0 0 0,1 0 1 0 0,-1 0-1 0 0,1 0 0 0 0,-1-1 0 0 0,1 1 0 0 0,0-1 1 0 0,-1 1-1 0 0,1-1 0 0 0,0 1 0 0 0,-1-1 0 0 0,1 0 1 0 0,0 0-1 0 0,-1 0 0 0 0,1 0 0 0 0,0 0 1 0 0,0 0-31 0 0,7 1 61 0 0,100 2-53 0 0,-108-2-17 0 0,1-1-1 0 0,0 1 1 0 0,-1 0-1 0 0,1-1 1 0 0,-1 1 0 0 0,1 0-1 0 0,0 0 1 0 0,-1 0-1 0 0,0 0 1 0 0,1 0-1 0 0,-1 0 1 0 0,0 0 0 0 0,1 1-1 0 0,-1-1 1 0 0,0 0-1 0 0,0 1 1 0 0,0-1 0 0 0,0 1-1 0 0,0-1 1 0 0,-1 1-1 0 0,1-1 1 0 0,0 1 0 0 0,-1 0-1 0 0,1-1 1 0 0,-1 1-1 0 0,1 0 1 0 0,-1 0-1 0 0,0-1 1 0 0,0 1 0 0 0,0 0-1 0 0,0 1 10 0 0,-5 57-285 0 0,4-59 205 0 0,0 1 0 0 0,-1 0 0 0 0,1-1 1 0 0,0 1-1 0 0,-1-1 0 0 0,1 1 1 0 0,-1-1-1 0 0,1 0 0 0 0,-1 1 1 0 0,0-1-1 0 0,1 0 0 0 0,-1 0 0 0 0,0 0 1 0 0,0-1-1 0 0,0 1 0 0 0,0 0 1 0 0,0-1-1 0 0,0 1 0 0 0,0-1 1 0 0,0 1-1 0 0,0-1 0 0 0,0 0 1 0 0,0 0-1 0 0,0 0 0 0 0,0 0 0 0 0,-1-1 80 0 0,-23 6-1432 0 0,23-4 157 0 0,-1 0-1071 0 0,1 0-2012 0 0,-1 1-5251 0 0</inkml:trace>
  <inkml:trace contextRef="#ctx0" brushRef="#br0" timeOffset="-175292.86">6510 6920 0 0 0,'0'0'1942'0'0,"0"0"277"0"0,0 0-79 0 0,0 0-170 0 0,0 0-143 0 0,0 0-57 0 0,0 0-35 0 0,0 0-164 0 0,0 0-231 0 0,0 0-277 0 0,0 0-245 0 0,3-7-173 0 0,9-23-153 0 0,-11 29-455 0 0,-1 0-1 0 0,1 0 0 0 0,0 0 1 0 0,0 0-1 0 0,-1 0 1 0 0,1 0-1 0 0,0 0 1 0 0,0 1-1 0 0,0-1 1 0 0,0 0-1 0 0,0 1 0 0 0,0-1 1 0 0,1 0-1 0 0,-1 1 1 0 0,0-1-1 0 0,0 1 1 0 0,0 0-1 0 0,0-1 0 0 0,1 1 1 0 0,-1 0-1 0 0,0 0 1 0 0,0-1-1 0 0,1 1 1 0 0,-1 0-1 0 0,0 1 1 0 0,0-1-1 0 0,1 0 0 0 0,-1 0 1 0 0,0 0-37 0 0,5 1 54 0 0,141 11 271 0 0,-138-11-285 0 0,-12-1-9049 0 0,-1 0-221 0 0</inkml:trace>
  <inkml:trace contextRef="#ctx0" brushRef="#br0" timeOffset="-173876.05">6609 7172 0 0 0,'0'0'1315'0'0,"0"0"156"0"0,0 0-36 0 0,0 0-113 0 0,0 0-114 0 0,0 0-115 0 0,0 0-116 0 0,0 0-92 0 0,0 0-107 0 0,-2-1-161 0 0,-12-1 966 0 0,6 8-1526 0 0,-44-4-583 0 0,32-4-3706 0 0,14 0-3751 0 0</inkml:trace>
  <inkml:trace contextRef="#ctx0" brushRef="#br0" timeOffset="-157898.96">104 3902 0 0 0,'0'0'444'0'0,"-1"-9"140"0"0,-6-40 651 0 0,3 11 2957 0 0,-5 27-2034 0 0,9 8-1992 0 0,-2 1 9868 0 0,2 2-9819 0 0,0 0 13 0 0,0 0 15 0 0,0 0-8 0 0,4 5 1974 0 0,87 70-2037 0 0,-40-20-53 0 0,13 6 253 0 0,38 38-10 0 0,36 45 4 0 0,-40-36-160 0 0,-25-12-156 0 0,3 11 56 0 0,-54-78-1 0 0,2-1 1 0 0,0-2-1 0 0,16 13-105 0 0,13 13 94 0 0,117 128 67 0 0,-40-36-163 0 0,62 60 45 0 0,-7-11 33 0 0,-21-53 8 0 0,119 132-56 0 0,25 59-35 0 0,-44-63 101 0 0,-61-64-29 0 0,-14-22-12 0 0,118 113 153 0 0,-127-133-96 0 0,-27-16-71 0 0,45 60 37 0 0,-28-35-25 0 0,-17-4-29 0 0,-64-63-88 0 0,47 38 66 0 0,-67-70 11 0 0,55 76-11 0 0,-55-63 15 0 0,78 83 33 0 0,-54-57-53 0 0,-55-59-16 0 0,91 94 107 0 0,-12-17-199 0 0,-31-27 92 0 0,77 89 9 0 0,-28-52 18 0 0,-48-29-7 0 0,-52-71-8 0 0,1 0-1 0 0,8 14 52 0 0,-11-18-36 0 0,62 46 36 0 0,-94-81-110 0 0,0 1 0 0 0,0-1 1 0 0,0 1-1 0 0,0-1 1 0 0,0 1-1 0 0,-1-1 0 0 0,1 1 1 0 0,0 0-1 0 0,0-1 1 0 0,-1 1-1 0 0,1 0 0 0 0,0 0 1 0 0,-1-1-1 0 0,1 1 0 0 0,-1 0 1 0 0,1 0-1 0 0,-1 0 1 0 0,1 0-1 0 0,-1 0 0 0 0,0 0 1 0 0,0 0-1 0 0,1 0 1 0 0,-1-1-1 0 0,0 1 0 0 0,0 0 1 0 0,0 0-1 0 0,0 0 0 0 0,0 0 1 0 0,0 0-1 0 0,0 0 1 0 0,0 0-1 0 0,0 0 0 0 0,-1 0 1 0 0,1 0-1 0 0,0 0 1 0 0,-1 0-1 0 0,1 0 0 0 0,0 0 1 0 0,-1 0-1 0 0,1 0 0 0 0,-1-1 1 0 0,0 1-1 0 0,1 0 1 0 0,-1 0-1 0 0,1-1 0 0 0,-1 1 1 0 0,0 0-1 0 0,0-1 0 0 0,0 1 1 0 0,1 0-1 0 0,-1-1 1 0 0,0 1-1 0 0,0-1 0 0 0,0 0 1 0 0,0 1-1 0 0,0-1 1 0 0,0 0 67 0 0,-15 1-3468 0 0,11-1 462 0 0,-5 0-7188 0 0</inkml:trace>
  <inkml:trace contextRef="#ctx0" brushRef="#br0" timeOffset="-156333.31">193 10300 0 0 0,'0'0'0'0'0,"0"0"0"0"0,0 0 0 0 0,0 0 0 0 0</inkml:trace>
  <inkml:trace contextRef="#ctx0" brushRef="#br0" timeOffset="-154732.31">244 10433 0 0 0,'0'0'866'0'0,"0"0"380"0"0,0 0 209 0 0,0 0 92 0 0,0 0-81 0 0,0 0-115 0 0,0 0-203 0 0,0 0-200 0 0,0 0-146 0 0,-11 1-127 0 0,-43 0 344 0 0,32-4 84 0 0,4 4-1918 0 0,10-1 1883 0 0,1 0 4448 0 0,24 0-2975 0 0,24-5-2467 0 0,-20 2-59 0 0,510-73 205 0 0,-93 54-128 0 0,-77-3 162 0 0,-99 9 284 0 0,246-14-302 0 0,-279 17-29 0 0,200-1 27 0 0,-47-4-32 0 0,1-12-103 0 0,-116 7-73 0 0,-76 15-5 0 0,94 7-34 0 0,-159 1 12 0 0,183 5 10 0 0,195-23-13 0 0,-281 21 4 0 0,3 20 11 0 0,-133-18 208 0 0,-93-5-335 0 0,0 0-145 0 0,0 0-231 0 0,0 0-304 0 0,-7 0-7971 0 0,1 0-1639 0 0</inkml:trace>
  <inkml:trace contextRef="#ctx0" brushRef="#br0" timeOffset="-125390.05">5550 10118 0 0 0,'17'-6'2056'0'0,"9"12"1728"0"0,25 22-1369 0 0,-42-27 240 0 0,-7 0 7309 0 0,-3-1-10000 0 0,-9 0-230 0 0,-43-17 500 0 0,-60-32 357 0 0,92 40-488 0 0,-59-16 55 0 0,5 9-18 0 0,7 2 60 0 0,32 4 630 0 0,20 7-202 0 0,13-4 1782 0 0,-8-7-2481 0 0,-22-6 592 0 0,86 36-361 0 0,15 2-228 0 0,-1 3-1 0 0,29 14 69 0 0,-51-15 49 0 0,-44-20-62 0 0,19 13 68 0 0,71 25-42 0 0,-85-37 47 0 0,-5-1-29 0 0,-1 0-27 0 0,0 0 10 0 0,0 0 14 0 0,0 0-2 0 0,0 0-4 0 0,0 0-4 0 0,-12 0-19 0 0,5 1 19 0 0,-15 20-70 0 0,2-12 8 0 0,-26-4 69 0 0,-22 9 27 0 0,-28 16 116 0 0,60-19 19 0 0,30-9-93 0 0,-3 3-11 0 0,-8 11-1011 0 0,7-8-1113 0 0,2-3-3431 0 0,1-2-5589 0 0</inkml:trace>
  <inkml:trace contextRef="#ctx0" brushRef="#br0" timeOffset="-122745.84">5420 10820 0 0 0,'0'0'3071'0'0,"0"0"603"0"0,0 0-314 0 0,0 0-610 0 0,0 0-546 0 0,0 0-454 0 0,0 0-431 0 0,0 0-356 0 0,0 0-258 0 0,0 0-186 0 0,0 0-116 0 0,0 0-89 0 0,0 0-57 0 0,1 2-12 0 0,-3 6 847 0 0,2-8-1066 0 0,0 0 20 0 0,0 0 24 0 0,0 0-5 0 0,0 0 44 0 0,0 0 19 0 0,0 0 20 0 0,0 0 55 0 0,0 0 22 0 0,0 0 43 0 0,0 0 31 0 0,0 0 8 0 0,0 4 1541 0 0,4 16-1461 0 0,107 131-344 0 0,-24-47-99 0 0,-81-94 61 0 0,15 13 51 0 0,-21-23 0 0 0,0 0-25 0 0,0 0 34 0 0,0 0 6 0 0,0 0 26 0 0,0 0 43 0 0,11-31 40 0 0,-9-95-367 0 0,-7 17 237 0 0,5 108-51 0 0,0 1 23 0 0,0 0-42 0 0,0 0 1 0 0,11 16-449 0 0,93 116 248 0 0,-20-52-13 0 0,-69-69 206 0 0,-12-8 30 0 0,-1-1 1 0 0,1 0-1 0 0,-1 0 1 0 0,1 0-1 0 0,0 0 1 0 0,0 0-1 0 0,0 0 1 0 0,0-1-1 0 0,0 0 1 0 0,1 1-1 0 0,-1-1 1 0 0,0 0-1 0 0,1-1 1 0 0,-1 1-1 0 0,1-1-3 0 0,-4-17 91 0 0,-2-2-109 0 0,0 0-1 0 0,-1 1 1 0 0,-2-1-1 0 0,0 1 1 0 0,0 0-1 0 0,-2 0 1 0 0,0 1-1 0 0,-3-3 19 0 0,-22-64-29 0 0,4-11-936 0 0,17 77-3031 0 0,1 21-8906 0 0,7 1 4459 0 0</inkml:trace>
  <inkml:trace contextRef="#ctx0" brushRef="#br0" timeOffset="-121588.99">6337 11220 0 0 0,'0'0'2283'0'0,"0"0"482"0"0,0 0-241 0 0,0 0-482 0 0,0 0-436 0 0,0 0-423 0 0,0 0-279 0 0,0 0-213 0 0,0 0-102 0 0,0 0-71 0 0,0 0-125 0 0,0 0-84 0 0,0 0-107 0 0,-6-9-96 0 0,-17-27-26 0 0,17 27-25 0 0,6 9 20 0 0,0 0 14 0 0,0 0 13 0 0,0 0-6 0 0,0 0-34 0 0,0 0-14 0 0,0 0-9 0 0,0 0-18 0 0,0 0-14 0 0,0 0 18 0 0,0 0-41 0 0,-16-2 1557 0 0,-36-23 1843 0 0,22 28-3328 0 0,11 2-22 0 0,-13 5-26 0 0,11 5-19 0 0,10-2 42 0 0,-3 7-66 0 0,6 23 316 0 0,9-41-251 0 0,-1 0 0 0 0,0 1-1 0 0,1-1 1 0 0,-1 1 0 0 0,1-1-1 0 0,0 0 1 0 0,0 0 0 0 0,0 1-1 0 0,0-1 1 0 0,0 0 0 0 0,0 0-1 0 0,0 0 1 0 0,1 0 0 0 0,-1 0-1 0 0,1 0 1 0 0,1 1-30 0 0,57 38 178 0 0,-48-35-148 0 0,-9-4-41 0 0,3 2 45 0 0,0 0 0 0 0,0-1 0 0 0,0 1 0 0 0,1-1-1 0 0,-1-1 1 0 0,1 0 0 0 0,-1 1 0 0 0,1-2 0 0 0,0 1-1 0 0,0-1 1 0 0,0 0 0 0 0,6 0-34 0 0,-10-3 1 0 0,0 0 1 0 0,-1 0-1 0 0,1 0 0 0 0,-1-1 0 0 0,1 1 1 0 0,-1-1-1 0 0,0 1 0 0 0,0-1 1 0 0,0 0-1 0 0,-1 1 0 0 0,1-1 0 0 0,0 0 1 0 0,-1 0-1 0 0,0 0 0 0 0,0-1 1 0 0,0 1-1 0 0,0 0 0 0 0,0 0 0 0 0,-1-1 1 0 0,1 1-1 0 0,-1 0 0 0 0,0 0 0 0 0,0-1 1 0 0,0 1-1 0 0,-1 0 0 0 0,1-1 1 0 0,-1 0-2 0 0,1-7-335 0 0,0 0 0 0 0,-1 0 0 0 0,0 1 0 0 0,-1-1 0 0 0,-1 0 0 0 0,1 1 1 0 0,-1-1-1 0 0,-1 1 0 0 0,0 0 0 0 0,-2-3 335 0 0,-5 2-3977 0 0,3 7-3650 0 0,3 4-620 0 0</inkml:trace>
  <inkml:trace contextRef="#ctx0" brushRef="#br0" timeOffset="-120843.39">6351 11372 0 0 0,'0'0'513'0'0,"0"0"1585"0"0,0 0 284 0 0,0 0-168 0 0,0 0-139 0 0,0 0-165 0 0,0 0-119 0 0,0 0-118 0 0,0 0-246 0 0,0 0-232 0 0,0 0-304 0 0,0 0-303 0 0,0 0-157 0 0,-9-5-184 0 0,-26-18-78 0 0,26 17-30 0 0,9 6-78 0 0,0 0 1 0 0,-16 19 292 0 0,9-8-303 0 0,-14 21 172 0 0,20-30-156 0 0,0 0-1 0 0,1 0 1 0 0,-1 0 0 0 0,1 0 0 0 0,-1 0 0 0 0,1 0 0 0 0,0 0 0 0 0,-1 1-1 0 0,1-1 1 0 0,0 0 0 0 0,0 0 0 0 0,1 0 0 0 0,-1 0 0 0 0,0 0 0 0 0,1 0 0 0 0,-1 0-1 0 0,1 0 1 0 0,0 0 0 0 0,0 0 0 0 0,0 0 0 0 0,0 0 0 0 0,0 0-67 0 0,3 3 70 0 0,-1 0 0 0 0,1-1 0 0 0,0 1 0 0 0,1-1 0 0 0,-1 0 0 0 0,1 0 0 0 0,0-1 0 0 0,0 1 0 0 0,0-1 0 0 0,0 0 0 0 0,1 0 0 0 0,-1-1 0 0 0,1 0 0 0 0,0 0 0 0 0,-1 0 0 0 0,1-1 0 0 0,0 1 1 0 0,0-1-1 0 0,0-1 0 0 0,0 1 0 0 0,5-1-70 0 0,-8-1 9 0 0,-1-1 1 0 0,1 1 0 0 0,-1-1-1 0 0,1 0 1 0 0,-1 0-1 0 0,1 1 1 0 0,-1-2 0 0 0,0 1-1 0 0,0 0 1 0 0,0 0-1 0 0,0-1 1 0 0,-1 1 0 0 0,1-1-1 0 0,-1 1 1 0 0,1-1-1 0 0,-1 0 1 0 0,0 1 0 0 0,0-1-1 0 0,0 0 1 0 0,0 0 0 0 0,-1 0-1 0 0,1 0 1 0 0,-1 0-1 0 0,1-1-9 0 0,-1 3-66 0 0,1-1-1 0 0,-1 1 0 0 0,1-1 1 0 0,-1 0-1 0 0,1 1 1 0 0,-1-1-1 0 0,0 0 0 0 0,0 1 1 0 0,0-1-1 0 0,0 0 0 0 0,0 1 1 0 0,0-1-1 0 0,0 0 0 0 0,-1 1 1 0 0,1-1-1 0 0,-1 0 0 0 0,1 1 1 0 0,-1-1-1 0 0,1 1 1 0 0,-1-1-1 0 0,0 1 0 0 0,0-1 1 0 0,0 1-1 0 0,0-1 0 0 0,0 1 1 0 0,0 0-1 0 0,0 0 0 0 0,0-1 1 0 0,-1 1-1 0 0,1 0 0 0 0,0 0 1 0 0,-1 0-1 0 0,1 1 1 0 0,-1-1 66 0 0,-32-11-3779 0 0,18 7-2481 0 0,6 2-3710 0 0</inkml:trace>
  <inkml:trace contextRef="#ctx0" brushRef="#br0" timeOffset="-119611.55">6073 10559 1248 0 0,'0'0'2570'0'0,"0"0"-584"0"0,0 0-391 0 0,0 0-395 0 0,0 0-305 0 0,0 0-188 0 0,0 0-130 0 0,0 0-42 0 0,0 0-80 0 0,0 0-67 0 0,0 0-48 0 0,0 0-52 0 0,0 0-31 0 0,6-1-37 0 0,108 3 1634 0 0,-95-1-1197 0 0,9 0 640 0 0,-23 2 3709 0 0,-9 3-4984 0 0,1 0 0 0 0,0 1 0 0 0,-1-1 0 0 0,2 1-1 0 0,-1 0 1 0 0,1-1 0 0 0,0 1 0 0 0,1 0 0 0 0,-1 0-1 0 0,1 0 1 0 0,1 1 0 0 0,-1-1 0 0 0,1 0 0 0 0,1 0-1 0 0,-1 0 1 0 0,1 0 0 0 0,1 3-22 0 0,-1 5 55 0 0,19 66 46 0 0,-10-50-62 0 0,6 23 12 0 0,-12-40-161 0 0,-4-13 85 0 0,0-1-29 0 0,0 0-2 0 0,0 0-20 0 0,0 0-10 0 0,0 0-14 0 0,0 0-48 0 0,0 0-38 0 0,-5-15-4557 0 0,-2 4-3310 0 0,4 6-1002 0 0</inkml:trace>
  <inkml:trace contextRef="#ctx0" brushRef="#br0" timeOffset="-119306.96">6384 10776 2657 0 0,'0'0'4359'0'0,"0"0"-738"0"0,0 0-752 0 0,0 0-608 0 0,0 0-560 0 0,0 0-505 0 0,0 0-228 0 0,0 0-129 0 0,0 0-112 0 0,0 0-72 0 0,0 0-121 0 0,0 0-105 0 0,0 0-97 0 0,-20-6-122 0 0,-60-19-64 0 0,43 19-21 0 0,-70 38-581 0 0,79-30-1515 0 0,10-2-4328 0 0,9 0-4419 0 0</inkml:trace>
</inkml:ink>
</file>

<file path=ppt/ink/ink2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16:46:46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0 231 632 0 0,'0'0'919'0'0,"0"0"373"0"0,0 0 507 0 0,0 0 396 0 0,0 0 67 0 0,0 0-291 0 0,0 0-456 0 0,0 0-390 0 0,0 0-269 0 0,0 0-137 0 0,0 0-66 0 0,0 0-77 0 0,0 0-30 0 0,4-2-52 0 0,45-11 1518 0 0,132 6-495 0 0,36-16-1176 0 0,-76 7 838 0 0,94 4-1179 0 0,-194 11 94 0 0,79 2 157 0 0,66 9-251 0 0,76 27 49 0 0,-137-21 23 0 0,-68-15 176 0 0,-33-5-217 0 0,-24 4-18 0 0,0 0 14 0 0,0 0 1 0 0,0 0 8 0 0,0 0-4 0 0,0 0-7 0 0,-31-15-305 0 0,-6 1 314 0 0,1-2-1 0 0,1-2 1 0 0,0-1-1 0 0,1-1 1 0 0,1-2-1 0 0,-5-6-33 0 0,33 24 21 0 0,-2-1 31 0 0,-1-1 0 0 0,1 0 0 0 0,0 0 1 0 0,1 0-1 0 0,-1-1 0 0 0,1 0 0 0 0,1-1 0 0 0,-3-3-52 0 0,20 12-262 0 0,46 33 54 0 0,217 119-129 0 0,-207-105 202 0 0,-67-46 128 0 0,0-1 0 0 0,0 1 0 0 0,0-1-1 0 0,0 1 1 0 0,-1-1 0 0 0,1 1 0 0 0,0 0-1 0 0,-1-1 1 0 0,1 1 0 0 0,-1 0 0 0 0,0 0-1 0 0,0-1 1 0 0,1 1 0 0 0,-1 0 0 0 0,0 0-1 0 0,0-1 1 0 0,-1 1 0 0 0,1 0 0 0 0,0 0-1 0 0,-1-1 1 0 0,1 1 0 0 0,-1 0 0 0 0,1 0-1 0 0,-1-1 1 0 0,0 1 0 0 0,0-1 0 0 0,0 1-1 0 0,0-1 1 0 0,0 1 0 0 0,0-1 0 0 0,0 1 7 0 0,-46 40 15 0 0,37-34-19 0 0,-70 43-687 0 0,52-36-2190 0 0,0-1-3656 0 0,13-7-4283 0 0</inkml:trace>
</inkml:ink>
</file>

<file path=ppt/ink/ink2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16:46:42.3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124 461 0 0 0,'0'0'260'0'0,"0"0"342"0"0,0 0 275 0 0,0 0 273 0 0,0 0 183 0 0,0 0 45 0 0,0 0-62 0 0,0 0-146 0 0,0 0-122 0 0,0 0-87 0 0,0 0-102 0 0,6-5-89 0 0,27-25 1142 0 0,-15 21 1441 0 0,14-4-448 0 0,-23 11-2879 0 0,1 0 0 0 0,-1 1 1 0 0,1 0-1 0 0,0 1 0 0 0,-1 0 1 0 0,1 1-1 0 0,0 0 0 0 0,-1 0-26 0 0,1 3-19 0 0,0 0-1 0 0,0 0 1 0 0,0 1-1 0 0,-1 0 1 0 0,0 0-1 0 0,0 1 1 0 0,-1 1-1 0 0,4 2 20 0 0,2 2-53 0 0,0 0-1 0 0,0 2 0 0 0,-1-1 0 0 0,0 2 1 0 0,-1 0-1 0 0,-1 0 0 0 0,-1 1 0 0 0,0 0 1 0 0,0 1-1 0 0,-2 0 0 0 0,0 0 1 0 0,0 1-1 0 0,-2 0 0 0 0,1 5 54 0 0,-5-16-19 0 0,-1-1 0 0 0,1 1-1 0 0,-1 0 1 0 0,0 1 0 0 0,-1-1-1 0 0,0 0 1 0 0,0 0 0 0 0,0 0 0 0 0,0 0-1 0 0,-1 0 1 0 0,0 0 0 0 0,0 0-1 0 0,-1 0 1 0 0,0 0 0 0 0,0 0 0 0 0,0 0-1 0 0,-1-1 1 0 0,0 1 0 0 0,0-1-1 0 0,0 0 1 0 0,0 0 0 0 0,-1 0 0 0 0,0 0-1 0 0,-1 1 20 0 0,-8 2 201 0 0,0 0 0 0 0,0 0 0 0 0,-1-1-1 0 0,1-1 1 0 0,-2 0 0 0 0,1-1 0 0 0,0-1-1 0 0,-1 0 1 0 0,0-1 0 0 0,0 0 0 0 0,0-1-1 0 0,0-1 1 0 0,0-1 0 0 0,-1 0 0 0 0,1-1-1 0 0,0 0 1 0 0,-4-2-201 0 0,-79-28 1212 0 0,88 27-1093 0 0,0-1-1 0 0,1 0 1 0 0,0 0-1 0 0,0-1 1 0 0,1-1-1 0 0,-1 1 1 0 0,1-1-1 0 0,1 0 0 0 0,-1-1 1 0 0,1 0-1 0 0,1 0 1 0 0,-1-1-1 0 0,1 0 1 0 0,1 0-1 0 0,0 0 1 0 0,0-1-1 0 0,1 1 1 0 0,0-1-1 0 0,0 0 1 0 0,1 0-1 0 0,1-1 0 0 0,0 1 1 0 0,-1-8-119 0 0,3-56 207 0 0,2 68-313 0 0,0 0 1 0 0,0 0 0 0 0,0 0 0 0 0,1 0-1 0 0,0 1 1 0 0,0-1 0 0 0,1 1 0 0 0,-1 0-1 0 0,1 0 1 0 0,0 0 0 0 0,0 0-1 0 0,1 1 1 0 0,0 0 0 0 0,4-4 105 0 0,22-10-3998 0 0,-9 12-7163 0 0,-17 6 1504 0 0</inkml:trace>
  <inkml:trace contextRef="#ctx0" brushRef="#br0" timeOffset="841.95">996 38 3425 0 0,'0'0'2558'0'0,"0"0"70"0"0,0 0-81 0 0,0 0-222 0 0,0 0-225 0 0,0 0-294 0 0,0 0-323 0 0,0 0-319 0 0,0 0-316 0 0,0 0-241 0 0,0 0-159 0 0,0 0-101 0 0,0 0-56 0 0,3-7-62 0 0,7-24-50 0 0,-10 31-179 0 0,0 0 1 0 0,0 1 0 0 0,0-1-1 0 0,0 0 1 0 0,0 0-1 0 0,0 0 1 0 0,0 0 0 0 0,0 0-1 0 0,0 1 1 0 0,0-1-1 0 0,0 0 1 0 0,1 0 0 0 0,-1 0-1 0 0,0 0 1 0 0,0 0-1 0 0,0 1 1 0 0,0-1-1 0 0,0 0 1 0 0,1 0 0 0 0,-1 0-1 0 0,0 0 1 0 0,0 0-1 0 0,0 0 1 0 0,0 0 0 0 0,0 0-1 0 0,1 0 1 0 0,-1 0-1 0 0,0 0 1 0 0,0 0-1 0 0,0 0 1 0 0,1 0-1 0 0,-1 1 6 0 0,-3 11-6 0 0,0 1 0 0 0,-1-1 0 0 0,0 0 0 0 0,-1 0 1 0 0,0 0-1 0 0,-1 0 0 0 0,-1 1 0 0 0,-10 20 6 0 0,-26 64 2 0 0,-5 57-35 0 0,43-117 35 0 0,1 0-1 0 0,2 0 1 0 0,2 1 0 0 0,1 5-8 0 0,1-21-4 0 0,1 0 1 0 0,1-1-1 0 0,0 0 1 0 0,2 1-1 0 0,1-2 0 0 0,0 1 1 0 0,1-1-1 0 0,2 0 1 0 0,0-1-1 0 0,1 0 1 0 0,6 8 3 0 0,2-1-196 0 0,2 0 1 0 0,1-1-1 0 0,0-2 0 0 0,13 10 196 0 0,60 38-6525 0 0,-95-71 6482 0 0,18 11-4088 0 0,-6-7-2190 0 0,-9-4 1135 0 0</inkml:trace>
  <inkml:trace contextRef="#ctx0" brushRef="#br0" timeOffset="1487.85">1229 565 10722 0 0,'0'0'3052'0'0,"0"0"-1315"0"0,0 0-875 0 0,0 0-229 0 0,0 0-7 0 0,0 0 7 0 0,0 0-74 0 0,0 0-190 0 0,0 0-186 0 0,0 0-74 0 0,0 0 49 0 0,0 0 118 0 0,0 0 100 0 0,-1 14 21 0 0,-1 47-43 0 0,2-54-297 0 0,0 0 0 0 0,1-1 1 0 0,-1 1-1 0 0,1-1 0 0 0,1 1 1 0 0,-1-1-1 0 0,1 1 0 0 0,0-1 0 0 0,1 0 1 0 0,1 4-58 0 0,2 3 84 0 0,9 18 5 0 0,2-1 1 0 0,1-1-1 0 0,2 0 0 0 0,0-2 0 0 0,2 0 0 0 0,1-1 1 0 0,5 3-90 0 0,-21-22 2 0 0,14 17 1 0 0,-21-24-17 0 0,0 0 8 0 0,0 0 26 0 0,-4-12 403 0 0,-137-251 731 0 0,129 235-1015 0 0,-35-96 1201 0 0,47 123-1334 0 0,0 0-1 0 0,0 1 1 0 0,0-1-1 0 0,0 1 1 0 0,0-1-1 0 0,0 0 1 0 0,0 1-1 0 0,1-1 0 0 0,-1 1 1 0 0,0-1-1 0 0,0 0 1 0 0,0 1-1 0 0,1-1 1 0 0,-1 1-1 0 0,0-1 0 0 0,1 1 1 0 0,-1-1-1 0 0,1 1 1 0 0,-1-1-1 0 0,1 1 1 0 0,-1 0-1 0 0,1-1 1 0 0,-1 1-1 0 0,1 0 0 0 0,-1-1 1 0 0,1 1-1 0 0,-1 0 1 0 0,1-1-1 0 0,-1 1 1 0 0,1 0-1 0 0,0 0 1 0 0,-1 0-1 0 0,1 0 0 0 0,-1 0 1 0 0,1 0-1 0 0,0-1 1 0 0,-1 1-1 0 0,1 1 1 0 0,-1-1-1 0 0,1 0 1 0 0,0 0-1 0 0,-1 0 0 0 0,1 0 1 0 0,-1 0-1 0 0,1 0 1 0 0,0 1-1 0 0,-1-1 1 0 0,1 0-1 0 0,-1 1 0 0 0,1-1 1 0 0,-1 0-1 0 0,1 1 1 0 0,-1-1-1 0 0,1 0 1 0 0,-1 1-1 0 0,1-1 1 0 0,-1 1-1 0 0,0-1 0 0 0,1 1 1 0 0,-1-1-1 0 0,0 1 1 0 0,1 0-6 0 0,84 75-427 0 0,-30-21 373 0 0,-8-7 43 0 0,3-2-1 0 0,2-2 1 0 0,5 0 11 0 0,-38-30-6 0 0,-1-1 17 0 0,0 0-1 0 0,1-1 1 0 0,0-1-1 0 0,1-1 1 0 0,0 0-1 0 0,1-2 1 0 0,16 5-11 0 0,-36-12 18 0 0,0 0-1 0 0,1-1 1 0 0,-1 1-1 0 0,0-1 1 0 0,1 1-1 0 0,-1-1 1 0 0,1 0-1 0 0,-1 0 0 0 0,1 1 1 0 0,-1-1-1 0 0,1 0 1 0 0,-1 0-1 0 0,1 0 1 0 0,-1-1-1 0 0,1 1 1 0 0,-1 0-1 0 0,1 0 1 0 0,-1-1-1 0 0,1 1 1 0 0,-1-1-1 0 0,0 1 1 0 0,1-1-1 0 0,-1 0 1 0 0,0 0-1 0 0,0 1 1 0 0,1-1-1 0 0,-1 0 1 0 0,0 0-1 0 0,0 0 1 0 0,0 0-1 0 0,0-1 1 0 0,0 1-1 0 0,0 0 1 0 0,0 0-1 0 0,0-1-17 0 0,1-11-101 0 0,0-1-1 0 0,-1 1 1 0 0,0-1 0 0 0,-1 0-1 0 0,-1 1 1 0 0,0-1-1 0 0,-1 0 1 0 0,0 1-1 0 0,-1 0 1 0 0,0-1 0 0 0,-1 1-1 0 0,-1 0 1 0 0,0 1-1 0 0,-1-1 1 0 0,0 1 0 0 0,-1 0-1 0 0,0 1 1 0 0,-1-1-1 0 0,-1 2 1 0 0,1-1-1 0 0,-5-3 102 0 0,-40-33-3912 0 0,13 23-5122 0 0,28 18-1478 0 0</inkml:trace>
  <inkml:trace contextRef="#ctx0" brushRef="#br0" timeOffset="2289.39">1874 322 1672 0 0,'0'0'2051'0'0,"0"0"2"0"0,0 0-46 0 0,0 0-76 0 0,0 0-135 0 0,0 0-174 0 0,0 0-222 0 0,0 0-245 0 0,0 0-297 0 0,0 0-287 0 0,0 0-201 0 0,0 0-128 0 0,25-9-76 0 0,76-24-32 0 0,-56 26 76 0 0,-39 8-161 0 0,-4-1-48 0 0,0 1 1 0 0,0-1-1 0 0,0 0 1 0 0,0 1-1 0 0,0-1 1 0 0,0 1-1 0 0,0 0 1 0 0,0 0-1 0 0,-1 0 1 0 0,1 0-1 0 0,0 0 1 0 0,0 0-1 0 0,-1 0 1 0 0,1 0-1 0 0,-1 1 1 0 0,1-1-1 0 0,-1 1 1 0 0,1-1-1 0 0,-1 1 1 0 0,0-1-1 0 0,0 1 1 0 0,0 0-1 0 0,0 0 1 0 0,0-1-1 0 0,0 1 1 0 0,0 0-1 0 0,-1 0 1 0 0,1 0-1 0 0,-1 0 1 0 0,1 0-1 0 0,-1 0 1 0 0,1 1-2 0 0,-10 46-58 0 0,-20 12 186 0 0,25-23 636 0 0,29-18 718 0 0,-17-15-1317 0 0,0 0-1 0 0,1-1 0 0 0,-1 0 1 0 0,1 0-1 0 0,0-1 1 0 0,0-1-1 0 0,0 1 1 0 0,0-1-1 0 0,0-1 1 0 0,0 0-1 0 0,1 0 0 0 0,-1-1 1 0 0,9 0-165 0 0,43-28 163 0 0,-52 22-725 0 0,3-2-1046 0 0,-2 6-9949 0 0,-8 3 7425 0 0,0 2-961 0 0</inkml:trace>
  <inkml:trace contextRef="#ctx0" brushRef="#br0" timeOffset="2665.42">2364 237 9146 0 0,'0'0'3997'0'0,"0"0"-751"0"0,0 0-890 0 0,0 0-682 0 0,0 0-570 0 0,0 0-445 0 0,0 0-324 0 0,0 0-200 0 0,0 0-107 0 0,34 19-36 0 0,109 62 6 0 0,-81-27 9 0 0,-38-23-18 0 0,-1 0 0 0 0,-2 1 0 0 0,-1 1 0 0 0,-2 1-1 0 0,-1 0 1 0 0,-1 2 0 0 0,-3 0 0 0 0,0 0 0 0 0,-3 1 0 0 0,-1 1 0 0 0,-1 0 0 0 0,-3 0 0 0 0,0 5 11 0 0,-4-30-14 0 0,-1 1 0 0 0,0 0 1 0 0,-1-1-1 0 0,0 1 0 0 0,-1-1 0 0 0,-1 1 1 0 0,0-1-1 0 0,0 0 0 0 0,-2 0 0 0 0,-4 10 14 0 0,4-12-86 0 0,0-1 0 0 0,0 0-1 0 0,-1 0 1 0 0,-1 0 0 0 0,1-1-1 0 0,-2 0 1 0 0,1 0-1 0 0,-1-1 1 0 0,0 0 0 0 0,-1 0-1 0 0,0-1 1 0 0,0 0 0 0 0,-1-1-1 0 0,0 0 1 0 0,0-1-1 0 0,0 1 1 0 0,-10 2 86 0 0,-53 6-4834 0 0,24-10-3301 0 0,29-4 177 0 0</inkml:trace>
</inkml:ink>
</file>

<file path=ppt/ink/ink2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16:46:47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131 392 1584 0 0,'0'0'1319'0'0,"0"0"6"0"0,0 0 184 0 0,0 0 140 0 0,0 0 14 0 0,0 0-70 0 0,0 0-180 0 0,0 0-244 0 0,0 0-207 0 0,0 0-150 0 0,0 0-85 0 0,0 0-47 0 0,11-7-41 0 0,35-23-54 0 0,-44 29-502 0 0,1-1 1 0 0,-1 1-1 0 0,1-1 0 0 0,-1 1 0 0 0,1 0 0 0 0,0 0 1 0 0,-1 0-1 0 0,1 1 0 0 0,0-1 0 0 0,0 1 1 0 0,0-1-1 0 0,0 1 0 0 0,0 0 0 0 0,-1 0 0 0 0,3 0-83 0 0,7 0 182 0 0,-1-1-137 0 0,-1 1-1 0 0,1 0 1 0 0,0 0 0 0 0,0 1 0 0 0,-1 1 0 0 0,1 0-1 0 0,0 0 1 0 0,-1 1 0 0 0,0 0 0 0 0,2 1-45 0 0,-2 0 10 0 0,-5-2-16 0 0,0 0 0 0 0,0 0 1 0 0,0 0-1 0 0,0 1 0 0 0,-1-1 0 0 0,1 1 0 0 0,-1 0 1 0 0,1 0-1 0 0,-1 1 0 0 0,0-1 0 0 0,0 1 1 0 0,-1 0-1 0 0,1 0 0 0 0,1 3 6 0 0,34 68-81 0 0,-27-46 78 0 0,-2 0 1 0 0,-1 0 0 0 0,-2 1-1 0 0,0 4 3 0 0,4 89-90 0 0,-11-119 101 0 0,0 0 0 0 0,-1 0 0 0 0,0 0 0 0 0,0 0 1 0 0,0 0-1 0 0,0 0 0 0 0,-1 0 0 0 0,0 0 0 0 0,1 0 0 0 0,-1-1 0 0 0,-1 1 1 0 0,1-1-1 0 0,0 1 0 0 0,-1-1 0 0 0,0 0 0 0 0,0 0 0 0 0,0 0 1 0 0,0 0-1 0 0,0-1 0 0 0,0 1 0 0 0,-1-1 0 0 0,0 0 0 0 0,1 0 0 0 0,-1 0 1 0 0,0 0-1 0 0,0-1 0 0 0,0 1 0 0 0,0-1 0 0 0,0 0 0 0 0,0 0 1 0 0,0-1-1 0 0,0 1 0 0 0,-1-1-11 0 0,-8 1 230 0 0,0-1-1 0 0,0 0 1 0 0,0-1 0 0 0,0 0-1 0 0,0-1 1 0 0,0-1 0 0 0,0 0-1 0 0,0-1 1 0 0,-7-3-230 0 0,-4-3 268 0 0,1 0 1 0 0,0-1-1 0 0,0-2 0 0 0,1 0 1 0 0,1-1-1 0 0,0-2 0 0 0,1 0 1 0 0,1-1-1 0 0,-11-13-268 0 0,21 21 95 0 0,1 0-1 0 0,1-1 0 0 0,0 0 1 0 0,0-1-1 0 0,1 1 1 0 0,0-1-1 0 0,1-1 1 0 0,0 1-1 0 0,1-1 0 0 0,0 0 1 0 0,1 1-1 0 0,0-2 1 0 0,1 1-1 0 0,1 0 0 0 0,-1-9-94 0 0,2 19 11 0 0,0-3 8 0 0,-1 0 0 0 0,1 1 1 0 0,0-1-1 0 0,1 0 1 0 0,-1 0-1 0 0,1 1 1 0 0,0-1-1 0 0,0 0 1 0 0,0 1-1 0 0,1-1 1 0 0,0 1-1 0 0,-1-1 0 0 0,2 1 1 0 0,-1 0-1 0 0,0 0 1 0 0,3-3-20 0 0,3 0-139 0 0,0 0 0 0 0,1 1 1 0 0,-1 1-1 0 0,1-1 0 0 0,1 1 0 0 0,-1 1 1 0 0,1 0-1 0 0,-1 0 0 0 0,1 1 0 0 0,0 0 0 0 0,1 1 1 0 0,-1 0-1 0 0,0 0 0 0 0,1 1 0 0 0,-1 1 1 0 0,0 0-1 0 0,1 0 0 0 0,-1 1 0 0 0,1 0 1 0 0,1 1 138 0 0,44 8-2765 0 0,-38-2-1051 0 0,-2 3-3893 0 0,-11-7-1069 0 0</inkml:trace>
  <inkml:trace contextRef="#ctx0" brushRef="#br0" timeOffset="886.64">947 54 3185 0 0,'0'0'2547'0'0,"0"0"191"0"0,0 0 80 0 0,0 0-188 0 0,0 0-251 0 0,0 0-333 0 0,0 0-357 0 0,0 0-323 0 0,0 0-310 0 0,0 0-238 0 0,0 0-189 0 0,0 0-161 0 0,0-11-56 0 0,0 7-364 0 0,1-25 174 0 0,-1 20-136 0 0,1 14-46 0 0,-3 7-48 0 0,0-1-1 0 0,0 0 1 0 0,-1 0 0 0 0,0-1-1 0 0,-1 1 1 0 0,0-1-1 0 0,0 1 1 0 0,-1-1-1 0 0,-1-1 1 0 0,0 1-1 0 0,-5 6 9 0 0,-15 28 32 0 0,18-30-32 0 0,1 1 0 0 0,0 0-1 0 0,1 0 1 0 0,0 1 0 0 0,2 0 0 0 0,-3 12 0 0 0,5-10 20 0 0,1-1 1 0 0,0 1 0 0 0,2 0 0 0 0,0 0 0 0 0,1 0-1 0 0,1-1 1 0 0,0 1 0 0 0,1-1 0 0 0,1 0-1 0 0,1 0 1 0 0,0 0 0 0 0,1-1 0 0 0,1 0-1 0 0,7 11-20 0 0,12 18-81 0 0,1-1 0 0 0,2-1 0 0 0,2-1 0 0 0,2-2 0 0 0,5 1 81 0 0,34 40-2144 0 0,-51-53-2220 0 0,-2 2-4993 0 0,-13-22 222 0 0</inkml:trace>
  <inkml:trace contextRef="#ctx0" brushRef="#br0" timeOffset="1603.23">1514 411 6897 0 0,'0'0'2529'0'0,"0"0"-518"0"0,0 0-260 0 0,0 0 6 0 0,0 0-13 0 0,0 0-228 0 0,0 0-354 0 0,0 0-359 0 0,0 0-298 0 0,0 0-204 0 0,0 0-123 0 0,0 0-70 0 0,0 0-44 0 0,-3-1-33 0 0,2 1-29 0 0,1 0 0 0 0,-1 0 1 0 0,1-1-1 0 0,-1 1 1 0 0,1 0-1 0 0,-1 0 1 0 0,1 0-1 0 0,-1 0 0 0 0,0 0 1 0 0,1 0-1 0 0,-1 1 1 0 0,1-1-1 0 0,-1 0 0 0 0,1 0 1 0 0,-1 0-1 0 0,1 0 1 0 0,-1 1-1 0 0,1-1 1 0 0,-1 0-1 0 0,1 0 0 0 0,-1 1 1 0 0,1-1-1 0 0,0 0 1 0 0,-1 1-1 0 0,1-1 1 0 0,-1 1-1 0 0,1-1 0 0 0,0 0 1 0 0,-1 1-1 0 0,1-1 1 0 0,0 1-1 0 0,0-1 0 0 0,-1 1 1 0 0,1-1-1 0 0,0 1 1 0 0,0-1-1 0 0,0 1 1 0 0,-1-1-1 0 0,1 1 0 0 0,0-1 1 0 0,0 1-1 0 0,0 0 1 0 0,0-1-1 0 0,0 1 1 0 0,0-1-1 0 0,0 1 0 0 0,0-1 1 0 0,1 1-1 0 0,-1-1 1 0 0,0 1-1 0 0,0-1 0 0 0,0 1 1 0 0,1-1-1 0 0,-1 1-2 0 0,0 4 22 0 0,-2 141 530 0 0,18-37-346 0 0,-3-28-118 0 0,-11-50-38 0 0,-2-31 16 0 0,0 0 113 0 0,0 0 168 0 0,0 0 170 0 0,0-8 582 0 0,-19-88-300 0 0,-24-85-664 0 0,22 35 43 0 0,21 146-125 0 0,0 0-27 0 0,0 0-55 0 0,3 2-257 0 0,42 52-315 0 0,-18-17 560 0 0,1-2-1 0 0,2 0 1 0 0,30 24 41 0 0,-33-32-13 0 0,2-1 1 0 0,0-1-1 0 0,2-2 0 0 0,1-2 1 0 0,0 0-1 0 0,2-2 0 0 0,0-2 1 0 0,23 9 12 0 0,-53-25 26 0 0,-1 1 1 0 0,1 0 0 0 0,0-1 0 0 0,0 0 0 0 0,0 0-1 0 0,-1 0 1 0 0,1 0 0 0 0,0-1 0 0 0,0 1-1 0 0,0-1 1 0 0,0 0 0 0 0,0 0 0 0 0,0 0 0 0 0,0-1-1 0 0,0 0 1 0 0,0 0 0 0 0,0 0 0 0 0,0 0 0 0 0,-1 0-1 0 0,1-1 1 0 0,0 1 0 0 0,-1-1 0 0 0,1 0-1 0 0,2-2-26 0 0,-2-3 24 0 0,0-1-1 0 0,-1 0 0 0 0,0 0 0 0 0,0 0 1 0 0,-1 0-1 0 0,0 0 0 0 0,-1 0 0 0 0,1-1 1 0 0,-1 1-1 0 0,-1 0 0 0 0,0-1 0 0 0,0 1 1 0 0,-1-1-1 0 0,0-4-23 0 0,0-4-14 0 0,-1-3-112 0 0,-1 1 0 0 0,-1-1 0 0 0,0 1 0 0 0,-2 0 0 0 0,0 0 0 0 0,-1 1 0 0 0,-1 0-1 0 0,-1 0 1 0 0,0 0 0 0 0,-1 1 0 0 0,-1 1 0 0 0,-9-10 126 0 0,-27-21-3813 0 0,11 24-6340 0 0,23 19 15 0 0</inkml:trace>
</inkml:ink>
</file>

<file path=ppt/ink/ink2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16:47:16.6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114 196 0 0 0,'0'0'172'0'0,"0"0"101"0"0,0 0 128 0 0,0 0 149 0 0,0 0 262 0 0,0 0 363 0 0,0 0 382 0 0,0 0 376 0 0,-2-7 276 0 0,-7-18 97 0 0,5 14 5847 0 0,1 9-4136 0 0,-1 14-2883 0 0,2-4-1195 0 0,-1 6 60 0 0,0-1 1 0 0,1 1 0 0 0,1 1 0 0 0,0-1-1 0 0,1 0 1 0 0,1 10 0 0 0,-1 5 28 0 0,11 144-4 0 0,-10-167-287 0 0,1 21 1173 0 0,-1-23-85 0 0,-1-17-178 0 0,1-36-407 0 0,0 22-225 0 0,-1-1 0 0 0,-1 0-1 0 0,-2 0 1 0 0,-4-21-15 0 0,-70-195 35 0 0,68 192 34 0 0,15 57-442 0 0,134 167-221 0 0,-119-149 587 0 0,1-2 1 0 0,1 0-1 0 0,0-2 0 0 0,2 0 0 0 0,0-2 0 0 0,1-1 0 0 0,1-1 0 0 0,1-1 0 0 0,0-1 1 0 0,0-2-1 0 0,1 0 0 0 0,1-3 0 0 0,6 1 7 0 0,-36-8 0 0 0,2 0 15 0 0,0-1 1 0 0,0 1-1 0 0,0 0 1 0 0,-1 0 0 0 0,1-1-1 0 0,0 1 1 0 0,0-1-1 0 0,0 0 1 0 0,0 0-1 0 0,0 0 1 0 0,1 0 0 0 0,-1 0-1 0 0,0 0 1 0 0,0 0-1 0 0,0 0 1 0 0,0-1 0 0 0,0 1-1 0 0,-1-1 1 0 0,1 0-1 0 0,0 1 1 0 0,0-1-1 0 0,0 0 1 0 0,0 0 0 0 0,-1 0-1 0 0,1 0 1 0 0,0-1-1 0 0,-1 1 1 0 0,1 0-1 0 0,-1-1 1 0 0,1 1 0 0 0,-1-1-1 0 0,0 1 1 0 0,0-1-1 0 0,0 0 1 0 0,0 1-1 0 0,0-1 1 0 0,0 0-16 0 0,1-8 5 0 0,-2 0 0 0 0,0 0-1 0 0,0 0 1 0 0,-1 0 0 0 0,0 0 0 0 0,0 1-1 0 0,-1-1 1 0 0,-1 0 0 0 0,0 1 0 0 0,0-1 0 0 0,0 1-1 0 0,-3-2-4 0 0,-6-18-501 0 0,-1 1 0 0 0,-2 0 0 0 0,0 1 0 0 0,-2 1-1 0 0,-1 1 1 0 0,-10-11 501 0 0,5 20-4580 0 0,15 15-524 0 0,4 7-3397 0 0,4-1 2913 0 0</inkml:trace>
  <inkml:trace contextRef="#ctx0" brushRef="#br0" timeOffset="257.08">1250 295 7306 0 0,'0'0'3312'0'0,"0"0"-850"0"0,0 0-791 0 0,0 0-265 0 0,0 0-73 0 0,0 0-104 0 0,0 0-172 0 0,0 0-206 0 0,0 0-184 0 0,0 0-102 0 0,0 0-61 0 0,0 0-55 0 0,-26-1-59 0 0,-78 0-63 0 0,22-1 268 0 0,74 2-547 0 0,-59 9-175 0 0,26-1-4116 0 0,15-12-7177 0 0,20 2 3038 0 0</inkml:trace>
  <inkml:trace contextRef="#ctx0" brushRef="#br0" timeOffset="584.53">1142 88 7914 0 0,'0'0'3881'0'0,"0"0"-1404"0"0,0 0-698 0 0,0 0-149 0 0,0 0-156 0 0,0 0-238 0 0,0 0-264 0 0,0 0-248 0 0,0 0-217 0 0,0 0-165 0 0,0 0-126 0 0,0 0-87 0 0,0 0-61 0 0,-23 1-19 0 0,-69 4-26 0 0,63-2-10 0 0,-47 2-1207 0 0,50-8-2640 0 0,2-3-4212 0 0,12 3-2314 0 0</inkml:trace>
  <inkml:trace contextRef="#ctx0" brushRef="#br0" timeOffset="988.04">1594 51 7938 0 0,'0'0'2161'0'0,"0"0"-507"0"0,0 0-149 0 0,0 0-117 0 0,0 0-228 0 0,0 0-198 0 0,0 0-202 0 0,0 0-164 0 0,0 0-108 0 0,0 0-85 0 0,0 0-33 0 0,0 0 21 0 0,-12 14 21 0 0,-36 42-1 0 0,47-55-393 0 0,1 0 0 0 0,-1 0-1 0 0,0 0 1 0 0,0-1 0 0 0,0 1 0 0 0,0 1 0 0 0,1-1-1 0 0,-1 0 1 0 0,1 0 0 0 0,-1 0 0 0 0,1 0 0 0 0,-1 0-1 0 0,1 0 1 0 0,-1 1 0 0 0,1-1 0 0 0,0 0 0 0 0,0 0-1 0 0,0 1 1 0 0,0-1 0 0 0,0 0 0 0 0,0 0 0 0 0,0 1-1 0 0,0-1 1 0 0,0 0 0 0 0,0 0 0 0 0,1 0 0 0 0,-1 1-1 0 0,1-1 1 0 0,-1 0 0 0 0,1 0 0 0 0,-1 0 0 0 0,1 0-1 0 0,-1 0-17 0 0,3 5 101 0 0,6 12-24 0 0,1 0 0 0 0,1-1 0 0 0,0 0 0 0 0,1-1 0 0 0,0 0 1 0 0,2 0-1 0 0,0-2 0 0 0,0 0 0 0 0,7 4-77 0 0,3 0-2592 0 0,-23-19-10141 0 0,-2 0 12734 0 0,-1-2-6658 0 0</inkml:trace>
  <inkml:trace contextRef="#ctx0" brushRef="#br0" timeOffset="1546.75">1987 102 7642 0 0,'0'0'3611'0'0,"0"0"-594"0"0,0 0-797 0 0,0 0-441 0 0,0 0-333 0 0,0 0-343 0 0,0 0-344 0 0,0 0-310 0 0,0 0-244 0 0,0 0-141 0 0,0 0-76 0 0,0 0-20 0 0,0 3-4 0 0,8 19 66 0 0,0 1-1 0 0,1-1 0 0 0,2 0 0 0 0,0-1 0 0 0,1-1 0 0 0,11 15-29 0 0,-3-5 132 0 0,-40-21 130 0 0,3-6 149 0 0,0-1 1 0 0,0-1-1 0 0,0 0 1 0 0,-1-1-1 0 0,-9-2-411 0 0,14 1 117 0 0,0-2-1 0 0,0 1 0 0 0,0-2 1 0 0,1 0-1 0 0,-1 0 0 0 0,1-1 1 0 0,0-1-1 0 0,1 0 0 0 0,-4-2-116 0 0,10 5 15 0 0,-1 1-1 0 0,1-2 1 0 0,0 1-1 0 0,-1-1 1 0 0,2 1-1 0 0,-1-1 1 0 0,0-1 0 0 0,1 1-1 0 0,0-1 1 0 0,0 1-1 0 0,0-1 1 0 0,0-1-1 0 0,1 1 1 0 0,0 0-1 0 0,0-1 1 0 0,0 1 0 0 0,1-1-1 0 0,0 0 1 0 0,0 0-1 0 0,0 0 1 0 0,1 0-1 0 0,-1-3-14 0 0,2 3-18 0 0,0 3-53 0 0,0 0 0 0 0,-1 0 0 0 0,1 0 0 0 0,1 0 0 0 0,-1 1-1 0 0,0-1 1 0 0,1 0 0 0 0,-1 0 0 0 0,1 1 0 0 0,0-1 0 0 0,0 0 0 0 0,0 1 0 0 0,0-1 0 0 0,0 1 0 0 0,0-1 0 0 0,1 1 0 0 0,-1-1 0 0 0,1 1-1 0 0,0 0 1 0 0,0 0 0 0 0,1-1 71 0 0,1-1-585 0 0,1 1 1 0 0,1-1-1 0 0,-1 1 0 0 0,0 0 0 0 0,1 0 0 0 0,0 0 1 0 0,-1 1-1 0 0,1 0 0 0 0,0 0 0 0 0,0 1 1 0 0,1 0-1 0 0,4-1 585 0 0,46 4-11823 0 0,-47 2 5966 0 0</inkml:trace>
  <inkml:trace contextRef="#ctx0" brushRef="#br0" timeOffset="2195.9">2574 128 3753 0 0,'0'0'1795'0'0,"0"0"-104"0"0,0 0 59 0 0,0 0 162 0 0,0 0 52 0 0,0 0-143 0 0,0 0-301 0 0,0 0-354 0 0,0 0-314 0 0,0 0-183 0 0,0 0-94 0 0,0 0-64 0 0,1 6 325 0 0,62 48-705 0 0,-18 1-121 0 0,-44-54-13 0 0,0 0 0 0 0,0 1 0 0 0,0-1 0 0 0,0 0 0 0 0,-1 1 0 0 0,1-1 0 0 0,-1 1 0 0 0,1-1 0 0 0,-1 0 0 0 0,0 1 0 0 0,1-1 0 0 0,-1 1 0 0 0,0-1 0 0 0,0 1 0 0 0,0-1 0 0 0,0 1 0 0 0,0-1 0 0 0,0 1 0 0 0,0-1 0 0 0,-1 1 0 0 0,1-1 0 0 0,-1 1 0 0 0,1-1 0 0 0,-1 1 0 0 0,1-1 0 0 0,-1 0 0 0 0,0 1 0 0 0,0-1 0 0 0,1 0 0 0 0,-1 0 0 0 0,0 0 0 0 0,0 1 0 0 0,0-1 0 0 0,-1 0 0 0 0,1 0 0 0 0,0 0 0 0 0,0-1 0 0 0,-1 2 3 0 0,-8 2 159 0 0,0-1 0 0 0,-1 1 0 0 0,1-2 0 0 0,-1 0 0 0 0,1 0 0 0 0,-1-1 0 0 0,1 0 0 0 0,-1 0 0 0 0,0-1 0 0 0,0-1 0 0 0,-7-1-159 0 0,-3-2 264 0 0,0-1 0 0 0,0-1 0 0 0,1-1 0 0 0,0-1 0 0 0,1 0 0 0 0,-6-5-264 0 0,13 8 81 0 0,0-1 6 0 0,0 0 0 0 0,1-1 1 0 0,-1 0-1 0 0,1-1 0 0 0,1 0 0 0 0,0-1 1 0 0,-1-1-88 0 0,9 9-20 0 0,1-1 0 0 0,-1 0 1 0 0,0 0-1 0 0,0-1 1 0 0,1 1-1 0 0,-1 0 0 0 0,1-1 1 0 0,0 1-1 0 0,0 0 0 0 0,0-1 1 0 0,0 0-1 0 0,0 1 0 0 0,0-1 1 0 0,1 1-1 0 0,-1-1 1 0 0,1 0-1 0 0,0 0 0 0 0,-1 1 1 0 0,1-1-1 0 0,1 0 0 0 0,-1 1 1 0 0,0-1-1 0 0,1 0 1 0 0,-1 0-1 0 0,1 1 0 0 0,0-1 1 0 0,0 1-1 0 0,0-1 0 0 0,0 1 1 0 0,0-1-1 0 0,1 1 1 0 0,-1 0-1 0 0,1-1 0 0 0,0 1 1 0 0,-1 0-1 0 0,1 0 0 0 0,0 0 1 0 0,0 0-1 0 0,1 0 20 0 0,3-1-667 0 0,-1 1-1 0 0,1 0 0 0 0,0 0 1 0 0,-1 0-1 0 0,1 0 1 0 0,0 1-1 0 0,0 0 1 0 0,0 1-1 0 0,0-1 1 0 0,3 1 667 0 0,37 2-10510 0 0,-33-1 3594 0 0</inkml:trace>
  <inkml:trace contextRef="#ctx0" brushRef="#br0" timeOffset="2562.39">3102 97 5417 0 0,'0'0'3151'0'0,"0"0"-321"0"0,0 0-488 0 0,0 0-396 0 0,0 0-322 0 0,0 0-294 0 0,0 0-335 0 0,0 0-310 0 0,0 0-285 0 0,0 0-181 0 0,0 0-111 0 0,0 0-77 0 0,13-5-44 0 0,38-13-26 0 0,-50 17 36 0 0,0 1-1 0 0,0-1 1 0 0,0 1 0 0 0,0 0-1 0 0,0-1 1 0 0,0 1 0 0 0,0 0-1 0 0,0 0 1 0 0,0 0 0 0 0,0 0-1 0 0,0 0 1 0 0,0 0 0 0 0,0 0-1 0 0,0 0 1 0 0,0 0 0 0 0,0 0-1 0 0,0 1 1 0 0,0-1 0 0 0,0 0-1 0 0,0 1 1 0 0,0-1 0 0 0,0 0 0 0 0,0 1-1 0 0,0 0 1 0 0,-1-1 0 0 0,1 1-1 0 0,0-1 1 0 0,0 1 0 0 0,0 0-1 0 0,-1 0 4 0 0,4 2-26 0 0,79 76-243 0 0,-63-57 242 0 0,-18-20 21 0 0,1 1 0 0 0,-1-1 0 0 0,0 1-1 0 0,1 0 1 0 0,-1 0 0 0 0,-1-1-1 0 0,1 1 1 0 0,0 0 0 0 0,-1 1-1 0 0,1-1 1 0 0,-1 0 0 0 0,0 0 0 0 0,0 1-1 0 0,-1-1 1 0 0,1 0 0 0 0,0 1-1 0 0,-1-1 1 0 0,0 4 6 0 0,0-5 14 0 0,-1 0 0 0 0,1-1 0 0 0,-1 1 0 0 0,1 0 0 0 0,-1 0 0 0 0,0 0 0 0 0,1 0 0 0 0,-1 0 0 0 0,0-1 0 0 0,0 1 0 0 0,-1 0 0 0 0,1-1 0 0 0,0 1 0 0 0,0-1 0 0 0,-1 1 0 0 0,1-1 0 0 0,-1 0 0 0 0,1 0 1 0 0,-1 1-1 0 0,0-1 0 0 0,1 0 0 0 0,-1 0 0 0 0,0-1 0 0 0,0 1 0 0 0,0 0 0 0 0,0-1 0 0 0,0 1 0 0 0,0-1-14 0 0,-59 11 1199 0 0,44-10-841 0 0,0-1-1 0 0,1-1 1 0 0,-1-1-1 0 0,0 0 0 0 0,0-1 1 0 0,-11-4-358 0 0,15 4 102 0 0,0-1 1 0 0,1 0-1 0 0,0 0 0 0 0,0-1 1 0 0,0-1-1 0 0,0 0 0 0 0,1-1 1 0 0,0 0-1 0 0,0 0 0 0 0,1-1 1 0 0,0-1-1 0 0,-2-2-102 0 0,10 9 8 0 0,1 0 0 0 0,0 0 0 0 0,-1-1 0 0 0,1 1 0 0 0,0-1 0 0 0,1 1 0 0 0,-1 0 0 0 0,0-1 0 0 0,1 1 0 0 0,-1-1 0 0 0,1 0 0 0 0,0 1 0 0 0,0-1 0 0 0,0 1 0 0 0,0-1 0 0 0,0 0 0 0 0,0 1 0 0 0,1-1 0 0 0,-1 1 0 0 0,1-1 0 0 0,0 1 0 0 0,0-1 0 0 0,0 1 0 0 0,0 0 0 0 0,0-1 0 0 0,0 1 0 0 0,1 0 0 0 0,-1 0 0 0 0,2-1-8 0 0,1-3-267 0 0,1 0-1 0 0,-1 1 1 0 0,1 0-1 0 0,1 0 1 0 0,-1 0-1 0 0,1 1 1 0 0,-1 0-1 0 0,1 0 0 0 0,1 0 1 0 0,1 0 267 0 0,35-8-4682 0 0,-12 10-3751 0 0,-18 2-1465 0 0</inkml:trace>
</inkml:ink>
</file>

<file path=ppt/ink/ink2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16:47:22.3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14 5953 0 0,'0'0'3192'0'0,"0"0"-352"0"0,0 0-486 0 0,0 0-402 0 0,0 0-347 0 0,0 0-352 0 0,0 0-323 0 0,0 0-266 0 0,0 0-181 0 0,0 0-119 0 0,0 0-85 0 0,0-3-54 0 0,0 1-1234 0 0,1-6 4746 0 0,0 21 943 0 0,13 50-4721 0 0,28 73 61 0 0,45 62 77 0 0,-66-132-37 0 0,-17-57 244 0 0,-4-11-1756 0 0,2-2-1655 0 0,-2 1-4571 0 0,0 1-4298 0 0</inkml:trace>
</inkml:ink>
</file>

<file path=ppt/ink/ink2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16:47:23.1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29 598 4921 0 0,'0'0'2726'0'0,"0"0"-68"0"0,0 0-159 0 0,0 0-268 0 0,0 0-332 0 0,0 0-362 0 0,0 0-354 0 0,0 0-282 0 0,0 0-206 0 0,0 0-150 0 0,0 0-78 0 0,0 0-85 0 0,10-11-90 0 0,28-30-51 0 0,-8 25 138 0 0,-23 16-303 0 0,7-2 21 0 0,1 0 0 0 0,-1 1-1 0 0,1 1 1 0 0,-1 0 0 0 0,0 1 0 0 0,7 1-97 0 0,-14 0 3 0 0,1 1 0 0 0,-1-1 1 0 0,0 1-1 0 0,0 0 0 0 0,0 1 0 0 0,-1 0 0 0 0,1 0 0 0 0,-1 1 0 0 0,0-1 1 0 0,0 1-1 0 0,0 0 0 0 0,-1 1 0 0 0,0 0 0 0 0,4 4-3 0 0,71 115 34 0 0,-17-7-42 0 0,-62-115 7 0 0,0-1 0 0 0,-1 1 1 0 0,1-1-1 0 0,0 1 0 0 0,-1-1 1 0 0,1 1-1 0 0,-1 0 0 0 0,0-1 1 0 0,0 1-1 0 0,0 0 0 0 0,0-1 1 0 0,0 1-1 0 0,-1-1 0 0 0,1 1 1 0 0,-1 0-1 0 0,1-1 0 0 0,-1 1 1 0 0,0-1-1 0 0,0 1 0 0 0,-1-1 1 0 0,1 0-1 0 0,0 1 0 0 0,-1-1 1 0 0,1 0-1 0 0,-1 0 0 0 0,0 0 1 0 0,1 0-1 0 0,-1 0 0 0 0,0-1 1 0 0,0 1-1 0 0,0 0 0 0 0,-1-1 1 0 0,1 1-1 0 0,-2-1 1 0 0,-9 5 146 0 0,0-1 1 0 0,-1 0 0 0 0,0-1-1 0 0,0-1 1 0 0,0 0-1 0 0,-1-1 1 0 0,1-1-1 0 0,0 0 1 0 0,-1-1 0 0 0,1 0-1 0 0,-12-2-146 0 0,-63-30 837 0 0,71 24-678 0 0,8 1-78 0 0,-1 0-1 0 0,1 0 0 0 0,0-1 0 0 0,1 0 0 0 0,-1 0 0 0 0,2-1 1 0 0,-1-1-1 0 0,1 1 0 0 0,-4-8-80 0 0,7 10 23 0 0,-1 0-1 0 0,1 0 1 0 0,0-1 0 0 0,1 0 0 0 0,0 0-1 0 0,0 0 1 0 0,1 0 0 0 0,0-1 0 0 0,0 1 0 0 0,1-1-1 0 0,0 0 1 0 0,0 0 0 0 0,1 0 0 0 0,0-5-23 0 0,1 12-20 0 0,1-1 0 0 0,-1 0 1 0 0,1 0-1 0 0,-1 1 0 0 0,1-1 1 0 0,0 0-1 0 0,0 1 0 0 0,0-1 1 0 0,1 1-1 0 0,-1-1 0 0 0,0 1 1 0 0,1-1-1 0 0,0 1 0 0 0,-1 0 1 0 0,1 0-1 0 0,0 0 0 0 0,0 0 1 0 0,0 0-1 0 0,1 0 0 0 0,-1 1 1 0 0,0-1-1 0 0,1 1 0 0 0,-1 0 1 0 0,1-1-1 0 0,0 1 20 0 0,3-2-706 0 0,1 0-1 0 0,0 1 1 0 0,0 0 0 0 0,0 0 0 0 0,0 0-1 0 0,1 1 1 0 0,-1 0 0 0 0,0 0 0 0 0,2 1 706 0 0,5 0-4336 0 0,-4 0-1951 0 0,-2 0-4151 0 0</inkml:trace>
  <inkml:trace contextRef="#ctx0" brushRef="#br0" timeOffset="1008.13">882 44 384 0 0,'0'0'4296'0'0,"0"0"-870"0"0,0 0-276 0 0,0 0-312 0 0,0 0-458 0 0,0 0-506 0 0,0 0-440 0 0,0 0-366 0 0,0 0-259 0 0,0 0-165 0 0,0 0-121 0 0,0 0-73 0 0,0 0-57 0 0,0-6-46 0 0,3-21 452 0 0,-18 21-81 0 0,-46 3-432 0 0,54 3-268 0 0,2-1-4 0 0,0 1-1 0 0,0 0 1 0 0,0 0-1 0 0,0 1 1 0 0,0-1 0 0 0,1 1-1 0 0,-1 0 1 0 0,0 0-1 0 0,0 1 1 0 0,1 0 0 0 0,-1-1-1 0 0,0 2-13 0 0,1-1 10 0 0,0 1-1 0 0,0 0 0 0 0,0-1 1 0 0,0 2-1 0 0,0-1 0 0 0,1 0 1 0 0,0 1-1 0 0,-1-1 0 0 0,1 1 1 0 0,0 0-1 0 0,1 0 0 0 0,-1 1 1 0 0,0 0-10 0 0,-12 30 66 0 0,3 15 34 0 0,10-29-50 0 0,1-10 4 0 0,0 0 0 0 0,0 0 1 0 0,1 0-1 0 0,0 0 1 0 0,1 0-1 0 0,1 0 0 0 0,-1 0 1 0 0,2 0-1 0 0,2 9-54 0 0,0-8 65 0 0,1 1-1 0 0,0-1 1 0 0,1 0 0 0 0,0 0-1 0 0,1-1 1 0 0,0 0 0 0 0,1 0 0 0 0,9 8-65 0 0,-8-8 25 0 0,0-1 0 0 0,1-1 0 0 0,0 0 1 0 0,0 0-1 0 0,1-1 0 0 0,1 0 0 0 0,-1-1 1 0 0,1-1-1 0 0,0 0 0 0 0,1-1 0 0 0,-1 0 1 0 0,1-1-1 0 0,0-1 0 0 0,0 0 0 0 0,0 0 1 0 0,11-1-26 0 0,-23-2 5 0 0,-1 0 0 0 0,1-1 0 0 0,0 1-1 0 0,-1 0 1 0 0,1-1 0 0 0,-1 1 0 0 0,1-1 0 0 0,-1 0 0 0 0,1 1 0 0 0,-1-1 0 0 0,0 0 0 0 0,1 0 0 0 0,-1 0 0 0 0,0 0 0 0 0,1 0 0 0 0,-1 0 0 0 0,0-1 0 0 0,0 1 0 0 0,0 0 0 0 0,0-1 0 0 0,0 1 0 0 0,0 0 0 0 0,-1-1 0 0 0,1 1 0 0 0,0-1 0 0 0,-1 1 0 0 0,1-1 0 0 0,-1 0 0 0 0,0 1 0 0 0,1-2-5 0 0,5-50-85 0 0,-6 50 19 0 0,0-1 1 0 0,0 1 0 0 0,0-1-1 0 0,0 1 1 0 0,0-1 0 0 0,-1 1 0 0 0,1-1-1 0 0,-1 1 1 0 0,0-1 0 0 0,0 1-1 0 0,-1 0 1 0 0,1 0 0 0 0,-1-1-1 0 0,1 1 1 0 0,-1 0 0 0 0,0 0 0 0 0,0 0-1 0 0,0 1 1 0 0,-1-1 0 0 0,1 0-1 0 0,-1 1 1 0 0,1 0 0 0 0,-1-1-1 0 0,0 1 1 0 0,0 0 0 0 0,0 0 0 0 0,-2 0 65 0 0,-41-1-5378 0 0,17 11-4694 0 0,17-3-528 0 0</inkml:trace>
</inkml:ink>
</file>

<file path=ppt/ink/ink2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16:47:32.6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38 101 0 0 0,'0'0'324'0'0,"0"0"511"0"0,0 0 367 0 0,0 0 335 0 0,0 0 200 0 0,0 0 14 0 0,0 0-108 0 0,0 0-91 0 0,0 0-84 0 0,0 0-103 0 0,0 0-133 0 0,-6-4-165 0 0,-20-12-162 0 0,20 12-154 0 0,6 4-151 0 0,0 0-117 0 0,0 0-95 0 0,0 0-72 0 0,0 0-48 0 0,0 0-24 0 0,12-4 3291 0 0,7-12-3000 0 0,-9 7 6 0 0,2 2-464 0 0,0 0 0 0 0,0 1 0 0 0,0 1 1 0 0,1 0-1 0 0,-1 1 0 0 0,1 0 0 0 0,1 1 1 0 0,-1 1-1 0 0,0 0 0 0 0,0 0 0 0 0,1 2 1 0 0,-1-1-1 0 0,1 2 0 0 0,7 1-77 0 0,-2-1-42 0 0,0 1 1 0 0,-1 1-1 0 0,1 1 0 0 0,-1 1 1 0 0,0 1-1 0 0,0 0 0 0 0,-1 1 1 0 0,11 6 41 0 0,-25-12-28 0 0,0 1 0 0 0,0-1 1 0 0,0 1-1 0 0,0-1 1 0 0,0 1-1 0 0,-1 0 0 0 0,1 0 1 0 0,-1 1-1 0 0,1-1 0 0 0,-1 0 1 0 0,0 1-1 0 0,1-1 0 0 0,-1 1 1 0 0,-1 0-1 0 0,1 0 1 0 0,0 0-1 0 0,-1 0 0 0 0,1 0 1 0 0,-1 0-1 0 0,0 0 0 0 0,0 0 1 0 0,0 1-1 0 0,-1-1 1 0 0,1 0-1 0 0,-1 1 28 0 0,1-2-12 0 0,-1 1 0 0 0,0-1 0 0 0,0 1 0 0 0,-1-1 0 0 0,1 1 0 0 0,0-1 0 0 0,-1 0 0 0 0,0 1 0 0 0,1-1 0 0 0,-1 1 0 0 0,0-1 1 0 0,0 0-1 0 0,0 0 0 0 0,-1 1 0 0 0,1-1 0 0 0,0 0 0 0 0,-1 0 0 0 0,1 0 0 0 0,-1-1 0 0 0,0 1 0 0 0,0 0 0 0 0,0 0 0 0 0,0 0 12 0 0,-10 6 18 0 0,0 0 0 0 0,0-1 0 0 0,0-1 0 0 0,0 1-1 0 0,-1-2 1 0 0,0 0 0 0 0,-1 0 0 0 0,1-2 0 0 0,-1 1 0 0 0,0-2 0 0 0,1 0-1 0 0,-1 0 1 0 0,-1-1-18 0 0,-29 5 106 0 0,20-1 18 0 0,30 6-64 0 0,50 27-159 0 0,1-2 1 0 0,22 7 98 0 0,37 23-689 0 0,-109-62 643 0 0,-1-1 5 0 0,-1 0 0 0 0,0 0 0 0 0,0 0 0 0 0,0 1 0 0 0,0-1 0 0 0,-1 1 0 0 0,1 1 0 0 0,-1-1 0 0 0,0 0 0 0 0,0 1 0 0 0,-1 0 0 0 0,1 0 0 0 0,1 4 41 0 0,-5-8 5 0 0,0 1-1 0 0,0-1 1 0 0,-1 1-1 0 0,1-1 1 0 0,-1 0-1 0 0,1 1 0 0 0,0-1 1 0 0,-1 0-1 0 0,0 1 1 0 0,1-1-1 0 0,-1 0 1 0 0,0 1-1 0 0,0-1 1 0 0,0 0-1 0 0,0 0 0 0 0,0 0 1 0 0,0 0-1 0 0,0 0 1 0 0,0 0-1 0 0,0 0 1 0 0,0 0-1 0 0,-1-1 1 0 0,1 1-1 0 0,0 0 1 0 0,-1-1-1 0 0,1 1 0 0 0,0-1 1 0 0,-1 1-1 0 0,1-1 1 0 0,-1 0-1 0 0,1 1 1 0 0,0-1-1 0 0,-1 0 1 0 0,1 0-1 0 0,-1 0 0 0 0,1 0 1 0 0,-1 0-1 0 0,1 0 1 0 0,-1-1-1 0 0,1 1-4 0 0,-1 0 17 0 0,-208 4 2035 0 0,53-13-1547 0 0,109 3-2578 0 0,33 2-2852 0 0,1 0-5360 0 0,9 1 1698 0 0</inkml:trace>
</inkml:ink>
</file>

<file path=ppt/ink/ink2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16:46:50.099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154 628 704 0 0,'0'0'1411'0'0,"0"0"-17"0"0,0 0 150 0 0,0 0 108 0 0,0 0-42 0 0,0 0-175 0 0,0 0-241 0 0,0 0-211 0 0,0 0-154 0 0,0 0-70 0 0,0 0-76 0 0,0 0-42 0 0,6-8-29 0 0,17-22-41 0 0,1-2 2126 0 0,-20 23-2201 0 0,1 0 0 0 0,-1-1 1 0 0,-1 1-1 0 0,0-1 0 0 0,0 0 0 0 0,-1 1 1 0 0,1-8-497 0 0,-1-165 1828 0 0,-16-13-684 0 0,8 160-932 0 0,-5 36-973 0 0,-22 38 369 0 0,27-27 378 0 0,0 0 0 0 0,1 0 1 0 0,0 1-1 0 0,1-1 0 0 0,0 1 0 0 0,0 6 14 0 0,2-10 7 0 0,1 1 0 0 0,1-1-1 0 0,0 1 1 0 0,0-1 0 0 0,0 1 0 0 0,1-1-1 0 0,1 0 1 0 0,0 1 0 0 0,0-1 0 0 0,1 0-1 0 0,0 0 1 0 0,0 0 0 0 0,1 0 0 0 0,0-1 0 0 0,4 6-7 0 0,74 100 10 0 0,104 64-3267 0 0,-140-137-1525 0 0,-13-16-3681 0 0,-22-17 712 0 0</inkml:trace>
  <inkml:trace contextRef="#ctx0" brushRef="#br0" timeOffset="346.61">732 430 8634 0 0,'0'0'3431'0'0,"0"0"-1008"0"0,0 0-576 0 0,0 0-294 0 0,0 0-282 0 0,0 0-348 0 0,0 0-345 0 0,0 0-275 0 0,0 0-160 0 0,0 0-64 0 0,0 0 7 0 0,0 0 21 0 0,0 0 29 0 0,-16 1 28 0 0,-50 4 13 0 0,65-5-168 0 0,0 0-1 0 0,-1 0 1 0 0,1 0-1 0 0,0 0 0 0 0,0 0 1 0 0,0 0-1 0 0,0 0 1 0 0,0 1-1 0 0,0-1 1 0 0,0 1-1 0 0,0-1 0 0 0,0 0 1 0 0,0 1-1 0 0,0-1 1 0 0,0 1-1 0 0,1 0 1 0 0,-1-1-1 0 0,0 1 0 0 0,0 0 1 0 0,0 0-1 0 0,1-1 1 0 0,-1 1-1 0 0,0 0 0 0 0,1 0 1 0 0,-1 0-1 0 0,1 0 1 0 0,-1 0-1 0 0,1 0 1 0 0,0 0-1 0 0,-1 0 0 0 0,1 0 1 0 0,0 0-1 0 0,-1 0 1 0 0,1 0-9 0 0,-1 6 71 0 0,-2-1-29 0 0,1 0 1 0 0,0 0 0 0 0,1 0-1 0 0,-1 1 1 0 0,1-1 0 0 0,1 0-1 0 0,-1 1 1 0 0,1-1 0 0 0,0 1 0 0 0,1-1-1 0 0,-1 1 1 0 0,1-1 0 0 0,1 0-1 0 0,-1 1 1 0 0,1-1 0 0 0,0 0-1 0 0,0 0 1 0 0,3 5-43 0 0,-1-4 32 0 0,0 0 0 0 0,0 0 0 0 0,1-1 0 0 0,0 1 1 0 0,0-1-1 0 0,0 0 0 0 0,1 0 0 0 0,0 0 0 0 0,0-1 0 0 0,0 0 0 0 0,1 0 1 0 0,0-1-1 0 0,0 0 0 0 0,0 0 0 0 0,0 0 0 0 0,1-1 0 0 0,-1 0 0 0 0,1-1 1 0 0,0 0-1 0 0,4 1-32 0 0,-10-4 21 0 0,0-1 0 0 0,0 1 0 0 0,0-1 1 0 0,0 1-1 0 0,0-1 0 0 0,0 0 0 0 0,-1 0 1 0 0,1 0-1 0 0,-1 0 0 0 0,1 0 0 0 0,-1 0 1 0 0,1 0-1 0 0,-1-1 0 0 0,0 1 0 0 0,0 0 1 0 0,0-1-1 0 0,-1 1 0 0 0,1 0 0 0 0,-1-1 1 0 0,1 1-1 0 0,-1-1 0 0 0,0 1 0 0 0,1-1 1 0 0,-2 0-1 0 0,1 1 0 0 0,0-1 0 0 0,0 1 1 0 0,-1-1-1 0 0,1 1 0 0 0,-1-1-21 0 0,1-2 7 0 0,-1-10-19 0 0,-1 2 0 0 0,-1-1 0 0 0,0 0-1 0 0,0 0 1 0 0,-2 1 0 0 0,1 0 0 0 0,-2 0 0 0 0,0 0 0 0 0,0 0 0 0 0,-1 1 0 0 0,-1 0-1 0 0,-8-10 13 0 0,-27-23-336 0 0,41 44 217 0 0,1 0 0 0 0,-1 0-1 0 0,1 0 1 0 0,-1 0 0 0 0,0 0 0 0 0,1 1-1 0 0,-1-1 1 0 0,0 1 0 0 0,1 0 0 0 0,-1-1-1 0 0,0 1 1 0 0,0 0 0 0 0,0 0 0 0 0,1 0-1 0 0,-1 0 1 0 0,0 0 0 0 0,0 0 0 0 0,0 1-1 0 0,1-1 1 0 0,-1 1 0 0 0,0-1 0 0 0,1 1-1 0 0,-1-1 1 0 0,0 1 0 0 0,1 0 0 0 0,-1 0-1 0 0,1 0 1 0 0,-1 0 0 0 0,1 0 0 0 0,-1 0-1 0 0,1 1 1 0 0,0-1 0 0 0,-1 1 119 0 0,-24 31-5613 0 0,9 6-3391 0 0,13-29 3770 0 0</inkml:trace>
  <inkml:trace contextRef="#ctx0" brushRef="#br0" timeOffset="952.17">1099 502 8178 0 0,'0'0'4431'0'0,"0"0"-877"0"0,0 0-1070 0 0,0 0-684 0 0,0 0-468 0 0,0 0-351 0 0,0 0-272 0 0,0 0-200 0 0,0 0-151 0 0,0 0-91 0 0,0 0-69 0 0,0 0-71 0 0,-6-17-75 0 0,-21-49-65 0 0,20 50-81 0 0,7 25 49 0 0,0 1-1 0 0,1 0 1 0 0,0-1 0 0 0,1 1-1 0 0,-1-1 1 0 0,2 0-1 0 0,-1 1 1 0 0,2-1-1 0 0,-1 0 1 0 0,1-1-1 0 0,0 1 1 0 0,1-1 0 0 0,0 1 45 0 0,3 3 12 0 0,0-1 1 0 0,1 1-1 0 0,0-1 1 0 0,1-1-1 0 0,1 0 1 0 0,-1 0 0 0 0,7 3-13 0 0,-17-13 16 0 0,1 1 1 0 0,0-1 0 0 0,0 0-1 0 0,0 0 1 0 0,0 0 0 0 0,-1 0 0 0 0,1 0-1 0 0,0 0 1 0 0,0-1 0 0 0,0 1-1 0 0,-1 0 1 0 0,1 0 0 0 0,0 0 0 0 0,0-1-1 0 0,-1 1 1 0 0,1 0 0 0 0,0-1 0 0 0,0 1-1 0 0,-1-1 1 0 0,1 1 0 0 0,0-1-1 0 0,-1 1 1 0 0,1-1 0 0 0,-1 1 0 0 0,1-1-1 0 0,-1 0 1 0 0,1 1 0 0 0,-1-1-1 0 0,1 0 1 0 0,-1 1 0 0 0,0-1 0 0 0,1 0-1 0 0,-1 0 1 0 0,0 0 0 0 0,0 1-1 0 0,1-1 1 0 0,-1 0 0 0 0,0 0 0 0 0,0 0-1 0 0,0 1 1 0 0,0-1 0 0 0,0 0 0 0 0,0 0-1 0 0,0 0 1 0 0,0 1 0 0 0,-1-2-17 0 0,2-2-16 0 0,6-94-65 0 0,6 161-1414 0 0,96 390 1079 0 0,-98-325-253 0 0,-12-127 671 0 0,1 1 0 0 0,-1 0 0 0 0,0 0-1 0 0,0-1 1 0 0,0 1 0 0 0,0-1 0 0 0,0 1-1 0 0,0-1 1 0 0,-1 1 0 0 0,1-1 0 0 0,0 0-1 0 0,-1 1 1 0 0,1-1 0 0 0,-1 0 0 0 0,1 0-1 0 0,-1 0 1 0 0,0 0 0 0 0,1 0-1 0 0,-1-1 1 0 0,0 1 0 0 0,0 0 0 0 0,1-1-1 0 0,-1 1 1 0 0,0-1 0 0 0,0 0 0 0 0,0 1-1 0 0,0-1 1 0 0,0 0 0 0 0,0 0 0 0 0,0-1-1 0 0,1 1 1 0 0,-1 0 0 0 0,0 0 0 0 0,0-1-1 0 0,0 0 1 0 0,0 1 0 0 0,1-1-1 0 0,-1 0 1 0 0,0 1 0 0 0,1-1 0 0 0,-1 0-1 0 0,0 0 1 0 0,1-1-2 0 0,-13-6 77 0 0,1-1 1 0 0,0-1-1 0 0,1 0 0 0 0,0-1 0 0 0,0-1 0 0 0,1 1 0 0 0,1-2 1 0 0,-1 0-78 0 0,-13-19-29 0 0,2-2 1 0 0,1 0-1 0 0,1-2 0 0 0,2 0 1 0 0,1-1 28 0 0,3-18-713 0 0,14 53 542 0 0,0 0 0 0 0,0 1-1 0 0,0-1 1 0 0,0 0 0 0 0,0 1-1 0 0,0-1 1 0 0,1 1 0 0 0,-1-1-1 0 0,1 1 1 0 0,-1-1 0 0 0,1 1 0 0 0,0-1-1 0 0,-1 1 1 0 0,1-1 0 0 0,0 1-1 0 0,0 0 1 0 0,0-1 0 0 0,0 1-1 0 0,0 0 1 0 0,0 0 0 0 0,1-1 171 0 0,27-11-8397 0 0,-19 11 1004 0 0</inkml:trace>
  <inkml:trace contextRef="#ctx0" brushRef="#br0" timeOffset="1862.47">1654 258 8370 0 0,'0'0'3698'0'0,"0"0"-712"0"0,0 0-675 0 0,0 0-525 0 0,0 0-437 0 0,0 0-418 0 0,0 0-372 0 0,0 0-312 0 0,0 0-201 0 0,0 0-106 0 0,0 0-33 0 0,0 0 26 0 0,0 8 58 0 0,-1 67 124 0 0,7 193 79 0 0,12-155-50 0 0,-8-80-29 0 0,-10-32 32 0 0,0-1 161 0 0,0-7 713 0 0,-12-72 57 0 0,-33-144-847 0 0,14 55 41 0 0,29 96 169 0 0,13 76-1112 0 0,13 35 572 0 0,2-2-1 0 0,1-1 1 0 0,2-2-1 0 0,1 0 1 0 0,2-2-1 0 0,25 19 100 0 0,-44-39 13 0 0,1 0 0 0 0,1 0 0 0 0,0-1-1 0 0,0-1 1 0 0,1-1 0 0 0,1 0 0 0 0,-1-1 0 0 0,1-1 0 0 0,1 0-1 0 0,-1-2 1 0 0,9 2-13 0 0,-23-6 26 0 0,0-1 0 0 0,1 0 0 0 0,-1 0 0 0 0,0 0 0 0 0,1 0 0 0 0,-1 0 0 0 0,0-1 0 0 0,0 0 0 0 0,1 0 0 0 0,-1 0 0 0 0,0 0 0 0 0,0 0 0 0 0,0 0 0 0 0,0-1 0 0 0,0 1 0 0 0,0-1 0 0 0,0 0 0 0 0,-1 0 0 0 0,1 0 0 0 0,0-1 0 0 0,-1 1 0 0 0,0 0 0 0 0,0-1 0 0 0,0 0 0 0 0,0 1 0 0 0,0-1 0 0 0,0 0 0 0 0,-1 0 0 0 0,1 0 0 0 0,-1 0 0 0 0,1-1-26 0 0,2-7-33 0 0,-1-1-1 0 0,0-1 1 0 0,0 1 0 0 0,-1 0 0 0 0,-1-1 0 0 0,0 1-1 0 0,0-1 1 0 0,-1 1 0 0 0,-1-1 0 0 0,-1-6 33 0 0,-1 0-348 0 0,-1 0 0 0 0,-1 1 0 0 0,-1-1 0 0 0,0 1 0 0 0,-2 0 0 0 0,-7-13 348 0 0,-3-10-1693 0 0,-23-44-4532 0 0,27 72 1468 0 0,2 9-1329 0 0,8 4 1468 0 0</inkml:trace>
  <inkml:trace contextRef="#ctx0" brushRef="#br0" timeOffset="2288.06">2405 1 3961 0 0,'0'0'3115'0'0,"0"0"-98"0"0,0 0-427 0 0,0 0-627 0 0,0 0-606 0 0,0 0-514 0 0,0 0-372 0 0,0 0-246 0 0,0 0-171 0 0,0 0-104 0 0,0 0-54 0 0,0 0-8 0 0,0 0 32 0 0,30 10 40 0 0,95 37 32 0 0,-67-9 4 0 0,-20 2 39 0 0,-1 2-1 0 0,-2 1 1 0 0,-2 2-1 0 0,-3 1 0 0 0,24 46-34 0 0,-47-79-4 0 0,-1 0 0 0 0,0 1 0 0 0,-1 0 0 0 0,0-1 0 0 0,-1 2 0 0 0,-1-1 0 0 0,0 0 0 0 0,-1 1 0 0 0,0 10 4 0 0,-2-22-1 0 0,1 4-3 0 0,-1-1-1 0 0,0 1 1 0 0,-1 0-1 0 0,1 0 1 0 0,-1 0-1 0 0,0-1 0 0 0,-1 1 1 0 0,0 0-1 0 0,0-1 1 0 0,0 0-1 0 0,-1 1 1 0 0,0-1-1 0 0,-1 1 5 0 0,-1 1-42 0 0,-1 0 0 0 0,-1-1 1 0 0,1 0-1 0 0,-1 0 0 0 0,-1-1 0 0 0,1 0 0 0 0,-1 0 0 0 0,0 0 0 0 0,0-1 0 0 0,-1-1 0 0 0,1 1 0 0 0,-1-1 0 0 0,0-1 0 0 0,-8 3 42 0 0,-59 12-2850 0 0,1-8-4476 0 0,44-7 815 0 0</inkml:trace>
  <inkml:trace contextRef="#ctx0" brushRef="#br0" timeOffset="2856.25">1118 372 1728 0 0,'0'0'1533'0'0,"0"0"-2"0"0,0 0 82 0 0,0 0 137 0 0,0 0 45 0 0,0 0-112 0 0,0 0-240 0 0,0 0-312 0 0,0 0-296 0 0,0 0-210 0 0,0 0-153 0 0,0 0-139 0 0,0 0-131 0 0,3-1-139 0 0,-1 0-81 0 0,23 5-2203 0 0,-16 9-883 0 0,-4-4-1617 0 0,0-4-1952 0 0</inkml:trace>
  <inkml:trace contextRef="#ctx0" brushRef="#br1" timeOffset="43592.57">15 1725 5665 0 0,'0'0'4310'0'0,"0"0"-493"0"0,0 0-711 0 0,0 0-597 0 0,0 0-479 0 0,0 0-438 0 0,0 0-424 0 0,0 0-377 0 0,0 0-290 0 0,0 0-178 0 0,0 0-104 0 0,0 0-51 0 0,0 20 85 0 0,0-16-619 0 0,-2 26-1194 0 0,-1-21-2554 0 0,-3-3-4061 0 0,2-4-3150 0 0</inkml:trace>
  <inkml:trace contextRef="#ctx0" brushRef="#br1" timeOffset="44292.91">523 1617 2200 0 0,'0'0'2866'0'0,"0"0"214"0"0,0 0 92 0 0,0 0-114 0 0,0 0-310 0 0,0 0-509 0 0,0 0-594 0 0,0 0-510 0 0,0 0-408 0 0,0 0-280 0 0,0 0-162 0 0,0 0-107 0 0,0 0-70 0 0,-1-4-67 0 0,0 2-33 0 0,-5-10-15 0 0,4 22-2 0 0,18 65 53 0 0,-10-52-22 0 0,0 0 1 0 0,2 0-1 0 0,1 0 0 0 0,1-1 0 0 0,0 0 0 0 0,11 14-22 0 0,25 32 10 0 0,-33-52 103 0 0,-11-15-4857 0 0,-1-1-5071 0 0,-1-4 153 0 0</inkml:trace>
  <inkml:trace contextRef="#ctx0" brushRef="#br1" timeOffset="44930.97">951 1645 464 0 0,'0'0'1840'0'0,"0"0"194"0"0,0 0 315 0 0,0 0 137 0 0,0 0-74 0 0,0 0-242 0 0,0 0-346 0 0,0 0-303 0 0,0 0-272 0 0,0 0-202 0 0,0 0-188 0 0,0 0-170 0 0,5-6-128 0 0,15-14-113 0 0,4 14 669 0 0,-18 7-1128 0 0,-1 1 1 0 0,1-1-1 0 0,-1 1 0 0 0,1 0 0 0 0,-1 0 0 0 0,1 1 0 0 0,-1-1 1 0 0,0 1-1 0 0,0 0 0 0 0,-1 1 0 0 0,4 1 11 0 0,5 4-17 0 0,2 2-7 0 0,0 1 0 0 0,-1 0 0 0 0,-1 1 0 0 0,0 0 0 0 0,0 1 0 0 0,2 4 24 0 0,-11-11-20 0 0,1-1 1 0 0,-2 0-1 0 0,1 1 0 0 0,-1 0 0 0 0,0 0 1 0 0,0 0-1 0 0,0 0 0 0 0,-1 0 0 0 0,-1 1 0 0 0,1-1 1 0 0,-1 1-1 0 0,0-1 0 0 0,-1 1 0 0 0,1-1 0 0 0,-2 1 1 0 0,1-1-1 0 0,-1 1 0 0 0,-1 2 20 0 0,1-5 37 0 0,0-1 0 0 0,-1 1 0 0 0,1-1 0 0 0,-1 0 0 0 0,0 0 0 0 0,-1 0-1 0 0,1 0 1 0 0,0 0 0 0 0,-1 0 0 0 0,0-1 0 0 0,0 1 0 0 0,0-1 0 0 0,-1 0 0 0 0,1 0 0 0 0,-1 0-1 0 0,1 0 1 0 0,-1-1 0 0 0,0 1 0 0 0,0-1 0 0 0,0 0 0 0 0,-1 0 0 0 0,1-1 0 0 0,0 1 0 0 0,-1-1 0 0 0,1 0-1 0 0,-1 0 1 0 0,1 0 0 0 0,-1-1 0 0 0,1 0 0 0 0,-2 0-37 0 0,-2 1 136 0 0,0-2 0 0 0,0 1 1 0 0,0-1-1 0 0,1 0 0 0 0,-1-1 0 0 0,0 0 0 0 0,1 0 0 0 0,-1 0 1 0 0,-2-3-137 0 0,-1 2 73 0 0,2 0 1 0 0,-1-2 0 0 0,0 1 0 0 0,1-1-1 0 0,0 0 1 0 0,0-1 0 0 0,0 0 0 0 0,1-1 0 0 0,0 0-1 0 0,0 0 1 0 0,1 0 0 0 0,0-1 0 0 0,0 0-1 0 0,1-1 1 0 0,0 1 0 0 0,-4-8-74 0 0,6 5 44 0 0,1 1 1 0 0,0 0 0 0 0,0-1-1 0 0,1 1 1 0 0,1-1-1 0 0,-1 0 1 0 0,2-7-45 0 0,-1 13-108 0 0,1 0 0 0 0,0 0 1 0 0,0 0-1 0 0,1 0 0 0 0,0 0 1 0 0,0 0-1 0 0,0 1 0 0 0,0-1 0 0 0,1 0 1 0 0,0 0-1 0 0,0 1 0 0 0,0-1 0 0 0,0 1 1 0 0,1-1-1 0 0,-1 1 0 0 0,1 0 1 0 0,1 0-1 0 0,0-1 108 0 0,26-10-4375 0 0,-9 13-4985 0 0,-16 2 207 0 0</inkml:trace>
  <inkml:trace contextRef="#ctx0" brushRef="#br1" timeOffset="45893.88">1595 1356 2336 0 0,'0'0'2466'0'0,"0"0"188"0"0,0 0 106 0 0,0 0-132 0 0,0 0-286 0 0,0 0-418 0 0,0 0-438 0 0,0 0-342 0 0,0 0-241 0 0,0 0-167 0 0,0 0-136 0 0,0 0-81 0 0,0 0-100 0 0,3-11-102 0 0,10-33-106 0 0,-13 43-204 0 0,1 0 0 0 0,-1 0 0 0 0,1 0-1 0 0,-1 0 1 0 0,1 0 0 0 0,0 0 0 0 0,-1 1 0 0 0,1-1 0 0 0,0 0-1 0 0,0 0 1 0 0,0 1 0 0 0,0-1 0 0 0,0 1 0 0 0,-1-1 0 0 0,1 0 0 0 0,0 1-1 0 0,0 0 1 0 0,0-1 0 0 0,1 1 0 0 0,-1 0 0 0 0,0-1 0 0 0,0 1 0 0 0,0 0-1 0 0,0 0 1 0 0,0 0 0 0 0,0 0 0 0 0,0 0 0 0 0,0 0 0 0 0,0 0-1 0 0,0 0-6 0 0,4 0 3 0 0,6 0-14 0 0,1 0 0 0 0,0 0 0 0 0,0 1 0 0 0,-1 0 0 0 0,1 1 0 0 0,-1 1 0 0 0,1 0 0 0 0,8 3 11 0 0,3 2-37 0 0,59 28-30 0 0,-81-35 60 0 0,0-1 0 0 0,-1 1 0 0 0,1 0 1 0 0,0 0-1 0 0,-1-1 0 0 0,1 1 0 0 0,-1 0 0 0 0,1 0 0 0 0,-1 0 0 0 0,1-1 1 0 0,-1 1-1 0 0,1 0 0 0 0,-1 0 0 0 0,0 0 0 0 0,1 0 0 0 0,-1 0 0 0 0,0 0 1 0 0,0 0-1 0 0,0 0 0 0 0,0 0 0 0 0,0 0 0 0 0,0 0 0 0 0,0 0 0 0 0,0 0 1 0 0,0 0-1 0 0,-1 0 0 0 0,1 0 0 0 0,0 0 0 0 0,-1 0 0 0 0,1 0 0 0 0,0-1 1 0 0,-1 1-1 0 0,1 0 0 0 0,-1 0 0 0 0,1 0 0 0 0,-1 0 0 0 0,0-1 0 0 0,1 1 0 0 0,-1 0 1 0 0,0-1-1 0 0,0 1 0 0 0,1 0 0 0 0,-1-1 0 0 0,0 1 0 0 0,0-1 0 0 0,0 1 1 0 0,0-1-1 0 0,0 0 0 0 0,0 1 0 0 0,1-1 0 0 0,-1 0 0 0 0,0 0 0 0 0,0 1 1 0 0,0-1-1 0 0,0 0 0 0 0,-1 0 7 0 0,-96 22 288 0 0,97-22-291 0 0,1 0-1 0 0,-1 0 1 0 0,1 0-1 0 0,-1 1 1 0 0,1-1-1 0 0,-1 0 1 0 0,1 0-1 0 0,0 1 1 0 0,-1-1-1 0 0,1 1 1 0 0,-1-1-1 0 0,1 0 1 0 0,0 1-1 0 0,-1-1 1 0 0,1 1-1 0 0,0-1 1 0 0,-1 1 0 0 0,1-1-1 0 0,0 1 1 0 0,0-1-1 0 0,-1 1 1 0 0,1-1-1 0 0,0 1 1 0 0,0-1-1 0 0,0 1 1 0 0,0-1-1 0 0,0 1 1 0 0,0-1-1 0 0,0 1 1 0 0,0-1-1 0 0,0 1 1 0 0,0 0 0 0 0,0-1-1 0 0,0 1 1 0 0,0-1-1 0 0,0 1 1 0 0,0-1-1 0 0,0 1 1 0 0,1-1-1 0 0,-1 1 1 0 0,0-1-1 0 0,0 1 1 0 0,1-1-1 0 0,-1 1 1 0 0,0-1-1 0 0,1 1 4 0 0,17 22-100 0 0,150 101 131 0 0,-167-124-32 0 0,-1 1 0 0 0,1-1 1 0 0,-1 1-1 0 0,1-1 0 0 0,-1 1 1 0 0,1-1-1 0 0,-1 1 0 0 0,1 0 1 0 0,-1-1-1 0 0,0 1 1 0 0,1 0-1 0 0,-1-1 0 0 0,0 1 1 0 0,0 0-1 0 0,1-1 0 0 0,-1 1 1 0 0,0 0-1 0 0,0 0 0 0 0,0-1 1 0 0,0 1-1 0 0,0 0 0 0 0,0-1 1 0 0,0 1-1 0 0,0 0 1 0 0,0 0-1 0 0,0-1 0 0 0,-1 1 1 0 0,1 0-1 0 0,0-1 0 0 0,0 1 1 0 0,-1 0-1 0 0,1-1 0 0 0,0 1 1 0 0,-1 0-1 0 0,1-1 0 0 0,0 1 1 0 0,-1-1-1 0 0,1 1 1 0 0,-1-1-1 0 0,1 1 0 0 0,-1-1 1 0 0,0 1-1 0 0,1-1 0 0 0,-1 1 1 0 0,-35 18 234 0 0,22-13-174 0 0,1-1-179 0 0,-1 0 0 0 0,0-1 0 0 0,0-1 0 0 0,0 0 0 0 0,-1 0 0 0 0,1-2 0 0 0,-1 0 0 0 0,1 0 0 0 0,-1-1 0 0 0,-7-2 119 0 0,-6 2-1821 0 0,15 0 190 0 0,-23-1-7026 0 0,20 0-1445 0 0</inkml:trace>
</inkml:ink>
</file>

<file path=ppt/ink/ink2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16:47:40.7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33 7746 0 0,'0'0'4493'0'0,"0"0"-862"0"0,0 0-974 0 0,0 0-674 0 0,0 0-434 0 0,0 0-416 0 0,0 0-369 0 0,0 0-297 0 0,0 0-227 0 0,0 0-143 0 0,0 0-80 0 0,0 0-39 0 0,0 0-69 0 0,2-5-134 0 0,8-17-224 0 0,-8 17-257 0 0,-2 7-1405 0 0,0 13-2596 0 0,0 0-4400 0 0,0-11 1748 0 0</inkml:trace>
</inkml:ink>
</file>

<file path=ppt/ink/ink2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16:47:43.0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31 229 0 0 0,'0'0'1099'0'0,"0"0"631"0"0,0 0 486 0 0,0 0 245 0 0,0 0-42 0 0,0 0-268 0 0,0 0-273 0 0,0 0-222 0 0,0 0-222 0 0,0 0-170 0 0,0 0-184 0 0,0-7-181 0 0,0-2-527 0 0,-1-24 2601 0 0,1 33-2627 0 0,0 0-63 0 0,0 0-53 0 0,0 0-61 0 0,0 0-49 0 0,0 0-20 0 0,0 0-27 0 0,0 0-18 0 0,0 0 4 0 0,0 0-14 0 0,0 0-24 0 0,0 0-10 0 0,0 0-18 0 0,0 0 14 0 0,0 0 8 0 0,0 0-29 0 0,0 11-308 0 0,6 20 332 0 0,1-1 0 0 0,2 1 1 0 0,0-2-1 0 0,3 1 0 0 0,0-1 0 0 0,2-1 1 0 0,6 9-11 0 0,0 6-4 0 0,-16-35-329 0 0,-8-8-4561 0 0,-8-11-1496 0 0,-4-9-2478 0 0,10 14 4462 0 0</inkml:trace>
  <inkml:trace contextRef="#ctx0" brushRef="#br0" timeOffset="330.78">0 167 3265 0 0,'0'0'2615'0'0,"0"0"199"0"0,0 0 62 0 0,0 0-166 0 0,0 0-310 0 0,0 0-433 0 0,0 0-438 0 0,0 0-315 0 0,0 0-207 0 0,0 0-179 0 0,0 0-125 0 0,0 0-95 0 0,0 0-111 0 0,1-13-82 0 0,4-39-83 0 0,-5 51-313 0 0,0-1 0 0 0,0 1 0 0 0,0 0 0 0 0,0 0 0 0 0,0-1 0 0 0,0 1 0 0 0,1 0 0 0 0,-1 0 0 0 0,0 0 0 0 0,1 0 0 0 0,-1-1 0 0 0,1 1 0 0 0,-1 0 0 0 0,1 0-1 0 0,0 0 1 0 0,-1 0 0 0 0,1 0 0 0 0,0 0 0 0 0,0 0 0 0 0,0 0 0 0 0,0 1 0 0 0,-1-1 0 0 0,1 0 0 0 0,0 0 0 0 0,1 0-19 0 0,2-1 32 0 0,7-4-37 0 0,0 0 1 0 0,0 0-1 0 0,0 1 1 0 0,1 1-1 0 0,0 0 1 0 0,0 0-1 0 0,0 1 0 0 0,0 1 1 0 0,6-1 4 0 0,-10 2-23 0 0,92-14-676 0 0,-83 10-1058 0 0,-28 3-818 0 0,-3 1 854 0 0,0 0-1 0 0,1 1 1 0 0,-1 0-1 0 0,0 1 1 0 0,1 1-1 0 0,-1 0 1 0 0,1 1 0 0 0,-1 0-1 0 0,1 1 1 0 0,0 1-1 0 0,-9 4 1722 0 0,9-2-1427 0 0,3-3 599 0 0</inkml:trace>
  <inkml:trace contextRef="#ctx0" brushRef="#br0" timeOffset="611.34">72 313 1472 0 0,'0'0'3008'0'0,"0"0"-14"0"0,0 0-251 0 0,0 0-481 0 0,0 0-347 0 0,0 0-255 0 0,0 0-229 0 0,0 0-225 0 0,0 0-205 0 0,0 0-181 0 0,0 0-131 0 0,0 0-121 0 0,7-4-118 0 0,59-25 596 0 0,90 22-1796 0 0,-122 7-3470 0 0,-34 0-36 0 0,0 0-1353 0 0,0 0-2821 0 0</inkml:trace>
  <inkml:trace contextRef="#ctx0" brushRef="#br0" timeOffset="1000.79">606 170 6129 0 0,'0'0'3862'0'0,"0"0"-371"0"0,0 0-603 0 0,0 0-655 0 0,0 0-584 0 0,0 0-490 0 0,0 0-427 0 0,0 0-324 0 0,0 0-219 0 0,0 0-120 0 0,0 0-70 0 0,0 0-35 0 0,0 0-11 0 0,0 3 3 0 0,3 13 57 0 0,1 0 0 0 0,0 0 0 0 0,1 0 0 0 0,1-1 0 0 0,0 0 0 0 0,1 0 0 0 0,1 0 0 0 0,1-1 0 0 0,0 0 0 0 0,0-1 0 0 0,6 6-13 0 0,31 27-549 0 0,-44-47-5220 0 0,-8-11 1383 0 0,-12-13-3684 0 0,11 15 4020 0 0</inkml:trace>
  <inkml:trace contextRef="#ctx0" brushRef="#br0" timeOffset="1265.85">523 97 0 0 0,'0'0'4133'0'0,"0"0"-810"0"0,0 0-333 0 0,0 0-233 0 0,0 0-361 0 0,0 0-405 0 0,0 0-406 0 0,0 0-357 0 0,0 0-264 0 0,0 0-217 0 0,0 0-163 0 0,0 0-116 0 0,0 0-97 0 0,23-5-103 0 0,70-19-60 0 0,20 4 226 0 0,-2 14-517 0 0,-101 1-2182 0 0,-24 5-2173 0 0,-58 5-8638 0 0,57-3 8491 0 0</inkml:trace>
  <inkml:trace contextRef="#ctx0" brushRef="#br0" timeOffset="1531.6">651 223 0 0 0,'0'0'1392'0'0,"0"0"54"0"0,0 0 254 0 0,0 0 230 0 0,0 0 60 0 0,0 0-123 0 0,0 0-188 0 0,0 0-117 0 0,0 0-117 0 0,0 0-103 0 0,0 0-126 0 0,0 0-176 0 0,0 0-133 0 0,9 3-131 0 0,26 7-100 0 0,-5-12 1400 0 0,-23-2-1730 0 0,92-15 609 0 0,-33 21-3257 0 0,-52 3-2294 0 0,-9 0-5199 0 0,-4-5 2143 0 0</inkml:trace>
  <inkml:trace contextRef="#ctx0" brushRef="#br0" timeOffset="2029.73">1313 101 5329 0 0,'0'0'3688'0'0,"0"0"-416"0"0,0 0-511 0 0,0 0-454 0 0,0 0-432 0 0,0 0-441 0 0,0 0-387 0 0,0 0-279 0 0,0 0-211 0 0,0 0-141 0 0,0 0-97 0 0,0 0-91 0 0,0 0-73 0 0,1-3-60 0 0,0-3-77 0 0,-1 6-21 0 0,1 1-1 0 0,-1-1 0 0 0,0 0 1 0 0,0 0-1 0 0,0 0 0 0 0,0 0 1 0 0,0 1-1 0 0,0-1 0 0 0,1 0 1 0 0,-1 0-1 0 0,0 0 0 0 0,0 0 1 0 0,0 0-1 0 0,1 1 0 0 0,-1-1 1 0 0,0 0-1 0 0,0 0 0 0 0,0 0 1 0 0,1 0-1 0 0,-1 0 0 0 0,0 0 1 0 0,0 0-1 0 0,0 0 0 0 0,1 0 1 0 0,-1 0-1 0 0,0 0 0 0 0,0 0 1 0 0,0 0-1 0 0,1 0 0 0 0,-1 0 1 0 0,0 0-1 0 0,0 0 0 0 0,1 0 1 0 0,-1 0-1 0 0,0 0 0 0 0,0 0 1 0 0,0 0-1 0 0,1 0 0 0 0,-1-1 1 0 0,0 1-1 0 0,0 0 0 0 0,0 0 0 0 0,0 0 1 0 0,1 0-1 0 0,-1 0 0 0 0,0-1 1 0 0,0 1-1 0 0,0 0 0 0 0,0 0 1 0 0,0 0-1 0 0,1-1 0 0 0,-1 1 4 0 0,48 107-228 0 0,22 3 244 0 0,-61-86-1403 0 0,-9-24 843 0 0,0 0-240 0 0,0 0-417 0 0,0 0-654 0 0,0 0-993 0 0,0 0-973 0 0,0 0-801 0 0,0 0-2182 0 0</inkml:trace>
  <inkml:trace contextRef="#ctx0" brushRef="#br0" timeOffset="2434.71">1515 42 5209 0 0,'0'0'3866'0'0,"0"0"-305"0"0,0 0-650 0 0,0 0-722 0 0,0 0-565 0 0,0 0-417 0 0,0 0-311 0 0,0 0-190 0 0,0 0-127 0 0,0 0-102 0 0,0 0-78 0 0,0 0-82 0 0,0 0-86 0 0,1-7-66 0 0,5-28-14 0 0,-6 35-138 0 0,0 0-38 0 0,0 0-19 0 0,0 0-27 0 0,0 0-23 0 0,0 0-23 0 0,0 0-21 0 0,0 0 22 0 0,-18 12-83 0 0,8-8 207 0 0,0 0-1 0 0,-1 0 1 0 0,1-1 0 0 0,-1 0-1 0 0,0 0 1 0 0,0-2 0 0 0,0 1-1 0 0,0-1 1 0 0,0-1 0 0 0,-1 0 0 0 0,1-1-8 0 0,-8 2 14 0 0,-104-1 265 0 0,36-1-2985 0 0,30 2-5053 0 0,41 1-3266 0 0</inkml:trace>
</inkml:ink>
</file>

<file path=ppt/ink/ink2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16:47:41.4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36 194 0 0 0,'0'0'1271'0'0,"0"0"261"0"0,0 0 426 0 0,0 0 432 0 0,0 0 244 0 0,0 0 58 0 0,0 0-191 0 0,0 0-339 0 0,0 0-410 0 0,0 0-370 0 0,0 0-271 0 0,0 0-211 0 0,0 0-152 0 0,25-16-121 0 0,73-53-102 0 0,-96 69-509 0 0,-1 0-1 0 0,0-1 1 0 0,0 1 0 0 0,0-1-1 0 0,1 1 1 0 0,-1-1-1 0 0,0 0 1 0 0,0 1-1 0 0,0-1 1 0 0,0 0 0 0 0,0 0-1 0 0,0 0 1 0 0,0 0-1 0 0,-1 0 1 0 0,1 0 0 0 0,0 0-1 0 0,0 0 1 0 0,-1 0-1 0 0,1 0 1 0 0,-1 0 0 0 0,1-1-1 0 0,-1 1 1 0 0,1 0-1 0 0,-1 0 1 0 0,0-1-1 0 0,0 1 1 0 0,1 0 0 0 0,-1 0-1 0 0,0-1-15 0 0,-27-56 1679 0 0,13 36-1041 0 0,14 21-616 0 0,0 1-27 0 0,0 0-24 0 0,-13 12-471 0 0,-61 114 528 0 0,26-44-44 0 0,47-82 25 0 0,1 0 0 0 0,0 0 0 0 0,-1 1 0 0 0,1-1 0 0 0,0 0 1 0 0,-1 0-1 0 0,1 1 0 0 0,0-1 0 0 0,0 0 0 0 0,-1 0 0 0 0,1 1 1 0 0,0-1-1 0 0,0 0 0 0 0,-1 1 0 0 0,1-1 0 0 0,0 0 1 0 0,0 1-1 0 0,0-1 0 0 0,0 0 0 0 0,0 1 0 0 0,0-1 0 0 0,0 1 1 0 0,0-1-1 0 0,-1 0 0 0 0,1 1 0 0 0,0-1 0 0 0,1 0 0 0 0,-1 1 1 0 0,0-1-1 0 0,0 1 0 0 0,0-1 0 0 0,0 0 0 0 0,0 1 0 0 0,0-1 1 0 0,0 0-1 0 0,0 1 0 0 0,1-1 0 0 0,-1 0 0 0 0,0 1 0 0 0,0-1 1 0 0,1 0-1 0 0,-1 1 0 0 0,0-1 0 0 0,0 0 0 0 0,1 0 0 0 0,-1 1 1 0 0,0-1-1 0 0,1 0 0 0 0,-1 0 0 0 0,0 0 0 0 0,1 1 0 0 0,-1-1 1 0 0,0 0-1 0 0,1 0 0 0 0,-1 0 0 0 0,0 0 0 0 0,1 0 0 0 0,-1 0 1 0 0,0 0-1 0 0,1 0 0 0 0,-1 0 0 0 0,1 0 0 0 0,-1 0 0 0 0,1 0-9 0 0,206 57 558 0 0,-151-45-853 0 0,1-2 0 0 0,0-3 1 0 0,0-2-1 0 0,26-2 295 0 0,-78-5-2022 0 0,-4-2-6414 0 0,-1 4-267 0 0</inkml:trace>
  <inkml:trace contextRef="#ctx0" brushRef="#br0" timeOffset="531.31">102 117 0 0 0,'0'0'2691'0'0,"0"0"139"0"0,0 0 127 0 0,0 0-151 0 0,0 0-403 0 0,0 0-508 0 0,0 0-432 0 0,0 0-381 0 0,0 0-352 0 0,0 0-266 0 0,0 0-199 0 0,0 0-125 0 0,7-6-88 0 0,22-21-71 0 0,-28 26 0 0 0,-1 1 0 0 0,0 0 0 0 0,1-1 0 0 0,-1 1-1 0 0,1 0 1 0 0,-1-1 0 0 0,1 1 0 0 0,0 0 0 0 0,-1 0 0 0 0,1 0 0 0 0,-1-1 0 0 0,1 1 0 0 0,-1 0 0 0 0,1 0 0 0 0,0 0-1 0 0,-1 0 1 0 0,1 0 0 0 0,-1 0 0 0 0,1 0 0 0 0,0 0 0 0 0,-1 0 0 0 0,1 0 0 0 0,-1 0 0 0 0,1 1 0 0 0,0-1 0 0 0,-1 0-1 0 0,1 0 1 0 0,-1 1 0 0 0,1-1 0 0 0,-1 0 0 0 0,1 0 0 0 0,-1 1 0 0 0,1-1 0 0 0,-1 1 0 0 0,1-1 0 0 0,-1 0 0 0 0,0 1-1 0 0,1-1 1 0 0,-1 1 0 0 0,0-1 0 0 0,1 1 0 0 0,-1-1 0 0 0,0 1 0 0 0,0 0 0 0 0,1-1 0 0 0,-1 1 0 0 0,0-1 0 0 0,0 1-1 0 0,0-1 1 0 0,0 1 0 0 0,0 0 0 0 0,0-1 0 0 0,0 1 0 0 0,0-1 0 0 0,0 1 0 0 0,0 0 0 0 0,0-1 0 0 0,0 1 0 0 0,0-1-1 0 0,0 1 1 0 0,0-1 0 0 0,-1 1 0 0 0,1 0 0 0 0,0-1 0 0 0,0 1 0 0 0,-1-1 0 0 0,1 1 19 0 0,0 0-100 0 0,-2 28-2605 0 0,-13-6-5472 0 0,10-19 679 0 0</inkml:trace>
</inkml:ink>
</file>

<file path=ppt/ink/ink2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16:47:39.7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54 4377 0 0,'0'0'2717'0'0,"0"0"90"0"0,0 0-81 0 0,0 0-170 0 0,0 0-310 0 0,0 0-431 0 0,0 0-396 0 0,0 0-356 0 0,0 0-284 0 0,0 0-222 0 0,0 0-174 0 0,3-7 567 0 0,5 22-1017 0 0,22 49 123 0 0,-13-19-68 0 0,5 39 59 0 0,-13-56 349 0 0,-20-41-12 0 0,2 3-313 0 0,1 0 1 0 0,0-1-1 0 0,0 0 0 0 0,1 0 1 0 0,1 0-1 0 0,0-1 1 0 0,0 0-1 0 0,1 0 1 0 0,1-1-1 0 0,0 0 1 0 0,0 1-1 0 0,2-1 0 0 0,-1 0 1 0 0,1-9-72 0 0,1 19 21 0 0,1 1 0 0 0,0-1-1 0 0,0 0 1 0 0,0 1 0 0 0,0-1 0 0 0,0 0 0 0 0,0 1-1 0 0,1-1 1 0 0,-1 1 0 0 0,1-1 0 0 0,0 1 0 0 0,0-1 0 0 0,0 1-1 0 0,0-1 1 0 0,0 1 0 0 0,0 0 0 0 0,1-1 0 0 0,-1 1-1 0 0,1 0 1 0 0,0 0 0 0 0,-1 0 0 0 0,1 0 0 0 0,0 0-1 0 0,0 1 1 0 0,0-1 0 0 0,0 0 0 0 0,1 1 0 0 0,0-1-21 0 0,9-2-64 0 0,1 0 1 0 0,0 1-1 0 0,-1 1 0 0 0,1 0 1 0 0,0 1-1 0 0,0 0 1 0 0,0 1-1 0 0,0 0 0 0 0,0 1 1 0 0,0 1-1 0 0,0 0 1 0 0,-1 0-1 0 0,1 2 0 0 0,0-1 1 0 0,-1 2-1 0 0,0-1 1 0 0,0 2-1 0 0,-1-1 0 0 0,12 9 64 0 0,-19-12-142 0 0,43 31-1295 0 0,-34 1-3614 0 0,-13-33 4735 0 0,0 0 0 0 0,0-1 0 0 0,0 1 0 0 0,0 0 0 0 0,0 0 0 0 0,-1-1 0 0 0,1 1 0 0 0,0 0 0 0 0,0 0 0 0 0,0-1 0 0 0,-1 1 0 0 0,1 0 0 0 0,0-1 0 0 0,-1 1 0 0 0,1 0 0 0 0,0-1 0 0 0,-1 1 0 0 0,1 0 0 0 0,-1-1 0 0 0,1 1-1 0 0,-1-1 1 0 0,1 1 0 0 0,-1-1 0 0 0,0 1 0 0 0,1-1 0 0 0,-1 1 0 0 0,0-1 0 0 0,1 0 0 0 0,-1 1 0 0 0,0-1 0 0 0,1 0 0 0 0,-1 0 0 0 0,0 1 0 0 0,0-1 0 0 0,1 0 0 0 0,-1 0 0 0 0,0 0 0 0 0,0 0 0 0 0,0 0 0 0 0,1 0 0 0 0,-1 0 0 0 0,0 0 0 0 0,0 0 0 0 0,1-1 0 0 0,-1 1 0 0 0,0 0 0 0 0,0 0 316 0 0,-8 0-2327 0 0,4 0 564 0 0</inkml:trace>
  <inkml:trace contextRef="#ctx0" brushRef="#br0" timeOffset="472.14">850 155 7514 0 0,'0'0'3203'0'0,"0"0"-596"0"0,0 0-536 0 0,0 0-262 0 0,0 0-246 0 0,0 0-311 0 0,0 0-325 0 0,0 0-254 0 0,-31-17-166 0 0,-99-49-130 0 0,81 49-87 0 0,42 16-205 0 0,5 1-68 0 0,0-1 0 0 0,-1 1-1 0 0,1-1 1 0 0,-1 1 0 0 0,1 0 0 0 0,-1 0-1 0 0,1 0 1 0 0,-1 0 0 0 0,1 0-1 0 0,-1 1 1 0 0,1-1 0 0 0,-1 1-1 0 0,1-1 1 0 0,0 1 0 0 0,-1 0-1 0 0,1 0 1 0 0,0 0 0 0 0,0 1-1 0 0,-1-1 1 0 0,1 0 0 0 0,0 1 0 0 0,0-1-1 0 0,1 1 1 0 0,-1 0 0 0 0,0-1-1 0 0,0 1 1 0 0,1 0 0 0 0,-1 0-1 0 0,1 1-16 0 0,-1 3 48 0 0,0 1 0 0 0,1 0-1 0 0,0 0 1 0 0,0 0 0 0 0,0-1-1 0 0,1 1 1 0 0,0 0-1 0 0,1 0 1 0 0,-1 0 0 0 0,1 0-1 0 0,1 1-47 0 0,1-1 65 0 0,0 0 0 0 0,0-1 0 0 0,1 0 0 0 0,0 1 0 0 0,0-2 0 0 0,0 1 0 0 0,1 0-1 0 0,0-1 1 0 0,0 0 0 0 0,0 0 0 0 0,1 0 0 0 0,0-1 0 0 0,0 1 0 0 0,2 0-65 0 0,0 1 47 0 0,0-1 1 0 0,0-1 0 0 0,1 1 0 0 0,-1-1 0 0 0,1 0-1 0 0,0-1 1 0 0,0 0 0 0 0,0-1 0 0 0,1 0 0 0 0,-1 0-1 0 0,0-1 1 0 0,3 0-48 0 0,-11-2 21 0 0,1 0 0 0 0,0-1 0 0 0,-1 1 0 0 0,0-1 0 0 0,1 1-1 0 0,-1-1 1 0 0,0 0 0 0 0,0 1 0 0 0,0-1 0 0 0,0 0 0 0 0,0 0 0 0 0,0 0 0 0 0,0 0 0 0 0,0 0-1 0 0,-1 0 1 0 0,1 0 0 0 0,-1 0 0 0 0,0 0 0 0 0,0 0 0 0 0,1 0 0 0 0,-1-1-21 0 0,-9-103 191 0 0,3 65 21 0 0,6 40-184 0 0,0 1-44 0 0,0 0-51 0 0,4 4-221 0 0,87 109-1499 0 0,-59-86-1472 0 0,-19-23-1211 0 0,1-2-4293 0 0,-9-2 4344 0 0,-3 0 1250 0 0</inkml:trace>
  <inkml:trace contextRef="#ctx0" brushRef="#br0" timeOffset="755.16">1088 148 6481 0 0,'0'0'2544'0'0,"0"0"-371"0"0,0 0-138 0 0,0 0-47 0 0,0 0-191 0 0,0 0-367 0 0,0 0-419 0 0,0 0-291 0 0,0 0-124 0 0,0 0-44 0 0,0 0-36 0 0,0 0-58 0 0,0 0-87 0 0,0 1-81 0 0,4 27 626 0 0,52 22-1553 0 0,-45-49-3585 0 0,-8-3-6170 0 0,-2 0 1765 0 0</inkml:trace>
  <inkml:trace contextRef="#ctx0" brushRef="#br0" timeOffset="1300.15">1289 38 4969 0 0,'0'0'2723'0'0,"0"0"-6"0"0,0 0-98 0 0,0 0-184 0 0,0 0-286 0 0,0 0-452 0 0,0 0-480 0 0,0 0-348 0 0,0 0-235 0 0,0 0-114 0 0,0 0-60 0 0,0 0-65 0 0,4 6-62 0 0,15 28 127 0 0,55 66 352 0 0,-63-89-751 0 0,0-1 0 0 0,1 0 0 0 0,0-1 0 0 0,1 0 0 0 0,0-1 0 0 0,11 5-61 0 0,-23-14 43 0 0,0 1 0 0 0,-1 0 0 0 0,1-1 0 0 0,0 1 0 0 0,-1-1 0 0 0,1 1 0 0 0,-1-1 0 0 0,1 1 0 0 0,-1-1 0 0 0,1 0 0 0 0,-1 1 0 0 0,0-1-1 0 0,1 0 1 0 0,-1 1 0 0 0,1-1 0 0 0,-1 0 0 0 0,0 0 0 0 0,0 1 0 0 0,0-1 0 0 0,1 0 0 0 0,-1 0 0 0 0,0 1 0 0 0,0-1 0 0 0,0 0 0 0 0,0 0 0 0 0,0 1 0 0 0,0-1 0 0 0,0 0 0 0 0,0 0 0 0 0,-1 1 0 0 0,1-1 0 0 0,0 0 0 0 0,0 0 0 0 0,-1 1 0 0 0,1-1 0 0 0,0 0 0 0 0,-1 1 0 0 0,1-1 0 0 0,-1 0 0 0 0,1 1 0 0 0,-1-1 0 0 0,1 1 0 0 0,-1-1-43 0 0,0-5 128 0 0,-14-81 30 0 0,15 9-249 0 0,17 59-4239 0 0,-17 19 2740 0 0,2 0-3623 0 0,7 0-191 0 0,4 4 184 0 0,6 8 2097 0 0,-16-10 2457 0 0,4 3-1206 0 0</inkml:trace>
  <inkml:trace contextRef="#ctx0" brushRef="#br0" timeOffset="3.63">348 140 0 0 0,'0'0'831'0'0,"0"0"16"0"0,0 0-43 0 0,0 0-40 0 0,0 0-18 0 0,0-2-16 0 0,0-7-348 0 0,0 6 2936 0 0,0-1 3470 0 0,-3 8-1337 0 0,2-1-5886 0 0,1-3 445 0 0,1 15-62 0 0,3 0 72 0 0,-1-1 0 0 0,0 1-1 0 0,0-1 1 0 0,-2 1-1 0 0,0 0 1 0 0,0 0 0 0 0,-2 0-20 0 0,5 0 76 0 0,5 16 396 0 0,-9-30-468 0 0,0-1-15 0 0,0 0-28 0 0,0 0-31 0 0,0 0-72 0 0,0 0-118 0 0,0 0-97 0 0,-10 7-6494 0 0,5-6 2253 0 0,4 0-3948 0 0</inkml:trace>
</inkml:ink>
</file>

<file path=ppt/ink/ink2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2T02:07:58.0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229 191 0 0 0,'0'0'3033'0'0,"0"0"-370"0"0,0 0-309 0 0,0 0-220 0 0,0 0-234 0 0,0 0-202 0 0,0 0-215 0 0,0 0-215 0 0,0 0-227 0 0,0 0-224 0 0,0 0-225 0 0,0 0-212 0 0,0 0-160 0 0,-5-4-227 0 0,12 318-369 0 0,9-182-950 0 0,-16-131 2418 0 0,1 2-2564 0 0,0-3-11610 0 0,-1-2 8670 0 0</inkml:trace>
  <inkml:trace contextRef="#ctx0" brushRef="#br0" timeOffset="473.44">370 154 1016 0 0,'0'0'2625'0'0,"0"0"-170"0"0,0 0 11 0 0,0 0-158 0 0,0 0-317 0 0,0 0-428 0 0,0 0-408 0 0,0 0-373 0 0,0 0-303 0 0,0 0-223 0 0,0 0-163 0 0,0 0-98 0 0,0 0-71 0 0,0 9-431 0 0,22 232 1276 0 0,-4-103-435 0 0,-3 6-1052 0 0,-15-137 253 0 0,-1 16-980 0 0,-5-11-2629 0 0,-4-12-2567 0 0,9 0 2280 0 0</inkml:trace>
  <inkml:trace contextRef="#ctx0" brushRef="#br0" timeOffset="822.79">569 575 2312 0 0,'0'0'2910'0'0,"0"0"-332"0"0,0 0-311 0 0,0 0-522 0 0,0 0-481 0 0,0 0-374 0 0,0 0-273 0 0,0 0-154 0 0,0 0-8 0 0,0 0 50 0 0,0 0 61 0 0,0 0 34 0 0,0 0-36 0 0,-19-7-75 0 0,-63-21-103 0 0,4 3 248 0 0,-211-69-2293 0 0,223 63-3440 0 0,52 24 1670 0 0,7 1-2543 0 0,6 6 2886 0 0</inkml:trace>
  <inkml:trace contextRef="#ctx0" brushRef="#br0" timeOffset="1201.86">421 344 0 0 0,'0'0'1699'0'0,"0"0"247"0"0,0 0 110 0 0,0 0-3 0 0,0 0-157 0 0,0 0-192 0 0,0 0-203 0 0,0 0-248 0 0,0 0-234 0 0,0 0-216 0 0,0 0-193 0 0,0 0-150 0 0,-5-8-114 0 0,-16-27-67 0 0,4 22 162 0 0,12 13-322 0 0,-152-38 476 0 0,7 8-4421 0 0,93 19-4200 0 0,49 9 1098 0 0</inkml:trace>
  <inkml:trace contextRef="#ctx0" brushRef="#br0" timeOffset="3794.85">169 4 0 0 0,'0'0'990'0'0,"0"0"8"0"0,0 0-67 0 0,0 0-127 0 0,0 0-81 0 0,0 0-27 0 0,0 0-11 0 0,0 0-1 0 0,0 0-19 0 0,0 0-57 0 0,0 0-102 0 0,0 0-146 0 0,-2-3-783 0 0,10 79-2373 0 0,-1-12 2990 0 0,-5 1-436 0 0,1 17-3581 0 0,-3-70 2263 0 0</inkml:trace>
</inkml:ink>
</file>

<file path=ppt/ink/ink2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2T02:08:00.1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172 516 0 0 0,'0'0'876'0'0,"0"0"243"0"0,0 0 225 0 0,0 0 177 0 0,0 0 23 0 0,0 0-101 0 0,0 0-132 0 0,0 0-201 0 0,0 0-204 0 0,0 0-116 0 0,0 0-143 0 0,14-1-81 0 0,45-4-92 0 0,-32 8 167 0 0,-23-1-720 0 0,-1 0 0 0 0,0 0 1 0 0,0 0-1 0 0,0 1 0 0 0,0 0 0 0 0,-1-1 0 0 0,1 1 0 0 0,-1 0 0 0 0,1 0 0 0 0,-1 0 0 0 0,0 1 0 0 0,0-1 0 0 0,-1 0 0 0 0,1 1 0 0 0,0-1 0 0 0,-1 1 0 0 0,0 0 0 0 0,0-1 0 0 0,0 1 0 0 0,-1 0 0 0 0,1 0 0 0 0,-1-1 0 0 0,0 1 0 0 0,0 0 0 0 0,0 0 0 0 0,0 0 0 0 0,-1 0 1 0 0,0-1-1 0 0,0 2 79 0 0,0-2 17 0 0,0-1 0 0 0,-1 1 0 0 0,1 0 0 0 0,-1 0 0 0 0,0-1 0 0 0,1 1 0 0 0,-1-1 0 0 0,-1 1 0 0 0,1-1 0 0 0,0 0 0 0 0,-1 0 0 0 0,1 0 0 0 0,-1 0 1 0 0,1 0-1 0 0,-1 0 0 0 0,0-1 0 0 0,-1 1-17 0 0,-8 6 247 0 0,5-5-44 0 0,0-1 1 0 0,0 1-1 0 0,0-1 1 0 0,0-1-1 0 0,0 1 0 0 0,-1-1 1 0 0,1 0-1 0 0,-1-1 0 0 0,1 0 1 0 0,-1 0-1 0 0,1 0 1 0 0,0-1-1 0 0,-1 0 0 0 0,-1-1-203 0 0,-1-2 188 0 0,0 1 0 0 0,0-2 0 0 0,0 1 0 0 0,0-1 1 0 0,1-1-1 0 0,0 0 0 0 0,0 0 0 0 0,1 0 0 0 0,-1-2-188 0 0,9 8 5 0 0,-51-51 1761 0 0,50 49-1695 0 0,0 1 1 0 0,0-1-1 0 0,1 1 0 0 0,-1-1 1 0 0,0 0-1 0 0,1 1 1 0 0,-1-1-1 0 0,1 0 1 0 0,0 1-1 0 0,-1-1 1 0 0,1 0-1 0 0,0 0 0 0 0,0 1 1 0 0,0-1-1 0 0,0 0 1 0 0,1 1-1 0 0,-1-1 1 0 0,0 0-1 0 0,1 0 1 0 0,-1 1-1 0 0,1-1 0 0 0,0 1 1 0 0,-1-1-1 0 0,1 0 1 0 0,0 1-1 0 0,0-1 1 0 0,0 1-1 0 0,0 0 1 0 0,0-1-1 0 0,0 1 0 0 0,1 0 1 0 0,-1 0-1 0 0,0 0 1 0 0,1 0-1 0 0,-1 0 1 0 0,0 0-1 0 0,1 0 1 0 0,-1 0-1 0 0,1 0 0 0 0,0 1 1 0 0,-1-1-1 0 0,1 0-71 0 0,71-12-2015 0 0,-42 13-5063 0 0,-13 1-1570 0 0,-15-1 4538 0 0</inkml:trace>
  <inkml:trace contextRef="#ctx0" brushRef="#br0" timeOffset="661.26">810 235 856 0 0,'0'0'2519'0'0,"0"0"-426"0"0,0 0-127 0 0,0 0-34 0 0,0 0-149 0 0,0 0-219 0 0,0 0-242 0 0,-21-32-246 0 0,-67-98-244 0 0,49 80 293 0 0,37 48-1094 0 0,0 0 0 0 0,0 0 0 0 0,-1 0 0 0 0,1 0 1 0 0,0 1-1 0 0,-1-1 0 0 0,1 1 0 0 0,-1-1 0 0 0,1 1 0 0 0,-1 0 1 0 0,0 0-1 0 0,1 0 0 0 0,-1 0 0 0 0,0 1 0 0 0,0-1 1 0 0,0 1-1 0 0,0-1 0 0 0,0 1 0 0 0,1 0 0 0 0,-1 0 0 0 0,-1 1-31 0 0,0-1 0 0 0,1 1 0 0 0,-1 0-1 0 0,0 0 1 0 0,0 1-1 0 0,1-1 1 0 0,-1 1-1 0 0,1 0 1 0 0,0 0 0 0 0,-1 0-1 0 0,1 0 1 0 0,0 0-1 0 0,0 1 1 0 0,0-1-1 0 0,0 1 1 0 0,1 0 0 0 0,-2 1 0 0 0,-9 9 78 0 0,8-8-13 0 0,1 1 0 0 0,0-1 0 0 0,0 1-1 0 0,1 0 1 0 0,0 1 0 0 0,0-1-1 0 0,0 1 1 0 0,1-1 0 0 0,0 1-1 0 0,0 0 1 0 0,1-1 0 0 0,0 1 0 0 0,0 0-1 0 0,0 0 1 0 0,1 0 0 0 0,0 0-1 0 0,0 0 1 0 0,1 0 0 0 0,0 2-65 0 0,0 11 111 0 0,0-2 0 0 0,1 0 1 0 0,1 0-1 0 0,1 0 1 0 0,0 0-1 0 0,3 5-111 0 0,-2-4 70 0 0,29 97 136 0 0,-1-6-610 0 0,15 102 404 0 0,-37-141-834 0 0,-3 1 0 0 0,-2 52 834 0 0,-6-124-358 0 0,0 0-42 0 0,0 0-29 0 0,0 0-93 0 0,0 0-188 0 0,-4-31-9957 0 0,-1 25 5857 0 0</inkml:trace>
  <inkml:trace contextRef="#ctx0" brushRef="#br0" timeOffset="909.15">691 736 1672 0 0,'0'0'2516'0'0,"0"0"-124"0"0,0 0-239 0 0,0 0-374 0 0,0 0-379 0 0,0 0-413 0 0,0 0-323 0 0,0 0-179 0 0,0 0-145 0 0,0 0-101 0 0,0 0-92 0 0,0 0-91 0 0,0 0-115 0 0,-31-7-114 0 0,-97-23-165 0 0,64 25-607 0 0,53 9 555 0 0,-35 6-4556 0 0,30-6-3033 0 0</inkml:trace>
</inkml:ink>
</file>

<file path=ppt/ink/ink2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2T02:07:56.0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796 209 0 0 0,'0'0'316'0'0,"0"0"439"0"0,0 0 172 0 0,0 0 176 0 0,0 0 120 0 0,0 0 53 0 0,0 0 61 0 0,0 0-115 0 0,4-3-83 0 0,12-8-61 0 0,-13 10-545 0 0,0-1 1 0 0,0 1 0 0 0,0 0 0 0 0,0 0 0 0 0,0 0 0 0 0,0 0 0 0 0,0 1 0 0 0,1-1 0 0 0,-1 1 0 0 0,0 0-1 0 0,0 0 1 0 0,1 0 0 0 0,-1 0 0 0 0,2 1-534 0 0,8-1 1888 0 0,-13 0-1794 0 0,-35-2 1823 0 0,-320 1-732 0 0,228 4 254 0 0,44-5-1048 0 0,64 2-1849 0 0,9-1-2378 0 0,-1 1-6949 0 0,7 0 2100 0 0</inkml:trace>
  <inkml:trace contextRef="#ctx0" brushRef="#br0" timeOffset="1082.05">289 54 0 0 0,'0'0'1508'0'0,"0"0"629"0"0,0 0-67 0 0,0 0-69 0 0,0 0-88 0 0,0 0-197 0 0,0 0-234 0 0,0 0-329 0 0,0 0-256 0 0,0 0-215 0 0,0 0-119 0 0,0 0-29 0 0,0-8-10 0 0,1-3-264 0 0,0-5-46 0 0,-1-2 2674 0 0,1 21-1893 0 0,-78 45-1049 0 0,60-35 42 0 0,-80 45 98 0 0,52-27-70 0 0,13 6 29 0 0,12-13-36 0 0,17-13-34 0 0,6-9 3219 0 0,33-1-3050 0 0,0 2 1 0 0,0 1-1 0 0,31 9-144 0 0,-48-8-335 0 0,28 3-3720 0 0,-45 1-9620 0 0,-2-7 6511 0 0</inkml:trace>
</inkml:ink>
</file>

<file path=ppt/ink/ink2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2T02:08:12.5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125 43 0 0 0,'0'0'2547'0'0,"0"0"-88"0"0,0 0-275 0 0,0 0-151 0 0,0 0-328 0 0,0 0-357 0 0,0 0-329 0 0,0 0-300 0 0,0 0-231 0 0,0 0-177 0 0,0 0-131 0 0,0 0-79 0 0,0 0-69 0 0,2 2-40 0 0,7 40-45 0 0,-7 104 607 0 0,-2-145-506 0 0,-1 0-1 0 0,0 0 0 0 0,1 0 0 0 0,-1 0 1 0 0,0 0-1 0 0,0 0 0 0 0,1 0 1 0 0,-1 0-1 0 0,0-1 0 0 0,0 1 0 0 0,0 0 1 0 0,0 0-1 0 0,0-1 0 0 0,0 1 1 0 0,0-1-1 0 0,0 1 0 0 0,0-1 0 0 0,-1 1 1 0 0,1-1-1 0 0,0 0 0 0 0,0 1 0 0 0,0-1 1 0 0,0 0-1 0 0,-1 0 0 0 0,1 0 1 0 0,0 0-1 0 0,0 0 0 0 0,-1 0 0 0 0,1 0 1 0 0,0 0-1 0 0,0-1 0 0 0,0 1 1 0 0,0 0-1 0 0,-1-1 0 0 0,1 1 0 0 0,0-1 1 0 0,0 1-1 0 0,0-1 0 0 0,0 0 1 0 0,0 1-1 0 0,0-1 0 0 0,0 0-47 0 0,-8-8 253 0 0,0 0 1 0 0,1-1-1 0 0,0 0 1 0 0,1 0-1 0 0,0 0 0 0 0,1-1 1 0 0,0 0-1 0 0,-4-9-253 0 0,5 6 98 0 0,2 8-54 0 0,0 0 0 0 0,1 0 1 0 0,-1-1-1 0 0,1 1 0 0 0,1 0 1 0 0,-1-1-1 0 0,1 0 0 0 0,0 1 1 0 0,1-1-1 0 0,0 1 0 0 0,0-1 1 0 0,1-5-45 0 0,0 10-44 0 0,0-1 1 0 0,0 1 0 0 0,1-1 0 0 0,-1 1 0 0 0,1 0-1 0 0,0 0 1 0 0,0-1 0 0 0,0 1 0 0 0,0 1-1 0 0,0-1 1 0 0,0 0 0 0 0,0 0 0 0 0,1 1-1 0 0,-1-1 1 0 0,0 1 0 0 0,1 0 0 0 0,0 0 0 0 0,-1 0-1 0 0,1 0 1 0 0,-1 0 0 0 0,1 0 0 0 0,0 1-1 0 0,0 0 1 0 0,-1-1 0 0 0,1 1 0 0 0,0 0-1 0 0,0 0 1 0 0,0 0 0 0 0,-1 1 0 0 0,1-1 0 0 0,0 1-1 0 0,0 0 44 0 0,-3-1-21 0 0,1 0-116 0 0,0 0 0 0 0,0 0 0 0 0,-1 0 0 0 0,1 0 0 0 0,0 0 0 0 0,0 0-1 0 0,-1 1 1 0 0,1-1 0 0 0,0 0 0 0 0,0 0 0 0 0,-1 1 0 0 0,1-1 0 0 0,-1 1-1 0 0,1-1 1 0 0,0 1 0 0 0,-1-1 0 0 0,1 1 0 0 0,-1-1 0 0 0,1 1 0 0 0,-1-1 0 0 0,1 1-1 0 0,-1 0 1 0 0,1-1 0 0 0,-1 1 0 0 0,0 0 0 0 0,1-1 0 0 0,-1 1 0 0 0,0 0-1 0 0,1-1 1 0 0,-1 1 0 0 0,0 0 0 0 0,0 0 137 0 0,2 16-10213 0 0,-2-13 5957 0 0</inkml:trace>
</inkml:ink>
</file>

<file path=ppt/ink/ink2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2T02:08:13.1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0 143 4001 0 0,'0'0'3147'0'0,"0"0"-570"0"0,0 0-778 0 0,0 0-763 0 0,0 0-551 0 0,0 0-313 0 0,0 0-81 0 0,0 0 41 0 0,0 0 64 0 0,0 0 16 0 0,0 0-20 0 0,0 0-52 0 0,13 25-45 0 0,41 81-43 0 0,-20-31 1 0 0,-26-57-33 0 0,-7-13-5 0 0,1 0 1 0 0,0 0-1 0 0,0 0 0 0 0,0-1 0 0 0,1 1 0 0 0,0-1 0 0 0,0 0 1 0 0,0 0-1 0 0,0 0 0 0 0,0 0 0 0 0,4 2-15 0 0,-7-6 61 0 0,1 1 0 0 0,-1-1-1 0 0,1 0 1 0 0,-1 1 0 0 0,1-1 0 0 0,0 0-1 0 0,-1 0 1 0 0,1 0 0 0 0,0 1 0 0 0,-1-1-1 0 0,1 0 1 0 0,-1 0 0 0 0,1 0-1 0 0,0 0 1 0 0,-1 0 0 0 0,1 0 0 0 0,0 0-1 0 0,-1 0 1 0 0,1 0 0 0 0,0-1 0 0 0,-1 1-1 0 0,1 0 1 0 0,-1 0 0 0 0,1-1 0 0 0,0 1-1 0 0,-1 0 1 0 0,1-1 0 0 0,-1 1 0 0 0,1 0-1 0 0,-1-1 1 0 0,1 1 0 0 0,-1-1 0 0 0,1 1-1 0 0,-1-1 1 0 0,1 1 0 0 0,-1-1-1 0 0,0 1 1 0 0,1-1 0 0 0,-1 1 0 0 0,0-1-1 0 0,0 0 1 0 0,1 1 0 0 0,-1-1 0 0 0,0 1-1 0 0,0-2-60 0 0,9-29-539 0 0,-9 31 562 0 0,17-99-525 0 0,-2 79 1386 0 0,-15 20-886 0 0,4 1-585 0 0,28 44-1383 0 0,5 11 1350 0 0,-18-21 78 0 0,5 10-1760 0 0,-12-14-2340 0 0,-10-23 1708 0 0,-2-3-633 0 0</inkml:trace>
  <inkml:trace contextRef="#ctx0" brushRef="#br0" timeOffset="686.56">478 31 3817 0 0,'0'0'2779'0'0,"0"0"-126"0"0,0 0-257 0 0,0 0-378 0 0,0 0-354 0 0,0 0-286 0 0,0 0-279 0 0,0 0-212 0 0,0 0-201 0 0,0 0-192 0 0,0 0-145 0 0,0 0-139 0 0,0 0-129 0 0,1-7-92 0 0,5-17-1178 0 0,-22 68 954 0 0,6-27 132 0 0,-8 8-7 0 0,17-19 132 0 0,0 0-1 0 0,0 0 1 0 0,0 0 0 0 0,0 0 0 0 0,1 0 0 0 0,0 0 0 0 0,1 0-1 0 0,-1 0 1 0 0,1 0 0 0 0,0-1 0 0 0,1 1 0 0 0,-1 0 0 0 0,1 0 0 0 0,0-1-1 0 0,1 1 1 0 0,-1-1 0 0 0,1 1 0 0 0,0-1 0 0 0,0 0 0 0 0,1 1-22 0 0,4 8-9 0 0,89 129-31 0 0,-31-48 53 0 0,-68-94-47 0 0,1 1 0 0 0,-1-1 0 0 0,0 0 0 0 0,1 0 0 0 0,-1 0 0 0 0,0 0 0 0 0,0 0 0 0 0,0 0 0 0 0,1-1 0 0 0,-1 1 0 0 0,0 0-1 0 0,0-1 1 0 0,0 0 0 0 0,0 1 0 0 0,0-1 0 0 0,0 0 0 0 0,0 0 0 0 0,0 0 0 0 0,0 0 0 0 0,0-1 0 0 0,0 1 0 0 0,-2-1 34 0 0,3 1-43 0 0,-82-1-2042 0 0,28-1-4711 0 0,41 2-1859 0 0</inkml:trace>
</inkml:ink>
</file>

<file path=ppt/ink/ink2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2T02:08:10.1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64 397 4937 0 0,'0'0'3091'0'0,"0"0"-362"0"0,0 0-478 0 0,0 0-418 0 0,0 0-396 0 0,0 0-354 0 0,0 0-277 0 0,0 0-248 0 0,0 0-158 0 0,0 0-128 0 0,0 0-93 0 0,0 0-72 0 0,0 0-55 0 0,-2-9-36 0 0,-9-27-31 0 0,11 36 13 0 0,0 0 0 0 0,0 0-1 0 0,0 0 1 0 0,0 0 0 0 0,-1 1 0 0 0,1-1-1 0 0,0 0 1 0 0,0 0 0 0 0,0 0-1 0 0,-1 0 1 0 0,1 0 0 0 0,0 0 0 0 0,0 0-1 0 0,-1 0 1 0 0,1 1 0 0 0,0-1 0 0 0,0 0-1 0 0,-1 0 1 0 0,1 0 0 0 0,0 0-1 0 0,0 0 1 0 0,-1 0 0 0 0,1-1 0 0 0,0 1-1 0 0,0 0 1 0 0,0 0 0 0 0,-1 0 0 0 0,1 0-1 0 0,0 0 1 0 0,0 0 0 0 0,-1 0-1 0 0,1 0 1 0 0,0 0 0 0 0,0-1 0 0 0,0 1-1 0 0,-1 0 1 0 0,1 0 0 0 0,0 0 0 0 0,0 0-1 0 0,0-1 1 0 0,0 1 0 0 0,0 0-1 0 0,-1 0 1 0 0,1 0 0 0 0,0-1 0 0 0,0 1-1 0 0,0 0 1 0 0,0 0 0 0 0,0-1 0 0 0,0 1 2 0 0,-1 1 5 0 0,-21 54 281 0 0,5 34 95 0 0,16-71-294 0 0,1-12-56 0 0,-1 0 0 0 0,1 0 0 0 0,0 0 0 0 0,1-1 0 0 0,0 1 0 0 0,-1 0-1 0 0,2 0 1 0 0,-1-1 0 0 0,1 1 0 0 0,2 5-31 0 0,3 3 40 0 0,2 0 1 0 0,0-1-1 0 0,0 0 0 0 0,1 0 0 0 0,1-1 0 0 0,2 2-40 0 0,-9-10-108 0 0,0 1 0 0 0,1 0-1 0 0,-1-1 1 0 0,1 0 0 0 0,0 0-1 0 0,1 0 1 0 0,-1 0 0 0 0,1-1-1 0 0,-1 0 1 0 0,1 0 0 0 0,0-1-1 0 0,0 0 1 0 0,0 0-1 0 0,1 0 1 0 0,-1-1 0 0 0,6 1 108 0 0,5-6-4111 0 0,-7-10-4773 0 0,-9 9 2680 0 0</inkml:trace>
  <inkml:trace contextRef="#ctx0" brushRef="#br0" timeOffset="488.29">327 480 4505 0 0,'0'0'2444'0'0,"0"0"46"0"0,0 0-173 0 0,0 0-313 0 0,0 0-345 0 0,0 0-333 0 0,0 0-306 0 0,0 0-276 0 0,0 0-222 0 0,0 0-145 0 0,0 0-117 0 0,0 0-96 0 0,-6-10-73 0 0,-17-31-52 0 0,14 31-33 0 0,5 12 12 0 0,1 0 0 0 0,-1 0 0 0 0,1 0-1 0 0,0 0 1 0 0,0 0 0 0 0,0 1 0 0 0,0-1-1 0 0,0 1 1 0 0,0 0 0 0 0,1 0-1 0 0,-1 0 1 0 0,1 0 0 0 0,0 0 0 0 0,0 0-1 0 0,0 1 1 0 0,1-1 0 0 0,-1 1 0 0 0,1 0-1 0 0,-1-1 1 0 0,1 1 0 0 0,0 1-18 0 0,1-4 11 0 0,-2 6 20 0 0,1 0 0 0 0,0 0 0 0 0,1 0 0 0 0,-1 0-1 0 0,2-1 1 0 0,-1 1 0 0 0,0 0 0 0 0,1 0 0 0 0,1 0 0 0 0,-1 0-1 0 0,1-1 1 0 0,0 1 0 0 0,1 0 0 0 0,-1-1 0 0 0,1 0-1 0 0,0 0 1 0 0,1 0 0 0 0,0 0 0 0 0,0 0 0 0 0,0-1 0 0 0,0 1-1 0 0,1-1 1 0 0,0 0 0 0 0,0-1 0 0 0,1 1 0 0 0,-1-1 0 0 0,3 1-31 0 0,-7-4 12 0 0,0-1 0 0 0,-1 1 1 0 0,1-1-1 0 0,0 1 1 0 0,0-1-1 0 0,0 0 0 0 0,-1 1 1 0 0,1-1-1 0 0,0 0 1 0 0,0 0-1 0 0,0 0 0 0 0,0 0 1 0 0,0 0-1 0 0,0 0 1 0 0,0 0-1 0 0,-1 0 0 0 0,1 0 1 0 0,0 0-1 0 0,0 0 1 0 0,0-1-1 0 0,0 1 0 0 0,0 0 1 0 0,-1 0-1 0 0,1-1 1 0 0,0 1-1 0 0,0-1 0 0 0,0 1 1 0 0,-1-1-1 0 0,1 1 1 0 0,0-1-1 0 0,-1 1 0 0 0,1-1 1 0 0,0 0-1 0 0,-1 1 1 0 0,1-1-1 0 0,-1 0 0 0 0,1 0 1 0 0,-1 0-13 0 0,18-30-225 0 0,0-17 4 0 0,-3 59-422 0 0,30 68-680 0 0,-37-56-800 0 0,-8-8-3344 0 0,0-9 1511 0 0,0-2-3742 0 0</inkml:trace>
  <inkml:trace contextRef="#ctx0" brushRef="#br0" timeOffset="1668.55">496 1 0 0 0,'0'0'3594'0'0,"0"0"-652"0"0,0 0-560 0 0,0 0-540 0 0,0 0-567 0 0,0 0-629 0 0,0 0-515 0 0,0 0-287 0 0,0 0-59 0 0,0 0 145 0 0,0 0 175 0 0,0 0 106 0 0,0 0 31 0 0,10 28-6 0 0,33 91-26 0 0,-18-25 141 0 0,53 181-50 0 0,-33-154-634 0 0,-36-75-1965 0 0,-34-45-516 0 0,-11-29 1852 0 0,-42-48-342 0 0,47 35 1321 0 0,27 19 3968 0 0,5 20-3790 0 0,1 1 1 0 0,-1-1-1 0 0,1 1 0 0 0,-1 0 0 0 0,1 0 0 0 0,0 0 1 0 0,-1 0-1 0 0,1 0 0 0 0,0 0 0 0 0,0 0 0 0 0,0 0 1 0 0,-1 1-1 0 0,1-1 0 0 0,0 1 0 0 0,0-1 0 0 0,0 1 1 0 0,0 0-1 0 0,0 0 0 0 0,0 0 0 0 0,0 0 0 0 0,0 0 0 0 0,0 0-195 0 0,2 0 275 0 0,108 0 1136 0 0,5 7-672 0 0,-109-7-620 0 0,-4 0-19 0 0,0 1 0 0 0,0-1 1 0 0,-1 0-1 0 0,1 0 1 0 0,0-1-1 0 0,0 1 0 0 0,-1-1 1 0 0,1 0-1 0 0,0 1 0 0 0,-1-2 1 0 0,1 1-1 0 0,-1 0 1 0 0,1-1-1 0 0,-1 0 0 0 0,2-1-100 0 0,-5 3 94 0 0,2 11-1779 0 0,7 119 1527 0 0,5-77 55 0 0,-2-15-2614 0 0,-12-38 1410 0 0,0 0-444 0 0,-10-14-6929 0 0,3 8 6326 0 0</inkml:trace>
  <inkml:trace contextRef="#ctx0" brushRef="#br0" timeOffset="1852.08">794 46 2409 0 0,'0'0'2956'0'0,"0"0"-201"0"0,0 0-342 0 0,0 0-433 0 0,0 0-409 0 0,0 0-409 0 0,0 0-367 0 0,0 0-310 0 0,0 0-285 0 0,0 0-325 0 0,0 0-399 0 0,0 0-416 0 0,0 0-206 0 0,7-4 52 0 0,24-14 229 0 0,-31 18 839 0 0,0 0 0 0 0,1 1 0 0 0,-1-1 0 0 0,1 0-1 0 0,-1 0 1 0 0,0 0 0 0 0,1 0 0 0 0,-1 0 0 0 0,0 1 0 0 0,1-1 0 0 0,-1 0 0 0 0,0 0 0 0 0,1 0 0 0 0,-1 1 0 0 0,0-1 0 0 0,0 0-1 0 0,1 1 1 0 0,-1-1 0 0 0,0 0 0 0 0,0 1 0 0 0,0-1 0 0 0,1 0 0 0 0,-1 1 0 0 0,0-1 0 0 0,0 0 0 0 0,0 1 0 0 0,0-1-1 0 0,0 0 1 0 0,0 1 0 0 0,0-1 0 0 0,0 1 0 0 0,0-1 0 0 0,0 0 0 0 0,0 1 0 0 0,0-1 0 0 0,0 0 0 0 0,0 1 0 0 0,0-1 0 0 0,0 1-1 0 0,0-1 1 0 0,0 0 0 0 0,0 1 0 0 0,0-1 0 0 0,-1 0 0 0 0,1 1 0 0 0,0-1 0 0 0,0 0 0 0 0,-1 1 0 0 0,1-1 0 0 0,0 0-1 0 0,0 0 1 0 0,-1 1 0 0 0,1-1 0 0 0,0 0 0 0 0,-1 0 0 0 0,1 1 0 0 0,0-1 26 0 0,-21 38-4970 0 0,18-32 2720 0 0,2-1-1075 0 0</inkml:trace>
</inkml:ink>
</file>

<file path=ppt/ink/ink2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2T02:08:08.1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1 613 0 0 0,'0'0'2331'0'0,"0"0"56"0"0,0 0-73 0 0,0 0-147 0 0,0 0-312 0 0,0 0-360 0 0,0 0-368 0 0,0 0-383 0 0,0 0-397 0 0,0 0-306 0 0,0 0-157 0 0,0 0-9 0 0,0 0 62 0 0,9 10 78 0 0,29 33 61 0 0,-35-40-63 0 0,-1 1 1 0 0,1 0-1 0 0,-1-1 0 0 0,0 1 1 0 0,0 0-1 0 0,0 0 0 0 0,0 1 1 0 0,-1-1-1 0 0,0 0 0 0 0,0 0 1 0 0,0 1-1 0 0,0-1 0 0 0,-1 1 1 0 0,1-1-14 0 0,1 14 36 0 0,54 274-243 0 0,-46-229-306 0 0,-54-153 1674 0 0,30 59-1092 0 0,2-1-1 0 0,2 0 0 0 0,1 0 0 0 0,1-1 1 0 0,0-12-69 0 0,-5-84-123 0 0,13 99 58 0 0,-1 20 37 0 0,0-1 0 0 0,1 1 0 0 0,1-1-1 0 0,-1 1 1 0 0,2-1 0 0 0,0 1 0 0 0,0-1-1 0 0,2-5 29 0 0,-2 11-4 0 0,-1 0 0 0 0,1 0 0 0 0,0 0 0 0 0,1 1 0 0 0,-1-1 0 0 0,1 1 0 0 0,0-1 0 0 0,0 1 0 0 0,0 0 0 0 0,0 0 0 0 0,1 0 0 0 0,0 1 0 0 0,0-1 0 0 0,0 1 0 0 0,0 0 0 0 0,0 0 0 0 0,1 0 0 0 0,-1 1 0 0 0,1-1 0 0 0,0 1 0 0 0,0 0 0 0 0,0 0 0 0 0,0 1 0 0 0,0 0 0 0 0,4-1 4 0 0,-6 2-92 0 0,0 0-1 0 0,0 0 1 0 0,0 1-1 0 0,0-1 1 0 0,-1 1-1 0 0,1 0 1 0 0,0-1-1 0 0,0 1 1 0 0,-1 0-1 0 0,1 1 1 0 0,0-1-1 0 0,-1 0 1 0 0,1 1-1 0 0,-1 0 1 0 0,0-1-1 0 0,1 1 1 0 0,-1 0-1 0 0,0 0 1 0 0,0 1 92 0 0,0-2-39 0 0,2 3-110 0 0,1-1 0 0 0,-1 1 0 0 0,1 0 0 0 0,-1 1 0 0 0,-1-1 0 0 0,1 1 0 0 0,0-1 0 0 0,-1 1 0 0 0,0 0 0 0 0,0 0 0 0 0,-1 1 0 0 0,1-1 0 0 0,-1 2 149 0 0,-1-4-75 0 0,0 0 0 0 0,0 0 0 0 0,0 0 0 0 0,0 0-1 0 0,0 0 1 0 0,-1 0 0 0 0,0 0 0 0 0,1 0 0 0 0,-1 0-1 0 0,0 0 1 0 0,-1 0 0 0 0,1 0 0 0 0,0 0 0 0 0,-1 0-1 0 0,0 0 1 0 0,0 0 0 0 0,0 0 0 0 0,0 0 0 0 0,0 0 0 0 0,0 0-1 0 0,-1-1 1 0 0,1 1 0 0 0,-1 0 0 0 0,0-1 0 0 0,0 0-1 0 0,-1 2 76 0 0,-2 0-42 0 0,-1 1-1 0 0,1-1 1 0 0,-1 0-1 0 0,0 0 1 0 0,-1 0-1 0 0,1-1 1 0 0,0 0-1 0 0,-1 0 1 0 0,0-1 0 0 0,0 0-1 0 0,0 0 1 0 0,0 0-1 0 0,-6 0 43 0 0,-32 2-3758 0 0,30-3-1331 0 0</inkml:trace>
  <inkml:trace contextRef="#ctx0" brushRef="#br0" timeOffset="1259">441 747 0 0 0,'0'0'491'0'0,"0"0"413"0"0,0 0 192 0 0,0 0 112 0 0,0 0 89 0 0,0 0-17 0 0,0 0-70 0 0,0 0-78 0 0,0 0-80 0 0,0 0-42 0 0,0 0-56 0 0,0 0-53 0 0,6-15-80 0 0,17-47-115 0 0,-17 18 361 0 0,-13-431 1118 0 0,7 459-2179 0 0,-1 1-1 0 0,0-1 1 0 0,-1 1 0 0 0,-1-1-1 0 0,0 1 1 0 0,-4-7-6 0 0,-4 3 209 0 0,1 3-25 0 0,1 16-695 0 0,0 12 581 0 0,1 0 0 0 0,0 1 0 0 0,0 0 0 0 0,1 0 0 0 0,1 0 0 0 0,0 1 0 0 0,1 0 0 0 0,0 1 0 0 0,2-1 0 0 0,-1 1 0 0 0,1 4-70 0 0,-2 14 176 0 0,2 0-1 0 0,1 0 1 0 0,1 1 0 0 0,3 19-176 0 0,0-34 15 0 0,1 0 1 0 0,1-1 0 0 0,0 1-1 0 0,1-1 1 0 0,1 0 0 0 0,1 0 0 0 0,1-1-1 0 0,0 0 1 0 0,1 0 0 0 0,1-1-1 0 0,1 0 1 0 0,0 0 0 0 0,2 1-16 0 0,36 36-192 0 0,-47-52 227 0 0,-1 0 0 0 0,1 0 1 0 0,-1 0-1 0 0,1 0 1 0 0,0-1-1 0 0,0 1 1 0 0,-1 0-1 0 0,1-1 0 0 0,0 1 1 0 0,0-1-1 0 0,0 1 1 0 0,-1-1-1 0 0,1 0 0 0 0,0 0 1 0 0,0 0-1 0 0,0 0 1 0 0,0 0-1 0 0,0 0 0 0 0,-1-1 1 0 0,1 1-1 0 0,0 0 1 0 0,0-1-1 0 0,0 0 0 0 0,-1 1 1 0 0,1-1-1 0 0,0 0 1 0 0,-1 0-1 0 0,1 0 0 0 0,0 0 1 0 0,-1 0-1 0 0,0 0 1 0 0,1-1-1 0 0,-1 1 1 0 0,1-1-37 0 0,42-51-27 0 0,-15-12-374 0 0,-25 62-521 0 0,-1 20-303 0 0,-2-13 1479 0 0,13 47-139 0 0,15 9-186 0 0,-3-22-554 0 0,-15-29-278 0 0,-8-8-2539 0 0,-1-1-3399 0 0,-2 0 1023 0 0</inkml:trace>
  <inkml:trace contextRef="#ctx0" brushRef="#br0" timeOffset="1542.3">648 145 1520 0 0,'0'0'3329'0'0,"0"0"-462"0"0,0 0-378 0 0,0 0-502 0 0,0 0-505 0 0,0 0-480 0 0,0 0-423 0 0,0 0-365 0 0,0 0-340 0 0,0 0-378 0 0,0 0-444 0 0,0 0-262 0 0,2-2 47 0 0,0 1 1049 0 0,-2 2 75 0 0,-1-1 0 0 0,1 0 1 0 0,0 1-1 0 0,0-1 0 0 0,0 0 0 0 0,0 0 1 0 0,0 1-1 0 0,0-1 0 0 0,0 0 1 0 0,0 1-1 0 0,1-1 0 0 0,-1 0 1 0 0,0 0-1 0 0,0 1 0 0 0,0-1 1 0 0,0 0-1 0 0,0 0 0 0 0,0 1 0 0 0,0-1 1 0 0,1 0-1 0 0,-1 0 0 0 0,0 1 1 0 0,0-1-1 0 0,0 0 0 0 0,0 0 1 0 0,1 0-1 0 0,-1 1 0 0 0,0-1 0 0 0,0 0 1 0 0,1 0-1 0 0,-1 0 0 0 0,0 0 1 0 0,0 0-1 0 0,1 1 0 0 0,-1-1 1 0 0,0 0-1 0 0,1 0 0 0 0,-1 0 1 0 0,0 0-1 0 0,0 0 0 0 0,1 0 0 0 0,-1 0 1 0 0,0 0-1 0 0,0 0 0 0 0,1 0 1 0 0,-1 0-1 0 0,0 0 0 0 0,1 0 1 0 0,-1 0-1 0 0,0 0 0 0 0,0-1 0 0 0,1 1 1 0 0,-1 0-1 0 0,0 0 0 0 0,0 0 1 0 0,1 0-1 0 0,-1 0 0 0 0,0-1 39 0 0,-10 26-4709 0 0,8-19 259 0 0</inkml:trace>
</inkml:ink>
</file>

<file path=ppt/ink/ink2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2T02:08:04.8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0 590 0 0 0,'0'0'1519'0'0,"0"0"564"0"0,0 0 74 0 0,0 0-246 0 0,0 0-358 0 0,0 0-283 0 0,0 0-258 0 0,0 0-208 0 0,0 0-164 0 0,0 0-94 0 0,0 0-65 0 0,0 0-29 0 0,1-5-31 0 0,0-12-27 0 0,-1 13-47 0 0,0 4-78 0 0,0 0-89 0 0,0 0-78 0 0,0 0-80 0 0,0 0-50 0 0,0 16-797 0 0,35 118 2053 0 0,-14-55-909 0 0,-11-47-227 0 0,-7-60 4814 0 0,9-38-5517 0 0,-5 30 957 0 0,11-26-135 0 0,8 21 141 0 0,-25 41-390 0 0,0 0 1 0 0,1 1 0 0 0,-1-1 0 0 0,0 1-1 0 0,0-1 1 0 0,0 1 0 0 0,0-1-1 0 0,0 1 1 0 0,1 0 0 0 0,-1-1 0 0 0,0 1-1 0 0,-1 0 1 0 0,1 0 0 0 0,0 0-1 0 0,0 0 1 0 0,0 0 0 0 0,0 0 0 0 0,-1 0-1 0 0,1 0 1 0 0,0 0 0 0 0,-1 0-1 0 0,1 1 1 0 0,-1-1 0 0 0,1 0 0 0 0,-1 1 37 0 0,4 5-82 0 0,49 84-46 0 0,-22-45 113 0 0,-25-38 46 0 0,-5-7-15 0 0,-1 1 0 0 0,1-1 0 0 0,0 0 0 0 0,0 0 0 0 0,0 1 0 0 0,0-1 0 0 0,0 0 0 0 0,1 0 1 0 0,-1 0-1 0 0,0 0 0 0 0,0 0 0 0 0,1 0 0 0 0,-1-1 0 0 0,1 1 0 0 0,-1 0 0 0 0,1-1 0 0 0,-1 1 0 0 0,1-1 0 0 0,-1 1 0 0 0,1-1 1 0 0,-1 0-17 0 0,5-16 433 0 0,11-30-1101 0 0,-3-7 441 0 0,3-2 475 0 0,-17 55-252 0 0,1 0 1 0 0,0-1-1 0 0,-1 1 0 0 0,1 0 0 0 0,-1 0 1 0 0,1 0-1 0 0,0 0 0 0 0,-1 0 0 0 0,1 0 1 0 0,0 0-1 0 0,-1 0 0 0 0,1 0 0 0 0,0 0 1 0 0,-1 0-1 0 0,1 0 0 0 0,0 0 0 0 0,-1 1 1 0 0,1-1-1 0 0,0 0 0 0 0,-1 0 0 0 0,1 1 1 0 0,-1-1-1 0 0,1 0 0 0 0,-1 1 0 0 0,1-1 1 0 0,-1 1-1 0 0,1-1 0 0 0,-1 1 0 0 0,1-1 1 0 0,-1 1-1 0 0,1-1 0 0 0,-1 1 1 0 0,0-1-1 0 0,1 1 0 0 0,-1-1 0 0 0,0 1 1 0 0,1 0 3 0 0,1 1-71 0 0,51 53-444 0 0,23 27-687 0 0,-68-61-1648 0 0,-8-6-2746 0 0,0-7 221 0 0,0-6-29 0 0</inkml:trace>
  <inkml:trace contextRef="#ctx0" brushRef="#br0" timeOffset="814.45">554 527 2128 0 0,'0'0'2277'0'0,"0"0"-367"0"0,0 0-407 0 0,0 0-428 0 0,0 0-307 0 0,0 0-273 0 0,0 0-257 0 0,0 0-143 0 0,0 0-10 0 0,0 0 106 0 0,0 0 144 0 0,0 0 95 0 0,0 0 12 0 0,3 13-37 0 0,15 75 560 0 0,-14-77-736 0 0,0 0 1 0 0,1-1 0 0 0,1 0 0 0 0,0 0 0 0 0,0 0 0 0 0,1 0 0 0 0,1-1 0 0 0,6 7-230 0 0,-13-15 116 0 0,1 1 1 0 0,0 0-1 0 0,-1-1 1 0 0,1 1 0 0 0,0-1-1 0 0,0 0 1 0 0,-1 1-1 0 0,1-1 1 0 0,0 0 0 0 0,0 0-1 0 0,1 0 1 0 0,-1-1-1 0 0,0 1 1 0 0,0 0 0 0 0,0-1-1 0 0,0 1 1 0 0,1-1 0 0 0,-1 0-1 0 0,0 0 1 0 0,0 0-1 0 0,1 0 1 0 0,-1 0 0 0 0,0 0-1 0 0,0-1 1 0 0,1 1-1 0 0,-1-1 1 0 0,0 0 0 0 0,0 1-1 0 0,0-1 1 0 0,0 0-1 0 0,0 0 1 0 0,2-1-117 0 0,1-4-11 0 0,0 0 1 0 0,0 0-1 0 0,-1 0 0 0 0,0-1 1 0 0,0 0-1 0 0,0 0 0 0 0,-1 0 1 0 0,0 0-1 0 0,0 0 0 0 0,1-8 11 0 0,7-39-189 0 0,-3 17 556 0 0,7 53-1310 0 0,45 63 485 0 0,6-5-1987 0 0,-59-60-1252 0 0,-5-5-2482 0 0,-2-5 918 0 0</inkml:trace>
  <inkml:trace contextRef="#ctx0" brushRef="#br0" timeOffset="1672.75">1079 880 0 0 0,'0'0'443'0'0,"0"0"838"0"0,0 0 200 0 0,0 0-5 0 0,0 0-69 0 0,0 0-73 0 0,0 0-105 0 0,0 0-77 0 0,0 0-43 0 0,0 0-156 0 0,0 0-130 0 0,14-17-143 0 0,43-55-116 0 0,-42 44-88 0 0,-8-56 378 0 0,-4 0-1 0 0,-5-15-853 0 0,2 12 98 0 0,-4-122-229 0 0,-11 129-66 0 0,0 31-89 0 0,-8-14 393 0 0,16 56 156 0 0,7 7-317 0 0,0 0-92 0 0,0 0-113 0 0,0 0-121 0 0,0 0-107 0 0,0 0-90 0 0,-16 37-776 0 0,-14 76 2510 0 0,26 13 167 0 0,4-119-1254 0 0,0 10 115 0 0,0 0 0 0 0,1 0 0 0 0,1 1 0 0 0,0-1 0 0 0,4 9-185 0 0,2 5 210 0 0,-2-6 64 0 0,2-1 0 0 0,0 0 0 0 0,1 0 1 0 0,8 12-275 0 0,-2-11 168 0 0,1-1-1 0 0,1-1 1 0 0,1 0 0 0 0,1-2 0 0 0,11 9-168 0 0,20 10 161 0 0,-49-40-272 0 0,0-1 1 0 0,-1 1-1 0 0,1 0 0 0 0,0-1 1 0 0,0 1-1 0 0,-1-1 0 0 0,1 0 1 0 0,0 1-1 0 0,0-1 1 0 0,-1 0-1 0 0,1 1 0 0 0,-1-1 1 0 0,1 0-1 0 0,-1 0 0 0 0,1 0 1 0 0,-1 1-1 0 0,1-1 0 0 0,-1 0 1 0 0,0 0-1 0 0,1 0 1 0 0,-1 0-1 0 0,0 0 0 0 0,0 0 1 0 0,0 0-1 0 0,0 0 0 0 0,0 1 1 0 0,0-1-1 0 0,0 0 0 0 0,0 0 1 0 0,0 0-1 0 0,0 0 0 0 0,0 0 1 0 0,0 0-1 0 0,-1 0 1 0 0,1 0-1 0 0,0 0 0 0 0,-1 1 1 0 0,1-1-1 0 0,-1-1 111 0 0,1-4-1536 0 0,0-22-5260 0 0,0 18 947 0 0</inkml:trace>
  <inkml:trace contextRef="#ctx0" brushRef="#br0" timeOffset="2477.67">1430 67 4377 0 0,'0'0'2259'0'0,"0"0"-86"0"0,0 0-324 0 0,0 0-338 0 0,0 0-329 0 0,0 0-441 0 0,0 0-505 0 0,0 0-444 0 0,0 0-190 0 0,0 0-1 0 0,0 0 175 0 0,0 0 244 0 0,5 16 136 0 0,14 57 48 0 0,1 45 387 0 0,63 298 361 0 0,-76-350-3337 0 0,-27-64-149 0 0,-35-27-415 0 0,55 24 3116 0 0,-1 0 0 0 0,1 1 0 0 0,0-1 0 0 0,0 1 0 0 0,0-1 0 0 0,0 0 0 0 0,0 1 0 0 0,0-1 1 0 0,0 0-1 0 0,0 1 0 0 0,0-1 0 0 0,0 1 0 0 0,0-1 0 0 0,0 0 0 0 0,0 1 0 0 0,0-1 0 0 0,0 0 1 0 0,1 1-1 0 0,-1-1 0 0 0,0 1 0 0 0,0-1 0 0 0,1 1 0 0 0,-1-1 0 0 0,0 1 0 0 0,1-1 0 0 0,-1 1 1 0 0,1-1-1 0 0,-1 1 0 0 0,1-1 0 0 0,-1 1 0 0 0,1-1 0 0 0,-1 1 0 0 0,1 0 0 0 0,-1-1 0 0 0,1 1 1 0 0,-1 0-1 0 0,1 0 0 0 0,0-1 0 0 0,0 1-167 0 0,21-7 721 0 0,-4 2-401 0 0,0-1 0 0 0,-1-1 1 0 0,0 0-1 0 0,0-1 1 0 0,-1-1-1 0 0,5-4-320 0 0,37-32 972 0 0,-27 23-376 0 0,-28 44-2183 0 0,13 58 1654 0 0,1-37 41 0 0,2-8-217 0 0,-18-35-49 0 0,-1-1-1 0 0,1 1 1 0 0,-1-1 0 0 0,1 1-1 0 0,-1 0 1 0 0,0-1 0 0 0,1 1 0 0 0,-1-1-1 0 0,1 0 1 0 0,-1 1 0 0 0,0-1-1 0 0,0 1 1 0 0,1-1 0 0 0,-1 1-1 0 0,0-1 1 0 0,0 0 0 0 0,0 1 0 0 0,1-1-1 0 0,-1 0 1 0 0,0 1 0 0 0,0-1-1 0 0,0 1 1 0 0,0-1 0 0 0,0 0 0 0 0,0 1-1 0 0,-1-1 1 0 0,1 0 0 0 0,0 1-1 0 0,0-1 1 0 0,0 0 0 0 0,0 1 0 0 0,-1-1-1 0 0,1 1 1 0 0,0-1 0 0 0,-1 1-1 0 0,1-1 1 0 0,0 1 0 0 0,-1-1 0 0 0,1 0 158 0 0,-9-24-5080 0 0,6 15-28 0 0</inkml:trace>
  <inkml:trace contextRef="#ctx0" brushRef="#br0" timeOffset="2760.74">1705 253 0 0 0,'0'0'2914'0'0,"0"0"308"0"0,0 0-313 0 0,0 0-505 0 0,0 0-493 0 0,0 0-487 0 0,0 0-419 0 0,0 0-280 0 0,0 0-261 0 0,0 0-181 0 0,0 0-188 0 0,0 0-234 0 0,0 0-282 0 0,5-10-418 0 0,16-30-488 0 0,-16 30-340 0 0,-8 18-2060 0 0,-6 4 2859 0 0,4-5-170 0 0,-2 0-1226 0 0,0-1-2802 0 0</inkml:trace>
</inkml:ink>
</file>

<file path=ppt/ink/ink2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2T02:08:29.2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15 561 0 0 0,'0'0'1259'0'0,"0"0"425"0"0,0 0 89 0 0,0 0-72 0 0,0 0-98 0 0,0 0-121 0 0,0 0-128 0 0,0 0-141 0 0,-2-2 4222 0 0,114-5-3452 0 0,-36-8-1628 0 0,-75 14-329 0 0,0 1-1 0 0,1-1 1 0 0,-1-1 0 0 0,0 1 0 0 0,0 0 0 0 0,0 0 0 0 0,0 0 0 0 0,1 0 0 0 0,-2-1 0 0 0,1 1 0 0 0,0-1 0 0 0,0 1 0 0 0,0-1 0 0 0,-1 1 0 0 0,1-1 0 0 0,-1 1 0 0 0,1-1 0 0 0,-1 1 0 0 0,1-1 0 0 0,-1 0 0 0 0,0 1 0 0 0,0-1-1 0 0,0 1 1 0 0,0-1 0 0 0,0 0 0 0 0,0 1 0 0 0,-1-1 0 0 0,1 0 0 0 0,0 1 0 0 0,-1-1 0 0 0,1 1 0 0 0,-2-2-26 0 0,-26-44-46 0 0,9 29 132 0 0,0 2 1 0 0,-1 0 0 0 0,-1 0-1 0 0,-12-5-86 0 0,4 13-108 0 0,15 21 131 0 0,-1 7 142 0 0,-1 22 384 0 0,15 6 216 0 0,29 16-370 0 0,-21-55-327 0 0,0-1 0 0 0,0 1 0 0 0,1-1 0 0 0,0 0 0 0 0,1-1-1 0 0,0 0 1 0 0,0 0 0 0 0,1-1 0 0 0,-1 0 0 0 0,1-1 0 0 0,1 0 0 0 0,-1-1 0 0 0,1 0 0 0 0,-1 0 0 0 0,1-1 0 0 0,0 0 0 0 0,5-1-68 0 0,5 4-212 0 0,1-2 0 0 0,-1-1 0 0 0,0-1 1 0 0,1 0-1 0 0,3-2 212 0 0,-19-17-4956 0 0,-7 5-5291 0 0,0 8 2593 0 0</inkml:trace>
  <inkml:trace contextRef="#ctx0" brushRef="#br0" timeOffset="534.92">467 471 0 0 0,'0'0'1154'0'0,"0"0"694"0"0,0 0 283 0 0,0 0 199 0 0,0 0 21 0 0,0 0-233 0 0,0 0-363 0 0,0 0-391 0 0,0 0-332 0 0,0 0-235 0 0,0 0-132 0 0,0 0-71 0 0,0 0-57 0 0,5 6 647 0 0,73 28 1 0 0,-42-15-872 0 0,197 77 1105 0 0,-183-79-1280 0 0,-66-24-9083 0 0,-31-7-1040 0 0,40 12 6001 0 0</inkml:trace>
  <inkml:trace contextRef="#ctx0" brushRef="#br0" timeOffset="900.26">770 450 0 0 0,'0'0'2015'0'0,"0"0"579"0"0,0 0 281 0 0,0 0-79 0 0,0 0-341 0 0,0 0-353 0 0,0 0-311 0 0,0 0-335 0 0,0 0-233 0 0,0 0-227 0 0,0 0-190 0 0,0 0-178 0 0,2-5-127 0 0,7-15-97 0 0,-16 16 563 0 0,-25 47-515 0 0,-3 18-158 0 0,30-50-278 0 0,0 0 1 0 0,-1 0-1 0 0,-1-1 0 0 0,0 0 1 0 0,0 0-1 0 0,-6 7-16 0 0,4-8-79 0 0,0 0 0 0 0,0-1 0 0 0,0 0-1 0 0,-1 0 1 0 0,0-1 0 0 0,0-1 0 0 0,-1 1 0 0 0,-5 1 79 0 0,5-4-686 0 0,-5 3-1380 0 0,4-6-2393 0 0,5 3-7022 0 0,7-4 6353 0 0</inkml:trace>
  <inkml:trace contextRef="#ctx0" brushRef="#br0" timeOffset="1619.52">1152 568 0 0 0,'0'0'874'0'0,"0"0"580"0"0,0 0 316 0 0,0 0 239 0 0,0 0 62 0 0,0 0-109 0 0,0 0-142 0 0,0 0-166 0 0,0 0-205 0 0,0 0-167 0 0,0 0-126 0 0,0 0-136 0 0,-7-17-154 0 0,-22-52-154 0 0,10 39 302 0 0,17 28-973 0 0,0 0 0 0 0,0 0 0 0 0,0 0 0 0 0,0 0 0 0 0,-1 1 0 0 0,1-1 0 0 0,0 1 0 0 0,-1-1 0 0 0,1 1 0 0 0,-1 0 0 0 0,1 0 0 0 0,-1 0 0 0 0,1 0 0 0 0,-1 1 0 0 0,0-1 0 0 0,1 1 0 0 0,-1-1 0 0 0,0 1 0 0 0,0 0 0 0 0,1 0 0 0 0,-1 0 0 0 0,0 1 0 0 0,0-1 0 0 0,1 0 0 0 0,-1 1 0 0 0,0 0 0 0 0,1 0 0 0 0,-1 0 0 0 0,1 0 0 0 0,-1 0 0 0 0,1 0 0 0 0,-1 1 0 0 0,1 0-41 0 0,-42 45 85 0 0,43-46-56 0 0,0 0-1 0 0,0 1 0 0 0,0-1 1 0 0,1 0-1 0 0,-1 1 0 0 0,0-1 1 0 0,1 1-1 0 0,-1-1 0 0 0,1 1 1 0 0,-1-1-1 0 0,1 1 0 0 0,0-1 1 0 0,0 1-1 0 0,0-1 0 0 0,0 1 0 0 0,0 0 1 0 0,0-1-1 0 0,0 1 0 0 0,0-1 1 0 0,1 1-1 0 0,-1-1 0 0 0,0 1 1 0 0,1-1-1 0 0,-1 1 0 0 0,1-1 1 0 0,0 1-1 0 0,-1-1 0 0 0,1 0 1 0 0,0 1-1 0 0,0-1 0 0 0,0 0 0 0 0,0 0 1 0 0,0 0-1 0 0,0 1 0 0 0,1-1-28 0 0,12 6 100 0 0,1-1-1 0 0,0-1 0 0 0,0 0 0 0 0,1-1 0 0 0,-1-1 1 0 0,1 0-1 0 0,0-1 0 0 0,0 0 0 0 0,0-2 1 0 0,15 0-100 0 0,-28-1 13 0 0,-1 0 1 0 0,0-1 0 0 0,-1 1 0 0 0,1 0-1 0 0,0-1 1 0 0,0 1 0 0 0,-1-1-1 0 0,1 0 1 0 0,0 1 0 0 0,-1-1 0 0 0,0 0-1 0 0,1 0 1 0 0,-1 0 0 0 0,0 0 0 0 0,0 0-1 0 0,0 0 1 0 0,0 0 0 0 0,-1-1 0 0 0,1 1-1 0 0,0 0 1 0 0,-1 0 0 0 0,0-1 0 0 0,1 1-1 0 0,-1 0 1 0 0,0-1 0 0 0,0 1-1 0 0,-1 0 1 0 0,1-1 0 0 0,0 1 0 0 0,-1 0-1 0 0,1 0 1 0 0,-2-3-14 0 0,2-3 15 0 0,0 14-971 0 0,4 2 909 0 0,-1 1-1 0 0,1 0 1 0 0,1-1-1 0 0,-1 0 1 0 0,2 0-1 0 0,-1 0 1 0 0,1 0 0 0 0,5 4 47 0 0,16 17-4747 0 0,-27-29 3054 0 0,0 0-479 0 0,0 0-477 0 0,0 0-355 0 0,0 0-641 0 0,0 0-2099 0 0</inkml:trace>
  <inkml:trace contextRef="#ctx0" brushRef="#br0" timeOffset="2410.93">1432 477 3617 0 0,'0'0'3044'0'0,"0"0"-384"0"0,0 0-173 0 0,0 0-92 0 0,0 0-197 0 0,0 0-347 0 0,0 0-447 0 0,0 0-408 0 0,0 0-321 0 0,0 0-196 0 0,0 0-136 0 0,0 0-97 0 0,0 0-60 0 0,-7 0 175 0 0,7 5-319 0 0,0-1 1 0 0,0 0-1 0 0,1 1 0 0 0,-1-1 0 0 0,1 1 0 0 0,0-1 0 0 0,0 0 1 0 0,1 0-1 0 0,-1 0 0 0 0,1 0 0 0 0,0 0 0 0 0,0 0 0 0 0,0 0 1 0 0,1 0-1 0 0,-1-1 0 0 0,1 1 0 0 0,0-1 0 0 0,0 0 0 0 0,0 0 1 0 0,0 0-1 0 0,2 1-42 0 0,1 1 11 0 0,1 0 0 0 0,0 0 0 0 0,1-1 0 0 0,-1 0 0 0 0,1 0 0 0 0,-1-1 0 0 0,1 0 0 0 0,0-1 0 0 0,1 1 0 0 0,-1-1 0 0 0,0-1 0 0 0,0 0 0 0 0,1 0 0 0 0,5 0-11 0 0,-4-19-49 0 0,-8 10 0 0 0,1-2 4 0 0,-1 0 1 0 0,-1 0 0 0 0,1 0 0 0 0,-1 0-1 0 0,-1 0 1 0 0,0-1 0 0 0,-1-8 44 0 0,0-9 192 0 0,1 27-130 0 0,31 31-450 0 0,70 64 365 0 0,-98-92 26 0 0,0 0-1 0 0,0 0 1 0 0,-1 0-1 0 0,1-1 1 0 0,0 1-1 0 0,0-1 1 0 0,0 0 0 0 0,0 0-1 0 0,1 0 1 0 0,-1 0-1 0 0,0-1 1 0 0,0 1-1 0 0,1-1 1 0 0,1 0-3 0 0,9-19-96 0 0,-5-69-654 0 0,-9 87 752 0 0,1 1 0 0 0,-1 0 0 0 0,1-1-1 0 0,0 1 1 0 0,-1 0 0 0 0,1-1 0 0 0,-1 1-1 0 0,1 0 1 0 0,-1 0 0 0 0,1 0-1 0 0,0-1 1 0 0,-1 1 0 0 0,1 0 0 0 0,0 0-1 0 0,-1 0 1 0 0,1 0 0 0 0,0 0-1 0 0,-1 0 1 0 0,1 0 0 0 0,0 0 0 0 0,-1 0-1 0 0,1 1 1 0 0,-1-1 0 0 0,1 0-1 0 0,0 0 1 0 0,-1 1 0 0 0,1-1 0 0 0,-1 0-1 0 0,1 0 1 0 0,-1 1 0 0 0,1-1-1 0 0,-1 1 1 0 0,1-1 0 0 0,-1 1 0 0 0,1-1-2 0 0,172 121-3572 0 0,-156-101-570 0 0,-10-4-5137 0 0,-6-12 3604 0 0</inkml:trace>
  <inkml:trace contextRef="#ctx0" brushRef="#br0" timeOffset="3054.32">2136 618 0 0 0,'0'0'1408'0'0,"0"0"295"0"0,0 0 260 0 0,0 0 246 0 0,0 0 199 0 0,0 0-46 0 0,0 0-356 0 0,0 0-568 0 0,0 0-530 0 0,0 0-385 0 0,0 0-269 0 0,0 0-179 0 0,-2-4-106 0 0,-5-6-16 0 0,7 25 148 0 0,7 10 84 0 0,1-1 1 0 0,1 0-1 0 0,1 0 1 0 0,2-1-1 0 0,6 11-185 0 0,9 19 156 0 0,37 51 152 0 0,-64-104-233 0 0,0 0 0 0 0,0-1 0 0 0,0 1 0 0 0,0 0 0 0 0,1 0 0 0 0,-1 0 0 0 0,0 0 0 0 0,0 0 0 0 0,1-1 0 0 0,-1 1 0 0 0,0 0 1 0 0,0 0-1 0 0,0 0 0 0 0,1 0 0 0 0,-1 0 0 0 0,0 0 0 0 0,0 0 0 0 0,1 0 0 0 0,-1 0 0 0 0,0 0 0 0 0,0 0 0 0 0,1 0 0 0 0,-1 0 0 0 0,0 0 1 0 0,0 0-1 0 0,1 0-75 0 0,-3-5-141 0 0,-74-185-493 0 0,67 162 588 0 0,2 0-1 0 0,1-1 0 0 0,1 1 1 0 0,2-1-1 0 0,-1-23 47 0 0,4 47 6 0 0,-1 0 1 0 0,0 0 0 0 0,1-1-1 0 0,0 1 1 0 0,0 0-1 0 0,1-1 1 0 0,0 1-1 0 0,-1 0 1 0 0,2 0 0 0 0,-1 0-1 0 0,1-1 1 0 0,-1 1-1 0 0,1 1 1 0 0,1-1-1 0 0,-1 0 1 0 0,1 0 0 0 0,0 1-1 0 0,0 0 1 0 0,0-1-1 0 0,0 1 1 0 0,1 0-1 0 0,0 1 1 0 0,0-1 0 0 0,0 1-1 0 0,0-1 1 0 0,0 1-1 0 0,1 0-6 0 0,1 3-39 0 0,1 0-1 0 0,-1 0 1 0 0,1 0-1 0 0,-1 1 0 0 0,0-1 1 0 0,1 2-1 0 0,-1-1 1 0 0,0 1-1 0 0,0 0 1 0 0,1 0-1 0 0,-2 0 0 0 0,1 1 1 0 0,0 0-1 0 0,0 0 1 0 0,-1 1-1 0 0,0 0 1 0 0,0 0-1 0 0,0 0 1 0 0,0 0-1 0 0,0 1 0 0 0,0 1 40 0 0,0-2-35 0 0,-1 0-1 0 0,0 0 1 0 0,1 1 0 0 0,-1 0-1 0 0,-1 0 1 0 0,1 0-1 0 0,-1 0 1 0 0,0 1-1 0 0,0-1 1 0 0,-1 1-1 0 0,1 0 1 0 0,-1 0-1 0 0,-1 0 1 0 0,1 0 0 0 0,-1 0-1 0 0,0 0 1 0 0,0 5 35 0 0,-1-7-60 0 0,0-1 0 0 0,0 0 0 0 0,0 1 1 0 0,-1-1-1 0 0,1 0 0 0 0,-1 1 0 0 0,0-1 1 0 0,0 0-1 0 0,0 0 0 0 0,-1 0 0 0 0,1 0 1 0 0,-1 0-1 0 0,0 0 0 0 0,1 0 0 0 0,-1 0 1 0 0,-1-1-1 0 0,1 1 0 0 0,0-1 0 0 0,-1 1 1 0 0,0-1 59 0 0,-3 4-361 0 0,-1-1 0 0 0,1 0 0 0 0,-1 0-1 0 0,-1-1 1 0 0,1 0 0 0 0,-1 0 0 0 0,1-1 0 0 0,-1 0 0 0 0,0 0 0 0 0,0-1 0 0 0,-1 0 0 0 0,1 0 0 0 0,0-1 0 0 0,-1 0 0 0 0,-3 0 361 0 0,-5-1-3850 0 0,4 2-4048 0 0</inkml:trace>
  <inkml:trace contextRef="#ctx0" brushRef="#br0" timeOffset="4017.82">2555 810 0 0 0,'0'0'756'0'0,"0"0"358"0"0,0 0 198 0 0,0 0 120 0 0,0 0-85 0 0,0 0-233 0 0,0 0-302 0 0,0 0-244 0 0,0 0-125 0 0,0 0-48 0 0,0 0 7 0 0,2-33 17 0 0,5-102-37 0 0,0 67 199 0 0,2-27 1196 0 0,-5 0 1 0 0,-4-12-1778 0 0,0 81 591 0 0,-1 10-291 0 0,-1 0-1 0 0,0 0 1 0 0,-1 1-1 0 0,-1-1 1 0 0,-1 1-1 0 0,0 0 1 0 0,-1 0-1 0 0,0 1 1 0 0,-9-13-301 0 0,-7-32 1359 0 0,7 32-1641 0 0,10 157 758 0 0,12 122 64 0 0,-2-232-436 0 0,0 1-1 0 0,1 0 1 0 0,1-1 0 0 0,0 0-1 0 0,2-1 1 0 0,0 0 0 0 0,2 0-1 0 0,3 4-102 0 0,-7-13 72 0 0,0-2-1 0 0,0 1 0 0 0,1-1 1 0 0,0 0-1 0 0,0 0 1 0 0,1-1-1 0 0,0-1 0 0 0,0 1 1 0 0,1-1-1 0 0,0-1 0 0 0,0 0 1 0 0,9 4-72 0 0,-8-6 36 0 0,0 0 0 0 0,0 0 1 0 0,0-1-1 0 0,0 0 0 0 0,0-1 0 0 0,1 0 1 0 0,-1-1-1 0 0,0 0 0 0 0,2-1-36 0 0,-9 1 9 0 0,0-1 0 0 0,0 0 0 0 0,0 0 0 0 0,0-1 0 0 0,0 1 0 0 0,-1-1 0 0 0,1 0 0 0 0,-1 0 0 0 0,1 0 0 0 0,-1 0-1 0 0,0 0 1 0 0,0-1 0 0 0,0 1 0 0 0,0-1 0 0 0,0 0 0 0 0,0 0 0 0 0,-1 0 0 0 0,1-1 0 0 0,0-1-9 0 0,34-69-272 0 0,-35 64 236 0 0,0 0 0 0 0,-1 0 0 0 0,1 0 0 0 0,-2 0 0 0 0,0 0 0 0 0,0 0 0 0 0,-1-6 36 0 0,0 12-18 0 0,0 0 1 0 0,0-1-1 0 0,-1 1 1 0 0,1 0-1 0 0,-1 0 1 0 0,0 0-1 0 0,0 0 1 0 0,-1 0-1 0 0,1 1 1 0 0,-1-1-1 0 0,0 1 1 0 0,0-1-1 0 0,0 1 1 0 0,0 0-1 0 0,0 0 1 0 0,-1 0-1 0 0,0 0 18 0 0,3 2-15 0 0,0 0 0 0 0,0 0 0 0 0,-1 1 0 0 0,1-1 0 0 0,0 0 0 0 0,-1 1 0 0 0,1-1 0 0 0,-1 1 0 0 0,1-1 0 0 0,0 1 0 0 0,-1-1 0 0 0,1 1 0 0 0,-1 0 0 0 0,1 0 0 0 0,-1 0 0 0 0,1 0 0 0 0,-1 0 0 0 0,1 0 0 0 0,-1 0 0 0 0,1 0 0 0 0,-1 1 0 0 0,1-1 0 0 0,-1 1 0 0 0,1-1 0 0 0,0 1 0 0 0,-1-1 0 0 0,1 1 0 0 0,0 0 0 0 0,-1 0 0 0 0,1-1 0 0 0,0 1 0 0 0,0 0 0 0 0,0 0 0 0 0,0 0 0 0 0,0 1 0 0 0,0-1 0 0 0,0 0 0 0 0,0 0 0 0 0,0 1 15 0 0,-19 69 262 0 0,20-66-213 0 0,-1-1 0 0 0,1 1 0 0 0,0-1-1 0 0,0 1 1 0 0,1 0 0 0 0,-1-1 0 0 0,1 1-1 0 0,0-1 1 0 0,0 1 0 0 0,1-1 0 0 0,-1 0-1 0 0,1 1 1 0 0,0-1 0 0 0,0 0 0 0 0,1 0-1 0 0,-1 0 1 0 0,1 0 0 0 0,0-1 0 0 0,0 1-1 0 0,0 0-48 0 0,7 5 92 0 0,1 0 0 0 0,0 0 0 0 0,0-1-1 0 0,0-1 1 0 0,1 0 0 0 0,0-1 0 0 0,7 3-92 0 0,5 3 48 0 0,-10-5-131 0 0,1-2 1 0 0,0 1-1 0 0,0-2 0 0 0,0 0 0 0 0,0-1 0 0 0,1 0 1 0 0,0-1-1 0 0,5-1 83 0 0,41 1-5088 0 0,-55-3-2261 0 0,-6 0-1782 0 0</inkml:trace>
  <inkml:trace contextRef="#ctx0" brushRef="#br0" timeOffset="5147.64">3356 503 1944 0 0,'0'0'4379'0'0,"0"0"-1172"0"0,0 0-680 0 0,0 0-356 0 0,0 0-268 0 0,0 0-342 0 0,0 0-445 0 0,0 0-401 0 0,0 0-302 0 0,0 0-209 0 0,0 0-106 0 0,0 0-50 0 0,0 0-34 0 0,-1-2-10 0 0,-10-7 703 0 0,5-23 11 0 0,5 27-474 0 0,-1-4-775 0 0,1 18-243 0 0,2 15-1637 0 0,0-12-1742 0 0,-1 0-3774 0 0,0-9 1750 0 0</inkml:trace>
  <inkml:trace contextRef="#ctx0" brushRef="#br0" timeOffset="5539.81">3413 740 0 0 0,'0'0'2023'0'0,"0"0"159"0"0,0 0 77 0 0,0 0 60 0 0,0 0-165 0 0,0 0-296 0 0,0 0-357 0 0,0 0-306 0 0,0 0-246 0 0,0 0-193 0 0,0 0-88 0 0,0 0-93 0 0,0 0-51 0 0,-4-13-47 0 0,-13-54 345 0 0,9 94-1064 0 0,7-27 258 0 0,-7 11-7903 0 0,5-9-389 0 0</inkml:trace>
</inkml:ink>
</file>

<file path=ppt/ink/ink2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16:43:12.1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167 51 0 0 0,'0'0'332'0'0,"0"0"138"0"0,0 0 164 0 0,0 0 188 0 0,0 0 121 0 0,0 0 81 0 0,0 0 1 0 0,0 0-67 0 0,0 0-66 0 0,0 0-76 0 0,0 0-69 0 0,1-5-25 0 0,0-12-4 0 0,-1 13 21 0 0,-1 4 5990 0 0,2-2-3450 0 0,3-7-2744 0 0,-2 7-570 0 0,1 1 0 0 0,-1-1 0 0 0,0 1 0 0 0,1 0 0 0 0,-1 0 0 0 0,1 0 0 0 0,0 0 0 0 0,-1 0 0 0 0,1 0 0 0 0,0 1 0 0 0,-1-1 0 0 0,1 1 0 0 0,0 0 0 0 0,0 0 0 0 0,-1 0 0 0 0,1 0 0 0 0,0 1 0 0 0,0-1 0 0 0,-1 0 0 0 0,1 1 0 0 0,0 0 1 0 0,-1 0-1 0 0,1 0 0 0 0,-1 0 0 0 0,1 0 0 0 0,-1 0 0 0 0,1 1 0 0 0,-1-1 0 0 0,0 1 0 0 0,0 0 0 0 0,0 0 0 0 0,0 0 0 0 0,2 1 35 0 0,45 54-415 0 0,-22 13 119 0 0,-23-50 233 0 0,-1 1-1 0 0,-1-1 1 0 0,-1 1-1 0 0,-1 0 1 0 0,-2 11 63 0 0,2-29 42 0 0,-1 1 0 0 0,0 0 1 0 0,0-1-1 0 0,0 1 0 0 0,-1-1 1 0 0,0 1-1 0 0,1-1 1 0 0,-1 0-1 0 0,0 0 0 0 0,0 1 1 0 0,-1-1-1 0 0,1-1 0 0 0,-1 1 1 0 0,1 0-1 0 0,-1-1 0 0 0,0 1 1 0 0,0-1-1 0 0,0 0 0 0 0,0 0 1 0 0,-1 0-1 0 0,1 0 0 0 0,0 0 1 0 0,-1-1-1 0 0,1 0 0 0 0,-1 0 1 0 0,0 0-1 0 0,1 0 0 0 0,-1 0 1 0 0,0-1-1 0 0,0 1 0 0 0,1-1 1 0 0,-1 0-1 0 0,0 0 0 0 0,0-1 1 0 0,0 1-1 0 0,0-1-42 0 0,-8 0 199 0 0,0-2 0 0 0,0 1 0 0 0,0-2 0 0 0,0 1 0 0 0,1-2 0 0 0,0 1 0 0 0,-1-2 0 0 0,2 1 0 0 0,-1-2 1 0 0,1 1-1 0 0,-1-1 0 0 0,-2-4-199 0 0,6 7 127 0 0,1 0 1 0 0,-1-1-1 0 0,1 1 1 0 0,0-1 0 0 0,0-1-1 0 0,1 1 1 0 0,-1-1-1 0 0,1 0 1 0 0,0-1 0 0 0,1 1-1 0 0,0-1 1 0 0,0 1-1 0 0,0-1 1 0 0,1-1 0 0 0,0 1-1 0 0,0 0 1 0 0,1-1 0 0 0,0 1-1 0 0,-1-7-127 0 0,4 10-35 0 0,1 0 0 0 0,0 0 0 0 0,0 0 0 0 0,0 1 0 0 0,0-1 0 0 0,0 1 0 0 0,1-1-1 0 0,0 1 1 0 0,0 0 0 0 0,0 0 0 0 0,0 0 0 0 0,0 0 0 0 0,0 1 0 0 0,1-1 0 0 0,-1 1 0 0 0,1 0 0 0 0,0 0 0 0 0,-1 0 0 0 0,1 1 0 0 0,0-1-1 0 0,0 1 1 0 0,0 0 0 0 0,3-1 35 0 0,18-5-726 0 0,6-2-1442 0 0,-13 0-5309 0 0,-17 7 2310 0 0,-1 2-4028 0 0</inkml:trace>
</inkml:ink>
</file>

<file path=ppt/ink/ink2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16:43:13.2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30 0 0 0,'0'0'1144'0'0,"0"0"31"0"0,0 0 149 0 0,0 0 150 0 0,0 0 78 0 0,0 0 9 0 0,0 0-106 0 0,0 0-167 0 0,0 0-174 0 0,0 0-158 0 0,0 0-103 0 0,0 0-69 0 0,-1-5-61 0 0,-6-15-51 0 0,6 15-47 0 0,1 5-52 0 0,0 0-60 0 0,0 0-64 0 0,-2 19 1884 0 0,-3 120 407 0 0,6-114-2491 0 0,2 0 0 0 0,1-1 0 0 0,1 0 0 0 0,1 1 0 0 0,2 0-249 0 0,-6-18-29 0 0,4 15-865 0 0,-5-6-3639 0 0,-1-10-1277 0 0,0-2-5141 0 0</inkml:trace>
</inkml:ink>
</file>

<file path=ppt/ink/ink2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16:43:14.5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46 264 0 0,'0'0'1262'0'0,"0"0"-221"0"0,0 0 163 0 0,0 0 242 0 0,0 0 118 0 0,0 0-93 0 0,0 0-213 0 0,0 0-242 0 0,0 0-165 0 0,0 0-72 0 0,0 0-27 0 0,0 0 32 0 0,0 0 7 0 0,0-9 3307 0 0,46-19-1306 0 0,-42 26-2812 0 0,0 1 1 0 0,0-1 0 0 0,0 1 0 0 0,1 0 0 0 0,-1 0 0 0 0,0 1-1 0 0,1-1 1 0 0,-1 1 0 0 0,1 0 0 0 0,-1 0 0 0 0,0 1 0 0 0,1-1-1 0 0,-1 1 1 0 0,0 0 0 0 0,1 0 0 0 0,-1 0 0 0 0,0 1-1 0 0,0-1 1 0 0,0 1 0 0 0,0 0 0 0 0,0 0 0 0 0,0 1 0 0 0,-1-1-1 0 0,3 3 20 0 0,-2-1-57 0 0,-1 0 0 0 0,0 0 0 0 0,0 1 0 0 0,0-1 0 0 0,0 1 0 0 0,-1 0-1 0 0,1 0 1 0 0,-1 0 0 0 0,0 0 0 0 0,-1 0 0 0 0,1 0 0 0 0,-1 1 0 0 0,0-1 57 0 0,11 154-384 0 0,-11-146 398 0 0,-1-8-34 0 0,0 0 1 0 0,0 0 0 0 0,0 0-1 0 0,0 0 1 0 0,-1 0 0 0 0,0 0 0 0 0,0 0-1 0 0,0-1 1 0 0,0 1 0 0 0,-1 0-1 0 0,0 0 1 0 0,-1 2 19 0 0,-47 37 38 0 0,36-24 1410 0 0,32-14 884 0 0,182 21-1463 0 0,-145-22-1546 0 0,-43-5-3381 0 0,-1 1-3977 0 0,-10-1-2378 0 0</inkml:trace>
</inkml:ink>
</file>

<file path=ppt/ink/ink2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16:43:15.6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29 2593 0 0,'0'0'1659'0'0,"0"0"72"0"0,0 0 162 0 0,0 0 177 0 0,0 0 44 0 0,0 0-147 0 0,0 0-337 0 0,0 0-342 0 0,0 0-270 0 0,0 0-237 0 0,0 0-176 0 0,0 0-144 0 0,0 0-149 0 0,9-4-108 0 0,31-15-62 0 0,-37 18-131 0 0,0 0 0 0 0,0 0-1 0 0,1 0 1 0 0,-1 0 0 0 0,1 1-1 0 0,-1-1 1 0 0,0 1 0 0 0,1 0 0 0 0,-1 0-1 0 0,1 0 1 0 0,-1 1 0 0 0,1-1-1 0 0,-1 1 1 0 0,0 0 0 0 0,3 0-11 0 0,-1 1 11 0 0,28 7-66 0 0,-1 2 0 0 0,0 1-1 0 0,-1 2 1 0 0,3 3 55 0 0,-29-14-34 0 0,0-1-38 0 0,1 0-1 0 0,0 1 0 0 0,-1 0 1 0 0,0 0-1 0 0,1 0 1 0 0,-1 1-1 0 0,-1 0 1 0 0,1 0-1 0 0,0 0 1 0 0,-1 1-1 0 0,0-1 1 0 0,0 1-1 0 0,0 0 0 0 0,0 1 73 0 0,-4-4-18 0 0,-1-1 0 0 0,1 0 0 0 0,-1 1 0 0 0,1-1-1 0 0,-1 0 1 0 0,0 0 0 0 0,0 1 0 0 0,1-1-1 0 0,-1 0 1 0 0,0 0 0 0 0,0 0 0 0 0,0 0-1 0 0,0 0 1 0 0,0 0 0 0 0,0 0 0 0 0,0 0 0 0 0,-1-1-1 0 0,1 1 1 0 0,0 0 0 0 0,0-1 0 0 0,-1 1-1 0 0,1-1 1 0 0,0 1 0 0 0,-1-1 0 0 0,1 0-1 0 0,0 1 1 0 0,-1-1 0 0 0,1 0 0 0 0,-1 0 0 0 0,0 0 17 0 0,-2 1 0 0 0,-12 3 121 0 0,-23 14 115 0 0,38-15-196 0 0,0-1 0 0 0,1 1-1 0 0,0-1 1 0 0,0 1 0 0 0,-1-1 0 0 0,1 1 0 0 0,1-1-1 0 0,-1 1 1 0 0,0-1 0 0 0,1 1 0 0 0,-1-1-1 0 0,1 1 1 0 0,0-1 0 0 0,-1 0 0 0 0,1 1 0 0 0,1-1-1 0 0,-1 0 1 0 0,0 0 0 0 0,0 1 0 0 0,1-1-1 0 0,-1 0 1 0 0,1 0 0 0 0,0-1 0 0 0,0 1 0 0 0,-1 0-1 0 0,1-1 1 0 0,0 1 0 0 0,0-1 0 0 0,1 1-1 0 0,-1-1 1 0 0,1 1-39 0 0,-1-1 5 0 0,203 154 280 0 0,-202-153-309 0 0,0 0 0 0 0,0 1 0 0 0,0-1 0 0 0,0 1 0 0 0,-1-1 0 0 0,1 1 0 0 0,-1 0 0 0 0,0 0 0 0 0,0 0 0 0 0,0 0 0 0 0,0 0 0 0 0,0 1 0 0 0,0-1 0 0 0,-1 0 0 0 0,0 1 0 0 0,0 0 0 0 0,0-1 0 0 0,0 1 0 0 0,0-1 0 0 0,-1 1 0 0 0,0 0 0 0 0,1 0 0 0 0,-2-1 24 0 0,-1 0 12 0 0,0 0-1 0 0,-1-1 1 0 0,1 0-1 0 0,-1 0 1 0 0,0 1-1 0 0,0-2 0 0 0,0 1 1 0 0,0 0-1 0 0,0 0 1 0 0,0-1-1 0 0,0 0 1 0 0,0 0-1 0 0,-1 0 0 0 0,1 0 1 0 0,-1 0-1 0 0,1-1 1 0 0,0 1-1 0 0,-1-1 1 0 0,0 0-12 0 0,-157 2-160 0 0,121-2-1865 0 0,13 0-3635 0 0,14 0-2172 0 0</inkml:trace>
</inkml:ink>
</file>

<file path=ppt/ink/ink2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16:43:18.2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65 55 2369 0 0,'0'0'2809'0'0,"0"0"-552"0"0,0 0-458 0 0,0 0-197 0 0,0 0-141 0 0,0 0-172 0 0,0 0-275 0 0,0 0-291 0 0,0 0-240 0 0,0 0-174 0 0,0 0-101 0 0,0 0-50 0 0,0 0-17 0 0,-10-3 15 0 0,-29-8 36 0 0,38 11-180 0 0,1 0 1 0 0,-1-1-1 0 0,1 1 0 0 0,-1 0 0 0 0,1 0 0 0 0,-1 0 0 0 0,1 0 0 0 0,-1 0 0 0 0,1 0 1 0 0,-1 0-1 0 0,1 0 0 0 0,-1 0 0 0 0,1 1 0 0 0,-1-1 0 0 0,1 0 0 0 0,-1 0 0 0 0,1 0 1 0 0,0 1-1 0 0,-1-1 0 0 0,1 0 0 0 0,-1 0 0 0 0,1 1 0 0 0,0-1 0 0 0,-1 0 0 0 0,1 1 1 0 0,0-1-1 0 0,-1 0 0 0 0,1 1 0 0 0,0-1 0 0 0,-1 1 0 0 0,1-1 0 0 0,0 0 0 0 0,0 1 1 0 0,0-1-1 0 0,-1 1 0 0 0,1-1 0 0 0,0 1 0 0 0,0-1 0 0 0,0 1 0 0 0,0-1 0 0 0,0 1 1 0 0,0-1-1 0 0,0 1 0 0 0,0-1 0 0 0,0 0 0 0 0,0 1 0 0 0,0-1 0 0 0,0 1 0 0 0,0-1 1 0 0,0 1-1 0 0,1-1 0 0 0,-1 1 0 0 0,0-1 0 0 0,0 1-12 0 0,0 1 92 0 0,0 3 10 0 0,0-1 0 0 0,0 1 0 0 0,0-1 1 0 0,0 1-1 0 0,1 0 0 0 0,0-1 0 0 0,0 1 0 0 0,0-1 0 0 0,0 0 0 0 0,1 1 0 0 0,0-1 1 0 0,-1 0-1 0 0,2 0 0 0 0,0 1-102 0 0,2 3 112 0 0,0 0 0 0 0,1-1 0 0 0,0 1 1 0 0,0-2-1 0 0,1 1 0 0 0,0-1 0 0 0,0 0 0 0 0,1 0-112 0 0,11 7 730 0 0,-19-13-373 0 0,8 0 861 0 0,-2 0-1195 0 0,1 0-33 0 0,0 0 1 0 0,0 0-1 0 0,0 0 1 0 0,0 1-1 0 0,0 0 1 0 0,0 0-1 0 0,0 1 1 0 0,0 0-1 0 0,-1 0 1 0 0,1 1-1 0 0,5 2 10 0 0,5 5-28 0 0,-1 1-1 0 0,-1 1 0 0 0,0 0 0 0 0,0 1 1 0 0,-1 0-1 0 0,-1 1 0 0 0,8 11 29 0 0,-18-21-19 0 0,1 0 1 0 0,-1 1-1 0 0,0 0 1 0 0,-1-1-1 0 0,1 1 1 0 0,-1 0-1 0 0,0 0 0 0 0,0 1 1 0 0,-1-1-1 0 0,1 0 1 0 0,-1 1-1 0 0,0-1 0 0 0,-1 1 1 0 0,1-1-1 0 0,-1 1 1 0 0,0-1-1 0 0,-1 2 19 0 0,0-3-3 0 0,0 0-1 0 0,-1 0 1 0 0,0 0 0 0 0,0-1-1 0 0,0 1 1 0 0,0 0 0 0 0,-1-1-1 0 0,1 1 1 0 0,-1-1 0 0 0,0 0-1 0 0,0 0 1 0 0,0 0 0 0 0,0 0-1 0 0,-1 0 1 0 0,1-1 0 0 0,-1 0-1 0 0,0 1 4 0 0,-7 5 10 0 0,3-2-135 0 0,-1 0-1 0 0,-1-1 0 0 0,1 0 0 0 0,-1 0 0 0 0,0-1 1 0 0,0 0-1 0 0,-1-1 0 0 0,1 0 0 0 0,-1-1 1 0 0,1 0-1 0 0,-1 0 0 0 0,0-1 0 0 0,0-1 0 0 0,0 0 1 0 0,1 0-1 0 0,-9-2 126 0 0,-5-6-3294 0 0,10-2-2950 0 0,6 4-3133 0 0</inkml:trace>
  <inkml:trace contextRef="#ctx0" brushRef="#br0" timeOffset="5359.21">344 0 840 0 0,'0'0'994'0'0,"0"0"-11"0"0,0 0 208 0 0,0 0 174 0 0,0 0 19 0 0,0 0-154 0 0,0 0-248 0 0,0 0-196 0 0,0 0-91 0 0,0 0-12 0 0,0 0 5 0 0,-5 20 2973 0 0,-11-7-846 0 0,21-7 3890 0 0,20 3-7558 0 0,-22-8 1351 0 0,95 16-233 0 0,-98-17-257 0 0,0 0-25 0 0,0 0-5 0 0,0 0-18 0 0,0 0-22 0 0,0 0-18 0 0,-8 0-106 0 0,-6 0 228 0 0,-1 0 0 0 0,1 1 0 0 0,0 1 0 0 0,0 0 0 0 0,0 1 0 0 0,-6 2-42 0 0,-94 15 211 0 0,45-11-690 0 0,34-3-2312 0 0,13-5-5879 0 0,15-1-2462 0 0</inkml:trace>
</inkml:ink>
</file>

<file path=ppt/ink/ink2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16:43:25.1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243 63 0 0 0,'0'0'1211'0'0,"0"0"-27"0"0,0 0 112 0 0,0 0 111 0 0,0 0 70 0 0,0 0 48 0 0,0 0-51 0 0,0 0-82 0 0,0 0-117 0 0,0 0-141 0 0,0 0-118 0 0,0 0-100 0 0,0 0-154 0 0,1-9-114 0 0,4-42 1214 0 0,-5 51-1752 0 0,-16 0 20 0 0,-13-1 65 0 0,20 0 167 0 0,0 1-1 0 0,0-1 1 0 0,0 2 0 0 0,0-1-1 0 0,0 1 1 0 0,1 1-1 0 0,-1 0 1 0 0,0 0 0 0 0,1 0-1 0 0,-3 2-361 0 0,4 1 99 0 0,1 0 0 0 0,0 0 0 0 0,0 0 0 0 0,0 1-1 0 0,0 0 1 0 0,1 0 0 0 0,0 0 0 0 0,-2 5-99 0 0,1-3 78 0 0,0 1 0 0 0,0 0-1 0 0,1 0 1 0 0,0 1 0 0 0,1-1 0 0 0,0 1-1 0 0,1 0 1 0 0,0 0 0 0 0,0 0 0 0 0,1 1-1 0 0,0-1 1 0 0,1 1 0 0 0,0 7-78 0 0,1-4 72 0 0,1 0 0 0 0,0-1-1 0 0,1 1 1 0 0,0-1 0 0 0,1 1 0 0 0,1-1 0 0 0,1 2-72 0 0,36 71 225 0 0,0-38-56 0 0,36 6-118 0 0,-67-49-41 0 0,0 0-1 0 0,0-1 1 0 0,0-1 0 0 0,1 0 0 0 0,-1 0-1 0 0,1-1 1 0 0,0 0 0 0 0,-1-1-1 0 0,1 0 1 0 0,0-1 0 0 0,4 0-10 0 0,-14-1-2 0 0,0 0 1 0 0,0 0 0 0 0,0 0-1 0 0,0 0 1 0 0,-1 0 0 0 0,1 0-1 0 0,0-1 1 0 0,0 1 0 0 0,-1 0-1 0 0,1 0 1 0 0,-1-1 0 0 0,1 1-1 0 0,-1 0 1 0 0,0-1 0 0 0,1 1 0 0 0,-1-1-1 0 0,0 1 1 0 0,0 0 0 0 0,0-1-1 0 0,0 1 1 0 0,0-1 0 0 0,0 1-1 0 0,0 0 1 0 0,-1-1 0 0 0,1-1 1 0 0,-1-2-39 0 0,0-2 25 0 0,-1 0 0 0 0,0 0 1 0 0,0 1-1 0 0,-1-1 0 0 0,0 1 1 0 0,0 0-1 0 0,-1-1 1 0 0,1 1-1 0 0,-1 1 0 0 0,-1-1 1 0 0,1 0-1 0 0,-1 1 0 0 0,0 0 1 0 0,0 0-1 0 0,0 1 0 0 0,-1-1 1 0 0,0 1-1 0 0,1 0 0 0 0,-2 1 1 0 0,1 0-1 0 0,-2-1 14 0 0,4 2-32 0 0,-1 0 1 0 0,1 0-1 0 0,-1 1 0 0 0,0-1 1 0 0,1 1-1 0 0,-1 0 0 0 0,0 1 1 0 0,0-1-1 0 0,0 1 0 0 0,1 0 1 0 0,-5 0 31 0 0,3 0-67 0 0,4 1 2 0 0,0-1 0 0 0,0 1 0 0 0,0 0 0 0 0,0-1 0 0 0,0 1 0 0 0,0 0 0 0 0,0 0 0 0 0,0 0 0 0 0,0 0 0 0 0,1 1 0 0 0,-1-1 0 0 0,0 0 0 0 0,1 1 0 0 0,-1-1 0 0 0,1 1 0 0 0,-1 0 0 0 0,1-1 0 0 0,0 1 0 0 0,0 0 0 0 0,0 0 0 0 0,-1 1 65 0 0,-12 24-4259 0 0,14-26 4079 0 0,-4 9-5418 0 0,0-2-5184 0 0</inkml:trace>
</inkml:ink>
</file>

<file path=ppt/ink/ink2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16:43:26.2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1112 0 0,'0'0'2391'0'0,"0"0"-115"0"0,0 0 128 0 0,0 0-97 0 0,0 0-264 0 0,0 0-420 0 0,0 0-413 0 0,0 0-333 0 0,0 0-286 0 0,0 0-245 0 0,0 0-190 0 0,0 0-114 0 0,4-1-27 0 0,39 3 4 0 0,15 24 142 0 0,30 9 847 0 0,-30-18 2156 0 0,-41-13-1248 0 0,-16-4-1649 0 0,-1 0-49 0 0,0 0-59 0 0,0 0-64 0 0,0 0-44 0 0,0 11-193 0 0,-1 7 159 0 0,2 1 0 0 0,0-1 0 0 0,1 1 0 0 0,1-1 0 0 0,1 0 0 0 0,2 4-17 0 0,1 2 41 0 0,8 20-21 0 0,-2 0 1 0 0,-2 0-1 0 0,-2 1 1 0 0,-2 1 0 0 0,-1 13-21 0 0,-5-27-13 0 0,-4 127-16 0 0,-14-92-61 0 0,14-57-1935 0 0,11-26-5318 0 0,2 1-1519 0 0,-8 9 2669 0 0</inkml:trace>
  <inkml:trace contextRef="#ctx0" brushRef="#br0" timeOffset="318.6">507 499 5577 0 0,'0'0'3333'0'0,"0"0"-567"0"0,0 0-568 0 0,0 0-315 0 0,0 0-267 0 0,0 0-240 0 0,0 0-230 0 0,-31-16-229 0 0,-97-48-228 0 0,80 45-203 0 0,42 18-510 0 0,0 0 0 0 0,0 1-1 0 0,0-1 1 0 0,0 1-1 0 0,-1 0 1 0 0,1 1 0 0 0,0 0-1 0 0,0 0 1 0 0,0 0-1 0 0,0 0 1 0 0,0 1 0 0 0,0 0-1 0 0,1 0 1 0 0,-1 1-1 0 0,0 0 1 0 0,1 0 0 0 0,-3 2 24 0 0,-3 4-1375 0 0,2-2-3272 0 0,1-3-5919 0 0</inkml:trace>
</inkml:ink>
</file>

<file path=ppt/ink/ink2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16:43:29.3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33 373 3481 0 0,'0'0'1955'0'0,"0"0"-179"0"0,0 0-177 0 0,0 0-154 0 0,0 0-208 0 0,0 0-259 0 0,0 0-256 0 0,0 0-195 0 0,0 0-125 0 0,0 0-96 0 0,0 0-55 0 0,0 2-63 0 0,13 32 298 0 0,5 4-314 0 0,-4 3 89 0 0,-3 13 441 0 0,-10-42-8904 0 0,-1-16-84 0 0</inkml:trace>
  <inkml:trace contextRef="#ctx0" brushRef="#br0" timeOffset="278.06">19 111 7498 0 0,'0'0'3210'0'0,"0"0"-690"0"0,0 0-669 0 0,0 0-345 0 0,0 0-158 0 0,0 0-188 0 0,0 0-263 0 0,0 0-273 0 0,0 0-231 0 0,0 0-174 0 0,0 0-124 0 0,0 0-129 0 0,0 0-167 0 0,-3-4-191 0 0,-8-15-207 0 0,8 15-160 0 0,1 20-9743 0 0,2-10 1668 0 0</inkml:trace>
  <inkml:trace contextRef="#ctx0" brushRef="#br0" timeOffset="781.43">218 393 6177 0 0,'0'0'2897'0'0,"0"0"-385"0"0,0 0-364 0 0,0 0-201 0 0,0 0-147 0 0,0 0-248 0 0,0 0-334 0 0,0 0-339 0 0,0 0-291 0 0,0 0-195 0 0,0 0-131 0 0,0 0-101 0 0,-3-2-96 0 0,-9-6-105 0 0,16 25-98 0 0,22 31 553 0 0,-23-43-375 0 0,0-1 1 0 0,1 1 0 0 0,0-1 0 0 0,0 0 0 0 0,0 0 0 0 0,0 0 0 0 0,1-1 0 0 0,-1 0 0 0 0,1 1 0 0 0,0-1 0 0 0,0-1 0 0 0,0 1 0 0 0,1 0-41 0 0,-4-4 28 0 0,0 0 0 0 0,0 1 1 0 0,0-1-1 0 0,0 0 0 0 0,0 0 1 0 0,0 0-1 0 0,-1 0 0 0 0,1-1 1 0 0,0 1-1 0 0,-1 0 0 0 0,1-1 1 0 0,-1 1-1 0 0,1-1 0 0 0,-1 0 1 0 0,0 1-1 0 0,0-1 0 0 0,0 0 1 0 0,0 0-1 0 0,0 1 0 0 0,0-1 1 0 0,0 0-1 0 0,-1 0 0 0 0,1 0 1 0 0,-1 0-1 0 0,1 0 0 0 0,-1 0 1 0 0,0 0-1 0 0,1 0 0 0 0,-1 0 1 0 0,0-1-1 0 0,-1 1 0 0 0,1 0 1 0 0,0 0-29 0 0,0-4 74 0 0,13-72 618 0 0,4 79-1026 0 0,90 120-468 0 0,4-11-54 0 0,-111-111 770 0 0,0 1-1 0 0,0 0 1 0 0,0 0 0 0 0,-1 0 0 0 0,1 0 0 0 0,0 0-1 0 0,0 0 1 0 0,0 0 0 0 0,-1 0 0 0 0,1 0-1 0 0,0-1 1 0 0,0 1 0 0 0,0 0 0 0 0,0 0 0 0 0,0 0-1 0 0,-1 0 1 0 0,1 0 0 0 0,0-1 0 0 0,0 1-1 0 0,0 0 1 0 0,0 0 0 0 0,0 0 0 0 0,0-1 0 0 0,0 1-1 0 0,0 0 1 0 0,0 0 0 0 0,0 0 0 0 0,0-1-1 0 0,0 1 1 0 0,0 0 0 0 0,0 0 0 0 0,0 0-1 0 0,0-1 1 0 0,0 1 0 0 0,0 0 0 0 0,0 0 0 0 0,0 0-1 0 0,0-1 1 0 0,0 1 0 0 0,0 0 0 0 0,0 0-1 0 0,0 0 1 0 0,0-1 0 0 0,0 1 0 0 0,0 0 0 0 0,1 0-1 0 0,-1 0 1 0 0,0 0 0 0 0,0 0 0 0 0,0-1-1 0 0,0 1 1 0 0,1 0 0 0 0,-1 0 0 0 0,0 0 0 0 0,0 0-1 0 0,0 0 1 0 0,0 0 0 0 0,1 0 0 0 0,-1 0-1 0 0,0-1 1 0 0,0 1 86 0 0,-42-59-12254 0 0,32 48 6691 0 0</inkml:trace>
  <inkml:trace contextRef="#ctx0" brushRef="#br0" timeOffset="1436.83">741 475 3849 0 0,'0'0'2700'0'0,"0"0"-120"0"0,0 0-216 0 0,0 0-207 0 0,0 0-276 0 0,0 0-286 0 0,0 0-272 0 0,0 0-257 0 0,0 0-245 0 0,0 0-218 0 0,0 0-208 0 0,0 0-218 0 0,0 0-181 0 0,-5-7-138 0 0,-18-22-223 0 0,67 187 345 0 0,3-53 219 0 0,-47-105-187 0 0,0 0 0 0 0,0 0 0 0 0,-1 0-1 0 0,1 0 1 0 0,0 0 0 0 0,0 0 0 0 0,0 0-1 0 0,-1 0 1 0 0,1 0 0 0 0,0 0 0 0 0,0 0-1 0 0,0 0 1 0 0,-1 0 0 0 0,1 0 0 0 0,0 0 0 0 0,0 1-1 0 0,0-1 1 0 0,0 0 0 0 0,-1 0 0 0 0,1 0-1 0 0,0 0 1 0 0,0 0 0 0 0,0 1 0 0 0,0-1 0 0 0,0 0-1 0 0,0 0 1 0 0,-1 0 0 0 0,1 1 0 0 0,0-1-1 0 0,0 0 1 0 0,0 0 0 0 0,0 0 0 0 0,0 1 0 0 0,0-1-1 0 0,0 0 1 0 0,0 0 0 0 0,0 0 0 0 0,0 1-1 0 0,0-1 1 0 0,0 0 0 0 0,0 0 0 0 0,0 0 0 0 0,0 1-1 0 0,0-1 1 0 0,0 0 0 0 0,0 0 0 0 0,0 1-12 0 0,-80-91 1007 0 0,65 69-837 0 0,0-1 0 0 0,2-1 1 0 0,1 0-1 0 0,0-1 1 0 0,-6-23-171 0 0,6-32 485 0 0,12 76-517 0 0,1 0 0 0 0,-1 0 0 0 0,1-1 1 0 0,0 1-1 0 0,0 0 0 0 0,0 0 0 0 0,0 0 0 0 0,1 0 0 0 0,-1 0 0 0 0,1 0 0 0 0,0 0 0 0 0,0 1 1 0 0,0-1-1 0 0,0 1 0 0 0,0-1 0 0 0,0 1 0 0 0,1 0 0 0 0,-1-1 0 0 0,1 1 0 0 0,-1 1 0 0 0,1-1 0 0 0,0 0 1 0 0,0 1-1 0 0,0-1 0 0 0,0 1 0 0 0,0 0 0 0 0,0 0 0 0 0,0 0 0 0 0,1 0 0 0 0,-1 1 0 0 0,0-1 0 0 0,0 1 1 0 0,1 0-1 0 0,-1 0 0 0 0,0 0 0 0 0,2 0 32 0 0,0 0-86 0 0,0 0 1 0 0,0 0-1 0 0,1 1 1 0 0,-1 0-1 0 0,0 0 1 0 0,0 0-1 0 0,0 0 0 0 0,0 1 1 0 0,0-1-1 0 0,0 1 1 0 0,0 1-1 0 0,0-1 1 0 0,1 2 85 0 0,-6-4-4 0 0,5 2-48 0 0,-1 0-1 0 0,0 0 1 0 0,0 0-1 0 0,0 1 1 0 0,0 0-1 0 0,-1-1 1 0 0,1 1-1 0 0,-1 1 1 0 0,1-1-1 0 0,-1 0 1 0 0,0 1-1 0 0,-1 0 1 0 0,1 0-1 0 0,0 0 0 0 0,-1 0 1 0 0,0 0-1 0 0,0 0 1 0 0,0 0-1 0 0,-1 1 1 0 0,0-1-1 0 0,1 1 1 0 0,-1 2 52 0 0,-1-5-1 0 0,0 0 0 0 0,0-1 0 0 0,0 1-1 0 0,0 0 1 0 0,0-1 0 0 0,-1 1 0 0 0,1-1 0 0 0,-1 1 0 0 0,1-1 0 0 0,-1 1 0 0 0,0-1 0 0 0,1 1 0 0 0,-1-1 0 0 0,0 1 0 0 0,0-1 0 0 0,0 0 0 0 0,0 1 0 0 0,0-1-1 0 0,0 0 1 0 0,0 0 0 0 0,-1 0 0 0 0,1 0 0 0 0,0 0 0 0 0,-1 0 0 0 0,1 0 0 0 0,-1-1 0 0 0,1 1 0 0 0,-1 0 0 0 0,1-1 0 0 0,-1 1 0 0 0,1-1 0 0 0,-1 1 0 0 0,1-1-1 0 0,-1 0 1 0 0,0 0 1 0 0,-14 3-29 0 0,0-1-1 0 0,0 0 1 0 0,0-1-1 0 0,0-1 1 0 0,0-1-1 0 0,-2-1 30 0 0,-12-3-2205 0 0,12-2-4144 0 0,12 5 3063 0 0,-1-1-5317 0 0</inkml:trace>
  <inkml:trace contextRef="#ctx0" brushRef="#br0" timeOffset="1888.47">973 373 6305 0 0,'0'0'3406'0'0,"0"0"-1404"0"0,0 0-658 0 0,0 0-79 0 0,0 0 4 0 0,0 0-110 0 0,0 0-217 0 0,0 0-267 0 0,0 0-223 0 0,0 0-152 0 0,0 0-83 0 0,0 0-22 0 0,0 0 29 0 0,-3 4 36 0 0,2-2-250 0 0,0-1 29 0 0,0 1 0 0 0,0-1-1 0 0,0 1 1 0 0,0-1 0 0 0,0 1 0 0 0,0-1 0 0 0,0 1-1 0 0,1-1 1 0 0,-1 1 0 0 0,1 0 0 0 0,-1 0 0 0 0,1-1-1 0 0,0 1 1 0 0,0 0 0 0 0,-1-1 0 0 0,1 1 0 0 0,0 0-1 0 0,0 0 1 0 0,1-1 0 0 0,-1 1 0 0 0,0 0 0 0 0,1 0-1 0 0,-1-1 1 0 0,1 1 0 0 0,-1 0 0 0 0,2 0-39 0 0,2 6 46 0 0,1 0 0 0 0,1-1 0 0 0,-1 0 1 0 0,1 0-1 0 0,1 0 0 0 0,-1-1 0 0 0,1 0 0 0 0,0 0 1 0 0,1-1-1 0 0,-1 1 0 0 0,1-2 0 0 0,0 1 0 0 0,0-1 1 0 0,0 0-1 0 0,1-1 0 0 0,0 0 0 0 0,-1 0 0 0 0,1-1 0 0 0,0 0 1 0 0,0-1-1 0 0,0 0 0 0 0,4 0-46 0 0,-11-1 0 0 0,0-1 1 0 0,-1 1-1 0 0,1-1 0 0 0,0 1 0 0 0,-1-1 0 0 0,1 1 1 0 0,-1-1-1 0 0,1 0 0 0 0,-1 0 0 0 0,1 0 1 0 0,-1 0-1 0 0,1 0 0 0 0,-1 0 0 0 0,0 0 1 0 0,0-1-1 0 0,0 1 0 0 0,1 0 0 0 0,-1-1 1 0 0,0 1-1 0 0,-1-1 0 0 0,1 1 0 0 0,0-1 1 0 0,0 1-1 0 0,-1-1 0 0 0,1 0 0 0 0,-1 1 1 0 0,1-1-1 0 0,-1 0 0 0 0,0 1 0 0 0,8-55 13 0 0,-8 7 818 0 0,0 49-719 0 0,0 0-99 0 0,0 0-150 0 0,0 0-170 0 0,6 19-1657 0 0,-1-6 1612 0 0,1-1 1 0 0,0 1-1 0 0,1-1 0 0 0,0 0 1 0 0,1 0-1 0 0,6 6 352 0 0,10 7-4142 0 0,3-4-4389 0 0,-22-17 2696 0 0</inkml:trace>
  <inkml:trace contextRef="#ctx0" brushRef="#br0" timeOffset="2217.66">1405 25 5713 0 0,'0'0'3709'0'0,"0"0"-599"0"0,0 0-600 0 0,0 0-416 0 0,0 0-329 0 0,0 0-322 0 0,0 0-310 0 0,0 0-303 0 0,0 0-320 0 0,0 0-282 0 0,0 0-279 0 0,0 0-241 0 0,0 0-129 0 0,2-6 18 0 0,0 2 332 0 0,5-10-114 0 0,-1 27 81 0 0,24 176 271 0 0,-22-149-255 0 0,1 0 1 0 0,2-1-1 0 0,5 10 88 0 0,-10-36-1082 0 0,0 1 0 0 0,1-1 0 0 0,0 0 0 0 0,1 0 0 0 0,1-1 0 0 0,6 8 1082 0 0,12 7-10054 0 0,-22-24 5178 0 0</inkml:trace>
  <inkml:trace contextRef="#ctx0" brushRef="#br0" timeOffset="2484.33">1606 254 11771 0 0,'0'0'2304'0'0,"0"0"-1008"0"0,0 0-304 0 0,0 0 33 0 0,0 0-113 0 0,0 0-288 0 0,0 0-328 0 0,0 0-240 0 0,0 0-128 0 0,0 0 16 0 0,0 0 16 0 0,0 0 16 0 0,0 0-32 0 0,0 0-112 0 0,-134 27-408 0 0,103-21-1192 0 0,9-4-2137 0 0,6-2-7338 0 0</inkml:trace>
</inkml:ink>
</file>

<file path=ppt/ink/ink2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16:43:39.47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32 141 960 0 0,'0'0'1003'0'0,"0"0"-8"0"0,0 0 32 0 0,0 0-68 0 0,0 0-104 0 0,0 0-98 0 0,0 0-47 0 0,0 0-32 0 0,0 0 23 0 0,0 0 13 0 0,0 0-2 0 0,-4-7 23 0 0,-10-23 28 0 0,1 9 4936 0 0,13 21-5229 0 0,0-19 2571 0 0,1 16-2942 0 0,1-1 0 0 0,0 0-1 0 0,0 0 1 0 0,0 1 0 0 0,0-1 0 0 0,1 1-1 0 0,0 0 1 0 0,-1 0 0 0 0,1 0-1 0 0,1 0 1 0 0,-1 0 0 0 0,0 0 0 0 0,0 1-1 0 0,1 0 1 0 0,0 0 0 0 0,-1 0 0 0 0,1 0-1 0 0,0 0 1 0 0,0 1 0 0 0,0-1 0 0 0,0 1-1 0 0,0 0 1 0 0,0 1 0 0 0,0-1 0 0 0,0 1-1 0 0,1-1 1 0 0,3 2-99 0 0,0-2-64 0 0,1 0 0 0 0,0 1 0 0 0,0 0 0 0 0,0 0 1 0 0,0 1-1 0 0,-1 0 0 0 0,1 1 0 0 0,0 0 0 0 0,-1 0 0 0 0,8 4 64 0 0,-10-3-9 0 0,-3-2 4 0 0,1 0 1 0 0,-1 0-1 0 0,0 0 0 0 0,1 1 1 0 0,-1 0-1 0 0,0 0 1 0 0,0 0-1 0 0,0 0 1 0 0,0 0-1 0 0,0 1 1 0 0,-1-1-1 0 0,1 1 1 0 0,-1-1-1 0 0,1 1 0 0 0,-1 0 1 0 0,0 0-1 0 0,0 0 1 0 0,-1 1-1 0 0,1-1 5 0 0,14 24 35 0 0,19 31 268 0 0,35 26 99 0 0,-66-80-412 0 0,-1 1 1 0 0,1-1-1 0 0,-1 0 0 0 0,-1 1 0 0 0,1 0 0 0 0,-1 0 0 0 0,1-1 0 0 0,-1 1 0 0 0,-1 1 0 0 0,1-1 0 0 0,-1 0 1 0 0,0 0-1 0 0,0 1 0 0 0,0-1 0 0 0,-1 0 0 0 0,0 1 0 0 0,0-1 0 0 0,0 1 0 0 0,-2 4 10 0 0,-27 66 119 0 0,15-41 0 0 0,-11-5 107 0 0,-2-21 369 0 0,20-9-466 0 0,1 0 0 0 0,-1 0 0 0 0,0 0 0 0 0,1-1 0 0 0,-1 0 1 0 0,0-1-1 0 0,1 1 0 0 0,-1-1 0 0 0,1 0 0 0 0,0-1 0 0 0,0 0 0 0 0,0 0 0 0 0,-5-3-129 0 0,-5-4 167 0 0,1-1 0 0 0,0-1 0 0 0,0 0-1 0 0,2-1 1 0 0,-1-1 0 0 0,1 0 0 0 0,1-1-167 0 0,-40-76 654 0 0,49 82-618 0 0,0-1 1 0 0,1 1 0 0 0,1-1 0 0 0,-1 0-1 0 0,2 0 1 0 0,-1 0 0 0 0,1-6-37 0 0,15-14-1722 0 0,-8 20-3423 0 0,-1 6-4846 0 0,-4 4-773 0 0</inkml:trace>
</inkml:ink>
</file>

<file path=ppt/ink/ink2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16:43:45.11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64 2977 0 0,'0'0'2469'0'0,"0"0"113"0"0,0 0-9 0 0,0 0-111 0 0,0 0-208 0 0,0 0-282 0 0,0 0-333 0 0,0 0-305 0 0,0 0-245 0 0,0 0-210 0 0,0 0-155 0 0,0 0-149 0 0,0 0-120 0 0,0 0-87 0 0,0 0-75 0 0,0 0-50 0 0,0-11-40 0 0,0-42 113 0 0,4 58 120 0 0,7 20-281 0 0,-4-7-147 0 0,-2 0 1 0 0,-1 1 0 0 0,0 0 0 0 0,-1 0-1 0 0,-1 1 1 0 0,-1 2-9 0 0,2 5 4 0 0,-3 117 62 0 0,-5-116-11 0 0,5-28-24 0 0,0 0 5 0 0,0 0 21 0 0,0 0 36 0 0,0 0 57 0 0,0 0 47 0 0,0 0 39 0 0,0 0 35 0 0,255 1 418 0 0,-176 0-1058 0 0,-78-2 238 0 0,0 1 0 0 0,0 0 1 0 0,0-1-1 0 0,0 1 0 0 0,1-1 1 0 0,-1 0-1 0 0,0 1 0 0 0,0-1 0 0 0,0 0 1 0 0,0 0-1 0 0,0 0 0 0 0,-1 1 0 0 0,1-1 1 0 0,0 0-1 0 0,0 0 0 0 0,-1 0 1 0 0,1 0-1 0 0,0-1 0 0 0,-1 1 0 0 0,1 0 1 0 0,-1 0-1 0 0,1 0 0 0 0,-1 0 1 0 0,0 0-1 0 0,1-1 0 0 0,-1 1 0 0 0,0 0 1 0 0,0 0-1 0 0,0-1 0 0 0,0 1 0 0 0,0 0 1 0 0,0 0-1 0 0,0-1 0 0 0,-1 1 1 0 0,1 0-1 0 0,0 0 0 0 0,-1 0 0 0 0,1-1 1 0 0,-1 1-1 0 0,1 0 0 0 0,-1 0 1 0 0,1 0-1 0 0,-1 0 0 0 0,0 0 0 0 0,1 0 1 0 0,-1 0-1 0 0,-1 0 131 0 0,-20-22-4637 0 0,4 9-1268 0 0,13 10 3255 0 0,-4-1-5580 0 0</inkml:trace>
  <inkml:trace contextRef="#ctx0" brushRef="#br0" timeOffset="302.17">291 192 6185 0 0,'0'0'3265'0'0,"0"0"-371"0"0,0 0-323 0 0,0 0-258 0 0,0 0-301 0 0,0 0-382 0 0,0 0-377 0 0,0 0-332 0 0,0 0-249 0 0,0 0-167 0 0,0 0-133 0 0,0 0-90 0 0,-1 0-101 0 0,-1 2-164 0 0,1-1 0 0 0,0 1 0 0 0,0 0 1 0 0,0 0-1 0 0,0 0 0 0 0,0 0 0 0 0,0 0 0 0 0,0 0 0 0 0,1 0 0 0 0,-1 0 0 0 0,1 0 1 0 0,0 0-1 0 0,-1 0 0 0 0,1 0 0 0 0,0 0 0 0 0,0 0 0 0 0,0 0 0 0 0,0 1 1 0 0,1-1-1 0 0,-1 0 0 0 0,1 1-17 0 0,-1 5 101 0 0,0 5 7 0 0,1 1-1 0 0,0-1 0 0 0,0 0 0 0 0,1 0 1 0 0,1-1-1 0 0,0 1 0 0 0,2 2-107 0 0,42 100 262 0 0,-31-35-1541 0 0,-19-67-2089 0 0,-5-9-3572 0 0,4-4-3882 0 0</inkml:trace>
</inkml:ink>
</file>

<file path=ppt/ink/ink2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16:43:47.29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38 86 1128 0 0,'0'0'1599'0'0,"0"0"103"0"0,0 0 214 0 0,0 0 127 0 0,0 0-57 0 0,0 0-165 0 0,0 0-225 0 0,0 0-206 0 0,0 0-151 0 0,0 0-134 0 0,0 0-91 0 0,-6-5-73 0 0,-19-17-101 0 0,19 7 3818 0 0,20 3-4677 0 0,-10 9 311 0 0,4-1-315 0 0,0 0 1 0 0,0 1 0 0 0,0 0 0 0 0,1 0 0 0 0,-1 1-1 0 0,0 0 1 0 0,1 0 0 0 0,0 1 0 0 0,-1 0-1 0 0,4 0 23 0 0,-4 1-1 0 0,61-3 113 0 0,-45 25-240 0 0,28 70 74 0 0,-38-63 60 0 0,-1 17-236 0 0,-24-13 82 0 0,-53 36 111 0 0,33-12 92 0 0,14-18 29 0 0,7-14-63 0 0,4 0 831 0 0,6-24-541 0 0,13 1 708 0 0,270 14-1159 0 0,-283-16-898 0 0,0 0-656 0 0,-2 0-6446 0 0,-2 0-2977 0 0</inkml:trace>
</inkml:ink>
</file>

<file path=ppt/ink/ink2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16:43:48.62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193 111 0 0 0,'0'0'233'0'0,"0"0"86"0"0,0 0-25 0 0,0 0 56 0 0,0 0 117 0 0,0 0 132 0 0,0 0 120 0 0,0 0 78 0 0,0 0 57 0 0,0 0 35 0 0,4-6 15 0 0,14-18 41 0 0,-13-10 5923 0 0,2-8 965 0 0,-12 38-6074 0 0,-76 28-1096 0 0,77-23-601 0 0,-1 1 1 0 0,1 0-1 0 0,-1 0 0 0 0,1 1 0 0 0,0-1 0 0 0,0 1 0 0 0,0 0 1 0 0,0 0-1 0 0,0 0 0 0 0,1 1 0 0 0,-1-1 0 0 0,1 1 1 0 0,0 0-1 0 0,0 0 0 0 0,1 0 0 0 0,-2 2-62 0 0,-25 50 298 0 0,11-21-166 0 0,-2 35 90 0 0,11 8 24 0 0,13 5 19 0 0,44 26-45 0 0,-37-93-184 0 0,0 0 0 0 0,2-1 1 0 0,0-1-1 0 0,0 0 0 0 0,1-1 0 0 0,16 11-36 0 0,-26-20-2 0 0,3 2-6 0 0,0-1 1 0 0,1 1-1 0 0,0-1 1 0 0,-1-1-1 0 0,2 1 1 0 0,-1-1-1 0 0,0-1 1 0 0,1 0-1 0 0,-1 0 1 0 0,1 0-1 0 0,0-1 1 0 0,0-1-1 0 0,8 2 8 0 0,-15-4-6 0 0,-1 0-1 0 0,1 0 0 0 0,-1 1 1 0 0,0-1-1 0 0,1 0 0 0 0,-1 0 0 0 0,0 0 1 0 0,0 0-1 0 0,0 0 0 0 0,0-1 0 0 0,0 1 1 0 0,0 0-1 0 0,0 0 0 0 0,0-1 1 0 0,0 1-1 0 0,0-1 0 0 0,-1 1 0 0 0,1-1 1 0 0,-1 1-1 0 0,1-1 0 0 0,-1 1 0 0 0,1-1 1 0 0,-1 1-1 0 0,0-1 0 0 0,0 0 1 0 0,0 1-1 0 0,0-1 0 0 0,0 1 0 0 0,0-1 1 0 0,0 0-1 0 0,-1 1 0 0 0,1-1 0 0 0,0 1 1 0 0,-1-1 6 0 0,1-3-20 0 0,-1-5 0 0 0,-1 1-1 0 0,-1-1 1 0 0,1 1-1 0 0,-1 0 0 0 0,-1 0 1 0 0,1 0-1 0 0,-2 0 0 0 0,1 1 1 0 0,-1-1-1 0 0,0 1 0 0 0,-1 0 1 0 0,0 1-1 0 0,0-1 1 0 0,-1 1-1 0 0,-1 0 21 0 0,6 4-28 0 0,0 0-1 0 0,-1 1 1 0 0,1-1 0 0 0,-1 1 0 0 0,0 0-1 0 0,0 0 1 0 0,0 0 0 0 0,0 0 0 0 0,0 0-1 0 0,0 1 1 0 0,0-1 0 0 0,-1 1 0 0 0,1 0-1 0 0,0 0 1 0 0,-1 0 0 0 0,1 0 0 0 0,-1 1-1 0 0,1-1 1 0 0,-1 1 0 0 0,1 0 0 0 0,-3 0 28 0 0,3 2-143 0 0,0-1 1 0 0,1 1-1 0 0,-1 0 1 0 0,1-1-1 0 0,-1 1 1 0 0,1 0-1 0 0,0 0 1 0 0,0 1-1 0 0,0-1 1 0 0,0 0-1 0 0,0 1 1 0 0,1-1 0 0 0,-1 1-1 0 0,1 0 1 0 0,-1-1-1 0 0,1 1 1 0 0,-1 3 142 0 0,-10 27-3331 0 0,7-11-1909 0 0,3-10-2660 0 0</inkml:trace>
</inkml:ink>
</file>

<file path=ppt/ink/ink2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16:43:49.98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48 190 0 0 0,'0'0'671'0'0,"0"0"-71"0"0,0 0-5 0 0,0 0 86 0 0,0 0 94 0 0,0 0 24 0 0,0 0 2 0 0,0 0 10 0 0,0 0 20 0 0,0 0 21 0 0,0 0 32 0 0,0 0 21 0 0,0 0 20 0 0,1-10 43 0 0,2-29 42 0 0,-9 17 1683 0 0,2 16-1871 0 0,-14-32 2651 0 0,12-17 652 0 0,-6 35-2189 0 0,8 46-1664 0 0,2 124 474 0 0,11-1-333 0 0,4-48-138 0 0,-7-48-564 0 0,-5-38-1293 0 0,1-7-1021 0 0,-2 0-3516 0 0,0-4-4990 0 0</inkml:trace>
</inkml:ink>
</file>

<file path=ppt/ink/ink2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16:43:51.21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194 201 0 0 0,'0'0'219'0'0,"0"0"428"0"0,0 0 9 0 0,0 0 84 0 0,0 0 237 0 0,0 0 220 0 0,0 0 124 0 0,0 0 70 0 0,0 0 21 0 0,0 0-7 0 0,0 0-37 0 0,0 0-74 0 0,0 0-97 0 0,-5-21-106 0 0,-20-68-101 0 0,6 48 747 0 0,-13-4 2438 0 0,31 44-4158 0 0,1 1 1 0 0,-1 0 0 0 0,0 0-1 0 0,1 0 1 0 0,-1 0-1 0 0,0 0 1 0 0,1 0 0 0 0,-1 0-1 0 0,0 0 1 0 0,1 1 0 0 0,-1-1-1 0 0,1 0 1 0 0,-1 0-1 0 0,0 0 1 0 0,1 1 0 0 0,-1-1-1 0 0,1 0 1 0 0,-1 1 0 0 0,1-1-1 0 0,-1 0 1 0 0,1 1 0 0 0,-1-1-1 0 0,1 1 1 0 0,-1-1-1 0 0,1 1 1 0 0,0-1 0 0 0,-1 1-1 0 0,1-1 1 0 0,0 1 0 0 0,-1-1-1 0 0,1 1 1 0 0,0 0-1 0 0,0-1 1 0 0,-1 1 0 0 0,1-1-1 0 0,0 1 1 0 0,0 0 0 0 0,0-1-1 0 0,0 1 1 0 0,0-1 0 0 0,0 1-1 0 0,0 0-17 0 0,-4 7 64 0 0,-18 41 24 0 0,8 18 113 0 0,15-32 423 0 0,29-20-170 0 0,-6-6-456 0 0,-1 2 0 0 0,1 0 0 0 0,-2 1 0 0 0,1 1 1 0 0,-2 1-1 0 0,0 2 0 0 0,-1 0 0 0 0,10 10 2 0 0,-22-19-22 0 0,-1-1-1 0 0,-1 2 1 0 0,0-1 0 0 0,0 1-1 0 0,0 0 1 0 0,-1 0 0 0 0,0 0-1 0 0,0 1 1 0 0,1 6 22 0 0,-5-13-11 0 0,0 1 1 0 0,-1-1-1 0 0,1 1 1 0 0,-1-1 0 0 0,0 1-1 0 0,0 0 1 0 0,0-1-1 0 0,0 1 1 0 0,0-1-1 0 0,-1 1 1 0 0,1 0-1 0 0,-1-1 1 0 0,1 1-1 0 0,-1-1 1 0 0,0 0 0 0 0,0 1-1 0 0,0-1 1 0 0,-1 1-1 0 0,1-1 1 0 0,0 0-1 0 0,-1 0 1 0 0,0 0-1 0 0,1 0 1 0 0,-2 1 10 0 0,-4 2 18 0 0,1 1 0 0 0,-1-2 0 0 0,0 1 0 0 0,0-1-1 0 0,-1 0 1 0 0,1 0 0 0 0,-1-1 0 0 0,0 0 0 0 0,0 0 0 0 0,0-1 0 0 0,0 0 0 0 0,-5 0-18 0 0,-132 9 764 0 0,140-11-808 0 0,1-1 0 0 0,-1 0 0 0 0,1 0 0 0 0,-1 0-1 0 0,1-1 1 0 0,0 1 0 0 0,0-1 0 0 0,-1 0 0 0 0,1-1 0 0 0,1 1 0 0 0,-1 0 0 0 0,0-1 0 0 0,1 0 0 0 0,-1 0 0 0 0,1 0-1 0 0,0 0 1 0 0,-2-2 44 0 0,-9-32-6238 0 0,10 26 2497 0 0,4 2-1702 0 0,0 2-2885 0 0</inkml:trace>
  <inkml:trace contextRef="#ctx0" brushRef="#br0" timeOffset="330.56">98 46 5041 0 0,'0'0'2467'0'0,"0"0"-145"0"0,0 0-167 0 0,0 0-180 0 0,0 0-293 0 0,0 0-370 0 0,0 0-342 0 0,0 0-275 0 0,0 0-171 0 0,0 0-120 0 0,0 0-67 0 0,0 0-46 0 0,0 0-32 0 0,22-8-25 0 0,74-22-38 0 0,-37 23 41 0 0,-47 8-195 0 0,48 6 103 0 0,57-1-470 0 0,-106-12-1541 0 0,-10 1-6401 0 0,-1 5-1787 0 0</inkml:trace>
</inkml:ink>
</file>

<file path=ppt/ink/ink2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16:43:53.35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38 128 1496 0 0,'0'0'1697'0'0,"0"0"16"0"0,0 0 48 0 0,0 0-102 0 0,0 0-166 0 0,0 0-175 0 0,0 0-152 0 0,0 0-115 0 0,0 0-73 0 0,0 0-83 0 0,0 0-89 0 0,-6-8-71 0 0,-17-26-65 0 0,14 3 2761 0 0,10 24-2950 0 0,23-16 552 0 0,-14 19-1027 0 0,1-1 0 0 0,-1 2-1 0 0,1 0 1 0 0,0 0-1 0 0,0 1 1 0 0,0 0-1 0 0,0 1 1 0 0,0 0-1 0 0,0 1 1 0 0,1 0-1 0 0,-1 1 1 0 0,0 0-1 0 0,0 0 1 0 0,10 4-6 0 0,-5-2-26 0 0,1 0 0 0 0,-1 1 0 0 0,0 1 1 0 0,0 1-1 0 0,-1 0 0 0 0,0 1 0 0 0,0 0 0 0 0,0 2 0 0 0,-1-1 1 0 0,0 2-1 0 0,4 4 26 0 0,-16-12-28 0 0,-1 0 0 0 0,1 0 0 0 0,-1 0-1 0 0,1 1 1 0 0,-1-1 0 0 0,0 0 0 0 0,0 1 0 0 0,0-1 0 0 0,0 1 0 0 0,-1-1 0 0 0,1 1 0 0 0,-1 0 0 0 0,1-1 0 0 0,-1 1 0 0 0,0 0 0 0 0,0-1-1 0 0,0 1 1 0 0,0-1 0 0 0,-1 1 0 0 0,0 1 28 0 0,0 0-3 0 0,-1-1-1 0 0,0 1 0 0 0,-1-1 1 0 0,1 0-1 0 0,-1 0 1 0 0,1 0-1 0 0,-1 0 0 0 0,0-1 1 0 0,0 1-1 0 0,0-1 1 0 0,0 1-1 0 0,-1-1 0 0 0,1 0 1 0 0,-1 0-1 0 0,1-1 1 0 0,-1 1-1 0 0,1-1 0 0 0,-1 1 1 0 0,0-1-1 0 0,0 0 4 0 0,-116 35 411 0 0,119-35-397 0 0,0-1 0 0 0,0 0-1 0 0,0 1 1 0 0,0 0 0 0 0,0-1 0 0 0,0 1-1 0 0,0-1 1 0 0,0 1 0 0 0,1 0 0 0 0,-1 0-1 0 0,0 0 1 0 0,0-1 0 0 0,1 1 0 0 0,-1 0-1 0 0,1 0 1 0 0,-1 0 0 0 0,0 0 0 0 0,1 0-1 0 0,0 0 1 0 0,-1 0 0 0 0,1 0 0 0 0,0 0-1 0 0,-1 0 1 0 0,1 0 0 0 0,0 1 0 0 0,0-1-1 0 0,0 0 1 0 0,0 0 0 0 0,0 0 0 0 0,0 0-1 0 0,0 0 1 0 0,0 0 0 0 0,1 0 0 0 0,-1 0-1 0 0,0 0 1 0 0,1 0 0 0 0,-1 0 0 0 0,1 0-1 0 0,-1 0 1 0 0,1 0 0 0 0,-1 0 0 0 0,1 0 0 0 0,0 0-1 0 0,-1 0 1 0 0,1 0 0 0 0,0 0 0 0 0,0-1-1 0 0,0 1 1 0 0,-1 0 0 0 0,1-1 0 0 0,1 1-14 0 0,138 147 252 0 0,-137-145-268 0 0,0 0 0 0 0,0 0 0 0 0,0 0 0 0 0,0 1 0 0 0,-1-1 0 0 0,1 1 0 0 0,-1-1 0 0 0,0 1 0 0 0,0 0 0 0 0,0 0 0 0 0,-1 0 0 0 0,1 0 0 0 0,-1 1 0 0 0,0-1 1 0 0,0 0-1 0 0,-1 0 0 0 0,1 1 0 0 0,-1-1 0 0 0,0 0 0 0 0,0 4 16 0 0,-2-6-2 0 0,0 1-1 0 0,0-1 1 0 0,1 0 0 0 0,-1 0-1 0 0,-1 0 1 0 0,1 0 0 0 0,0 0 0 0 0,0 0-1 0 0,-1-1 1 0 0,1 1 0 0 0,-1-1-1 0 0,1 0 1 0 0,-1 1 0 0 0,-2-1 2 0 0,-121 45-459 0 0,70-31-7815 0 0,45-13-2269 0 0</inkml:trace>
</inkml:ink>
</file>

<file path=ppt/ink/ink2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16:44:02.88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45 0 8122 0 0,'0'0'2580'0'0,"0"0"-567"0"0,0 0-466 0 0,0 0-324 0 0,0 0-262 0 0,0 0-306 0 0,0 0-307 0 0,0 0-209 0 0,0 0-90 0 0,0 0 34 0 0,0 0 67 0 0,-5 8 56 0 0,-15 27 5 0 0,7 28 246 0 0,10-49-419 0 0,1 0-1 0 0,1-1 1 0 0,0 1 0 0 0,1 0 0 0 0,1 0-1 0 0,0-1 1 0 0,0 1 0 0 0,2 0 0 0 0,0-1-1 0 0,0 0 1 0 0,1 0 0 0 0,1 0-1 0 0,0 0 1 0 0,6 10-38 0 0,27 32 762 0 0,-37-55-537 0 0,-1 0 91 0 0,0 0 101 0 0,0 0 72 0 0,1-7 718 0 0,1 1-1182 0 0,0 0 0 0 0,1 0 1 0 0,-1 0-1 0 0,1 0 1 0 0,1 1-1 0 0,-1-1 1 0 0,1 1-1 0 0,-1 0 1 0 0,2 0-1 0 0,-1 1 1 0 0,5-5-26 0 0,-3 6-95 0 0,0 0 1 0 0,0 0-1 0 0,0 1 1 0 0,0 0-1 0 0,0 0 1 0 0,1 0-1 0 0,-1 1 1 0 0,1 0 0 0 0,-1 0-1 0 0,1 1 1 0 0,0 0-1 0 0,-1 0 1 0 0,1 0-1 0 0,-1 1 1 0 0,1 0-1 0 0,-1 0 1 0 0,1 1 0 0 0,-1 0-1 0 0,0 0 1 0 0,0 0-1 0 0,0 1 1 0 0,3 1 94 0 0,0-1-61 0 0,0 1 0 0 0,-1 0 1 0 0,1 0-1 0 0,-1 0 0 0 0,0 1 1 0 0,0 0-1 0 0,-1 1 0 0 0,0 0 1 0 0,0 0-1 0 0,0 1 0 0 0,0-1 1 0 0,-1 2-1 0 0,0-1 0 0 0,-1 0 1 0 0,0 1-1 0 0,1 2 61 0 0,-5-7-11 0 0,1 0-1 0 0,-1 0 1 0 0,-1 0 0 0 0,1 0 0 0 0,0 0-1 0 0,-1 0 1 0 0,0 0 0 0 0,1 0 0 0 0,-1 0-1 0 0,0 0 1 0 0,-1 0 0 0 0,1 0 0 0 0,0 0-1 0 0,-1 0 1 0 0,0 0 0 0 0,0 0 0 0 0,0 0-1 0 0,0 0 1 0 0,0 0 0 0 0,0-1 0 0 0,-1 1-1 0 0,1 0 1 0 0,-1-1 0 0 0,0 1 0 0 0,0-1-1 0 0,0 0 1 0 0,0 1 0 0 0,0-1 0 0 0,-1 0-1 0 0,1 0 1 0 0,0 0 0 0 0,-2 0 11 0 0,-13 6 201 0 0,0-1 0 0 0,-1-1 1 0 0,1 0-1 0 0,-2-1 0 0 0,1-1 0 0 0,0-1 1 0 0,-1 0-1 0 0,0-1 0 0 0,0-1 0 0 0,1-1 1 0 0,-3-1-202 0 0,19 1-71 0 0,0 0 1 0 0,0 0-1 0 0,0 0 1 0 0,0-1-1 0 0,0 1 1 0 0,0-1-1 0 0,0 1 1 0 0,0-1-1 0 0,0 0 1 0 0,0 1-1 0 0,0-1 1 0 0,0 0-1 0 0,0 0 1 0 0,0 0 0 0 0,1-1-1 0 0,-1 1 1 0 0,0 0-1 0 0,1-1 1 0 0,-1 1-1 0 0,1-1 1 0 0,0 1-1 0 0,-1-1 1 0 0,1 0-1 0 0,0 0 1 0 0,0 1-1 0 0,0-1 1 0 0,0 0-1 0 0,1 0 1 0 0,-1 0-1 0 0,0 0 1 0 0,1 0-1 0 0,-1-1 72 0 0,0-22-5472 0 0,0 1-3600 0 0,1 18 4095 0 0</inkml:trace>
  <inkml:trace contextRef="#ctx0" brushRef="#br0" timeOffset="251.35">529 373 10394 0 0,'0'0'3032'0'0,"0"0"-1473"0"0,0 0-982 0 0,0 0-272 0 0,0 0 62 0 0,0 0 148 0 0,0 0 53 0 0,0 0-72 0 0,0 0-121 0 0,0 0-91 0 0,0 0-41 0 0,0 0-45 0 0,0 10-24 0 0,0 29-29 0 0,11-2-213 0 0,3-24-3815 0 0,-6-9-4415 0 0,-8-2 1315 0 0</inkml:trace>
  <inkml:trace contextRef="#ctx0" brushRef="#br0" timeOffset="501.42">447 97 12307 0 0,'0'0'2630'0'0,"0"0"-553"0"0,0 0-412 0 0,0 0-281 0 0,0 0-250 0 0,0 0-324 0 0,0 0-355 0 0,0 0-327 0 0,0 0-275 0 0,0 0-213 0 0,0 0-173 0 0,0 0-43 0 0,0 0 72 0 0,2 4 42 0 0,10 21-555 0 0,3 4-2750 0 0,-1-4-4722 0 0,-9-16 1754 0 0</inkml:trace>
  <inkml:trace contextRef="#ctx0" brushRef="#br0" timeOffset="770">727 397 6209 0 0,'0'0'2089'0'0,"0"0"-369"0"0,0 0-157 0 0,0 0-57 0 0,0 0-122 0 0,0 0-210 0 0,0 0-258 0 0,0 0-197 0 0,0 0-99 0 0,0 0-93 0 0,0 0-98 0 0,0 0-76 0 0,0 0-62 0 0,2 13-47 0 0,7 39-28 0 0,-9-51-198 0 0,-1 0 0 0 0,1 0 0 0 0,0-1 0 0 0,0 1 0 0 0,0 0 0 0 0,0 0-1 0 0,0 0 1 0 0,0 0 0 0 0,0 0 0 0 0,1-1 0 0 0,-1 1 0 0 0,0 0 0 0 0,0 0 0 0 0,1 0 0 0 0,-1-1-1 0 0,0 1 1 0 0,1 0 0 0 0,-1 0 0 0 0,1-1 0 0 0,-1 1 0 0 0,1 0 0 0 0,-1-1 0 0 0,1 1 0 0 0,0 0-1 0 0,-1-1 1 0 0,1 1 0 0 0,0-1 0 0 0,-1 1 0 0 0,1-1 0 0 0,0 0 0 0 0,0 1 0 0 0,-1-1 0 0 0,2 1-18 0 0,1-1 139 0 0,-1 1-146 0 0,-1-1-1 0 0,1 0 1 0 0,0 0 0 0 0,0 0 0 0 0,-1 0 0 0 0,1 0-1 0 0,0 0 1 0 0,0 0 0 0 0,-1 0 0 0 0,1-1 0 0 0,0 1-1 0 0,-1-1 1 0 0,1 1 0 0 0,0-1 0 0 0,-1 0 0 0 0,1 0-1 0 0,-1 0 1 0 0,1 0 0 0 0,-1 0 0 0 0,0 0 0 0 0,1 0-1 0 0,-1 0 1 0 0,0 0 0 0 0,0-1 0 0 0,1 1 0 0 0,-1 0-1 0 0,0-2 8 0 0,25-40-835 0 0,4-25 995 0 0,-29 68-115 0 0,-1-1 0 0 0,1 0 0 0 0,0 1 1 0 0,0-1-1 0 0,0 1 0 0 0,-1-1 0 0 0,1 1 0 0 0,0-1 0 0 0,0 1 0 0 0,0 0 0 0 0,0-1 0 0 0,0 1 0 0 0,0 0 0 0 0,0 0 0 0 0,0 0 0 0 0,0 0 1 0 0,0 0-1 0 0,0 0 0 0 0,0 0 0 0 0,0 0 0 0 0,0 0 0 0 0,0 0 0 0 0,-1 0 0 0 0,1 1 0 0 0,0-1 0 0 0,0 0 0 0 0,0 1 0 0 0,0-1 0 0 0,0 1 1 0 0,0-1-1 0 0,-1 1 0 0 0,1-1 0 0 0,0 1 0 0 0,0 0 0 0 0,0-1-45 0 0,1 3-38 0 0,104 95-412 0 0,-25-46-4044 0 0,-29-30-5570 0 0,-43-18 3712 0 0</inkml:trace>
  <inkml:trace contextRef="#ctx0" brushRef="#br0" timeOffset="1387.95">1370 423 9458 0 0,'0'0'2546'0'0,"0"0"-678"0"0,0 0-485 0 0,0 0-224 0 0,0 0-76 0 0,0 0-105 0 0,0 0-142 0 0,0 0-131 0 0,0 0-125 0 0,0 0-129 0 0,0 0-99 0 0,0 0-117 0 0,0 0-103 0 0,-19-2-55 0 0,-62-2-42 0 0,80 3-34 0 0,0 1 1 0 0,1-1-1 0 0,-1 1 0 0 0,0 0 0 0 0,0 0 1 0 0,1-1-1 0 0,-1 1 0 0 0,0 0 1 0 0,0 0-1 0 0,0 0 0 0 0,0 0 0 0 0,1 0 1 0 0,-1 0-1 0 0,0 0 0 0 0,0 0 1 0 0,0 0-1 0 0,0 0 0 0 0,1 1 0 0 0,-1-1 1 0 0,0 0-1 0 0,0 0 0 0 0,0 1 0 0 0,1-1 1 0 0,-1 1-1 0 0,0-1 0 0 0,1 0 1 0 0,-1 1-1 0 0,0-1 0 0 0,1 1 0 0 0,-1 0 1 0 0,0-1-1 0 0,1 1 0 0 0,-1 0 1 0 0,1-1-1 0 0,-1 1 0 0 0,1 0 0 0 0,0-1 1 0 0,-1 1-1 0 0,1 0 0 0 0,0 0 1 0 0,-1 0-1 0 0,1-1 0 0 0,0 1-1 0 0,-1 3 14 0 0,0 0 7 0 0,-1 0-1 0 0,1 0 1 0 0,0 0-1 0 0,0 0 0 0 0,1 0 1 0 0,-1 0-1 0 0,1 0 1 0 0,0 0-1 0 0,0 0 0 0 0,0 0 1 0 0,0 0-1 0 0,1 0 1 0 0,0 0-1 0 0,-1 0 0 0 0,2 0 1 0 0,-1 0-1 0 0,2 4-20 0 0,0-3-79 0 0,1 1-1 0 0,0-1 1 0 0,0 0-1 0 0,0 0 1 0 0,1 0 0 0 0,0-1-1 0 0,0 1 1 0 0,0-1-1 0 0,0 0 1 0 0,1-1-1 0 0,-1 1 1 0 0,1-1-1 0 0,0 0 1 0 0,0 0 0 0 0,0-1-1 0 0,1 0 1 0 0,-1 0-1 0 0,0-1 1 0 0,1 1-1 0 0,-1-1 1 0 0,1-1 0 0 0,0 1-1 0 0,-1-1 1 0 0,1 0-1 0 0,1-1 80 0 0,-6-1-18 0 0,1 0-1 0 0,-1 0 1 0 0,0 0-1 0 0,0 0 1 0 0,0-1-1 0 0,0 1 0 0 0,-1-1 1 0 0,1 1-1 0 0,-1-1 1 0 0,1 0-1 0 0,-1 0 1 0 0,0 1-1 0 0,0-1 0 0 0,0 0 1 0 0,0 0-1 0 0,-1 0 1 0 0,1 0-1 0 0,-1 0 1 0 0,0 0-1 0 0,0 0 1 0 0,0 0-1 0 0,0 0 0 0 0,0 0 1 0 0,-1 0-1 0 0,1-1 19 0 0,0 4 0 0 0,-7-47 1894 0 0,15 49-1331 0 0,8 15-597 0 0,0-2 0 0 0,0 1 1 0 0,2-2-1 0 0,-1 0 1 0 0,2-1-1 0 0,0-1 0 0 0,1-1 1 0 0,0-1-1 0 0,3 1 34 0 0,-5-3 69 0 0,1-1 0 0 0,0-1 0 0 0,1-1 0 0 0,-1-1 0 0 0,1 0 0 0 0,0-2 0 0 0,0 0 0 0 0,0-1 0 0 0,5-1-69 0 0,-22-1 107 0 0,1 1-1 0 0,-1-1 0 0 0,0 0 0 0 0,1 0 0 0 0,-1 0 0 0 0,0 0 0 0 0,0-1 0 0 0,1 1 0 0 0,-1-1 1 0 0,0 0-1 0 0,-1 0 0 0 0,1 0 0 0 0,0 0 0 0 0,0 0 0 0 0,-1-1 0 0 0,0 1 0 0 0,1-1 0 0 0,-1 0 0 0 0,0 1 1 0 0,0-1-1 0 0,0 0 0 0 0,-1 0 0 0 0,1 0 0 0 0,-1-1 0 0 0,0 1 0 0 0,0 0 0 0 0,0-1 0 0 0,0 1 0 0 0,0 0 1 0 0,-1-1-1 0 0,1 1 0 0 0,-1-1 0 0 0,0 1 0 0 0,0-3-106 0 0,-6-33-80 0 0,-89-92-647 0 0,39 52-1911 0 0,52 64-1434 0 0,4 14 2679 0 0,0 0-1616 0 0,0 1-774 0 0,0 0-533 0 0,2 0-1893 0 0</inkml:trace>
  <inkml:trace contextRef="#ctx0" brushRef="#br0" timeOffset="1875.73">2047 481 5817 0 0,'0'0'3126'0'0,"0"0"-285"0"0,0 0-461 0 0,0 0-451 0 0,0 0-349 0 0,0 0-301 0 0,0 0-265 0 0,0 0-228 0 0,0 0-165 0 0,0 0-105 0 0,0 0-74 0 0,0 0-57 0 0,-3-2-63 0 0,-11-6-80 0 0,13 8-243 0 0,1 0-1 0 0,-1 1 1 0 0,1-1 0 0 0,-1 1 0 0 0,1-1 0 0 0,-1 1 0 0 0,1-1 0 0 0,-1 1 0 0 0,1-1 0 0 0,-1 1 0 0 0,1 0 0 0 0,-1-1 0 0 0,1 1 0 0 0,0-1 0 0 0,0 1-1 0 0,-1 0 1 0 0,1 0 0 0 0,0-1 0 0 0,0 1 0 0 0,0 0 0 0 0,0-1 0 0 0,-1 1 0 0 0,1 0 0 0 0,0 0 0 0 0,0-1 0 0 0,1 1 0 0 0,-1 0 0 0 0,0-1-1 0 0,0 1 1 0 0,0 0 0 0 0,0 0 0 0 0,1-1 0 0 0,-1 1 0 0 0,0 0 0 0 0,0-1 0 0 0,1 1 1 0 0,0 1 30 0 0,0 1 0 0 0,0-1 0 0 0,1 0 0 0 0,-1 1 0 0 0,1-1 0 0 0,-1 0 0 0 0,1 0 0 0 0,0 0 0 0 0,0 0 0 0 0,0-1 0 0 0,0 1 0 0 0,0 0 0 0 0,0-1 0 0 0,0 0 0 0 0,1 1 0 0 0,-1-1 0 0 0,0 0 0 0 0,1 0 0 0 0,-1 0 0 0 0,1 0 0 0 0,-1-1 0 0 0,1 1 0 0 0,0-1 0 0 0,-1 1 0 0 0,1-1 0 0 0,0 0 0 0 0,-1 0 0 0 0,1 0 0 0 0,-1-1 0 0 0,3 1-30 0 0,-2-1 21 0 0,0 0-1 0 0,-1-1 0 0 0,1 1 1 0 0,-1 0-1 0 0,1-1 0 0 0,-1 1 1 0 0,0-1-1 0 0,0 0 0 0 0,1 0 1 0 0,-1 0-1 0 0,0 0 0 0 0,-1 0 1 0 0,1 0-1 0 0,0 0 0 0 0,-1-1 1 0 0,1 1-1 0 0,-1-1 0 0 0,0 1 1 0 0,1-3-21 0 0,3-3 41 0 0,19-36 238 0 0,-23 44-312 0 0,-1 0-1 0 0,0 0 1 0 0,1 0-1 0 0,-1 0 1 0 0,1 0 0 0 0,-1-1-1 0 0,0 1 1 0 0,1 0-1 0 0,-1 0 1 0 0,1 0 0 0 0,-1 0-1 0 0,1 0 1 0 0,-1 0-1 0 0,0 0 1 0 0,1 0 0 0 0,-1 0-1 0 0,1 1 1 0 0,-1-1 0 0 0,0 0-1 0 0,1 0 1 0 0,-1 0-1 0 0,1 0 1 0 0,-1 0 0 0 0,0 1-1 0 0,1-1 1 0 0,-1 0-1 0 0,0 0 1 0 0,1 1 0 0 0,-1-1-1 0 0,0 0 1 0 0,1 1-1 0 0,-1-1 1 0 0,0 0 0 0 0,0 1-1 0 0,1-1 1 0 0,-1 0-1 0 0,0 1 1 0 0,0-1 0 0 0,0 1-1 0 0,0-1 1 0 0,1 0 0 0 0,-1 1-1 0 0,0-1 1 0 0,0 1-1 0 0,0-1 1 0 0,0 0 0 0 0,0 1-1 0 0,0-1 1 0 0,0 1-1 0 0,0-1 1 0 0,0 1 0 0 0,0-1-1 0 0,0 1 34 0 0,1 1 35 0 0,156 405-645 0 0,-151-391 571 0 0,0 1 0 0 0,-2-1-1 0 0,0 1 1 0 0,-1 0-1 0 0,0-1 1 0 0,-2 2-1 0 0,0 3 40 0 0,-1-20 1 0 0,-1 0 0 0 0,0 0 0 0 0,0-1 0 0 0,0 1 0 0 0,0 0-1 0 0,0-1 1 0 0,0 1 0 0 0,0-1 0 0 0,-1 1 0 0 0,1-1 0 0 0,0 0-1 0 0,0 0 1 0 0,0 1 0 0 0,0-1 0 0 0,0 0 0 0 0,-1 0-1 0 0,1 0 1 0 0,0 0 0 0 0,0 0 0 0 0,0 0 0 0 0,-1 0 0 0 0,1-1-1 0 0,0 1 1 0 0,0-1-1 0 0,-5 1 68 0 0,-3-1-27 0 0,0 0 0 0 0,0-1-1 0 0,0 0 1 0 0,0-1-1 0 0,0 0 1 0 0,1 0 0 0 0,-1-1-1 0 0,-3-2-40 0 0,-13-5-20 0 0,-71-32-747 0 0,65 27-2243 0 0,1-2-4122 0 0,23 12-3307 0 0</inkml:trace>
</inkml:ink>
</file>

<file path=ppt/ink/ink2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16:44:06.30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24 63 1240 0 0,'0'0'2321'0'0,"0"0"1"0"0,0 0-137 0 0,0 0-151 0 0,0 0-215 0 0,0 0-274 0 0,0 0-255 0 0,0 0-217 0 0,0 0-144 0 0,0 0-85 0 0,0 0-61 0 0,1-4-65 0 0,4-23 917 0 0,-4 25-1530 0 0,0 0 0 0 0,-1 1 1 0 0,1-1-1 0 0,0 0 1 0 0,1 1-1 0 0,-1-1 0 0 0,0 0 1 0 0,0 1-1 0 0,1 0 0 0 0,-1-1 1 0 0,1 1-1 0 0,-1 0 0 0 0,1 0 1 0 0,0 0-1 0 0,-1 0 0 0 0,1 0 1 0 0,0 0-1 0 0,0 0 1 0 0,0 1-1 0 0,-1-1 0 0 0,1 0 1 0 0,0 1-1 0 0,0 0 0 0 0,0-1 1 0 0,0 1-1 0 0,0 0 0 0 0,2 0-105 0 0,5-1-77 0 0,0 0-1 0 0,0 1 1 0 0,0 0-1 0 0,0 0 1 0 0,0 1 0 0 0,0 0-1 0 0,0 1 1 0 0,0 0-1 0 0,-1 0 1 0 0,1 1-1 0 0,5 3 78 0 0,-8-4-59 0 0,0 1-1 0 0,-1 0 0 0 0,1 0 1 0 0,-1 1-1 0 0,0 0 0 0 0,0 0 1 0 0,0 0-1 0 0,-1 0 1 0 0,1 1-1 0 0,-1 0 0 0 0,0 0 1 0 0,0 0-1 0 0,-1 0 0 0 0,0 1 1 0 0,0-1-1 0 0,0 1 1 0 0,2 5 59 0 0,-4-8-30 0 0,1 1 1 0 0,-1 0 0 0 0,0 0-1 0 0,0-1 1 0 0,-1 1 0 0 0,1 0-1 0 0,-1 0 1 0 0,0 0 0 0 0,0 0-1 0 0,0 0 1 0 0,0 0 0 0 0,-1 0-1 0 0,1-1 1 0 0,-1 1 0 0 0,0 0-1 0 0,0 0 1 0 0,-1 0 0 0 0,1 0 29 0 0,-2 0 55 0 0,1-1 1 0 0,-1 1 0 0 0,0 0-1 0 0,0-1 1 0 0,0 0 0 0 0,-1 0-1 0 0,1 0 1 0 0,-1 0 0 0 0,1 0-1 0 0,-1-1 1 0 0,0 1 0 0 0,0-1 0 0 0,0 0-1 0 0,-1-1 1 0 0,1 1 0 0 0,0-1-1 0 0,-1 1 1 0 0,1-1 0 0 0,-1-1-1 0 0,1 1 1 0 0,-4 0-56 0 0,2 0 106 0 0,0-1-1 0 0,-1 1 0 0 0,1-1 1 0 0,0 0-1 0 0,-1 0 1 0 0,1-1-1 0 0,0 0 1 0 0,0 0-1 0 0,0-1 0 0 0,0 1 1 0 0,0-1-1 0 0,0-1 1 0 0,0 1-1 0 0,0-1 1 0 0,1 0-1 0 0,0 0 0 0 0,-1-1 1 0 0,-4-3-106 0 0,-33-38 256 0 0,37 31-458 0 0,-6-13-648 0 0,10 5-4379 0 0,11 8-8649 0 0,-7 12 9525 0 0</inkml:trace>
</inkml:ink>
</file>

<file path=ppt/ink/ink2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16:44:06.86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81 13 3649 0 0,'0'0'3415'0'0,"0"0"-414"0"0,0 0-510 0 0,0 0-411 0 0,0 0-255 0 0,0 0-206 0 0,0 0-239 0 0,0 0-208 0 0,0 0-206 0 0,0 0-182 0 0,0 0-134 0 0,0 0-96 0 0,0 0-102 0 0,0-2-91 0 0,0-7-97 0 0,11 8-418 0 0,42 35-671 0 0,24 19 807 0 0,-76-53-3 0 0,0 1 0 0 0,0-1 0 0 0,-1 1 0 0 0,1-1 0 0 0,0 1-1 0 0,0 0 1 0 0,-1-1 0 0 0,1 1 0 0 0,0 0 0 0 0,-1-1 0 0 0,1 1-1 0 0,-1 0 1 0 0,1 0 0 0 0,-1 0 0 0 0,0 0 0 0 0,1-1-1 0 0,-1 1 1 0 0,0 0 0 0 0,1 0 0 0 0,-1 0 0 0 0,0 0 0 0 0,0 0-1 0 0,0 0 1 0 0,0 0 0 0 0,0 0 0 0 0,0 0 0 0 0,0 0 0 0 0,0 0-1 0 0,0 0 1 0 0,-1-1 0 0 0,1 1 0 0 0,0 0 0 0 0,0 0 0 0 0,-1 0-1 0 0,1 0 1 0 0,-1 0 0 0 0,1 0 0 0 0,-1-1 0 0 0,1 1 0 0 0,-1 0 21 0 0,-40 30 1192 0 0,20-23-732 0 0,-37 6 409 0 0,45-14-770 0 0,9 1-89 0 0,1-1 0 0 0,-1 0 1 0 0,0 0-1 0 0,1 0 0 0 0,-1 0 0 0 0,1-1 1 0 0,-1 1-1 0 0,1-1 0 0 0,-1 0 0 0 0,1 0 1 0 0,-1 0-1 0 0,1-1 0 0 0,0 1 0 0 0,-1-1 0 0 0,1 0-10 0 0,0 0-1 0 0,0 0-59 0 0,1 1 1 0 0,-1-1-1 0 0,1 0 0 0 0,-1 0 0 0 0,1 0 1 0 0,0 0-1 0 0,-1-1 0 0 0,1 1 0 0 0,1-1 1 0 0,-1 1-1 0 0,0-1 0 0 0,1 0 0 0 0,-1 1 1 0 0,1-1-1 0 0,0 0 0 0 0,-1 0 0 0 0,2 0 1 0 0,-1 0-1 0 0,0 0 0 0 0,0-1 60 0 0,1-67-6884 0 0,1 70 6223 0 0,-1-1 1 0 0,1 1-1 0 0,0-1 0 0 0,0 1 0 0 0,0-1 0 0 0,0 1 1 0 0,0 0-1 0 0,0-1 0 0 0,0 1 0 0 0,0 0 1 0 0,0 0-1 0 0,1 0 0 0 0,-1 0 0 0 0,0 0 0 0 0,1 0 1 0 0,-1 0-1 0 0,1 0 0 0 0,-1 1 0 0 0,1-1 1 0 0,0 1-1 0 0,0-1 661 0 0,2-1-3637 0 0</inkml:trace>
</inkml:ink>
</file>

<file path=ppt/ink/ink2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16:44:07.48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154 36 3841 0 0,'0'0'3042'0'0,"0"0"-116"0"0,0 0-303 0 0,0 0-369 0 0,0 0-426 0 0,0 0-355 0 0,0 0-304 0 0,0 0-277 0 0,0 0-220 0 0,0 0-166 0 0,0 0-118 0 0,0 0-92 0 0,0 0-83 0 0,8-3-66 0 0,26-8-83 0 0,-34 11-87 0 0,1 0 1 0 0,-1-1-1 0 0,1 1 0 0 0,-1 0 0 0 0,1 0 0 0 0,0-1 1 0 0,-1 1-1 0 0,1 0 0 0 0,-1 0 0 0 0,1 0 0 0 0,0 0 1 0 0,-1 0-1 0 0,1 0 0 0 0,0 0 0 0 0,-1 0 1 0 0,1 0-1 0 0,-1 0 0 0 0,1 0 0 0 0,0 0 0 0 0,-1 0 1 0 0,1 1-1 0 0,-1-1 0 0 0,1 0 0 0 0,0 0 0 0 0,-1 1 1 0 0,1-1-1 0 0,-1 0 0 0 0,1 1 0 0 0,-1-1 1 0 0,1 1-1 0 0,-1-1 0 0 0,1 1 0 0 0,-1-1 0 0 0,0 1 1 0 0,1-1-1 0 0,-1 1 0 0 0,0-1 0 0 0,1 1 1 0 0,-1-1-1 0 0,0 1 0 0 0,0-1 0 0 0,1 1 0 0 0,-1 0 1 0 0,0-1-1 0 0,0 1 0 0 0,0-1 0 0 0,0 1 0 0 0,0 0 23 0 0,2 5-45 0 0,10 23-25 0 0,3 28 6 0 0,-15-56 70 0 0,0 1 0 0 0,0-1 0 0 0,-1 1 0 0 0,1-1 0 0 0,-1 0 0 0 0,1 1 0 0 0,-1-1 0 0 0,1 1 0 0 0,-1-1 0 0 0,0 0 1 0 0,1 1-1 0 0,-1-1 0 0 0,0 0 0 0 0,0 0 0 0 0,0 0 0 0 0,0 0 0 0 0,0 0 0 0 0,0 0 0 0 0,0 0 0 0 0,-1 0 1 0 0,1 0-1 0 0,0 0 0 0 0,-1 0 0 0 0,1-1 0 0 0,0 1 0 0 0,-1-1 0 0 0,1 1 0 0 0,-1-1 0 0 0,1 1 0 0 0,-1-1 0 0 0,1 0 1 0 0,-1 0-7 0 0,-53 4 885 0 0,45-4-820 0 0,0 0 51 0 0,1 0-1 0 0,-1-1 1 0 0,1 0-1 0 0,-1-1 1 0 0,1 0 0 0 0,-1 0-1 0 0,1-1 1 0 0,0 0-1 0 0,0 0 1 0 0,0-1-1 0 0,1-1 1 0 0,-4-2-116 0 0,10 6 64 0 0,0 0-1 0 0,0-1 1 0 0,0 1-1 0 0,0-1 1 0 0,1 0 0 0 0,-1 1-1 0 0,0-1 1 0 0,1 0-1 0 0,0 0 1 0 0,-1 0-1 0 0,1 0 1 0 0,0 0 0 0 0,0 0-1 0 0,0-1 1 0 0,0 1-1 0 0,0 0 1 0 0,1 0 0 0 0,-1-1-1 0 0,1 1 1 0 0,-1 0-1 0 0,1-1 1 0 0,0 1-1 0 0,0-1 1 0 0,0 1 0 0 0,0 0-1 0 0,1-1 1 0 0,-1 1-1 0 0,1 0 1 0 0,-1-1 0 0 0,1 1-1 0 0,0-1-63 0 0,2-1-45 0 0,-1 0-1 0 0,1 0 1 0 0,0 0-1 0 0,0 0 1 0 0,1 0-1 0 0,-1 1 1 0 0,1 0 0 0 0,-1 0-1 0 0,1 0 1 0 0,0 0-1 0 0,0 0 1 0 0,1 1-1 0 0,2-2 46 0 0,-4 2-92 0 0,1 0-167 0 0,0 0 0 0 0,0 1 0 0 0,0-1 0 0 0,0 1 0 0 0,0 0-1 0 0,0 0 1 0 0,0 0 0 0 0,0 1 0 0 0,0-1 0 0 0,1 1 0 0 0,-1 0 0 0 0,0 0-1 0 0,0 1 1 0 0,1-1 0 0 0,-1 1 0 0 0,0 0 0 0 0,3 1 259 0 0,39 19-11350 0 0,-36-13 2224 0 0</inkml:trace>
</inkml:ink>
</file>

<file path=ppt/ink/ink2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16:44:08.49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57 10 4353 0 0,'0'0'2539'0'0,"0"0"-226"0"0,0 0-129 0 0,0 0-134 0 0,0 0-222 0 0,0 0-323 0 0,0 0-361 0 0,0 0-292 0 0,0 0-216 0 0,0 0-145 0 0,0 0-91 0 0,0 0-75 0 0,0 0-55 0 0,3-1-61 0 0,50-7 61 0 0,67 17-409 0 0,-69 3 343 0 0,-50-11-206 0 0,-1 0 0 0 0,1 0 0 0 0,-1 0 0 0 0,1-1 0 0 0,-1 1 0 0 0,0 0 0 0 0,1 0 0 0 0,-1 0 0 0 0,0 0 0 0 0,0 0 1 0 0,0 0-1 0 0,1 0 0 0 0,-1 0 0 0 0,0-1 0 0 0,0 1 0 0 0,-1 0 0 0 0,1 0 0 0 0,0 0 0 0 0,0 0 0 0 0,0 0 0 0 0,0 0 0 0 0,-1 0 0 0 0,1 0 0 0 0,0 0 0 0 0,-1-1 0 0 0,1 1 0 0 0,-1 0 0 0 0,1 0 1 0 0,-1-1-1 0 0,0 1 0 0 0,1 0 0 0 0,-1 0 0 0 0,1-1 0 0 0,-1 1 2 0 0,0 1 25 0 0,-3 5 86 0 0,0 1 1 0 0,-1-1-1 0 0,0 0 1 0 0,0 0 0 0 0,-1-1-1 0 0,1 1 1 0 0,-1-1 0 0 0,-1 0-1 0 0,1-1 1 0 0,-1 1 0 0 0,0-2-1 0 0,0 1 1 0 0,0-1 0 0 0,-9 4-112 0 0,-33 3 905 0 0,42-11-867 0 0,-1-1-1 0 0,1 1 1 0 0,0-1 0 0 0,0 0 0 0 0,0-1-1 0 0,0 0 1 0 0,0 0 0 0 0,1 0-1 0 0,-1-1 1 0 0,1 0 0 0 0,-1 0-1 0 0,1-1 1 0 0,0 0 0 0 0,0 0-1 0 0,0 0 1 0 0,1-1 0 0 0,0 1 0 0 0,0-1-1 0 0,-1-2-37 0 0,5 6-105 0 0,0-1 0 0 0,1 0-1 0 0,-1 0 1 0 0,0 0-1 0 0,1 0 1 0 0,-1 0 0 0 0,1 0-1 0 0,0 0 1 0 0,0 0 0 0 0,0 0-1 0 0,0 0 1 0 0,0-1 0 0 0,0 1-1 0 0,1 0 1 0 0,-1 0 0 0 0,0 0-1 0 0,1 0 1 0 0,0 0-1 0 0,-1 1 1 0 0,1-1 0 0 0,0 0-1 0 0,0 0 1 0 0,0 0 0 0 0,0 1-1 0 0,1-1 1 0 0,-1 0 0 0 0,0 1-1 0 0,1-1 1 0 0,-1 1 0 0 0,1 0-1 0 0,-1-1 1 0 0,1 1 0 0 0,1-1 105 0 0,31-14-6936 0 0,-10 10-3096 0 0,-16 6 5899 0 0</inkml:trace>
</inkml:ink>
</file>

<file path=ppt/ink/ink2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16:44:09.06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150 50 6217 0 0,'0'0'3041'0'0,"0"0"-424"0"0,0 0-429 0 0,0 0-320 0 0,0 0-259 0 0,0 0-273 0 0,0 0-244 0 0,0 0-212 0 0,0 0-165 0 0,0 0-116 0 0,0 0-109 0 0,0 0-106 0 0,0-5-103 0 0,3-16-93 0 0,-3 20-193 0 0,1 1-1 0 0,-1 0 1 0 0,0-1-1 0 0,1 1 1 0 0,-1-1 0 0 0,0 1-1 0 0,1 0 1 0 0,-1-1 0 0 0,1 1-1 0 0,-1 0 1 0 0,1 0-1 0 0,-1-1 1 0 0,0 1 0 0 0,1 0-1 0 0,-1 0 1 0 0,1 0-1 0 0,-1 0 1 0 0,1-1 0 0 0,-1 1-1 0 0,1 0 1 0 0,-1 0 0 0 0,1 0-1 0 0,-1 0 1 0 0,1 0-1 0 0,0 0 1 0 0,-1 0 0 0 0,1 0-1 0 0,-1 1 1 0 0,1-1-1 0 0,-1 0 1 0 0,1 0 0 0 0,-1 0-1 0 0,0 0 1 0 0,1 1-1 0 0,-1-1 1 0 0,1 0 0 0 0,-1 1-1 0 0,1-1 1 0 0,-1 0 0 0 0,0 1-1 0 0,1-1 1 0 0,-1 0-1 0 0,0 1 1 0 0,1-1 0 0 0,-1 1 5 0 0,1-1-66 0 0,71 51-565 0 0,-20 2 476 0 0,-52-52 150 0 0,1 1 0 0 0,-1-1-1 0 0,1 1 1 0 0,-1-1 0 0 0,0 0-1 0 0,0 1 1 0 0,1-1 0 0 0,-1 1-1 0 0,0-1 1 0 0,0 1 0 0 0,0-1-1 0 0,-1 1 1 0 0,1-1-1 0 0,0 1 1 0 0,0-1 0 0 0,-1 0-1 0 0,1 1 1 0 0,-1-1 0 0 0,1 1-1 0 0,-1-1 1 0 0,0 0 0 0 0,1 0-1 0 0,-1 1 1 0 0,0-1 0 0 0,0 0-1 0 0,0 0 1 0 0,0 0 0 0 0,0 0-1 0 0,0 0 1 0 0,0 0-1 0 0,-1 0 1 0 0,1 0 0 0 0,0 0-1 0 0,0-1 1 0 0,-1 1 0 0 0,1 0-1 0 0,0-1 1 0 0,-2 1 5 0 0,-56 12 1258 0 0,45-11-1070 0 0,0 0 0 0 0,0-2 0 0 0,-1 0 1 0 0,1 0-1 0 0,0-1 0 0 0,0-1 0 0 0,0 0 0 0 0,0-1 0 0 0,0-1 0 0 0,1 0 0 0 0,-1-1 0 0 0,1 0 0 0 0,-4-3-188 0 0,15 5-33 0 0,0 0 0 0 0,0 0 1 0 0,0 0-1 0 0,0-1 0 0 0,1 1 0 0 0,-1 0 0 0 0,1-1 1 0 0,0 1-1 0 0,0-1 0 0 0,0 1 0 0 0,1-1 1 0 0,-1 1-1 0 0,1-1 0 0 0,0 0 0 0 0,0 1 0 0 0,0-1 1 0 0,0 0-1 0 0,0 1 0 0 0,1-1 0 0 0,0 1 0 0 0,0-1 1 0 0,0 1-1 0 0,0-1 0 0 0,0 1 0 0 0,1-1 1 0 0,0 1-1 0 0,-1 0 0 0 0,1 0 0 0 0,0 0 0 0 0,1 0 1 0 0,-1 0 32 0 0,1-1-447 0 0,0 0 0 0 0,0 0 0 0 0,0 1 1 0 0,1 0-1 0 0,-1-1 0 0 0,1 1 0 0 0,0 0 1 0 0,0 1-1 0 0,0-1 0 0 0,0 1 0 0 0,0 0 1 0 0,1 0-1 0 0,-1 0 0 0 0,1 0 0 0 0,-1 1 0 0 0,1 0 1 0 0,0 0-1 0 0,-1 0 0 0 0,2 0 447 0 0,44-1-10165 0 0,-38 2 3924 0 0</inkml:trace>
</inkml:ink>
</file>

<file path=ppt/ink/ink2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16:44:09.35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 0 11891 0 0,'0'0'2864'0'0,"0"0"-457"0"0,0 0-545 0 0,0 0-278 0 0,0 0-201 0 0,0 0-304 0 0,0 0-363 0 0,0 0-341 0 0,0 0-268 0 0,0 0-192 0 0,0 0-96 0 0,0 0-17 0 0,0 0 40 0 0,0 7 90 0 0,-1 23 82 0 0,15 23 244 0 0,-7-36-606 0 0,1-1 0 0 0,0-1 0 0 0,1 1 0 0 0,1-1 0 0 0,8 10 348 0 0,14 22-10163 0 0,-25-37-376 0 0</inkml:trace>
</inkml:ink>
</file>

<file path=ppt/ink/ink2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16:44:10.34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61 54 3697 0 0,'0'0'3166'0'0,"0"0"-503"0"0,0 0-474 0 0,0 0-378 0 0,0 0-288 0 0,0 0-254 0 0,0 0-221 0 0,0 0-185 0 0,0 0-179 0 0,0 0-157 0 0,0 0-124 0 0,0 0-102 0 0,0 0-71 0 0,21-6-50 0 0,64-17-51 0 0,-51 18 11 0 0,-31 7-141 0 0,0 0 0 0 0,-1 0 0 0 0,0 1 0 0 0,1-1 0 0 0,-1 1 0 0 0,0-1 0 0 0,0 1 0 0 0,0 0 0 0 0,-1 0 0 0 0,1 0 0 0 0,-1 0 0 0 0,1 0 0 0 0,-1 0 0 0 0,0 1 0 0 0,0-1 0 0 0,0 0 0 0 0,-1 1 0 0 0,1-1 0 0 0,-1 0 0 0 0,0 1 0 0 0,0-1 0 0 0,0 1 0 0 0,0-1 0 0 0,-1 0 0 0 0,0 3 1 0 0,1-1 14 0 0,0-4-12 0 0,0 1 23 0 0,1-1-1 0 0,-1 1 1 0 0,0 0-1 0 0,1 0 1 0 0,-1-1-1 0 0,0 1 1 0 0,0 0-1 0 0,-1 0 1 0 0,1-1-1 0 0,0 1 1 0 0,0 0-1 0 0,-1 0 1 0 0,1-1-1 0 0,-1 1 1 0 0,0 0-1 0 0,1-1 1 0 0,-1 1-1 0 0,0-1 1 0 0,0 1-1 0 0,0-1 1 0 0,0 1-1 0 0,0-1 1 0 0,0 1-1 0 0,0-1 1 0 0,-1 0-1 0 0,1 0 1 0 0,0 0-1 0 0,-1 0 1 0 0,1 0-1 0 0,-1 0 1 0 0,0 0-1 0 0,1 0 1 0 0,-1 0-1 0 0,0 0-24 0 0,-4-1 135 0 0,0 0 1 0 0,0 1-1 0 0,-1-2 0 0 0,1 1 0 0 0,0-1 0 0 0,0 0 0 0 0,0 0 0 0 0,0-1 1 0 0,0 0-1 0 0,1 0 0 0 0,-1 0 0 0 0,0 0 0 0 0,1-1 0 0 0,-1 0 0 0 0,-2-3-135 0 0,-57-28 140 0 0,56 29-137 0 0,7 4 5 0 0,0 0-1 0 0,0 0 1 0 0,0 0 0 0 0,0 0-1 0 0,0 0 1 0 0,1-1 0 0 0,-1 1-1 0 0,0 0 1 0 0,1-1 0 0 0,-1 1 0 0 0,1-1-1 0 0,-1 0 1 0 0,1 1 0 0 0,0-1-1 0 0,-1 0 1 0 0,1 0 0 0 0,0 0-1 0 0,0 0 1 0 0,1 0 0 0 0,-1 0-1 0 0,0 0 1 0 0,1 0 0 0 0,-1-1-1 0 0,1 1 1 0 0,-1-1-8 0 0,2 1-102 0 0,-1 1-1 0 0,1-1 1 0 0,-1 0-1 0 0,1 1 1 0 0,-1-1-1 0 0,1 1 1 0 0,0 0 0 0 0,-1-1-1 0 0,1 1 1 0 0,0 0-1 0 0,0-1 1 0 0,0 1-1 0 0,0 0 1 0 0,0 0-1 0 0,1 0 1 0 0,-1 0 0 0 0,0 0-1 0 0,0 0 1 0 0,1 0-1 0 0,-1 0 1 0 0,1 1-1 0 0,-1-1 1 0 0,1 0 0 0 0,-1 1 102 0 0,27-12-6289 0 0,-14 7-837 0 0,-7 3-378 0 0</inkml:trace>
</inkml:ink>
</file>

<file path=ppt/ink/ink2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16:44:10.67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33 34 6209 0 0,'0'0'3166'0'0,"0"0"-480"0"0,0 0-493 0 0,0 0-333 0 0,0 0-226 0 0,0 0-246 0 0,0 0-294 0 0,0 0-288 0 0,0 0-271 0 0,0 0-197 0 0,0 0-98 0 0,0 0-12 0 0,0 0 23 0 0,-6 5 27 0 0,-16 16-6 0 0,22-20-256 0 0,-1 0 0 0 0,0 0 0 0 0,1 0 0 0 0,0 0 0 0 0,-1 0 0 0 0,1 0 0 0 0,-1 0-1 0 0,1 0 1 0 0,0 0 0 0 0,0 0 0 0 0,0 0 0 0 0,-1 0 0 0 0,1 0 0 0 0,0 0 0 0 0,0 0 0 0 0,1 0 0 0 0,-1 0-1 0 0,0 0 1 0 0,0 0 0 0 0,0 0 0 0 0,1 0 0 0 0,-1 0 0 0 0,0 0 0 0 0,1 0 0 0 0,-1 0 0 0 0,1 0 0 0 0,-1 0-1 0 0,1 0 1 0 0,0-1 0 0 0,-1 1 0 0 0,1 0 0 0 0,0 0 0 0 0,-1-1 0 0 0,1 1 0 0 0,0 0-16 0 0,3 3 49 0 0,62 69-2 0 0,-24-31-3895 0 0,-30-31-266 0 0,-2-3-3556 0 0,-8-5-529 0 0</inkml:trace>
  <inkml:trace contextRef="#ctx0" brushRef="#br0" timeOffset="543.62">495 72 5329 0 0,'0'0'3412'0'0,"0"0"-465"0"0,0 0-539 0 0,0 0-475 0 0,0 0-345 0 0,0 0-260 0 0,0 0-218 0 0,0 0-222 0 0,0 0-214 0 0,0 0-177 0 0,0 0-153 0 0,0 0-120 0 0,5-10-124 0 0,14-30-153 0 0,-18 40 44 0 0,0-1 1 0 0,-1 1 0 0 0,1 0-1 0 0,-1 0 1 0 0,1-1-1 0 0,0 1 1 0 0,-1 0-1 0 0,1 0 1 0 0,0 0-1 0 0,0 0 1 0 0,-1 0-1 0 0,1 0 1 0 0,0 0 0 0 0,-1 0-1 0 0,1 0 1 0 0,0 0-1 0 0,-1 0 1 0 0,1 1-1 0 0,0-1 1 0 0,-1 0-1 0 0,1 0 1 0 0,-1 1 0 0 0,1-1-1 0 0,0 0 1 0 0,-1 1-1 0 0,1-1 1 0 0,-1 1-1 0 0,1-1 1 0 0,-1 1-1 0 0,1-1 1 0 0,-1 1 0 0 0,1-1-1 0 0,-1 1 1 0 0,0-1-1 0 0,1 1 1 0 0,-1 0-1 0 0,0-1 1 0 0,1 1-1 0 0,-1-1 1 0 0,0 1 0 0 0,0 0-1 0 0,0-1 1 0 0,0 1-1 0 0,1 0 1 0 0,-1-1-1 0 0,0 1 1 0 0,0 1 8 0 0,1 1-35 0 0,63 117-191 0 0,-56-54 156 0 0,-10-64 112 0 0,0 1 1 0 0,0-1 0 0 0,0 1 0 0 0,0-1-1 0 0,0 0 1 0 0,0 0 0 0 0,-1 0 0 0 0,1 0-1 0 0,-1-1 1 0 0,1 1 0 0 0,-1 0-1 0 0,0-1 1 0 0,1 0 0 0 0,-1 0 0 0 0,0 0-1 0 0,0 0 1 0 0,0 0 0 0 0,0 0 0 0 0,0-1-1 0 0,0 0 1 0 0,0 1 0 0 0,0-1 0 0 0,0 0-1 0 0,-1-1-42 0 0,-11 2 158 0 0,1-1-1 0 0,-1 0 1 0 0,1-1-1 0 0,0-1 0 0 0,0 0 1 0 0,0-1-1 0 0,0-1 1 0 0,0 0-1 0 0,0-1 1 0 0,1 0-1 0 0,0-1 1 0 0,0-1-1 0 0,1 0 0 0 0,-1 0 1 0 0,2-1-1 0 0,-1-1 1 0 0,1 0-1 0 0,-9-9-157 0 0,18 15 28 0 0,-1 1 0 0 0,1-1 0 0 0,-1 0 0 0 0,1 0 0 0 0,0 0 1 0 0,0 0-1 0 0,0 0 0 0 0,0-1 0 0 0,1 1 0 0 0,-1 0 0 0 0,1-1 0 0 0,0 1 0 0 0,0-1 0 0 0,0 0 0 0 0,1 1 0 0 0,-1-1 0 0 0,1 1 0 0 0,0-1 0 0 0,0 0 0 0 0,0 0 0 0 0,0 1 0 0 0,1-1 0 0 0,0 0 0 0 0,-1 1 1 0 0,1-1-1 0 0,0 1 0 0 0,1-1 0 0 0,0-2-28 0 0,3 1-131 0 0,0 0 1 0 0,0 0-1 0 0,1 0 1 0 0,-1 0-1 0 0,1 1 1 0 0,0 0-1 0 0,0 0 1 0 0,0 0-1 0 0,1 1 1 0 0,-1 0-1 0 0,1 0 1 0 0,0 1-1 0 0,0 0 1 0 0,0 0-1 0 0,0 1 0 0 0,0-1 1 0 0,0 2-1 0 0,0-1 1 0 0,1 1-1 0 0,-1 0 1 0 0,4 1 130 0 0,-1-1-812 0 0,0 1 0 0 0,-1 0-1 0 0,1 1 1 0 0,0 0 0 0 0,-1 1 0 0 0,0 0 0 0 0,0 0 0 0 0,0 1 0 0 0,0 0-1 0 0,0 1 813 0 0,8 6-5469 0 0,-2-3-4661 0 0</inkml:trace>
</inkml:ink>
</file>

<file path=ppt/ink/ink2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16:44:12.44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124 28 1096 0 0,'0'0'2365'0'0,"0"0"-151"0"0,0 0-75 0 0,0 0-78 0 0,0 0-148 0 0,0 0-253 0 0,0 0-259 0 0,0 0-251 0 0,0 0-213 0 0,0 0-175 0 0,0 0-153 0 0,-3-5-144 0 0,-11-13-110 0 0,34 13 646 0 0,151 7 1030 0 0,-169-1-2032 0 0,0 0 0 0 0,-1 0 0 0 0,1 0 0 0 0,-1 1 0 0 0,1-1-1 0 0,-1 0 1 0 0,1 1 0 0 0,-1-1 0 0 0,0 1 0 0 0,1-1 0 0 0,-1 1 0 0 0,0 0-1 0 0,0-1 1 0 0,0 1 0 0 0,0 0 0 0 0,-1 0 0 0 0,1 0 0 0 0,0-1-1 0 0,-1 1 1 0 0,1 0 0 0 0,-1 0 0 0 0,0 0 0 0 0,0 0 0 0 0,0 0-1 0 0,0 0 1 0 0,0 0 0 0 0,0 0 0 0 0,0 0 0 0 0,-1 0 0 0 0,1 0-1 0 0,0 0 1 0 0,-1 0 0 0 0,0 0 1 0 0,1 8 29 0 0,0-3-9 0 0,-1 0 0 0 0,0 0 0 0 0,0-1-1 0 0,0 1 1 0 0,-1 0 0 0 0,0-1 0 0 0,0 1 0 0 0,-1-1-1 0 0,1 0 1 0 0,-1 1 0 0 0,-1-1 0 0 0,1-1 0 0 0,-1 1 0 0 0,0 0-1 0 0,-1-1 1 0 0,1 0 0 0 0,-1 0 0 0 0,0 0 0 0 0,0-1 0 0 0,-1 1-1 0 0,1-1 1 0 0,-2 0-20 0 0,-45 0 1084 0 0,44-7-1035 0 0,-1 0 0 0 0,1-1 0 0 0,0 1-1 0 0,0-1 1 0 0,0-1 0 0 0,0 0 0 0 0,1 0-1 0 0,0 0 1 0 0,-1-1-49 0 0,-7-6 47 0 0,3 5-18 0 0,3 1 22 0 0,0 0 1 0 0,1 0 0 0 0,0-1 0 0 0,0 1-1 0 0,0-2 1 0 0,1 1 0 0 0,0-1 0 0 0,0 0 0 0 0,-3-6-52 0 0,10 13-9 0 0,-1 0 1 0 0,0 0-1 0 0,1 0 1 0 0,-1 1-1 0 0,1-1 1 0 0,-1 0-1 0 0,1 0 1 0 0,-1 0-1 0 0,1 0 1 0 0,0 0 0 0 0,0 0-1 0 0,-1 0 1 0 0,1 0-1 0 0,0 0 1 0 0,0 0-1 0 0,0 0 1 0 0,0 0-1 0 0,0 0 1 0 0,0 0-1 0 0,0 0 1 0 0,1 0 0 0 0,-1 0-1 0 0,0 0 1 0 0,0 0-1 0 0,1 0 1 0 0,-1 0-1 0 0,1 0 1 0 0,-1 0-1 0 0,1 0 1 0 0,-1 0-1 0 0,1 0 1 0 0,0 1 0 0 0,-1-1-1 0 0,1 0 1 0 0,0 0-1 0 0,0 1 1 0 0,-1-1-1 0 0,1 0 1 0 0,0 1-1 0 0,0-1 1 0 0,0 1-1 0 0,0-1 1 0 0,0 1-1 0 0,1-1 10 0 0,66 6-4969 0 0,-24 10-6780 0 0,-38-11 4185 0 0</inkml:trace>
</inkml:ink>
</file>

<file path=ppt/ink/ink2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16:44:12.8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53 34 8074 0 0,'0'0'3098'0'0,"0"0"-488"0"0,0 0-449 0 0,0 0-259 0 0,0 0-243 0 0,0 0-301 0 0,0 0-323 0 0,0 0-304 0 0,0 0-246 0 0,0 0-177 0 0,0 0-144 0 0,0 0-115 0 0,-9-7-57 0 0,-24-19 15 0 0,33 26-4 0 0,-1 0-1 0 0,1 0 1 0 0,-1 0 0 0 0,1 1-1 0 0,-1-1 1 0 0,1 0 0 0 0,-1 0-1 0 0,1 1 1 0 0,-1-1 0 0 0,1 0-1 0 0,-1 1 1 0 0,1-1 0 0 0,-1 1-1 0 0,1-1 1 0 0,-1 0 0 0 0,1 1-1 0 0,0-1 1 0 0,-1 1 0 0 0,1-1-1 0 0,0 1 1 0 0,0-1 0 0 0,-1 1-1 0 0,1 0 1 0 0,0-1 0 0 0,0 1-1 0 0,0-1 1 0 0,0 1 0 0 0,-1-1-1 0 0,1 1 1 0 0,0 0 0 0 0,0-1-1 0 0,0 1 1 0 0,0-1 0 0 0,1 1-1 0 0,-1 0 1 0 0,0-1 0 0 0,0 1-1 0 0,0-1 1 0 0,0 1 0 0 0,0-1-1 0 0,1 1 1 0 0,-1-1 0 0 0,0 1-1 0 0,1-1 1 0 0,-1 1 0 0 0,0-1-1 0 0,1 1 1 0 0,-1-1-3 0 0,4 11-50 0 0,0-1 0 0 0,1 1 1 0 0,0-1-1 0 0,1 0 0 0 0,0-1 0 0 0,1 1 0 0 0,0-1 0 0 0,0-1 1 0 0,8 8 49 0 0,-7-7-249 0 0,29 32-2833 0 0,-25-29-1364 0 0,1 1-4678 0 0,-13-13 2712 0 0</inkml:trace>
</inkml:ink>
</file>

<file path=ppt/ink/ink2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16:44:13.18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 47 4681 0 0,'0'0'4758'0'0,"0"0"-1300"0"0,0 0-921 0 0,0 0-519 0 0,0 0-350 0 0,0 0-285 0 0,0 0-301 0 0,0 0-281 0 0,0 0-283 0 0,0 0-228 0 0,0 0-166 0 0,0 0-117 0 0,0 0-26 0 0,-1-10-2 0 0,-7-26 32 0 0,33 117 94 0 0,23 11-239 0 0,-26-53-1679 0 0,-2 1-3512 0 0,-11-22-4381 0 0,-9-12 3283 0 0</inkml:trace>
</inkml:ink>
</file>

<file path=ppt/ink/ink2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16:44:14.89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32 114 0 0 0,'0'0'408'0'0,"0"0"63"0"0,0 0 24 0 0,0 0 93 0 0,0 0 212 0 0,0 0 200 0 0,0 0 154 0 0,0 0 98 0 0,0 0 18 0 0,0 0 6 0 0,0 0-35 0 0,0 0-43 0 0,-5-7-63 0 0,-14-22-96 0 0,12-1 4646 0 0,29 23-4295 0 0,-4 0-546 0 0,-18 6-672 0 0,2-6 408 0 0,6-6 93 0 0,-8 12-656 0 0,1 1-1 0 0,-1-1 0 0 0,0 1 0 0 0,0-1 0 0 0,0 0 0 0 0,0 1 0 0 0,1-1 0 0 0,-1 1 0 0 0,0-1 1 0 0,1 1-1 0 0,-1-1 0 0 0,0 1 0 0 0,1-1 0 0 0,-1 1 0 0 0,0-1 0 0 0,1 1 0 0 0,-1-1 1 0 0,1 1-1 0 0,-1 0 0 0 0,1-1 0 0 0,-1 1 0 0 0,1 0 0 0 0,-1-1 0 0 0,1 1 0 0 0,0 0 1 0 0,-1 0-1 0 0,1 0 0 0 0,-1 0 0 0 0,1-1 0 0 0,0 1 0 0 0,-1 0 0 0 0,1 0 0 0 0,-1 0 0 0 0,1 0 1 0 0,0 0-17 0 0,2 6 2347 0 0,16 51-2330 0 0,14 61 63 0 0,-18-65-10 0 0,4-27 55 0 0,-19-26-232 0 0,0 0-90 0 0,0 0-161 0 0,0 0-239 0 0,8-4-5509 0 0,-6 1 1661 0 0,-1 1-3385 0 0,-1 0 1595 0 0</inkml:trace>
</inkml:ink>
</file>

<file path=ppt/ink/ink2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16:44:15.4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270 138 2553 0 0,'0'0'2251'0'0,"0"0"-5"0"0,0 0-83 0 0,0 0-130 0 0,0 0-174 0 0,0 0-234 0 0,0 0-246 0 0,0 0-230 0 0,0 0-194 0 0,0 0-147 0 0,0 0-123 0 0,0 0-77 0 0,0 0-74 0 0,8-15-99 0 0,24-42-75 0 0,-16 40 180 0 0,-13 18-512 0 0,-1 0-55 0 0,1 1-1 0 0,-1 0 1 0 0,0-1-1 0 0,1 1 1 0 0,-1 0-1 0 0,0 0 1 0 0,0 0-1 0 0,0 1 1 0 0,-1-1-1 0 0,1 0 1 0 0,-1 1-1 0 0,1-1 1 0 0,-1 1-1 0 0,0 0 1 0 0,1-1-1 0 0,-2 1 1 0 0,1 0-1 0 0,0 0 1 0 0,0 0-1 0 0,-1-1 0 0 0,1 1 1 0 0,-1 3 27 0 0,1-2 7 0 0,-1 1 0 0 0,1 0-1 0 0,-1 0 1 0 0,0-1 0 0 0,0 1 0 0 0,-1 0-1 0 0,1 0 1 0 0,-1-1 0 0 0,0 1 0 0 0,0-1 0 0 0,-1 1-1 0 0,1-1 1 0 0,-1 1 0 0 0,0-1 0 0 0,0 0 0 0 0,-1 0-1 0 0,1 1 1 0 0,-1-2 0 0 0,0 1 0 0 0,0 0 0 0 0,0-1-1 0 0,-1 1-6 0 0,-3 1 88 0 0,0-1 1 0 0,0 1-1 0 0,-1-1 0 0 0,0 0 0 0 0,0-1 0 0 0,0 0 0 0 0,0 0 0 0 0,-1-1 0 0 0,1 0 0 0 0,-1-1 0 0 0,1 1 0 0 0,-1-2 1 0 0,1 1-1 0 0,-1-1 0 0 0,0-1 0 0 0,1 1 0 0 0,-5-2-88 0 0,0 0 101 0 0,0-1 0 0 0,-1-1 1 0 0,1 0-1 0 0,1-1 0 0 0,-1 0 0 0 0,1-1 0 0 0,0 0 1 0 0,0-1-1 0 0,-6-5-101 0 0,14 10 19 0 0,1-1-1 0 0,-1 1 1 0 0,1-1 0 0 0,0 1-1 0 0,0-1 1 0 0,0 0 0 0 0,0 0-1 0 0,1 0 1 0 0,-1-1 0 0 0,1 1-1 0 0,0-1 1 0 0,0 1 0 0 0,0-1-1 0 0,0 0 1 0 0,1 0 0 0 0,0 0-1 0 0,-1 0 1 0 0,1 0 0 0 0,1 0-1 0 0,-1 0 1 0 0,1 0 0 0 0,-1 0-1 0 0,1 0 1 0 0,0 0 0 0 0,1 0-1 0 0,-1 0 1 0 0,1 0 0 0 0,-1-1-1 0 0,1 1 1 0 0,1 0 0 0 0,-1 1-1 0 0,0-1 1 0 0,1 0 0 0 0,0 0-19 0 0,1-1-107 0 0,0 1 1 0 0,1 0 0 0 0,-1 0 0 0 0,1 1 0 0 0,0-1 0 0 0,0 1-1 0 0,0 0 1 0 0,1 0 0 0 0,-1 0 0 0 0,1 1 0 0 0,-1-1 0 0 0,1 1-1 0 0,0 0 1 0 0,0 0 0 0 0,0 1 0 0 0,0 0 0 0 0,0 0 0 0 0,0 0-1 0 0,1 0 1 0 0,-1 1 0 0 0,0 0 0 0 0,3 0 106 0 0,-3 0-723 0 0,1 0 1 0 0,0 1-1 0 0,-1 0 0 0 0,1 0 0 0 0,0 1 1 0 0,-1-1-1 0 0,0 1 0 0 0,1 1 1 0 0,-1-1-1 0 0,0 1 0 0 0,0-1 1 0 0,0 1-1 0 0,1 2 723 0 0,18 11-7144 0 0,-19-12 1220 0 0</inkml:trace>
  <inkml:trace contextRef="#ctx0" brushRef="#br0" timeOffset="614.83">848 145 1240 0 0,'0'0'4129'0'0,"0"0"-1188"0"0,0 0-626 0 0,0 0-408 0 0,0 0-316 0 0,0 0-320 0 0,0 0-284 0 0,0 0-202 0 0,0 0-163 0 0,0 0-102 0 0,0 0-60 0 0,0 0-67 0 0,0 0-60 0 0,5-10-52 0 0,17-32-68 0 0,-6 29 61 0 0,-14 14-288 0 0,2 0 9 0 0,0 1-1 0 0,0 0 0 0 0,-1 0 0 0 0,1 0 1 0 0,-1 0-1 0 0,1 0 0 0 0,-1 1 0 0 0,0 0 1 0 0,0 0-1 0 0,0-1 0 0 0,0 2 0 0 0,-1-1 1 0 0,3 3 5 0 0,-4-5 4 0 0,3 3 9 0 0,-1 0-1 0 0,1 0 1 0 0,-1 0 0 0 0,0 1-1 0 0,0-1 1 0 0,0 1-1 0 0,-1 0 1 0 0,1-1 0 0 0,-1 1-1 0 0,-1 0 1 0 0,1 0-1 0 0,-1 1 1 0 0,1-1-1 0 0,-1 0 1 0 0,-1 2-13 0 0,0-3 12 0 0,1-3 6 0 0,-1 1-1 0 0,0-1 1 0 0,0 1 0 0 0,0 0 0 0 0,0-1-1 0 0,0 1 1 0 0,0 0 0 0 0,0-1 0 0 0,-1 1-1 0 0,1 0 1 0 0,-1-1 0 0 0,1 1 0 0 0,-1-1-1 0 0,1 1 1 0 0,-1-1 0 0 0,0 1-1 0 0,0-1 1 0 0,0 1 0 0 0,0-1 0 0 0,0 0-1 0 0,0 1 1 0 0,0-1 0 0 0,0 0 0 0 0,-1 0-1 0 0,1 0 1 0 0,0 0 0 0 0,-1 0-18 0 0,-7 4 226 0 0,-1-1 1 0 0,-1 0 0 0 0,1-1-1 0 0,0 0 1 0 0,-1-1 0 0 0,0 0-1 0 0,1 0 1 0 0,-1-1-1 0 0,0 0 1 0 0,0-1 0 0 0,0-1-1 0 0,0 0 1 0 0,1 0 0 0 0,-1-1-1 0 0,-7-2-226 0 0,-8-2 193 0 0,0-1-1 0 0,0-1 1 0 0,1-1-1 0 0,0-2 1 0 0,1 0-1 0 0,-14-10-192 0 0,33 18 27 0 0,0 1 1 0 0,0-1-1 0 0,0-1 0 0 0,0 1 0 0 0,1 0 1 0 0,0-1-1 0 0,-1 0 0 0 0,1 0 1 0 0,1-1-1 0 0,-1 1 0 0 0,-1-3-27 0 0,4 4 16 0 0,-1 0 1 0 0,0 0-1 0 0,1-1 0 0 0,0 1 0 0 0,0-1 0 0 0,0 1 0 0 0,0-1 1 0 0,1 1-1 0 0,-1-1 0 0 0,1 1 0 0 0,0-1 0 0 0,0 0 0 0 0,0 1 1 0 0,0-1-1 0 0,1 0 0 0 0,0 1 0 0 0,-1-1 0 0 0,1 1 0 0 0,1-1 1 0 0,-1 1-1 0 0,0 0 0 0 0,1-1 0 0 0,0 1 0 0 0,0-1-16 0 0,5-2-77 0 0,0 0 0 0 0,1 1 0 0 0,-1 0 0 0 0,1 1-1 0 0,0 0 1 0 0,0 0 0 0 0,1 0 0 0 0,-1 1 0 0 0,1 0 0 0 0,0 1 0 0 0,-1 0-1 0 0,1 0 1 0 0,0 1 0 0 0,0 0 0 0 0,0 1 0 0 0,0 0 0 0 0,0 0 0 0 0,0 1-1 0 0,0 0 1 0 0,7 2 77 0 0,-1 0-543 0 0,0 0 1 0 0,0 1-1 0 0,0 0 0 0 0,-1 2 0 0 0,1-1 0 0 0,-1 2 0 0 0,3 2 543 0 0,21 13-4078 0 0,-4 1-3523 0 0,-22-15-1477 0 0</inkml:trace>
</inkml:ink>
</file>

<file path=ppt/ink/ink2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16:44:17.36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22 2857 0 0,'0'0'2964'0'0,"0"0"-202"0"0,0 0-312 0 0,0 0-279 0 0,0 0-301 0 0,0 0-283 0 0,0 0-358 0 0,0 0-370 0 0,0 0-292 0 0,0 0-235 0 0,0 0-172 0 0,0-4-112 0 0,4-13-6 0 0,22 77 306 0 0,-19-45-333 0 0,5 14-41 0 0,1-1 0 0 0,1-1 1 0 0,1 0-1 0 0,1-1 0 0 0,19 22 26 0 0,-22-36-1108 0 0,-7-10-7266 0 0,-6-3 2855 0 0,0 0 2211 0 0,0-3 1485 0 0</inkml:trace>
</inkml:ink>
</file>

<file path=ppt/ink/ink2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16:44:17.93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269 77 2489 0 0,'0'0'2719'0'0,"0"0"-116"0"0,0 0-141 0 0,0 0-307 0 0,0 0-365 0 0,0 0-343 0 0,0 0-303 0 0,0 0-249 0 0,0 0-179 0 0,0 0-141 0 0,0 0-94 0 0,0 0-22 0 0,0 0-27 0 0,5-13-31 0 0,13-38-31 0 0,-14 38-59 0 0,-4 13-70 0 0,0 0-66 0 0,0 0-89 0 0,8 6-290 0 0,71 123 556 0 0,-77-125-352 0 0,-1-1 0 0 0,0 0 0 0 0,0 1 0 0 0,0 0 0 0 0,0-1 0 0 0,-1 1 0 0 0,1-1 0 0 0,-1 1-1 0 0,0 0 1 0 0,0-1 0 0 0,0 1 0 0 0,-1-1 0 0 0,0 4 0 0 0,-1-4 29 0 0,1-1 0 0 0,-1 0 0 0 0,0 0 0 0 0,0 0 0 0 0,-1 0-1 0 0,1-1 1 0 0,0 1 0 0 0,0 0 0 0 0,-1-1 0 0 0,1 0 0 0 0,-1 1 0 0 0,0-1 0 0 0,1 0 0 0 0,-1 0-1 0 0,0-1 1 0 0,1 1 0 0 0,-1-1 0 0 0,0 1 0 0 0,0-1 0 0 0,0 0 0 0 0,-1 0-29 0 0,-18 1 142 0 0,-1-2-1 0 0,1-1 1 0 0,-1 0 0 0 0,1-2 0 0 0,0-1 0 0 0,0 0 0 0 0,1-2-1 0 0,-1 0 1 0 0,1-2 0 0 0,1 0 0 0 0,0-1 0 0 0,-2-2-142 0 0,21 11 6 0 0,-3 0 27 0 0,1 0 0 0 0,0-1 0 0 0,0 1 0 0 0,-1-1 1 0 0,1 0-1 0 0,1 0 0 0 0,-1 0 0 0 0,0 0 1 0 0,0-1-1 0 0,1 1 0 0 0,-1-1 0 0 0,1 1 1 0 0,0-1-1 0 0,0 0 0 0 0,0 0 0 0 0,0 0 1 0 0,0 0-1 0 0,1 0 0 0 0,-1-1-33 0 0,2 2-5 0 0,0 1 0 0 0,0-1-1 0 0,0 0 1 0 0,1 1 0 0 0,-1-1 0 0 0,0 0 0 0 0,1 1-1 0 0,-1-1 1 0 0,1 1 0 0 0,-1-1 0 0 0,1 1-1 0 0,0-1 1 0 0,0 1 0 0 0,0 0 0 0 0,0-1 0 0 0,0 1-1 0 0,0 0 1 0 0,0-1 0 0 0,0 1 0 0 0,0 0 0 0 0,1 0-1 0 0,-1 0 1 0 0,0 0 0 0 0,1 0 0 0 0,-1 1-1 0 0,0-1 1 0 0,2 0 5 0 0,-1 0-24 0 0,5-3-376 0 0,1 0-1 0 0,0 1 1 0 0,1-1 0 0 0,-1 2 0 0 0,0-1 0 0 0,1 2 0 0 0,-1-1 0 0 0,1 1 0 0 0,0 0 0 0 0,-1 1 0 0 0,1 0-1 0 0,0 0 1 0 0,2 1 400 0 0,6-1-1731 0 0,40 9-8443 0 0,-46-5 3690 0 0</inkml:trace>
</inkml:ink>
</file>

<file path=ppt/ink/ink2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16:44:18.27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47 52 6121 0 0,'0'0'2848'0'0,"0"0"-324"0"0,0 0-359 0 0,0 0-301 0 0,0 0-250 0 0,0 0-217 0 0,0 0-188 0 0,0 0-179 0 0,0 0-155 0 0,0 0-175 0 0,0 0-197 0 0,0 0-205 0 0,0 0-182 0 0,-7-10-84 0 0,-21-32 5 0 0,28 42-32 0 0,-1 1 0 0 0,0-1 0 0 0,1 0 0 0 0,-1 0 0 0 0,1 0 0 0 0,-1 0 0 0 0,1 1 0 0 0,-1-1 0 0 0,1 0 0 0 0,-1 0 0 0 0,1 1 0 0 0,-1-1 0 0 0,1 0 0 0 0,0 1-1 0 0,-1-1 1 0 0,1 1 0 0 0,-1-1 0 0 0,1 1 0 0 0,0-1 0 0 0,0 0 0 0 0,-1 1 0 0 0,1-1 0 0 0,0 1 0 0 0,0-1 0 0 0,-1 1 0 0 0,1 0 0 0 0,0-1 0 0 0,0 1 0 0 0,0-1 0 0 0,0 1 0 0 0,0-1 0 0 0,0 1 0 0 0,0-1 0 0 0,0 1 0 0 0,0 0 0 0 0,0-1 0 0 0,0 1 0 0 0,0-1 0 0 0,0 1 0 0 0,0-1 0 0 0,0 1 0 0 0,1-1 0 0 0,-1 1 0 0 0,0-1-1 0 0,0 1 1 0 0,1-1 0 0 0,-1 1 0 0 0,0-1 0 0 0,1 1 0 0 0,-1-1 0 0 0,1 1-5 0 0,-1 3 30 0 0,0 6-6 0 0,1 0 0 0 0,-1 0 0 0 0,2-1 0 0 0,-1 1 0 0 0,2 0 0 0 0,-1 0 0 0 0,1-1 0 0 0,0 1 0 0 0,1-1 0 0 0,1 0 0 0 0,-1 0 0 0 0,1-1 0 0 0,0 1 0 0 0,1-1 0 0 0,3 3-24 0 0,-2-3-275 0 0,-1 1 0 0 0,0 0 0 0 0,0 0 1 0 0,-1 0-1 0 0,0 1 0 0 0,-1 0 0 0 0,3 6 275 0 0,-3 3-4421 0 0,-3 1-3663 0 0,-1-16-1463 0 0</inkml:trace>
</inkml:ink>
</file>

<file path=ppt/ink/ink2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16:44:19.28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37 57 1360 0 0,'0'0'3364'0'0,"0"0"-461"0"0,0 0-376 0 0,0 0-324 0 0,0 0-285 0 0,0 0-298 0 0,0 0-331 0 0,0 0-284 0 0,0 0-267 0 0,0 0-230 0 0,0 0-197 0 0,0 0-159 0 0,-5-11-108 0 0,-19-32-40 0 0,24 43-1 0 0,0 0 0 0 0,0 0 0 0 0,0 0 0 0 0,0 0 0 0 0,-1 0 0 0 0,1 0 0 0 0,0 1 0 0 0,0-1 0 0 0,0 0 0 0 0,0 0 0 0 0,0 0 0 0 0,-1 0 0 0 0,1 0 0 0 0,0 0 0 0 0,0 0 0 0 0,0 0 0 0 0,0 0 0 0 0,-1 0 0 0 0,1 0 0 0 0,0 0 0 0 0,0 0 0 0 0,0 0 0 0 0,0 0 1 0 0,-1 0-1 0 0,1 0 0 0 0,0 0 0 0 0,0 0 0 0 0,0 0 0 0 0,-1 0 0 0 0,1 0 0 0 0,0 0 0 0 0,0 0 0 0 0,0 0 0 0 0,0 0 0 0 0,0 0 0 0 0,-1 0 0 0 0,1-1 0 0 0,0 1 0 0 0,0 0 0 0 0,0 0 0 0 0,0 0 0 0 0,0 0 0 0 0,0 0 0 0 0,-1-1 0 0 0,1 1 0 0 0,0 0 0 0 0,0 0 0 0 0,0 0 1 0 0,0 0-1 0 0,0 0 0 0 0,0-1 0 0 0,0 1 0 0 0,0 0 0 0 0,0 0 0 0 0,0 0 0 0 0,0-1-3 0 0,0 15 214 0 0,0-13-181 0 0,11 74 634 0 0,83 106-244 0 0,-75-137-678 0 0,-19-53-13921 0 0,-2 7 7154 0 0</inkml:trace>
</inkml:ink>
</file>

<file path=ppt/ink/ink2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16:44:19.63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36 3273 0 0,'0'0'3380'0'0,"0"0"-298"0"0,0 0-472 0 0,0 0-367 0 0,0 0-294 0 0,0 0-299 0 0,0 0-290 0 0,0 0-257 0 0,0 0-256 0 0,0 0-254 0 0,0 0-220 0 0,0 0-200 0 0,0 0-115 0 0,0-8-47 0 0,0 0-17 0 0,2-11 24 0 0,13 36 75 0 0,29 65 63 0 0,35 55-860 0 0,-70-114-1910 0 0,-8-18-1890 0 0,-1 0-3707 0 0,0-5 1278 0 0</inkml:trace>
</inkml:ink>
</file>

<file path=ppt/ink/ink2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16:44:20.21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31 48 3257 0 0,'0'0'2295'0'0,"0"0"-101"0"0,0 0-311 0 0,0 0-292 0 0,0 0-288 0 0,0 0-322 0 0,0 0-289 0 0,0 0-197 0 0,0 0-140 0 0,0 0-83 0 0,0 0-39 0 0,0 0-18 0 0,20-5 2 0 0,63-14-14 0 0,-81 19-188 0 0,0-1 0 0 0,0 0 0 0 0,0 1 0 0 0,0-1 0 0 0,0 1 1 0 0,0 0-1 0 0,0 0 0 0 0,0 0 0 0 0,0 0 0 0 0,0 0 0 0 0,0 0 0 0 0,0 0 0 0 0,0 1 0 0 0,0-1 0 0 0,0 1 0 0 0,0-1 0 0 0,0 1 0 0 0,0 0 0 0 0,0 0 1 0 0,0 0-16 0 0,5 3 77 0 0,6 1 62 0 0,0 1 1 0 0,0 1-1 0 0,-1 0 1 0 0,0 1-1 0 0,0 0 0 0 0,0 1 1 0 0,-1 0-1 0 0,-1 1 1 0 0,3 2-140 0 0,-11-10 40 0 0,0 1 1 0 0,-1-1-1 0 0,1 0 1 0 0,0 1-1 0 0,-1 0 1 0 0,1-1-1 0 0,-1 1 1 0 0,0 0-1 0 0,0 0 1 0 0,0 0-1 0 0,0 0 1 0 0,0-1-1 0 0,-1 1 1 0 0,0 0-1 0 0,1 0 1 0 0,-1 0-1 0 0,0 1 1 0 0,0-1-1 0 0,0 0 1 0 0,-1 0-1 0 0,1 0 1 0 0,-1-1-1 0 0,0 1 1 0 0,0 0-1 0 0,0 0 1 0 0,0 0-1 0 0,0 0 1 0 0,-1-1-1 0 0,1 1 1 0 0,-1 0-1 0 0,1-1 1 0 0,-1 0-1 0 0,0 1 1 0 0,0-1-1 0 0,0 0 1 0 0,-1 0-1 0 0,1 0 1 0 0,0 0-1 0 0,-1 0 1 0 0,1-1 0 0 0,-1 1-1 0 0,0-1 1 0 0,-2 2-41 0 0,-7 0 292 0 0,0 0 0 0 0,0-1 0 0 0,-1 0 0 0 0,1-1 1 0 0,-1 0-1 0 0,1-1 0 0 0,-1 0 0 0 0,0-1-292 0 0,3 0 79 0 0,1-1 0 0 0,0 1 0 0 0,0-2-1 0 0,0 1 1 0 0,0-1 0 0 0,0-1 0 0 0,1 1-1 0 0,-1-1 1 0 0,1-1 0 0 0,0 0 0 0 0,1 0-1 0 0,-1-1 1 0 0,1 1 0 0 0,0-2 0 0 0,0 1-1 0 0,0-1 1 0 0,1 0 0 0 0,0-1-79 0 0,3 4-5 0 0,1 0-1 0 0,1 0 1 0 0,-1 0-1 0 0,1 0 1 0 0,-1 0 0 0 0,1-1-1 0 0,0 1 1 0 0,0 0-1 0 0,1-1 1 0 0,0 1 0 0 0,-1 0-1 0 0,2-1 1 0 0,-1 1 0 0 0,0-1-1 0 0,1 1 1 0 0,0 0-1 0 0,0-1 1 0 0,0 1 0 0 0,0 0-1 0 0,1 0 1 0 0,-1 0-1 0 0,1 0 1 0 0,0 0 0 0 0,1 0-1 0 0,1-3 6 0 0,29-24-1635 0 0,-5 22-5500 0 0,-23 9 2033 0 0,0 0-4208 0 0</inkml:trace>
</inkml:ink>
</file>

<file path=ppt/ink/ink2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16:44:21.28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 48 2481 0 0,'0'0'2445'0'0,"0"0"-28"0"0,0 0-241 0 0,0 0-271 0 0,0 0-294 0 0,0 0-274 0 0,0 0-199 0 0,0 0-164 0 0,0 0-114 0 0,0 0-116 0 0,0 0-113 0 0,0 0-89 0 0,0 0-85 0 0,-2-10-88 0 0,-9-28-88 0 0,11 39-274 0 0,0-1 0 0 0,-1 0 0 0 0,1 0 0 0 0,0 0 0 0 0,0 1 0 0 0,0-1 0 0 0,0 0 0 0 0,0 0 0 0 0,0 0 0 0 0,-1 0 0 0 0,1 1 0 0 0,0-1 0 0 0,0 0 0 0 0,0 0 0 0 0,-1 0 0 0 0,1 0 0 0 0,0 0 0 0 0,0 1 0 0 0,0-1 1 0 0,-1 0-1 0 0,1 0 0 0 0,0 0 0 0 0,0 0 0 0 0,-1 0 0 0 0,1 0 0 0 0,0 0 0 0 0,0 0 0 0 0,0 0 0 0 0,-1 0 0 0 0,1 0 0 0 0,0 0 0 0 0,0 0 0 0 0,-1 0 0 0 0,1 0 0 0 0,0 0 0 0 0,0 0 0 0 0,0 0 0 0 0,-1-1 0 0 0,1 1 0 0 0,0 0 0 0 0,0 0 0 0 0,0 0 0 0 0,-1 0 0 0 0,1 0 0 0 0,0-1 0 0 0,0 1 0 0 0,0 0 0 0 0,0 0 0 0 0,-1 0 0 0 0,1 0 0 0 0,0-1 0 0 0,0 1 0 0 0,0 0 0 0 0,0 0 0 0 0,0-1-7 0 0,-2 63 533 0 0,5-54-496 0 0,-1 0 0 0 0,1 0 0 0 0,0-1 1 0 0,1 1-1 0 0,0-1 0 0 0,0 0 0 0 0,1 0 0 0 0,0 0 0 0 0,5 5-37 0 0,7 11 38 0 0,57 67-518 0 0,-68-86-1272 0 0,-6-17-12176 0 0,-3 9 8429 0 0</inkml:trace>
</inkml:ink>
</file>

<file path=ppt/ink/ink2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16:44:21.66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 1 4457 0 0,'0'0'3187'0'0,"0"0"-253"0"0,0 0-397 0 0,0 0-381 0 0,0 0-327 0 0,0 0-346 0 0,0 0-386 0 0,0 0-327 0 0,0 0-289 0 0,0 0-210 0 0,0 0-140 0 0,0 0-26 0 0,0 0 12 0 0,-1 2 41 0 0,0 2-125 0 0,1 0 0 0 0,0-1 0 0 0,0 1 0 0 0,0 0 0 0 0,1 0 0 0 0,-1 0 1 0 0,1 0-1 0 0,0 0 0 0 0,0 0 0 0 0,0-1 0 0 0,1 1 0 0 0,-1-1 0 0 0,1 1 0 0 0,0-1 1 0 0,0 1-1 0 0,0-1 0 0 0,0 0 0 0 0,1 0 0 0 0,0 1-33 0 0,62 95 71 0 0,-19-45-2941 0 0,-43-53-2943 0 0,-2-5-397 0 0,-1 4 5834 0 0,0-2-6768 0 0</inkml:trace>
</inkml:ink>
</file>

<file path=ppt/ink/ink2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16:44:21.99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7554 0 0,'0'0'3164'0'0,"0"0"-614"0"0,0 0-544 0 0,0 0-400 0 0,0 0-329 0 0,0 0-329 0 0,0 0-346 0 0,0 0-314 0 0,0 0-159 0 0,0 0-21 0 0,0 0 31 0 0,0 0 64 0 0,0 0 5 0 0,2 10-63 0 0,11 35-46 0 0,-9-32-100 0 0,1 0-1 0 0,1-1 1 0 0,0 0 0 0 0,0 0 0 0 0,2 0-1 0 0,-1-1 1 0 0,1 0 0 0 0,7 7 1 0 0,7 10-181 0 0,-3-2-188 0 0,18 25-4276 0 0,-27-35-3496 0 0,-8-12 461 0 0</inkml:trace>
</inkml:ink>
</file>

<file path=ppt/ink/ink2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16:44:28.574"/>
    </inkml:context>
    <inkml:brush xml:id="br0">
      <inkml:brushProperty name="width" value="0.05" units="cm"/>
      <inkml:brushProperty name="height" value="0.05" units="cm"/>
      <inkml:brushProperty name="color" value="#542378"/>
    </inkml:brush>
  </inkml:definitions>
  <inkml:trace contextRef="#ctx0" brushRef="#br0">34 0 8002 0 0,'0'0'2898'0'0,"0"0"-550"0"0,0 0-449 0 0,0 0-229 0 0,0 0-190 0 0,0 0-281 0 0,0 0-309 0 0,0 0-298 0 0,0 0-240 0 0,0 0-133 0 0,0 0-95 0 0,0 0-63 0 0,0 0-9 0 0,-6 2-8 0 0,-18 9 9 0 0,23-11-45 0 0,1 1-1 0 0,-1 0 0 0 0,1 0 0 0 0,0 0 0 0 0,-1-1 0 0 0,1 1 0 0 0,0 0 1 0 0,0 0-1 0 0,-1 0 0 0 0,1 0 0 0 0,0 0 0 0 0,0 0 0 0 0,0 0 1 0 0,0 0-1 0 0,0 0 0 0 0,1-1 0 0 0,-1 1 0 0 0,0 0 0 0 0,0 0 1 0 0,0 0-1 0 0,1 0 0 0 0,-1 0 0 0 0,1-1 0 0 0,-1 1 0 0 0,0 0 1 0 0,1 0-1 0 0,-1 0 0 0 0,1-1 0 0 0,0 1 0 0 0,-1 0 0 0 0,1-1 1 0 0,0 1-1 0 0,-1-1 0 0 0,1 1 0 0 0,0 0 0 0 0,0-1 0 0 0,0 1-7 0 0,0 0 22 0 0,7 8-36 0 0,0 0 1 0 0,0-1-1 0 0,1 0 0 0 0,0 0 1 0 0,1-1-1 0 0,0 0 0 0 0,0-1 0 0 0,0 0 1 0 0,0-1-1 0 0,1 0 0 0 0,3 1 14 0 0,-11-5-11 0 0,-1 0-1 0 0,0-1 0 0 0,1 1 0 0 0,-1 0 0 0 0,0-1 1 0 0,1 1-1 0 0,-1-1 0 0 0,1 0 0 0 0,-1 0 1 0 0,0 0-1 0 0,1 0 0 0 0,-1 0 0 0 0,1 0 0 0 0,-1-1 1 0 0,1 1-1 0 0,-1-1 0 0 0,0 0 0 0 0,1 0 1 0 0,-1 0-1 0 0,0 0 0 0 0,0 0 0 0 0,0 0 0 0 0,0 0 1 0 0,0-1-1 0 0,0 1 0 0 0,0-1 0 0 0,0 0 1 0 0,0 1-1 0 0,-1-1 0 0 0,1 0 0 0 0,-1 0 0 0 0,1 0 1 0 0,-1 0-1 0 0,0 0 0 0 0,0 0 0 0 0,1-3 12 0 0,2-84 1581 0 0,-4 89-1413 0 0,0 0-127 0 0,16 28-835 0 0,174 373 925 0 0,-187-396-156 0 0,0 0 0 0 0,-1 0-1 0 0,0 0 1 0 0,0 1-1 0 0,-1-1 1 0 0,1 1 0 0 0,-1-1-1 0 0,0 1 1 0 0,-1 0 0 0 0,1-1-1 0 0,-1 1 1 0 0,0 0 0 0 0,-1 3 25 0 0,0-8-1 0 0,-1 0 1 0 0,1 0 0 0 0,0 0-1 0 0,-1 0 1 0 0,1 0-1 0 0,0 0 1 0 0,-1 0 0 0 0,1-1-1 0 0,-1 1 1 0 0,0-1-1 0 0,1 1 1 0 0,-1-1 0 0 0,1 0-1 0 0,-1 1 1 0 0,0-1-1 0 0,1 0 1 0 0,-1 0 0 0 0,0 0-1 0 0,1 0 1 0 0,-1 0-1 0 0,-1-1 1 0 0,1 1 11 0 0,-36-2-38 0 0,0-1-1 0 0,-1-2 0 0 0,-16-5 28 0 0,-16-5-3151 0 0,22 5-2304 0 0,25 6-5130 0 0</inkml:trace>
</inkml:ink>
</file>

<file path=ppt/ink/ink2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16:44:27.542"/>
    </inkml:context>
    <inkml:brush xml:id="br0">
      <inkml:brushProperty name="width" value="0.05" units="cm"/>
      <inkml:brushProperty name="height" value="0.05" units="cm"/>
      <inkml:brushProperty name="color" value="#542378"/>
    </inkml:brush>
  </inkml:definitions>
  <inkml:trace contextRef="#ctx0" brushRef="#br0">1 2 1328 0 0,'0'0'4841'0'0,"0"0"-1828"0"0,0 0-766 0 0,0 0-317 0 0,0 0-228 0 0,0 0-195 0 0,0 0-211 0 0,0 0-219 0 0,0 0-219 0 0,0 0-179 0 0,0 0-142 0 0,0 0-121 0 0,0 0-86 0 0,0 18-73 0 0,5 54-57 0 0,5-41 76 0 0,-8-29-291 0 0,0-1-1 0 0,0 1 1 0 0,0-1 0 0 0,0 1-1 0 0,0-1 1 0 0,1 0-1 0 0,-1 0 1 0 0,0 0 0 0 0,1 0-1 0 0,-1 0 1 0 0,1-1 0 0 0,-1 1-1 0 0,1-1 1 0 0,-1 1-1 0 0,1-1 1 0 0,0 0 0 0 0,-1 0-1 0 0,1 0 1 0 0,-1 0 0 0 0,1-1-1 0 0,-1 1 1 0 0,1-1-1 0 0,-1 1 1 0 0,1-1 0 0 0,-1 0-1 0 0,1 0 1 0 0,-1 0 0 0 0,0 0-1 0 0,0-1 1 0 0,1 1-1 0 0,-1-1 1 0 0,1 0 15 0 0,1-1-78 0 0,0 0 77 0 0,1 0 1 0 0,0 0-1 0 0,-1 0 0 0 0,0 0 0 0 0,0-1 1 0 0,0 0-1 0 0,0 0 0 0 0,-1 0 1 0 0,1-1-1 0 0,-1 1 0 0 0,0-1 0 0 0,-1 1 1 0 0,1-1-1 0 0,-1 0 0 0 0,0 0 1 0 0,1-1 0 0 0,-3 6 2 0 0,0 1 1 0 0,0-1 0 0 0,0 0 0 0 0,0 1 0 0 0,0-1-1 0 0,1 0 1 0 0,-1 1 0 0 0,0-1 0 0 0,0 0 0 0 0,0 0-1 0 0,1 1 1 0 0,-1-1 0 0 0,0 0 0 0 0,0 0-1 0 0,1 0 1 0 0,-1 1 0 0 0,0-1 0 0 0,1 0 0 0 0,-1 0-1 0 0,0 0 1 0 0,1 0 0 0 0,-1 0 0 0 0,0 1 0 0 0,1-1-1 0 0,-1 0 1 0 0,0 0 0 0 0,1 0 0 0 0,-1 0-1 0 0,0 0 1 0 0,1 0 0 0 0,-1 0 0 0 0,0 0 0 0 0,1 0-1 0 0,-1 0 1 0 0,0-1 0 0 0,1 1 0 0 0,-1 0 0 0 0,0 0-1 0 0,1 0 1 0 0,-1 0 0 0 0,0 0 0 0 0,1-1-1 0 0,-1 1 1 0 0,0 0 0 0 0,0 0 0 0 0,1-1 0 0 0,-1 1-1 0 0,0 0 1 0 0,0 0 0 0 0,1-1 0 0 0,-1 1 0 0 0,0 0-1 0 0,0 0 1 0 0,0-1 0 0 0,0 1 0 0 0,1 0-1 0 0,-1-1-2 0 0,8 12-37 0 0,0 0-1 0 0,1 0 1 0 0,0-1-1 0 0,0 0 1 0 0,2 0-1 0 0,-1-2 0 0 0,10 7 38 0 0,1 2-654 0 0,3-2-2707 0 0,-8-11-6960 0 0,-13-4 2849 0 0</inkml:trace>
  <inkml:trace contextRef="#ctx0" brushRef="#br0" timeOffset="577.63">560 26 8954 0 0,'0'0'2687'0'0,"0"0"-788"0"0,0 0-520 0 0,0 0-200 0 0,0 0-79 0 0,0 0-74 0 0,0 0-70 0 0,0 0-56 0 0,0 0-73 0 0,0 0-113 0 0,0 0-174 0 0,0 0-163 0 0,0 0-114 0 0,-13 11-75 0 0,-42 35-47 0 0,36-22 26 0 0,18-19-132 0 0,1-1-28 0 0,-1-1 1 0 0,1 1-1 0 0,0 0 1 0 0,1 0-1 0 0,-1-1 1 0 0,1 1-1 0 0,-1 0 1 0 0,1 0-1 0 0,0-1 1 0 0,0 1-1 0 0,1-1 1 0 0,-1 1-1 0 0,1-1 1 0 0,0 0-1 0 0,0 1 1 0 0,0-1-1 0 0,0 0 1 0 0,0 0-1 0 0,1 0 1 0 0,-1-1-1 0 0,1 1 1 0 0,0-1-1 0 0,0 1 1 0 0,0-1-1 0 0,0 0 1 0 0,0 0 0 0 0,1 0-1 0 0,-1 0 1 0 0,0-1-1 0 0,2 1-7 0 0,2 1-198 0 0,0 0 0 0 0,0 0 0 0 0,0 0 0 0 0,1-1 0 0 0,-1-1-1 0 0,0 1 1 0 0,1-1 0 0 0,-1 0 0 0 0,1-1 0 0 0,0 0 0 0 0,6 0 198 0 0,-12 0-31 0 0,0-1 0 0 0,-1 1 0 0 0,1 0-1 0 0,0-1 1 0 0,0 1 0 0 0,-1-1 0 0 0,1 1 0 0 0,0-1 0 0 0,-1 0 0 0 0,1 0 0 0 0,-1 0-1 0 0,1 0 1 0 0,-1 0 0 0 0,1 0 0 0 0,-1 0 0 0 0,0 0 0 0 0,1 0 0 0 0,-1-1 0 0 0,0 1 0 0 0,0 0-1 0 0,0-1 1 0 0,0 1 0 0 0,0-1 0 0 0,0 0 0 0 0,-1 1 0 0 0,1-1 0 0 0,0 0 0 0 0,-1-1 31 0 0,11-54 292 0 0,-10 47-63 0 0,-1 9-213 0 0,0 1 0 0 0,0-1 0 0 0,0 0 0 0 0,0 0-1 0 0,0 0 1 0 0,0 0 0 0 0,1 1 0 0 0,-1-1-1 0 0,0 0 1 0 0,1 0 0 0 0,-1 0 0 0 0,0 1-1 0 0,1-1 1 0 0,-1 0 0 0 0,1 0 0 0 0,-1 1-1 0 0,1-1 1 0 0,-1 1 0 0 0,1-1 0 0 0,0 0-1 0 0,-1 1 1 0 0,1-1 0 0 0,0 1 0 0 0,-1-1 0 0 0,1 1-1 0 0,0 0 1 0 0,0-1 0 0 0,-1 1 0 0 0,1 0-1 0 0,0-1 1 0 0,0 1 0 0 0,0 0 0 0 0,0 0-1 0 0,-1 0 1 0 0,1 0 0 0 0,0 0 0 0 0,0 0-1 0 0,0 0 1 0 0,0 0 0 0 0,0 0 0 0 0,-1 0-1 0 0,1 0 1 0 0,0 1 0 0 0,0-1 0 0 0,0 0 0 0 0,-1 0-1 0 0,1 1 1 0 0,0-1 0 0 0,0 1 0 0 0,-1-1-1 0 0,1 1 1 0 0,0-1 0 0 0,-1 1 0 0 0,1-1-1 0 0,0 1-15 0 0,103 84-197 0 0,-83-71 213 0 0,-8-4-13 0 0,1 0 1 0 0,0-1 0 0 0,0 0-1 0 0,1-2 1 0 0,0 0-1 0 0,0 0 1 0 0,1-1 0 0 0,-1-1-1 0 0,1-1 1 0 0,8 1-4 0 0,-24-4 28 0 0,1-1-1 0 0,-1 0 1 0 0,1 0-1 0 0,-1 1 1 0 0,1-1-1 0 0,0 0 1 0 0,-1 0-1 0 0,1 0 1 0 0,0 1 0 0 0,-1-1-1 0 0,1 0 1 0 0,0 0-1 0 0,-1 0 1 0 0,1 0-1 0 0,0 0 1 0 0,-1 0 0 0 0,1-1-1 0 0,0 1 1 0 0,-1 0-1 0 0,1 0 1 0 0,-1 0-1 0 0,1-1 1 0 0,0 1-1 0 0,-1 0 1 0 0,1 0 0 0 0,-1-1-1 0 0,1 1 1 0 0,-1-1-1 0 0,1 1 1 0 0,-1 0-1 0 0,1-1 1 0 0,-1 1 0 0 0,1-1-1 0 0,-1 1 1 0 0,0-1-1 0 0,1 0 1 0 0,-1 1-1 0 0,0-1 1 0 0,1 1-1 0 0,-1-1 1 0 0,0 0 0 0 0,0 1-1 0 0,0-1 1 0 0,1 1-1 0 0,-1-1 1 0 0,0 0-1 0 0,0 1 1 0 0,0-1 0 0 0,0 0-1 0 0,0 1 1 0 0,0-1-1 0 0,0 0 1 0 0,0 1-1 0 0,-1-1-27 0 0,2-9 133 0 0,-2 0 0 0 0,1 1 0 0 0,-1-1 0 0 0,-1 0 0 0 0,0 1 0 0 0,0-1 0 0 0,-1 1 0 0 0,0-1 0 0 0,-1 0-133 0 0,-27-67 500 0 0,12 21-474 0 0,14 19-2501 0 0,4 34-284 0 0,-2 1-6452 0 0,1 2 1584 0 0</inkml:trace>
</inkml:ink>
</file>

<file path=ppt/ink/ink2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16:44:26.821"/>
    </inkml:context>
    <inkml:brush xml:id="br0">
      <inkml:brushProperty name="width" value="0.05" units="cm"/>
      <inkml:brushProperty name="height" value="0.05" units="cm"/>
      <inkml:brushProperty name="color" value="#542378"/>
    </inkml:brush>
  </inkml:definitions>
  <inkml:trace contextRef="#ctx0" brushRef="#br0">42 51 5993 0 0,'0'0'2709'0'0,"0"0"-398"0"0,0 0-368 0 0,0 0-229 0 0,0 0-122 0 0,0 0-170 0 0,0 0-231 0 0,0 0-247 0 0,0 0-233 0 0,0 0-174 0 0,0 0-139 0 0,-7-7-96 0 0,-21-24-122 0 0,21 24-141 0 0,19 36-704 0 0,40 79 713 0 0,-49-101-49 0 0,6 11-9 0 0,-2 0 0 0 0,1 1 0 0 0,-2 0 0 0 0,-1 0 0 0 0,0 0 0 0 0,-2 1 0 0 0,0-1 1 0 0,0 7 9 0 0,-9 26-170 0 0,-10-31 274 0 0,16-20 35 0 0,0-1 81 0 0,0 0 89 0 0,0 0 37 0 0,1-3-333 0 0,1 1 1 0 0,0-1-1 0 0,0 1 1 0 0,0 0 0 0 0,1 0-1 0 0,-1 0 1 0 0,0 0-1 0 0,1 1 1 0 0,-1-1 0 0 0,1 1-1 0 0,0-1 1 0 0,0 1-1 0 0,-1 0 1 0 0,1 0-1 0 0,0 0 1 0 0,0 1 0 0 0,0-1-1 0 0,0 0 1 0 0,0 1-1 0 0,0 0 1 0 0,0 0-1 0 0,2 0-13 0 0,8-2-73 0 0,1 0 0 0 0,-1 2-1 0 0,1-1 1 0 0,0 2 0 0 0,-1 0-1 0 0,1 0 1 0 0,-1 1 0 0 0,1 1-1 0 0,-1 0 1 0 0,0 1 0 0 0,0 1-1 0 0,0 0 1 0 0,1 1 73 0 0,-9-4-31 0 0,0-1 0 0 0,-1 1 0 0 0,1 0-1 0 0,-1 1 1 0 0,0-1 0 0 0,1 1 0 0 0,-1-1 0 0 0,0 1 0 0 0,0 1 0 0 0,-1-1 0 0 0,1 0 0 0 0,-1 1-1 0 0,0 0 1 0 0,0 0 0 0 0,0 0 0 0 0,0 0 0 0 0,-1 0 0 0 0,1 1 0 0 0,-1-1 0 0 0,0 1-1 0 0,0-1 1 0 0,-1 1 0 0 0,0 0 0 0 0,1 0 0 0 0,-2 0 0 0 0,1 0 0 0 0,0 4 31 0 0,-3-5 12 0 0,-1 0 0 0 0,1 0 0 0 0,-1 0 0 0 0,0 0 0 0 0,0-1 0 0 0,0 1 0 0 0,0-1 0 0 0,-1 0 0 0 0,1 0 0 0 0,-1 0 0 0 0,0 0 0 0 0,0-1 0 0 0,0 1 0 0 0,0-1 0 0 0,0 0 0 0 0,-1 0 0 0 0,1-1 0 0 0,-1 1 0 0 0,1-1 0 0 0,-1 0 0 0 0,0 0 0 0 0,-2 0-12 0 0,-32 8 207 0 0,-1-1 1 0 0,0-2 0 0 0,0-2-1 0 0,-1-2 1 0 0,1-1-1 0 0,-17-4-207 0 0,55 3-6 0 0,1 0 0 0 0,-1 0 0 0 0,0 0 0 0 0,1-1 0 0 0,-1 1 0 0 0,0 0 0 0 0,1-1 0 0 0,-1 0 0 0 0,0 1 0 0 0,1-1 0 0 0,-1 0 0 0 0,1 0 0 0 0,-1 0-1 0 0,1 0 1 0 0,0 0 0 0 0,-1 0 0 0 0,1 0 0 0 0,0 0 0 0 0,0-1 0 0 0,0 1 0 0 0,0 0 0 0 0,0-1 0 0 0,0 1 0 0 0,0-1 0 0 0,0 1 0 0 0,0-1 0 0 0,1 0-1 0 0,-1 1 1 0 0,1-1 0 0 0,-1 0 0 0 0,1 1 0 0 0,0-1 0 0 0,0 0 0 0 0,-1 1 0 0 0,1-2 6 0 0,11-39-6696 0 0,1 19-1996 0 0,-8 15 2041 0 0</inkml:trace>
  <inkml:trace contextRef="#ctx0" brushRef="#br0" timeOffset="271.37">448 379 10274 0 0,'0'0'2131'0'0,"0"0"-397"0"0,0 0-188 0 0,0 0-15 0 0,0 0-22 0 0,0 0-203 0 0,0 0-299 0 0,0 0-283 0 0,0 0-245 0 0,0 0-167 0 0,0 0-88 0 0,0 0-64 0 0,0 0-31 0 0,-3 8-25 0 0,-8 28-38 0 0,11-34-62 0 0,0 0-1 0 0,0 0 1 0 0,0 0 0 0 0,1-1 0 0 0,-1 1 0 0 0,0 0 0 0 0,1 0 0 0 0,-1 0 0 0 0,1-1 0 0 0,-1 1-1 0 0,1 0 1 0 0,0 0 0 0 0,0-1 0 0 0,0 1 0 0 0,0-1 0 0 0,0 1 0 0 0,0-1 0 0 0,0 1 0 0 0,1-1-1 0 0,-1 0 1 0 0,0 1 0 0 0,1-1 0 0 0,0 0-4 0 0,2 3-39 0 0,-3-3-40 0 0,34 29-1744 0 0,-22-22-2050 0 0,2-3-4108 0 0,-11-3-1549 0 0</inkml:trace>
  <inkml:trace contextRef="#ctx0" brushRef="#br0" timeOffset="472.87">362 0 7226 0 0,'0'0'4665'0'0,"0"0"-2105"0"0,0 0-688 0 0,0 0-431 0 0,0 0-417 0 0,0 0-336 0 0,0 0-392 0 0,0 0-328 0 0,0 0-224 0 0,0 0-72 0 0,0 0 0 0 0,0 0-16 0 0,0 0-320 0 0,68 62-1161 0 0,-57-45-1959 0 0,-7-6-7323 0 0</inkml:trace>
</inkml:ink>
</file>

<file path=ppt/ink/ink2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16:44:30.161"/>
    </inkml:context>
    <inkml:brush xml:id="br0">
      <inkml:brushProperty name="width" value="0.05" units="cm"/>
      <inkml:brushProperty name="height" value="0.05" units="cm"/>
      <inkml:brushProperty name="color" value="#542378"/>
    </inkml:brush>
  </inkml:definitions>
  <inkml:trace contextRef="#ctx0" brushRef="#br0">23 40 464 0 0,'0'0'1252'0'0,"0"0"-42"0"0,0 0-14 0 0,0 0-102 0 0,0 0-94 0 0,0 0-24 0 0,0 0 4 0 0,0 0 46 0 0,0 0 33 0 0,0 0 33 0 0,0 0 22 0 0,-4 0 23 0 0,0-1-695 0 0,-3 1 25 0 0,0-1 3548 0 0,31-11-1559 0 0,-13 7-2421 0 0,1 0-1 0 0,0 2 1 0 0,0-1-1 0 0,0 2 0 0 0,1-1 1 0 0,-1 2-1 0 0,1-1 1 0 0,-1 2-1 0 0,1 0 0 0 0,8 1-34 0 0,-9-1-15 0 0,-8 0-16 0 0,1-1 1 0 0,-1 1 0 0 0,0 1-1 0 0,1-1 1 0 0,-1 1 0 0 0,1 0 0 0 0,-1 0-1 0 0,0 0 1 0 0,0 0 0 0 0,0 1-1 0 0,0-1 1 0 0,0 1 0 0 0,0 0 0 0 0,0 1-1 0 0,0-1 1 0 0,-1 0 0 0 0,1 1 0 0 0,-1 0-1 0 0,0 0 1 0 0,0 0 0 0 0,0 0-1 0 0,0 1 1 0 0,0-1 0 0 0,-1 1 0 0 0,1 0-1 0 0,-1 0 1 0 0,1 1 30 0 0,-1 5-8 0 0,0-1-1 0 0,0 0 1 0 0,-1 0-1 0 0,0 1 1 0 0,0-1-1 0 0,-1 1 1 0 0,0-1-1 0 0,-1 0 1 0 0,0 1 0 0 0,-1-1-1 0 0,0 0 1 0 0,-1 3 8 0 0,1-7 48 0 0,0 0 0 0 0,-1 0 0 0 0,1 0 0 0 0,-1-1 1 0 0,0 1-1 0 0,-1-1 0 0 0,1 0 0 0 0,-1 0 0 0 0,1 0 1 0 0,-1 0-1 0 0,0-1 0 0 0,-1 0 0 0 0,1 0 0 0 0,-1 0 1 0 0,-3 2-49 0 0,0-4 109 0 0,1 0 0 0 0,-1 0 0 0 0,0-1 0 0 0,1 0 1 0 0,-1-1-1 0 0,1 1 0 0 0,-1-2 0 0 0,1 1 0 0 0,-1-1 1 0 0,1 0-1 0 0,0 0 0 0 0,0-1 0 0 0,0 0 1 0 0,0 0-1 0 0,1-1 0 0 0,-1 0 0 0 0,1 0 0 0 0,0-1 1 0 0,-5-3-110 0 0,6 5 30 0 0,1 0 1 0 0,-1 0-1 0 0,1 0 1 0 0,0-1-1 0 0,0 1 1 0 0,0-1-1 0 0,1 0 1 0 0,-1 0-1 0 0,1 0 1 0 0,0-1-1 0 0,0 1 1 0 0,0-1-1 0 0,1 0 1 0 0,0 0-1 0 0,0 1 1 0 0,0-1-1 0 0,0-1 1 0 0,1 1-1 0 0,0 0 1 0 0,0 0-1 0 0,0-1 1 0 0,1 1-1 0 0,-1-5-30 0 0,2 9-149 0 0,-1-1 0 0 0,1 1 0 0 0,-1-1 0 0 0,1 1-1 0 0,0-1 1 0 0,0 1 0 0 0,0 0 0 0 0,0-1 0 0 0,0 1 0 0 0,0 0 0 0 0,0 0 0 0 0,0 0-1 0 0,0 0 1 0 0,0 0 0 0 0,1 0 0 0 0,-1 0 0 0 0,0 0 0 0 0,1 0 0 0 0,-1 0-1 0 0,0 1 1 0 0,1-1 0 0 0,-1 1 0 0 0,1-1 0 0 0,0 1 0 0 0,-1 0 0 0 0,1-1 149 0 0,43-2-10344 0 0,-36 4 6635 0 0,-1-1-2250 0 0</inkml:trace>
</inkml:ink>
</file>

<file path=ppt/ink/ink2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16:44:30.690"/>
    </inkml:context>
    <inkml:brush xml:id="br0">
      <inkml:brushProperty name="width" value="0.05" units="cm"/>
      <inkml:brushProperty name="height" value="0.05" units="cm"/>
      <inkml:brushProperty name="color" value="#542378"/>
    </inkml:brush>
  </inkml:definitions>
  <inkml:trace contextRef="#ctx0" brushRef="#br0">63 36 5265 0 0,'0'0'2878'0'0,"0"0"-359"0"0,0 0-345 0 0,0 0-226 0 0,0 0-248 0 0,0 0-279 0 0,0 0-258 0 0,0 0-228 0 0,0 0-160 0 0,0 0-119 0 0,0 0-104 0 0,0 0-76 0 0,-2-6-81 0 0,-2-17-79 0 0,4 23-309 0 0,0-1-1 0 0,0 1 1 0 0,0-1-1 0 0,1 1 1 0 0,-1 0 0 0 0,0-1-1 0 0,0 1 1 0 0,1 0-1 0 0,-1-1 1 0 0,0 1 0 0 0,1 0-1 0 0,-1-1 1 0 0,0 1-1 0 0,1 0 1 0 0,-1-1 0 0 0,1 1-1 0 0,-1 0 1 0 0,0 0-1 0 0,1 0 1 0 0,-1 0 0 0 0,1-1-1 0 0,-1 1 1 0 0,1 0-1 0 0,-1 0 1 0 0,0 0 0 0 0,1 0-1 0 0,-1 0 1 0 0,1 0-1 0 0,-1 0 1 0 0,1 0 0 0 0,-1 0-1 0 0,1 0 1 0 0,-1 0-1 0 0,1 0 1 0 0,-1 1 0 0 0,0-1-1 0 0,1 0 1 0 0,-1 0-7 0 0,1 0 4 0 0,62 21-603 0 0,-46-13 562 0 0,98 51 14 0 0,-114-59 24 0 0,2 2-37 0 0,0-1-1 0 0,0 1 1 0 0,0 0-1 0 0,0 0 1 0 0,0 0-1 0 0,0 0 1 0 0,-1 0-1 0 0,1 0 1 0 0,-1 1-1 0 0,0 0 1 0 0,1-1-1 0 0,-1 1 1 0 0,0 0-1 0 0,-1 0 1 0 0,1 0 0 0 0,0 0-1 0 0,-1 0 1 0 0,0 0-1 0 0,0 0 1 0 0,1 3 36 0 0,-2-3 17 0 0,0-1 1 0 0,0 1 0 0 0,0-1-1 0 0,-1 1 1 0 0,1-1 0 0 0,-1 1-1 0 0,0-1 1 0 0,1 0 0 0 0,-1 1-1 0 0,0-1 1 0 0,0 0 0 0 0,-1 0-1 0 0,1 1 1 0 0,0-1 0 0 0,-1 0-1 0 0,1 0 1 0 0,-1 0 0 0 0,0-1-1 0 0,1 1 1 0 0,-1 0 0 0 0,0-1-1 0 0,0 1 1 0 0,0-1 0 0 0,-1 1-18 0 0,-6 3 215 0 0,1-1-1 0 0,-1 0 1 0 0,0-1 0 0 0,-1 0 0 0 0,1 0 0 0 0,0-1-1 0 0,-1 0 1 0 0,1-1 0 0 0,-1 0 0 0 0,1 0-1 0 0,-1-1 1 0 0,0-1 0 0 0,-2 0-215 0 0,2 1 120 0 0,4 0-77 0 0,1 0 0 0 0,-1-1 0 0 0,0 1-1 0 0,1-2 1 0 0,-1 1 0 0 0,1 0 0 0 0,-1-1-1 0 0,1 0 1 0 0,0-1 0 0 0,-1 1 0 0 0,1-1-1 0 0,0 0 1 0 0,1 0 0 0 0,-1 0 0 0 0,0-1-1 0 0,1 1 1 0 0,0-1 0 0 0,0-1-43 0 0,-33-52-1293 0 0,28 12-2622 0 0,10 43 3312 0 0,0 1-1 0 0,0-1 1 0 0,0 0-1 0 0,0 0 1 0 0,0 1-1 0 0,0-1 1 0 0,0 1-1 0 0,1-1 1 0 0,-1 1-1 0 0,0-1 1 0 0,1 1-1 0 0,-1 0 1 0 0,1 0-1 0 0,0 0 0 0 0,-1 0 1 0 0,1 0-1 0 0,0 0 1 0 0,0 0-1 0 0,-1 0 1 0 0,1 1-1 0 0,0-1 1 0 0,0 1-1 0 0,0-1 1 0 0,0 1-1 0 0,0 0 1 0 0,0 0-1 0 0,0 0 1 0 0,1 0 603 0 0,6 0-4041 0 0</inkml:trace>
</inkml:ink>
</file>

<file path=ppt/ink/ink2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16:44:31.220"/>
    </inkml:context>
    <inkml:brush xml:id="br0">
      <inkml:brushProperty name="width" value="0.05" units="cm"/>
      <inkml:brushProperty name="height" value="0.05" units="cm"/>
      <inkml:brushProperty name="color" value="#542378"/>
    </inkml:brush>
  </inkml:definitions>
  <inkml:trace contextRef="#ctx0" brushRef="#br0">157 41 2809 0 0,'0'0'2784'0'0,"0"0"-270"0"0,0 0-265 0 0,0 0-185 0 0,0 0-261 0 0,0 0-303 0 0,0 0-295 0 0,0 0-287 0 0,0 0-193 0 0,0 0-155 0 0,0 0-131 0 0,0 0-108 0 0,4-1-124 0 0,14-4-129 0 0,-4 11-284 0 0,35 75-109 0 0,-48-80 326 0 0,1 1 1 0 0,-1 1 0 0 0,1-1-1 0 0,-1 0 1 0 0,0 0-1 0 0,0 0 1 0 0,0 1-1 0 0,-1-1 1 0 0,1 0 0 0 0,0 1-1 0 0,-1-1 1 0 0,0 1-1 0 0,1-1 1 0 0,-1 1-1 0 0,0-1 1 0 0,0 0 0 0 0,0 1-1 0 0,-1-1 1 0 0,1 1-1 0 0,-1-1 1 0 0,1 1-1 0 0,-1-1 1 0 0,0 0 0 0 0,0 1-1 0 0,0-1 1 0 0,0 0-1 0 0,0 0 1 0 0,0 0-1 0 0,-1 0 1 0 0,1 0 0 0 0,-1 0-1 0 0,1 0 1 0 0,-1 0-1 0 0,-1 0-11 0 0,-5 1 277 0 0,-1 0 1 0 0,0-1-1 0 0,1 0 0 0 0,-1-1 0 0 0,0 0 0 0 0,0 0 0 0 0,0-1 0 0 0,0 0 0 0 0,0 0 1 0 0,-9-2-278 0 0,9-1 165 0 0,-1 1 0 0 0,1-1 0 0 0,0 0 0 0 0,0-1 0 0 0,0 0 0 0 0,1 0 0 0 0,-1-1 1 0 0,1 0-1 0 0,0-1 0 0 0,0 1 0 0 0,-6-8-165 0 0,12 11 14 0 0,0 0 0 0 0,0-1 1 0 0,1 0-1 0 0,-1 1 0 0 0,1-1 1 0 0,-1 0-1 0 0,1 0 0 0 0,0 0 0 0 0,0 0 1 0 0,0 0-1 0 0,0 0 0 0 0,1 0 0 0 0,-1 0 1 0 0,1 0-1 0 0,0 0 0 0 0,0 0 0 0 0,0 0 1 0 0,0 0-1 0 0,0 0 0 0 0,1-1 1 0 0,-1 1-1 0 0,1 0 0 0 0,0 0 0 0 0,0 0 1 0 0,0 1-1 0 0,1-1 0 0 0,-1 0 0 0 0,0 0 1 0 0,1 0-1 0 0,0 1 0 0 0,0-1 0 0 0,0 1 1 0 0,2-2-15 0 0,60-41-2148 0 0,-11 35-2560 0 0,-37 11 1709 0 0,5 8-5849 0 0,-17-5 2424 0 0</inkml:trace>
</inkml:ink>
</file>

<file path=ppt/ink/ink2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16:44:32.669"/>
    </inkml:context>
    <inkml:brush xml:id="br0">
      <inkml:brushProperty name="width" value="0.05" units="cm"/>
      <inkml:brushProperty name="height" value="0.05" units="cm"/>
      <inkml:brushProperty name="color" value="#542378"/>
    </inkml:brush>
  </inkml:definitions>
  <inkml:trace contextRef="#ctx0" brushRef="#br0">23 28 2024 0 0,'0'0'4833'0'0,"0"0"-1629"0"0,0 0-806 0 0,0 0-309 0 0,0 0-171 0 0,0 0-203 0 0,0 0-276 0 0,0 0-316 0 0,0 0-269 0 0,0 0-197 0 0,0 0-138 0 0,-4-5-100 0 0,-11-13-83 0 0,12 14-82 0 0,3 4-83 0 0,0 0-80 0 0,0 0-97 0 0,7 25-863 0 0,7 19 1049 0 0,24 55 153 0 0,-24-57-291 0 0,0 0-82 0 0,-10-27-378 0 0,0 5-1807 0 0,-2-6-7404 0 0,-2-14 1418 0 0</inkml:trace>
</inkml:ink>
</file>

<file path=ppt/ink/ink2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16:44:33.297"/>
    </inkml:context>
    <inkml:brush xml:id="br0">
      <inkml:brushProperty name="width" value="0.05" units="cm"/>
      <inkml:brushProperty name="height" value="0.05" units="cm"/>
      <inkml:brushProperty name="color" value="#542378"/>
    </inkml:brush>
  </inkml:definitions>
  <inkml:trace contextRef="#ctx0" brushRef="#br0">190 70 5553 0 0,'0'0'2762'0'0,"0"0"-325"0"0,0 0-298 0 0,0 0-324 0 0,0 0-354 0 0,0 0-383 0 0,0 0-331 0 0,0 0-256 0 0,0 0-161 0 0,0 0-96 0 0,0 0-80 0 0,0 0-71 0 0,0 0-83 0 0,4-1-53 0 0,-3 1 56 0 0,0-1-17 0 0,1 1 0 0 0,-1 0 1 0 0,0-1-1 0 0,0 1 0 0 0,1 0 0 0 0,-1 0 0 0 0,0 0 0 0 0,0 0 0 0 0,1 0 1 0 0,-1 0-1 0 0,0 0 0 0 0,1 1 0 0 0,-1-1 0 0 0,0 0 0 0 0,0 1 1 0 0,0-1-1 0 0,1 1 0 0 0,-1-1 0 0 0,0 1 0 0 0,0-1 0 0 0,0 1 1 0 0,0 0-1 0 0,0 0 0 0 0,0-1 0 0 0,0 2 14 0 0,46 49-40 0 0,-45-50 45 0 0,-1 1-1 0 0,1 0 1 0 0,-1 0-1 0 0,1-1 1 0 0,-1 1-1 0 0,1 0 1 0 0,-1 0-1 0 0,0 0 1 0 0,0 0-1 0 0,0 1 1 0 0,0-1-1 0 0,-1 0 1 0 0,1 0-1 0 0,-1 1 1 0 0,1-1-1 0 0,-1 0 1 0 0,0 1-1 0 0,0-1 1 0 0,0 0 0 0 0,0 1-1 0 0,0-1 1 0 0,0 0-1 0 0,-1 1 1 0 0,1-1-1 0 0,-1 0 1 0 0,1 0-1 0 0,-1 1 1 0 0,-1 1-5 0 0,-4 0 183 0 0,-1 1-1 0 0,0-1 1 0 0,0-1 0 0 0,0 1 0 0 0,-1-1 0 0 0,1 0 0 0 0,-1-1-1 0 0,1 0 1 0 0,-1 0 0 0 0,0-1 0 0 0,0 0 0 0 0,0 0-1 0 0,0-1 1 0 0,0 0 0 0 0,0 0 0 0 0,0-1 0 0 0,-1 0-183 0 0,-12 1 414 0 0,13-1-268 0 0,1 1 0 0 0,-1-2 0 0 0,1 1 0 0 0,-1-1 0 0 0,1 0 1 0 0,0 0-1 0 0,0-1 0 0 0,0 0 0 0 0,0 0 0 0 0,1 0 0 0 0,-1-1 0 0 0,1 0 0 0 0,0-1 1 0 0,-4-2-147 0 0,8 3 51 0 0,0 1-1 0 0,-1-1 1 0 0,1 0 0 0 0,1 1 0 0 0,-1-1 0 0 0,0 0 0 0 0,1 0 0 0 0,0 0 0 0 0,0 0 0 0 0,0 0 0 0 0,0 0 0 0 0,1-1 0 0 0,0 1 0 0 0,0 0 0 0 0,0 0-1 0 0,0-3-50 0 0,0 5-40 0 0,0 0 0 0 0,0 0 1 0 0,0 0-1 0 0,1 0 0 0 0,-1 0 0 0 0,0 0 0 0 0,1 0 0 0 0,-1 0 0 0 0,1 1 0 0 0,0-1 0 0 0,0 0 0 0 0,0 0 0 0 0,0 0 0 0 0,0 1 0 0 0,0-1 0 0 0,0 0 0 0 0,0 1 0 0 0,1-1 0 0 0,-1 1 0 0 0,0 0 0 0 0,1-1 0 0 0,-1 1 0 0 0,1 0 0 0 0,0 0 0 0 0,-1 0 0 0 0,1 0 0 0 0,0 0 0 0 0,0 0 0 0 0,0 0 1 0 0,0 1 38 0 0,6-3-834 0 0,0 0 0 0 0,0 1-1 0 0,1 0 1 0 0,-1 0-1 0 0,0 1 1 0 0,1 0-1 0 0,-1 1 1 0 0,9 0 835 0 0,37 8-11720 0 0,-46-6 5965 0 0</inkml:trace>
  <inkml:trace contextRef="#ctx0" brushRef="#br0" timeOffset="616.82">570 50 7530 0 0,'0'0'3154'0'0,"0"0"-492"0"0,0 0-481 0 0,0 0-348 0 0,0 0-350 0 0,0 0-339 0 0,0 0-295 0 0,0 0-236 0 0,0 0-168 0 0,0 0-104 0 0,0 0-102 0 0,0 0-105 0 0,6-8-96 0 0,18-25-118 0 0,-24 32 71 0 0,0 1 0 0 0,0-1 0 0 0,1 1 0 0 0,-1 0 0 0 0,0-1 0 0 0,0 1 0 0 0,0-1-1 0 0,1 1 1 0 0,-1 0 0 0 0,0-1 0 0 0,1 1 0 0 0,-1 0 0 0 0,0-1 0 0 0,1 1 0 0 0,-1 0 0 0 0,0-1 0 0 0,1 1 0 0 0,-1 0 0 0 0,0 0-1 0 0,1-1 1 0 0,-1 1 0 0 0,1 0 0 0 0,-1 0 0 0 0,1 0 0 0 0,-1 0 0 0 0,1 0 0 0 0,-1-1 0 0 0,0 1 0 0 0,1 0 0 0 0,-1 0 0 0 0,1 0-1 0 0,-1 0 1 0 0,1 0 0 0 0,-1 0 0 0 0,1 1 0 0 0,-1-1 0 0 0,1 0 0 0 0,-1 0 0 0 0,1 0 0 0 0,-1 0 0 0 0,0 1 0 0 0,1-1 0 0 0,-1 0-1 0 0,1 0 1 0 0,-1 1 0 0 0,0-1 0 0 0,1 0 0 0 0,-1 0 0 0 0,0 1 0 0 0,1-1 0 0 0,-1 0 0 0 0,0 1 0 0 0,1 0 9 0 0,1 1-86 0 0,8 7 10 0 0,-1 0 0 0 0,0 0 0 0 0,0 1 0 0 0,-1 0 0 0 0,-1 1-1 0 0,1 0 1 0 0,-2 0 0 0 0,0 0 0 0 0,0 1 0 0 0,1 4 76 0 0,-5-10-32 0 0,0 1 0 0 0,-1-1 0 0 0,0 1 0 0 0,0-1 1 0 0,0 1-1 0 0,0-1 0 0 0,-1 1 0 0 0,0 0 0 0 0,-1-1 0 0 0,0 2 32 0 0,0-5 76 0 0,-1 0-1 0 0,0-1 1 0 0,0 1 0 0 0,0-1-1 0 0,0 1 1 0 0,0-1 0 0 0,-1 0-1 0 0,1 1 1 0 0,-1-1-1 0 0,1 0 1 0 0,-1-1 0 0 0,0 1-1 0 0,0 0 1 0 0,0-1 0 0 0,0 0-1 0 0,0 1 1 0 0,0-1 0 0 0,0 0-1 0 0,0-1 1 0 0,0 1-1 0 0,0-1 1 0 0,-1 1 0 0 0,1-1-1 0 0,0 0 1 0 0,0 0 0 0 0,-1 0-1 0 0,1-1 1 0 0,-3 0-76 0 0,-6 2 255 0 0,-1-1 0 0 0,0-1 1 0 0,1 0-1 0 0,-1-1 0 0 0,1-1 0 0 0,0 1 0 0 0,0-2 1 0 0,-2 0-256 0 0,12 3 23 0 0,-4-1 57 0 0,0 0 0 0 0,1 0 1 0 0,-1-1-1 0 0,0 0 0 0 0,1 0 0 0 0,0 0 0 0 0,0-1 1 0 0,0 1-1 0 0,0-1 0 0 0,0-1 0 0 0,0 0-80 0 0,3 3 39 0 0,1 0 1 0 0,-1 0-1 0 0,1 1 0 0 0,0-2 1 0 0,0 1-1 0 0,0 0 0 0 0,0 0 0 0 0,0 0 1 0 0,0 0-1 0 0,0 0 0 0 0,1-1 0 0 0,-1 1 1 0 0,1 0-1 0 0,0-1 0 0 0,-1 1 0 0 0,1-3-39 0 0,0 3-86 0 0,0-1-1 0 0,0 1 0 0 0,0 0 0 0 0,0-1 1 0 0,1 1-1 0 0,-1-1 0 0 0,1 1 0 0 0,-1 0 1 0 0,1-1-1 0 0,0 1 0 0 0,0 0 1 0 0,0 0-1 0 0,0-1 0 0 0,0 1 0 0 0,0 0 1 0 0,1 0-1 0 0,-1 0 0 0 0,1 0 0 0 0,-1 1 1 0 0,1-1-1 0 0,0 0 0 0 0,-1 1 0 0 0,1-1 1 0 0,0 1-1 0 0,0 0 0 0 0,0-1 1 0 0,1 1 86 0 0,34-7-6511 0 0,-13 9-3595 0 0,-19 0 2452 0 0</inkml:trace>
</inkml:ink>
</file>

<file path=ppt/ink/ink2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16:44:35.215"/>
    </inkml:context>
    <inkml:brush xml:id="br0">
      <inkml:brushProperty name="width" value="0.05" units="cm"/>
      <inkml:brushProperty name="height" value="0.05" units="cm"/>
      <inkml:brushProperty name="color" value="#542378"/>
    </inkml:brush>
  </inkml:definitions>
  <inkml:trace contextRef="#ctx0" brushRef="#br0">131 26 2609 0 0,'0'0'2160'0'0,"0"0"75"0"0,0 0-85 0 0,0 0-154 0 0,0 0-219 0 0,0 0-288 0 0,0 0-262 0 0,0 0-238 0 0,0 0-204 0 0,0 0-131 0 0,0 0-118 0 0,4-2-92 0 0,-2 2-426 0 0,-1-1 16 0 0,1 0 1 0 0,0 0 0 0 0,0 0-1 0 0,0 1 1 0 0,0-1 0 0 0,0 1 0 0 0,0-1-1 0 0,0 1 1 0 0,1 0 0 0 0,-1 0-1 0 0,0 0 1 0 0,0 0 0 0 0,0 0 0 0 0,0 0-1 0 0,0 1 1 0 0,0-1 0 0 0,0 1-1 0 0,0-1 1 0 0,0 1 0 0 0,0 0 0 0 0,0 0-1 0 0,0 0-34 0 0,9 5-16 0 0,-1 1-1 0 0,1 0 1 0 0,-2 0-1 0 0,1 1 1 0 0,-1 1-1 0 0,-1 0 0 0 0,1 0 1 0 0,-1 0-1 0 0,-1 1 1 0 0,4 6 16 0 0,-10-14 10 0 0,0 1 0 0 0,0 0 0 0 0,0 0 0 0 0,-1 0 0 0 0,1 0 0 0 0,-1 0 0 0 0,1 0 0 0 0,-1 0 0 0 0,0 0 1 0 0,0 0-1 0 0,0 0 0 0 0,-1-1 0 0 0,1 1 0 0 0,-1 0 0 0 0,0 0 0 0 0,1 0 0 0 0,-1 0 0 0 0,0 0 0 0 0,-1-1 0 0 0,1 1 0 0 0,0 0 0 0 0,-1-1 0 0 0,0 1 0 0 0,0-1 1 0 0,1 0-1 0 0,-1 1 0 0 0,0-1 0 0 0,-1 0 0 0 0,1 0 0 0 0,0 0 0 0 0,-2 0-10 0 0,-5 4 216 0 0,0-1-1 0 0,0 0 1 0 0,0 0-1 0 0,-1-1 1 0 0,1-1-1 0 0,-1 1 1 0 0,0-2-1 0 0,-1 1 1 0 0,1-1 0 0 0,0-1-1 0 0,-1 0 1 0 0,1 0-1 0 0,0-1 1 0 0,-5-1-216 0 0,10 0 88 0 0,-1 0 0 0 0,0 0 0 0 0,1-1 0 0 0,-1 1 1 0 0,1-1-1 0 0,0-1 0 0 0,0 1 0 0 0,-1-1 0 0 0,1 0 0 0 0,1 0 1 0 0,-1 0-1 0 0,0-1 0 0 0,1 1 0 0 0,0-1 0 0 0,0 0 0 0 0,0-1 0 0 0,0 1 1 0 0,1-1-1 0 0,0 0 0 0 0,-1 1 0 0 0,-1-6-88 0 0,4 5 20 0 0,-1 0 1 0 0,1 1-1 0 0,0-1 0 0 0,1 0 1 0 0,-1 0-1 0 0,1 0 0 0 0,0 0 1 0 0,0 1-1 0 0,1-1 0 0 0,-1 0 1 0 0,1 0-1 0 0,0 0 0 0 0,1 1 0 0 0,-1-1 1 0 0,1 0-1 0 0,0 1 0 0 0,0 0 1 0 0,0-1-1 0 0,0 1 0 0 0,1 0 1 0 0,0 0-21 0 0,2-3-170 0 0,0 0 1 0 0,1 1-1 0 0,-1-1 1 0 0,1 1-1 0 0,1 1 1 0 0,-1-1-1 0 0,1 1 1 0 0,5-3 169 0 0,12-3-3381 0 0,2 7-4141 0 0,-17 6-1285 0 0,-7 2 4598 0 0</inkml:trace>
</inkml:ink>
</file>

<file path=ppt/ink/ink2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16:44:35.605"/>
    </inkml:context>
    <inkml:brush xml:id="br0">
      <inkml:brushProperty name="width" value="0.05" units="cm"/>
      <inkml:brushProperty name="height" value="0.05" units="cm"/>
      <inkml:brushProperty name="color" value="#542378"/>
    </inkml:brush>
  </inkml:definitions>
  <inkml:trace contextRef="#ctx0" brushRef="#br0">37 49 5129 0 0,'0'0'3745'0'0,"0"0"-826"0"0,0 0-589 0 0,0 0-314 0 0,0 0-227 0 0,0 0-305 0 0,0 0-360 0 0,0 0-313 0 0,0 0-244 0 0,0 0-163 0 0,0 0-97 0 0,0 0-79 0 0,-6-6-88 0 0,-17-19-81 0 0,22 25-58 0 0,1 0 0 0 0,-1 0 0 0 0,1 0 0 0 0,0 1 0 0 0,-1-1 0 0 0,1 0 0 0 0,0 0 0 0 0,-1 1 0 0 0,1-1 0 0 0,0 0 1 0 0,-1 0-1 0 0,1 1 0 0 0,0-1 0 0 0,-1 0 0 0 0,1 1 0 0 0,0-1 0 0 0,0 0 0 0 0,-1 1 0 0 0,1-1 0 0 0,0 0 0 0 0,0 1 1 0 0,0-1-1 0 0,0 1 0 0 0,0-1 0 0 0,0 0 0 0 0,-1 1 0 0 0,1-1 0 0 0,0 1 0 0 0,0-1 0 0 0,0 1 0 0 0,0-1 0 0 0,0 0 0 0 0,1 1 1 0 0,-1-1-1 0 0,0 1 0 0 0,0-1 0 0 0,0 0 0 0 0,0 1 0 0 0,0-1 0 0 0,0 1 0 0 0,1-1 0 0 0,-1 0 0 0 0,0 1 0 0 0,0-1 1 0 0,1 0-1 0 0,-1 1 0 0 0,0-1 0 0 0,1 0 0 0 0,-1 1-1 0 0,47 77 348 0 0,-7-31-261 0 0,29 46-2860 0 0,-64-78-62 0 0,-6-11-673 0 0,-1-2-3836 0 0,-1 0 264 0 0</inkml:trace>
  <inkml:trace contextRef="#ctx0" brushRef="#br0" timeOffset="563.91">499 29 5313 0 0,'0'0'3050'0'0,"0"0"-265"0"0,0 0-426 0 0,0 0-401 0 0,0 0-397 0 0,0 0-384 0 0,0 0-345 0 0,0 0-284 0 0,0 0-189 0 0,0 0-138 0 0,0 0-108 0 0,0 0-93 0 0,0 0-72 0 0,6-5-48 0 0,18-16-18 0 0,-23 21 113 0 0,-1 0 1 0 0,1 0 0 0 0,0 0-1 0 0,0 0 1 0 0,-1 0 0 0 0,1 0-1 0 0,0 0 1 0 0,-1 0-1 0 0,1 0 1 0 0,0 1 0 0 0,0-1-1 0 0,-1 0 1 0 0,1 0 0 0 0,0 1-1 0 0,-1-1 1 0 0,1 0 0 0 0,-1 1-1 0 0,1-1 1 0 0,0 1 0 0 0,-1-1-1 0 0,1 1 1 0 0,-1-1 0 0 0,1 1-1 0 0,-1-1 1 0 0,1 1-1 0 0,-1-1 1 0 0,0 1 0 0 0,1 0-1 0 0,-1-1 1 0 0,0 1 0 0 0,1 0-1 0 0,-1-1 1 0 0,0 1 0 0 0,0 0 4 0 0,2 1-12 0 0,7 14 28 0 0,1-1 1 0 0,-2 1 0 0 0,0 1 0 0 0,-2-1-1 0 0,1 1 1 0 0,-2 0 0 0 0,1 4-17 0 0,-5-18 53 0 0,-1 0-1 0 0,1 0 1 0 0,0 0-1 0 0,-1 0 1 0 0,0 1 0 0 0,1-1-1 0 0,-1 0 1 0 0,-1 0-1 0 0,1 0 1 0 0,0 0 0 0 0,-1 0-1 0 0,1 0 1 0 0,-1 0-1 0 0,0 0 1 0 0,0 0 0 0 0,0 0-1 0 0,-1 0 1 0 0,1 0-1 0 0,0 0 1 0 0,-1-1-1 0 0,0 1 1 0 0,0-1 0 0 0,0 1-1 0 0,0-1 1 0 0,-2 2-53 0 0,-3 0 173 0 0,0-1 0 0 0,0-1 1 0 0,0 1-1 0 0,0-1 0 0 0,-1 0 0 0 0,1-1 1 0 0,-1 0-1 0 0,1 0 0 0 0,-1 0 0 0 0,1-1 1 0 0,-1 0-1 0 0,0-1 0 0 0,1 0 0 0 0,-1 0 1 0 0,1 0-1 0 0,0-1 0 0 0,-1 0 0 0 0,1-1 1 0 0,0 0-1 0 0,0 0 0 0 0,0 0 0 0 0,-1-2-173 0 0,-8-1 90 0 0,1-2-1 0 0,-1 0 1 0 0,2 0-1 0 0,-1-1 1 0 0,1-1-1 0 0,1-1 1 0 0,0 0 0 0 0,0 0-90 0 0,10 7 3 0 0,0 1 0 0 0,1-1 1 0 0,0 1-1 0 0,-1-1 0 0 0,1 0 0 0 0,0 0 1 0 0,1 0-1 0 0,-1 0 0 0 0,1 0 1 0 0,-1 0-1 0 0,1 0 0 0 0,1 0 1 0 0,-1-1-1 0 0,0 1 0 0 0,1 0 1 0 0,0 0-1 0 0,0-1 0 0 0,0 1 1 0 0,1 0-1 0 0,0-1 0 0 0,-1 1 1 0 0,1 0-1 0 0,1-2-3 0 0,-1 3-146 0 0,1 1 1 0 0,-1-1-1 0 0,0 0 1 0 0,1 1-1 0 0,0-1 0 0 0,-1 1 1 0 0,1 0-1 0 0,0-1 0 0 0,0 1 1 0 0,0 0-1 0 0,1 0 0 0 0,-1 0 1 0 0,0 1-1 0 0,1-1 1 0 0,-1 0-1 0 0,1 1 0 0 0,0 0 1 0 0,-1 0-1 0 0,1-1 0 0 0,0 1 1 0 0,0 1-1 0 0,2-2 146 0 0,57 2-7468 0 0,-22 12-1107 0 0,-27-6 1920 0 0</inkml:trace>
</inkml:ink>
</file>

<file path=ppt/ink/ink2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16:44:37.499"/>
    </inkml:context>
    <inkml:brush xml:id="br0">
      <inkml:brushProperty name="width" value="0.05" units="cm"/>
      <inkml:brushProperty name="height" value="0.05" units="cm"/>
      <inkml:brushProperty name="color" value="#542378"/>
    </inkml:brush>
  </inkml:definitions>
  <inkml:trace contextRef="#ctx0" brushRef="#br0">59 59 3513 0 0,'0'0'2832'0'0,"0"0"-318"0"0,0 0-345 0 0,0 0-213 0 0,0 0-180 0 0,0 0-242 0 0,0 0-272 0 0,0 0-267 0 0,0 0-185 0 0,0 0-116 0 0,0 0-86 0 0,-9-9-89 0 0,-30-30-123 0 0,29 29-124 0 0,10 10-149 0 0,0 11-171 0 0,0-1 120 0 0,0 1-1 0 0,1-1 1 0 0,0 0 0 0 0,1 0 0 0 0,0 0 0 0 0,0 0 0 0 0,1 0-1 0 0,1 1-71 0 0,14 43 123 0 0,-4-3-45 0 0,8 8 107 0 0,-19-53-3274 0 0,0-14-5238 0 0,0 3 3685 0 0,-2 3-2185 0 0</inkml:trace>
</inkml:ink>
</file>

<file path=ppt/ink/ink2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16:44:37.803"/>
    </inkml:context>
    <inkml:brush xml:id="br0">
      <inkml:brushProperty name="width" value="0.05" units="cm"/>
      <inkml:brushProperty name="height" value="0.05" units="cm"/>
      <inkml:brushProperty name="color" value="#542378"/>
    </inkml:brush>
  </inkml:definitions>
  <inkml:trace contextRef="#ctx0" brushRef="#br0">40 20 4033 0 0,'0'0'2750'0'0,"0"0"-194"0"0,0 0-271 0 0,0 0-143 0 0,0 0-119 0 0,0 0-254 0 0,0 0-315 0 0,0 0-334 0 0,0 0-321 0 0,0 0-256 0 0,0 0-206 0 0,0 0-146 0 0,-5-4-70 0 0,-18-12-14 0 0,23 17-97 0 0,-1-1 0 0 0,0 1 0 0 0,0-1 0 0 0,1 1 0 0 0,-1-1-1 0 0,0 1 1 0 0,0-1 0 0 0,1 1 0 0 0,-1-1 0 0 0,1 1 0 0 0,-1 0 0 0 0,1-1 0 0 0,-1 1 0 0 0,1 0-1 0 0,-1 0 1 0 0,1-1 0 0 0,0 1 0 0 0,-1 0 0 0 0,1 0 0 0 0,0 0 0 0 0,0 0 0 0 0,-1-1 0 0 0,1 1-1 0 0,0 0 1 0 0,0 0 0 0 0,0 0 0 0 0,0 0 0 0 0,0 0 0 0 0,0-1 0 0 0,0 1 0 0 0,1 0 0 0 0,-1 0 0 0 0,0 0-1 0 0,0 0 1 0 0,1-1 0 0 0,-1 1-10 0 0,0 1 31 0 0,-1 5 21 0 0,1 0 1 0 0,0 0-1 0 0,1-1 0 0 0,0 1 1 0 0,0 0-1 0 0,0-1 0 0 0,0 1 1 0 0,1-1-1 0 0,0 0 1 0 0,1 1-1 0 0,1 1-52 0 0,41 63-33 0 0,-28-49-739 0 0,19 23-1186 0 0,-22-32-2873 0 0,1-2-3972 0 0,-14-10 2007 0 0</inkml:trace>
</inkml:ink>
</file>

<file path=ppt/ink/ink2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16:44:38.342"/>
    </inkml:context>
    <inkml:brush xml:id="br0">
      <inkml:brushProperty name="width" value="0.05" units="cm"/>
      <inkml:brushProperty name="height" value="0.05" units="cm"/>
      <inkml:brushProperty name="color" value="#542378"/>
    </inkml:brush>
  </inkml:definitions>
  <inkml:trace contextRef="#ctx0" brushRef="#br0">206 58 4601 0 0,'0'0'3543'0'0,"0"0"-465"0"0,0 0-596 0 0,0 0-459 0 0,0 0-336 0 0,0 0-322 0 0,0 0-322 0 0,0 0-251 0 0,0 0-224 0 0,0 0-187 0 0,0 0-153 0 0,0 0-134 0 0,10-9-125 0 0,30-29-50 0 0,-39 37 78 0 0,-1 1 1 0 0,0-1 0 0 0,0 1 0 0 0,0-1 0 0 0,1 1 0 0 0,-1 0-1 0 0,0-1 1 0 0,1 1 0 0 0,-1 0 0 0 0,0-1 0 0 0,1 1 0 0 0,-1 0-1 0 0,0-1 1 0 0,1 1 0 0 0,-1 0 0 0 0,0 0 0 0 0,1 0 0 0 0,-1-1-1 0 0,1 1 1 0 0,-1 0 0 0 0,1 0 0 0 0,-1 0 0 0 0,0 0 0 0 0,1 0-1 0 0,-1 0 1 0 0,1-1 0 0 0,-1 1 0 0 0,1 0 0 0 0,-1 1 0 0 0,1-1-1 0 0,-1 0 1 0 0,1 0 0 0 0,-1 0 0 0 0,0 0 0 0 0,1 0-1 0 0,-1 0 1 0 0,1 0 0 0 0,-1 1 0 0 0,1-1 0 0 0,-1 0 0 0 0,0 0-1 0 0,1 1 1 0 0,-1-1 0 0 0,0 0 0 0 0,1 0 0 0 0,-1 1 0 0 0,0-1-1 0 0,1 1 1 0 0,-1-1 0 0 0,0 0 0 0 0,1 1 0 0 0,-1-1 0 0 0,0 0-1 0 0,0 1 1 0 0,0-1 0 0 0,0 1 0 0 0,1 0 2 0 0,0 2-15 0 0,12 14 21 0 0,-2 1 0 0 0,0 0 0 0 0,-1 1-1 0 0,-1 0 1 0 0,3 11-6 0 0,6 44 102 0 0,-18-72-77 0 0,0 0 1 0 0,1-1-1 0 0,-1 1 1 0 0,0 0 0 0 0,-1 0-1 0 0,1 0 1 0 0,0-1-1 0 0,0 1 1 0 0,-1 0 0 0 0,1 0-1 0 0,-1 0 1 0 0,1-1 0 0 0,-1 1-1 0 0,0 0 1 0 0,0-1-1 0 0,0 1 1 0 0,0-1 0 0 0,0 1-1 0 0,0-1 1 0 0,0 1-1 0 0,0-1 1 0 0,-1 0 0 0 0,1 0-1 0 0,-1 1 1 0 0,1-1-1 0 0,-1 0 1 0 0,1 0 0 0 0,-1 0-1 0 0,1-1 1 0 0,-1 1-1 0 0,0 0 1 0 0,1-1 0 0 0,-1 1-1 0 0,0-1 1 0 0,-1 1-26 0 0,-11 0 171 0 0,-1 0 1 0 0,1-1 0 0 0,-1 0-1 0 0,1-1 1 0 0,-1-1 0 0 0,1-1-1 0 0,0 0 1 0 0,0 0 0 0 0,0-2-1 0 0,0 1 1 0 0,1-2 0 0 0,0 0-1 0 0,0-1 1 0 0,0 0 0 0 0,1 0-1 0 0,0-2 1 0 0,-8-7-172 0 0,14 14 18 0 0,2-1 0 0 0,-1-1 0 0 0,0 1 1 0 0,1-1-1 0 0,-1 1 0 0 0,1-2 0 0 0,0 1 0 0 0,0 0 1 0 0,1-1-1 0 0,-1 1 0 0 0,1-1 0 0 0,0 0 0 0 0,0 0 1 0 0,1 0-1 0 0,0-1 0 0 0,-1 1 0 0 0,2-1 0 0 0,-1 1 1 0 0,1-1-1 0 0,-1-5-18 0 0,1 9-17 0 0,0-1-1 0 0,1 1 1 0 0,-1-1 0 0 0,1 1 0 0 0,0-1 0 0 0,-1 1-1 0 0,1-1 1 0 0,1 0 0 0 0,-1 1 0 0 0,0-1-1 0 0,1 1 1 0 0,-1-1 0 0 0,1 0 0 0 0,-1 1 0 0 0,1-1-1 0 0,0 1 1 0 0,0 0 0 0 0,1-1 0 0 0,-1 1 0 0 0,0 0-1 0 0,1 0 1 0 0,-1 0 0 0 0,1 0 0 0 0,0 0-1 0 0,0 0 1 0 0,0 0 0 0 0,0 0 0 0 0,0 1 0 0 0,0-1-1 0 0,0 1 1 0 0,0-1 0 0 0,1 1 0 0 0,0 0 17 0 0,2-1-344 0 0,0 0 1 0 0,0 1 0 0 0,0 0-1 0 0,0 0 1 0 0,0 1 0 0 0,0-1-1 0 0,0 1 1 0 0,0 0 0 0 0,0 1-1 0 0,0-1 1 0 0,0 1 0 0 0,0 0-1 0 0,0 0 1 0 0,1 1 343 0 0,38 22-12480 0 0,-37-18 4392 0 0</inkml:trace>
</inkml:ink>
</file>

<file path=ppt/ink/ink2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16:44:40.806"/>
    </inkml:context>
    <inkml:brush xml:id="br0">
      <inkml:brushProperty name="width" value="0.05" units="cm"/>
      <inkml:brushProperty name="height" value="0.05" units="cm"/>
      <inkml:brushProperty name="color" value="#542378"/>
    </inkml:brush>
  </inkml:definitions>
  <inkml:trace contextRef="#ctx0" brushRef="#br0">6 0 2761 0 0,'0'0'5882'0'0,"0"0"-2206"0"0,0 0-1136 0 0,0 0-541 0 0,0 0-378 0 0,0 0-369 0 0,0 0-389 0 0,0 0-384 0 0,0 0-298 0 0,0 0-146 0 0,0 0-33 0 0,0 0 25 0 0,0 0 17 0 0,-2 2 21 0 0,1 3-57 0 0,0 0 0 0 0,0 0-1 0 0,1-1 1 0 0,-1 1 0 0 0,1 0-1 0 0,0 0 1 0 0,1 0 0 0 0,-1 0-1 0 0,1 0 1 0 0,0 0 0 0 0,0 0-1 0 0,0-1 1 0 0,1 1 0 0 0,0 0-1 0 0,-1-1 1 0 0,2 1 0 0 0,-1-1 0 0 0,1 0-1 0 0,-1 0 1 0 0,1 0 0 0 0,0 0-1 0 0,1 1-7 0 0,-2-3-6 0 0,19 33-407 0 0,15 24-1456 0 0,-17-18-7186 0 0,-17-33-990 0 0</inkml:trace>
</inkml:ink>
</file>

<file path=ppt/ink/ink2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16:44:40.015"/>
    </inkml:context>
    <inkml:brush xml:id="br0">
      <inkml:brushProperty name="width" value="0.05" units="cm"/>
      <inkml:brushProperty name="height" value="0.05" units="cm"/>
      <inkml:brushProperty name="color" value="#542378"/>
    </inkml:brush>
  </inkml:definitions>
  <inkml:trace contextRef="#ctx0" brushRef="#br0">203 80 2232 0 0,'0'0'2074'0'0,"0"0"48"0"0,0 0-99 0 0,0 0-169 0 0,0 0-168 0 0,0 0-206 0 0,0 0-212 0 0,0 0-190 0 0,0 0-155 0 0,0 0-106 0 0,0-10-85 0 0,0-44 501 0 0,1 52-1171 0 0,0 1 1 0 0,0 0 0 0 0,0 0 0 0 0,0 0 0 0 0,1 0 0 0 0,-1 0 0 0 0,0 0 0 0 0,0 0 0 0 0,1 0 0 0 0,-1 0 0 0 0,1 1 0 0 0,-1-1 0 0 0,1 1 0 0 0,-1-1 0 0 0,1 1 0 0 0,-1-1 0 0 0,1 1 0 0 0,-1 0-1 0 0,1 0 1 0 0,-1 0 0 0 0,1 0 0 0 0,-1 0 0 0 0,1 0 0 0 0,0 0 0 0 0,-1 0 0 0 0,1 0 0 0 0,-1 1 0 0 0,2 0-63 0 0,3-1 17 0 0,-1 1-16 0 0,0 0 0 0 0,1 0 0 0 0,-1 1 0 0 0,0 0 1 0 0,0 0-1 0 0,0 0 0 0 0,-1 1 0 0 0,1 0 0 0 0,0-1 1 0 0,-1 2-1 0 0,2 0-1 0 0,3 2-4 0 0,-1 1 1 0 0,0 0 0 0 0,0 0-1 0 0,0 1 1 0 0,-1 0-1 0 0,0 0 1 0 0,1 4 3 0 0,-7-10 5 0 0,0 0-1 0 0,1 0 1 0 0,-2 1 0 0 0,1-1 0 0 0,0 0-1 0 0,0 1 1 0 0,-1-1 0 0 0,0 1-1 0 0,1-1 1 0 0,-1 1 0 0 0,0-1 0 0 0,0 1-1 0 0,0-1 1 0 0,-1 1 0 0 0,1-1 0 0 0,0 1-1 0 0,-1-1 1 0 0,0 0 0 0 0,0 1-1 0 0,1-1 1 0 0,-1 0 0 0 0,-1 1 0 0 0,1-1-1 0 0,0 0 1 0 0,0 0 0 0 0,-1 0 0 0 0,1 0-1 0 0,-1 0 1 0 0,0 0 0 0 0,0-1-1 0 0,1 1 1 0 0,-1 0 0 0 0,-2 0-5 0 0,-5 3 114 0 0,-1 0 1 0 0,0-1-1 0 0,0 0 1 0 0,0-1-1 0 0,0 0 1 0 0,0-1-1 0 0,0 0 1 0 0,-1 0-1 0 0,1-1 1 0 0,-1 0-1 0 0,0-1 0 0 0,1-1 1 0 0,-9 0-115 0 0,-3 0 123 0 0,7 1-31 0 0,-1-1 1 0 0,1-1-1 0 0,-1-1 0 0 0,1 0 1 0 0,0-1-1 0 0,0-1 0 0 0,1 0 1 0 0,-5-3-93 0 0,-14-14 372 0 0,32 22-357 0 0,0-1 0 0 0,1 1 0 0 0,-1-1 0 0 0,0 1 0 0 0,1-1 0 0 0,-1 0 0 0 0,1 1 0 0 0,-1-1 0 0 0,1 0-1 0 0,-1 1 1 0 0,1-1 0 0 0,-1 0 0 0 0,1 0 0 0 0,0 0 0 0 0,-1 0 0 0 0,1 1 0 0 0,0-1 0 0 0,0 0 0 0 0,0 0 0 0 0,0 0 0 0 0,0 0 0 0 0,0 0 0 0 0,0 1 0 0 0,0-1 0 0 0,0 0 0 0 0,0 0 0 0 0,0 0 0 0 0,0 0 0 0 0,1 0 0 0 0,-1 1-1 0 0,0-1 1 0 0,1 0 0 0 0,-1 0 0 0 0,0 0 0 0 0,1 1 0 0 0,-1-1 0 0 0,1 0 0 0 0,-1 1 0 0 0,1-1 0 0 0,0 0 0 0 0,-1 1 0 0 0,1-1-15 0 0,5-4-244 0 0,1 1-1 0 0,-1 0 1 0 0,1 1-1 0 0,-1 0 1 0 0,1 0 0 0 0,0 0-1 0 0,1 1 1 0 0,-1 0-1 0 0,0 0 1 0 0,1 1 0 0 0,-1-1-1 0 0,8 1 245 0 0,53-1-10353 0 0,-66 2 9831 0 0,9 0-4301 0 0,0 2-1342 0 0</inkml:trace>
  <inkml:trace contextRef="#ctx0" brushRef="#br0" timeOffset="461.38">719 67 4537 0 0,'0'0'2805'0'0,"0"0"-130"0"0,0 0-400 0 0,0 0-389 0 0,0 0-354 0 0,0 0-352 0 0,0 0-293 0 0,0 0-209 0 0,0 0-144 0 0,0 0-122 0 0,0 0-78 0 0,0 0-75 0 0,0 0-67 0 0,0-11-68 0 0,0-33-91 0 0,0 44-37 0 0,0 0-1 0 0,1 0 1 0 0,-1 1 0 0 0,0-1-1 0 0,0 0 1 0 0,1 0-1 0 0,-1 0 1 0 0,0 0 0 0 0,1 0-1 0 0,-1 0 1 0 0,0 0 0 0 0,0 0-1 0 0,1 0 1 0 0,-1 0 0 0 0,0 0-1 0 0,1 0 1 0 0,-1 0-1 0 0,0 0 1 0 0,1 0 0 0 0,-1 0-1 0 0,0 0 1 0 0,0 0 0 0 0,1 0-1 0 0,-1 0 1 0 0,0 0 0 0 0,0-1-1 0 0,1 1 1 0 0,-1 0-1 0 0,0 0 1 0 0,0 0 0 0 0,1 0-1 0 0,-1-1 1 0 0,0 1 0 0 0,0 0-1 0 0,0 0 1 0 0,1-1 0 0 0,-1 1-1 0 0,0 0 1 0 0,0 0-1 0 0,0-1 1 0 0,0 1 0 0 0,0 0-1 0 0,1 0 1 0 0,-1-1 0 0 0,0 1-1 0 0,0 0 1 0 0,0-1-1 0 0,0 1 1 0 0,0 0 0 0 0,0-1-1 0 0,0 1 1 0 0,0 0 0 0 0,0 0-1 0 0,0-1 1 0 0,0 1 0 0 0,0 0-1 0 0,0-1 1 0 0,-1 1-1 0 0,1 0 1 0 0,0 0 0 0 0,0-1-1 0 0,0 1 1 0 0,0 0 0 0 0,0 0-1 0 0,-1-1 1 0 0,1 1 4 0 0,20 23-121 0 0,-4-8 148 0 0,-6-6-15 0 0,0 0 0 0 0,-1 1 0 0 0,0 1 0 0 0,-1-1 1 0 0,0 1-1 0 0,0 0 0 0 0,5 12-12 0 0,-12-21 18 0 0,-1 0 0 0 0,1-1 1 0 0,0 1-1 0 0,-1 0 1 0 0,1 0-1 0 0,-1-1 0 0 0,0 1 1 0 0,1 0-1 0 0,-1 0 0 0 0,0 0 1 0 0,0-1-1 0 0,0 1 1 0 0,0 0-1 0 0,0 0 0 0 0,-1 0 1 0 0,1-1-1 0 0,-1 1 0 0 0,1 0 1 0 0,-1 0-1 0 0,1-1 1 0 0,-1 1-1 0 0,0-1 0 0 0,0 1 1 0 0,0 0-1 0 0,0-1 0 0 0,0 1 1 0 0,0-1-1 0 0,0 0 1 0 0,-1 1-1 0 0,1-1 0 0 0,0 0 1 0 0,-1 0-1 0 0,1 0 1 0 0,-1 0-1 0 0,1 0 0 0 0,-1 0 1 0 0,-1 0-19 0 0,-67 14 1779 0 0,54-16-1597 0 0,0 0-1 0 0,0 0 1 0 0,-1-2 0 0 0,2 0-1 0 0,-1-1 1 0 0,0 0 0 0 0,1-2 0 0 0,0 1-1 0 0,0-2 1 0 0,0 0 0 0 0,-3-3-182 0 0,16 9 11 0 0,-1-1 1 0 0,1 1 0 0 0,-1-1-1 0 0,1 0 1 0 0,0 1-1 0 0,0-1 1 0 0,-1 0 0 0 0,1-1-1 0 0,1 1 1 0 0,-1 0-1 0 0,0-1 1 0 0,0 1 0 0 0,1 0-1 0 0,0-1 1 0 0,-1 0-1 0 0,1 1 1 0 0,0-1 0 0 0,0 0-1 0 0,0 0 1 0 0,1 0-1 0 0,-1 1 1 0 0,1-1-1 0 0,0 0 1 0 0,-1 0 0 0 0,1 0-1 0 0,1 0 1 0 0,-1 0-1 0 0,0 0 1 0 0,1-2-12 0 0,1 3-246 0 0,0-1 0 0 0,0 1 0 0 0,0 0 0 0 0,0-1 0 0 0,0 1 0 0 0,0 0 0 0 0,1 0 0 0 0,-1 0 0 0 0,1 0 1 0 0,0 1-1 0 0,-1-1 0 0 0,1 1 0 0 0,0 0 0 0 0,0 0 0 0 0,0 0 0 0 0,0 0 0 0 0,0 0 0 0 0,0 0 0 0 0,0 1 0 0 0,0-1 0 0 0,0 1 0 0 0,0 0 0 0 0,0 0 0 0 0,1 1 246 0 0,57 2-12914 0 0,-54 1 6891 0 0</inkml:trace>
</inkml:ink>
</file>

<file path=ppt/ink/ink2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16:44:41.939"/>
    </inkml:context>
    <inkml:brush xml:id="br0">
      <inkml:brushProperty name="width" value="0.05" units="cm"/>
      <inkml:brushProperty name="height" value="0.05" units="cm"/>
      <inkml:brushProperty name="color" value="#542378"/>
    </inkml:brush>
  </inkml:definitions>
  <inkml:trace contextRef="#ctx0" brushRef="#br0">21 19 6521 0 0,'0'0'3409'0'0,"0"0"-574"0"0,0 0-546 0 0,0 0-358 0 0,0 0-320 0 0,0 0-368 0 0,0 0-364 0 0,0 0-327 0 0,0 0-271 0 0,0 0-173 0 0,0 0-74 0 0,-5-5-37 0 0,1 1 6 0 0,-7-6 51 0 0,10 31 20 0 0,31 101 198 0 0,6-39-146 0 0,-34-79-920 0 0,17 27 2710 0 0,-8-21-3560 0 0,-1-6-3175 0 0,2-2-4408 0 0,-9-2 1576 0 0</inkml:trace>
</inkml:ink>
</file>

<file path=ppt/ink/ink2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16:44:42.483"/>
    </inkml:context>
    <inkml:brush xml:id="br0">
      <inkml:brushProperty name="width" value="0.05" units="cm"/>
      <inkml:brushProperty name="height" value="0.05" units="cm"/>
      <inkml:brushProperty name="color" value="#542378"/>
    </inkml:brush>
  </inkml:definitions>
  <inkml:trace contextRef="#ctx0" brushRef="#br0">116 57 5057 0 0,'0'0'3134'0'0,"0"0"-359"0"0,0 0-506 0 0,0 0-442 0 0,0 0-351 0 0,0 0-234 0 0,0 0-230 0 0,0 0-209 0 0,0 0-167 0 0,0 0-168 0 0,0 0-149 0 0,0 0-116 0 0,0 0-95 0 0,15-10-68 0 0,49-29-31 0 0,-63 38-9 0 0,-1 1-1 0 0,1-1 1 0 0,0 0-1 0 0,-1 1 1 0 0,1-1 0 0 0,0 1-1 0 0,0-1 1 0 0,0 1 0 0 0,0 0-1 0 0,-1-1 1 0 0,1 1-1 0 0,0 0 1 0 0,0-1 0 0 0,0 1-1 0 0,0 0 1 0 0,0 0-1 0 0,0 0 1 0 0,0 0 0 0 0,-1 0-1 0 0,1 0 1 0 0,0 0 0 0 0,0 0-1 0 0,0 0 1 0 0,0 1-1 0 0,0-1 1 0 0,0 0 0 0 0,0 0-1 0 0,-1 1 1 0 0,1-1 0 0 0,0 1-1 0 0,0-1 1 0 0,0 1-1 0 0,-1-1 1 0 0,1 1 0 0 0,0-1-1 0 0,0 1 1 0 0,-1 0 0 0 0,1 0 0 0 0,3 3-5 0 0,7 5-3 0 0,0 0-1 0 0,-1 1 1 0 0,0 1-1 0 0,-1-1 1 0 0,0 2-1 0 0,-1-1 1 0 0,3 6 8 0 0,-10-15 1 0 0,3 4-6 0 0,0-1 1 0 0,-1 1-1 0 0,0 0 1 0 0,-1 0-1 0 0,1 0 1 0 0,-1 0-1 0 0,0 0 1 0 0,-1 1 0 0 0,1-1-1 0 0,-1 1 1 0 0,-1-1-1 0 0,1 1 1 0 0,-1-1-1 0 0,0 1 1 0 0,-1 1 4 0 0,-1-6 50 0 0,0 1 0 0 0,0-1 0 0 0,0 1 0 0 0,0-1 0 0 0,-1 0 0 0 0,1 0 0 0 0,-1 0-1 0 0,0 0 1 0 0,1 0 0 0 0,-1 0 0 0 0,0-1 0 0 0,0 0 0 0 0,0 1 0 0 0,0-1 0 0 0,0 0 0 0 0,0-1 0 0 0,-1 1 0 0 0,1 0 0 0 0,0-1 0 0 0,0 0 0 0 0,-1 0 0 0 0,-1 0-50 0 0,-9 1 160 0 0,-1 0 0 0 0,0-2 1 0 0,0 1-1 0 0,1-2 0 0 0,-1 0 1 0 0,0-1-1 0 0,1 0 0 0 0,0-1 1 0 0,-12-6-161 0 0,6 3 107 0 0,10 4-57 0 0,0-1 0 0 0,1 0 0 0 0,-1 0 0 0 0,1-1 0 0 0,0 0 0 0 0,0 0 0 0 0,1-1 0 0 0,-7-6-50 0 0,14 10-16 0 0,1 1 0 0 0,-1-1 0 0 0,0 0 1 0 0,1 0-1 0 0,-1 0 0 0 0,1 0 0 0 0,-1 0 1 0 0,1 0-1 0 0,0 0 0 0 0,0 0 0 0 0,0 0 1 0 0,0-1-1 0 0,0 1 0 0 0,1 0 0 0 0,-1 0 1 0 0,0 0-1 0 0,1 0 0 0 0,0 0 1 0 0,-1 1-1 0 0,1-1 0 0 0,0 0 0 0 0,0 0 1 0 0,0 0-1 0 0,0 0 0 0 0,1 0 16 0 0,47-30-5355 0 0,-10 26-6340 0 0,-30 6 4856 0 0</inkml:trace>
</inkml:ink>
</file>

<file path=ppt/ink/ink2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16:44:42.795"/>
    </inkml:context>
    <inkml:brush xml:id="br0">
      <inkml:brushProperty name="width" value="0.05" units="cm"/>
      <inkml:brushProperty name="height" value="0.05" units="cm"/>
      <inkml:brushProperty name="color" value="#542378"/>
    </inkml:brush>
  </inkml:definitions>
  <inkml:trace contextRef="#ctx0" brushRef="#br0">26 0 6289 0 0,'0'0'3544'0'0,"0"0"-697"0"0,0 0-676 0 0,0 0-460 0 0,0 0-363 0 0,0 0-359 0 0,0 0-322 0 0,0 0-202 0 0,0 0-122 0 0,0 0-46 0 0,0 0-9 0 0,0 0-53 0 0,-5 8-34 0 0,-13 27-47 0 0,17-34-147 0 0,1 1 0 0 0,-1-1 1 0 0,1 0-1 0 0,0 1 0 0 0,0-1 1 0 0,0 1-1 0 0,0-1 0 0 0,0 1 1 0 0,0-1-1 0 0,0 1 0 0 0,0-1 1 0 0,0 1-1 0 0,1-1 0 0 0,-1 0 1 0 0,1 1-1 0 0,-1-1 1 0 0,1 1-1 0 0,-1-1 0 0 0,1 0 1 0 0,0 0-1 0 0,0 1 0 0 0,0-1 1 0 0,0 0-1 0 0,0 1-7 0 0,3 3 26 0 0,40 56 179 0 0,0 0-2313 0 0,-21-18-8050 0 0,-21-36 468 0 0</inkml:trace>
</inkml:ink>
</file>

<file path=ppt/ink/ink2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16:44:44.195"/>
    </inkml:context>
    <inkml:brush xml:id="br0">
      <inkml:brushProperty name="width" value="0.05" units="cm"/>
      <inkml:brushProperty name="height" value="0.05" units="cm"/>
      <inkml:brushProperty name="color" value="#542378"/>
    </inkml:brush>
  </inkml:definitions>
  <inkml:trace contextRef="#ctx0" brushRef="#br0">87 67 0 0 0,'0'0'2409'0'0,"0"0"-297"0"0,0 0-10 0 0,0 0-111 0 0,0 0-164 0 0,0 0-169 0 0,0 0-221 0 0,0 0-214 0 0,0 0-212 0 0,0 0-199 0 0,0 0-178 0 0,-1-7-158 0 0,0-19-107 0 0,1 25-349 0 0,0 1-1 0 0,0-1 1 0 0,0 1 0 0 0,0-1-1 0 0,1 0 1 0 0,-1 1-1 0 0,0-1 1 0 0,0 0-1 0 0,0 1 1 0 0,0-1 0 0 0,1 1-1 0 0,-1-1 1 0 0,0 1-1 0 0,0-1 1 0 0,1 1-1 0 0,-1-1 1 0 0,1 1 0 0 0,-1-1-1 0 0,0 1 1 0 0,1-1-1 0 0,-1 1 1 0 0,1-1 0 0 0,-1 1-1 0 0,1 0 1 0 0,-1-1-1 0 0,1 1 1 0 0,-1 0-1 0 0,1-1 1 0 0,0 1 0 0 0,-1 0-1 0 0,1 0 1 0 0,-1 0-1 0 0,1-1 1 0 0,0 1-1 0 0,-1 0 1 0 0,1 0-20 0 0,4-1 89 0 0,11-4-28 0 0,0 2 0 0 0,1-1 0 0 0,-1 2 0 0 0,1 0 0 0 0,-1 1 0 0 0,1 1 0 0 0,5 1-61 0 0,-15-1 13 0 0,-4 1-14 0 0,0 1 0 0 0,0 0 0 0 0,0-1 0 0 0,0 1 0 0 0,0 0 0 0 0,-1 1 0 0 0,1-1 0 0 0,-1 0 0 0 0,0 1 0 0 0,1-1 0 0 0,-1 1 0 0 0,0 0 0 0 0,0 0 0 0 0,-1 0 0 0 0,1 0 0 0 0,0 0 0 0 0,-1 0 0 0 0,0 0 0 0 0,0 0 0 0 0,0 1 0 0 0,0-1 0 0 0,-1 0 0 0 0,1 1 0 0 0,-1-1 0 0 0,0 1 0 0 0,0-1 0 0 0,0 0 0 0 0,0 3 1 0 0,1-2 1 0 0,-1 1 1 0 0,1 0 0 0 0,-1 0-1 0 0,0-1 1 0 0,0 1 0 0 0,-1 0-1 0 0,1-1 1 0 0,-1 1 0 0 0,0 0-1 0 0,0-1 1 0 0,-1 1 0 0 0,1-1-1 0 0,-1 0 1 0 0,0 1 0 0 0,0-1-1 0 0,-1 0-1 0 0,0-1 58 0 0,0 1-1 0 0,-1-1 0 0 0,0 0 1 0 0,1 0-1 0 0,-1-1 0 0 0,0 1 0 0 0,0-1 1 0 0,0 0-1 0 0,-1 0 0 0 0,1 0 1 0 0,0-1-1 0 0,-1 1 0 0 0,1-1 1 0 0,-1 0-1 0 0,0 0 0 0 0,1-1 0 0 0,-1 0 1 0 0,0 1-1 0 0,1-1 0 0 0,-1-1 1 0 0,0 1-1 0 0,1-1 0 0 0,-1 0 0 0 0,0 0-57 0 0,-6-1 114 0 0,-1-1-1 0 0,1-1 1 0 0,0 0-1 0 0,0 0 1 0 0,0-1-1 0 0,-10-7-113 0 0,4 3 125 0 0,16 9-121 0 0,-5-3 66 0 0,0 0 1 0 0,0 0-1 0 0,0 0 0 0 0,0-1 0 0 0,0 0 1 0 0,1 0-1 0 0,0-1 0 0 0,-1 1 0 0 0,2-1 1 0 0,-3-2-71 0 0,7 6 12 0 0,-1 0 0 0 0,1 0 0 0 0,-1 0 0 0 0,1 0 0 0 0,-1 0 1 0 0,1 0-1 0 0,0 0 0 0 0,-1 0 0 0 0,1 0 0 0 0,0 0 0 0 0,0-1 0 0 0,0 1 1 0 0,0 0-1 0 0,0 0 0 0 0,0 0 0 0 0,0 0 0 0 0,0 0 0 0 0,1 0 0 0 0,-1 0 1 0 0,0 0-1 0 0,1 0 0 0 0,-1 0 0 0 0,0 0 0 0 0,1 0 0 0 0,-1 0 0 0 0,1 0 1 0 0,0 0-1 0 0,-1 0 0 0 0,1 0 0 0 0,0 1 0 0 0,-1-1 0 0 0,1 0 0 0 0,0 0 1 0 0,0 1-1 0 0,0-1 0 0 0,0 0 0 0 0,0 1 0 0 0,0-1 0 0 0,0 1-12 0 0,61-15-2263 0 0,-42 10-1199 0 0,0 1-3408 0 0,-13 2-244 0 0</inkml:trace>
</inkml:ink>
</file>

<file path=ppt/ink/ink2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16:44:44.605"/>
    </inkml:context>
    <inkml:brush xml:id="br0">
      <inkml:brushProperty name="width" value="0.05" units="cm"/>
      <inkml:brushProperty name="height" value="0.05" units="cm"/>
      <inkml:brushProperty name="color" value="#542378"/>
    </inkml:brush>
  </inkml:definitions>
  <inkml:trace contextRef="#ctx0" brushRef="#br0">11 1 7314 0 0,'0'0'3234'0'0,"0"0"-594"0"0,0 0-534 0 0,0 0-384 0 0,0 0-335 0 0,0 0-373 0 0,0 0-348 0 0,0 0-278 0 0,0 0-144 0 0,0 0-52 0 0,0 0 24 0 0,0 0 31 0 0,-2 6-10 0 0,-7 63 230 0 0,12-58-524 0 0,0-1 0 0 0,1 1 0 0 0,0 0 0 0 0,0-1 0 0 0,1 0 0 0 0,0 0 0 0 0,1-1-1 0 0,0 1 1 0 0,0-1 0 0 0,1 0 0 0 0,1-1 0 0 0,-1 0 0 0 0,1 0 0 0 0,1 0 0 0 0,5 3 57 0 0,6-2-3677 0 0,-8-12-5862 0 0,-11 1 6022 0 0,-1-2-968 0 0</inkml:trace>
</inkml:ink>
</file>

<file path=ppt/ink/ink2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16:44:44.927"/>
    </inkml:context>
    <inkml:brush xml:id="br0">
      <inkml:brushProperty name="width" value="0.05" units="cm"/>
      <inkml:brushProperty name="height" value="0.05" units="cm"/>
      <inkml:brushProperty name="color" value="#542378"/>
    </inkml:brush>
  </inkml:definitions>
  <inkml:trace contextRef="#ctx0" brushRef="#br0">0 10 6801 0 0,'0'0'3572'0'0,"0"0"-529"0"0,0 0-660 0 0,0 0-450 0 0,0 0-348 0 0,0 0-324 0 0,0 0-317 0 0,0 0-328 0 0,0 0-267 0 0,0 0-212 0 0,0 0-128 0 0,0 0-44 0 0,5-3-16 0 0,-2 1 48 0 0,-2 2 4 0 0,-1 0-1 0 0,0-1 1 0 0,1 1 0 0 0,-1-1-1 0 0,1 1 1 0 0,0 0-1 0 0,-1-1 1 0 0,1 1-1 0 0,-1 0 1 0 0,1-1-1 0 0,-1 1 1 0 0,1 0 0 0 0,0 0-1 0 0,-1 0 1 0 0,1 0-1 0 0,0 0 1 0 0,-1-1-1 0 0,1 1 1 0 0,-1 0 0 0 0,1 0-1 0 0,0 0 1 0 0,-1 1-1 0 0,1-1 1 0 0,0 0-1 0 0,-1 0 1 0 0,1 0-1 0 0,0 0 1 0 0,-1 1 0 0 0,1-1-1 0 0,-1 0 1 0 0,1 1-1 0 0,-1-1 1 0 0,1 0-1 0 0,-1 1 1 0 0,1-1-1 0 0,-1 0 1 0 0,1 1 0 0 0,-1-1-1 0 0,1 1 1 0 0,-1-1-1 0 0,0 1 1 0 0,1-1-1 0 0,-1 1 1 0 0,0 0-1 0 0,1-1 1 0 0,-1 1 0 0 0,0-1-1 0 0,0 1 1 0 0,1 0-1 0 0,-1-1 1 0 0,0 1-1 0 0,51 116-143 0 0,-27-61-1560 0 0,-13-17-7163 0 0,-10-31 222 0 0</inkml:trace>
</inkml:ink>
</file>

<file path=ppt/ink/ink2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16:44:46.134"/>
    </inkml:context>
    <inkml:brush xml:id="br0">
      <inkml:brushProperty name="width" value="0.05" units="cm"/>
      <inkml:brushProperty name="height" value="0.05" units="cm"/>
      <inkml:brushProperty name="color" value="#542378"/>
    </inkml:brush>
  </inkml:definitions>
  <inkml:trace contextRef="#ctx0" brushRef="#br0">16 0 2465 0 0,'0'0'3512'0'0,"0"0"-776"0"0,0 0-656 0 0,0 0-416 0 0,0 0-305 0 0,0 0-258 0 0,0 0-240 0 0,0 0-245 0 0,0 0-244 0 0,0 0-205 0 0,0 0-98 0 0,0 0-9 0 0,0 0 56 0 0,-3 4 74 0 0,2-4-172 0 0,0 1 0 0 0,0 0 0 0 0,0 0 0 0 0,0 1 1 0 0,0-1-1 0 0,0 0 0 0 0,0 0 0 0 0,1 0 0 0 0,-1 1 0 0 0,1-1 1 0 0,-1 0-1 0 0,1 0 0 0 0,-1 1 0 0 0,1-1 0 0 0,0 1 0 0 0,-1-1 1 0 0,1 0-1 0 0,0 1 0 0 0,0-1 0 0 0,0 1 0 0 0,0-1 0 0 0,0 0 1 0 0,0 1-1 0 0,1-1 0 0 0,-1 1 0 0 0,0-1 0 0 0,1 0 1 0 0,-1 1-1 0 0,1-1 0 0 0,-1 0 0 0 0,1 0 0 0 0,0 1-18 0 0,70 98 439 0 0,-17-14-531 0 0,-49-60-1706 0 0,-5-26 422 0 0,0 0-1031 0 0,0 0-2090 0 0,0 0-3721 0 0</inkml:trace>
</inkml:ink>
</file>

<file path=ppt/ink/ink2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16:44:53.55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24 90 1208 0 0,'0'0'1553'0'0,"0"0"20"0"0,0 0-40 0 0,0 0-56 0 0,0 0-95 0 0,0 0-133 0 0,0 0-182 0 0,0 0-142 0 0,0 0-76 0 0,0 0-9 0 0,0 0 55 0 0,-4-12 16 0 0,-9-37-60 0 0,12 48-782 0 0,1 1-1 0 0,-1 0 1 0 0,1-1 0 0 0,0 1 0 0 0,-1-1 0 0 0,1 1 0 0 0,-1-1-1 0 0,1 1 1 0 0,0-1 0 0 0,-1 0 0 0 0,1 1 0 0 0,0-1-1 0 0,0 1 1 0 0,0-1 0 0 0,-1 0 0 0 0,1 1 0 0 0,0-1-1 0 0,0 1 1 0 0,0-1 0 0 0,0 0 0 0 0,0 1 0 0 0,0-1 0 0 0,0 0-1 0 0,0 1 1 0 0,0-1 0 0 0,0 0 0 0 0,1 1 0 0 0,-1-1-1 0 0,0 1 1 0 0,0-1 0 0 0,0 0 0 0 0,1 1 0 0 0,-1-1-1 0 0,0 1 1 0 0,1-1 0 0 0,-1 1 0 0 0,1-1 0 0 0,-1 1 0 0 0,1-1-1 0 0,-1 1 1 0 0,1-1 0 0 0,-1 1 0 0 0,1 0 0 0 0,-1-1-1 0 0,1 1 1 0 0,-1 0 0 0 0,1-1 0 0 0,-1 1 0 0 0,1 0-1 0 0,0 0 1 0 0,-1 0 0 0 0,1-1 0 0 0,0 1 0 0 0,0 0-69 0 0,4-1 551 0 0,45 1 614 0 0,-42 0-1002 0 0,-1 1 1 0 0,1 0-1 0 0,-1 0 1 0 0,1 0 0 0 0,-1 1-1 0 0,0 0 1 0 0,0 1-1 0 0,0 0 1 0 0,3 1-164 0 0,-8-2 19 0 0,0 0-1 0 0,1 0 1 0 0,-1 0 0 0 0,0 0 0 0 0,0 1-1 0 0,-1-1 1 0 0,1 0 0 0 0,0 1-1 0 0,-1 0 1 0 0,1-1 0 0 0,-1 1 0 0 0,0 0-1 0 0,0 0 1 0 0,0 0 0 0 0,0 0 0 0 0,-1 0-1 0 0,1 0 1 0 0,-1 0 0 0 0,0 0-19 0 0,3 7 43 0 0,11 91 70 0 0,-3 184 68 0 0,-22-246-242 0 0,6-60-4215 0 0,3 2-6729 0 0,2 15 2437 0 0</inkml:trace>
  <inkml:trace contextRef="#ctx0" brushRef="#br0" timeOffset="271.58">296 306 6201 0 0,'0'0'3378'0'0,"0"0"-757"0"0,0 0-706 0 0,0 0-365 0 0,0 0-161 0 0,0 0-170 0 0,0 0-213 0 0,0 0-259 0 0,0 0-238 0 0,0 0-154 0 0,0 0-142 0 0,0 0-81 0 0,0 0-33 0 0,-19-6-62 0 0,-59-15-21 0 0,78 20-16 0 0,-1 0-1 0 0,0 1 1 0 0,1 0-1 0 0,-1-1 1 0 0,0 1 0 0 0,1-1-1 0 0,-1 1 1 0 0,0 0-1 0 0,0-1 1 0 0,1 1-1 0 0,-1 0 1 0 0,0 0 0 0 0,0 0-1 0 0,0 0 1 0 0,1 0-1 0 0,-1 0 1 0 0,0 0-1 0 0,0 0 1 0 0,0 0 0 0 0,0 0-1 0 0,1 0 1 0 0,-1 0-1 0 0,0 0 1 0 0,0 1-1 0 0,1-1 1 0 0,-1 0-1 0 0,0 1 1 0 0,0-1 0 0 0,1 0-1 0 0,-1 1 1 0 0,0-1-1 0 0,1 1 1 0 0,-1-1-1 0 0,0 1 1 0 0,1-1 0 0 0,-1 1-1 0 0,1 0 1 0 0,-1-1-1 0 0,1 1 1 0 0,-1 0-1 0 0,1 0 1 0 0,-1 1-14 0 0,-26 22-940 0 0,2-20-2879 0 0,13-4-1481 0 0,6 0-4972 0 0</inkml:trace>
</inkml:ink>
</file>

<file path=ppt/ink/ink2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16:44:57.492"/>
    </inkml:context>
    <inkml:brush xml:id="br0">
      <inkml:brushProperty name="width" value="0.05" units="cm"/>
      <inkml:brushProperty name="height" value="0.05" units="cm"/>
      <inkml:brushProperty name="color" value="#542378"/>
    </inkml:brush>
  </inkml:definitions>
  <inkml:trace contextRef="#ctx0" brushRef="#br0">8 22 3705 0 0,'0'0'2926'0'0,"0"0"-359"0"0,0 0-369 0 0,0 0-326 0 0,0 0-286 0 0,0 0-275 0 0,0 0-268 0 0,0 0-215 0 0,0 0-153 0 0,0 0-133 0 0,0 0-124 0 0,-1-4-91 0 0,-5-13-85 0 0,10 40 228 0 0,48 92-118 0 0,-21-36-140 0 0,8 12-207 0 0,-37-81-560 0 0,-13-12-9103 0 0,6-2 2649 0 0</inkml:trace>
</inkml:ink>
</file>

<file path=ppt/ink/ink2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16:44:57.983"/>
    </inkml:context>
    <inkml:brush xml:id="br0">
      <inkml:brushProperty name="width" value="0.05" units="cm"/>
      <inkml:brushProperty name="height" value="0.05" units="cm"/>
      <inkml:brushProperty name="color" value="#542378"/>
    </inkml:brush>
  </inkml:definitions>
  <inkml:trace contextRef="#ctx0" brushRef="#br0">8 58 4097 0 0,'0'0'3130'0'0,"0"0"-352"0"0,0 0-399 0 0,0 0-309 0 0,0 0-235 0 0,0 0-219 0 0,0 0-245 0 0,0 0-237 0 0,0 0-209 0 0,0 0-171 0 0,0 0-130 0 0,0 0-123 0 0,0 0-125 0 0,-1-10-98 0 0,-4-28-106 0 0,4 29-100 0 0,1 9-20 0 0,0 0-44 0 0,0 0-42 0 0,0 8-140 0 0,1 0 188 0 0,-1 0 1 0 0,2 0-1 0 0,-1 0 1 0 0,1 0 0 0 0,1 0-1 0 0,-1 0 1 0 0,1-1-1 0 0,0 1 1 0 0,1-1-1 0 0,0 0 1 0 0,1 0-15 0 0,55 94 187 0 0,-30-35-809 0 0,-26-41-2436 0 0,-5-16-995 0 0,0-2-3679 0 0,0-4-1114 0 0</inkml:trace>
</inkml:ink>
</file>

<file path=ppt/ink/ink2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1T16:43:16.886"/>
    </inkml:context>
    <inkml:brush xml:id="br0">
      <inkml:brushProperty name="width" value="0.05" units="cm"/>
      <inkml:brushProperty name="height" value="0.05" units="cm"/>
      <inkml:brushProperty name="color" value="#00A0D7"/>
    </inkml:brush>
    <inkml:brush xml:id="br1">
      <inkml:brushProperty name="width" value="0.05" units="cm"/>
      <inkml:brushProperty name="height" value="0.05" units="cm"/>
    </inkml:brush>
  </inkml:definitions>
  <inkml:trace contextRef="#ctx0" brushRef="#br0">2455 768 0 0 0,'0'0'691'0'0,"0"0"182"0"0,0 0 128 0 0,0 0 195 0 0,0 0 201 0 0,0 0 56 0 0,0 0-29 0 0,0 0-41 0 0,0 0-40 0 0,0 0-20 0 0,0 0-32 0 0,0 0-31 0 0,-5-3-49 0 0,-15-11-75 0 0,20 14-1032 0 0,-1 0 0 0 0,1 0 0 0 0,-1 0-1 0 0,1 0 1 0 0,0 0 0 0 0,-1 0 0 0 0,1 0-1 0 0,0 0 1 0 0,-1-1 0 0 0,1 1 0 0 0,-1 0-1 0 0,1 0 1 0 0,0 0 0 0 0,-1 0 0 0 0,1-1-1 0 0,0 1 1 0 0,0 0 0 0 0,-1 0 0 0 0,1-1 0 0 0,0 1-1 0 0,-1 0 1 0 0,1-1 0 0 0,0 1 0 0 0,0 0-1 0 0,0-1 1 0 0,-1 1 0 0 0,1 0 0 0 0,0-1-1 0 0,0 1 1 0 0,0 0 0 0 0,0-1 0 0 0,0 1-1 0 0,0 0 1 0 0,0-1 0 0 0,-1 1 0 0 0,1-1-1 0 0,0 1 1 0 0,0 0 0 0 0,0-1 0 0 0,1 1-1 0 0,-1-1 1 0 0,0 1 0 0 0,0 0 0 0 0,0-1 0 0 0,0 1-1 0 0,0 0 1 0 0,0-1 0 0 0,1 1 0 0 0,-1 0-1 0 0,0-1 1 0 0,0 1 0 0 0,0 0 0 0 0,1-1-1 0 0,-1 1 1 0 0,0 0 0 0 0,0-1 0 0 0,1 1-1 0 0,-1 0 1 0 0,0 0 0 0 0,1 0 0 0 0,-1-1-1 0 0,0 1 1 0 0,1 0 0 0 0,-1 0 0 0 0,0 0-1 0 0,1 0-103 0 0,-1 0-54 0 0,0 0-37 0 0,0 0-49 0 0,0 0-60 0 0,0 11-391 0 0,-11 113 501 0 0,11-123 90 0 0,-3 10 45 0 0,0 0 1 0 0,1 0-1 0 0,1 0 1 0 0,0 1-1 0 0,0-1 1 0 0,1 0-1 0 0,1 3-45 0 0,1-9 55 0 0,1-1-1 0 0,0 1 1 0 0,0-1 0 0 0,0 0-1 0 0,1 1 1 0 0,-1-2 0 0 0,1 1-1 0 0,0 0 1 0 0,0-1-1 0 0,0 0 1 0 0,1 0 0 0 0,-1 0-1 0 0,1 0 1 0 0,0-1-1 0 0,-1 1 1 0 0,1-1 0 0 0,0-1-1 0 0,1 1 1 0 0,-1-1-1 0 0,2 1-54 0 0,41 11 44 0 0,0-2 0 0 0,0-3 0 0 0,12 0-44 0 0,-20-2-94 0 0,45-3-2920 0 0,-77-7 501 0 0,-3-1-3382 0 0,-4 3 3691 0 0,3-1-7914 0 0</inkml:trace>
  <inkml:trace contextRef="#ctx0" brushRef="#br0" timeOffset="322.7">2639 951 9178 0 0,'0'0'2222'0'0,"0"0"-310"0"0,0 0-249 0 0,0 0-109 0 0,0 0-138 0 0,0 0-280 0 0,0 0-338 0 0,0 0-297 0 0,0 0-153 0 0,0 0-34 0 0,0 0 27 0 0,0 0 51 0 0,0 0 4 0 0,-1 17-78 0 0,-5 52-77 0 0,17-18-16 0 0,-5-40-187 0 0,88 194-592 0 0,-86-172-1425 0 0,-7-22-1288 0 0,-2 0-3458 0 0,-1-6-3479 0 0</inkml:trace>
  <inkml:trace contextRef="#ctx0" brushRef="#br1" timeOffset="3.63">1912 19 0 0 0,'0'0'608'0'0,"0"0"308"0"0,0 0 35 0 0,0 0-13 0 0,0 0-51 0 0,3-3-31 0 0,13-12 720 0 0,-11 15 6082 0 0,-7 5-7848 0 0,-35 28 288 0 0,-23 12 8 0 0,-34 19 4 0 0,38-28-54 0 0,-80 40 174 0 0,-16-14 123 0 0,-45 6-353 0 0,-79 32 252 0 0,-42 12 637 0 0,98-44-242 0 0,149-49-374 0 0,-27 5 83 0 0,-47 19 99 0 0,97-26-1460 0 0,35-7-2538 0 0,3 4-3903 0 0,8-10 1415 0 0</inkml:trace>
  <inkml:trace contextRef="#ctx0" brushRef="#br1" timeOffset="3.63">5302 126 0 0 0,'0'0'103'0'0,"0"0"82"0"0,0 0-22 0 0,0 0-61 0 0,3-1-494 0 0,-4 3 454 0 0,-1-1 0 0 0,0 1 0 0 0,0-1-1 0 0,0 0 1 0 0,0 1 0 0 0,0-1 0 0 0,0 0-1 0 0,0 0 1 0 0,-1 0 0 0 0,1 0 0 0 0,0-1-1 0 0,-1 1 1 0 0,1-1 0 0 0,0 1 0 0 0,-1-1-1 0 0,1 0 1 0 0,0 0 0 0 0,-1 0 0 0 0,1 0-1 0 0,-2 0-61 0 0,-6 0 375 0 0,-192 13 3082 0 0,-58-4-1171 0 0,-29 9-779 0 0,-50-5-362 0 0,104 9-763 0 0,-62 27-118 0 0,13-16-27 0 0,77-7-169 0 0,95 5-83 0 0,-253 59 131 0 0,244-55-77 0 0,-148 34 605 0 0,79-5-202 0 0,42-9 24 0 0,-11-6 47 0 0,80-24-307 0 0,-80 18 532 0 0,-42-3-218 0 0,-79 12 152 0 0,174-29-437 0 0,-20 3 173 0 0,-22-15 336 0 0,-4-15 60 0 0,-77-21 75 0 0,37 24-1136 0 0,156 4-2073 0 0,13 3-4966 0 0,16-4-1349 0 0</inkml:trace>
</inkml:ink>
</file>

<file path=ppt/ink/ink2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2T02:09:09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39 491 0 0 0,'0'0'260'0'0,"0"0"964"0"0,0 0 11 0 0,0 0-333 0 0,0 0-206 0 0,0 0-148 0 0,0 0-68 0 0,0 0-34 0 0,7 33 7 0 0,21 99-13 0 0,-14-70 456 0 0,6 20 1673 0 0,-6-58-1670 0 0,-12-23 3053 0 0,-6-19-3479 0 0,-49-95-723 0 0,38 80 419 0 0,1-1 0 0 0,2 0 0 0 0,-6-33-169 0 0,10 25 1282 0 0,8 42-1062 0 0,0 0-68 0 0,0 0-75 0 0,0 0-81 0 0,0 0-67 0 0,5 9-659 0 0,67 53 931 0 0,-50-52-163 0 0,2-2 0 0 0,-1-1-1 0 0,1-1 1 0 0,0-1 0 0 0,0-1 0 0 0,1-1 0 0 0,-1-1 0 0 0,23-1-38 0 0,-45-1 18 0 0,0 0-1 0 0,-1 0 1 0 0,1 0 0 0 0,-1 0 0 0 0,1-1 0 0 0,-1 1 0 0 0,1 0 0 0 0,-1-1-1 0 0,1 0 1 0 0,-1 1 0 0 0,1-1 0 0 0,-1 0 0 0 0,1 1 0 0 0,-1-1-1 0 0,0 0 1 0 0,0 0 0 0 0,1 0 0 0 0,-1 0 0 0 0,0-1 0 0 0,0 1 0 0 0,0 0-1 0 0,0 0 1 0 0,0-1 0 0 0,0 1 0 0 0,-1 0 0 0 0,1-1 0 0 0,0 1 0 0 0,-1-1-1 0 0,1 1 1 0 0,-1-1 0 0 0,1 1 0 0 0,-1-1-18 0 0,3-56-520 0 0,-3 42 467 0 0,0 13 11 0 0,0 0 0 0 0,-1 0-1 0 0,1 0 1 0 0,-1 1-1 0 0,1-1 1 0 0,-1 0 0 0 0,0 0-1 0 0,0 0 1 0 0,0 0 0 0 0,0 1-1 0 0,-1-1 1 0 0,1 1-1 0 0,-1-1 1 0 0,0 1 0 0 0,1-1-1 0 0,-1 1 1 0 0,0 0-1 0 0,0 0 1 0 0,-1 0 0 0 0,1 0-1 0 0,0 0 1 0 0,-1 1 0 0 0,1-1-1 0 0,-1 1 1 0 0,1-1-1 0 0,-1 1 1 0 0,0 0 0 0 0,0 0-1 0 0,0 0 1 0 0,1 0-1 0 0,-1 1 1 0 0,-1-1 42 0 0,2 1-31 0 0,0 0 1 0 0,0 0-1 0 0,0 1 1 0 0,0-1-1 0 0,0 0 1 0 0,0 1-1 0 0,0-1 0 0 0,0 1 1 0 0,0 0-1 0 0,0 0 1 0 0,0 0-1 0 0,0 0 1 0 0,0 0-1 0 0,1 0 0 0 0,-1 0 1 0 0,1 0-1 0 0,-1 1 1 0 0,0-1-1 0 0,1 1 1 0 0,0-1-1 0 0,-1 1 0 0 0,1 0 1 0 0,0-1-1 0 0,0 1 1 0 0,0 0-1 0 0,-1 1 31 0 0,-1 5 89 0 0,0 0 1 0 0,0 0-1 0 0,0 1 0 0 0,1-1 0 0 0,1 0 0 0 0,-1 1 0 0 0,1-1 0 0 0,1 1 1 0 0,-1 0-1 0 0,2-1 0 0 0,-1 3-89 0 0,0-5 82 0 0,1-1 3 0 0,-1 1 1 0 0,1-1-1 0 0,0 0 0 0 0,1 1 1 0 0,-1-1-1 0 0,1 0 0 0 0,0 0 0 0 0,0 0 1 0 0,1 0-1 0 0,-1 0 0 0 0,1 0 1 0 0,0-1-1 0 0,1 1 0 0 0,-1-1 0 0 0,1 0 1 0 0,0 0-1 0 0,3 3-85 0 0,79 55 813 0 0,-85-61-809 0 0,11 6-265 0 0,0 0-1 0 0,1 0 1 0 0,0-1 0 0 0,0 0-1 0 0,0-2 1 0 0,0 1 0 0 0,1-1-1 0 0,0-1 1 0 0,-1-1-1 0 0,1 0 1 0 0,6 0 261 0 0,-14-18-8780 0 0,-6 12 6511 0 0,0-2-2144 0 0</inkml:trace>
  <inkml:trace contextRef="#ctx0" brushRef="#br0" timeOffset="554.32">554 530 960 0 0,'0'0'2322'0'0,"0"0"-654"0"0,0 0-205 0 0,0 0 124 0 0,0 0 120 0 0,0 0-169 0 0,0 0-420 0 0,0 0-453 0 0,0 0-311 0 0,0 0-97 0 0,0 0 50 0 0,0 0 81 0 0,0 0 46 0 0,4 12-44 0 0,14 38-75 0 0,26 14 503 0 0,-31-49-613 0 0,1-1 0 0 0,0 0 0 0 0,1 0 0 0 0,1-2-1 0 0,13 9-204 0 0,-25-18 18 0 0,62 37 680 0 0,-66-39-634 0 0,0-1 0 0 0,0 0 0 0 0,0 1-1 0 0,0-1 1 0 0,1 0 0 0 0,-1 0 0 0 0,0 1 0 0 0,0-1 0 0 0,0 0 0 0 0,1 0 0 0 0,-1 1 0 0 0,0-1 0 0 0,0 0 0 0 0,1 0 0 0 0,-1 0 0 0 0,0 1 0 0 0,0-1 0 0 0,1 0 0 0 0,-1 0 0 0 0,0 0 0 0 0,1 0 0 0 0,-1 0 0 0 0,0 0 0 0 0,0 0 0 0 0,1 0 0 0 0,-1 0 0 0 0,0 0 0 0 0,1 1 0 0 0,-1-2 0 0 0,0 1 0 0 0,1 0 0 0 0,-1 0 0 0 0,0 0 0 0 0,1 0 0 0 0,-1 0 0 0 0,0 0 0 0 0,1 0 0 0 0,-1 0 0 0 0,0 0 0 0 0,0-1 0 0 0,1 1 0 0 0,-1 0 0 0 0,0 0 0 0 0,0 0 0 0 0,1 0 0 0 0,-1-1 0 0 0,0 1 0 0 0,0 0 0 0 0,0 0 0 0 0,1-1 0 0 0,-1 1 0 0 0,0 0 0 0 0,0 0 0 0 0,0-1 0 0 0,0 1 0 0 0,1 0 0 0 0,-1-1 0 0 0,0 1 0 0 0,0 0 0 0 0,0-1 0 0 0,0 1 0 0 0,0 0 0 0 0,0-1 0 0 0,0 1 0 0 0,0 0 0 0 0,0-1 0 0 0,0 1 0 0 0,0 0 0 0 0,0 0-64 0 0,0-52 293 0 0,2 17-274 0 0,-3 1 0 0 0,0-1 0 0 0,-3 1-1 0 0,-2-8-18 0 0,5 36-276 0 0,0 0-1 0 0,0 0 1 0 0,-1 0 0 0 0,1 1-1 0 0,-2-1 1 0 0,1 1 0 0 0,0-1-1 0 0,-1 1 1 0 0,0 0 0 0 0,-1 0-1 0 0,1 0 1 0 0,-1 0-1 0 0,0 1 277 0 0,-13-8-5307 0 0,-5 9-4263 0 0,19 3 7152 0 0,1 0 492 0 0</inkml:trace>
  <inkml:trace contextRef="#ctx0" brushRef="#br0" timeOffset="1266.7">951 667 0 0 0,'0'0'852'0'0,"0"0"1219"0"0,0 0 340 0 0,0 0-162 0 0,0 0-247 0 0,0 0-229 0 0,0 0-168 0 0,0 0-242 0 0,0 0-192 0 0,0 0-168 0 0,0 0-165 0 0,0 0-87 0 0,21-9-100 0 0,63-27-94 0 0,-62 18-68 0 0,-22 11-229 0 0,1 0-106 0 0,0-1 0 0 0,-1 1 1 0 0,0-1-1 0 0,0 1 0 0 0,-1-1 0 0 0,0 1 1 0 0,0 0-1 0 0,0-1 0 0 0,-1 1-154 0 0,-22-44 689 0 0,21 46-656 0 0,3 4-43 0 0,0 0 0 0 0,-1 1 0 0 0,1-1 0 0 0,0 0 0 0 0,-1 1 0 0 0,1-1 0 0 0,0 1 1 0 0,-1-1-1 0 0,1 0 0 0 0,-1 1 0 0 0,1-1 0 0 0,-1 1 0 0 0,1 0 0 0 0,-1-1 0 0 0,1 1 0 0 0,-1-1 0 0 0,0 1 0 0 0,1 0 0 0 0,-1-1 0 0 0,1 1 0 0 0,-1 0 0 0 0,0 0 0 0 0,1-1 0 0 0,-1 1 1 0 0,0 0-1 0 0,1 0 0 0 0,-1 0 0 0 0,0 0 0 0 0,0 0 0 0 0,1 0 0 0 0,-1 0 0 0 0,0 0 0 0 0,1 0 0 0 0,-1 0 10 0 0,-5 4-45 0 0,1 0 0 0 0,-1 0 1 0 0,1 1-1 0 0,1-1 0 0 0,-1 1 0 0 0,1 0 1 0 0,0 0-1 0 0,0 0 0 0 0,0 1 0 0 0,0 0 1 0 0,1 0 44 0 0,1-3-15 0 0,-31 53-50 0 0,31-54 88 0 0,1 1 0 0 0,-1-1 0 0 0,1 0 0 0 0,0 1 0 0 0,0-1 0 0 0,0 0 0 0 0,0 1 0 0 0,0-1 0 0 0,0 1 0 0 0,1 0 0 0 0,-1-1 0 0 0,1 1 1 0 0,-1 0-1 0 0,1-1 0 0 0,0 1 0 0 0,0-1 0 0 0,1 1 0 0 0,-1 0 0 0 0,0-1 0 0 0,1 1 0 0 0,0 0 0 0 0,0-1 0 0 0,-1 1 0 0 0,1-1 0 0 0,1 0 0 0 0,-1 1 0 0 0,0-1 0 0 0,2 2-23 0 0,10 7 60 0 0,1 0 0 0 0,1-1 0 0 0,0-1 0 0 0,0 0 0 0 0,1-1-1 0 0,0-1 1 0 0,10 3-60 0 0,-10-3-7 0 0,2 0 35 0 0,1 0-1 0 0,0-1 0 0 0,1-1 0 0 0,-1 0 0 0 0,1-2 0 0 0,0 0 1 0 0,0-1-1 0 0,4-1-27 0 0,-22-3 19 0 0,0 1 1 0 0,-1-1-1 0 0,1 0 0 0 0,-1 1 1 0 0,1-1-1 0 0,-1 0 1 0 0,0 0-1 0 0,1 0 1 0 0,-1 0-1 0 0,0 0 0 0 0,0 0 1 0 0,-1 0-1 0 0,1-1 1 0 0,0 1-1 0 0,-1 0 0 0 0,1 0 1 0 0,-1-1-1 0 0,0 1 1 0 0,0 0-1 0 0,0 0 0 0 0,0-1 1 0 0,0 1-1 0 0,0 0 1 0 0,0-1-1 0 0,-1 1 1 0 0,0-1-20 0 0,1-2-8 0 0,0-1-3 0 0,-1 1 0 0 0,0 0-1 0 0,0 0 1 0 0,-1 0-1 0 0,0 0 1 0 0,1 0 0 0 0,-2 0-1 0 0,1 0 1 0 0,0 1 0 0 0,-1-1-1 0 0,0 1 1 0 0,-1-2 11 0 0,-11-19-2 0 0,-20-29 48 0 0,22 11 181 0 0,13 35-202 0 0,0 6-3 0 0,0-1 0 0 0,0 0 0 0 0,0 0 0 0 0,0 1 0 0 0,0-1 0 0 0,0 0 0 0 0,1 0 0 0 0,-1 1 0 0 0,1-1 0 0 0,0 0 0 0 0,0 1 0 0 0,0-1 0 0 0,0 1 0 0 0,0-1 0 0 0,0 1 0 0 0,1-1 0 0 0,-1 1 0 0 0,1 0 0 0 0,0 0 0 0 0,0-1-22 0 0,74-47-1585 0 0,-28 23 535 0 0,-44 20-1603 0 0,-8-4-9930 0 0,-3 7 6836 0 0</inkml:trace>
  <inkml:trace contextRef="#ctx0" brushRef="#br0" timeOffset="1997.91">1681 437 0 0 0,'0'0'1646'0'0,"0"0"-55"0"0,0 0 85 0 0,0 0 122 0 0,0 0 17 0 0,0 0-140 0 0,0 0-186 0 0,0 0-170 0 0,0 0-234 0 0,0 0-261 0 0,0 0-231 0 0,0 0-209 0 0,-23-17-162 0 0,-71-50-98 0 0,64 51-46 0 0,29 17-64 0 0,-3 5 72 0 0,1-1 0 0 0,0 1 0 0 0,0 0 0 0 0,0 1 0 0 0,1-1 0 0 0,0 0 0 0 0,0 1 0 0 0,0-1 0 0 0,1 1-1 0 0,0 0 1 0 0,0-1 0 0 0,1 1 0 0 0,0 0 0 0 0,0-1 0 0 0,0 1 0 0 0,1 0 0 0 0,1 2-86 0 0,-2-5 32 0 0,3 7 18 0 0,-1 0-1 0 0,2 0 1 0 0,0 0-1 0 0,0-1 1 0 0,1 0-1 0 0,0 0 1 0 0,1 0-1 0 0,0 0 1 0 0,0-1-1 0 0,1 0 1 0 0,0-1-1 0 0,1 1 1 0 0,0-1-1 0 0,0-1 1 0 0,1 1-1 0 0,0-1 1 0 0,5 2-50 0 0,43 35-277 0 0,-57-43 236 0 0,1 0 0 0 0,-1 1 0 0 0,1-1 0 0 0,-1 0 0 0 0,1 0-1 0 0,-1 0 1 0 0,0 1 0 0 0,0-1 0 0 0,0 0 0 0 0,0 0 0 0 0,0 1 0 0 0,0-1 0 0 0,0 0 0 0 0,0 1 0 0 0,0-1 0 0 0,0 0 0 0 0,-1 0 0 0 0,1 0 0 0 0,0 1 0 0 0,-1-1 0 0 0,1 0 0 0 0,-1 0 0 0 0,0 0 0 0 0,1 0 0 0 0,-1 0 0 0 0,0 0 0 0 0,0 0 0 0 0,1 0 0 0 0,-1 0 0 0 0,0 0 0 0 0,0 0 0 0 0,0 0 0 0 0,-1 0 41 0 0,-2 2 12 0 0,1 1 1 0 0,-2-1-1 0 0,1 0 0 0 0,0 0 1 0 0,-1 0-1 0 0,1 0 0 0 0,-1-1 1 0 0,0 0-1 0 0,0 0 0 0 0,0 0 1 0 0,0-1-1 0 0,-1 1-12 0 0,-5 0-34 0 0,-1-1 1 0 0,0 0-1 0 0,1 0 1 0 0,-1-1-1 0 0,0 0 1 0 0,0-1-1 0 0,-5-2 34 0 0,13 2-235 0 0,0 0 0 0 0,0-1 1 0 0,0 0-1 0 0,1 0 0 0 0,-1 0 0 0 0,0 0 0 0 0,1 0 0 0 0,-1-1 0 0 0,1 0 0 0 0,0 1 0 0 0,0-1 0 0 0,0-1 0 0 0,0 1 1 0 0,1 0-1 0 0,-1-1 0 0 0,1 1 0 0 0,0-1 0 0 0,0 1 0 0 0,0-1 0 0 0,0 0 0 0 0,1-1 235 0 0,-10-47-8828 0 0,11 46 5639 0 0</inkml:trace>
  <inkml:trace contextRef="#ctx0" brushRef="#br0" timeOffset="2772.85">2065 550 24 0 0,'0'0'2563'0'0,"0"0"-817"0"0,0 0-290 0 0,0 0 74 0 0,0 0 86 0 0,0 0-69 0 0,0 0-97 0 0,0 0-107 0 0,0 0-172 0 0,0 0-182 0 0,0 0-193 0 0,0 0-202 0 0,-33-17-159 0 0,-97-48-105 0 0,90 48-72 0 0,37 19-198 0 0,1 0-1 0 0,-1 0 1 0 0,0 0 0 0 0,1 1 0 0 0,0-1 0 0 0,-1 1-1 0 0,1-1 1 0 0,0 1 0 0 0,0 0 0 0 0,1-1 0 0 0,-1 1-1 0 0,1 0 1 0 0,-1 0 0 0 0,1 0 0 0 0,0 0 0 0 0,0 1-1 0 0,0-1 1 0 0,0 0 0 0 0,1 0 0 0 0,-1 1 0 0 0,1-1-1 0 0,0 0 1 0 0,0 1 0 0 0,0-1 0 0 0,1 3-60 0 0,-1 0 73 0 0,0-2-23 0 0,-1-1-1 0 0,1 1 1 0 0,0-1-1 0 0,1 1 1 0 0,-1-1 0 0 0,0 1-1 0 0,1-1 1 0 0,0 1-1 0 0,0-1 1 0 0,0 0 0 0 0,0 1-1 0 0,1-1 1 0 0,-1 0-1 0 0,1 0 1 0 0,0 0 0 0 0,2 2-50 0 0,1 2 32 0 0,2 0 1 0 0,-1 0 0 0 0,1-1 0 0 0,0 0 0 0 0,0-1 0 0 0,1 0-1 0 0,-1 0 1 0 0,1 0 0 0 0,1-1 0 0 0,-1 0 0 0 0,0-1 0 0 0,1 0-1 0 0,0 0 1 0 0,-1-1 0 0 0,1 0 0 0 0,0 0 0 0 0,0-1-1 0 0,2 0-32 0 0,-8-2 7 0 0,-1-1-1 0 0,1 1 1 0 0,-1 0-1 0 0,0-1 0 0 0,1 1 1 0 0,-1-1-1 0 0,0 1 0 0 0,0-1 1 0 0,0 0-1 0 0,0 0 0 0 0,-1 0 1 0 0,1 0-1 0 0,0-1 1 0 0,-1 1-1 0 0,0 0 0 0 0,1-1 1 0 0,-1 1-1 0 0,0 0 0 0 0,0-1 1 0 0,0 0-1 0 0,-1 1 0 0 0,1-1 1 0 0,-1 0-1 0 0,1 1 1 0 0,-1-1-1 0 0,0 0 0 0 0,0 1 1 0 0,0-1-1 0 0,0 0 0 0 0,-1 0-6 0 0,4-13 71 0 0,-2 12-100 0 0,-1 4 25 0 0,0 1 0 0 0,1-1 0 0 0,-1 0 0 0 0,0 0 0 0 0,0 1 0 0 0,1-1 0 0 0,-1 0 0 0 0,0 0 0 0 0,0 0 0 0 0,1 1 0 0 0,-1-1 0 0 0,0 0 0 0 0,1 0 0 0 0,-1 0 0 0 0,0 0 0 0 0,1 0 0 0 0,-1 0 0 0 0,1 0 0 0 0,-1 0 0 0 0,0 0 0 0 0,1 0 0 0 0,-1 0 0 0 0,0 0 0 0 0,1 0 0 0 0,-1 0 0 0 0,0 0 0 0 0,1 0 0 0 0,-1 0 0 0 0,0 0 0 0 0,1 0 0 0 0,-1 0 0 0 0,0 0 0 0 0,1-1 0 0 0,-1 1 0 0 0,0 0 0 0 0,1 0 0 0 0,-1-1 0 0 0,0 1 0 0 0,0 0 0 0 0,1 0 0 0 0,-1-1 0 0 0,0 1 0 0 0,0 0 0 0 0,1 0 1 0 0,-1-1-1 0 0,0 1 0 0 0,0 0 0 0 0,0-1 0 0 0,0 1 0 0 0,0 0 0 0 0,1-1 0 0 0,-1 1 0 0 0,0 0 0 0 0,0-1 0 0 0,0 1 0 0 0,0-1 0 0 0,0 1 0 0 0,0 0 0 0 0,0-1 0 0 0,0 1 0 0 0,0 0 0 0 0,0-1 0 0 0,0 1 0 0 0,-1 0 0 0 0,1-1 0 0 0,0 1 0 0 0,0 0 0 0 0,0-1 0 0 0,0 1 4 0 0,7 10-3 0 0,1-1 0 0 0,0 1 0 0 0,0-2 0 0 0,1 1 0 0 0,0-1 0 0 0,1 0 0 0 0,-1-1 0 0 0,2 0 0 0 0,-1-1 0 0 0,1 0 0 0 0,0-1 0 0 0,0 0 0 0 0,0 0 1 0 0,1-1-1 0 0,0-1 0 0 0,0 0 0 0 0,0-1 0 0 0,0 0 0 0 0,0 0 3 0 0,-8-4 26 0 0,-1 0 0 0 0,0 1 1 0 0,0-1-1 0 0,1-1 0 0 0,-1 1 1 0 0,-1 0-1 0 0,1-1 0 0 0,0 1 1 0 0,-1-1-1 0 0,1 0 0 0 0,-1 0 1 0 0,0 0-1 0 0,0 0 0 0 0,0 0 1 0 0,0 0-1 0 0,-1 0 0 0 0,1-1 1 0 0,-1 1-1 0 0,0-1 0 0 0,0 1 1 0 0,0-1-1 0 0,0 0 0 0 0,-1 1 1 0 0,1-1-1 0 0,-1 0 0 0 0,0 1 1 0 0,0-2-27 0 0,4-41-40 0 0,-2-1 0 0 0,-2 1 1 0 0,-1-1-1 0 0,-3 0 0 0 0,-2 1 1 0 0,-2 0-1 0 0,-9-27 40 0 0,-41-136 447 0 0,58 209-469 0 0,0 0-1 0 0,0 1 1 0 0,0-1-1 0 0,0 0 1 0 0,0 0-1 0 0,0 0 1 0 0,-1 0-1 0 0,1 1 1 0 0,0-1 0 0 0,0 0-1 0 0,0 0 1 0 0,0 0-1 0 0,-1 0 1 0 0,1 0-1 0 0,0 0 1 0 0,0 1 0 0 0,0-1-1 0 0,-1 0 1 0 0,1 0-1 0 0,0 0 1 0 0,0 0-1 0 0,0 0 1 0 0,-1 0 0 0 0,1 0-1 0 0,0 0 1 0 0,0 0-1 0 0,-1 0 1 0 0,1 0-1 0 0,0 0 1 0 0,0 0 0 0 0,0 0-1 0 0,-1 0 1 0 0,1 0-1 0 0,0 0 1 0 0,0 0-1 0 0,-1 0 1 0 0,1-1-1 0 0,0 1 1 0 0,0 0 0 0 0,0 0-1 0 0,-1 0 1 0 0,1 0-1 0 0,0 0 1 0 0,0-1-1 0 0,0 1 1 0 0,0 0 0 0 0,0 0-1 0 0,-1 0 1 0 0,1 0-1 0 0,0-1 1 0 0,0 1-1 0 0,0 0 1 0 0,0 0 0 0 0,0 0-1 0 0,0-1 1 0 0,0 1 22 0 0,-6 28-341 0 0,4-20 424 0 0,-2 19 38 0 0,1 0 0 0 0,1 0 1 0 0,2 0-1 0 0,0 0 0 0 0,2 0 0 0 0,1 0 0 0 0,1-1 0 0 0,1 1 0 0 0,1-1 0 0 0,10 25-121 0 0,44 69 491 0 0,-45-96-442 0 0,0-1 1 0 0,2 0-1 0 0,1-2 0 0 0,16 16-49 0 0,-25-27-166 0 0,0-1 0 0 0,0-1-1 0 0,0 1 1 0 0,1-1 0 0 0,1-1 0 0 0,-1 0-1 0 0,1-1 1 0 0,0 0 0 0 0,1 0-1 0 0,-1-1 1 0 0,1-1 0 0 0,0 0 0 0 0,3 0 166 0 0,9-3-1963 0 0,-11-6-6382 0 0,-11 1-881 0 0</inkml:trace>
  <inkml:trace contextRef="#ctx0" brushRef="#br0" timeOffset="3250.8">2688 373 568 0 0,'0'0'4152'0'0,"0"0"-888"0"0,0 0-583 0 0,0 0-354 0 0,0 0-292 0 0,0 0-364 0 0,0 0-373 0 0,0 0-297 0 0,0 0-236 0 0,0 0-201 0 0,0 0-150 0 0,0 0-138 0 0,0 0-118 0 0,-7-12-91 0 0,-22-34-78 0 0,21 34-81 0 0,-10 28-315 0 0,13-9 418 0 0,0 1 0 0 0,0-1-1 0 0,1 1 1 0 0,0 0 0 0 0,1 0 0 0 0,-1 0-1 0 0,2 0 1 0 0,-1 0 0 0 0,1 1 0 0 0,0-1-1 0 0,1 1 1 0 0,0 0 0 0 0,0-1 0 0 0,1 9-11 0 0,7 42 195 0 0,-3-49-163 0 0,1 0 0 0 0,0-1 0 0 0,1 0 1 0 0,0 0-1 0 0,0 0 0 0 0,1 0 0 0 0,0-1 1 0 0,1 0-1 0 0,0-1 0 0 0,6 5-32 0 0,27 20-42 0 0,-40-31-3 0 0,-1 0 1 0 0,0 0 0 0 0,1 0-1 0 0,-1 1 1 0 0,0-1 0 0 0,1 0-1 0 0,-1 0 1 0 0,0 0 0 0 0,0 1 0 0 0,0-1-1 0 0,0 0 1 0 0,0 0 0 0 0,0 0-1 0 0,-1 1 1 0 0,1-1 0 0 0,0 0 0 0 0,-1 0-1 0 0,1 0 1 0 0,0 0 0 0 0,-1 0-1 0 0,0 1 1 0 0,1-1 0 0 0,-1 0-1 0 0,0 0 1 0 0,1 0 0 0 0,-1-1 0 0 0,0 1-1 0 0,0 0 45 0 0,-7 5-154 0 0,-1 0 0 0 0,1-1 0 0 0,-1 0 0 0 0,0-1 0 0 0,0 0-1 0 0,-1 0 1 0 0,1-1 0 0 0,-1 0 0 0 0,0-1 0 0 0,0 0 0 0 0,0-1-1 0 0,-8 1 155 0 0,-30 0-3370 0 0,3-1-3921 0 0,42-1 6717 0 0,-9 0-6457 0 0</inkml:trace>
</inkml:ink>
</file>

<file path=ppt/ink/ink2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2T02:09:06.8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64 0 0 0,'0'0'733'0'0,"0"0"405"0"0,0 0 97 0 0,0 0-12 0 0,0 0-69 0 0,0 0-57 0 0,0 0-83 0 0,-2-10-117 0 0,-6-31-58 0 0,6 29 5822 0 0,1 14-5595 0 0,3 13-2064 0 0,-2-15 1257 0 0,22 152 1576 0 0,-2-46-1203 0 0,25 84 221 0 0,-26-99-581 0 0,-17-81 201 0 0,-3-14 1862 0 0,-8-122-1833 0 0,10 125-507 0 0,-1-1 0 0 0,0 1 0 0 0,0-1 0 0 0,1 1 0 0 0,-1 0 0 0 0,1-1 0 0 0,0 1 0 0 0,-1 0 0 0 0,1 0-1 0 0,0-1 1 0 0,-1 1 0 0 0,1 0 0 0 0,0 0 0 0 0,0 0 0 0 0,0 0 0 0 0,0 0 0 0 0,0 0 0 0 0,0 0 0 0 0,1 1 0 0 0,-1-1 0 0 0,0 0 0 0 0,0 0 0 0 0,1 1 0 0 0,-1-1 0 0 0,0 1 0 0 0,1-1 0 0 0,-1 1 0 0 0,0 0 0 0 0,1-1 0 0 0,-1 1 0 0 0,1 0 5 0 0,45-4-644 0 0,-46 4 637 0 0,8 1-55 0 0,0 1 1 0 0,-1-1-1 0 0,1 2 0 0 0,0-1 1 0 0,-1 1-1 0 0,0 0 1 0 0,0 1-1 0 0,0 0 0 0 0,2 1 62 0 0,-5-2-20 0 0,2 0-4 0 0,-1-1 0 0 0,0 1 0 0 0,0 0 1 0 0,0 0-1 0 0,-1 1 0 0 0,1-1 0 0 0,-1 1 0 0 0,0 1 0 0 0,0-1 0 0 0,0 1 1 0 0,0 0-1 0 0,-1 0 0 0 0,0 0 0 0 0,0 0 0 0 0,0 1 0 0 0,-1 0 0 0 0,0 0 0 0 0,0 0 1 0 0,0 0-1 0 0,-1 0 0 0 0,0 0 0 0 0,0 1 0 0 0,0-1 0 0 0,-1 1 0 0 0,0-1 1 0 0,-1 1-1 0 0,1 0 0 0 0,-1 0 24 0 0,-2-2 26 0 0,-1-1 1 0 0,1 0-1 0 0,-1 0 0 0 0,0 0 1 0 0,0 0-1 0 0,0 0 1 0 0,0 0-1 0 0,-1-1 0 0 0,1 1 1 0 0,-1-1-1 0 0,0 0 1 0 0,0-1-1 0 0,0 1 0 0 0,0 0 1 0 0,-1-1-1 0 0,1 0 1 0 0,-1 0-1 0 0,1-1 0 0 0,-5 2-26 0 0,3-1 41 0 0,-1-1-1 0 0,1 1 0 0 0,0-1 1 0 0,0 0-1 0 0,-1-1 0 0 0,1 0 1 0 0,0 0-1 0 0,-1 0 1 0 0,1-1-1 0 0,0 0 0 0 0,-1 0 1 0 0,1 0-1 0 0,0-1 0 0 0,0 0 1 0 0,0 0-1 0 0,0 0 0 0 0,0-1 1 0 0,1 0-1 0 0,-1 0 0 0 0,1-1 1 0 0,0 0-1 0 0,0 1 0 0 0,-3-4-40 0 0,-56-63-2457 0 0,45 31-2538 0 0,14 10-6231 0 0,5 26 7305 0 0</inkml:trace>
  <inkml:trace contextRef="#ctx0" brushRef="#br0" timeOffset="390.72">517 439 0 0 0,'0'0'1462'0'0,"0"0"214"0"0,0 0 202 0 0,0 0 106 0 0,0 0-98 0 0,0 0-306 0 0,0 0-437 0 0,0 0-380 0 0,0 0-240 0 0,0 0-134 0 0,0 0-85 0 0,0 0-49 0 0,0 2-48 0 0,2 6-88 0 0,1-1 0 0 0,0 1 0 0 0,0-1 0 0 0,1 0 0 0 0,-1 0 0 0 0,2 0 0 0 0,-1 0 0 0 0,1-1 0 0 0,0 0 0 0 0,0 0 0 0 0,0 0 0 0 0,1 0 0 0 0,2 0-119 0 0,75 72 554 0 0,-79-75-1092 0 0,-4-1-4765 0 0,-8-5-1578 0 0,5 0 3452 0 0</inkml:trace>
  <inkml:trace contextRef="#ctx0" brushRef="#br0" timeOffset="690.83">470 93 6217 0 0,'0'0'1861'0'0,"0"0"-254"0"0,0 0-82 0 0,0 0 125 0 0,0 0 36 0 0,0 0-201 0 0,0 0-414 0 0,0 0-448 0 0,0 0-369 0 0,0 0-252 0 0,0 0-150 0 0,0 0-116 0 0,0 0-121 0 0,-12 4-5263 0 0,4 2 3829 0 0,2-3-2013 0 0,4-1-2053 0 0</inkml:trace>
  <inkml:trace contextRef="#ctx0" brushRef="#br0" timeOffset="973.35">656 4 584 0 0,'0'0'2935'0'0,"0"0"-627"0"0,0 0-456 0 0,0 0-61 0 0,0 0 99 0 0,0 0-78 0 0,0 0-341 0 0,0 0-463 0 0,0 0-450 0 0,0 0-287 0 0,0 0-58 0 0,0 0 55 0 0,2 11 109 0 0,8 39 78 0 0,-4-23 24 0 0,2 0 0 0 0,1 0-1 0 0,1-1 1 0 0,8 16-479 0 0,-5-14 168 0 0,15 35 15 0 0,4-1 0 0 0,2-1 0 0 0,3-2 0 0 0,43 52-183 0 0,-32-55-1257 0 0,-48-55 661 0 0,0-1-112 0 0,0 0-127 0 0,-3-22-7168 0 0,0 13 4601 0 0,-2 3-2301 0 0</inkml:trace>
  <inkml:trace contextRef="#ctx0" brushRef="#br0" timeOffset="1254.49">958 439 904 0 0,'0'0'3102'0'0,"0"0"-232"0"0,0 0-336 0 0,0 0-304 0 0,0 0-314 0 0,0 0-369 0 0,0 0-400 0 0,0 0-387 0 0,0 0-328 0 0,0 0-194 0 0,0 0-32 0 0,0 0 89 0 0,0 0 101 0 0,-8 2 64 0 0,-60 7 541 0 0,-98-10-2291 0 0,123-6-1838 0 0,15 0-2527 0 0,15 3-3782 0 0</inkml:trace>
</inkml:ink>
</file>

<file path=ppt/ink/ink2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2T02:09:45.7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29 156 0 0 0,'0'0'652'0'0,"0"0"403"0"0,0 0-63 0 0,0 0-269 0 0,0 0-164 0 0,0 0-50 0 0,0 0-27 0 0,0 0-6 0 0,0-1-45 0 0,3 43 3955 0 0,33 86-2508 0 0,-5-4-710 0 0,-10-56-269 0 0,-17-54-746 0 0,-4-14-122 0 0,0 0-6 0 0,0 0-1 0 0,0 0 8 0 0,0 0 35 0 0,0 0 30 0 0,0 0 64 0 0,0 0 72 0 0,0 0 40 0 0,0 0 35 0 0,0 0 17 0 0,-5-9 590 0 0,-18-39-800 0 0,3-1 1 0 0,2-2-1 0 0,1 1 0 0 0,4-2 0 0 0,-8-49-115 0 0,18 82 117 0 0,1-1 0 0 0,1 0 0 0 0,0 0 0 0 0,1 0 0 0 0,2-1-117 0 0,-2 18 16 0 0,1 1 0 0 0,0-1 0 0 0,-1 1 1 0 0,1-1-1 0 0,0 1 0 0 0,1-1 0 0 0,-1 1 1 0 0,0 0-1 0 0,1 0 0 0 0,-1 0 0 0 0,1 0 1 0 0,0 0-1 0 0,-1 0 0 0 0,1 0 0 0 0,0 0 1 0 0,0 0-1 0 0,0 1 0 0 0,1-1 0 0 0,-1 1 1 0 0,0 0-1 0 0,1 0 0 0 0,-1 0 1 0 0,0 0-1 0 0,1 0 0 0 0,-1 0 0 0 0,1 0 1 0 0,-1 1-1 0 0,1 0 0 0 0,0-1 0 0 0,-1 1 1 0 0,2 0-17 0 0,4 0-149 0 0,-5 0 100 0 0,0-1-1 0 0,-1 1 0 0 0,1 0 1 0 0,0 1-1 0 0,0-1 0 0 0,0 0 1 0 0,0 1-1 0 0,0-1 0 0 0,-1 1 1 0 0,1 0-1 0 0,0 0 1 0 0,-1 0-1 0 0,1 0 0 0 0,-1 1 1 0 0,1-1-1 0 0,-1 1 0 0 0,1 0 50 0 0,1 1-49 0 0,-1 0 0 0 0,1 0 0 0 0,-1 0-1 0 0,0 0 1 0 0,0 1 0 0 0,0 0-1 0 0,0-1 1 0 0,-1 1 0 0 0,0 0 0 0 0,0 0-1 0 0,0 1 1 0 0,0-1 0 0 0,0 0-1 0 0,-1 1 1 0 0,0-1 0 0 0,0 1 0 0 0,0-1-1 0 0,0 1 1 0 0,-1-1 0 0 0,0 1 0 0 0,0 0 49 0 0,1 6-100 0 0,-1-7 36 0 0,0 0 0 0 0,0 0-1 0 0,0 0 1 0 0,0 0 0 0 0,-1 0-1 0 0,1 0 1 0 0,-1 1 0 0 0,0-1 0 0 0,-1 0-1 0 0,1-1 1 0 0,0 1 0 0 0,-1 0 0 0 0,0 0 64 0 0,-35 33-2052 0 0,1-30-2814 0 0,11-7-1052 0 0,22-2 3197 0 0</inkml:trace>
</inkml:ink>
</file>

<file path=ppt/ink/ink2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2T02:09:46.3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79 236 0 0 0,'0'0'1044'0'0,"0"0"-920"0"0,0 0-348 0 0,0 0 162 0 0,0 0 366 0 0,0 0 260 0 0,0 0 135 0 0,0 0 55 0 0,0 0 13 0 0,0 0-37 0 0,0 0-78 0 0,0 0-100 0 0,0 0-95 0 0,-4 8-62 0 0,-13 25-67 0 0,12-20 991 0 0,5-12-1052 0 0,0-1-19 0 0,0 0-25 0 0,0 0-19 0 0,0 0 30 0 0,0 0 58 0 0,0 0 81 0 0,0 0 99 0 0,0 0 101 0 0,0 0 82 0 0,0 0 49 0 0,0 0 63 0 0,0 0 22 0 0,0 0-40 0 0,0-13 815 0 0,0 5-1599 0 0,0 1 1 0 0,-1 0-1 0 0,0 0 0 0 0,0 0 0 0 0,0-1 1 0 0,-1 1-1 0 0,-1 1 0 0 0,1-1 1 0 0,-1 0-1 0 0,-1-1 35 0 0,-29-81 994 0 0,31 34 849 0 0,3 52-1819 0 0,1 1-1 0 0,-1 0 1 0 0,0-1 0 0 0,1 1 0 0 0,-1 0 0 0 0,1 0 0 0 0,0 0 0 0 0,-1 0-1 0 0,1 0 1 0 0,0 0 0 0 0,0 0 0 0 0,0 1 0 0 0,1-1 0 0 0,-1 1 0 0 0,0-1-1 0 0,1 1 1 0 0,-1 0 0 0 0,1 0-24 0 0,52-18-1848 0 0,-52 19 3080 0 0,0 3-14855 0 0,-6 0 8426 0 0</inkml:trace>
</inkml:ink>
</file>

<file path=ppt/ink/ink2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2T02:09:47.0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38 344 0 0 0,'0'0'701'0'0,"0"0"366"0"0,0 0 159 0 0,0 0-94 0 0,0 0-157 0 0,0 0-168 0 0,0 0-163 0 0,0 0-100 0 0,0 0-33 0 0,13-5-51 0 0,40-14-35 0 0,-18 14 722 0 0,-32 4-1110 0 0,1 1-1 0 0,-1 0 0 0 0,0 0 1 0 0,0 0-1 0 0,0 0 0 0 0,0 1 1 0 0,1-1-1 0 0,-1 1 0 0 0,0 0 1 0 0,0 0-1 0 0,0 0 0 0 0,0 0 1 0 0,0 0-1 0 0,-1 1 0 0 0,1-1 1 0 0,0 1-1 0 0,-1 0 0 0 0,1-1 1 0 0,-1 1-1 0 0,1 1 0 0 0,0 0-36 0 0,11 17-185 0 0,2 15-99 0 0,-5 23-36 0 0,-11-54 324 0 0,0 0 1 0 0,0 0-1 0 0,-1 0 1 0 0,1 0-1 0 0,-1 0 1 0 0,0 0-1 0 0,0 0 0 0 0,0 0 1 0 0,-1 0-1 0 0,1-1 1 0 0,-1 1-1 0 0,0 0 1 0 0,0-1-1 0 0,0 0 1 0 0,-1 1-1 0 0,1-1 1 0 0,-1 0-1 0 0,0 0 1 0 0,1 0-1 0 0,-4 1-4 0 0,1-1 152 0 0,0 0 0 0 0,-1-1 0 0 0,1 1 0 0 0,-1-1-1 0 0,1-1 1 0 0,-1 1 0 0 0,0-1 0 0 0,0 0 0 0 0,0 0 0 0 0,0-1 0 0 0,1 1 0 0 0,-1-1-1 0 0,0-1 1 0 0,-3 0-152 0 0,-6 1 505 0 0,9-1-200 0 0,0 0 0 0 0,0-1 1 0 0,0 0-1 0 0,0 0 0 0 0,1 0 0 0 0,-1-1 0 0 0,1 1 0 0 0,0-1 0 0 0,0-1 0 0 0,0 1 0 0 0,0-1 0 0 0,0 0 0 0 0,1 0 0 0 0,-1 0 1 0 0,1-1-1 0 0,0 0 0 0 0,0-1-305 0 0,2 2 88 0 0,0 0 1 0 0,0 0 0 0 0,0 0 0 0 0,1 0-1 0 0,-1 0 1 0 0,1 0 0 0 0,0-1 0 0 0,1 1-1 0 0,-1 0 1 0 0,1-1 0 0 0,-1 1-1 0 0,2-1 1 0 0,-1 1 0 0 0,0-1 0 0 0,1 1-1 0 0,0 0 1 0 0,0-1 0 0 0,0 1-1 0 0,2-4-88 0 0,27-21-3508 0 0,-3 25-9196 0 0,-24 4 9711 0 0</inkml:trace>
  <inkml:trace contextRef="#ctx0" brushRef="#br0" timeOffset="947.94">459 304 0 0 0,'0'0'1840'0'0,"0"0"162"0"0,0 0-105 0 0,0 0-200 0 0,0 0-259 0 0,0 0-275 0 0,0 0-216 0 0,0 0-118 0 0,0 0-49 0 0,0 0-51 0 0,0 0-71 0 0,-1-8-126 0 0,-3-30-941 0 0,-10 55-611 0 0,-17 19 1292 0 0,-3 11 1 0 0,21-9 659 0 0,13-37-842 0 0,0 1 0 0 0,0 0 0 0 0,0 0 0 0 0,0-1 0 0 0,1 1 0 0 0,-1 0 0 0 0,0 0 0 0 0,1-1-1 0 0,0 1 1 0 0,-1 0 0 0 0,1-1 0 0 0,0 1 0 0 0,0-1 0 0 0,0 1 0 0 0,0-1 0 0 0,0 1 0 0 0,0-1 0 0 0,0 0-1 0 0,0 1 1 0 0,0-1 0 0 0,1 0 0 0 0,0 1-90 0 0,2 2 104 0 0,9 7 2 0 0,1 0 0 0 0,1-1 0 0 0,-1-1 0 0 0,1 0 0 0 0,1 0 0 0 0,0-2 0 0 0,0 0 0 0 0,7 1-106 0 0,-18-5 93 0 0,0-1 0 0 0,1 0 0 0 0,-1 0 0 0 0,1-1 0 0 0,-1 1-1 0 0,1-1 1 0 0,0-1 0 0 0,-1 1 0 0 0,1-1 0 0 0,0 0-1 0 0,0 0 1 0 0,-1 0 0 0 0,1-1 0 0 0,0 0 0 0 0,-1 0 0 0 0,1-1-1 0 0,-1 1 1 0 0,1-1 0 0 0,-1 0 0 0 0,2-1-93 0 0,-3-1 78 0 0,0 1 0 0 0,0-1 0 0 0,0 0 0 0 0,-1 0 0 0 0,1 0 0 0 0,-1 0 0 0 0,0-1 0 0 0,0 1 0 0 0,0-1 0 0 0,-1 0-1 0 0,1 0 1 0 0,-1 0 0 0 0,0 0 0 0 0,-1 0 0 0 0,1-1-78 0 0,0-2 26 0 0,0 0 0 0 0,0-1 0 0 0,0 1 0 0 0,-1-1-1 0 0,-1 1 1 0 0,1-1 0 0 0,-1 0 0 0 0,-1 1-1 0 0,0-1-25 0 0,1 6-43 0 0,-1 1-1 0 0,0 0 1 0 0,0 0-1 0 0,0 0 1 0 0,0 0-1 0 0,0 0 0 0 0,0 0 1 0 0,0 0-1 0 0,-1 1 1 0 0,1-1-1 0 0,-1 0 1 0 0,1 1-1 0 0,-1-1 0 0 0,0 1 1 0 0,0-1-1 0 0,0 1 1 0 0,1 0-1 0 0,-1 0 0 0 0,0 0 1 0 0,0 0-1 0 0,-1 0 1 0 0,1 0-1 0 0,0 1 1 0 0,0-1-1 0 0,0 1 0 0 0,0-1 1 0 0,-1 1-1 0 0,1 0 1 0 0,0 0-1 0 0,0 0 1 0 0,-1 0-1 0 0,1 0 0 0 0,0 0 1 0 0,0 1-1 0 0,-1-1 1 0 0,1 1-1 0 0,0 0 1 0 0,0-1-1 0 0,0 1 0 0 0,-1 1 44 0 0,1-1 14 0 0,1 1 0 0 0,-1-1 0 0 0,1 1 0 0 0,-1 0 0 0 0,1 0 0 0 0,0 0 0 0 0,0 0-1 0 0,0 0 1 0 0,0 0 0 0 0,0 0 0 0 0,0 0 0 0 0,0 0 0 0 0,1 0 0 0 0,-1 0 0 0 0,1 1-1 0 0,0-1 1 0 0,-1 0 0 0 0,1 0 0 0 0,0 1 0 0 0,0-1 0 0 0,1 0 0 0 0,-1 2-14 0 0,0-1 78 0 0,2 1-25 0 0,0 1-1 0 0,0-1 0 0 0,0 0 0 0 0,1 0 0 0 0,0 0 0 0 0,-1 0 0 0 0,1 0 1 0 0,1-1-1 0 0,-1 1 0 0 0,0-1 0 0 0,1 0 0 0 0,0 0 0 0 0,1 1-52 0 0,-3-2 13 0 0,15 12-257 0 0,0 0 0 0 0,1 0-1 0 0,0-2 1 0 0,1-1 0 0 0,0 0 0 0 0,12 4 244 0 0,-6-9-2319 0 0,-17-9-1348 0 0,-4-4-3441 0 0,-3 4 1587 0 0</inkml:trace>
  <inkml:trace contextRef="#ctx0" brushRef="#br0" timeOffset="1448">1077 234 216 0 0,'0'0'2647'0'0,"0"0"-552"0"0,0 0-422 0 0,0 0-217 0 0,0 0-98 0 0,0 0-131 0 0,0 0-190 0 0,0 0-175 0 0,0 0-149 0 0,0 0-135 0 0,0 0-122 0 0,0 0-92 0 0,0 0-100 0 0,-15-13-101 0 0,-47-39-85 0 0,39 39-50 0 0,21 14-27 0 0,0 0-1 0 0,1 0 1 0 0,-1 0-1 0 0,1 0 0 0 0,-1 0 1 0 0,1 0-1 0 0,-1 1 1 0 0,1-1-1 0 0,0 0 1 0 0,0 1-1 0 0,0-1 1 0 0,0 1-1 0 0,0 0 1 0 0,0-1-1 0 0,0 1 0 0 0,0 0 1 0 0,1 0-1 0 0,-1-1 1 0 0,0 1-1 0 0,1 0 1 0 0,0 0-1 0 0,-1 0 0 0 0,-1 6 61 0 0,-1 58 504 0 0,4-59-504 0 0,1-1 0 0 0,0 1 1 0 0,0-1-1 0 0,0 0 0 0 0,1 0 0 0 0,-1 0 0 0 0,2 0 0 0 0,-1 0 0 0 0,0 0 0 0 0,4 3-61 0 0,-1 0 36 0 0,59 84-157 0 0,-65-92 74 0 0,1 1-1 0 0,-1-1 1 0 0,1 1 0 0 0,-1-1 0 0 0,0 0 0 0 0,0 1-1 0 0,0-1 1 0 0,0 1 0 0 0,0-1 0 0 0,0 0 0 0 0,0 1 0 0 0,0-1-1 0 0,0 1 1 0 0,-1-1 0 0 0,1 0 0 0 0,-1 1 0 0 0,1-1-1 0 0,-1 0 1 0 0,1 1 0 0 0,-1-1 0 0 0,0 0 0 0 0,0 0-1 0 0,1 1 1 0 0,-1-1 0 0 0,0 0 0 0 0,0 0 0 0 0,0 0-1 0 0,0 0 1 0 0,-1 0 0 0 0,1-1 0 0 0,-1 2 47 0 0,-4 1-84 0 0,1 0 0 0 0,-1 0 0 0 0,0-1 0 0 0,-1 1 0 0 0,1-1 0 0 0,0-1 0 0 0,0 1 0 0 0,-1-1 0 0 0,1 0 0 0 0,-4 0 84 0 0,-54-3-5281 0 0,53-14-1882 0 0,11 13 5533 0 0</inkml:trace>
  <inkml:trace contextRef="#ctx0" brushRef="#br0" timeOffset="1919.51">1194 260 0 0 0,'0'0'1022'0'0,"0"0"1211"0"0,0 0 32 0 0,0 0-339 0 0,0 0-321 0 0,0 0-291 0 0,0 0-175 0 0,0 0-199 0 0,0 0-217 0 0,0 0-180 0 0,0 0-170 0 0,0 0-148 0 0,0 0-134 0 0,-3-8-126 0 0,-12-24-137 0 0,14 32 131 0 0,1 0 0 0 0,-1 1-1 0 0,0-1 1 0 0,1 0-1 0 0,-1 0 1 0 0,1 0 0 0 0,-1 1-1 0 0,1-1 1 0 0,-1 0 0 0 0,0 0-1 0 0,1 1 1 0 0,-1-1-1 0 0,1 0 1 0 0,-1 1 0 0 0,1-1-1 0 0,0 1 1 0 0,-1-1-1 0 0,1 1 1 0 0,-1-1 0 0 0,1 1-1 0 0,0-1 1 0 0,-1 1 0 0 0,1-1-1 0 0,0 1 1 0 0,0-1-1 0 0,-1 1 1 0 0,1 0 0 0 0,0-1-1 0 0,0 1 1 0 0,0-1 0 0 0,0 1-1 0 0,0 0 1 0 0,0-1-1 0 0,0 1 1 0 0,0 0 0 0 0,0-1-1 0 0,0 1 1 0 0,0-1-1 0 0,0 1 1 0 0,0 0 0 0 0,0-1 41 0 0,0 3-87 0 0,-1 5 136 0 0,1 1-1 0 0,0 0 0 0 0,0 0 1 0 0,1 0-1 0 0,1-1 1 0 0,-1 1-1 0 0,1 0 0 0 0,1-1 1 0 0,-1 1-1 0 0,1-1 0 0 0,1 0 1 0 0,0 0-1 0 0,0 0 1 0 0,0-1-1 0 0,1 1 0 0 0,0-1 1 0 0,1 0-1 0 0,-1 0 0 0 0,2-1 1 0 0,3 4-49 0 0,9 14-1 0 0,23 47-159 0 0,-42-69 152 0 0,0-1-1 0 0,0 0 1 0 0,1 0-1 0 0,-1 1 1 0 0,0-1-1 0 0,0 0 1 0 0,0 1-1 0 0,0-1 1 0 0,0 0-1 0 0,0 0 1 0 0,-1 1-1 0 0,1-1 1 0 0,0 0-1 0 0,-1 0 1 0 0,1 1-1 0 0,-1-1 1 0 0,1 0-1 0 0,-1 0 1 0 0,1 0-1 0 0,-1 0 1 0 0,0 0-1 0 0,0 0 1 0 0,1 0-1 0 0,-1 0 1 0 0,0 0-1 0 0,0 0 1 0 0,0 0-1 0 0,0 0 1 0 0,0-1-1 0 0,0 1 1 0 0,0 0-1 0 0,-1-1 1 0 0,1 1-1 0 0,0-1 1 0 0,0 1-1 0 0,0-1 1 0 0,-1 0-1 0 0,1 1 1 0 0,0-1-1 0 0,-1 0 9 0 0,-54 6 248 0 0,53-6-307 0 0,0 0-31 0 0,0 0-1 0 0,0 0 1 0 0,1 0-1 0 0,-1-1 0 0 0,0 1 1 0 0,0-1-1 0 0,0 1 0 0 0,1-1 1 0 0,-1 0-1 0 0,0 0 0 0 0,1 0 1 0 0,-1 0-1 0 0,1-1 1 0 0,0 1-1 0 0,-1-1 0 0 0,1 1 1 0 0,0-1-1 0 0,0 0 0 0 0,0 0 1 0 0,0 0-1 0 0,0 0 1 0 0,0 0-1 0 0,0 0 0 0 0,1-1 1 0 0,-1 0 90 0 0,-8-39-7649 0 0,10 34 4498 0 0</inkml:trace>
  <inkml:trace contextRef="#ctx0" brushRef="#br0" timeOffset="2191.67">1428 370 0 0 0,'0'0'895'0'0,"0"0"705"0"0,0 0 165 0 0,0 0-201 0 0,0 0-317 0 0,0 0-304 0 0,0 0-260 0 0,0 0-207 0 0,0 0-175 0 0,0 0-128 0 0,0 0-33 0 0,0 0 16 0 0,1 3 69 0 0,24 67 1344 0 0,13 7-2410 0 0,-23-47-3047 0 0,-15-27 1374 0 0,0-2-1980 0 0</inkml:trace>
  <inkml:trace contextRef="#ctx0" brushRef="#br0" timeOffset="2396.25">1397 108 936 0 0,'0'0'2279'0'0,"0"0"-342"0"0,0 0-269 0 0,0 0-36 0 0,0 0 3 0 0,0 0-88 0 0,0 0-262 0 0,0 0-346 0 0,0 0-353 0 0,0 0-339 0 0,0 0-222 0 0,0 0-195 0 0,2-18-246 0 0,6-54-299 0 0,-5 54-352 0 0,-3 18-336 0 0,0 0-129 0 0,0 5-924 0 0,-4 21-3904 0 0,2-20 5763 0 0</inkml:trace>
  <inkml:trace contextRef="#ctx0" brushRef="#br0" timeOffset="2959.25">1593 275 0 0 0,'0'0'839'0'0,"0"0"972"0"0,0 0 349 0 0,0 0 168 0 0,0 0-88 0 0,0 0-354 0 0,0 0-479 0 0,0 0-472 0 0,0 0-338 0 0,0 0-234 0 0,0 0-137 0 0,0 0-67 0 0,0 0-32 0 0,9 11-31 0 0,29 35-28 0 0,19 45 156 0 0,-41-66-187 0 0,-11-15-32 0 0,1-2-1 0 0,0 1 0 0 0,0-1 0 0 0,1 0 0 0 0,0 0 0 0 0,1-1 1 0 0,2 3-5 0 0,-8-9 50 0 0,-1-1-1 0 0,0 0 1 0 0,0 0 0 0 0,0 1 0 0 0,1-1 0 0 0,-1 0 0 0 0,0 0 0 0 0,0 0 0 0 0,1-1 0 0 0,-1 1 0 0 0,0 0-1 0 0,0 0 1 0 0,0-1 0 0 0,1 1 0 0 0,-1 0 0 0 0,0-1 0 0 0,0 1 0 0 0,0-1 0 0 0,0 0 0 0 0,0 1 0 0 0,0-1 0 0 0,0 0-1 0 0,0 0 1 0 0,0 0 0 0 0,0 1 0 0 0,0-1 0 0 0,-1 0 0 0 0,1 0 0 0 0,0 0 0 0 0,-1 0 0 0 0,1 0 0 0 0,0-1-1 0 0,-1 1 1 0 0,1 0 0 0 0,-1 0 0 0 0,0 0 0 0 0,1 0 0 0 0,-1-1 0 0 0,0 1 0 0 0,0 0 0 0 0,0 0 0 0 0,0-1-1 0 0,0 1 1 0 0,0 0 0 0 0,0 0-50 0 0,5-11-33 0 0,10-37 154 0 0,7-20 501 0 0,-22 68-636 0 0,0 1 1 0 0,0-1-1 0 0,0 1 0 0 0,0-1 1 0 0,0 1-1 0 0,0-1 1 0 0,0 1-1 0 0,0-1 0 0 0,1 1 1 0 0,-1-1-1 0 0,0 1 0 0 0,0 0 1 0 0,1-1-1 0 0,-1 1 1 0 0,0-1-1 0 0,0 1 0 0 0,1 0 1 0 0,-1-1-1 0 0,0 1 0 0 0,1 0 1 0 0,-1-1-1 0 0,1 1 1 0 0,-1 0-1 0 0,0 0 0 0 0,1-1 1 0 0,-1 1-1 0 0,1 0 0 0 0,-1 0 1 0 0,1 0-1 0 0,-1-1 1 0 0,1 1-1 0 0,-1 0 0 0 0,1 0 1 0 0,-1 0-1 0 0,1 0 0 0 0,-1 0 1 0 0,0 0-1 0 0,1 0 1 0 0,-1 0-1 0 0,1 0 0 0 0,-1 0 1 0 0,1 0-1 0 0,-1 1 0 0 0,1-1 1 0 0,-1 0-1 0 0,1 0 1 0 0,-1 0-1 0 0,1 1 0 0 0,-1-1 1 0 0,0 0-1 0 0,1 1 14 0 0,64 77-1958 0 0,-7-17-661 0 0,-49-57 1057 0 0,14-4-7874 0 0,-20-1 7218 0 0</inkml:trace>
  <inkml:trace contextRef="#ctx0" brushRef="#br0" timeOffset="3616.46">2180 359 0 0 0,'0'0'1800'0'0,"0"0"123"0"0,0 0-155 0 0,0 0-280 0 0,0 0-317 0 0,0 0-322 0 0,0 0-326 0 0,0 0-240 0 0,0 0-135 0 0,0 0-66 0 0,0 0-39 0 0,0 0-27 0 0,0 0-17 0 0,-3-3 9 0 0,-9-10 20 0 0,11 13-10 0 0,-1 0 0 0 0,1 0 1 0 0,-1 0-1 0 0,1-1 0 0 0,0 1 1 0 0,-1 1-1 0 0,1-1 0 0 0,0 0 1 0 0,-1 0-1 0 0,1 0 0 0 0,0 1 0 0 0,-1-1 1 0 0,1 0-1 0 0,0 1 0 0 0,-1 0 1 0 0,1-1-1 0 0,0 1 0 0 0,0 0 1 0 0,0-1-1 0 0,0 1 0 0 0,-1 0 0 0 0,1 0 1 0 0,0 0-1 0 0,0 0 0 0 0,1 0 1 0 0,-1 0-1 0 0,0 0 0 0 0,0 0 1 0 0,0 1-19 0 0,-1 0 45 0 0,-15 23 395 0 0,14 21 611 0 0,3-45-962 0 0,1 1-1 0 0,0 0 1 0 0,0 0 0 0 0,0-1-1 0 0,0 1 1 0 0,1-1 0 0 0,-1 1-1 0 0,0-1 1 0 0,1 1 0 0 0,-1-1-1 0 0,0 0 1 0 0,1 0 0 0 0,0 1 0 0 0,-1-1-1 0 0,1 0 1 0 0,0-1 0 0 0,-1 1-1 0 0,1 0 1 0 0,0 0 0 0 0,0-1-1 0 0,0 1 1 0 0,0-1 0 0 0,0 1-1 0 0,0-1 1 0 0,0 0 0 0 0,0 0-1 0 0,0 0 1 0 0,-1 0 0 0 0,1 0 0 0 0,2-1-89 0 0,-2 1 88 0 0,1 0 1 0 0,-1 0 0 0 0,1 0 0 0 0,0 0-1 0 0,-1-1 1 0 0,1 1 0 0 0,-1-1 0 0 0,0 0 0 0 0,1 0-1 0 0,-1 0 1 0 0,1 0 0 0 0,-1 0 0 0 0,0 0-1 0 0,0-1 1 0 0,0 1 0 0 0,0-1 0 0 0,0 1 0 0 0,0-1-1 0 0,0 0 1 0 0,0 0 0 0 0,1-2-89 0 0,18-29 316 0 0,-17 25-3891 0 0,-4 34 3164 0 0,-1-3 483 0 0,1 0-1 0 0,2 0 0 0 0,0 0 1 0 0,1 0-1 0 0,3 10-71 0 0,29 103 184 0 0,-25-20-414 0 0,-10-113 211 0 0,-1-1 1 0 0,1 1 0 0 0,0 0 0 0 0,-1 0 0 0 0,1 0 0 0 0,-1-1 0 0 0,0 1 0 0 0,0 0 0 0 0,0-1 0 0 0,0 1 0 0 0,-1-1 0 0 0,1 1 0 0 0,-1-1 0 0 0,1 0 0 0 0,-1 0 0 0 0,0 1 0 0 0,0-1 0 0 0,0 0 0 0 0,0-1 0 0 0,0 1 0 0 0,0 0 0 0 0,0 0-1 0 0,-1-1 1 0 0,1 0 0 0 0,-1 1 0 0 0,1-1 0 0 0,-1 0 0 0 0,0 0 0 0 0,-1 0 18 0 0,-6 2 23 0 0,1-1 0 0 0,-1 0-1 0 0,0-1 1 0 0,-1 0 0 0 0,1 0 0 0 0,0-1-1 0 0,-7-1-22 0 0,8 0 112 0 0,1-1 0 0 0,-1 0 0 0 0,1-1 0 0 0,-1 0 0 0 0,1 0-1 0 0,0-1 1 0 0,0 0 0 0 0,0 0 0 0 0,1-1 0 0 0,-1 0 0 0 0,1 0-1 0 0,1-1 1 0 0,-1 0 0 0 0,-2-2-112 0 0,8 5 64 0 0,-1 1 0 0 0,1-1 0 0 0,0 1 0 0 0,0-1 0 0 0,0 0 0 0 0,0 1 0 0 0,0-1 0 0 0,0 0 0 0 0,1 0 0 0 0,-1 0 0 0 0,1 1 0 0 0,0-1 0 0 0,0 0 0 0 0,0 0 0 0 0,0 0 0 0 0,0 0 0 0 0,1 1 0 0 0,0-1 0 0 0,-1 0 0 0 0,1 0 0 0 0,0 1 0 0 0,0-1 0 0 0,0 0 0 0 0,1 1 0 0 0,-1-1 0 0 0,0 1 0 0 0,1-1-1 0 0,0 1 1 0 0,0 0 0 0 0,-1 0 0 0 0,1 0 0 0 0,1 0 0 0 0,-1 0 0 0 0,0 0 0 0 0,0 0 0 0 0,1 1 0 0 0,1-2-64 0 0,53-18-1558 0 0,-14 19-2806 0 0,-23 2-1179 0 0,-15 2 78 0 0</inkml:trace>
</inkml:ink>
</file>

<file path=ppt/ink/ink2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2T02:09:53.2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157 65 0 0 0,'0'0'834'0'0,"0"0"440"0"0,0 0 192 0 0,0 0 25 0 0,16-2-99 0 0,47-4-207 0 0,-47-1 1855 0 0,-22 3-2713 0 0,-6-3-132 0 0,-1 1 0 0 0,0 0 1 0 0,0 1-1 0 0,-1 0 0 0 0,1 1 0 0 0,-1 0 1 0 0,0 1-1 0 0,0 1 0 0 0,0 0 0 0 0,0 1 0 0 0,0 1 1 0 0,-1 0-1 0 0,-10 2-195 0 0,22-1 32 0 0,0 0 0 0 0,1 0 0 0 0,-1 1 1 0 0,1-1-1 0 0,-1 1 0 0 0,1 0 0 0 0,0 0 0 0 0,0 0 1 0 0,-1 0-1 0 0,1 0 0 0 0,1 0 0 0 0,-1 1 0 0 0,0-1 1 0 0,1 0-1 0 0,-1 1 0 0 0,1 0 0 0 0,0-1 0 0 0,-1 1 1 0 0,1 0-1 0 0,1 0 0 0 0,-1-1 0 0 0,0 1 0 0 0,1 0 1 0 0,-1 0-1 0 0,1 0 0 0 0,0 0 0 0 0,0 0 0 0 0,0 0 1 0 0,0 0-1 0 0,1 0 0 0 0,-1-1 0 0 0,1 1 0 0 0,0 0 1 0 0,-1 0-1 0 0,2 0-32 0 0,0 4 80 0 0,1 1 0 0 0,1-1-1 0 0,-1 0 1 0 0,2 0 0 0 0,-1 0 0 0 0,0 0 0 0 0,1-1 0 0 0,1 1 0 0 0,-1-1-1 0 0,1-1 1 0 0,0 1 0 0 0,0-1 0 0 0,0 0 0 0 0,1 0 0 0 0,0-1 0 0 0,0 0-1 0 0,7 3-79 0 0,110 75-37 0 0,-70-40-90 0 0,-53-42 107 0 0,-1 1 0 0 0,1 0 1 0 0,-1-1-1 0 0,1 1 0 0 0,-1 0 0 0 0,1-1 0 0 0,-1 1 0 0 0,0 0 0 0 0,0 0 0 0 0,1 0 0 0 0,-1-1 0 0 0,0 1 0 0 0,0 0 0 0 0,0 0 0 0 0,0 0 0 0 0,0 0 0 0 0,0-1 0 0 0,0 1 0 0 0,0 0 0 0 0,0 0 0 0 0,0 0 0 0 0,0-1 0 0 0,-1 1 0 0 0,1 0 0 0 0,0 0 0 0 0,-1 0 0 0 0,1-1 1 0 0,0 1-1 0 0,-1 0 0 0 0,1-1 0 0 0,-1 1 0 0 0,1 0 0 0 0,-1-1 0 0 0,1 1 0 0 0,-1 0 0 0 0,0-1 0 0 0,1 1 0 0 0,-1-1 0 0 0,0 1 0 0 0,1-1 0 0 0,-1 0 0 0 0,0 1 0 0 0,0-1 0 0 0,1 0 0 0 0,-1 1 0 0 0,0-1 20 0 0,-41 9 609 0 0,-61-7 681 0 0,103-2-1237 0 0,0 0 15 0 0,0 0 28 0 0,0 0 35 0 0,0 0 47 0 0,0 0 62 0 0,0 0 60 0 0,0 0 46 0 0,0 0 46 0 0,235 2 339 0 0,-229-2-685 0 0,-1 0 1 0 0,0 0-1 0 0,0 0 1 0 0,0-1-1 0 0,0 0 1 0 0,0 0-1 0 0,0-1 1 0 0,0 1-1 0 0,0-1 1 0 0,-1 0-1 0 0,1 0 1 0 0,0 0-1 0 0,-1-1 1 0 0,0 0-1 0 0,0 0 1 0 0,0 0-1 0 0,0 0 1 0 0,0-1-1 0 0,0 1 1 0 0,-1-1-1 0 0,0 0 1 0 0,1 0-1 0 0,-2 0 0 0 0,1-1 1 0 0,0 1-1 0 0,-1-1 1 0 0,0 1-1 0 0,0-1 1 0 0,0 0-1 0 0,-1 0 1 0 0,1 0-1 0 0,-1 0 1 0 0,0 0-1 0 0,-1 0 1 0 0,1-1-47 0 0,-1-1 7 0 0,0 1-1 0 0,0-1 1 0 0,0 1 0 0 0,-1-1 0 0 0,0 1 0 0 0,-1-1 0 0 0,1 1-1 0 0,-1 0 1 0 0,0 0 0 0 0,-1 0 0 0 0,1 0 0 0 0,-1 0 0 0 0,0 0-1 0 0,-1 0 1 0 0,1 1 0 0 0,-2 0-7 0 0,5 3-12 0 0,-1 1-1 0 0,0-1 0 0 0,0 1 1 0 0,0-1-1 0 0,0 1 0 0 0,0 0 1 0 0,-1-1-1 0 0,1 1 0 0 0,0 0 1 0 0,-1 0-1 0 0,1 0 0 0 0,-1 0 1 0 0,1 0-1 0 0,-1 0 1 0 0,1 1-1 0 0,-1-1 0 0 0,1 0 1 0 0,-1 1-1 0 0,0-1 0 0 0,1 1 1 0 0,-1 0-1 0 0,0 0 0 0 0,0-1 1 0 0,1 1-1 0 0,-1 0 0 0 0,0 0 1 0 0,-1 1 12 0 0,-10 17-339 0 0,12-13 352 0 0,-1-1 1 0 0,1 1-1 0 0,0 0 1 0 0,0-1-1 0 0,0 1 1 0 0,1 0-1 0 0,0-1 0 0 0,0 1 1 0 0,0 0-1 0 0,1 0 1 0 0,0 2-14 0 0,-1-6 3 0 0,1 4 21 0 0,0-1 0 0 0,1 1 0 0 0,0 0 0 0 0,0-1 0 0 0,0 0 0 0 0,0 1 0 0 0,1-1 0 0 0,0 0 0 0 0,-1 0 0 0 0,2-1 0 0 0,-1 1 0 0 0,2 1-24 0 0,3 5 42 0 0,6 4-132 0 0,0 0-1 0 0,1 0 0 0 0,0-2 0 0 0,1 0 0 0 0,1-1 0 0 0,0 0 1 0 0,0-1-1 0 0,1-2 0 0 0,5 3 91 0 0,-19-10-240 0 0,-1 1 0 0 0,1-1 1 0 0,-1 0-1 0 0,1 1 0 0 0,0-1 1 0 0,0-1-1 0 0,0 1 0 0 0,-1-1 0 0 0,1 1 1 0 0,0-1-1 0 0,0 0 0 0 0,0-1 0 0 0,3 0 240 0 0,-6 0-566 0 0,1-1 0 0 0,-1 1 1 0 0,0-1-1 0 0,0 0 0 0 0,0 0 0 0 0,0 1 0 0 0,0-1 0 0 0,0 0 0 0 0,0 0 0 0 0,0 0 0 0 0,-1 0 0 0 0,1 0 0 0 0,-1 0 0 0 0,0 0 0 0 0,1 0 0 0 0,-1-1 1 0 0,0 1-1 0 0,0 0 0 0 0,-1 0 0 0 0,1 0 0 0 0,0 0 0 0 0,-1 0 0 0 0,1 0 566 0 0,0-7-2852 0 0,0 1 1734 0 0</inkml:trace>
  <inkml:trace contextRef="#ctx0" brushRef="#br0" timeOffset="531.93">867 209 0 0 0,'0'0'2068'0'0,"0"0"453"0"0,0 0 4 0 0,0 0-322 0 0,0 0-330 0 0,0 0-298 0 0,0 0-241 0 0,0 0-228 0 0,0 0-194 0 0,0 0-171 0 0,0 0-117 0 0,0 0-105 0 0,0 0-103 0 0,-12-17-73 0 0,-37-53-68 0 0,26 51 33 0 0,20 19-220 0 0,-3 0 43 0 0,4 0-119 0 0,1-1-1 0 0,-1 1 0 0 0,1 0 1 0 0,-1 0-1 0 0,1 0 0 0 0,-1 0 1 0 0,0 0-1 0 0,1 0 0 0 0,-1 1 1 0 0,1-1-1 0 0,-1 1 0 0 0,1-1 1 0 0,-1 1-1 0 0,1-1 0 0 0,-1 1 1 0 0,1 0-1 0 0,0-1 0 0 0,-1 1 1 0 0,1 0-1 0 0,0 0 0 0 0,0 0 1 0 0,0 0-1 0 0,0 0 0 0 0,-1 1 1 0 0,1-1-1 0 0,1 0 0 0 0,-2 2-11 0 0,0 0 27 0 0,0 0-1 0 0,1 0 1 0 0,-1 1-1 0 0,1-1 1 0 0,0 1 0 0 0,0-1-1 0 0,0 1 1 0 0,0 0-1 0 0,0-1 1 0 0,1 1-1 0 0,0 0 1 0 0,0 0-1 0 0,0-1 1 0 0,0 1-1 0 0,1 0 1 0 0,-1-1-1 0 0,1 1 1 0 0,0 0 0 0 0,0-1-1 0 0,0 1 1 0 0,1-1-1 0 0,-1 0 1 0 0,1 1-1 0 0,0-1 1 0 0,-1 0-1 0 0,2 0 1 0 0,-1 0-1 0 0,0 0 1 0 0,1 0 0 0 0,-1 0-1 0 0,2 0-26 0 0,31 30 95 0 0,-26-27-62 0 0,-7-4-6 0 0,1 0 0 0 0,-1 0 0 0 0,1 0 0 0 0,-1-1 0 0 0,1 1 0 0 0,0-1 0 0 0,0 1 0 0 0,0-1 1 0 0,-1 0-1 0 0,1 0 0 0 0,0 0 0 0 0,0-1 0 0 0,1 1 0 0 0,-1-1 0 0 0,0 0 0 0 0,0 1 0 0 0,0-1 0 0 0,1-1-27 0 0,22-38 622 0 0,-23 33-583 0 0,11-37 56 0 0,-10 33 13 0 0,-4 10-195 0 0,0 0 1 0 0,0 0 0 0 0,0 0-1 0 0,0 0 1 0 0,0 0 0 0 0,0 0-1 0 0,1 0 1 0 0,-1 1 0 0 0,0-1 0 0 0,0 0-1 0 0,0 0 1 0 0,0 0 0 0 0,1 0-1 0 0,-1 0 1 0 0,0 0 0 0 0,0 0-1 0 0,0 0 1 0 0,0 0 0 0 0,0 0 86 0 0,11 124-347 0 0,1-65 331 0 0,3-1 1 0 0,2 0-1 0 0,2-1 0 0 0,11 17 16 0 0,-10-30-667 0 0,-7-22-2567 0 0,-12-22 2126 0 0,0-2-7934 0 0,-1 1 2973 0 0</inkml:trace>
  <inkml:trace contextRef="#ctx0" brushRef="#br0" timeOffset="1038.23">1053 183 3913 0 0,'0'0'2455'0'0,"0"0"-445"0"0,0 0-172 0 0,0 0 97 0 0,0 0 26 0 0,0 0-140 0 0,0 0-376 0 0,0 0-430 0 0,0 0-384 0 0,0 0-271 0 0,0 0-174 0 0,0 0-125 0 0,-1-1-108 0 0,0-3-191 0 0,11 24 49 0 0,-4-12 214 0 0,0 2-39 0 0,0 0 0 0 0,1-1 0 0 0,0 0 0 0 0,1 0 0 0 0,0 0 1 0 0,1-1-1 0 0,0 0 0 0 0,0 0 0 0 0,0-1 0 0 0,1-1 0 0 0,1 1 14 0 0,-10-6 6 0 0,1 0 0 0 0,-1-1 0 0 0,0 1-1 0 0,1 0 1 0 0,-1-1 0 0 0,1 1 0 0 0,-1 0-1 0 0,1-1 1 0 0,-1 0 0 0 0,1 1 0 0 0,-1-1 0 0 0,1 0-1 0 0,-1 0 1 0 0,1 0 0 0 0,-1 0 0 0 0,1 0-1 0 0,0 0 1 0 0,-1-1 0 0 0,1 1 0 0 0,-1 0-1 0 0,1-1 1 0 0,-1 1 0 0 0,1-1 0 0 0,-1 1-1 0 0,0-1 1 0 0,1 0 0 0 0,-1 0 0 0 0,0 0-1 0 0,1 0 1 0 0,-1 1 0 0 0,0-2 0 0 0,0 1-1 0 0,0 0 1 0 0,0 0 0 0 0,0 0 0 0 0,0 0 0 0 0,0-1-1 0 0,0 1 1 0 0,-1 0 0 0 0,1-1 0 0 0,0 1-1 0 0,-1-1 1 0 0,1 1 0 0 0,-1-1 0 0 0,0 1-1 0 0,1-1 1 0 0,-1-1-6 0 0,11-37-47 0 0,-11 40 36 0 0,0-1 0 0 0,0 1 1 0 0,0 0-1 0 0,0 0 0 0 0,0-1 0 0 0,0 1 0 0 0,0 0 0 0 0,0-1 0 0 0,0 1 0 0 0,0 0 0 0 0,0-1 0 0 0,0 1 0 0 0,0 0 0 0 0,1-1 0 0 0,-1 1 0 0 0,0 0 0 0 0,0 0 0 0 0,0-1 0 0 0,0 1 0 0 0,0 0 0 0 0,1-1 0 0 0,-1 1 0 0 0,0 0 0 0 0,0 0 0 0 0,0 0 0 0 0,1-1 0 0 0,-1 1 0 0 0,0 0 0 0 0,0 0 0 0 0,1 0 0 0 0,-1-1 0 0 0,0 1 0 0 0,1 0 0 0 0,-1 0 0 0 0,0 0 0 0 0,0 0 0 0 0,1 0 0 0 0,-1 0 0 0 0,0 0 0 0 0,1 0 0 0 0,-1 0 0 0 0,0 0 0 0 0,1 0 0 0 0,-1 0 0 0 0,0 0 0 0 0,1 0 0 0 0,-1 0 0 0 0,0 0 0 0 0,1 0 0 0 0,-1 0 0 0 0,0 0 0 0 0,0 0 0 0 0,1 0 0 0 0,-1 1 11 0 0,16 13-938 0 0,-8-5 1073 0 0,-4-6-157 0 0,8 8-310 0 0,1-1 0 0 0,0 0 0 0 0,0-1 0 0 0,1 0 0 0 0,0-1 0 0 0,8 3 332 0 0,-1-9-4566 0 0,-16-2 556 0 0,-3 0-3257 0 0</inkml:trace>
  <inkml:trace contextRef="#ctx0" brushRef="#br0" timeOffset="2198.31">1576 416 0 0 0,'0'0'1135'0'0,"0"0"435"0"0,0 0 61 0 0,0 0-123 0 0,0 0-233 0 0,0 0-210 0 0,0 0-150 0 0,0 0-89 0 0,0 0-38 0 0,0 0-23 0 0,0 0-55 0 0,16-16-53 0 0,49-46-66 0 0,-40 33 492 0 0,-9-35 1354 0 0,-15 58-2356 0 0,-1-1 0 0 0,0 1 0 0 0,0-1 0 0 0,0 1-1 0 0,-1-1 1 0 0,0 1 0 0 0,0-1 0 0 0,-1 1 0 0 0,-2-6-81 0 0,3 8 18 0 0,-30-56 303 0 0,-7 12 395 0 0,37 47-764 0 0,-1 1 0 0 0,1-1 0 0 0,0 1 0 0 0,0 0 1 0 0,-1-1-1 0 0,1 1 0 0 0,0 0 0 0 0,-1 0 0 0 0,1 0 0 0 0,0 0 1 0 0,-1 0-1 0 0,1 0 0 0 0,0 0 0 0 0,-1 1 0 0 0,1-1 1 0 0,0 0-1 0 0,-1 1 0 0 0,1-1 0 0 0,0 1 0 0 0,0 0 0 0 0,0-1 1 0 0,-1 1-1 0 0,1 0 48 0 0,-3 1 25 0 0,-1 1-14 0 0,1 0 0 0 0,0 0 0 0 0,0 0 1 0 0,0 0-1 0 0,0 1 0 0 0,0 0 0 0 0,1 0 1 0 0,-1 0-1 0 0,1 0 0 0 0,0 1 0 0 0,1-1 1 0 0,-1 1-1 0 0,1 0 0 0 0,-1 2-11 0 0,-1 55 519 0 0,5-55-481 0 0,1 0 0 0 0,1 0 1 0 0,-1 0-1 0 0,1 0 0 0 0,1 0 0 0 0,-1-1 0 0 0,1 1 1 0 0,0-1-1 0 0,1 0 0 0 0,-1 0 0 0 0,1-1 1 0 0,0 1-1 0 0,1-1 0 0 0,-1 0 0 0 0,1-1 1 0 0,0 1-39 0 0,-4-4 3 0 0,10 11 0 0 0,1-1 0 0 0,1 0 1 0 0,0-1-1 0 0,0-1 0 0 0,1 0 1 0 0,0-1-1 0 0,1 0 0 0 0,-1-2 1 0 0,1 1-1 0 0,3-1-3 0 0,-16-5 26 0 0,-1-1 0 0 0,1 1 0 0 0,0 0 0 0 0,0-1 0 0 0,0 1 0 0 0,0-1 0 0 0,-1 0 0 0 0,1 0 0 0 0,0 0 0 0 0,0 0 0 0 0,0-1 0 0 0,0 1-1 0 0,-1-1 1 0 0,1 0 0 0 0,0 1 0 0 0,0-1 0 0 0,-1-1 0 0 0,1 1 0 0 0,-1 0 0 0 0,1-1 0 0 0,-1 1 0 0 0,1-1 0 0 0,-1 0 0 0 0,0 1 0 0 0,0-1 0 0 0,1-1-26 0 0,2-6 32 0 0,-1-1 0 0 0,1 0 1 0 0,-1 0-1 0 0,-1-1 0 0 0,0 1 0 0 0,-1-1 0 0 0,0 1 1 0 0,0-1-1 0 0,-1 0 0 0 0,-1 0 0 0 0,1 0 1 0 0,-2-2-33 0 0,1 12 30 0 0,0 1-26 0 0,4 3-1219 0 0,49 65 541 0 0,-39-53 704 0 0,1-1 1 0 0,0-1 0 0 0,1 0 0 0 0,0-1 0 0 0,5 2-31 0 0,-17-11 41 0 0,0-1-1 0 0,-1 1 1 0 0,1-1-1 0 0,0 0 1 0 0,0 0-1 0 0,0-1 0 0 0,1 1 1 0 0,-1-1-1 0 0,0 0 1 0 0,1 0-1 0 0,-1 0 1 0 0,1-1-1 0 0,-1 1 1 0 0,1-1-1 0 0,-1 0-40 0 0,-2-1 14 0 0,0-1 0 0 0,0 1 0 0 0,-1-1 0 0 0,1 1 1 0 0,0-1-1 0 0,-1 0 0 0 0,0 0 0 0 0,1 0 0 0 0,-1 0 0 0 0,0 0 0 0 0,0 0 0 0 0,0 0 0 0 0,0 0 1 0 0,0 0-1 0 0,0 0 0 0 0,-1 0 0 0 0,1-1 0 0 0,-1 1 0 0 0,0-1-14 0 0,3-124-1515 0 0,-2 127 1441 0 0,-1-1-1 0 0,1 1 0 0 0,0-1 1 0 0,0 1-1 0 0,-1 0 1 0 0,1-1-1 0 0,0 1 1 0 0,0 0-1 0 0,0 0 1 0 0,-1-1-1 0 0,1 1 0 0 0,0 0 1 0 0,0 0-1 0 0,0 0 1 0 0,0 0-1 0 0,-1 0 1 0 0,1 0-1 0 0,0 0 1 0 0,0 1-1 0 0,0-1 0 0 0,0 0 1 0 0,-1 0-1 0 0,1 1 1 0 0,0-1-1 0 0,0 0 1 0 0,-1 1-1 0 0,1-1 1 0 0,0 1-1 0 0,0-1 1 0 0,-1 1-1 0 0,1 0 75 0 0,15 12-786 0 0,0 2-1 0 0,-1 0 1 0 0,-1 0 0 0 0,-1 1 0 0 0,0 1-1 0 0,-1 1 1 0 0,2 4 786 0 0,-1 0-4740 0 0,-11-15-414 0 0</inkml:trace>
  <inkml:trace contextRef="#ctx0" brushRef="#br0" timeOffset="3322.86">2542 105 360 0 0,'0'0'2442'0'0,"0"0"-360"0"0,0 0-443 0 0,0 0-379 0 0,0 0-281 0 0,0 0-135 0 0,0 0-120 0 0,0 0-141 0 0,0 0-155 0 0,0 0-165 0 0,0 0-134 0 0,0 0-83 0 0,0 0-50 0 0,-8-6-22 0 0,-22-16 5 0 0,30 22 19 0 0,0-1 0 0 0,-1 1 0 0 0,1 0 0 0 0,-1-1 0 0 0,1 1 0 0 0,-1 0 0 0 0,1-1 0 0 0,-1 1 0 0 0,1 0 0 0 0,-1-1 0 0 0,1 1 1 0 0,-1 0-1 0 0,1 0 0 0 0,-1 0 0 0 0,0-1 0 0 0,1 1 0 0 0,-1 0 0 0 0,1 0 0 0 0,-1 0 0 0 0,1 0 0 0 0,-1 0 0 0 0,0 0 0 0 0,1 0 0 0 0,-1 1 0 0 0,1-1 0 0 0,-1 0 0 0 0,0 0 0 0 0,1 0 0 0 0,-1 0 1 0 0,1 1-1 0 0,-1-1 0 0 0,1 0 0 0 0,-1 1 0 0 0,1-1 0 0 0,-1 0 0 0 0,1 1 0 0 0,-1-1 0 0 0,1 0 0 0 0,0 1 0 0 0,-1-1 0 0 0,1 1 0 0 0,-1-1 0 0 0,1 1 0 0 0,0-1 0 0 0,0 1 0 0 0,-1-1 0 0 0,1 1 1 0 0,0 0-1 0 0,0 0 2 0 0,-3 3 12 0 0,-34 32 267 0 0,14-17-111 0 0,21-17-30 0 0,0 0 0 0 0,0 0 0 0 0,1 0 0 0 0,-1 0-1 0 0,1 0 1 0 0,0 1 0 0 0,0-1 0 0 0,0 1 0 0 0,0-1 0 0 0,0 1 0 0 0,0-1 0 0 0,1 1 0 0 0,-1-1-1 0 0,1 1 1 0 0,-1 0 0 0 0,1-1 0 0 0,0 1 0 0 0,0 0 0 0 0,0-1 0 0 0,1 1-138 0 0,-1 0 152 0 0,0 0 1 0 0,1 1-1 0 0,-1-1 1 0 0,1 0 0 0 0,0 0-1 0 0,0 0 1 0 0,0 0-1 0 0,1 0 1 0 0,-1 0-1 0 0,0 0 1 0 0,1 0-1 0 0,0 0 1 0 0,0-1-1 0 0,0 1 1 0 0,0-1-1 0 0,1 2-152 0 0,73 57 1069 0 0,-52-44-915 0 0,-7-5-97 0 0,0 0-1 0 0,0-2 0 0 0,1 0 1 0 0,1-1-1 0 0,-1 0 1 0 0,2-2-1 0 0,8 2-56 0 0,27-6 624 0 0,-51-5-568 0 0,1 1 0 0 0,-1-1-1 0 0,0 0 1 0 0,1-1 0 0 0,-1 1-1 0 0,0-1 1 0 0,0 0 0 0 0,-1 0-1 0 0,1 0 1 0 0,0 0 0 0 0,-1 0-1 0 0,0-1 1 0 0,0 0 0 0 0,0 0-1 0 0,0 0 1 0 0,-1 0 0 0 0,1 0 0 0 0,-1-1-56 0 0,2 0 1 0 0,4-9-5 0 0,0 0 0 0 0,-2-1-1 0 0,1 1 1 0 0,-2-1 0 0 0,0-1-1 0 0,0 1 1 0 0,-2-1 0 0 0,1-2 4 0 0,5-105 153 0 0,-10 122-219 0 0,-1 0 0 0 0,0 0 0 0 0,0 0 0 0 0,0 1 1 0 0,0-1-1 0 0,0 1 0 0 0,0-1 0 0 0,0 1 0 0 0,0 0 0 0 0,-1 0 0 0 0,1 0 0 0 0,0 0 0 0 0,0 0 0 0 0,0 0 0 0 0,0 1 1 0 0,0-1-1 0 0,0 1 0 0 0,0-1 0 0 0,-1 1 66 0 0,-6 4-32 0 0,0-1 1 0 0,0 1-1 0 0,0 1 1 0 0,0-1-1 0 0,1 1 1 0 0,0 1-1 0 0,1 0 1 0 0,-1 0 31 0 0,5-4 26 0 0,0 0 1 0 0,0 0 0 0 0,1 0 0 0 0,-1 0 0 0 0,1 0-1 0 0,0 1 1 0 0,0-1 0 0 0,0 1 0 0 0,0-1 0 0 0,1 1-1 0 0,0 0 1 0 0,-1 0 0 0 0,1 0 0 0 0,1 0 0 0 0,-1 0 0 0 0,0 0-1 0 0,1 0 1 0 0,0 0 0 0 0,0 0 0 0 0,0 0 0 0 0,1 3-27 0 0,1-2 66 0 0,1-1 1 0 0,0 0 0 0 0,0 0 0 0 0,0 0-1 0 0,0 0 1 0 0,0-1 0 0 0,1 1 0 0 0,0-1-1 0 0,-1 0 1 0 0,1 0 0 0 0,1 0 0 0 0,-1 0-1 0 0,0-1 1 0 0,1 1 0 0 0,1 0-67 0 0,0 0 65 0 0,41 21-463 0 0,0-2-1 0 0,1-2 0 0 0,1-3 0 0 0,29 6 399 0 0,-37-12-3034 0 0,-13-5-5899 0 0,-24-6 1715 0 0</inkml:trace>
</inkml:ink>
</file>

<file path=ppt/ink/ink2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2T02:10:19.0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39 598 1376 0 0,'0'0'1922'0'0,"0"0"-478"0"0,0 0-81 0 0,0 0 215 0 0,0 0 121 0 0,0 0-143 0 0,0 0-329 0 0,0 0-417 0 0,0 0-322 0 0,0 0-212 0 0,0 0-105 0 0,0 0-37 0 0,0 0 13 0 0,-1 4 70 0 0,0 0-69 0 0,0 0 0 0 0,1 0 1 0 0,-1 0-1 0 0,1 0 0 0 0,0 0 0 0 0,0 0 0 0 0,0 0 0 0 0,1 0 0 0 0,-1 0 0 0 0,1 0 0 0 0,0 0 0 0 0,0-1 0 0 0,1 4-148 0 0,29 52-508 0 0,-26-55 1 0 0,-1-4-3173 0 0,-2 0-1654 0 0,-2 0-970 0 0</inkml:trace>
  <inkml:trace contextRef="#ctx0" brushRef="#br0" timeOffset="295.45">4 280 0 0 0,'0'0'1803'0'0,"0"0"675"0"0,0 0-150 0 0,0 0-303 0 0,0 0-273 0 0,0 0-367 0 0,0 0-424 0 0,0 0-407 0 0,0 0-330 0 0,0 0-288 0 0,0 0-319 0 0,0 0-368 0 0,0-7-432 0 0,1 1 361 0 0,-1-11 554 0 0,-2 16-6377 0 0,0 5 3251 0 0</inkml:trace>
  <inkml:trace contextRef="#ctx0" brushRef="#br0" timeOffset="750.82">235 571 1000 0 0,'0'0'2913'0'0,"0"0"-457"0"0,0 0-119 0 0,0 0 74 0 0,0 0-86 0 0,0 0-326 0 0,0 0-464 0 0,0 0-440 0 0,0 0-325 0 0,0 0-216 0 0,0 0-153 0 0,0 0-105 0 0,0 0-90 0 0,0 1-66 0 0,1 6-107 0 0,1-1 0 0 0,-1 0 1 0 0,1 0-1 0 0,1 0 0 0 0,-1 0 1 0 0,1-1-1 0 0,0 1 0 0 0,1-1 1 0 0,-1 1-1 0 0,1-1 0 0 0,0 0 1 0 0,0-1-1 0 0,3 4-33 0 0,0 0 20 0 0,62 63-296 0 0,-46-55-160 0 0,-21-34 779 0 0,4-68-689 0 0,-4 39 789 0 0,-2 46-451 0 0,1 1 0 0 0,0 0-1 0 0,-1-1 1 0 0,1 1 0 0 0,-1 0 0 0 0,1 0-1 0 0,0-1 1 0 0,-1 1 0 0 0,1 0 0 0 0,0 0 0 0 0,-1 0-1 0 0,1 0 1 0 0,0 0 0 0 0,-1 0 0 0 0,1 0-1 0 0,-1 0 1 0 0,1 0 0 0 0,0 1 0 0 0,-1-1 0 0 0,1 0-1 0 0,0 0 1 0 0,-1 0 0 0 0,1 1 0 0 0,-1-1-1 0 0,1 0 1 0 0,0 1 0 0 0,-1-1 0 0 0,1 0-1 0 0,-1 1 1 0 0,1-1 0 0 0,-1 1 0 0 0,0-1 0 0 0,1 1-1 0 0,-1-1 1 0 0,1 1 0 0 0,-1-1 0 0 0,0 1-1 0 0,1 0 1 0 0,-1 0 8 0 0,3 1-88 0 0,101 87-2205 0 0,-57-49-1885 0 0,-47-39 4140 0 0,5 2-2003 0 0,-4 1-5562 0 0,-1-2 3546 0 0</inkml:trace>
  <inkml:trace contextRef="#ctx0" brushRef="#br0" timeOffset="1443.96">729 628 0 0 0,'0'0'1855'0'0,"0"0"766"0"0,0 0 131 0 0,0 0-323 0 0,0 0-322 0 0,0 0-345 0 0,0 0-415 0 0,0 0-333 0 0,0 0-296 0 0,0 0-233 0 0,0 0-161 0 0,0 0-129 0 0,0 0-108 0 0,2 2-73 0 0,14 23-43 0 0,27 72 168 0 0,-1-7-87 0 0,19 54-83 0 0,-46-80-506 0 0,-43-63 1125 0 0,21-7-444 0 0,-1-1 0 0 0,1-1-1 0 0,0 1 1 0 0,1-1 0 0 0,0 0 0 0 0,0-1 0 0 0,1 1 0 0 0,-1-2-144 0 0,-1-2 72 0 0,-4-3-30 0 0,1-1 0 0 0,1-1 0 0 0,1 1 0 0 0,0-2 0 0 0,1 1 0 0 0,0-1 1 0 0,2 0-1 0 0,0 0 0 0 0,1 0 0 0 0,1-1 0 0 0,1 1 0 0 0,0-8-42 0 0,2 19-25 0 0,0 0-1 0 0,1 1 1 0 0,0-1 0 0 0,0 0-1 0 0,0 1 1 0 0,1-1-1 0 0,0 1 1 0 0,0-1-1 0 0,1 1 1 0 0,0 0 0 0 0,0 0-1 0 0,0 0 1 0 0,1 0-1 0 0,0 1 1 0 0,0-1 0 0 0,0 1-1 0 0,2-1 26 0 0,-3 3-41 0 0,1-2-35 0 0,0 0 0 0 0,1 0 1 0 0,-1 1-1 0 0,1 0 0 0 0,0 0 0 0 0,0 0 0 0 0,0 0 1 0 0,0 1-1 0 0,1 0 0 0 0,-1 0 0 0 0,1 1 0 0 0,0-1 1 0 0,0 1-1 0 0,0 0 0 0 0,0 1 0 0 0,0-1 0 0 0,5 1 76 0 0,-9 1-46 0 0,3-1-127 0 0,0 1 0 0 0,0 0 0 0 0,0 1 0 0 0,-1-1 0 0 0,1 1 0 0 0,0 0 1 0 0,-1 0-1 0 0,1 0 0 0 0,0 1 0 0 0,-1-1 0 0 0,3 3 173 0 0,-3-2-87 0 0,0 0 1 0 0,0 0-1 0 0,-1 0 0 0 0,1 0 1 0 0,-1 1-1 0 0,0 0 0 0 0,0 0 1 0 0,0 0-1 0 0,0 0 0 0 0,0 0 1 0 0,-1 0-1 0 0,0 1 0 0 0,1-1 0 0 0,-1 1 1 0 0,0 0-1 0 0,-1-1 0 0 0,1 1 1 0 0,-1 0-1 0 0,1 0 0 0 0,-1 0 1 0 0,0 0-1 0 0,-1 1 0 0 0,1-1 1 0 0,-1 0-1 0 0,0 0 0 0 0,0 0 1 0 0,0 1-1 0 0,0-1 0 0 0,-1 0 1 0 0,-1 4 86 0 0,-1-2-52 0 0,-1-1-1 0 0,0 0 1 0 0,0 1 0 0 0,0-1 0 0 0,-1-1 0 0 0,0 1 0 0 0,0-1 0 0 0,0 0 0 0 0,-1 0 0 0 0,1 0 0 0 0,-1-1 0 0 0,0 0 0 0 0,0 0 0 0 0,0 0 0 0 0,0-1 0 0 0,-4 1 52 0 0,-4 1-170 0 0,0-1-1 0 0,0 0 1 0 0,0-1-1 0 0,0-1 0 0 0,0-1 1 0 0,-6 0 170 0 0,-48-3-3508 0 0,47 1 420 0 0,5 0-1770 0 0</inkml:trace>
  <inkml:trace contextRef="#ctx0" brushRef="#br0" timeOffset="2071.87">1107 580 1016 0 0,'0'0'4640'0'0,"0"0"-1411"0"0,0 0-933 0 0,0 0-637 0 0,0 0-461 0 0,0 0-337 0 0,0 0-287 0 0,0 0-252 0 0,0 0-176 0 0,0 0-49 0 0,0 0 43 0 0,0 0 43 0 0,0 0 25 0 0,3 9-17 0 0,32 68 153 0 0,20-13-588 0 0,-53-64 293 0 0,0 1 1 0 0,0-1 0 0 0,0 1 0 0 0,0-1-1 0 0,0 0 1 0 0,0 1 0 0 0,0-1-1 0 0,0 0 1 0 0,0 0 0 0 0,0-1 0 0 0,0 1-1 0 0,0 0 1 0 0,0-1 0 0 0,0 1-1 0 0,0-1 1 0 0,0 0 0 0 0,0 1 0 0 0,0-1-1 0 0,0 0 1 0 0,0 0 0 0 0,-1 0-50 0 0,29-36 248 0 0,-10 8 393 0 0,-3 40-1550 0 0,57 72-343 0 0,-50-59-594 0 0,-10-21-1278 0 0,-9-5-2678 0 0,-3 0-58 0 0</inkml:trace>
  <inkml:trace contextRef="#ctx0" brushRef="#br0" timeOffset="2545.02">1445 28 520 0 0,'0'0'2855'0'0,"0"0"-114"0"0,0 0-247 0 0,0 0-291 0 0,0 0-335 0 0,0 0-399 0 0,0 0-348 0 0,0 0-337 0 0,0 0-266 0 0,0 0-190 0 0,0 0-136 0 0,0 0-104 0 0,0 0-123 0 0,0-5-109 0 0,0-17-293 0 0,13 71 633 0 0,6 44 688 0 0,20 103 880 0 0,-24-118-1302 0 0,18 48-57 0 0,0-55 83 0 0,-29-67-451 0 0,-4-3-70 0 0,1 1-1 0 0,0-1 0 0 0,-1 0 0 0 0,1 0 1 0 0,0 0-1 0 0,0-1 0 0 0,0 1 1 0 0,0 0-1 0 0,0 0 0 0 0,0 0 0 0 0,0-1 1 0 0,0 1-1 0 0,0 0 0 0 0,0-1 1 0 0,0 1-1 0 0,0-1 0 0 0,1 1 1 0 0,-1-1-1 0 0,0 0 0 0 0,0 1 0 0 0,1-1 1 0 0,-1 0-1 0 0,0 0 0 0 0,0 0 1 0 0,1 0-1 0 0,-1 0 0 0 0,0 0 0 0 0,0 0 1 0 0,1-1-1 0 0,-1 1 0 0 0,0 0 1 0 0,0-1-1 0 0,0 1 0 0 0,1-1 0 0 0,-1 1 35 0 0,14-23-5518 0 0,-11 14 555 0 0,-2 3-4181 0 0</inkml:trace>
  <inkml:trace contextRef="#ctx0" brushRef="#br0" timeOffset="2831.97">1625 335 0 0 0,'0'0'448'0'0,"0"0"1873"0"0,0 0-569 0 0,0 0-520 0 0,0 0-352 0 0,0 0-327 0 0,0 0-225 0 0,0 0-152 0 0,0 0-80 0 0,0 0-80 0 0,0 0-112 0 0,0 0-72 0 0,-203-16-88 0 0,175 16-233 0 0,-3 0-591 0 0,11 0-1968 0 0,5 0 383 0 0</inkml:trace>
</inkml:ink>
</file>

<file path=ppt/ink/ink2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2T02:10:17.3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49 0 0 0,'0'0'2324'0'0,"0"0"-19"0"0,0 0-163 0 0,0 0-162 0 0,0 0-222 0 0,0 0-324 0 0,0 0-286 0 0,0 0-268 0 0,0 0-193 0 0,0 0-123 0 0,0 0-109 0 0,0 0-62 0 0,9-8-65 0 0,26-24-42 0 0,-9 24 209 0 0,-21 9-420 0 0,8 0 4 0 0,-1 1 1 0 0,1 0-1 0 0,-1 1 0 0 0,1 0 0 0 0,-1 1 0 0 0,0 1 0 0 0,0 0 0 0 0,-1 1 0 0 0,1 0 0 0 0,0 1-79 0 0,-10-6 1 0 0,1 0 1 0 0,-1 0-1 0 0,1 1 0 0 0,-1-1 0 0 0,1 1 1 0 0,-1 0-1 0 0,0 0 0 0 0,0-1 0 0 0,0 1 0 0 0,0 1 1 0 0,0-1-1 0 0,0 0 0 0 0,0 0 0 0 0,-1 1 1 0 0,1-1-1 0 0,-1 1 0 0 0,0-1 0 0 0,0 1 1 0 0,0 0-1 0 0,0 0 0 0 0,0-1 0 0 0,0 1 0 0 0,-1 0 1 0 0,1 0-1 0 0,-1 0 0 0 0,0 1-1 0 0,0-1 2 0 0,0-1 0 0 0,0 1 0 0 0,0 0 0 0 0,-1-1 0 0 0,1 1 0 0 0,-1-1 0 0 0,1 1 0 0 0,-1-1 0 0 0,0 0 0 0 0,0 1 0 0 0,0-1 0 0 0,0 0 0 0 0,-1 1 0 0 0,1-1 0 0 0,-1 0 0 0 0,1 0 0 0 0,-1 0 0 0 0,0 0 0 0 0,1 0 0 0 0,-1-1 0 0 0,0 1 0 0 0,0-1 0 0 0,0 1 0 0 0,-1-1 0 0 0,1 1 0 0 0,0-1 0 0 0,-1 0-2 0 0,-69 11 894 0 0,67-12-796 0 0,-1 0-1 0 0,0 0 1 0 0,1-1-1 0 0,-1 1 1 0 0,1-1-1 0 0,0-1 1 0 0,-1 1-1 0 0,1-1 1 0 0,0 0-1 0 0,-5-2-97 0 0,2 0 78 0 0,-1 0 0 0 0,1-1 0 0 0,0 0 0 0 0,1-1 0 0 0,-1 0 0 0 0,1 0 0 0 0,0 0 0 0 0,0-1 0 0 0,1 0 0 0 0,0 0 0 0 0,0-1 0 0 0,0-1-78 0 0,2-40 373 0 0,6 47-537 0 0,-1 0 0 0 0,0 0 0 0 0,1 1 0 0 0,-1-1 0 0 0,1 1 0 0 0,-1-1 0 0 0,1 1 0 0 0,0-1 0 0 0,0 1 0 0 0,0 0 0 0 0,-1 0 0 0 0,1 0 0 0 0,0 0 0 0 0,0 0 0 0 0,1 0 0 0 0,-1 1 0 0 0,0-1 0 0 0,0 1 0 0 0,0-1 0 0 0,0 1 0 0 0,1 0 0 0 0,-1 0 0 0 0,2 0 164 0 0,6-1-2035 0 0,15 4-7136 0 0,-17 0 2840 0 0</inkml:trace>
  <inkml:trace contextRef="#ctx0" brushRef="#br0" timeOffset="877.94">432 44 0 0 0,'0'0'577'0'0,"0"0"1863"0"0,0 0 270 0 0,0 0-366 0 0,0 0-246 0 0,0 0-246 0 0,0 0-373 0 0,0 0-245 0 0,0 0-245 0 0,0 0-195 0 0,0 0-145 0 0,0 0-130 0 0,0 0-132 0 0,0-3-112 0 0,7-2 81 0 0,4 24-220 0 0,-1-3-91 0 0,1 0 1 0 0,0 0 0 0 0,1-2-1 0 0,1 1 1 0 0,12 10-46 0 0,23 15-67 0 0,-48-40 89 0 0,1 1 0 0 0,-1-1 0 0 0,1 1 0 0 0,-1-1 0 0 0,1 1 0 0 0,0-1 0 0 0,-1 1 0 0 0,1-1 0 0 0,-1 0-1 0 0,1 0 1 0 0,0 1 0 0 0,-1-1 0 0 0,1 0 0 0 0,0 0 0 0 0,-1 0 0 0 0,1 1 0 0 0,0-1 0 0 0,0 0 0 0 0,-1 0 0 0 0,1 0 0 0 0,0 0 0 0 0,-1 0 0 0 0,1 0 0 0 0,0-1 0 0 0,-1 1 0 0 0,1 0 0 0 0,0 0-1 0 0,-1 0 1 0 0,1-1 0 0 0,0 1 0 0 0,-1 0 0 0 0,1-1 0 0 0,0 1 0 0 0,-1-1 0 0 0,1 1 0 0 0,-1 0 0 0 0,1-1 0 0 0,-1 1 0 0 0,1-1 0 0 0,-1 0 0 0 0,1 1 0 0 0,-1-1 0 0 0,0 1 0 0 0,1-1-1 0 0,-1 0 1 0 0,0 1 0 0 0,0-1 0 0 0,1 0 0 0 0,-1 1-22 0 0,7-36 233 0 0,-7-81 10 0 0,0 117-243 0 0,0 0 1 0 0,0-1-1 0 0,0 1 0 0 0,0-1 0 0 0,0 1 0 0 0,0-1 1 0 0,0 1-1 0 0,0 0 0 0 0,1-1 0 0 0,-1 1 1 0 0,0-1-1 0 0,0 1 0 0 0,1 0 0 0 0,-1-1 1 0 0,0 1-1 0 0,0 0 0 0 0,1-1 0 0 0,-1 1 0 0 0,0 0 1 0 0,1-1-1 0 0,-1 1 0 0 0,0 0 0 0 0,1 0 1 0 0,-1-1-1 0 0,1 1 0 0 0,-1 0 0 0 0,0 0 1 0 0,1 0-1 0 0,-1 0 0 0 0,1 0 0 0 0,-1-1 0 0 0,1 1 1 0 0,-1 0-1 0 0,0 0 0 0 0,1 0 0 0 0,-1 0 1 0 0,1 0-1 0 0,-1 0 0 0 0,1 1 0 0 0,-1-1 1 0 0,1 0-1 0 0,-1 0 0 0 0,0 0 0 0 0,1 0 0 0 0,-1 0 1 0 0,1 1-1 0 0,-1-1 0 0 0,0 0 0 0 0,1 0 1 0 0,-1 1-1 0 0,0-1 0 0 0,1 0 0 0 0,-1 0 1 0 0,0 1-1 0 0,1-1 0 0 0,-1 0 0 0 0,27 18-895 0 0,-25-17 974 0 0,116 90-794 0 0,-115-88 716 0 0,0-1-1 0 0,1 0 1 0 0,-1-1-1 0 0,1 1 1 0 0,0-1-1 0 0,-1 1 1 0 0,1-1-1 0 0,0 0 1 0 0,0 0-1 0 0,0-1 1 0 0,-1 1-1 0 0,1-1 1 0 0,0 0-1 0 0,0 0 1 0 0,0 0-1 0 0,1 0 0 0 0,-3-2-34 0 0,0 0 0 0 0,0-1 0 0 0,0 1-1 0 0,-1 0 1 0 0,1 0 0 0 0,-1-1 0 0 0,0 1 0 0 0,1-1-1 0 0,-1 1 1 0 0,0-1 0 0 0,0 1 0 0 0,-1-1-1 0 0,1 0 1 0 0,0 1 0 0 0,-1-1 0 0 0,0 0 0 0 0,0 0-1 0 0,1 0 35 0 0,2-71-388 0 0,-2 74 304 0 0,0-1 0 0 0,-1 1 0 0 0,1 0 0 0 0,0 0-1 0 0,-1 0 1 0 0,1-1 0 0 0,0 1 0 0 0,0 0 0 0 0,-1 0 0 0 0,1 0 0 0 0,0 0-1 0 0,-1 0 1 0 0,1 0 0 0 0,0 1 0 0 0,-1-1 0 0 0,1 0 0 0 0,0 0 0 0 0,-1 0-1 0 0,1 1 1 0 0,0-1 0 0 0,-1 0 0 0 0,1 1 0 0 0,-1-1 0 0 0,1 0 0 0 0,0 1-1 0 0,-1-1 1 0 0,1 1 0 0 0,-1-1 0 0 0,1 1 0 0 0,-1-1 0 0 0,1 1 0 0 0,-1 0 84 0 0,68 76-2081 0 0,-2-4 677 0 0,-14-17-5355 0 0,-46-49 4329 0 0,-2-2-241 0 0</inkml:trace>
</inkml:ink>
</file>

<file path=ppt/ink/ink2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2T02:10:16.0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316 182 0 0 0,'0'0'880'0'0,"0"0"1099"0"0,0 0 11 0 0,0 0-358 0 0,0 0-286 0 0,0 0-188 0 0,0 0-109 0 0,0 0-66 0 0,0 0-81 0 0,0 0-48 0 0,-7-15-68 0 0,-24-44-69 0 0,5 30 562 0 0,-59-43 3790 0 0,30 66-4547 0 0,40 6-474 0 0,15 0-29 0 0,0 0-5 0 0,0 0-3 0 0,-3 1 4 0 0,1 0 0 0 0,0 0-1 0 0,-1 0 1 0 0,1 0 0 0 0,0 1 0 0 0,0-1 0 0 0,0 0-1 0 0,0 1 1 0 0,0 0 0 0 0,0-1 0 0 0,0 1 0 0 0,0 0 0 0 0,1 0-1 0 0,-1 0 1 0 0,1 0 0 0 0,0 1 0 0 0,-1-1 0 0 0,1 0-1 0 0,0 0 1 0 0,0 1 0 0 0,1-1 0 0 0,-1 1 0 0 0,0-1 0 0 0,1 1-1 0 0,-1 1-14 0 0,-1 3 51 0 0,-3 63 291 0 0,5-45-246 0 0,3 9-30 0 0,0-1 1 0 0,2 0 0 0 0,1 0-1 0 0,3 2-66 0 0,26 92 508 0 0,50 119-508 0 0,-74-217 35 0 0,37 116 21 0 0,-33-96-145 0 0,-13-44 1211 0 0,-1-1-2869 0 0,0-7-5764 0 0,-1-4 1280 0 0,0 5-2275 0 0</inkml:trace>
  <inkml:trace contextRef="#ctx0" brushRef="#br0" timeOffset="285.5">337 676 3025 0 0,'0'0'2023'0'0,"0"0"-191"0"0,0 0 103 0 0,0 0 34 0 0,0 0-156 0 0,0 0-296 0 0,0 0-328 0 0,0 0-275 0 0,0 0-253 0 0,0 0-219 0 0,0 0-169 0 0,0 0-118 0 0,0 0-87 0 0,-32-5-40 0 0,-99-16-43 0 0,77 16-150 0 0,-12 5-1943 0 0,21 0-7391 0 0,36 0 3442 0 0</inkml:trace>
  <inkml:trace contextRef="#ctx0" brushRef="#br0" timeOffset="731.24">454 690 0 0 0,'0'0'1034'0'0,"0"0"801"0"0,0 0 60 0 0,0 0-68 0 0,0 0-110 0 0,0 0-304 0 0,0 0-308 0 0,0 0-271 0 0,0 0-185 0 0,0 0-91 0 0,0 0-55 0 0,0 0-55 0 0,0 17 1389 0 0,12-5-396 0 0,-14-23 808 0 0,-13-14-2236 0 0,1 5 226 0 0,2-1 0 0 0,0-1 0 0 0,2 0 1 0 0,0 0-1 0 0,-5-21-239 0 0,12 3 1377 0 0,4 38-1374 0 0,0 1 0 0 0,0-1 0 0 0,1 1 0 0 0,-1 0 0 0 0,0-1-1 0 0,0 1 1 0 0,1 0 0 0 0,-1 0 0 0 0,1 0 0 0 0,-1 0 0 0 0,1 0 0 0 0,0 0-1 0 0,-1 0 1 0 0,1 0 0 0 0,0 1 0 0 0,0-1 0 0 0,-1 1 0 0 0,1-1 0 0 0,0 1-1 0 0,0 0 1 0 0,0 0 0 0 0,0 0 0 0 0,0 0 0 0 0,-1 0 0 0 0,1 0 0 0 0,1 0-3 0 0,-1 0-76 0 0,4 0-242 0 0,1-1 0 0 0,-1 1 1 0 0,0 0-1 0 0,0 1 0 0 0,0-1 0 0 0,0 1 0 0 0,1 1 1 0 0,-1-1-1 0 0,0 1 0 0 0,-1 0 0 0 0,1 0 0 0 0,0 1 0 0 0,1 0 318 0 0,22 14-4420 0 0,-10-4-4181 0 0,-12-10 3824 0 0</inkml:trace>
</inkml:ink>
</file>

<file path=ppt/ink/ink2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2T02:10:25.8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42 115 0 0 0,'0'0'472'0'0,"0"0"786"0"0,0 0 125 0 0,0 0-92 0 0,0 0-74 0 0,0 0-39 0 0,0 0-66 0 0,0 0-101 0 0,0 0-107 0 0,-5-15-132 0 0,-15-45-116 0 0,14 31 989 0 0,-3 19 851 0 0,7 13 842 0 0,15 28-3379 0 0,28 86 604 0 0,37 102 392 0 0,0-12-299 0 0,-61-158-542 0 0,-13-37-822 0 0,-1-17-3262 0 0,-3-34-10204 0 0,0 29 12046 0 0</inkml:trace>
</inkml:ink>
</file>

<file path=ppt/ink/ink2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2T02:10:26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384 57 0 0 0,'0'0'2282'0'0,"0"0"-151"0"0,0 0-127 0 0,0 0 23 0 0,0 0-75 0 0,0 0-223 0 0,0 0-318 0 0,0 0-363 0 0,0 0-261 0 0,0 0-159 0 0,0 0-111 0 0,0 0-65 0 0,-32-5-67 0 0,-100-16-65 0 0,71 12 122 0 0,-12 0-73 0 0,33 4-1678 0 0,2-1-3933 0 0,31 5-1555 0 0,6 1 1661 0 0</inkml:trace>
</inkml:ink>
</file>

<file path=ppt/ink/ink2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2T02:10:26.6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70 0 0 0,'0'0'2393'0'0,"0"0"-540"0"0,0 0-243 0 0,0 0-96 0 0,0 0-174 0 0,0 0-211 0 0,0 0-208 0 0,0 0-187 0 0,0 0-87 0 0,0 0-43 0 0,0 0-61 0 0,0 0-105 0 0,0 0-125 0 0,-18-8-114 0 0,-56-24-81 0 0,45 25 55 0 0,27 10-151 0 0,0-1 64 0 0,0 1 1 0 0,0 0-1 0 0,0-1 0 0 0,0 1 1 0 0,0 0-1 0 0,1 0 0 0 0,-1 0 1 0 0,1 0-1 0 0,0 1 0 0 0,0-1 1 0 0,0 0-1 0 0,0 0 0 0 0,1 1 1 0 0,-1-1-1 0 0,1 0 0 0 0,0 1 1 0 0,0-1-1 0 0,0 1 0 0 0,0-1 1 0 0,1 0-1 0 0,-1 1 0 0 0,1-1 1 0 0,0 0-1 0 0,0 1 0 0 0,0-1 1 0 0,1 0-87 0 0,3 5 152 0 0,2-1 1 0 0,-1 0-1 0 0,1 0 1 0 0,0-1 0 0 0,0 0-1 0 0,0 0 1 0 0,1-1-1 0 0,0 0 1 0 0,0 0-1 0 0,0-1 1 0 0,1 0 0 0 0,1 0-153 0 0,-4-1 116 0 0,1 0 1 0 0,0 0 0 0 0,0-1-1 0 0,0 0 1 0 0,0-1 0 0 0,0 1-1 0 0,0-1 1 0 0,0 0 0 0 0,1-1 0 0 0,3 0-117 0 0,-10-1 39 0 0,0 0 0 0 0,0 1 0 0 0,0-1 0 0 0,-1 0 0 0 0,1 0 0 0 0,0 0 0 0 0,0 0 0 0 0,-1 0 0 0 0,1 0 0 0 0,-1 0 0 0 0,1 0 0 0 0,-1 0 1 0 0,1 0-1 0 0,-1 0 0 0 0,0-1 0 0 0,1 1 0 0 0,-1 0 0 0 0,0 0 0 0 0,0 0 0 0 0,0-1 0 0 0,0 1 0 0 0,0 0 0 0 0,0 0 0 0 0,0 0 0 0 0,0 0 0 0 0,-1-2-39 0 0,1 0 21 0 0,0-1-20 0 0,-10-47-216 0 0,5 41 127 0 0,0 1 0 0 0,-1 0 0 0 0,0 0 0 0 0,-1 1-1 0 0,0 0 1 0 0,0 0 0 0 0,-1 0 0 0 0,0 1 88 0 0,-60-31-2675 0 0,17 38-6349 0 0,43 3 4757 0 0,3 1 322 0 0</inkml:trace>
</inkml:ink>
</file>

<file path=ppt/ink/ink2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2T02:10:27.3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13 205 2953 0 0,'0'0'1869'0'0,"0"0"-528"0"0,0 0-426 0 0,0 0-197 0 0,0 0-106 0 0,0 0-153 0 0,0 0-208 0 0,0 0-143 0 0,0 0 24 0 0,0 0 112 0 0,0 0 129 0 0,0 0 68 0 0,0 0-48 0 0,3 22-88 0 0,11 70-57 0 0,4-29 134 0 0,-6-31-127 0 0,2-1-1 0 0,1-1 1 0 0,13 21-255 0 0,-13-30 91 0 0,-12-18 4406 0 0,-28-77-3148 0 0,-42-82-1278 0 0,38 71-51 0 0,24 63-62 0 0,2-1 0 0 0,0 0 1 0 0,1 0-1 0 0,1 0 0 0 0,1 0 0 0 0,2-7 42 0 0,-1 26-81 0 0,0 1 1 0 0,1 0-1 0 0,-1-1 0 0 0,1 1 0 0 0,-1 0 0 0 0,1 0 1 0 0,0 0-1 0 0,0 0 0 0 0,0 1 0 0 0,1-1 0 0 0,-1 0 0 0 0,1 1 1 0 0,-1 0-1 0 0,1 0 0 0 0,0-1 0 0 0,0 1 0 0 0,0 1 1 0 0,0-1-1 0 0,0 0 0 0 0,0 1 0 0 0,0 0 0 0 0,1 0 0 0 0,-1 0 1 0 0,1 0-1 0 0,-1 0 0 0 0,0 0 0 0 0,1 1 0 0 0,0 0 1 0 0,-1 0-1 0 0,1 0 0 0 0,-1 0 0 0 0,1 0 0 0 0,-1 1 0 0 0,0 0 1 0 0,1-1-1 0 0,-1 1 0 0 0,1 1 0 0 0,-1-1 0 0 0,0 0 1 0 0,0 1-1 0 0,0-1 0 0 0,0 1 0 0 0,0 0 0 0 0,0 0 0 0 0,1 1 81 0 0,5 3-75 0 0,0 1 0 0 0,-1-1-1 0 0,0 1 1 0 0,0 1 0 0 0,-1-1-1 0 0,0 1 1 0 0,0 1 0 0 0,3 4 75 0 0,-8-11-7 0 0,-1 1 0 0 0,1 0 0 0 0,0-1 1 0 0,-1 1-1 0 0,0 0 0 0 0,0 0 0 0 0,1 0 1 0 0,-2 0-1 0 0,1 1 0 0 0,0-1 0 0 0,-1 0 1 0 0,1 0-1 0 0,-1 0 0 0 0,0 1 0 0 0,0-1 0 0 0,0 0 1 0 0,-1 0-1 0 0,1 0 0 0 0,-1 1 0 0 0,1-1 1 0 0,-1 0-1 0 0,0 0 0 0 0,-1 0 0 0 0,1 0 1 0 0,0 0-1 0 0,-1 0 0 0 0,1-1 0 0 0,-1 1 1 0 0,-2 2 6 0 0,-1 0-17 0 0,0 1 1 0 0,0 0-1 0 0,-1-1 1 0 0,0 0-1 0 0,0-1 1 0 0,0 1 0 0 0,0-1-1 0 0,-1 0 1 0 0,0-1-1 0 0,-6 3 17 0 0,-47 8-2907 0 0,40-12-4901 0 0,17-2 4838 0 0</inkml:trace>
  <inkml:trace contextRef="#ctx0" brushRef="#br0" timeOffset="376.85">406 283 0 0 0,'0'0'1750'0'0,"0"0"75"0"0,0 0-55 0 0,0 0-219 0 0,0 0-287 0 0,0 0-283 0 0,0 0-217 0 0,0 0-105 0 0,0 0-3 0 0,0 0 45 0 0,0 0 30 0 0,0 0-28 0 0,7 7-44 0 0,21 18-34 0 0,-29-25-514 0 0,1 0 0 0 0,0 0-1 0 0,0 1 1 0 0,0-1 0 0 0,0 0 0 0 0,0 0 0 0 0,0 0-1 0 0,-1 0 1 0 0,1 0 0 0 0,0 0 0 0 0,0 0 0 0 0,0 1-1 0 0,0-1 1 0 0,0 0 0 0 0,0 0 0 0 0,0 0-1 0 0,0 0 1 0 0,0 1 0 0 0,0-1 0 0 0,0 0 0 0 0,0 0-1 0 0,0 0 1 0 0,0 0 0 0 0,0 1 0 0 0,0-1-1 0 0,0 0 1 0 0,0 0 0 0 0,0 0 0 0 0,0 0-111 0 0,-41-49 1347 0 0,-5-26-1003 0 0,40 63-247 0 0,0-1-1 0 0,1 1 1 0 0,0-1 0 0 0,1 0 0 0 0,0-1-1 0 0,1 1 1 0 0,0-1 0 0 0,2 1 0 0 0,-1-1-1 0 0,2 0 1 0 0,0-3-97 0 0,0 15 14 0 0,0 1 0 0 0,0-1-1 0 0,0 0 1 0 0,1 1 0 0 0,-1-1-1 0 0,1 0 1 0 0,0 1 0 0 0,-1-1 0 0 0,1 1-1 0 0,0-1 1 0 0,0 1 0 0 0,0 0-1 0 0,0-1 1 0 0,0 1 0 0 0,0 0 0 0 0,0-1-1 0 0,0 1 1 0 0,0 0 0 0 0,1 0-1 0 0,-1 0 1 0 0,0 0 0 0 0,2 0-14 0 0,22 0-5788 0 0,-12 26-4819 0 0,-13-21 6093 0 0</inkml:trace>
  <inkml:trace contextRef="#ctx0" brushRef="#br0" timeOffset="6340.08">658 142 0 0 0,'0'0'932'0'0,"0"0"275"0"0,0 0 205 0 0,0 0 58 0 0,0 0-27 0 0,0 0-104 0 0,0 0-163 0 0,0 0-134 0 0,0 0-79 0 0,1-2-31 0 0,0 1-680 0 0,0-1-1 0 0,1 0 1 0 0,-1 1 0 0 0,0-1-1 0 0,1 1 1 0 0,-1 0 0 0 0,1-1-1 0 0,-1 1 1 0 0,1 0 0 0 0,0 0-1 0 0,-1 0 1 0 0,1 0 0 0 0,0 0-1 0 0,0 1 1 0 0,0-1 0 0 0,-1 0-1 0 0,1 1 1 0 0,0-1 0 0 0,0 1-1 0 0,0 0 1 0 0,2 0-252 0 0,3-1 7 0 0,0 1-1 0 0,-1 0 1 0 0,1 1 0 0 0,-1-1-1 0 0,1 1 1 0 0,0 1 0 0 0,-1-1-1 0 0,1 1 1 0 0,-1 0 0 0 0,0 0-1 0 0,0 1 1 0 0,0 0 0 0 0,0 0-1 0 0,0 1 1 0 0,-1-1 0 0 0,1 1-1 0 0,1 2-6 0 0,-3-2-49 0 0,0-1 0 0 0,0 1-1 0 0,0 0 1 0 0,0 0 0 0 0,0 1-1 0 0,-1-1 1 0 0,0 1 0 0 0,0 0-1 0 0,0-1 1 0 0,-1 1 0 0 0,0 0-1 0 0,0 1 1 0 0,0-1 0 0 0,0 0-1 0 0,-1 1 1 0 0,0-1 0 0 0,0 1-1 0 0,0-1 1 0 0,-1 1-1 0 0,0-1 1 0 0,0 1 0 0 0,0 1 49 0 0,-2-4 33 0 0,0 0 1 0 0,0 0-1 0 0,0 0 0 0 0,0 0 1 0 0,-1-1-1 0 0,1 1 1 0 0,-1-1-1 0 0,0 1 0 0 0,0-1 1 0 0,1 0-1 0 0,-2 0 1 0 0,1 0-1 0 0,0 0 0 0 0,0-1 1 0 0,0 1-1 0 0,-1-1 0 0 0,1 0 1 0 0,-1 0-1 0 0,1 0 1 0 0,-1 0-1 0 0,1-1 0 0 0,-1 0 1 0 0,0 1-1 0 0,1-1 1 0 0,-3-1-34 0 0,-1 2 141 0 0,0-1 0 0 0,1-1-1 0 0,-1 0 1 0 0,0 0 0 0 0,0 0 0 0 0,0 0 0 0 0,1-1 0 0 0,-1 0 0 0 0,1-1 0 0 0,-1 0 0 0 0,1 0 0 0 0,0 0 0 0 0,0-1 0 0 0,0 1 0 0 0,1-1 0 0 0,-3-3-141 0 0,3 4 90 0 0,0-1 0 0 0,0 0 1 0 0,1 0-1 0 0,-1 0 0 0 0,1-1 1 0 0,0 1-1 0 0,1-1 0 0 0,-1 0 1 0 0,1 0-1 0 0,0 0 0 0 0,0-1 1 0 0,0 1-1 0 0,1-1 0 0 0,0 0 1 0 0,0 0-1 0 0,0 1 0 0 0,1-1 0 0 0,0-1-90 0 0,15-44-1916 0 0,-4 36-1712 0 0,4 4-3709 0 0,-10 10 3195 0 0,1 0 221 0 0</inkml:trace>
</inkml:ink>
</file>

<file path=ppt/ink/ink2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2T02:10:34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140 314 0 0 0,'0'0'1360'0'0,"0"0"486"0"0,0 0 116 0 0,0 0-123 0 0,0 0-149 0 0,0 0-125 0 0,0 0-161 0 0,0 0-190 0 0,0 0-198 0 0,0 0-170 0 0,0 0-174 0 0,0 0-168 0 0,0-8-132 0 0,-1-22-96 0 0,1 29-251 0 0,0 0 0 0 0,-1 1 0 0 0,1-1 0 0 0,0 0 0 0 0,-1 1 0 0 0,1-1 1 0 0,0 1-1 0 0,-1-1 0 0 0,1 0 0 0 0,-1 1 0 0 0,1-1 0 0 0,-1 1 0 0 0,0 0 0 0 0,1-1 0 0 0,-1 1 0 0 0,1-1 0 0 0,-1 1 0 0 0,0 0 0 0 0,1-1 0 0 0,-1 1 0 0 0,0 0 0 0 0,1 0 0 0 0,-1 0 0 0 0,0-1 0 0 0,1 1 0 0 0,-1 0 0 0 0,0 0 1 0 0,0 0-1 0 0,1 0 0 0 0,-1 0 0 0 0,0 0 0 0 0,1 1 0 0 0,-1-1 0 0 0,0 0 0 0 0,1 0 0 0 0,-1 0 0 0 0,0 1 0 0 0,0-1-25 0 0,-3 0 92 0 0,-3 0 56 0 0,4 0-111 0 0,1-1 1 0 0,0 1 0 0 0,0 0 0 0 0,-1 0-1 0 0,1 0 1 0 0,0 0 0 0 0,0 1 0 0 0,-1-1 0 0 0,1 0-1 0 0,0 1 1 0 0,0 0 0 0 0,-1-1 0 0 0,1 1 0 0 0,0 0-1 0 0,0 0 1 0 0,0 0 0 0 0,0 1-38 0 0,-31 23 389 0 0,10 3-153 0 0,15-2 538 0 0,8-17-492 0 0,8 31 952 0 0,1-28-1128 0 0,1 0 0 0 0,0-1-1 0 0,1 0 1 0 0,0 0 0 0 0,1-2 0 0 0,0 1 0 0 0,0-1-1 0 0,1-1 1 0 0,0 0 0 0 0,11 4-106 0 0,-14-7 74 0 0,1-1 1 0 0,0 0-1 0 0,0 0 1 0 0,0-1-1 0 0,1-1 1 0 0,-1 1-1 0 0,1-2 0 0 0,-1 0 1 0 0,1 0-1 0 0,-1-1 1 0 0,1 0-1 0 0,10-3-74 0 0,-16 1 30 0 0,1-1-1 0 0,-1 0 0 0 0,0 0 1 0 0,0-1-1 0 0,0 0 0 0 0,-1 0 1 0 0,1 0-1 0 0,-1-1 0 0 0,0 0 1 0 0,0 0-1 0 0,0 0 0 0 0,-1-1 1 0 0,0 1-1 0 0,0-1 0 0 0,0 0 1 0 0,-1 0-1 0 0,0 0 0 0 0,0-1 1 0 0,-1 1-1 0 0,0-1 0 0 0,2-5-29 0 0,6-20 0 0 0,-16 7-261 0 0,4 23 227 0 0,1 0-9 0 0,-1 0 0 0 0,1 0 0 0 0,-1 0 0 0 0,1 0 0 0 0,-1 1 0 0 0,0-1 0 0 0,0 1 0 0 0,1-1 0 0 0,-1 1 0 0 0,0 0 0 0 0,0-1 0 0 0,-1 1 0 0 0,1 0 0 0 0,0 1 0 0 0,0-1 0 0 0,0 0 0 0 0,-1 0 0 0 0,1 1 0 0 0,-2-1 43 0 0,-4 1-133 0 0,-56 10-393 0 0,63-9 518 0 0,-1 0-1 0 0,1 0 0 0 0,0 0 0 0 0,-1 1 1 0 0,1-1-1 0 0,0 0 0 0 0,0 1 0 0 0,0-1 0 0 0,0 1 1 0 0,0 0-1 0 0,0-1 0 0 0,0 1 0 0 0,0 0 0 0 0,1-1 1 0 0,-1 1-1 0 0,1 0 0 0 0,-1 0 0 0 0,1-1 1 0 0,0 1-1 0 0,-1 0 0 0 0,1 0 0 0 0,0 0 0 0 0,0 0 1 0 0,0 0 8 0 0,2 4 71 0 0,0 0 0 0 0,0 0-1 0 0,1 0 1 0 0,0 0 0 0 0,0 0 0 0 0,0 0 0 0 0,1-1 0 0 0,0 1 0 0 0,0-1 0 0 0,0 0 0 0 0,0-1 0 0 0,1 1 0 0 0,0-1 0 0 0,0 1 0 0 0,0-2 0 0 0,1 2-71 0 0,14 10-201 0 0,0 0 0 0 0,1-1 0 0 0,1-2 1 0 0,18 9 200 0 0,-11-15-1889 0 0,-17-6-2981 0 0,-4 0-2200 0 0,-6 0-1334 0 0</inkml:trace>
  <inkml:trace contextRef="#ctx0" brushRef="#br0" timeOffset="535.02">804 232 0 0 0,'0'0'2110'0'0,"0"0"88"0"0,0 0-251 0 0,0 0-254 0 0,0 0-160 0 0,0 0-210 0 0,0 0-302 0 0,0 0-277 0 0,0 0-162 0 0,0 0-71 0 0,0 0 3 0 0,0 0 14 0 0,0 0-49 0 0,-14-5-73 0 0,-44-11-82 0 0,57 15-306 0 0,0 1 1 0 0,0-1 0 0 0,0 1 0 0 0,0 0 0 0 0,-1-1-1 0 0,1 1 1 0 0,0 0 0 0 0,0 0 0 0 0,0 0-1 0 0,-1 0 1 0 0,1 0 0 0 0,0 0 0 0 0,0 0-1 0 0,0 0 1 0 0,-1 0 0 0 0,1 1 0 0 0,0-1 0 0 0,0 0-1 0 0,0 1 1 0 0,0-1 0 0 0,-1 1 0 0 0,1 0-1 0 0,0-1 1 0 0,0 1 0 0 0,0 0 0 0 0,0-1-1 0 0,0 1 1 0 0,1 0 0 0 0,-2 0-19 0 0,-1 3 88 0 0,-1-1-24 0 0,1 0-1 0 0,-1 0 1 0 0,1 0 0 0 0,0 0-1 0 0,0 1 1 0 0,1 0-1 0 0,-1-1 1 0 0,1 1 0 0 0,0 0-1 0 0,0 0 1 0 0,0 0 0 0 0,0 0-1 0 0,1 1 1 0 0,-1-1 0 0 0,1 0-1 0 0,0 1 1 0 0,0-1 0 0 0,1 1-1 0 0,0-1 1 0 0,-1 1 0 0 0,2-1-1 0 0,-1 1 1 0 0,0-1 0 0 0,1 1-1 0 0,0-1 1 0 0,0 0 0 0 0,0 1-1 0 0,0-1 1 0 0,1 0 0 0 0,1 3-64 0 0,61 58 800 0 0,-14-19-365 0 0,-49-45-460 0 0,0-1 0 0 0,0 1 0 0 0,0 0 0 0 0,0 0 1 0 0,-1 0-1 0 0,1 0 0 0 0,0-1 0 0 0,-1 1 1 0 0,1 0-1 0 0,0 0 0 0 0,-1 0 0 0 0,1 1 1 0 0,-1-1-1 0 0,0 0 0 0 0,1 0 0 0 0,-1 0 1 0 0,0 0-1 0 0,0 0 0 0 0,0 0 0 0 0,1 0 1 0 0,-1 1-1 0 0,0-1 0 0 0,-1 0 0 0 0,1 0 0 0 0,0 0 1 0 0,0 0-1 0 0,0 0 0 0 0,-1 1 0 0 0,1-1 1 0 0,0 0-1 0 0,-1 0 0 0 0,1 0 0 0 0,-1 0 1 0 0,0 0-1 0 0,1 0 0 0 0,-1 0 0 0 0,0 0 25 0 0,-7 3-57 0 0,1 0-1 0 0,-2 0 0 0 0,1-1 1 0 0,0 0-1 0 0,-1 0 0 0 0,1-1 1 0 0,-1 0-1 0 0,-8 0 58 0 0,8 0-273 0 0,-21 1-3420 0 0,16-9-3498 0 0,14 3 3949 0 0,0 0-671 0 0</inkml:trace>
  <inkml:trace contextRef="#ctx0" brushRef="#br0" timeOffset="1025.31">1192 307 1248 0 0,'0'0'1993'0'0,"0"0"-438"0"0,0 0-279 0 0,0 0 102 0 0,0 0 175 0 0,0 0 78 0 0,0 0-137 0 0,0 0-294 0 0,0 0-222 0 0,0 0-147 0 0,0 0-74 0 0,0 0-47 0 0,-24-17-86 0 0,-71-49-103 0 0,59 47 13 0 0,31 20-426 0 0,-2-1-7 0 0,6 0-86 0 0,0-1-1 0 0,0 1 0 0 0,0 0 1 0 0,0 0-1 0 0,0 0 0 0 0,0 0 1 0 0,0 0-1 0 0,0 0 1 0 0,-1 1-1 0 0,1-1 0 0 0,0 0 1 0 0,0 0-1 0 0,0 1 0 0 0,0-1 1 0 0,0 1-1 0 0,0-1 1 0 0,0 1-1 0 0,0-1 0 0 0,0 1 1 0 0,0 0-1 0 0,1-1 0 0 0,-1 1 1 0 0,0 0-1 0 0,0 0 1 0 0,1 0-1 0 0,-1-1 0 0 0,0 1 1 0 0,1 0-15 0 0,-7 34 510 0 0,8-26-418 0 0,1-1 0 0 0,0 0-1 0 0,1 1 1 0 0,0-1-1 0 0,1 0 1 0 0,-1 0-1 0 0,2-1 1 0 0,-1 1 0 0 0,1-1-1 0 0,0 0 1 0 0,0 0-1 0 0,1-1 1 0 0,2 3-92 0 0,3 4 58 0 0,6 7-27 0 0,-14-17-35 0 0,1 1 0 0 0,0 0 0 0 0,-1 0-1 0 0,0 0 1 0 0,0 0 0 0 0,0 1 0 0 0,0-1-1 0 0,-1 1 1 0 0,0-1 0 0 0,0 1 0 0 0,0 0 0 0 0,0 0-1 0 0,-1 0 1 0 0,0 0 0 0 0,0 0 0 0 0,0 2 4 0 0,-1-5-5 0 0,0 0 0 0 0,0 0 0 0 0,0 0 0 0 0,0 0 0 0 0,0 0 0 0 0,-1 0 0 0 0,1 0 0 0 0,-1 0 0 0 0,1 0 0 0 0,-1 0 0 0 0,0 0 0 0 0,0 0 0 0 0,0 0 0 0 0,0-1 0 0 0,0 1 0 0 0,0 0 0 0 0,0-1 0 0 0,0 1 0 0 0,-1 0 0 0 0,1-1 0 0 0,-1 0 0 0 0,1 1 0 0 0,-1-1 0 0 0,0 0 0 0 0,1 0 0 0 0,-1 0 0 0 0,0 0 0 0 0,-1 1 5 0 0,-5 2-55 0 0,-1-1-1 0 0,0 1 1 0 0,1-2 0 0 0,-1 1 0 0 0,0-1 0 0 0,-1 0 0 0 0,1-1 0 0 0,0 0-1 0 0,-1-1 1 0 0,1 1 0 0 0,-9-2 55 0 0,10 1-299 0 0,7 0 189 0 0,0 0 1 0 0,0 0-1 0 0,0 0 0 0 0,0-1 0 0 0,0 1 0 0 0,0 0 1 0 0,0 0-1 0 0,0 0 0 0 0,0-1 0 0 0,0 1 0 0 0,0-1 0 0 0,0 1 1 0 0,0-1-1 0 0,0 1 0 0 0,0-1 0 0 0,0 1 0 0 0,1-1 1 0 0,-1 0-1 0 0,0 1 0 0 0,0-1 0 0 0,1 0 0 0 0,-1 0 1 0 0,0 0-1 0 0,1 0 0 0 0,-1 1 0 0 0,1-1 0 0 0,-1 0 1 0 0,1 0-1 0 0,0 0 0 0 0,-1 0 0 0 0,1 0 0 0 0,0 0 1 0 0,-1 0-1 0 0,1-1 110 0 0,-1-24-6940 0 0,1 19 4269 0 0,0 1-3557 0 0</inkml:trace>
  <inkml:trace contextRef="#ctx0" brushRef="#br0" timeOffset="1293.02">1327 362 2633 0 0,'0'0'2971'0'0,"0"0"-168"0"0,0 0-324 0 0,0 0-526 0 0,0 0-606 0 0,0 0-492 0 0,0 0-365 0 0,0 0-272 0 0,0 0-150 0 0,0 0-56 0 0,0 0 40 0 0,0 0 72 0 0,0 4 52 0 0,2 90 387 0 0,31-31-2455 0 0,-20-44-1550 0 0,1-1-3879 0 0,-12-15 3232 0 0</inkml:trace>
  <inkml:trace contextRef="#ctx0" brushRef="#br0" timeOffset="1559.66">1261 69 0 0 0,'0'0'1212'0'0,"0"0"1728"0"0,0 0 70 0 0,0 0-370 0 0,0 0-375 0 0,0 0-385 0 0,0 0-398 0 0,0 0-441 0 0,0 0-374 0 0,0 0-308 0 0,0 0-266 0 0,0 0-246 0 0,0 0-293 0 0,1-14-355 0 0,0 11 351 0 0,2-35 678 0 0,-1 24-1659 0 0,-2 19-3990 0 0,-3 21 3187 0 0,-1-2-3331 0 0,4-19 4249 0 0</inkml:trace>
  <inkml:trace contextRef="#ctx0" brushRef="#br0" timeOffset="2070.73">1442 257 0 0 0,'0'0'2863'0'0,"0"0"171"0"0,0 0-82 0 0,0 0-381 0 0,0 0-585 0 0,0 0-618 0 0,0 0-475 0 0,0 0-330 0 0,0 0-184 0 0,0 0-75 0 0,0 0-24 0 0,0 0-12 0 0,0 0 5 0 0,2 5 4 0 0,16 32 284 0 0,16 13-265 0 0,14 13-363 0 0,-33-49 10 0 0,-11-44 1495 0 0,-2 6-1435 0 0,-2 15 51 0 0,1-1 0 0 0,0 1 0 0 0,1-1-1 0 0,0 1 1 0 0,0-1 0 0 0,1 1 0 0 0,4-8-54 0 0,12 17 136 0 0,26 34-1082 0 0,84 76 553 0 0,-107-91 71 0 0,-20-16 152 0 0,1-1 1 0 0,-1 1 0 0 0,0-1-1 0 0,1 0 1 0 0,0 1 0 0 0,-1-1-1 0 0,1-1 1 0 0,0 1 0 0 0,0 0-1 0 0,0-1 1 0 0,0 1 0 0 0,0-1-1 0 0,1 0 1 0 0,-1 0 0 0 0,0 0-1 0 0,1-1 1 0 0,-1 1 0 0 0,2-1 169 0 0,-3-5-4857 0 0,-2-10 1903 0 0,0 11 1533 0 0,0-18-3136 0 0,0 15 2357 0 0</inkml:trace>
  <inkml:trace contextRef="#ctx0" brushRef="#br0" timeOffset="2716.43">1991 261 0 0 0,'0'0'2545'0'0,"0"0"-60"0"0,0 0-300 0 0,0 0-405 0 0,0 0-423 0 0,0 0-273 0 0,0 0-147 0 0,0 0-82 0 0,0 0-49 0 0,0 0-53 0 0,0 0-47 0 0,0 0-42 0 0,-6-19-44 0 0,-17-59-68 0 0,8 51 99 0 0,12 25-514 0 0,1 2-122 0 0,1 0 0 0 0,-1-1 0 0 0,1 1 0 0 0,-1 0 0 0 0,1 0 0 0 0,-1 0 0 0 0,1 0 0 0 0,-1 1 0 0 0,1-1 0 0 0,-1 0 0 0 0,1 1 0 0 0,0-1 0 0 0,-1 1 0 0 0,1-1 0 0 0,0 1 0 0 0,-1-1 0 0 0,1 1 0 0 0,0 0 0 0 0,0 0 0 0 0,-1 0 0 0 0,1 0 0 0 0,0 0 0 0 0,0 0 0 0 0,0 0 0 0 0,0 0 0 0 0,0 0 0 0 0,0 0 0 0 0,1 1 0 0 0,-1-1 0 0 0,0 0 0 0 0,1 1 0 0 0,-1-1 0 0 0,1 0 0 0 0,-1 1 0 0 0,1-1 0 0 0,0 1 0 0 0,-1-1 0 0 0,1 1 0 0 0,0-1 0 0 0,0 0 0 0 0,0 1 0 0 0,0-1 0 0 0,0 2-15 0 0,-3 7 179 0 0,0-2-67 0 0,1 1 0 0 0,0 0-1 0 0,1 1 1 0 0,-1-1-1 0 0,2 0 1 0 0,-1 0-1 0 0,1 1 1 0 0,1-1 0 0 0,1 7-112 0 0,0-7 56 0 0,0-1 1 0 0,1 0 0 0 0,0 0 0 0 0,0 0-1 0 0,0-1 1 0 0,1 1 0 0 0,1-1 0 0 0,-1 0-1 0 0,4 4-56 0 0,-6-8 27 0 0,1 0 1 0 0,-1 0-1 0 0,1 0 0 0 0,0 0 0 0 0,0 0 0 0 0,0-1 0 0 0,1 1 0 0 0,-1-1 0 0 0,0 0 0 0 0,1 0 0 0 0,0 0 0 0 0,-1 0 0 0 0,1-1 0 0 0,0 0 1 0 0,0 1-1 0 0,0-1 0 0 0,0-1 0 0 0,0 1 0 0 0,0-1 0 0 0,0 1 0 0 0,0-1 0 0 0,0 0 0 0 0,2-1-27 0 0,-4 1-6 0 0,-1-1-1 0 0,1 0 0 0 0,0 0 1 0 0,0-1-1 0 0,-1 1 1 0 0,1 0-1 0 0,-1 0 0 0 0,1-1 1 0 0,-1 1-1 0 0,0-1 1 0 0,1 0-1 0 0,-1 1 1 0 0,0-1-1 0 0,0 0 0 0 0,0 1 1 0 0,0-1-1 0 0,0 0 1 0 0,0-2 6 0 0,3-3-37 0 0,21-62-135 0 0,-24 69 142 0 0,-1 0-1 0 0,0 0 0 0 0,0 0 0 0 0,0 0 0 0 0,1 1 1 0 0,-1-1-1 0 0,0 0 0 0 0,0 0 0 0 0,0 0 0 0 0,1 0 1 0 0,-1 0-1 0 0,0 0 0 0 0,0 0 0 0 0,1 0 0 0 0,-1 0 0 0 0,0 0 1 0 0,0 0-1 0 0,1 0 0 0 0,-1 0 0 0 0,0 0 0 0 0,0 0 1 0 0,1 0-1 0 0,-1 0 0 0 0,0 0 0 0 0,0 0 0 0 0,0 0 1 0 0,1 0-1 0 0,-1-1 0 0 0,0 1 0 0 0,0 0 0 0 0,0 0 0 0 0,1 0 1 0 0,-1 0-1 0 0,0 0 0 0 0,0-1 0 0 0,0 1 0 0 0,0 0 1 0 0,1 0-1 0 0,-1 0 0 0 0,0 0 0 0 0,0-1 0 0 0,0 1 1 0 0,0 0-1 0 0,0 0 0 0 0,0-1 0 0 0,0 1 0 0 0,1 0 0 0 0,-1 0 31 0 0,3 50-70 0 0,2 0 0 0 0,3 0-1 0 0,2 0 1 0 0,10 25 70 0 0,-7-22-59 0 0,5 20-9 0 0,-5-30-31 0 0,-3 1 0 0 0,-2 0 0 0 0,-1 0 0 0 0,0 39 99 0 0,-7-81-21 0 0,0 0-1 0 0,-1 1 0 0 0,1-1 1 0 0,-1 1-1 0 0,0-1 0 0 0,0 0 1 0 0,0 0-1 0 0,0 1 0 0 0,0-1 1 0 0,0 0-1 0 0,0 0 0 0 0,-1 0 1 0 0,1 0-1 0 0,-1 0 0 0 0,1 0 1 0 0,-1-1-1 0 0,0 1 0 0 0,0 0 1 0 0,0-1-1 0 0,0 1 0 0 0,0-1 1 0 0,0 0-1 0 0,0 0 0 0 0,0 0 1 0 0,0 0-1 0 0,-1 0 0 0 0,1 0 1 0 0,0-1-1 0 0,-1 1 0 0 0,1-1 1 0 0,-1 1-1 0 0,1-1 0 0 0,-1 0 1 0 0,1 0-1 0 0,0 0 0 0 0,-1 0 1 0 0,-1-1 21 0 0,-4 1 21 0 0,0 0 1 0 0,0-1 0 0 0,0 0-1 0 0,-1 0 1 0 0,1-1 0 0 0,0 0-1 0 0,1 0 1 0 0,-1-1 0 0 0,0 0-1 0 0,1 0 1 0 0,-1-1 0 0 0,1 0-1 0 0,0 0 1 0 0,1-1 0 0 0,-1 0-1 0 0,1 0 1 0 0,-4-4-22 0 0,4 4 44 0 0,0 1 0 0 0,0-1 0 0 0,1-1 0 0 0,-1 1 1 0 0,1-1-1 0 0,1 1 0 0 0,-1-1 0 0 0,1-1 0 0 0,0 1 0 0 0,1 0 0 0 0,-1-1 1 0 0,1 0-1 0 0,0 0 0 0 0,1 0 0 0 0,0 0 0 0 0,0 0 0 0 0,1-1 1 0 0,-1 1-1 0 0,1-5-44 0 0,1 8 0 0 0,0 0-1 0 0,0 1 1 0 0,0-1 0 0 0,0 0 0 0 0,1 1 0 0 0,-1-1-1 0 0,1 1 1 0 0,0-1 0 0 0,0 1 0 0 0,0-1 0 0 0,1 1-1 0 0,-1 0 1 0 0,1-1 0 0 0,0 1 0 0 0,0 0 0 0 0,0 0-1 0 0,0 0 1 0 0,0 0 0 0 0,1 1 0 0 0,1-2 0 0 0,1-1-396 0 0,0 1 0 0 0,1 0 0 0 0,0 0 0 0 0,0 1 0 0 0,0-1 0 0 0,0 1 1 0 0,0 1-1 0 0,0-1 0 0 0,1 1 0 0 0,-1 0 0 0 0,1 1 0 0 0,2-1 396 0 0,51 0-10175 0 0,-52 4 6230 0 0</inkml:trace>
  <inkml:trace contextRef="#ctx0" brushRef="#br0" timeOffset="3076.99">2004 226 0 0 0,'0'0'0'0'0,"0"0"0"0"0,0 0 760 0 0,0 0 408 0 0,0 0-319 0 0,0 0-353 0 0,0 0-168 0 0,0 0-176 0 0,0 0-192 0 0,0 0-320 0 0,0 0-248 0 0,0 0-89 0 0,0 0-111 0 0,0 0 72 0 0,47 11 232 0 0,-43-4 504 0 0</inkml:trace>
  <inkml:trace contextRef="#ctx0" brushRef="#br0" timeOffset="4296.95">2018 736 0 0 0,'0'0'904'0'0,"0"0"168"0"0,0 0-74 0 0,0 0-149 0 0,0 0-100 0 0,0 0-56 0 0,0 0-75 0 0,11-6-50 0 0,35-19-52 0 0,34 0 2272 0 0,46-12-863 0 0,-64 26-2110 0 0,-22 9-2908 0 0,-33 8-2968 0 0,-6-3 3720 0 0</inkml:trace>
</inkml:ink>
</file>

<file path=ppt/ink/ink2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2T02:10:40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33 338 0 0 0,'0'0'764'0'0,"0"0"1406"0"0,0 0-19 0 0,0 0-347 0 0,0 0-194 0 0,0 0-200 0 0,0 0-147 0 0,0 0-122 0 0,0 0-76 0 0,0 0-91 0 0,0-4-76 0 0,-1-1-1243 0 0,-2-5 2552 0 0,2 26-282 0 0,1-2-1747 0 0,-1-7-92 0 0,1 0 0 0 0,0 0 0 0 0,0 0 1 0 0,1-1-1 0 0,0 1 0 0 0,0 0 0 0 0,1 0 1 0 0,0-1-1 0 0,2 6-86 0 0,48 92 504 0 0,-30-60-833 0 0,-20-69-13612 0 0,-4 19 7716 0 0</inkml:trace>
  <inkml:trace contextRef="#ctx0" brushRef="#br0" timeOffset="266.75">48 75 0 0 0,'0'0'2933'0'0,"0"0"-488"0"0,0 0-224 0 0,0 0-107 0 0,0 0-102 0 0,0 0-271 0 0,0 0-453 0 0,0 0-465 0 0,0 0-362 0 0,0 0-274 0 0,0 0-209 0 0,0 0-176 0 0,0 0-278 0 0,-5-9-355 0 0,-16-25-239 0 0,21 35 1030 0 0,0-1-1 0 0,1 0 0 0 0,-1 0 0 0 0,0 1 1 0 0,0-1-1 0 0,0 0 0 0 0,0 1 1 0 0,0-1-1 0 0,0 0 0 0 0,0 0 0 0 0,0 1 1 0 0,0-1-1 0 0,0 0 0 0 0,0 0 1 0 0,0 1-1 0 0,0-1 0 0 0,0 0 0 0 0,0 1 1 0 0,0-1-1 0 0,-1 0 0 0 0,1 0 1 0 0,0 1-1 0 0,0-1 0 0 0,0 0 0 0 0,0 0 1 0 0,0 0-1 0 0,-1 1 0 0 0,1-1 1 0 0,0 0-1 0 0,0 0 0 0 0,0 0 1 0 0,-1 1-1 0 0,1-1 0 0 0,0 0 0 0 0,0 0 1 0 0,-1 0-1 0 0,1 0 0 0 0,0 0 1 0 0,0 0-1 0 0,-1 1 0 0 0,1-1 0 0 0,0 0 1 0 0,0 0-1 0 0,-1 0 0 0 0,1 0 1 0 0,0 0-1 0 0,0 0 0 0 0,-1 0 0 0 0,1 0 1 0 0,0 0-1 0 0,-1 0 0 0 0,1 0 1 0 0,0-1-1 0 0,0 1 0 0 0,-1 0 0 0 0,1 0 1 0 0,0 0-1 0 0,0 0 0 0 0,-1 0 1 0 0,1 0-1 0 0,0 0 0 0 0,0-1 0 0 0,0 1 1 0 0,-1 0-1 0 0,1 0 0 0 0,0 0 1 0 0,0-1-1 0 0,0 1 41 0 0,-1 2-354 0 0,-9 26-5916 0 0,10-22 2034 0 0</inkml:trace>
  <inkml:trace contextRef="#ctx0" brushRef="#br0" timeOffset="835.8">224 426 0 0 0,'0'0'1491'0'0,"0"0"615"0"0,0 0 376 0 0,0 0 10 0 0,0 0-241 0 0,0 0-452 0 0,0 0-458 0 0,0 0-374 0 0,0 0-226 0 0,0 0-141 0 0,0 0-120 0 0,0 0-92 0 0,-1 2-97 0 0,0 22-3 0 0,13-1-104 0 0,7 1-52 0 0,28 25-181 0 0,-43-91 1228 0 0,0-64-722 0 0,-3 106-444 0 0,0-1 1 0 0,0 0-1 0 0,0 1 0 0 0,0-1 0 0 0,0 1 1 0 0,1-1-1 0 0,-1 1 0 0 0,0 0 0 0 0,0 0 0 0 0,0-1 1 0 0,1 1-1 0 0,-1 0 0 0 0,0 0 0 0 0,0 0 1 0 0,1 0-1 0 0,-1 0 0 0 0,0 0 0 0 0,0 1 1 0 0,0-1-1 0 0,1 0 0 0 0,-1 0 0 0 0,0 1 0 0 0,0-1 1 0 0,0 1-1 0 0,1 0-13 0 0,12 6-57 0 0,0 2-1 0 0,0 0 1 0 0,-1 0 0 0 0,0 1 0 0 0,-1 0-1 0 0,0 2 1 0 0,1 1 57 0 0,22 19-66 0 0,72 70-458 0 0,-103-99 141 0 0,3 1-148 0 0,-5 0-7141 0 0,-3-4 4257 0 0,-2 0-3544 0 0</inkml:trace>
  <inkml:trace contextRef="#ctx0" brushRef="#br0" timeOffset="1972.3">957 378 0 0 0,'0'0'1546'0'0,"0"0"593"0"0,0 0 184 0 0,0 0-49 0 0,0 0-152 0 0,0 0-267 0 0,0 0-344 0 0,0 0-398 0 0,0 0-297 0 0,0 0-197 0 0,0 0-135 0 0,0 0-101 0 0,0 0-76 0 0,-9-7-82 0 0,-26-25-52 0 0,15 23 18 0 0,17 10-156 0 0,-3 1 2 0 0,0 0 0 0 0,1 0 0 0 0,-1 0 0 0 0,1 1 1 0 0,-1 0-1 0 0,1 0 0 0 0,0 0 0 0 0,0 1 0 0 0,0-1 0 0 0,1 1 0 0 0,-1 0 1 0 0,1 1-1 0 0,0-1 0 0 0,0 1 0 0 0,-2 3-37 0 0,2-3 23 0 0,0-1 7 0 0,1-1 0 0 0,0 1 0 0 0,0 0 0 0 0,1 0 1 0 0,-1 0-1 0 0,1 0 0 0 0,0 0 0 0 0,0 0 0 0 0,0 1 0 0 0,0-1 0 0 0,1 0 0 0 0,0 1 0 0 0,0 0 1 0 0,0-1-1 0 0,1 1 0 0 0,-1 0 0 0 0,1-1 0 0 0,0 1 0 0 0,1 2-30 0 0,0-4 55 0 0,1 0-1 0 0,0-1 1 0 0,1 1-1 0 0,-1 0 1 0 0,0-1-1 0 0,1 1 1 0 0,-1-1-1 0 0,1 0 1 0 0,0 0-1 0 0,0 0 1 0 0,0 0-1 0 0,0 0 1 0 0,0-1-1 0 0,0 0 1 0 0,0 1-1 0 0,2-1-54 0 0,7 3 5 0 0,1-1 1 0 0,-1 0-1 0 0,0-1 0 0 0,1-1 0 0 0,-1 0 0 0 0,1-1 0 0 0,-1 0 1 0 0,6-1-6 0 0,-14-1-23 0 0,0 1 0 0 0,0-1 1 0 0,-1-1-1 0 0,1 1 1 0 0,-1 0-1 0 0,0-1 1 0 0,1 1-1 0 0,-1-1 0 0 0,0 0 1 0 0,0 0-1 0 0,-1-1 1 0 0,1 1-1 0 0,-1 0 1 0 0,0-1-1 0 0,1 0 0 0 0,-2 1 1 0 0,1-1-1 0 0,0 0 1 0 0,-1 0-1 0 0,1 0 1 0 0,-1 0-1 0 0,-1 0 0 0 0,1 0 1 0 0,0 0-1 0 0,-1 0 1 0 0,0-1-1 0 0,0 1 1 0 0,0-3 22 0 0,1-8-50 0 0,-1-1 0 0 0,-1 0 1 0 0,0 0-1 0 0,-1 0 0 0 0,-1 1 1 0 0,0-1-1 0 0,-1 1 0 0 0,-1 0 1 0 0,-6-14 49 0 0,-86-160 185 0 0,61 116 106 0 0,34 127-1982 0 0,2-38 1800 0 0,1 0 1 0 0,0 0 0 0 0,2 0-1 0 0,0 0 1 0 0,1 0-1 0 0,2 4-109 0 0,32 84 471 0 0,40 28 112 0 0,-32-79-292 0 0,-42-49-246 0 0,0 1 0 0 0,0-1 0 0 0,0 0 0 0 0,1 0 1 0 0,0 0-1 0 0,0-1 0 0 0,0 0 0 0 0,0 0 0 0 0,0 0 0 0 0,1 0 1 0 0,-1-1-1 0 0,1 0 0 0 0,-1 0 0 0 0,1 0 0 0 0,0-1 1 0 0,0 0-1 0 0,3 0-45 0 0,0-3-1 0 0,-1 0 1 0 0,0-1-1 0 0,1 0 1 0 0,-1 0-1 0 0,-1-1 1 0 0,1 0-1 0 0,0 0 1 0 0,-1-1-1 0 0,0 0 1 0 0,0 0-1 0 0,-1-1 1 0 0,1 0-1 0 0,-1 0 1 0 0,0 0-1 0 0,-1-1 1 0 0,0 0 0 0 0,0 0-1 0 0,0 0 1 0 0,-1-1-1 0 0,0 1 1 0 0,0-1-1 0 0,1-5 1 0 0,-2 4-17 0 0,-1 1 0 0 0,0-1 0 0 0,0 0 0 0 0,0 0 0 0 0,-1 0 0 0 0,-1 0 0 0 0,0-1 0 0 0,0-2 17 0 0,-1 11-37 0 0,-1-1 0 0 0,1 1 0 0 0,0-1-1 0 0,-1 1 1 0 0,1 0 0 0 0,-1-1 0 0 0,1 1 0 0 0,-1 0 0 0 0,0 0-1 0 0,0 0 1 0 0,1 1 0 0 0,-1-1 0 0 0,0 0 0 0 0,0 0 0 0 0,0 1 0 0 0,0-1-1 0 0,0 1 1 0 0,0 0 0 0 0,0 0 0 0 0,0 0 0 0 0,0 0 0 0 0,0 0 37 0 0,-60 7-469 0 0,60-7 461 0 0,0 1-1 0 0,-1 0 1 0 0,1-1 0 0 0,0 1-1 0 0,0 0 1 0 0,0 0 0 0 0,0 0 0 0 0,0 1-1 0 0,1-1 1 0 0,-1 0 0 0 0,0 1-1 0 0,1-1 1 0 0,-1 1 0 0 0,0 0 0 0 0,1-1-1 0 0,0 1 1 0 0,-1 0 0 0 0,1 0-1 0 0,0 0 1 0 0,0 0 0 0 0,0 0 0 0 0,0 0-1 0 0,1 0 1 0 0,-1 0 0 0 0,0 0-1 0 0,0 2 9 0 0,1-1 58 0 0,-1 0 0 0 0,1-1-1 0 0,0 1 1 0 0,0 0 0 0 0,0 0-1 0 0,0-1 1 0 0,0 1-1 0 0,1 0 1 0 0,-1 0 0 0 0,1-1-1 0 0,0 1 1 0 0,0 0-1 0 0,0-1 1 0 0,0 1 0 0 0,0-1-1 0 0,0 1 1 0 0,1-1 0 0 0,-1 0-1 0 0,1 1 1 0 0,0-1-1 0 0,-1 0 1 0 0,1 0 0 0 0,0 0-1 0 0,2 1-57 0 0,15 12 66 0 0,0-2-1 0 0,0 0 0 0 0,1-1 0 0 0,1-1 0 0 0,0-1 0 0 0,1-1 1 0 0,-1-1-1 0 0,14 3-65 0 0,19-2-2086 0 0,-36-8-1670 0 0,0-1-3885 0 0,-15 0 210 0 0</inkml:trace>
  <inkml:trace contextRef="#ctx0" brushRef="#br0" timeOffset="2432.96">1566 274 2208 0 0,'0'0'3913'0'0,"0"0"-799"0"0,0 0-493 0 0,0 0-377 0 0,0 0-457 0 0,0 0-473 0 0,0 0-359 0 0,0 0-248 0 0,0 0-181 0 0,0 0-141 0 0,0 0-137 0 0,0 0-127 0 0,7 6-81 0 0,101 84 17 0 0,55 35-146 0 0,-87-81-705 0 0,-65-47-1720 0 0,-10-9-4940 0 0,-1 8 3714 0 0,0 0-1909 0 0</inkml:trace>
  <inkml:trace contextRef="#ctx0" brushRef="#br0" timeOffset="2744.88">1873 307 144 0 0,'0'0'3761'0'0,"0"0"-771"0"0,0 0-470 0 0,0 0-220 0 0,0 0-284 0 0,0 0-382 0 0,0 0-439 0 0,0 0-359 0 0,0 0-244 0 0,0 0-145 0 0,0 0-71 0 0,0 0-52 0 0,0 0-38 0 0,-8 0-35 0 0,-23 1-27 0 0,12 13 167 0 0,-22 50 217 0 0,-21 40-499 0 0,29-51-1696 0 0,16-31-1037 0 0,4-10-3312 0 0,9-8-1256 0 0</inkml:trace>
</inkml:ink>
</file>

<file path=ppt/ink/ink2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2T02:10:45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361 90 0 0 0,'0'0'579'0'0,"0"0"1021"0"0,0 0 34 0 0,0 0-279 0 0,0 0-170 0 0,0 0-100 0 0,0 0-75 0 0,0 0-57 0 0,0 0-58 0 0,0 0-63 0 0,0 0-64 0 0,0 0-79 0 0,-32-14-130 0 0,-98-44-119 0 0,81 42 108 0 0,44 15-461 0 0,-1 1 0 0 0,1-1 0 0 0,0 1-1 0 0,-1 0 1 0 0,1 0 0 0 0,-1 1 0 0 0,1 0 0 0 0,0 0-1 0 0,-1 0 1 0 0,1 1 0 0 0,0-1 0 0 0,0 1-1 0 0,0 0 1 0 0,0 1 0 0 0,0-1 0 0 0,-2 3-87 0 0,-31 24 654 0 0,22 6 67 0 0,12 3 293 0 0,33 6-21 0 0,87 60-839 0 0,-22-18-403 0 0,-78-70 165 0 0,-12-13 49 0 0,0 0 1 0 0,-1 0-1 0 0,1 1 1 0 0,-1-1-1 0 0,0 1 1 0 0,1 0-1 0 0,-2 0 1 0 0,1 1-1 0 0,0-1 1 0 0,-1 0-1 0 0,0 1 1 0 0,0 0-1 0 0,0-1 1 0 0,-1 1-1 0 0,1 0 1 0 0,-1 0-1 0 0,-1 0 1 0 0,1 1 34 0 0,-1-5 0 0 0,0-1-1 0 0,1 1 1 0 0,-1 0 0 0 0,0-1 0 0 0,0 1 0 0 0,-1-1 0 0 0,1 1 0 0 0,0 0 0 0 0,0-1 0 0 0,0 1 0 0 0,0 0 0 0 0,0-1 0 0 0,-1 1 0 0 0,1-1 0 0 0,0 1 0 0 0,-1-1 0 0 0,1 1 0 0 0,0 0 0 0 0,-1-1 0 0 0,1 1 0 0 0,-1-1 0 0 0,1 0 0 0 0,0 1 0 0 0,-1-1 0 0 0,1 1 0 0 0,-1-1 0 0 0,0 0 0 0 0,1 1 0 0 0,-1-1 0 0 0,1 0 0 0 0,-1 1 0 0 0,1-1 0 0 0,-1 0 0 0 0,0 0 0 0 0,1 0 0 0 0,-1 0 0 0 0,0 0-1 0 0,1 1 1 0 0,-1-1 0 0 0,0 0 0 0 0,1-1 0 0 0,-1 1 0 0 0,1 0 0 0 0,-5 1 52 0 0,-6 0-53 0 0,-1 0-1 0 0,0-1 0 0 0,1 0 0 0 0,-1-1 1 0 0,1 0-1 0 0,-1-1 0 0 0,1 0 1 0 0,-1-1-1 0 0,1 0 0 0 0,0-1 1 0 0,0 0-1 0 0,-9-6 2 0 0,-16-3-1948 0 0,11 5-1883 0 0,8 2-4391 0 0,14 5 4090 0 0</inkml:trace>
  <inkml:trace contextRef="#ctx0" brushRef="#br0" timeOffset="770.05">407 489 0 0 0,'0'0'2609'0'0,"0"0"-141"0"0,0 0-237 0 0,0 0-253 0 0,0 0-320 0 0,0 0-251 0 0,0 0-158 0 0,0 0-170 0 0,0 0-95 0 0,0 0-91 0 0,0 0-157 0 0,0 0-119 0 0,8-14-115 0 0,27-41-69 0 0,-18 18 522 0 0,19-31-50 0 0,-17 31-775 0 0,-16 32-117 0 0,0-1-1 0 0,0 0 1 0 0,-1 0 0 0 0,1 0 0 0 0,-1 0 0 0 0,-1-1 0 0 0,1 1 0 0 0,-1 0-1 0 0,0-1 1 0 0,-1 1 0 0 0,1-7-13 0 0,-3 11-13 0 0,1-1 0 0 0,-1 1 0 0 0,1-1 0 0 0,-1 1 0 0 0,0-1 0 0 0,0 1 0 0 0,0 0 0 0 0,0 0 0 0 0,0 0 0 0 0,-1 0 0 0 0,1 1 0 0 0,-1-1 0 0 0,1 0 0 0 0,-1 1 0 0 0,1 0 0 0 0,-1 0 0 0 0,0 0 0 0 0,0 0 0 0 0,0 0 0 0 0,0 0 13 0 0,-77-6-95 0 0,25 16 166 0 0,44-7-6 0 0,11-2-67 0 0,0 0 12 0 0,0 2 8 0 0,0-2 2 0 0,-2 13 217 0 0,2-4-76 0 0,-1-4-81 0 0,1-1 0 0 0,0 0-1 0 0,0 0 1 0 0,0 0 0 0 0,1 0 0 0 0,0 0 0 0 0,-1 0-1 0 0,1 0 1 0 0,0 0 0 0 0,1 0 0 0 0,-1 0-1 0 0,1 0 1 0 0,0 0 0 0 0,0-1 0 0 0,0 1-80 0 0,46 47 845 0 0,-30-36-809 0 0,0-2 0 0 0,1 0 0 0 0,0-1 0 0 0,1-1 0 0 0,1-1 0 0 0,-1 0 0 0 0,1-2 0 0 0,1 0 0 0 0,0-2 0 0 0,0 0 0 0 0,1-1-36 0 0,42-3-1352 0 0,-62-3 1059 0 0,-1 0-1 0 0,0 1 1 0 0,0-1-1 0 0,0 0 1 0 0,0 0-1 0 0,-1 0 1 0 0,1 0-1 0 0,0 0 1 0 0,0 0-1 0 0,-1-1 1 0 0,1 1-1 0 0,0-1 1 0 0,-1 1-1 0 0,1-1 1 0 0,-1 1-1 0 0,0-1 1 0 0,0 0-1 0 0,0 0 1 0 0,1 0-1 0 0,-1-1 294 0 0,9-24-11947 0 0,-10 21 7478 0 0</inkml:trace>
  <inkml:trace contextRef="#ctx0" brushRef="#br0" timeOffset="1352.05">1028 220 0 0 0,'0'0'2096'0'0,"0"0"65"0"0,0 0-145 0 0,0 0-229 0 0,0 0-208 0 0,0 0-136 0 0,0 0-125 0 0,0 0-86 0 0,0 0-113 0 0,0 0-152 0 0,0 0-136 0 0,0 0-131 0 0,-16-21-111 0 0,-54-63-87 0 0,70 83-479 0 0,-1-1 1 0 0,0 1-1 0 0,1-1 1 0 0,-1 1-1 0 0,0-1 1 0 0,0 1-1 0 0,0 0 1 0 0,0-1-1 0 0,0 1 1 0 0,-1 0-1 0 0,1 0 1 0 0,0 0-1 0 0,0 0 1 0 0,-1 0-1 0 0,1 0 1 0 0,-1 0 0 0 0,1 0-1 0 0,-1 1 1 0 0,1-1-1 0 0,-1 0 1 0 0,1 1-1 0 0,-1-1 1 0 0,0 1-1 0 0,1 0 1 0 0,-1 0-1 0 0,-1-1-23 0 0,-2 2 117 0 0,-5-1 87 0 0,8-1-168 0 0,0 1 0 0 0,0 0-1 0 0,0 0 1 0 0,0 0 0 0 0,0 0-1 0 0,0 0 1 0 0,0 0 0 0 0,0 0 0 0 0,1 1-1 0 0,-1-1 1 0 0,0 1 0 0 0,0-1-1 0 0,0 1 1 0 0,0 0 0 0 0,0 0-1 0 0,1 0 1 0 0,-1 0 0 0 0,0 0 0 0 0,1 0-1 0 0,-1 0 1 0 0,1 0 0 0 0,-2 2-36 0 0,-9 12 164 0 0,8-11-108 0 0,1 0 0 0 0,-1 1 0 0 0,1-1 0 0 0,0 1 0 0 0,0 0 0 0 0,0-1 0 0 0,1 1 0 0 0,-1 1 0 0 0,1-1 0 0 0,1 0 0 0 0,-1 0 0 0 0,1 1 0 0 0,0-1 0 0 0,0 1 0 0 0,0-1 0 0 0,1 1-56 0 0,0-4 15 0 0,-1 2 40 0 0,1-1-1 0 0,0 1 1 0 0,0 0-1 0 0,0 0 1 0 0,0 0-1 0 0,1 0 0 0 0,0 0 1 0 0,0 0-1 0 0,0-1 1 0 0,0 1-1 0 0,0 0 1 0 0,1-1-1 0 0,0 1 1 0 0,-1-1-1 0 0,1 1 1 0 0,0-1-1 0 0,2 2-54 0 0,0-1 53 0 0,-1 0-1 0 0,1 0 0 0 0,0 0 1 0 0,0 0-1 0 0,0-1 0 0 0,1 0 0 0 0,-1 1 1 0 0,1-2-1 0 0,0 1 0 0 0,0-1 1 0 0,0 1-1 0 0,0-1 0 0 0,0-1 0 0 0,0 1 1 0 0,1-1-1 0 0,-1 0 0 0 0,1 0 1 0 0,-1 0-1 0 0,3-1-52 0 0,-3-1 26 0 0,0 0 1 0 0,-1-1-1 0 0,1 0 1 0 0,0 0-1 0 0,-1 0 1 0 0,1-1-1 0 0,-1 0 0 0 0,1 1 1 0 0,-1-2-1 0 0,0 1 1 0 0,0 0-1 0 0,-1-1 1 0 0,1 1-1 0 0,-1-1 0 0 0,0 0 1 0 0,0-1-1 0 0,0 1 1 0 0,0 0-1 0 0,-1-1 1 0 0,1 1-1 0 0,-1-1 0 0 0,1-3-26 0 0,3 18-1291 0 0,-3 28 1280 0 0,2-1 0 0 0,2 1-1 0 0,2-1 1 0 0,1-1-1 0 0,10 23 12 0 0,13 31-5 0 0,9 7-17 0 0,-31-73-324 0 0,-8-21-1681 0 0,-4-14-4762 0 0,-1 4 3209 0 0,0 2-1628 0 0,-1-1 899 0 0</inkml:trace>
  <inkml:trace contextRef="#ctx0" brushRef="#br0" timeOffset="1937.45">1153 262 0 0 0,'0'0'2605'0'0,"0"0"198"0"0,0 0-24 0 0,0 0-213 0 0,0 0-288 0 0,0 0-328 0 0,0 0-418 0 0,0 0-460 0 0,0 0-356 0 0,0 0-238 0 0,0 0-165 0 0,0 0-137 0 0,0-2-116 0 0,1-3-173 0 0,1 11-54 0 0,3 8 191 0 0,48 66 372 0 0,17-23-475 0 0,-69-56 92 0 0,1-1 0 0 0,-1 1-1 0 0,1-1 1 0 0,-1 1-1 0 0,1-1 1 0 0,0 0 0 0 0,-1 0-1 0 0,1 1 1 0 0,-1-1 0 0 0,1 0-1 0 0,-1 0 1 0 0,1-1-1 0 0,0 1 1 0 0,-1 0 0 0 0,1 0-1 0 0,-1-1 1 0 0,1 1-1 0 0,-1-1 1 0 0,1 1 0 0 0,-1-1-1 0 0,1 0 1 0 0,-1 0-1 0 0,0 1 1 0 0,1-1 0 0 0,-1 0-1 0 0,0 0 1 0 0,0 0-1 0 0,0-1 1 0 0,1 1 0 0 0,-1 0-1 0 0,-1 0 1 0 0,1-1-1 0 0,0 1 1 0 0,0 0 0 0 0,0-1-1 0 0,-1 1 1 0 0,1-1-1 0 0,0 1 1 0 0,-1-1 0 0 0,1 1-13 0 0,26-99 397 0 0,-27 101-389 0 0,0-1 0 0 0,0 1 0 0 0,0-1-1 0 0,1 0 1 0 0,-1 1 0 0 0,0-1 0 0 0,0 1 0 0 0,0-1 0 0 0,1 0 0 0 0,-1 1-1 0 0,0-1 1 0 0,1 0 0 0 0,-1 1 0 0 0,0-1 0 0 0,1 0 0 0 0,-1 1 0 0 0,0-1-1 0 0,1 0 1 0 0,-1 0 0 0 0,0 1 0 0 0,1-1 0 0 0,-1 0 0 0 0,1 0 0 0 0,-1 0-1 0 0,1 1 1 0 0,-1-1 0 0 0,0 0 0 0 0,1 0 0 0 0,-1 0 0 0 0,1 0 0 0 0,-1 0-1 0 0,1 0 1 0 0,-1 0 0 0 0,1 0 0 0 0,-1 0 0 0 0,1 0 0 0 0,-1 0 0 0 0,0-1-1 0 0,1 1 1 0 0,-1 0 0 0 0,1 0 0 0 0,-1 0 0 0 0,1-1 0 0 0,-1 1-1 0 0,0 0 1 0 0,1 0 0 0 0,-1-1 0 0 0,0 1 0 0 0,1 0 0 0 0,-1-1 0 0 0,0 1-1 0 0,1 0 1 0 0,-1-1 0 0 0,0 1 0 0 0,0 0 0 0 0,1-1 0 0 0,-1 1 0 0 0,0-1-1 0 0,0 1 1 0 0,0 0 0 0 0,0-1 0 0 0,1 1 0 0 0,-1-1 0 0 0,0 1 0 0 0,0-1-1 0 0,0 1 1 0 0,0-1 0 0 0,0 1-8 0 0,4 4-147 0 0,24 24 110 0 0,2 0 1 0 0,0-3-1 0 0,29 19 37 0 0,24 6-1223 0 0,-78-48 299 0 0,-2-6-10485 0 0,-3 2 4397 0 0</inkml:trace>
  <inkml:trace contextRef="#ctx0" brushRef="#br0" timeOffset="3256.09">1769 333 1088 0 0,'0'0'2321'0'0,"0"0"-155"0"0,0 0-183 0 0,0 0-247 0 0,0 0-262 0 0,0 0-250 0 0,0 0-189 0 0,0 0-90 0 0,0 0-122 0 0,0 0-120 0 0,0 0-56 0 0,0 0-110 0 0,0 0-34 0 0,11-2-26 0 0,37-9-58 0 0,-47 11-377 0 0,0 0-1 0 0,0 0 1 0 0,1-1 0 0 0,-1 1-1 0 0,0 0 1 0 0,0-1-1 0 0,0 1 1 0 0,0-1 0 0 0,1 1-1 0 0,-1-1 1 0 0,0 1-1 0 0,0-1 1 0 0,0 0 0 0 0,0 0-1 0 0,0 1 1 0 0,-1-1-1 0 0,1 0 1 0 0,0 0 0 0 0,0 0-1 0 0,0 0 1 0 0,-1 0-1 0 0,1 0 1 0 0,-1 0 0 0 0,1 0-1 0 0,-1-1 1 0 0,1 1-1 0 0,-1 0 1 0 0,1 0 0 0 0,-1 0-1 0 0,0-1-41 0 0,3-6 254 0 0,3-50 261 0 0,-7 41-453 0 0,0 6-43 0 0,-1 1 1 0 0,0 0-1 0 0,-1 1 0 0 0,0-1 0 0 0,0 0 0 0 0,-1 1 0 0 0,0 0 0 0 0,-1-1 0 0 0,0 2 1 0 0,-1-1-1 0 0,0 1 0 0 0,-2-4-19 0 0,2 3 57 0 0,4 7-53 0 0,1 0 0 0 0,-1 0 0 0 0,1 0 1 0 0,-1 1-1 0 0,0-1 0 0 0,0 0 0 0 0,0 1 0 0 0,1-1 0 0 0,-2 1 1 0 0,1-1-1 0 0,0 1 0 0 0,0 0 0 0 0,0 0 0 0 0,-1 0 0 0 0,1 0 0 0 0,0 1 1 0 0,-1-1-1 0 0,1 0 0 0 0,-1 1 0 0 0,1 0 0 0 0,-1 0 0 0 0,1-1 0 0 0,0 2 1 0 0,-1-1-1 0 0,1 0 0 0 0,-1 0 0 0 0,-1 1-4 0 0,-46 35 172 0 0,38-3 105 0 0,8 16 744 0 0,5-44-940 0 0,0 0-1 0 0,0 0 1 0 0,1-1 0 0 0,0 1 0 0 0,0-1 0 0 0,0 1 0 0 0,0-1 0 0 0,1 1-1 0 0,0-1 1 0 0,0 0 0 0 0,0 0 0 0 0,0-1 0 0 0,1 1 0 0 0,-1-1 0 0 0,2 1-81 0 0,3 5 100 0 0,84 57 255 0 0,-81-59-341 0 0,0 0 1 0 0,1 0-1 0 0,0-1 0 0 0,0 0 1 0 0,0-1-1 0 0,0-1 0 0 0,1 0 0 0 0,0 0 1 0 0,0-1-1 0 0,0-1 0 0 0,0 0 1 0 0,0-1-1 0 0,1-1 0 0 0,4 0-14 0 0,-15-1-2 0 0,0-1-1 0 0,0 0 1 0 0,0 0-1 0 0,0 0 1 0 0,-1 0-1 0 0,1 0 1 0 0,-1-1-1 0 0,1 1 1 0 0,-1-1-1 0 0,0 1 1 0 0,0-1 0 0 0,0 0-1 0 0,0 0 1 0 0,0 0-1 0 0,-1 0 1 0 0,1 0-1 0 0,-1-1 1 0 0,0 1-1 0 0,0 0 1 0 0,0-1-1 0 0,-1 1 1 0 0,1 0-1 0 0,-1-1 1 0 0,1 1-1 0 0,-1-1 3 0 0,1-4-13 0 0,4-79-188 0 0,-7 74 256 0 0,2 12-23 0 0,0 1-12 0 0,0 0-31 0 0,0 0-44 0 0,0 0-46 0 0,4 7-414 0 0,7 8 524 0 0,2-1 0 0 0,0 0 0 0 0,0-1-1 0 0,2 0 1 0 0,-1-1 0 0 0,2 0 0 0 0,-1-2 0 0 0,2 0-1 0 0,-1 0 1 0 0,10 3-9 0 0,-22-11 20 0 0,0 0 0 0 0,1 0-1 0 0,-1-1 1 0 0,1 1 0 0 0,-1-1-1 0 0,1 0 1 0 0,0 0 0 0 0,0 0 0 0 0,-1-1-1 0 0,1 0 1 0 0,0 1 0 0 0,0-2-1 0 0,3 1-19 0 0,2-26-188 0 0,-3-39-760 0 0,-7 64 923 0 0,0 1 1 0 0,1-1-1 0 0,-1 1 1 0 0,0 0-1 0 0,1-1 1 0 0,-1 1-1 0 0,0 0 0 0 0,1-1 1 0 0,-1 1-1 0 0,0 0 1 0 0,1-1-1 0 0,-1 1 0 0 0,1 0 1 0 0,-1-1-1 0 0,1 1 1 0 0,-1 0-1 0 0,0 0 0 0 0,1 0 1 0 0,-1 0-1 0 0,1-1 1 0 0,-1 1-1 0 0,1 0 0 0 0,-1 0 1 0 0,1 0-1 0 0,-1 0 1 0 0,1 0-1 0 0,-1 0 1 0 0,1 0-1 0 0,-1 0 0 0 0,1 0 1 0 0,-1 1-1 0 0,1-1 1 0 0,-1 0-1 0 0,1 0 0 0 0,-1 0 1 0 0,1 0-1 0 0,-1 1 1 0 0,0-1-1 0 0,1 0 0 0 0,-1 0 1 0 0,1 1 24 0 0,-1-1-13 0 0,88 51-1241 0 0,-42-26 556 0 0,6 2-1670 0 0,-17-11-3515 0 0,-28-13 1733 0 0,-3-1-2730 0 0</inkml:trace>
  <inkml:trace contextRef="#ctx0" brushRef="#br0" timeOffset="4363.11">2804 127 0 0 0,'0'0'1003'0'0,"0"0"1148"0"0,0 0 69 0 0,0 0-255 0 0,0 0-225 0 0,0 0-163 0 0,0 0-132 0 0,0 0-166 0 0,0 0-184 0 0,0 0-195 0 0,0 0-201 0 0,0 0-165 0 0,0 0-148 0 0,-15-17-74 0 0,-44-47-52 0 0,37 47 159 0 0,20 18-319 0 0,-1-1-68 0 0,0 1-1 0 0,0 0 1 0 0,1 0-1 0 0,-1 0 1 0 0,0 1 0 0 0,1-1-1 0 0,-1 0 1 0 0,1 1-1 0 0,0 0 1 0 0,0-1-1 0 0,-1 1 1 0 0,1 0-1 0 0,0 0 1 0 0,0 1-1 0 0,1-1 1 0 0,-1 0 0 0 0,0 0-1 0 0,1 1 1 0 0,-1-1-1 0 0,1 1 1 0 0,0 0-1 0 0,0 0-31 0 0,0-2 9 0 0,-14 19 116 0 0,-3 13 119 0 0,17-25-328 0 0,0-6 186 0 0,1-1 1 0 0,-1 0-1 0 0,1 1 0 0 0,-1-1 1 0 0,1 1-1 0 0,0-1 0 0 0,0 0 1 0 0,0 1-1 0 0,0-1 0 0 0,0 1 1 0 0,0-1-1 0 0,0 1 0 0 0,0-1 0 0 0,1 0 1 0 0,-1 1-1 0 0,1-1 0 0 0,-1 0 1 0 0,1 1-1 0 0,-1-1 0 0 0,1 0 1 0 0,0 1-1 0 0,-1-1 0 0 0,1 0 1 0 0,1 1-103 0 0,76 71 917 0 0,-55-57-900 0 0,1-1 1 0 0,0-1-1 0 0,2 0 0 0 0,-1-3 1 0 0,2 0-1 0 0,23 6-17 0 0,44-7 98 0 0,-87-12-87 0 0,0 0 0 0 0,-1 0 0 0 0,1-1 0 0 0,-1 0 1 0 0,0 0-1 0 0,0 0 0 0 0,0-1 0 0 0,0 0 0 0 0,0 0 1 0 0,-1 0-1 0 0,0-1 0 0 0,0 0 0 0 0,0 0 1 0 0,0 0-1 0 0,-1 0 0 0 0,0-1 0 0 0,0 0 0 0 0,-1 0 1 0 0,1 0-1 0 0,-1 0 0 0 0,-1 0 0 0 0,2-4-11 0 0,1-2 25 0 0,0-1 1 0 0,-1 1-1 0 0,0-1 0 0 0,-1 0 0 0 0,-1 0 0 0 0,0 0 1 0 0,-1-1-1 0 0,0 1 0 0 0,-1-7-25 0 0,0 16 2 0 0,1 0-2 0 0,-1 0 0 0 0,0 0 0 0 0,0 0 0 0 0,0 0 0 0 0,0 0-1 0 0,-1 0 1 0 0,0 0 0 0 0,0 0 0 0 0,0 1 0 0 0,0-1 0 0 0,0 0 0 0 0,-1 0-1 0 0,1 1 1 0 0,-1-1 0 0 0,0 1 0 0 0,0 0 0 0 0,-2-2 0 0 0,2 4-18 0 0,-1 0-1 0 0,1 0 1 0 0,0 0 0 0 0,-1 0 0 0 0,1 0-1 0 0,-1 1 1 0 0,1-1 0 0 0,-1 1 0 0 0,0 0-1 0 0,1 0 1 0 0,-1 0 0 0 0,1 0-1 0 0,-1 0 1 0 0,1 0 0 0 0,-1 1 0 0 0,1-1-1 0 0,-1 1 1 0 0,1 0 0 0 0,-1-1 0 0 0,1 1-1 0 0,0 1 1 0 0,-1-1 0 0 0,1 0 18 0 0,-5 4-7 0 0,0 0 1 0 0,0 1-1 0 0,1 0 1 0 0,0 0-1 0 0,0 0 1 0 0,0 1 0 0 0,1-1-1 0 0,0 1 1 0 0,0 1-1 0 0,1-1 1 0 0,0 1-1 0 0,1-1 1 0 0,-1 1-1 0 0,0 5 7 0 0,2 38 560 0 0,4-47-495 0 0,1 0 0 0 0,0 0 0 0 0,0 0 0 0 0,0 0 0 0 0,0 0 0 0 0,1-1 0 0 0,0 0 0 0 0,-1 0 0 0 0,1 0 0 0 0,0 0 0 0 0,1 0 0 0 0,1 0-65 0 0,-4-1 23 0 0,27 15 55 0 0,0-2 0 0 0,1-1 0 0 0,1-2 0 0 0,10 3-78 0 0,-36-13 0 0 0,155 38-691 0 0,-121-38 335 0 0,-22-2-2789 0 0,-3 0-5538 0 0,-13 0-1223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D2EA93-8A37-463E-9C3E-75A4CF86FD73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C8C522-127E-4A61-B4A9-C77BBB925D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54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050909-30B4-45E2-9E7E-0EDFCD2413F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1573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A153C-CB9C-FAC4-3DEB-6D819C1A16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79C00B-91C0-2AE1-944C-370C25F9A8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2CB2D8-24BB-31A7-139F-5B348FD79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D3783-7215-442E-AAF4-0ABBE1AD255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0788C8-8F96-BF37-A598-1A5F070C5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0FB1B-2E7E-5422-34E3-16CF382E8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36EAE-50D1-4BFF-A35A-7EEE6A588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314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395B7-220D-8AD7-6112-C62273B6E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F519D-3C8C-7BF3-14F8-0E902EDF4C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C787D5-DAD6-5BAE-57B7-11A54C7C7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D3783-7215-442E-AAF4-0ABBE1AD255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F91622-8CCB-EF41-88F6-534B71D2F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2A2B7C-0CF1-9019-139B-A33DE7B30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36EAE-50D1-4BFF-A35A-7EEE6A588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370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53CC4-65D1-3BA7-5C62-D52F0E8B2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905115-AC09-3D00-A0E6-DD9295D3C0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014F8B-56E8-D114-B002-8399690FA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D3783-7215-442E-AAF4-0ABBE1AD255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A17978-983D-682B-3475-61631E111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E6B72-C39B-2EB5-70F4-BA69F1883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36EAE-50D1-4BFF-A35A-7EEE6A588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851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482BD-C1A4-FB6A-F7CF-E7EB9135E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CC348-4C40-749B-B87D-BA7B13936F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483283-4626-3ED9-8723-1E7F3336F3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A064E9-DB1F-6CE8-70D8-7E347593E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D3783-7215-442E-AAF4-0ABBE1AD255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89465D-2473-59BF-AD51-B098ED7EE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7D0A45-7792-39A4-C6E6-FBD98F105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36EAE-50D1-4BFF-A35A-7EEE6A588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523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76718-4F7F-88CC-DC05-B2CB48C9F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AD10EF-ACBB-3591-F7C1-9D2950B112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727888-CB6F-1283-A6C9-169CB3DF26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BD5647-676A-4350-F6A2-ECD25C0CA5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E749FA-F80E-BAA6-A0C3-3C84494819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FE88B1-E9B8-1FEB-E0A5-C41CC4128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D3783-7215-442E-AAF4-0ABBE1AD255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EE7228-DB7C-C193-33B4-9A5ED110A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F2EB65-8178-B61A-A8AD-ED7CFEFE2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36EAE-50D1-4BFF-A35A-7EEE6A588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329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3F801-451C-F85A-8101-0395C225D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BD8B60-925E-285A-D550-D0823DB2E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D3783-7215-442E-AAF4-0ABBE1AD255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AC23A6-CCBE-8977-8707-2A481739B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2F71D7-7501-2BE8-8DE0-D9194F9A0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36EAE-50D1-4BFF-A35A-7EEE6A588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515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589996-301D-9EFB-9FF5-436100293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D3783-7215-442E-AAF4-0ABBE1AD255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D97830-09A6-AACC-6EFB-965BBA5B8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CABDB7-3DD1-343F-8B48-6DA7DBE20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36EAE-50D1-4BFF-A35A-7EEE6A588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777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69A74-7930-09E7-0BA4-9376B254C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7B745-8650-477F-A5F9-5ABC71C88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08D49A-447E-5123-282C-94A0188CD3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33E7F0-A2C1-3223-6505-774F433ED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D3783-7215-442E-AAF4-0ABBE1AD255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EEBBF5-C907-DAB8-BD32-4308D3538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A660CA-D9B0-BB55-7670-DCC14A251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36EAE-50D1-4BFF-A35A-7EEE6A588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281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22A22-3B7B-4E6D-047D-95E248677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F9269C-293B-C7E8-BBEF-465F787E1F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B77AAC-EE6B-8335-7FC1-03DE5E1647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6016AF-83D3-1694-4507-C3A2DD965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D3783-7215-442E-AAF4-0ABBE1AD255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BD76C5-240A-86A0-74B9-205C14D9B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CD42C4-D551-EE02-855A-663A99AE2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36EAE-50D1-4BFF-A35A-7EEE6A588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274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534E4-B6DE-B11A-2CC8-A29B4F235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9E0FCA-D9BC-2234-2AAE-1694A714BF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3B3F8C-B912-6990-DC0D-F3C705318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D3783-7215-442E-AAF4-0ABBE1AD255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651A76-114E-BC82-CCAE-69A9304C2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26CC84-F3D4-952A-04FD-293454644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36EAE-50D1-4BFF-A35A-7EEE6A588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527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034AE3-87FE-15C6-7BF7-7AE17BFE2D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975BDE-E914-20C2-1567-FC9AF8666F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6D54DB-31BB-33F6-101E-EB5E5C758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D3783-7215-442E-AAF4-0ABBE1AD255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D96B7-CA04-4978-DBE9-6D5D25CBE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A59F77-5E4C-CEFA-FB5B-9831A2574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36EAE-50D1-4BFF-A35A-7EEE6A588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680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6634F3-FD59-D002-67D0-04384AAA4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03F91B-B283-438B-2AFF-A9E50AE46C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EF5D6-453F-90FD-61F5-CD8F608DE6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8D3783-7215-442E-AAF4-0ABBE1AD255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9F0FCB-8FA0-C3AB-A1CD-9BFDF5C8AE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16C817-18D2-36E5-43E5-FE0C540CF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736EAE-50D1-4BFF-A35A-7EEE6A588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843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customXml" Target="../ink/ink6.xml"/><Relationship Id="rId18" Type="http://schemas.openxmlformats.org/officeDocument/2006/relationships/image" Target="../media/image8.png"/><Relationship Id="rId26" Type="http://schemas.openxmlformats.org/officeDocument/2006/relationships/image" Target="../media/image12.png"/><Relationship Id="rId3" Type="http://schemas.openxmlformats.org/officeDocument/2006/relationships/customXml" Target="../ink/ink1.xml"/><Relationship Id="rId21" Type="http://schemas.openxmlformats.org/officeDocument/2006/relationships/customXml" Target="../ink/ink10.xml"/><Relationship Id="rId7" Type="http://schemas.openxmlformats.org/officeDocument/2006/relationships/customXml" Target="../ink/ink3.xml"/><Relationship Id="rId12" Type="http://schemas.openxmlformats.org/officeDocument/2006/relationships/image" Target="../media/image5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2" Type="http://schemas.openxmlformats.org/officeDocument/2006/relationships/image" Target="../media/image2148.png"/><Relationship Id="rId16" Type="http://schemas.openxmlformats.org/officeDocument/2006/relationships/image" Target="../media/image7.png"/><Relationship Id="rId20" Type="http://schemas.openxmlformats.org/officeDocument/2006/relationships/image" Target="../media/image9.png"/><Relationship Id="rId29" Type="http://schemas.openxmlformats.org/officeDocument/2006/relationships/customXml" Target="../ink/ink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11" Type="http://schemas.openxmlformats.org/officeDocument/2006/relationships/customXml" Target="../ink/ink5.xml"/><Relationship Id="rId24" Type="http://schemas.openxmlformats.org/officeDocument/2006/relationships/image" Target="../media/image11.png"/><Relationship Id="rId32" Type="http://schemas.openxmlformats.org/officeDocument/2006/relationships/image" Target="../media/image15.png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3.png"/><Relationship Id="rId10" Type="http://schemas.openxmlformats.org/officeDocument/2006/relationships/image" Target="../media/image4.png"/><Relationship Id="rId19" Type="http://schemas.openxmlformats.org/officeDocument/2006/relationships/customXml" Target="../ink/ink9.xml"/><Relationship Id="rId31" Type="http://schemas.openxmlformats.org/officeDocument/2006/relationships/customXml" Target="../ink/ink15.xml"/><Relationship Id="rId4" Type="http://schemas.openxmlformats.org/officeDocument/2006/relationships/image" Target="../media/image1.png"/><Relationship Id="rId9" Type="http://schemas.openxmlformats.org/officeDocument/2006/relationships/customXml" Target="../ink/ink4.xml"/><Relationship Id="rId14" Type="http://schemas.openxmlformats.org/officeDocument/2006/relationships/image" Target="../media/image6.png"/><Relationship Id="rId22" Type="http://schemas.openxmlformats.org/officeDocument/2006/relationships/image" Target="../media/image10.png"/><Relationship Id="rId27" Type="http://schemas.openxmlformats.org/officeDocument/2006/relationships/customXml" Target="../ink/ink13.xml"/><Relationship Id="rId30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3.png"/><Relationship Id="rId671" Type="http://schemas.openxmlformats.org/officeDocument/2006/relationships/customXml" Target="../ink/ink351.xml"/><Relationship Id="rId769" Type="http://schemas.openxmlformats.org/officeDocument/2006/relationships/customXml" Target="../ink/ink400.xml"/><Relationship Id="rId21" Type="http://schemas.openxmlformats.org/officeDocument/2006/relationships/image" Target="../media/image25.png"/><Relationship Id="rId324" Type="http://schemas.openxmlformats.org/officeDocument/2006/relationships/image" Target="../media/image176.png"/><Relationship Id="rId531" Type="http://schemas.openxmlformats.org/officeDocument/2006/relationships/customXml" Target="../ink/ink281.xml"/><Relationship Id="rId629" Type="http://schemas.openxmlformats.org/officeDocument/2006/relationships/customXml" Target="../ink/ink330.xml"/><Relationship Id="rId170" Type="http://schemas.openxmlformats.org/officeDocument/2006/relationships/customXml" Target="../ink/ink100.xml"/><Relationship Id="rId836" Type="http://schemas.openxmlformats.org/officeDocument/2006/relationships/image" Target="../media/image432.png"/><Relationship Id="rId268" Type="http://schemas.openxmlformats.org/officeDocument/2006/relationships/customXml" Target="../ink/ink149.xml"/><Relationship Id="rId475" Type="http://schemas.openxmlformats.org/officeDocument/2006/relationships/customXml" Target="../ink/ink253.xml"/><Relationship Id="rId682" Type="http://schemas.openxmlformats.org/officeDocument/2006/relationships/image" Target="../media/image355.png"/><Relationship Id="rId32" Type="http://schemas.openxmlformats.org/officeDocument/2006/relationships/customXml" Target="../ink/ink31.xml"/><Relationship Id="rId128" Type="http://schemas.openxmlformats.org/officeDocument/2006/relationships/customXml" Target="../ink/ink79.xml"/><Relationship Id="rId335" Type="http://schemas.openxmlformats.org/officeDocument/2006/relationships/customXml" Target="../ink/ink183.xml"/><Relationship Id="rId542" Type="http://schemas.openxmlformats.org/officeDocument/2006/relationships/image" Target="../media/image285.png"/><Relationship Id="rId181" Type="http://schemas.openxmlformats.org/officeDocument/2006/relationships/image" Target="../media/image105.png"/><Relationship Id="rId402" Type="http://schemas.openxmlformats.org/officeDocument/2006/relationships/image" Target="../media/image215.png"/><Relationship Id="rId847" Type="http://schemas.openxmlformats.org/officeDocument/2006/relationships/customXml" Target="../ink/ink439.xml"/><Relationship Id="rId279" Type="http://schemas.openxmlformats.org/officeDocument/2006/relationships/image" Target="../media/image154.png"/><Relationship Id="rId486" Type="http://schemas.openxmlformats.org/officeDocument/2006/relationships/image" Target="../media/image257.png"/><Relationship Id="rId693" Type="http://schemas.openxmlformats.org/officeDocument/2006/relationships/customXml" Target="../ink/ink362.xml"/><Relationship Id="rId707" Type="http://schemas.openxmlformats.org/officeDocument/2006/relationships/customXml" Target="../ink/ink369.xml"/><Relationship Id="rId43" Type="http://schemas.openxmlformats.org/officeDocument/2006/relationships/image" Target="../media/image36.png"/><Relationship Id="rId139" Type="http://schemas.openxmlformats.org/officeDocument/2006/relationships/image" Target="../media/image84.png"/><Relationship Id="rId346" Type="http://schemas.openxmlformats.org/officeDocument/2006/relationships/image" Target="../media/image187.png"/><Relationship Id="rId553" Type="http://schemas.openxmlformats.org/officeDocument/2006/relationships/customXml" Target="../ink/ink292.xml"/><Relationship Id="rId760" Type="http://schemas.openxmlformats.org/officeDocument/2006/relationships/image" Target="../media/image394.png"/><Relationship Id="rId192" Type="http://schemas.openxmlformats.org/officeDocument/2006/relationships/customXml" Target="../ink/ink111.xml"/><Relationship Id="rId206" Type="http://schemas.openxmlformats.org/officeDocument/2006/relationships/customXml" Target="../ink/ink118.xml"/><Relationship Id="rId413" Type="http://schemas.openxmlformats.org/officeDocument/2006/relationships/customXml" Target="../ink/ink222.xml"/><Relationship Id="rId858" Type="http://schemas.openxmlformats.org/officeDocument/2006/relationships/image" Target="../media/image443.png"/><Relationship Id="rId497" Type="http://schemas.openxmlformats.org/officeDocument/2006/relationships/customXml" Target="../ink/ink264.xml"/><Relationship Id="rId620" Type="http://schemas.openxmlformats.org/officeDocument/2006/relationships/image" Target="../media/image324.png"/><Relationship Id="rId718" Type="http://schemas.openxmlformats.org/officeDocument/2006/relationships/image" Target="../media/image373.png"/><Relationship Id="rId357" Type="http://schemas.openxmlformats.org/officeDocument/2006/relationships/customXml" Target="../ink/ink194.xml"/><Relationship Id="rId54" Type="http://schemas.openxmlformats.org/officeDocument/2006/relationships/customXml" Target="../ink/ink42.xml"/><Relationship Id="rId217" Type="http://schemas.openxmlformats.org/officeDocument/2006/relationships/image" Target="../media/image123.png"/><Relationship Id="rId564" Type="http://schemas.openxmlformats.org/officeDocument/2006/relationships/image" Target="../media/image296.png"/><Relationship Id="rId771" Type="http://schemas.openxmlformats.org/officeDocument/2006/relationships/customXml" Target="../ink/ink401.xml"/><Relationship Id="rId869" Type="http://schemas.openxmlformats.org/officeDocument/2006/relationships/customXml" Target="../ink/ink450.xml"/><Relationship Id="rId424" Type="http://schemas.openxmlformats.org/officeDocument/2006/relationships/image" Target="../media/image226.png"/><Relationship Id="rId631" Type="http://schemas.openxmlformats.org/officeDocument/2006/relationships/customXml" Target="../ink/ink331.xml"/><Relationship Id="rId729" Type="http://schemas.openxmlformats.org/officeDocument/2006/relationships/customXml" Target="../ink/ink380.xml"/><Relationship Id="rId270" Type="http://schemas.openxmlformats.org/officeDocument/2006/relationships/customXml" Target="../ink/ink150.xml"/><Relationship Id="rId65" Type="http://schemas.openxmlformats.org/officeDocument/2006/relationships/image" Target="../media/image47.png"/><Relationship Id="rId130" Type="http://schemas.openxmlformats.org/officeDocument/2006/relationships/customXml" Target="../ink/ink80.xml"/><Relationship Id="rId368" Type="http://schemas.openxmlformats.org/officeDocument/2006/relationships/image" Target="../media/image198.png"/><Relationship Id="rId575" Type="http://schemas.openxmlformats.org/officeDocument/2006/relationships/customXml" Target="../ink/ink303.xml"/><Relationship Id="rId782" Type="http://schemas.openxmlformats.org/officeDocument/2006/relationships/image" Target="../media/image405.png"/><Relationship Id="rId228" Type="http://schemas.openxmlformats.org/officeDocument/2006/relationships/customXml" Target="../ink/ink129.xml"/><Relationship Id="rId435" Type="http://schemas.openxmlformats.org/officeDocument/2006/relationships/customXml" Target="../ink/ink233.xml"/><Relationship Id="rId642" Type="http://schemas.openxmlformats.org/officeDocument/2006/relationships/image" Target="../media/image335.png"/><Relationship Id="rId281" Type="http://schemas.openxmlformats.org/officeDocument/2006/relationships/image" Target="../media/image155.png"/><Relationship Id="rId502" Type="http://schemas.openxmlformats.org/officeDocument/2006/relationships/image" Target="../media/image265.png"/><Relationship Id="rId76" Type="http://schemas.openxmlformats.org/officeDocument/2006/relationships/customXml" Target="../ink/ink53.xml"/><Relationship Id="rId141" Type="http://schemas.openxmlformats.org/officeDocument/2006/relationships/image" Target="../media/image85.png"/><Relationship Id="rId379" Type="http://schemas.openxmlformats.org/officeDocument/2006/relationships/customXml" Target="../ink/ink205.xml"/><Relationship Id="rId586" Type="http://schemas.openxmlformats.org/officeDocument/2006/relationships/image" Target="../media/image307.png"/><Relationship Id="rId793" Type="http://schemas.openxmlformats.org/officeDocument/2006/relationships/customXml" Target="../ink/ink412.xml"/><Relationship Id="rId807" Type="http://schemas.openxmlformats.org/officeDocument/2006/relationships/customXml" Target="../ink/ink419.xml"/><Relationship Id="rId7" Type="http://schemas.openxmlformats.org/officeDocument/2006/relationships/image" Target="../media/image18.png"/><Relationship Id="rId239" Type="http://schemas.openxmlformats.org/officeDocument/2006/relationships/image" Target="../media/image134.png"/><Relationship Id="rId446" Type="http://schemas.openxmlformats.org/officeDocument/2006/relationships/image" Target="../media/image237.png"/><Relationship Id="rId653" Type="http://schemas.openxmlformats.org/officeDocument/2006/relationships/customXml" Target="../ink/ink342.xml"/><Relationship Id="rId292" Type="http://schemas.openxmlformats.org/officeDocument/2006/relationships/customXml" Target="../ink/ink161.xml"/><Relationship Id="rId306" Type="http://schemas.openxmlformats.org/officeDocument/2006/relationships/customXml" Target="../ink/ink168.xml"/><Relationship Id="rId860" Type="http://schemas.openxmlformats.org/officeDocument/2006/relationships/image" Target="../media/image444.png"/><Relationship Id="rId87" Type="http://schemas.openxmlformats.org/officeDocument/2006/relationships/image" Target="../media/image58.png"/><Relationship Id="rId513" Type="http://schemas.openxmlformats.org/officeDocument/2006/relationships/customXml" Target="../ink/ink272.xml"/><Relationship Id="rId597" Type="http://schemas.openxmlformats.org/officeDocument/2006/relationships/customXml" Target="../ink/ink314.xml"/><Relationship Id="rId720" Type="http://schemas.openxmlformats.org/officeDocument/2006/relationships/image" Target="../media/image374.png"/><Relationship Id="rId818" Type="http://schemas.openxmlformats.org/officeDocument/2006/relationships/image" Target="../media/image423.png"/><Relationship Id="rId152" Type="http://schemas.openxmlformats.org/officeDocument/2006/relationships/customXml" Target="../ink/ink91.xml"/><Relationship Id="rId457" Type="http://schemas.openxmlformats.org/officeDocument/2006/relationships/customXml" Target="../ink/ink244.xml"/><Relationship Id="rId664" Type="http://schemas.openxmlformats.org/officeDocument/2006/relationships/image" Target="../media/image346.png"/><Relationship Id="rId871" Type="http://schemas.openxmlformats.org/officeDocument/2006/relationships/customXml" Target="../ink/ink451.xml"/><Relationship Id="rId14" Type="http://schemas.openxmlformats.org/officeDocument/2006/relationships/customXml" Target="../ink/ink22.xml"/><Relationship Id="rId317" Type="http://schemas.openxmlformats.org/officeDocument/2006/relationships/customXml" Target="../ink/ink174.xml"/><Relationship Id="rId524" Type="http://schemas.openxmlformats.org/officeDocument/2006/relationships/image" Target="../media/image276.png"/><Relationship Id="rId731" Type="http://schemas.openxmlformats.org/officeDocument/2006/relationships/customXml" Target="../ink/ink381.xml"/><Relationship Id="rId98" Type="http://schemas.openxmlformats.org/officeDocument/2006/relationships/customXml" Target="../ink/ink64.xml"/><Relationship Id="rId163" Type="http://schemas.openxmlformats.org/officeDocument/2006/relationships/image" Target="../media/image96.png"/><Relationship Id="rId370" Type="http://schemas.openxmlformats.org/officeDocument/2006/relationships/image" Target="../media/image199.png"/><Relationship Id="rId829" Type="http://schemas.openxmlformats.org/officeDocument/2006/relationships/customXml" Target="../ink/ink430.xml"/><Relationship Id="rId230" Type="http://schemas.openxmlformats.org/officeDocument/2006/relationships/customXml" Target="../ink/ink130.xml"/><Relationship Id="rId468" Type="http://schemas.openxmlformats.org/officeDocument/2006/relationships/image" Target="../media/image248.png"/><Relationship Id="rId675" Type="http://schemas.openxmlformats.org/officeDocument/2006/relationships/customXml" Target="../ink/ink353.xml"/><Relationship Id="rId882" Type="http://schemas.openxmlformats.org/officeDocument/2006/relationships/image" Target="../media/image455.png"/><Relationship Id="rId25" Type="http://schemas.openxmlformats.org/officeDocument/2006/relationships/image" Target="../media/image27.png"/><Relationship Id="rId328" Type="http://schemas.openxmlformats.org/officeDocument/2006/relationships/image" Target="../media/image178.png"/><Relationship Id="rId535" Type="http://schemas.openxmlformats.org/officeDocument/2006/relationships/customXml" Target="../ink/ink283.xml"/><Relationship Id="rId742" Type="http://schemas.openxmlformats.org/officeDocument/2006/relationships/image" Target="../media/image385.png"/><Relationship Id="rId174" Type="http://schemas.openxmlformats.org/officeDocument/2006/relationships/customXml" Target="../ink/ink102.xml"/><Relationship Id="rId381" Type="http://schemas.openxmlformats.org/officeDocument/2006/relationships/customXml" Target="../ink/ink206.xml"/><Relationship Id="rId602" Type="http://schemas.openxmlformats.org/officeDocument/2006/relationships/image" Target="../media/image315.png"/><Relationship Id="rId241" Type="http://schemas.openxmlformats.org/officeDocument/2006/relationships/image" Target="../media/image135.png"/><Relationship Id="rId479" Type="http://schemas.openxmlformats.org/officeDocument/2006/relationships/customXml" Target="../ink/ink255.xml"/><Relationship Id="rId686" Type="http://schemas.openxmlformats.org/officeDocument/2006/relationships/image" Target="../media/image357.png"/><Relationship Id="rId893" Type="http://schemas.openxmlformats.org/officeDocument/2006/relationships/customXml" Target="../ink/ink462.xml"/><Relationship Id="rId36" Type="http://schemas.openxmlformats.org/officeDocument/2006/relationships/customXml" Target="../ink/ink33.xml"/><Relationship Id="rId339" Type="http://schemas.openxmlformats.org/officeDocument/2006/relationships/customXml" Target="../ink/ink185.xml"/><Relationship Id="rId546" Type="http://schemas.openxmlformats.org/officeDocument/2006/relationships/image" Target="../media/image287.png"/><Relationship Id="rId753" Type="http://schemas.openxmlformats.org/officeDocument/2006/relationships/customXml" Target="../ink/ink392.xml"/><Relationship Id="rId101" Type="http://schemas.openxmlformats.org/officeDocument/2006/relationships/image" Target="../media/image65.png"/><Relationship Id="rId185" Type="http://schemas.openxmlformats.org/officeDocument/2006/relationships/image" Target="../media/image107.png"/><Relationship Id="rId406" Type="http://schemas.openxmlformats.org/officeDocument/2006/relationships/image" Target="../media/image217.png"/><Relationship Id="rId392" Type="http://schemas.openxmlformats.org/officeDocument/2006/relationships/image" Target="../media/image210.png"/><Relationship Id="rId613" Type="http://schemas.openxmlformats.org/officeDocument/2006/relationships/customXml" Target="../ink/ink322.xml"/><Relationship Id="rId697" Type="http://schemas.openxmlformats.org/officeDocument/2006/relationships/customXml" Target="../ink/ink364.xml"/><Relationship Id="rId820" Type="http://schemas.openxmlformats.org/officeDocument/2006/relationships/image" Target="../media/image424.png"/><Relationship Id="rId252" Type="http://schemas.openxmlformats.org/officeDocument/2006/relationships/customXml" Target="../ink/ink141.xml"/><Relationship Id="rId47" Type="http://schemas.openxmlformats.org/officeDocument/2006/relationships/image" Target="../media/image38.png"/><Relationship Id="rId112" Type="http://schemas.openxmlformats.org/officeDocument/2006/relationships/customXml" Target="../ink/ink71.xml"/><Relationship Id="rId557" Type="http://schemas.openxmlformats.org/officeDocument/2006/relationships/customXml" Target="../ink/ink294.xml"/><Relationship Id="rId764" Type="http://schemas.openxmlformats.org/officeDocument/2006/relationships/image" Target="../media/image396.png"/><Relationship Id="rId196" Type="http://schemas.openxmlformats.org/officeDocument/2006/relationships/customXml" Target="../ink/ink113.xml"/><Relationship Id="rId417" Type="http://schemas.openxmlformats.org/officeDocument/2006/relationships/customXml" Target="../ink/ink224.xml"/><Relationship Id="rId624" Type="http://schemas.openxmlformats.org/officeDocument/2006/relationships/image" Target="../media/image326.png"/><Relationship Id="rId831" Type="http://schemas.openxmlformats.org/officeDocument/2006/relationships/customXml" Target="../ink/ink431.xml"/><Relationship Id="rId263" Type="http://schemas.openxmlformats.org/officeDocument/2006/relationships/image" Target="../media/image146.png"/><Relationship Id="rId470" Type="http://schemas.openxmlformats.org/officeDocument/2006/relationships/image" Target="../media/image249.png"/><Relationship Id="rId58" Type="http://schemas.openxmlformats.org/officeDocument/2006/relationships/customXml" Target="../ink/ink44.xml"/><Relationship Id="rId123" Type="http://schemas.openxmlformats.org/officeDocument/2006/relationships/image" Target="../media/image76.png"/><Relationship Id="rId330" Type="http://schemas.openxmlformats.org/officeDocument/2006/relationships/image" Target="../media/image179.png"/><Relationship Id="rId568" Type="http://schemas.openxmlformats.org/officeDocument/2006/relationships/image" Target="../media/image298.png"/><Relationship Id="rId775" Type="http://schemas.openxmlformats.org/officeDocument/2006/relationships/customXml" Target="../ink/ink403.xml"/><Relationship Id="rId428" Type="http://schemas.openxmlformats.org/officeDocument/2006/relationships/image" Target="../media/image228.png"/><Relationship Id="rId635" Type="http://schemas.openxmlformats.org/officeDocument/2006/relationships/customXml" Target="../ink/ink333.xml"/><Relationship Id="rId842" Type="http://schemas.openxmlformats.org/officeDocument/2006/relationships/image" Target="../media/image435.png"/><Relationship Id="rId274" Type="http://schemas.openxmlformats.org/officeDocument/2006/relationships/customXml" Target="../ink/ink152.xml"/><Relationship Id="rId481" Type="http://schemas.openxmlformats.org/officeDocument/2006/relationships/customXml" Target="../ink/ink256.xml"/><Relationship Id="rId702" Type="http://schemas.openxmlformats.org/officeDocument/2006/relationships/image" Target="../media/image365.png"/><Relationship Id="rId69" Type="http://schemas.openxmlformats.org/officeDocument/2006/relationships/image" Target="../media/image49.png"/><Relationship Id="rId134" Type="http://schemas.openxmlformats.org/officeDocument/2006/relationships/customXml" Target="../ink/ink82.xml"/><Relationship Id="rId579" Type="http://schemas.openxmlformats.org/officeDocument/2006/relationships/customXml" Target="../ink/ink305.xml"/><Relationship Id="rId786" Type="http://schemas.openxmlformats.org/officeDocument/2006/relationships/image" Target="../media/image407.png"/><Relationship Id="rId341" Type="http://schemas.openxmlformats.org/officeDocument/2006/relationships/customXml" Target="../ink/ink186.xml"/><Relationship Id="rId439" Type="http://schemas.openxmlformats.org/officeDocument/2006/relationships/customXml" Target="../ink/ink235.xml"/><Relationship Id="rId646" Type="http://schemas.openxmlformats.org/officeDocument/2006/relationships/image" Target="../media/image337.png"/><Relationship Id="rId201" Type="http://schemas.openxmlformats.org/officeDocument/2006/relationships/image" Target="../media/image115.png"/><Relationship Id="rId285" Type="http://schemas.openxmlformats.org/officeDocument/2006/relationships/image" Target="../media/image157.png"/><Relationship Id="rId506" Type="http://schemas.openxmlformats.org/officeDocument/2006/relationships/image" Target="../media/image267.png"/><Relationship Id="rId853" Type="http://schemas.openxmlformats.org/officeDocument/2006/relationships/customXml" Target="../ink/ink442.xml"/><Relationship Id="rId492" Type="http://schemas.openxmlformats.org/officeDocument/2006/relationships/image" Target="../media/image260.png"/><Relationship Id="rId713" Type="http://schemas.openxmlformats.org/officeDocument/2006/relationships/customXml" Target="../ink/ink372.xml"/><Relationship Id="rId797" Type="http://schemas.openxmlformats.org/officeDocument/2006/relationships/customXml" Target="../ink/ink414.xml"/><Relationship Id="rId145" Type="http://schemas.openxmlformats.org/officeDocument/2006/relationships/image" Target="../media/image87.png"/><Relationship Id="rId352" Type="http://schemas.openxmlformats.org/officeDocument/2006/relationships/image" Target="../media/image190.png"/><Relationship Id="rId212" Type="http://schemas.openxmlformats.org/officeDocument/2006/relationships/customXml" Target="../ink/ink121.xml"/><Relationship Id="rId657" Type="http://schemas.openxmlformats.org/officeDocument/2006/relationships/customXml" Target="../ink/ink344.xml"/><Relationship Id="rId864" Type="http://schemas.openxmlformats.org/officeDocument/2006/relationships/image" Target="../media/image446.png"/><Relationship Id="rId296" Type="http://schemas.openxmlformats.org/officeDocument/2006/relationships/customXml" Target="../ink/ink163.xml"/><Relationship Id="rId517" Type="http://schemas.openxmlformats.org/officeDocument/2006/relationships/customXml" Target="../ink/ink274.xml"/><Relationship Id="rId724" Type="http://schemas.openxmlformats.org/officeDocument/2006/relationships/image" Target="../media/image376.png"/><Relationship Id="rId60" Type="http://schemas.openxmlformats.org/officeDocument/2006/relationships/customXml" Target="../ink/ink45.xml"/><Relationship Id="rId156" Type="http://schemas.openxmlformats.org/officeDocument/2006/relationships/customXml" Target="../ink/ink93.xml"/><Relationship Id="rId363" Type="http://schemas.openxmlformats.org/officeDocument/2006/relationships/customXml" Target="../ink/ink197.xml"/><Relationship Id="rId570" Type="http://schemas.openxmlformats.org/officeDocument/2006/relationships/image" Target="../media/image299.png"/><Relationship Id="rId223" Type="http://schemas.openxmlformats.org/officeDocument/2006/relationships/image" Target="../media/image126.png"/><Relationship Id="rId430" Type="http://schemas.openxmlformats.org/officeDocument/2006/relationships/image" Target="../media/image229.png"/><Relationship Id="rId668" Type="http://schemas.openxmlformats.org/officeDocument/2006/relationships/image" Target="../media/image348.png"/><Relationship Id="rId875" Type="http://schemas.openxmlformats.org/officeDocument/2006/relationships/customXml" Target="../ink/ink453.xml"/><Relationship Id="rId18" Type="http://schemas.openxmlformats.org/officeDocument/2006/relationships/customXml" Target="../ink/ink24.xml"/><Relationship Id="rId528" Type="http://schemas.openxmlformats.org/officeDocument/2006/relationships/image" Target="../media/image278.png"/><Relationship Id="rId735" Type="http://schemas.openxmlformats.org/officeDocument/2006/relationships/customXml" Target="../ink/ink383.xml"/><Relationship Id="rId167" Type="http://schemas.openxmlformats.org/officeDocument/2006/relationships/image" Target="../media/image98.png"/><Relationship Id="rId374" Type="http://schemas.openxmlformats.org/officeDocument/2006/relationships/image" Target="../media/image201.png"/><Relationship Id="rId581" Type="http://schemas.openxmlformats.org/officeDocument/2006/relationships/customXml" Target="../ink/ink306.xml"/><Relationship Id="rId71" Type="http://schemas.openxmlformats.org/officeDocument/2006/relationships/image" Target="../media/image50.png"/><Relationship Id="rId234" Type="http://schemas.openxmlformats.org/officeDocument/2006/relationships/customXml" Target="../ink/ink132.xml"/><Relationship Id="rId679" Type="http://schemas.openxmlformats.org/officeDocument/2006/relationships/customXml" Target="../ink/ink355.xml"/><Relationship Id="rId802" Type="http://schemas.openxmlformats.org/officeDocument/2006/relationships/image" Target="../media/image415.png"/><Relationship Id="rId886" Type="http://schemas.openxmlformats.org/officeDocument/2006/relationships/image" Target="../media/image457.png"/><Relationship Id="rId2" Type="http://schemas.openxmlformats.org/officeDocument/2006/relationships/customXml" Target="../ink/ink16.xml"/><Relationship Id="rId29" Type="http://schemas.openxmlformats.org/officeDocument/2006/relationships/image" Target="../media/image29.png"/><Relationship Id="rId441" Type="http://schemas.openxmlformats.org/officeDocument/2006/relationships/customXml" Target="../ink/ink236.xml"/><Relationship Id="rId539" Type="http://schemas.openxmlformats.org/officeDocument/2006/relationships/customXml" Target="../ink/ink285.xml"/><Relationship Id="rId746" Type="http://schemas.openxmlformats.org/officeDocument/2006/relationships/image" Target="../media/image387.png"/><Relationship Id="rId178" Type="http://schemas.openxmlformats.org/officeDocument/2006/relationships/customXml" Target="../ink/ink104.xml"/><Relationship Id="rId301" Type="http://schemas.openxmlformats.org/officeDocument/2006/relationships/image" Target="../media/image165.png"/><Relationship Id="rId82" Type="http://schemas.openxmlformats.org/officeDocument/2006/relationships/customXml" Target="../ink/ink56.xml"/><Relationship Id="rId385" Type="http://schemas.openxmlformats.org/officeDocument/2006/relationships/customXml" Target="../ink/ink208.xml"/><Relationship Id="rId592" Type="http://schemas.openxmlformats.org/officeDocument/2006/relationships/image" Target="../media/image310.png"/><Relationship Id="rId606" Type="http://schemas.openxmlformats.org/officeDocument/2006/relationships/image" Target="../media/image317.png"/><Relationship Id="rId813" Type="http://schemas.openxmlformats.org/officeDocument/2006/relationships/customXml" Target="../ink/ink422.xml"/><Relationship Id="rId245" Type="http://schemas.openxmlformats.org/officeDocument/2006/relationships/image" Target="../media/image137.png"/><Relationship Id="rId452" Type="http://schemas.openxmlformats.org/officeDocument/2006/relationships/image" Target="../media/image240.png"/><Relationship Id="rId105" Type="http://schemas.openxmlformats.org/officeDocument/2006/relationships/image" Target="../media/image67.png"/><Relationship Id="rId312" Type="http://schemas.openxmlformats.org/officeDocument/2006/relationships/customXml" Target="../ink/ink171.xml"/><Relationship Id="rId757" Type="http://schemas.openxmlformats.org/officeDocument/2006/relationships/customXml" Target="../ink/ink394.xml"/><Relationship Id="rId93" Type="http://schemas.openxmlformats.org/officeDocument/2006/relationships/image" Target="../media/image61.png"/><Relationship Id="rId189" Type="http://schemas.openxmlformats.org/officeDocument/2006/relationships/image" Target="../media/image109.png"/><Relationship Id="rId396" Type="http://schemas.openxmlformats.org/officeDocument/2006/relationships/image" Target="../media/image212.png"/><Relationship Id="rId617" Type="http://schemas.openxmlformats.org/officeDocument/2006/relationships/customXml" Target="../ink/ink324.xml"/><Relationship Id="rId824" Type="http://schemas.openxmlformats.org/officeDocument/2006/relationships/image" Target="../media/image426.png"/><Relationship Id="rId256" Type="http://schemas.openxmlformats.org/officeDocument/2006/relationships/customXml" Target="../ink/ink143.xml"/><Relationship Id="rId463" Type="http://schemas.openxmlformats.org/officeDocument/2006/relationships/customXml" Target="../ink/ink247.xml"/><Relationship Id="rId670" Type="http://schemas.openxmlformats.org/officeDocument/2006/relationships/image" Target="../media/image349.png"/><Relationship Id="rId116" Type="http://schemas.openxmlformats.org/officeDocument/2006/relationships/customXml" Target="../ink/ink73.xml"/><Relationship Id="rId323" Type="http://schemas.openxmlformats.org/officeDocument/2006/relationships/customXml" Target="../ink/ink177.xml"/><Relationship Id="rId530" Type="http://schemas.openxmlformats.org/officeDocument/2006/relationships/image" Target="../media/image279.png"/><Relationship Id="rId768" Type="http://schemas.openxmlformats.org/officeDocument/2006/relationships/image" Target="../media/image398.png"/><Relationship Id="rId20" Type="http://schemas.openxmlformats.org/officeDocument/2006/relationships/customXml" Target="../ink/ink25.xml"/><Relationship Id="rId628" Type="http://schemas.openxmlformats.org/officeDocument/2006/relationships/image" Target="../media/image328.png"/><Relationship Id="rId835" Type="http://schemas.openxmlformats.org/officeDocument/2006/relationships/customXml" Target="../ink/ink433.xml"/><Relationship Id="rId267" Type="http://schemas.openxmlformats.org/officeDocument/2006/relationships/image" Target="../media/image148.png"/><Relationship Id="rId474" Type="http://schemas.openxmlformats.org/officeDocument/2006/relationships/image" Target="../media/image251.png"/><Relationship Id="rId127" Type="http://schemas.openxmlformats.org/officeDocument/2006/relationships/image" Target="../media/image78.png"/><Relationship Id="rId681" Type="http://schemas.openxmlformats.org/officeDocument/2006/relationships/customXml" Target="../ink/ink356.xml"/><Relationship Id="rId779" Type="http://schemas.openxmlformats.org/officeDocument/2006/relationships/customXml" Target="../ink/ink405.xml"/><Relationship Id="rId31" Type="http://schemas.openxmlformats.org/officeDocument/2006/relationships/image" Target="../media/image30.png"/><Relationship Id="rId334" Type="http://schemas.openxmlformats.org/officeDocument/2006/relationships/image" Target="../media/image181.png"/><Relationship Id="rId541" Type="http://schemas.openxmlformats.org/officeDocument/2006/relationships/customXml" Target="../ink/ink286.xml"/><Relationship Id="rId639" Type="http://schemas.openxmlformats.org/officeDocument/2006/relationships/customXml" Target="../ink/ink335.xml"/><Relationship Id="rId180" Type="http://schemas.openxmlformats.org/officeDocument/2006/relationships/customXml" Target="../ink/ink105.xml"/><Relationship Id="rId278" Type="http://schemas.openxmlformats.org/officeDocument/2006/relationships/customXml" Target="../ink/ink154.xml"/><Relationship Id="rId401" Type="http://schemas.openxmlformats.org/officeDocument/2006/relationships/customXml" Target="../ink/ink216.xml"/><Relationship Id="rId846" Type="http://schemas.openxmlformats.org/officeDocument/2006/relationships/image" Target="../media/image437.png"/><Relationship Id="rId485" Type="http://schemas.openxmlformats.org/officeDocument/2006/relationships/customXml" Target="../ink/ink258.xml"/><Relationship Id="rId692" Type="http://schemas.openxmlformats.org/officeDocument/2006/relationships/image" Target="../media/image360.png"/><Relationship Id="rId706" Type="http://schemas.openxmlformats.org/officeDocument/2006/relationships/image" Target="../media/image367.png"/><Relationship Id="rId42" Type="http://schemas.openxmlformats.org/officeDocument/2006/relationships/customXml" Target="../ink/ink36.xml"/><Relationship Id="rId138" Type="http://schemas.openxmlformats.org/officeDocument/2006/relationships/customXml" Target="../ink/ink84.xml"/><Relationship Id="rId345" Type="http://schemas.openxmlformats.org/officeDocument/2006/relationships/customXml" Target="../ink/ink188.xml"/><Relationship Id="rId552" Type="http://schemas.openxmlformats.org/officeDocument/2006/relationships/image" Target="../media/image290.png"/><Relationship Id="rId191" Type="http://schemas.openxmlformats.org/officeDocument/2006/relationships/image" Target="../media/image110.png"/><Relationship Id="rId205" Type="http://schemas.openxmlformats.org/officeDocument/2006/relationships/image" Target="../media/image117.png"/><Relationship Id="rId412" Type="http://schemas.openxmlformats.org/officeDocument/2006/relationships/image" Target="../media/image220.png"/><Relationship Id="rId857" Type="http://schemas.openxmlformats.org/officeDocument/2006/relationships/customXml" Target="../ink/ink444.xml"/><Relationship Id="rId289" Type="http://schemas.openxmlformats.org/officeDocument/2006/relationships/image" Target="../media/image159.png"/><Relationship Id="rId496" Type="http://schemas.openxmlformats.org/officeDocument/2006/relationships/image" Target="../media/image262.png"/><Relationship Id="rId717" Type="http://schemas.openxmlformats.org/officeDocument/2006/relationships/customXml" Target="../ink/ink374.xml"/><Relationship Id="rId53" Type="http://schemas.openxmlformats.org/officeDocument/2006/relationships/image" Target="../media/image41.png"/><Relationship Id="rId149" Type="http://schemas.openxmlformats.org/officeDocument/2006/relationships/image" Target="../media/image89.png"/><Relationship Id="rId356" Type="http://schemas.openxmlformats.org/officeDocument/2006/relationships/image" Target="../media/image192.png"/><Relationship Id="rId563" Type="http://schemas.openxmlformats.org/officeDocument/2006/relationships/customXml" Target="../ink/ink297.xml"/><Relationship Id="rId770" Type="http://schemas.openxmlformats.org/officeDocument/2006/relationships/image" Target="../media/image399.png"/><Relationship Id="rId216" Type="http://schemas.openxmlformats.org/officeDocument/2006/relationships/customXml" Target="../ink/ink123.xml"/><Relationship Id="rId423" Type="http://schemas.openxmlformats.org/officeDocument/2006/relationships/customXml" Target="../ink/ink227.xml"/><Relationship Id="rId868" Type="http://schemas.openxmlformats.org/officeDocument/2006/relationships/image" Target="../media/image448.png"/><Relationship Id="rId630" Type="http://schemas.openxmlformats.org/officeDocument/2006/relationships/image" Target="../media/image329.png"/><Relationship Id="rId728" Type="http://schemas.openxmlformats.org/officeDocument/2006/relationships/image" Target="../media/image378.png"/><Relationship Id="rId64" Type="http://schemas.openxmlformats.org/officeDocument/2006/relationships/customXml" Target="../ink/ink47.xml"/><Relationship Id="rId367" Type="http://schemas.openxmlformats.org/officeDocument/2006/relationships/customXml" Target="../ink/ink199.xml"/><Relationship Id="rId574" Type="http://schemas.openxmlformats.org/officeDocument/2006/relationships/image" Target="../media/image301.png"/><Relationship Id="rId227" Type="http://schemas.openxmlformats.org/officeDocument/2006/relationships/image" Target="../media/image128.png"/><Relationship Id="rId781" Type="http://schemas.openxmlformats.org/officeDocument/2006/relationships/customXml" Target="../ink/ink406.xml"/><Relationship Id="rId879" Type="http://schemas.openxmlformats.org/officeDocument/2006/relationships/customXml" Target="../ink/ink455.xml"/><Relationship Id="rId434" Type="http://schemas.openxmlformats.org/officeDocument/2006/relationships/image" Target="../media/image231.png"/><Relationship Id="rId641" Type="http://schemas.openxmlformats.org/officeDocument/2006/relationships/customXml" Target="../ink/ink336.xml"/><Relationship Id="rId739" Type="http://schemas.openxmlformats.org/officeDocument/2006/relationships/customXml" Target="../ink/ink385.xml"/><Relationship Id="rId280" Type="http://schemas.openxmlformats.org/officeDocument/2006/relationships/customXml" Target="../ink/ink155.xml"/><Relationship Id="rId501" Type="http://schemas.openxmlformats.org/officeDocument/2006/relationships/customXml" Target="../ink/ink266.xml"/><Relationship Id="rId75" Type="http://schemas.openxmlformats.org/officeDocument/2006/relationships/image" Target="../media/image52.png"/><Relationship Id="rId140" Type="http://schemas.openxmlformats.org/officeDocument/2006/relationships/customXml" Target="../ink/ink85.xml"/><Relationship Id="rId378" Type="http://schemas.openxmlformats.org/officeDocument/2006/relationships/image" Target="../media/image203.png"/><Relationship Id="rId585" Type="http://schemas.openxmlformats.org/officeDocument/2006/relationships/customXml" Target="../ink/ink308.xml"/><Relationship Id="rId792" Type="http://schemas.openxmlformats.org/officeDocument/2006/relationships/image" Target="../media/image410.png"/><Relationship Id="rId806" Type="http://schemas.openxmlformats.org/officeDocument/2006/relationships/image" Target="../media/image417.png"/><Relationship Id="rId6" Type="http://schemas.openxmlformats.org/officeDocument/2006/relationships/customXml" Target="../ink/ink18.xml"/><Relationship Id="rId238" Type="http://schemas.openxmlformats.org/officeDocument/2006/relationships/customXml" Target="../ink/ink134.xml"/><Relationship Id="rId445" Type="http://schemas.openxmlformats.org/officeDocument/2006/relationships/customXml" Target="../ink/ink238.xml"/><Relationship Id="rId652" Type="http://schemas.openxmlformats.org/officeDocument/2006/relationships/image" Target="../media/image340.png"/><Relationship Id="rId291" Type="http://schemas.openxmlformats.org/officeDocument/2006/relationships/image" Target="../media/image160.png"/><Relationship Id="rId305" Type="http://schemas.openxmlformats.org/officeDocument/2006/relationships/image" Target="../media/image167.png"/><Relationship Id="rId512" Type="http://schemas.openxmlformats.org/officeDocument/2006/relationships/image" Target="../media/image270.png"/><Relationship Id="rId86" Type="http://schemas.openxmlformats.org/officeDocument/2006/relationships/customXml" Target="../ink/ink58.xml"/><Relationship Id="rId151" Type="http://schemas.openxmlformats.org/officeDocument/2006/relationships/image" Target="../media/image90.png"/><Relationship Id="rId389" Type="http://schemas.openxmlformats.org/officeDocument/2006/relationships/customXml" Target="../ink/ink210.xml"/><Relationship Id="rId596" Type="http://schemas.openxmlformats.org/officeDocument/2006/relationships/image" Target="../media/image312.png"/><Relationship Id="rId817" Type="http://schemas.openxmlformats.org/officeDocument/2006/relationships/customXml" Target="../ink/ink424.xml"/><Relationship Id="rId249" Type="http://schemas.openxmlformats.org/officeDocument/2006/relationships/image" Target="../media/image139.png"/><Relationship Id="rId456" Type="http://schemas.openxmlformats.org/officeDocument/2006/relationships/image" Target="../media/image242.png"/><Relationship Id="rId663" Type="http://schemas.openxmlformats.org/officeDocument/2006/relationships/customXml" Target="../ink/ink347.xml"/><Relationship Id="rId870" Type="http://schemas.openxmlformats.org/officeDocument/2006/relationships/image" Target="../media/image449.png"/><Relationship Id="rId13" Type="http://schemas.openxmlformats.org/officeDocument/2006/relationships/image" Target="../media/image21.png"/><Relationship Id="rId109" Type="http://schemas.openxmlformats.org/officeDocument/2006/relationships/image" Target="../media/image69.png"/><Relationship Id="rId316" Type="http://schemas.openxmlformats.org/officeDocument/2006/relationships/image" Target="../media/image172.png"/><Relationship Id="rId523" Type="http://schemas.openxmlformats.org/officeDocument/2006/relationships/customXml" Target="../ink/ink277.xml"/><Relationship Id="rId97" Type="http://schemas.openxmlformats.org/officeDocument/2006/relationships/image" Target="../media/image63.png"/><Relationship Id="rId730" Type="http://schemas.openxmlformats.org/officeDocument/2006/relationships/image" Target="../media/image379.png"/><Relationship Id="rId828" Type="http://schemas.openxmlformats.org/officeDocument/2006/relationships/image" Target="../media/image428.png"/><Relationship Id="rId162" Type="http://schemas.openxmlformats.org/officeDocument/2006/relationships/customXml" Target="../ink/ink96.xml"/><Relationship Id="rId467" Type="http://schemas.openxmlformats.org/officeDocument/2006/relationships/customXml" Target="../ink/ink249.xml"/><Relationship Id="rId674" Type="http://schemas.openxmlformats.org/officeDocument/2006/relationships/image" Target="../media/image351.png"/><Relationship Id="rId881" Type="http://schemas.openxmlformats.org/officeDocument/2006/relationships/customXml" Target="../ink/ink456.xml"/><Relationship Id="rId24" Type="http://schemas.openxmlformats.org/officeDocument/2006/relationships/customXml" Target="../ink/ink27.xml"/><Relationship Id="rId327" Type="http://schemas.openxmlformats.org/officeDocument/2006/relationships/customXml" Target="../ink/ink179.xml"/><Relationship Id="rId534" Type="http://schemas.openxmlformats.org/officeDocument/2006/relationships/image" Target="../media/image281.png"/><Relationship Id="rId741" Type="http://schemas.openxmlformats.org/officeDocument/2006/relationships/customXml" Target="../ink/ink386.xml"/><Relationship Id="rId839" Type="http://schemas.openxmlformats.org/officeDocument/2006/relationships/customXml" Target="../ink/ink435.xml"/><Relationship Id="rId173" Type="http://schemas.openxmlformats.org/officeDocument/2006/relationships/image" Target="../media/image101.png"/><Relationship Id="rId380" Type="http://schemas.openxmlformats.org/officeDocument/2006/relationships/image" Target="../media/image204.png"/><Relationship Id="rId601" Type="http://schemas.openxmlformats.org/officeDocument/2006/relationships/customXml" Target="../ink/ink316.xml"/><Relationship Id="rId240" Type="http://schemas.openxmlformats.org/officeDocument/2006/relationships/customXml" Target="../ink/ink135.xml"/><Relationship Id="rId478" Type="http://schemas.openxmlformats.org/officeDocument/2006/relationships/image" Target="../media/image253.png"/><Relationship Id="rId685" Type="http://schemas.openxmlformats.org/officeDocument/2006/relationships/customXml" Target="../ink/ink358.xml"/><Relationship Id="rId892" Type="http://schemas.openxmlformats.org/officeDocument/2006/relationships/image" Target="../media/image460.png"/><Relationship Id="rId35" Type="http://schemas.openxmlformats.org/officeDocument/2006/relationships/image" Target="../media/image32.png"/><Relationship Id="rId100" Type="http://schemas.openxmlformats.org/officeDocument/2006/relationships/customXml" Target="../ink/ink65.xml"/><Relationship Id="rId338" Type="http://schemas.openxmlformats.org/officeDocument/2006/relationships/image" Target="../media/image183.png"/><Relationship Id="rId545" Type="http://schemas.openxmlformats.org/officeDocument/2006/relationships/customXml" Target="../ink/ink288.xml"/><Relationship Id="rId752" Type="http://schemas.openxmlformats.org/officeDocument/2006/relationships/image" Target="../media/image390.png"/><Relationship Id="rId184" Type="http://schemas.openxmlformats.org/officeDocument/2006/relationships/customXml" Target="../ink/ink107.xml"/><Relationship Id="rId391" Type="http://schemas.openxmlformats.org/officeDocument/2006/relationships/customXml" Target="../ink/ink211.xml"/><Relationship Id="rId405" Type="http://schemas.openxmlformats.org/officeDocument/2006/relationships/customXml" Target="../ink/ink218.xml"/><Relationship Id="rId612" Type="http://schemas.openxmlformats.org/officeDocument/2006/relationships/image" Target="../media/image320.png"/><Relationship Id="rId251" Type="http://schemas.openxmlformats.org/officeDocument/2006/relationships/image" Target="../media/image140.png"/><Relationship Id="rId489" Type="http://schemas.openxmlformats.org/officeDocument/2006/relationships/customXml" Target="../ink/ink260.xml"/><Relationship Id="rId696" Type="http://schemas.openxmlformats.org/officeDocument/2006/relationships/image" Target="../media/image362.png"/><Relationship Id="rId46" Type="http://schemas.openxmlformats.org/officeDocument/2006/relationships/customXml" Target="../ink/ink38.xml"/><Relationship Id="rId349" Type="http://schemas.openxmlformats.org/officeDocument/2006/relationships/customXml" Target="../ink/ink190.xml"/><Relationship Id="rId556" Type="http://schemas.openxmlformats.org/officeDocument/2006/relationships/image" Target="../media/image292.png"/><Relationship Id="rId763" Type="http://schemas.openxmlformats.org/officeDocument/2006/relationships/customXml" Target="../ink/ink397.xml"/><Relationship Id="rId111" Type="http://schemas.openxmlformats.org/officeDocument/2006/relationships/image" Target="../media/image70.png"/><Relationship Id="rId195" Type="http://schemas.openxmlformats.org/officeDocument/2006/relationships/image" Target="../media/image112.png"/><Relationship Id="rId209" Type="http://schemas.openxmlformats.org/officeDocument/2006/relationships/image" Target="../media/image119.png"/><Relationship Id="rId416" Type="http://schemas.openxmlformats.org/officeDocument/2006/relationships/image" Target="../media/image222.png"/><Relationship Id="rId623" Type="http://schemas.openxmlformats.org/officeDocument/2006/relationships/customXml" Target="../ink/ink327.xml"/><Relationship Id="rId830" Type="http://schemas.openxmlformats.org/officeDocument/2006/relationships/image" Target="../media/image429.png"/><Relationship Id="rId57" Type="http://schemas.openxmlformats.org/officeDocument/2006/relationships/image" Target="../media/image43.png"/><Relationship Id="rId262" Type="http://schemas.openxmlformats.org/officeDocument/2006/relationships/customXml" Target="../ink/ink146.xml"/><Relationship Id="rId567" Type="http://schemas.openxmlformats.org/officeDocument/2006/relationships/customXml" Target="../ink/ink299.xml"/><Relationship Id="rId122" Type="http://schemas.openxmlformats.org/officeDocument/2006/relationships/customXml" Target="../ink/ink76.xml"/><Relationship Id="rId774" Type="http://schemas.openxmlformats.org/officeDocument/2006/relationships/image" Target="../media/image401.png"/><Relationship Id="rId427" Type="http://schemas.openxmlformats.org/officeDocument/2006/relationships/customXml" Target="../ink/ink229.xml"/><Relationship Id="rId634" Type="http://schemas.openxmlformats.org/officeDocument/2006/relationships/image" Target="../media/image331.png"/><Relationship Id="rId841" Type="http://schemas.openxmlformats.org/officeDocument/2006/relationships/customXml" Target="../ink/ink436.xml"/><Relationship Id="rId26" Type="http://schemas.openxmlformats.org/officeDocument/2006/relationships/customXml" Target="../ink/ink28.xml"/><Relationship Id="rId231" Type="http://schemas.openxmlformats.org/officeDocument/2006/relationships/image" Target="../media/image130.png"/><Relationship Id="rId273" Type="http://schemas.openxmlformats.org/officeDocument/2006/relationships/image" Target="../media/image151.png"/><Relationship Id="rId329" Type="http://schemas.openxmlformats.org/officeDocument/2006/relationships/customXml" Target="../ink/ink180.xml"/><Relationship Id="rId480" Type="http://schemas.openxmlformats.org/officeDocument/2006/relationships/image" Target="../media/image254.png"/><Relationship Id="rId536" Type="http://schemas.openxmlformats.org/officeDocument/2006/relationships/image" Target="../media/image282.png"/><Relationship Id="rId701" Type="http://schemas.openxmlformats.org/officeDocument/2006/relationships/customXml" Target="../ink/ink366.xml"/><Relationship Id="rId68" Type="http://schemas.openxmlformats.org/officeDocument/2006/relationships/customXml" Target="../ink/ink49.xml"/><Relationship Id="rId133" Type="http://schemas.openxmlformats.org/officeDocument/2006/relationships/image" Target="../media/image81.png"/><Relationship Id="rId175" Type="http://schemas.openxmlformats.org/officeDocument/2006/relationships/image" Target="../media/image102.png"/><Relationship Id="rId340" Type="http://schemas.openxmlformats.org/officeDocument/2006/relationships/image" Target="../media/image184.png"/><Relationship Id="rId578" Type="http://schemas.openxmlformats.org/officeDocument/2006/relationships/image" Target="../media/image303.png"/><Relationship Id="rId743" Type="http://schemas.openxmlformats.org/officeDocument/2006/relationships/customXml" Target="../ink/ink387.xml"/><Relationship Id="rId785" Type="http://schemas.openxmlformats.org/officeDocument/2006/relationships/customXml" Target="../ink/ink408.xml"/><Relationship Id="rId200" Type="http://schemas.openxmlformats.org/officeDocument/2006/relationships/customXml" Target="../ink/ink115.xml"/><Relationship Id="rId382" Type="http://schemas.openxmlformats.org/officeDocument/2006/relationships/image" Target="../media/image205.png"/><Relationship Id="rId438" Type="http://schemas.openxmlformats.org/officeDocument/2006/relationships/image" Target="../media/image233.png"/><Relationship Id="rId603" Type="http://schemas.openxmlformats.org/officeDocument/2006/relationships/customXml" Target="../ink/ink317.xml"/><Relationship Id="rId645" Type="http://schemas.openxmlformats.org/officeDocument/2006/relationships/customXml" Target="../ink/ink338.xml"/><Relationship Id="rId687" Type="http://schemas.openxmlformats.org/officeDocument/2006/relationships/customXml" Target="../ink/ink359.xml"/><Relationship Id="rId810" Type="http://schemas.openxmlformats.org/officeDocument/2006/relationships/image" Target="../media/image419.png"/><Relationship Id="rId852" Type="http://schemas.openxmlformats.org/officeDocument/2006/relationships/image" Target="../media/image440.png"/><Relationship Id="rId242" Type="http://schemas.openxmlformats.org/officeDocument/2006/relationships/customXml" Target="../ink/ink136.xml"/><Relationship Id="rId284" Type="http://schemas.openxmlformats.org/officeDocument/2006/relationships/customXml" Target="../ink/ink157.xml"/><Relationship Id="rId491" Type="http://schemas.openxmlformats.org/officeDocument/2006/relationships/customXml" Target="../ink/ink261.xml"/><Relationship Id="rId505" Type="http://schemas.openxmlformats.org/officeDocument/2006/relationships/customXml" Target="../ink/ink268.xml"/><Relationship Id="rId712" Type="http://schemas.openxmlformats.org/officeDocument/2006/relationships/image" Target="../media/image370.png"/><Relationship Id="rId894" Type="http://schemas.openxmlformats.org/officeDocument/2006/relationships/image" Target="../media/image461.png"/><Relationship Id="rId37" Type="http://schemas.openxmlformats.org/officeDocument/2006/relationships/image" Target="../media/image33.png"/><Relationship Id="rId79" Type="http://schemas.openxmlformats.org/officeDocument/2006/relationships/image" Target="../media/image54.png"/><Relationship Id="rId102" Type="http://schemas.openxmlformats.org/officeDocument/2006/relationships/customXml" Target="../ink/ink66.xml"/><Relationship Id="rId144" Type="http://schemas.openxmlformats.org/officeDocument/2006/relationships/customXml" Target="../ink/ink87.xml"/><Relationship Id="rId547" Type="http://schemas.openxmlformats.org/officeDocument/2006/relationships/customXml" Target="../ink/ink289.xml"/><Relationship Id="rId589" Type="http://schemas.openxmlformats.org/officeDocument/2006/relationships/customXml" Target="../ink/ink310.xml"/><Relationship Id="rId754" Type="http://schemas.openxmlformats.org/officeDocument/2006/relationships/image" Target="../media/image391.png"/><Relationship Id="rId796" Type="http://schemas.openxmlformats.org/officeDocument/2006/relationships/image" Target="../media/image412.png"/><Relationship Id="rId90" Type="http://schemas.openxmlformats.org/officeDocument/2006/relationships/customXml" Target="../ink/ink60.xml"/><Relationship Id="rId186" Type="http://schemas.openxmlformats.org/officeDocument/2006/relationships/customXml" Target="../ink/ink108.xml"/><Relationship Id="rId351" Type="http://schemas.openxmlformats.org/officeDocument/2006/relationships/customXml" Target="../ink/ink191.xml"/><Relationship Id="rId393" Type="http://schemas.openxmlformats.org/officeDocument/2006/relationships/customXml" Target="../ink/ink212.xml"/><Relationship Id="rId407" Type="http://schemas.openxmlformats.org/officeDocument/2006/relationships/customXml" Target="../ink/ink219.xml"/><Relationship Id="rId449" Type="http://schemas.openxmlformats.org/officeDocument/2006/relationships/customXml" Target="../ink/ink240.xml"/><Relationship Id="rId614" Type="http://schemas.openxmlformats.org/officeDocument/2006/relationships/image" Target="../media/image321.png"/><Relationship Id="rId656" Type="http://schemas.openxmlformats.org/officeDocument/2006/relationships/image" Target="../media/image342.png"/><Relationship Id="rId821" Type="http://schemas.openxmlformats.org/officeDocument/2006/relationships/customXml" Target="../ink/ink426.xml"/><Relationship Id="rId863" Type="http://schemas.openxmlformats.org/officeDocument/2006/relationships/customXml" Target="../ink/ink447.xml"/><Relationship Id="rId211" Type="http://schemas.openxmlformats.org/officeDocument/2006/relationships/image" Target="../media/image120.png"/><Relationship Id="rId253" Type="http://schemas.openxmlformats.org/officeDocument/2006/relationships/image" Target="../media/image141.png"/><Relationship Id="rId295" Type="http://schemas.openxmlformats.org/officeDocument/2006/relationships/image" Target="../media/image162.png"/><Relationship Id="rId309" Type="http://schemas.openxmlformats.org/officeDocument/2006/relationships/image" Target="../media/image169.png"/><Relationship Id="rId460" Type="http://schemas.openxmlformats.org/officeDocument/2006/relationships/image" Target="../media/image244.png"/><Relationship Id="rId516" Type="http://schemas.openxmlformats.org/officeDocument/2006/relationships/image" Target="../media/image272.png"/><Relationship Id="rId698" Type="http://schemas.openxmlformats.org/officeDocument/2006/relationships/image" Target="../media/image363.png"/><Relationship Id="rId48" Type="http://schemas.openxmlformats.org/officeDocument/2006/relationships/customXml" Target="../ink/ink39.xml"/><Relationship Id="rId113" Type="http://schemas.openxmlformats.org/officeDocument/2006/relationships/image" Target="../media/image71.png"/><Relationship Id="rId320" Type="http://schemas.openxmlformats.org/officeDocument/2006/relationships/image" Target="../media/image174.png"/><Relationship Id="rId558" Type="http://schemas.openxmlformats.org/officeDocument/2006/relationships/image" Target="../media/image293.png"/><Relationship Id="rId723" Type="http://schemas.openxmlformats.org/officeDocument/2006/relationships/customXml" Target="../ink/ink377.xml"/><Relationship Id="rId765" Type="http://schemas.openxmlformats.org/officeDocument/2006/relationships/customXml" Target="../ink/ink398.xml"/><Relationship Id="rId155" Type="http://schemas.openxmlformats.org/officeDocument/2006/relationships/image" Target="../media/image92.png"/><Relationship Id="rId197" Type="http://schemas.openxmlformats.org/officeDocument/2006/relationships/image" Target="../media/image113.png"/><Relationship Id="rId362" Type="http://schemas.openxmlformats.org/officeDocument/2006/relationships/image" Target="../media/image195.png"/><Relationship Id="rId418" Type="http://schemas.openxmlformats.org/officeDocument/2006/relationships/image" Target="../media/image223.png"/><Relationship Id="rId625" Type="http://schemas.openxmlformats.org/officeDocument/2006/relationships/customXml" Target="../ink/ink328.xml"/><Relationship Id="rId832" Type="http://schemas.openxmlformats.org/officeDocument/2006/relationships/image" Target="../media/image430.png"/><Relationship Id="rId222" Type="http://schemas.openxmlformats.org/officeDocument/2006/relationships/customXml" Target="../ink/ink126.xml"/><Relationship Id="rId264" Type="http://schemas.openxmlformats.org/officeDocument/2006/relationships/customXml" Target="../ink/ink147.xml"/><Relationship Id="rId471" Type="http://schemas.openxmlformats.org/officeDocument/2006/relationships/customXml" Target="../ink/ink251.xml"/><Relationship Id="rId667" Type="http://schemas.openxmlformats.org/officeDocument/2006/relationships/customXml" Target="../ink/ink349.xml"/><Relationship Id="rId874" Type="http://schemas.openxmlformats.org/officeDocument/2006/relationships/image" Target="../media/image451.png"/><Relationship Id="rId17" Type="http://schemas.openxmlformats.org/officeDocument/2006/relationships/image" Target="../media/image23.png"/><Relationship Id="rId59" Type="http://schemas.openxmlformats.org/officeDocument/2006/relationships/image" Target="../media/image44.png"/><Relationship Id="rId124" Type="http://schemas.openxmlformats.org/officeDocument/2006/relationships/customXml" Target="../ink/ink77.xml"/><Relationship Id="rId527" Type="http://schemas.openxmlformats.org/officeDocument/2006/relationships/customXml" Target="../ink/ink279.xml"/><Relationship Id="rId569" Type="http://schemas.openxmlformats.org/officeDocument/2006/relationships/customXml" Target="../ink/ink300.xml"/><Relationship Id="rId734" Type="http://schemas.openxmlformats.org/officeDocument/2006/relationships/image" Target="../media/image381.png"/><Relationship Id="rId776" Type="http://schemas.openxmlformats.org/officeDocument/2006/relationships/image" Target="../media/image402.png"/><Relationship Id="rId70" Type="http://schemas.openxmlformats.org/officeDocument/2006/relationships/customXml" Target="../ink/ink50.xml"/><Relationship Id="rId166" Type="http://schemas.openxmlformats.org/officeDocument/2006/relationships/customXml" Target="../ink/ink98.xml"/><Relationship Id="rId331" Type="http://schemas.openxmlformats.org/officeDocument/2006/relationships/customXml" Target="../ink/ink181.xml"/><Relationship Id="rId373" Type="http://schemas.openxmlformats.org/officeDocument/2006/relationships/customXml" Target="../ink/ink202.xml"/><Relationship Id="rId429" Type="http://schemas.openxmlformats.org/officeDocument/2006/relationships/customXml" Target="../ink/ink230.xml"/><Relationship Id="rId580" Type="http://schemas.openxmlformats.org/officeDocument/2006/relationships/image" Target="../media/image304.png"/><Relationship Id="rId636" Type="http://schemas.openxmlformats.org/officeDocument/2006/relationships/image" Target="../media/image332.png"/><Relationship Id="rId801" Type="http://schemas.openxmlformats.org/officeDocument/2006/relationships/customXml" Target="../ink/ink416.xml"/><Relationship Id="rId1" Type="http://schemas.openxmlformats.org/officeDocument/2006/relationships/slideLayout" Target="../slideLayouts/slideLayout6.xml"/><Relationship Id="rId233" Type="http://schemas.openxmlformats.org/officeDocument/2006/relationships/image" Target="../media/image131.png"/><Relationship Id="rId440" Type="http://schemas.openxmlformats.org/officeDocument/2006/relationships/image" Target="../media/image234.png"/><Relationship Id="rId678" Type="http://schemas.openxmlformats.org/officeDocument/2006/relationships/image" Target="../media/image353.png"/><Relationship Id="rId843" Type="http://schemas.openxmlformats.org/officeDocument/2006/relationships/customXml" Target="../ink/ink437.xml"/><Relationship Id="rId885" Type="http://schemas.openxmlformats.org/officeDocument/2006/relationships/customXml" Target="../ink/ink458.xml"/><Relationship Id="rId28" Type="http://schemas.openxmlformats.org/officeDocument/2006/relationships/customXml" Target="../ink/ink29.xml"/><Relationship Id="rId275" Type="http://schemas.openxmlformats.org/officeDocument/2006/relationships/image" Target="../media/image152.png"/><Relationship Id="rId300" Type="http://schemas.openxmlformats.org/officeDocument/2006/relationships/customXml" Target="../ink/ink165.xml"/><Relationship Id="rId482" Type="http://schemas.openxmlformats.org/officeDocument/2006/relationships/image" Target="../media/image255.png"/><Relationship Id="rId538" Type="http://schemas.openxmlformats.org/officeDocument/2006/relationships/image" Target="../media/image283.png"/><Relationship Id="rId703" Type="http://schemas.openxmlformats.org/officeDocument/2006/relationships/customXml" Target="../ink/ink367.xml"/><Relationship Id="rId745" Type="http://schemas.openxmlformats.org/officeDocument/2006/relationships/customXml" Target="../ink/ink388.xml"/><Relationship Id="rId81" Type="http://schemas.openxmlformats.org/officeDocument/2006/relationships/image" Target="../media/image55.png"/><Relationship Id="rId135" Type="http://schemas.openxmlformats.org/officeDocument/2006/relationships/image" Target="../media/image82.png"/><Relationship Id="rId177" Type="http://schemas.openxmlformats.org/officeDocument/2006/relationships/image" Target="../media/image103.png"/><Relationship Id="rId342" Type="http://schemas.openxmlformats.org/officeDocument/2006/relationships/image" Target="../media/image185.png"/><Relationship Id="rId384" Type="http://schemas.openxmlformats.org/officeDocument/2006/relationships/image" Target="../media/image206.png"/><Relationship Id="rId591" Type="http://schemas.openxmlformats.org/officeDocument/2006/relationships/customXml" Target="../ink/ink311.xml"/><Relationship Id="rId605" Type="http://schemas.openxmlformats.org/officeDocument/2006/relationships/customXml" Target="../ink/ink318.xml"/><Relationship Id="rId787" Type="http://schemas.openxmlformats.org/officeDocument/2006/relationships/customXml" Target="../ink/ink409.xml"/><Relationship Id="rId812" Type="http://schemas.openxmlformats.org/officeDocument/2006/relationships/image" Target="../media/image420.png"/><Relationship Id="rId202" Type="http://schemas.openxmlformats.org/officeDocument/2006/relationships/customXml" Target="../ink/ink116.xml"/><Relationship Id="rId244" Type="http://schemas.openxmlformats.org/officeDocument/2006/relationships/customXml" Target="../ink/ink137.xml"/><Relationship Id="rId647" Type="http://schemas.openxmlformats.org/officeDocument/2006/relationships/customXml" Target="../ink/ink339.xml"/><Relationship Id="rId689" Type="http://schemas.openxmlformats.org/officeDocument/2006/relationships/customXml" Target="../ink/ink360.xml"/><Relationship Id="rId854" Type="http://schemas.openxmlformats.org/officeDocument/2006/relationships/image" Target="../media/image441.png"/><Relationship Id="rId39" Type="http://schemas.openxmlformats.org/officeDocument/2006/relationships/image" Target="../media/image34.png"/><Relationship Id="rId286" Type="http://schemas.openxmlformats.org/officeDocument/2006/relationships/customXml" Target="../ink/ink158.xml"/><Relationship Id="rId451" Type="http://schemas.openxmlformats.org/officeDocument/2006/relationships/customXml" Target="../ink/ink241.xml"/><Relationship Id="rId493" Type="http://schemas.openxmlformats.org/officeDocument/2006/relationships/customXml" Target="../ink/ink262.xml"/><Relationship Id="rId507" Type="http://schemas.openxmlformats.org/officeDocument/2006/relationships/customXml" Target="../ink/ink269.xml"/><Relationship Id="rId549" Type="http://schemas.openxmlformats.org/officeDocument/2006/relationships/customXml" Target="../ink/ink290.xml"/><Relationship Id="rId714" Type="http://schemas.openxmlformats.org/officeDocument/2006/relationships/image" Target="../media/image371.png"/><Relationship Id="rId756" Type="http://schemas.openxmlformats.org/officeDocument/2006/relationships/image" Target="../media/image392.png"/><Relationship Id="rId50" Type="http://schemas.openxmlformats.org/officeDocument/2006/relationships/customXml" Target="../ink/ink40.xml"/><Relationship Id="rId104" Type="http://schemas.openxmlformats.org/officeDocument/2006/relationships/customXml" Target="../ink/ink67.xml"/><Relationship Id="rId146" Type="http://schemas.openxmlformats.org/officeDocument/2006/relationships/customXml" Target="../ink/ink88.xml"/><Relationship Id="rId188" Type="http://schemas.openxmlformats.org/officeDocument/2006/relationships/customXml" Target="../ink/ink109.xml"/><Relationship Id="rId311" Type="http://schemas.openxmlformats.org/officeDocument/2006/relationships/image" Target="../media/image170.png"/><Relationship Id="rId353" Type="http://schemas.openxmlformats.org/officeDocument/2006/relationships/customXml" Target="../ink/ink192.xml"/><Relationship Id="rId395" Type="http://schemas.openxmlformats.org/officeDocument/2006/relationships/customXml" Target="../ink/ink213.xml"/><Relationship Id="rId409" Type="http://schemas.openxmlformats.org/officeDocument/2006/relationships/customXml" Target="../ink/ink220.xml"/><Relationship Id="rId560" Type="http://schemas.openxmlformats.org/officeDocument/2006/relationships/image" Target="../media/image294.png"/><Relationship Id="rId798" Type="http://schemas.openxmlformats.org/officeDocument/2006/relationships/image" Target="../media/image413.png"/><Relationship Id="rId92" Type="http://schemas.openxmlformats.org/officeDocument/2006/relationships/customXml" Target="../ink/ink61.xml"/><Relationship Id="rId213" Type="http://schemas.openxmlformats.org/officeDocument/2006/relationships/image" Target="../media/image121.png"/><Relationship Id="rId420" Type="http://schemas.openxmlformats.org/officeDocument/2006/relationships/image" Target="../media/image224.png"/><Relationship Id="rId616" Type="http://schemas.openxmlformats.org/officeDocument/2006/relationships/image" Target="../media/image322.png"/><Relationship Id="rId658" Type="http://schemas.openxmlformats.org/officeDocument/2006/relationships/image" Target="../media/image343.png"/><Relationship Id="rId823" Type="http://schemas.openxmlformats.org/officeDocument/2006/relationships/customXml" Target="../ink/ink427.xml"/><Relationship Id="rId865" Type="http://schemas.openxmlformats.org/officeDocument/2006/relationships/customXml" Target="../ink/ink448.xml"/><Relationship Id="rId255" Type="http://schemas.openxmlformats.org/officeDocument/2006/relationships/image" Target="../media/image142.png"/><Relationship Id="rId297" Type="http://schemas.openxmlformats.org/officeDocument/2006/relationships/image" Target="../media/image163.png"/><Relationship Id="rId462" Type="http://schemas.openxmlformats.org/officeDocument/2006/relationships/image" Target="../media/image245.png"/><Relationship Id="rId518" Type="http://schemas.openxmlformats.org/officeDocument/2006/relationships/image" Target="../media/image273.png"/><Relationship Id="rId725" Type="http://schemas.openxmlformats.org/officeDocument/2006/relationships/customXml" Target="../ink/ink378.xml"/><Relationship Id="rId115" Type="http://schemas.openxmlformats.org/officeDocument/2006/relationships/image" Target="../media/image72.png"/><Relationship Id="rId157" Type="http://schemas.openxmlformats.org/officeDocument/2006/relationships/image" Target="../media/image93.png"/><Relationship Id="rId322" Type="http://schemas.openxmlformats.org/officeDocument/2006/relationships/image" Target="../media/image175.png"/><Relationship Id="rId364" Type="http://schemas.openxmlformats.org/officeDocument/2006/relationships/image" Target="../media/image196.png"/><Relationship Id="rId767" Type="http://schemas.openxmlformats.org/officeDocument/2006/relationships/customXml" Target="../ink/ink399.xml"/><Relationship Id="rId61" Type="http://schemas.openxmlformats.org/officeDocument/2006/relationships/image" Target="../media/image45.png"/><Relationship Id="rId199" Type="http://schemas.openxmlformats.org/officeDocument/2006/relationships/image" Target="../media/image114.png"/><Relationship Id="rId571" Type="http://schemas.openxmlformats.org/officeDocument/2006/relationships/customXml" Target="../ink/ink301.xml"/><Relationship Id="rId627" Type="http://schemas.openxmlformats.org/officeDocument/2006/relationships/customXml" Target="../ink/ink329.xml"/><Relationship Id="rId669" Type="http://schemas.openxmlformats.org/officeDocument/2006/relationships/customXml" Target="../ink/ink350.xml"/><Relationship Id="rId834" Type="http://schemas.openxmlformats.org/officeDocument/2006/relationships/image" Target="../media/image431.png"/><Relationship Id="rId876" Type="http://schemas.openxmlformats.org/officeDocument/2006/relationships/image" Target="../media/image452.png"/><Relationship Id="rId19" Type="http://schemas.openxmlformats.org/officeDocument/2006/relationships/image" Target="../media/image24.png"/><Relationship Id="rId224" Type="http://schemas.openxmlformats.org/officeDocument/2006/relationships/customXml" Target="../ink/ink127.xml"/><Relationship Id="rId266" Type="http://schemas.openxmlformats.org/officeDocument/2006/relationships/customXml" Target="../ink/ink148.xml"/><Relationship Id="rId431" Type="http://schemas.openxmlformats.org/officeDocument/2006/relationships/customXml" Target="../ink/ink231.xml"/><Relationship Id="rId473" Type="http://schemas.openxmlformats.org/officeDocument/2006/relationships/customXml" Target="../ink/ink252.xml"/><Relationship Id="rId529" Type="http://schemas.openxmlformats.org/officeDocument/2006/relationships/customXml" Target="../ink/ink280.xml"/><Relationship Id="rId680" Type="http://schemas.openxmlformats.org/officeDocument/2006/relationships/image" Target="../media/image354.png"/><Relationship Id="rId736" Type="http://schemas.openxmlformats.org/officeDocument/2006/relationships/image" Target="../media/image382.png"/><Relationship Id="rId30" Type="http://schemas.openxmlformats.org/officeDocument/2006/relationships/customXml" Target="../ink/ink30.xml"/><Relationship Id="rId126" Type="http://schemas.openxmlformats.org/officeDocument/2006/relationships/customXml" Target="../ink/ink78.xml"/><Relationship Id="rId168" Type="http://schemas.openxmlformats.org/officeDocument/2006/relationships/customXml" Target="../ink/ink99.xml"/><Relationship Id="rId333" Type="http://schemas.openxmlformats.org/officeDocument/2006/relationships/customXml" Target="../ink/ink182.xml"/><Relationship Id="rId540" Type="http://schemas.openxmlformats.org/officeDocument/2006/relationships/image" Target="../media/image284.png"/><Relationship Id="rId778" Type="http://schemas.openxmlformats.org/officeDocument/2006/relationships/image" Target="../media/image403.png"/><Relationship Id="rId72" Type="http://schemas.openxmlformats.org/officeDocument/2006/relationships/customXml" Target="../ink/ink51.xml"/><Relationship Id="rId375" Type="http://schemas.openxmlformats.org/officeDocument/2006/relationships/customXml" Target="../ink/ink203.xml"/><Relationship Id="rId582" Type="http://schemas.openxmlformats.org/officeDocument/2006/relationships/image" Target="../media/image305.png"/><Relationship Id="rId638" Type="http://schemas.openxmlformats.org/officeDocument/2006/relationships/image" Target="../media/image333.png"/><Relationship Id="rId803" Type="http://schemas.openxmlformats.org/officeDocument/2006/relationships/customXml" Target="../ink/ink417.xml"/><Relationship Id="rId845" Type="http://schemas.openxmlformats.org/officeDocument/2006/relationships/customXml" Target="../ink/ink438.xml"/><Relationship Id="rId3" Type="http://schemas.openxmlformats.org/officeDocument/2006/relationships/image" Target="../media/image16.png"/><Relationship Id="rId235" Type="http://schemas.openxmlformats.org/officeDocument/2006/relationships/image" Target="../media/image132.png"/><Relationship Id="rId277" Type="http://schemas.openxmlformats.org/officeDocument/2006/relationships/image" Target="../media/image153.png"/><Relationship Id="rId400" Type="http://schemas.openxmlformats.org/officeDocument/2006/relationships/image" Target="../media/image214.png"/><Relationship Id="rId442" Type="http://schemas.openxmlformats.org/officeDocument/2006/relationships/image" Target="../media/image235.png"/><Relationship Id="rId484" Type="http://schemas.openxmlformats.org/officeDocument/2006/relationships/image" Target="../media/image256.png"/><Relationship Id="rId705" Type="http://schemas.openxmlformats.org/officeDocument/2006/relationships/customXml" Target="../ink/ink368.xml"/><Relationship Id="rId887" Type="http://schemas.openxmlformats.org/officeDocument/2006/relationships/customXml" Target="../ink/ink459.xml"/><Relationship Id="rId137" Type="http://schemas.openxmlformats.org/officeDocument/2006/relationships/image" Target="../media/image83.png"/><Relationship Id="rId302" Type="http://schemas.openxmlformats.org/officeDocument/2006/relationships/customXml" Target="../ink/ink166.xml"/><Relationship Id="rId344" Type="http://schemas.openxmlformats.org/officeDocument/2006/relationships/image" Target="../media/image186.png"/><Relationship Id="rId691" Type="http://schemas.openxmlformats.org/officeDocument/2006/relationships/customXml" Target="../ink/ink361.xml"/><Relationship Id="rId747" Type="http://schemas.openxmlformats.org/officeDocument/2006/relationships/customXml" Target="../ink/ink389.xml"/><Relationship Id="rId789" Type="http://schemas.openxmlformats.org/officeDocument/2006/relationships/customXml" Target="../ink/ink410.xml"/><Relationship Id="rId41" Type="http://schemas.openxmlformats.org/officeDocument/2006/relationships/image" Target="../media/image35.png"/><Relationship Id="rId83" Type="http://schemas.openxmlformats.org/officeDocument/2006/relationships/image" Target="../media/image56.png"/><Relationship Id="rId179" Type="http://schemas.openxmlformats.org/officeDocument/2006/relationships/image" Target="../media/image104.png"/><Relationship Id="rId386" Type="http://schemas.openxmlformats.org/officeDocument/2006/relationships/image" Target="../media/image207.png"/><Relationship Id="rId551" Type="http://schemas.openxmlformats.org/officeDocument/2006/relationships/customXml" Target="../ink/ink291.xml"/><Relationship Id="rId593" Type="http://schemas.openxmlformats.org/officeDocument/2006/relationships/customXml" Target="../ink/ink312.xml"/><Relationship Id="rId607" Type="http://schemas.openxmlformats.org/officeDocument/2006/relationships/customXml" Target="../ink/ink319.xml"/><Relationship Id="rId649" Type="http://schemas.openxmlformats.org/officeDocument/2006/relationships/customXml" Target="../ink/ink340.xml"/><Relationship Id="rId814" Type="http://schemas.openxmlformats.org/officeDocument/2006/relationships/image" Target="../media/image421.png"/><Relationship Id="rId856" Type="http://schemas.openxmlformats.org/officeDocument/2006/relationships/image" Target="../media/image442.png"/><Relationship Id="rId190" Type="http://schemas.openxmlformats.org/officeDocument/2006/relationships/customXml" Target="../ink/ink110.xml"/><Relationship Id="rId204" Type="http://schemas.openxmlformats.org/officeDocument/2006/relationships/customXml" Target="../ink/ink117.xml"/><Relationship Id="rId246" Type="http://schemas.openxmlformats.org/officeDocument/2006/relationships/customXml" Target="../ink/ink138.xml"/><Relationship Id="rId288" Type="http://schemas.openxmlformats.org/officeDocument/2006/relationships/customXml" Target="../ink/ink159.xml"/><Relationship Id="rId411" Type="http://schemas.openxmlformats.org/officeDocument/2006/relationships/customXml" Target="../ink/ink221.xml"/><Relationship Id="rId453" Type="http://schemas.openxmlformats.org/officeDocument/2006/relationships/customXml" Target="../ink/ink242.xml"/><Relationship Id="rId509" Type="http://schemas.openxmlformats.org/officeDocument/2006/relationships/customXml" Target="../ink/ink270.xml"/><Relationship Id="rId660" Type="http://schemas.openxmlformats.org/officeDocument/2006/relationships/image" Target="../media/image344.png"/><Relationship Id="rId106" Type="http://schemas.openxmlformats.org/officeDocument/2006/relationships/customXml" Target="../ink/ink68.xml"/><Relationship Id="rId313" Type="http://schemas.openxmlformats.org/officeDocument/2006/relationships/customXml" Target="../ink/ink172.xml"/><Relationship Id="rId495" Type="http://schemas.openxmlformats.org/officeDocument/2006/relationships/customXml" Target="../ink/ink263.xml"/><Relationship Id="rId716" Type="http://schemas.openxmlformats.org/officeDocument/2006/relationships/image" Target="../media/image372.png"/><Relationship Id="rId758" Type="http://schemas.openxmlformats.org/officeDocument/2006/relationships/image" Target="../media/image393.png"/><Relationship Id="rId10" Type="http://schemas.openxmlformats.org/officeDocument/2006/relationships/customXml" Target="../ink/ink20.xml"/><Relationship Id="rId52" Type="http://schemas.openxmlformats.org/officeDocument/2006/relationships/customXml" Target="../ink/ink41.xml"/><Relationship Id="rId94" Type="http://schemas.openxmlformats.org/officeDocument/2006/relationships/customXml" Target="../ink/ink62.xml"/><Relationship Id="rId148" Type="http://schemas.openxmlformats.org/officeDocument/2006/relationships/customXml" Target="../ink/ink89.xml"/><Relationship Id="rId355" Type="http://schemas.openxmlformats.org/officeDocument/2006/relationships/customXml" Target="../ink/ink193.xml"/><Relationship Id="rId397" Type="http://schemas.openxmlformats.org/officeDocument/2006/relationships/customXml" Target="../ink/ink214.xml"/><Relationship Id="rId520" Type="http://schemas.openxmlformats.org/officeDocument/2006/relationships/image" Target="../media/image274.png"/><Relationship Id="rId562" Type="http://schemas.openxmlformats.org/officeDocument/2006/relationships/image" Target="../media/image295.png"/><Relationship Id="rId618" Type="http://schemas.openxmlformats.org/officeDocument/2006/relationships/image" Target="../media/image323.png"/><Relationship Id="rId825" Type="http://schemas.openxmlformats.org/officeDocument/2006/relationships/customXml" Target="../ink/ink428.xml"/><Relationship Id="rId215" Type="http://schemas.openxmlformats.org/officeDocument/2006/relationships/image" Target="../media/image122.png"/><Relationship Id="rId257" Type="http://schemas.openxmlformats.org/officeDocument/2006/relationships/image" Target="../media/image143.png"/><Relationship Id="rId422" Type="http://schemas.openxmlformats.org/officeDocument/2006/relationships/image" Target="../media/image225.png"/><Relationship Id="rId464" Type="http://schemas.openxmlformats.org/officeDocument/2006/relationships/image" Target="../media/image246.png"/><Relationship Id="rId867" Type="http://schemas.openxmlformats.org/officeDocument/2006/relationships/customXml" Target="../ink/ink449.xml"/><Relationship Id="rId299" Type="http://schemas.openxmlformats.org/officeDocument/2006/relationships/image" Target="../media/image164.png"/><Relationship Id="rId727" Type="http://schemas.openxmlformats.org/officeDocument/2006/relationships/customXml" Target="../ink/ink379.xml"/><Relationship Id="rId63" Type="http://schemas.openxmlformats.org/officeDocument/2006/relationships/image" Target="../media/image46.png"/><Relationship Id="rId159" Type="http://schemas.openxmlformats.org/officeDocument/2006/relationships/image" Target="../media/image94.png"/><Relationship Id="rId366" Type="http://schemas.openxmlformats.org/officeDocument/2006/relationships/image" Target="../media/image197.png"/><Relationship Id="rId573" Type="http://schemas.openxmlformats.org/officeDocument/2006/relationships/customXml" Target="../ink/ink302.xml"/><Relationship Id="rId780" Type="http://schemas.openxmlformats.org/officeDocument/2006/relationships/image" Target="../media/image404.png"/><Relationship Id="rId226" Type="http://schemas.openxmlformats.org/officeDocument/2006/relationships/customXml" Target="../ink/ink128.xml"/><Relationship Id="rId433" Type="http://schemas.openxmlformats.org/officeDocument/2006/relationships/customXml" Target="../ink/ink232.xml"/><Relationship Id="rId878" Type="http://schemas.openxmlformats.org/officeDocument/2006/relationships/image" Target="../media/image453.png"/><Relationship Id="rId640" Type="http://schemas.openxmlformats.org/officeDocument/2006/relationships/image" Target="../media/image334.png"/><Relationship Id="rId738" Type="http://schemas.openxmlformats.org/officeDocument/2006/relationships/image" Target="../media/image383.png"/><Relationship Id="rId74" Type="http://schemas.openxmlformats.org/officeDocument/2006/relationships/customXml" Target="../ink/ink52.xml"/><Relationship Id="rId377" Type="http://schemas.openxmlformats.org/officeDocument/2006/relationships/customXml" Target="../ink/ink204.xml"/><Relationship Id="rId500" Type="http://schemas.openxmlformats.org/officeDocument/2006/relationships/image" Target="../media/image264.png"/><Relationship Id="rId584" Type="http://schemas.openxmlformats.org/officeDocument/2006/relationships/image" Target="../media/image306.png"/><Relationship Id="rId805" Type="http://schemas.openxmlformats.org/officeDocument/2006/relationships/customXml" Target="../ink/ink418.xml"/><Relationship Id="rId5" Type="http://schemas.openxmlformats.org/officeDocument/2006/relationships/image" Target="../media/image17.png"/><Relationship Id="rId237" Type="http://schemas.openxmlformats.org/officeDocument/2006/relationships/image" Target="../media/image133.png"/><Relationship Id="rId791" Type="http://schemas.openxmlformats.org/officeDocument/2006/relationships/customXml" Target="../ink/ink411.xml"/><Relationship Id="rId889" Type="http://schemas.openxmlformats.org/officeDocument/2006/relationships/customXml" Target="../ink/ink460.xml"/><Relationship Id="rId444" Type="http://schemas.openxmlformats.org/officeDocument/2006/relationships/image" Target="../media/image236.png"/><Relationship Id="rId651" Type="http://schemas.openxmlformats.org/officeDocument/2006/relationships/customXml" Target="../ink/ink341.xml"/><Relationship Id="rId749" Type="http://schemas.openxmlformats.org/officeDocument/2006/relationships/customXml" Target="../ink/ink390.xml"/><Relationship Id="rId290" Type="http://schemas.openxmlformats.org/officeDocument/2006/relationships/customXml" Target="../ink/ink160.xml"/><Relationship Id="rId304" Type="http://schemas.openxmlformats.org/officeDocument/2006/relationships/customXml" Target="../ink/ink167.xml"/><Relationship Id="rId388" Type="http://schemas.openxmlformats.org/officeDocument/2006/relationships/image" Target="../media/image208.png"/><Relationship Id="rId511" Type="http://schemas.openxmlformats.org/officeDocument/2006/relationships/customXml" Target="../ink/ink271.xml"/><Relationship Id="rId609" Type="http://schemas.openxmlformats.org/officeDocument/2006/relationships/customXml" Target="../ink/ink320.xml"/><Relationship Id="rId85" Type="http://schemas.openxmlformats.org/officeDocument/2006/relationships/image" Target="../media/image57.png"/><Relationship Id="rId150" Type="http://schemas.openxmlformats.org/officeDocument/2006/relationships/customXml" Target="../ink/ink90.xml"/><Relationship Id="rId595" Type="http://schemas.openxmlformats.org/officeDocument/2006/relationships/customXml" Target="../ink/ink313.xml"/><Relationship Id="rId816" Type="http://schemas.openxmlformats.org/officeDocument/2006/relationships/image" Target="../media/image422.png"/><Relationship Id="rId248" Type="http://schemas.openxmlformats.org/officeDocument/2006/relationships/customXml" Target="../ink/ink139.xml"/><Relationship Id="rId455" Type="http://schemas.openxmlformats.org/officeDocument/2006/relationships/customXml" Target="../ink/ink243.xml"/><Relationship Id="rId662" Type="http://schemas.openxmlformats.org/officeDocument/2006/relationships/image" Target="../media/image345.png"/><Relationship Id="rId12" Type="http://schemas.openxmlformats.org/officeDocument/2006/relationships/customXml" Target="../ink/ink21.xml"/><Relationship Id="rId108" Type="http://schemas.openxmlformats.org/officeDocument/2006/relationships/customXml" Target="../ink/ink69.xml"/><Relationship Id="rId315" Type="http://schemas.openxmlformats.org/officeDocument/2006/relationships/customXml" Target="../ink/ink173.xml"/><Relationship Id="rId522" Type="http://schemas.openxmlformats.org/officeDocument/2006/relationships/image" Target="../media/image275.png"/><Relationship Id="rId96" Type="http://schemas.openxmlformats.org/officeDocument/2006/relationships/customXml" Target="../ink/ink63.xml"/><Relationship Id="rId161" Type="http://schemas.openxmlformats.org/officeDocument/2006/relationships/image" Target="../media/image95.png"/><Relationship Id="rId399" Type="http://schemas.openxmlformats.org/officeDocument/2006/relationships/customXml" Target="../ink/ink215.xml"/><Relationship Id="rId827" Type="http://schemas.openxmlformats.org/officeDocument/2006/relationships/customXml" Target="../ink/ink429.xml"/><Relationship Id="rId259" Type="http://schemas.openxmlformats.org/officeDocument/2006/relationships/image" Target="../media/image144.png"/><Relationship Id="rId466" Type="http://schemas.openxmlformats.org/officeDocument/2006/relationships/image" Target="../media/image247.png"/><Relationship Id="rId673" Type="http://schemas.openxmlformats.org/officeDocument/2006/relationships/customXml" Target="../ink/ink352.xml"/><Relationship Id="rId880" Type="http://schemas.openxmlformats.org/officeDocument/2006/relationships/image" Target="../media/image454.png"/><Relationship Id="rId23" Type="http://schemas.openxmlformats.org/officeDocument/2006/relationships/image" Target="../media/image26.png"/><Relationship Id="rId119" Type="http://schemas.openxmlformats.org/officeDocument/2006/relationships/image" Target="../media/image74.png"/><Relationship Id="rId326" Type="http://schemas.openxmlformats.org/officeDocument/2006/relationships/image" Target="../media/image177.png"/><Relationship Id="rId533" Type="http://schemas.openxmlformats.org/officeDocument/2006/relationships/customXml" Target="../ink/ink282.xml"/><Relationship Id="rId740" Type="http://schemas.openxmlformats.org/officeDocument/2006/relationships/image" Target="../media/image384.png"/><Relationship Id="rId838" Type="http://schemas.openxmlformats.org/officeDocument/2006/relationships/image" Target="../media/image433.png"/><Relationship Id="rId172" Type="http://schemas.openxmlformats.org/officeDocument/2006/relationships/customXml" Target="../ink/ink101.xml"/><Relationship Id="rId477" Type="http://schemas.openxmlformats.org/officeDocument/2006/relationships/customXml" Target="../ink/ink254.xml"/><Relationship Id="rId600" Type="http://schemas.openxmlformats.org/officeDocument/2006/relationships/image" Target="../media/image314.png"/><Relationship Id="rId684" Type="http://schemas.openxmlformats.org/officeDocument/2006/relationships/image" Target="../media/image356.png"/><Relationship Id="rId337" Type="http://schemas.openxmlformats.org/officeDocument/2006/relationships/customXml" Target="../ink/ink184.xml"/><Relationship Id="rId891" Type="http://schemas.openxmlformats.org/officeDocument/2006/relationships/customXml" Target="../ink/ink461.xml"/><Relationship Id="rId34" Type="http://schemas.openxmlformats.org/officeDocument/2006/relationships/customXml" Target="../ink/ink32.xml"/><Relationship Id="rId544" Type="http://schemas.openxmlformats.org/officeDocument/2006/relationships/image" Target="../media/image286.png"/><Relationship Id="rId751" Type="http://schemas.openxmlformats.org/officeDocument/2006/relationships/customXml" Target="../ink/ink391.xml"/><Relationship Id="rId849" Type="http://schemas.openxmlformats.org/officeDocument/2006/relationships/customXml" Target="../ink/ink440.xml"/><Relationship Id="rId183" Type="http://schemas.openxmlformats.org/officeDocument/2006/relationships/image" Target="../media/image106.png"/><Relationship Id="rId390" Type="http://schemas.openxmlformats.org/officeDocument/2006/relationships/image" Target="../media/image209.png"/><Relationship Id="rId404" Type="http://schemas.openxmlformats.org/officeDocument/2006/relationships/image" Target="../media/image216.png"/><Relationship Id="rId611" Type="http://schemas.openxmlformats.org/officeDocument/2006/relationships/customXml" Target="../ink/ink321.xml"/><Relationship Id="rId250" Type="http://schemas.openxmlformats.org/officeDocument/2006/relationships/customXml" Target="../ink/ink140.xml"/><Relationship Id="rId488" Type="http://schemas.openxmlformats.org/officeDocument/2006/relationships/image" Target="../media/image258.png"/><Relationship Id="rId695" Type="http://schemas.openxmlformats.org/officeDocument/2006/relationships/customXml" Target="../ink/ink363.xml"/><Relationship Id="rId709" Type="http://schemas.openxmlformats.org/officeDocument/2006/relationships/customXml" Target="../ink/ink370.xml"/><Relationship Id="rId45" Type="http://schemas.openxmlformats.org/officeDocument/2006/relationships/image" Target="../media/image37.png"/><Relationship Id="rId110" Type="http://schemas.openxmlformats.org/officeDocument/2006/relationships/customXml" Target="../ink/ink70.xml"/><Relationship Id="rId348" Type="http://schemas.openxmlformats.org/officeDocument/2006/relationships/image" Target="../media/image188.png"/><Relationship Id="rId555" Type="http://schemas.openxmlformats.org/officeDocument/2006/relationships/customXml" Target="../ink/ink293.xml"/><Relationship Id="rId762" Type="http://schemas.openxmlformats.org/officeDocument/2006/relationships/image" Target="../media/image395.png"/><Relationship Id="rId194" Type="http://schemas.openxmlformats.org/officeDocument/2006/relationships/customXml" Target="../ink/ink112.xml"/><Relationship Id="rId208" Type="http://schemas.openxmlformats.org/officeDocument/2006/relationships/customXml" Target="../ink/ink119.xml"/><Relationship Id="rId415" Type="http://schemas.openxmlformats.org/officeDocument/2006/relationships/customXml" Target="../ink/ink223.xml"/><Relationship Id="rId622" Type="http://schemas.openxmlformats.org/officeDocument/2006/relationships/image" Target="../media/image325.png"/><Relationship Id="rId261" Type="http://schemas.openxmlformats.org/officeDocument/2006/relationships/image" Target="../media/image145.png"/><Relationship Id="rId499" Type="http://schemas.openxmlformats.org/officeDocument/2006/relationships/customXml" Target="../ink/ink265.xml"/><Relationship Id="rId56" Type="http://schemas.openxmlformats.org/officeDocument/2006/relationships/customXml" Target="../ink/ink43.xml"/><Relationship Id="rId359" Type="http://schemas.openxmlformats.org/officeDocument/2006/relationships/customXml" Target="../ink/ink195.xml"/><Relationship Id="rId566" Type="http://schemas.openxmlformats.org/officeDocument/2006/relationships/image" Target="../media/image297.png"/><Relationship Id="rId773" Type="http://schemas.openxmlformats.org/officeDocument/2006/relationships/customXml" Target="../ink/ink402.xml"/><Relationship Id="rId121" Type="http://schemas.openxmlformats.org/officeDocument/2006/relationships/image" Target="../media/image75.png"/><Relationship Id="rId219" Type="http://schemas.openxmlformats.org/officeDocument/2006/relationships/image" Target="../media/image124.png"/><Relationship Id="rId426" Type="http://schemas.openxmlformats.org/officeDocument/2006/relationships/image" Target="../media/image227.png"/><Relationship Id="rId633" Type="http://schemas.openxmlformats.org/officeDocument/2006/relationships/customXml" Target="../ink/ink332.xml"/><Relationship Id="rId840" Type="http://schemas.openxmlformats.org/officeDocument/2006/relationships/image" Target="../media/image434.png"/><Relationship Id="rId67" Type="http://schemas.openxmlformats.org/officeDocument/2006/relationships/image" Target="../media/image48.png"/><Relationship Id="rId272" Type="http://schemas.openxmlformats.org/officeDocument/2006/relationships/customXml" Target="../ink/ink151.xml"/><Relationship Id="rId577" Type="http://schemas.openxmlformats.org/officeDocument/2006/relationships/customXml" Target="../ink/ink304.xml"/><Relationship Id="rId700" Type="http://schemas.openxmlformats.org/officeDocument/2006/relationships/image" Target="../media/image364.png"/><Relationship Id="rId132" Type="http://schemas.openxmlformats.org/officeDocument/2006/relationships/customXml" Target="../ink/ink81.xml"/><Relationship Id="rId784" Type="http://schemas.openxmlformats.org/officeDocument/2006/relationships/image" Target="../media/image406.png"/><Relationship Id="rId437" Type="http://schemas.openxmlformats.org/officeDocument/2006/relationships/customXml" Target="../ink/ink234.xml"/><Relationship Id="rId644" Type="http://schemas.openxmlformats.org/officeDocument/2006/relationships/image" Target="../media/image336.png"/><Relationship Id="rId851" Type="http://schemas.openxmlformats.org/officeDocument/2006/relationships/customXml" Target="../ink/ink441.xml"/><Relationship Id="rId283" Type="http://schemas.openxmlformats.org/officeDocument/2006/relationships/image" Target="../media/image156.png"/><Relationship Id="rId490" Type="http://schemas.openxmlformats.org/officeDocument/2006/relationships/image" Target="../media/image259.png"/><Relationship Id="rId504" Type="http://schemas.openxmlformats.org/officeDocument/2006/relationships/image" Target="../media/image266.png"/><Relationship Id="rId711" Type="http://schemas.openxmlformats.org/officeDocument/2006/relationships/customXml" Target="../ink/ink371.xml"/><Relationship Id="rId78" Type="http://schemas.openxmlformats.org/officeDocument/2006/relationships/customXml" Target="../ink/ink54.xml"/><Relationship Id="rId143" Type="http://schemas.openxmlformats.org/officeDocument/2006/relationships/image" Target="../media/image86.png"/><Relationship Id="rId350" Type="http://schemas.openxmlformats.org/officeDocument/2006/relationships/image" Target="../media/image189.png"/><Relationship Id="rId588" Type="http://schemas.openxmlformats.org/officeDocument/2006/relationships/image" Target="../media/image308.png"/><Relationship Id="rId795" Type="http://schemas.openxmlformats.org/officeDocument/2006/relationships/customXml" Target="../ink/ink413.xml"/><Relationship Id="rId809" Type="http://schemas.openxmlformats.org/officeDocument/2006/relationships/customXml" Target="../ink/ink420.xml"/><Relationship Id="rId9" Type="http://schemas.openxmlformats.org/officeDocument/2006/relationships/image" Target="../media/image19.png"/><Relationship Id="rId210" Type="http://schemas.openxmlformats.org/officeDocument/2006/relationships/customXml" Target="../ink/ink120.xml"/><Relationship Id="rId448" Type="http://schemas.openxmlformats.org/officeDocument/2006/relationships/image" Target="../media/image238.png"/><Relationship Id="rId655" Type="http://schemas.openxmlformats.org/officeDocument/2006/relationships/customXml" Target="../ink/ink343.xml"/><Relationship Id="rId862" Type="http://schemas.openxmlformats.org/officeDocument/2006/relationships/image" Target="../media/image445.png"/><Relationship Id="rId294" Type="http://schemas.openxmlformats.org/officeDocument/2006/relationships/customXml" Target="../ink/ink162.xml"/><Relationship Id="rId308" Type="http://schemas.openxmlformats.org/officeDocument/2006/relationships/customXml" Target="../ink/ink169.xml"/><Relationship Id="rId515" Type="http://schemas.openxmlformats.org/officeDocument/2006/relationships/customXml" Target="../ink/ink273.xml"/><Relationship Id="rId722" Type="http://schemas.openxmlformats.org/officeDocument/2006/relationships/image" Target="../media/image375.png"/><Relationship Id="rId89" Type="http://schemas.openxmlformats.org/officeDocument/2006/relationships/image" Target="../media/image59.png"/><Relationship Id="rId154" Type="http://schemas.openxmlformats.org/officeDocument/2006/relationships/customXml" Target="../ink/ink92.xml"/><Relationship Id="rId361" Type="http://schemas.openxmlformats.org/officeDocument/2006/relationships/customXml" Target="../ink/ink196.xml"/><Relationship Id="rId599" Type="http://schemas.openxmlformats.org/officeDocument/2006/relationships/customXml" Target="../ink/ink315.xml"/><Relationship Id="rId459" Type="http://schemas.openxmlformats.org/officeDocument/2006/relationships/customXml" Target="../ink/ink245.xml"/><Relationship Id="rId666" Type="http://schemas.openxmlformats.org/officeDocument/2006/relationships/image" Target="../media/image347.png"/><Relationship Id="rId873" Type="http://schemas.openxmlformats.org/officeDocument/2006/relationships/customXml" Target="../ink/ink452.xml"/><Relationship Id="rId16" Type="http://schemas.openxmlformats.org/officeDocument/2006/relationships/customXml" Target="../ink/ink23.xml"/><Relationship Id="rId221" Type="http://schemas.openxmlformats.org/officeDocument/2006/relationships/image" Target="../media/image125.png"/><Relationship Id="rId319" Type="http://schemas.openxmlformats.org/officeDocument/2006/relationships/customXml" Target="../ink/ink175.xml"/><Relationship Id="rId526" Type="http://schemas.openxmlformats.org/officeDocument/2006/relationships/image" Target="../media/image277.png"/><Relationship Id="rId733" Type="http://schemas.openxmlformats.org/officeDocument/2006/relationships/customXml" Target="../ink/ink382.xml"/><Relationship Id="rId165" Type="http://schemas.openxmlformats.org/officeDocument/2006/relationships/image" Target="../media/image97.png"/><Relationship Id="rId372" Type="http://schemas.openxmlformats.org/officeDocument/2006/relationships/image" Target="../media/image200.png"/><Relationship Id="rId677" Type="http://schemas.openxmlformats.org/officeDocument/2006/relationships/customXml" Target="../ink/ink354.xml"/><Relationship Id="rId800" Type="http://schemas.openxmlformats.org/officeDocument/2006/relationships/image" Target="../media/image414.png"/><Relationship Id="rId232" Type="http://schemas.openxmlformats.org/officeDocument/2006/relationships/customXml" Target="../ink/ink131.xml"/><Relationship Id="rId884" Type="http://schemas.openxmlformats.org/officeDocument/2006/relationships/image" Target="../media/image456.png"/><Relationship Id="rId27" Type="http://schemas.openxmlformats.org/officeDocument/2006/relationships/image" Target="../media/image28.png"/><Relationship Id="rId537" Type="http://schemas.openxmlformats.org/officeDocument/2006/relationships/customXml" Target="../ink/ink284.xml"/><Relationship Id="rId744" Type="http://schemas.openxmlformats.org/officeDocument/2006/relationships/image" Target="../media/image386.png"/><Relationship Id="rId80" Type="http://schemas.openxmlformats.org/officeDocument/2006/relationships/customXml" Target="../ink/ink55.xml"/><Relationship Id="rId176" Type="http://schemas.openxmlformats.org/officeDocument/2006/relationships/customXml" Target="../ink/ink103.xml"/><Relationship Id="rId383" Type="http://schemas.openxmlformats.org/officeDocument/2006/relationships/customXml" Target="../ink/ink207.xml"/><Relationship Id="rId590" Type="http://schemas.openxmlformats.org/officeDocument/2006/relationships/image" Target="../media/image309.png"/><Relationship Id="rId604" Type="http://schemas.openxmlformats.org/officeDocument/2006/relationships/image" Target="../media/image316.png"/><Relationship Id="rId811" Type="http://schemas.openxmlformats.org/officeDocument/2006/relationships/customXml" Target="../ink/ink421.xml"/><Relationship Id="rId243" Type="http://schemas.openxmlformats.org/officeDocument/2006/relationships/image" Target="../media/image136.png"/><Relationship Id="rId450" Type="http://schemas.openxmlformats.org/officeDocument/2006/relationships/image" Target="../media/image239.png"/><Relationship Id="rId688" Type="http://schemas.openxmlformats.org/officeDocument/2006/relationships/image" Target="../media/image358.png"/><Relationship Id="rId38" Type="http://schemas.openxmlformats.org/officeDocument/2006/relationships/customXml" Target="../ink/ink34.xml"/><Relationship Id="rId103" Type="http://schemas.openxmlformats.org/officeDocument/2006/relationships/image" Target="../media/image66.png"/><Relationship Id="rId310" Type="http://schemas.openxmlformats.org/officeDocument/2006/relationships/customXml" Target="../ink/ink170.xml"/><Relationship Id="rId548" Type="http://schemas.openxmlformats.org/officeDocument/2006/relationships/image" Target="../media/image288.png"/><Relationship Id="rId755" Type="http://schemas.openxmlformats.org/officeDocument/2006/relationships/customXml" Target="../ink/ink393.xml"/><Relationship Id="rId91" Type="http://schemas.openxmlformats.org/officeDocument/2006/relationships/image" Target="../media/image60.png"/><Relationship Id="rId187" Type="http://schemas.openxmlformats.org/officeDocument/2006/relationships/image" Target="../media/image108.png"/><Relationship Id="rId394" Type="http://schemas.openxmlformats.org/officeDocument/2006/relationships/image" Target="../media/image211.png"/><Relationship Id="rId408" Type="http://schemas.openxmlformats.org/officeDocument/2006/relationships/image" Target="../media/image218.png"/><Relationship Id="rId615" Type="http://schemas.openxmlformats.org/officeDocument/2006/relationships/customXml" Target="../ink/ink323.xml"/><Relationship Id="rId822" Type="http://schemas.openxmlformats.org/officeDocument/2006/relationships/image" Target="../media/image425.png"/><Relationship Id="rId254" Type="http://schemas.openxmlformats.org/officeDocument/2006/relationships/customXml" Target="../ink/ink142.xml"/><Relationship Id="rId699" Type="http://schemas.openxmlformats.org/officeDocument/2006/relationships/customXml" Target="../ink/ink365.xml"/><Relationship Id="rId49" Type="http://schemas.openxmlformats.org/officeDocument/2006/relationships/image" Target="../media/image39.png"/><Relationship Id="rId114" Type="http://schemas.openxmlformats.org/officeDocument/2006/relationships/customXml" Target="../ink/ink72.xml"/><Relationship Id="rId461" Type="http://schemas.openxmlformats.org/officeDocument/2006/relationships/customXml" Target="../ink/ink246.xml"/><Relationship Id="rId559" Type="http://schemas.openxmlformats.org/officeDocument/2006/relationships/customXml" Target="../ink/ink295.xml"/><Relationship Id="rId766" Type="http://schemas.openxmlformats.org/officeDocument/2006/relationships/image" Target="../media/image397.png"/><Relationship Id="rId198" Type="http://schemas.openxmlformats.org/officeDocument/2006/relationships/customXml" Target="../ink/ink114.xml"/><Relationship Id="rId321" Type="http://schemas.openxmlformats.org/officeDocument/2006/relationships/customXml" Target="../ink/ink176.xml"/><Relationship Id="rId419" Type="http://schemas.openxmlformats.org/officeDocument/2006/relationships/customXml" Target="../ink/ink225.xml"/><Relationship Id="rId626" Type="http://schemas.openxmlformats.org/officeDocument/2006/relationships/image" Target="../media/image327.png"/><Relationship Id="rId833" Type="http://schemas.openxmlformats.org/officeDocument/2006/relationships/customXml" Target="../ink/ink432.xml"/><Relationship Id="rId265" Type="http://schemas.openxmlformats.org/officeDocument/2006/relationships/image" Target="../media/image147.png"/><Relationship Id="rId472" Type="http://schemas.openxmlformats.org/officeDocument/2006/relationships/image" Target="../media/image250.png"/><Relationship Id="rId125" Type="http://schemas.openxmlformats.org/officeDocument/2006/relationships/image" Target="../media/image77.png"/><Relationship Id="rId332" Type="http://schemas.openxmlformats.org/officeDocument/2006/relationships/image" Target="../media/image180.png"/><Relationship Id="rId777" Type="http://schemas.openxmlformats.org/officeDocument/2006/relationships/customXml" Target="../ink/ink404.xml"/><Relationship Id="rId637" Type="http://schemas.openxmlformats.org/officeDocument/2006/relationships/customXml" Target="../ink/ink334.xml"/><Relationship Id="rId844" Type="http://schemas.openxmlformats.org/officeDocument/2006/relationships/image" Target="../media/image436.png"/><Relationship Id="rId276" Type="http://schemas.openxmlformats.org/officeDocument/2006/relationships/customXml" Target="../ink/ink153.xml"/><Relationship Id="rId483" Type="http://schemas.openxmlformats.org/officeDocument/2006/relationships/customXml" Target="../ink/ink257.xml"/><Relationship Id="rId690" Type="http://schemas.openxmlformats.org/officeDocument/2006/relationships/image" Target="../media/image359.png"/><Relationship Id="rId704" Type="http://schemas.openxmlformats.org/officeDocument/2006/relationships/image" Target="../media/image366.png"/><Relationship Id="rId40" Type="http://schemas.openxmlformats.org/officeDocument/2006/relationships/customXml" Target="../ink/ink35.xml"/><Relationship Id="rId136" Type="http://schemas.openxmlformats.org/officeDocument/2006/relationships/customXml" Target="../ink/ink83.xml"/><Relationship Id="rId343" Type="http://schemas.openxmlformats.org/officeDocument/2006/relationships/customXml" Target="../ink/ink187.xml"/><Relationship Id="rId550" Type="http://schemas.openxmlformats.org/officeDocument/2006/relationships/image" Target="../media/image289.png"/><Relationship Id="rId788" Type="http://schemas.openxmlformats.org/officeDocument/2006/relationships/image" Target="../media/image408.png"/><Relationship Id="rId203" Type="http://schemas.openxmlformats.org/officeDocument/2006/relationships/image" Target="../media/image116.png"/><Relationship Id="rId648" Type="http://schemas.openxmlformats.org/officeDocument/2006/relationships/image" Target="../media/image338.png"/><Relationship Id="rId855" Type="http://schemas.openxmlformats.org/officeDocument/2006/relationships/customXml" Target="../ink/ink443.xml"/><Relationship Id="rId287" Type="http://schemas.openxmlformats.org/officeDocument/2006/relationships/image" Target="../media/image158.png"/><Relationship Id="rId410" Type="http://schemas.openxmlformats.org/officeDocument/2006/relationships/image" Target="../media/image219.png"/><Relationship Id="rId494" Type="http://schemas.openxmlformats.org/officeDocument/2006/relationships/image" Target="../media/image261.png"/><Relationship Id="rId508" Type="http://schemas.openxmlformats.org/officeDocument/2006/relationships/image" Target="../media/image268.png"/><Relationship Id="rId715" Type="http://schemas.openxmlformats.org/officeDocument/2006/relationships/customXml" Target="../ink/ink373.xml"/><Relationship Id="rId147" Type="http://schemas.openxmlformats.org/officeDocument/2006/relationships/image" Target="../media/image88.png"/><Relationship Id="rId354" Type="http://schemas.openxmlformats.org/officeDocument/2006/relationships/image" Target="../media/image191.png"/><Relationship Id="rId799" Type="http://schemas.openxmlformats.org/officeDocument/2006/relationships/customXml" Target="../ink/ink415.xml"/><Relationship Id="rId51" Type="http://schemas.openxmlformats.org/officeDocument/2006/relationships/image" Target="../media/image40.png"/><Relationship Id="rId561" Type="http://schemas.openxmlformats.org/officeDocument/2006/relationships/customXml" Target="../ink/ink296.xml"/><Relationship Id="rId659" Type="http://schemas.openxmlformats.org/officeDocument/2006/relationships/customXml" Target="../ink/ink345.xml"/><Relationship Id="rId866" Type="http://schemas.openxmlformats.org/officeDocument/2006/relationships/image" Target="../media/image447.png"/><Relationship Id="rId214" Type="http://schemas.openxmlformats.org/officeDocument/2006/relationships/customXml" Target="../ink/ink122.xml"/><Relationship Id="rId298" Type="http://schemas.openxmlformats.org/officeDocument/2006/relationships/customXml" Target="../ink/ink164.xml"/><Relationship Id="rId421" Type="http://schemas.openxmlformats.org/officeDocument/2006/relationships/customXml" Target="../ink/ink226.xml"/><Relationship Id="rId519" Type="http://schemas.openxmlformats.org/officeDocument/2006/relationships/customXml" Target="../ink/ink275.xml"/><Relationship Id="rId158" Type="http://schemas.openxmlformats.org/officeDocument/2006/relationships/customXml" Target="../ink/ink94.xml"/><Relationship Id="rId726" Type="http://schemas.openxmlformats.org/officeDocument/2006/relationships/image" Target="../media/image377.png"/><Relationship Id="rId62" Type="http://schemas.openxmlformats.org/officeDocument/2006/relationships/customXml" Target="../ink/ink46.xml"/><Relationship Id="rId365" Type="http://schemas.openxmlformats.org/officeDocument/2006/relationships/customXml" Target="../ink/ink198.xml"/><Relationship Id="rId572" Type="http://schemas.openxmlformats.org/officeDocument/2006/relationships/image" Target="../media/image300.png"/><Relationship Id="rId225" Type="http://schemas.openxmlformats.org/officeDocument/2006/relationships/image" Target="../media/image127.png"/><Relationship Id="rId432" Type="http://schemas.openxmlformats.org/officeDocument/2006/relationships/image" Target="../media/image230.png"/><Relationship Id="rId877" Type="http://schemas.openxmlformats.org/officeDocument/2006/relationships/customXml" Target="../ink/ink454.xml"/><Relationship Id="rId737" Type="http://schemas.openxmlformats.org/officeDocument/2006/relationships/customXml" Target="../ink/ink384.xml"/><Relationship Id="rId73" Type="http://schemas.openxmlformats.org/officeDocument/2006/relationships/image" Target="../media/image51.png"/><Relationship Id="rId169" Type="http://schemas.openxmlformats.org/officeDocument/2006/relationships/image" Target="../media/image99.png"/><Relationship Id="rId376" Type="http://schemas.openxmlformats.org/officeDocument/2006/relationships/image" Target="../media/image202.png"/><Relationship Id="rId583" Type="http://schemas.openxmlformats.org/officeDocument/2006/relationships/customXml" Target="../ink/ink307.xml"/><Relationship Id="rId790" Type="http://schemas.openxmlformats.org/officeDocument/2006/relationships/image" Target="../media/image409.png"/><Relationship Id="rId804" Type="http://schemas.openxmlformats.org/officeDocument/2006/relationships/image" Target="../media/image416.png"/><Relationship Id="rId4" Type="http://schemas.openxmlformats.org/officeDocument/2006/relationships/customXml" Target="../ink/ink17.xml"/><Relationship Id="rId236" Type="http://schemas.openxmlformats.org/officeDocument/2006/relationships/customXml" Target="../ink/ink133.xml"/><Relationship Id="rId443" Type="http://schemas.openxmlformats.org/officeDocument/2006/relationships/customXml" Target="../ink/ink237.xml"/><Relationship Id="rId650" Type="http://schemas.openxmlformats.org/officeDocument/2006/relationships/image" Target="../media/image339.png"/><Relationship Id="rId888" Type="http://schemas.openxmlformats.org/officeDocument/2006/relationships/image" Target="../media/image458.png"/><Relationship Id="rId303" Type="http://schemas.openxmlformats.org/officeDocument/2006/relationships/image" Target="../media/image166.png"/><Relationship Id="rId748" Type="http://schemas.openxmlformats.org/officeDocument/2006/relationships/image" Target="../media/image388.png"/><Relationship Id="rId84" Type="http://schemas.openxmlformats.org/officeDocument/2006/relationships/customXml" Target="../ink/ink57.xml"/><Relationship Id="rId387" Type="http://schemas.openxmlformats.org/officeDocument/2006/relationships/customXml" Target="../ink/ink209.xml"/><Relationship Id="rId510" Type="http://schemas.openxmlformats.org/officeDocument/2006/relationships/image" Target="../media/image269.png"/><Relationship Id="rId594" Type="http://schemas.openxmlformats.org/officeDocument/2006/relationships/image" Target="../media/image311.png"/><Relationship Id="rId608" Type="http://schemas.openxmlformats.org/officeDocument/2006/relationships/image" Target="../media/image318.png"/><Relationship Id="rId815" Type="http://schemas.openxmlformats.org/officeDocument/2006/relationships/customXml" Target="../ink/ink423.xml"/><Relationship Id="rId247" Type="http://schemas.openxmlformats.org/officeDocument/2006/relationships/image" Target="../media/image138.png"/><Relationship Id="rId107" Type="http://schemas.openxmlformats.org/officeDocument/2006/relationships/image" Target="../media/image68.png"/><Relationship Id="rId454" Type="http://schemas.openxmlformats.org/officeDocument/2006/relationships/image" Target="../media/image241.png"/><Relationship Id="rId661" Type="http://schemas.openxmlformats.org/officeDocument/2006/relationships/customXml" Target="../ink/ink346.xml"/><Relationship Id="rId759" Type="http://schemas.openxmlformats.org/officeDocument/2006/relationships/customXml" Target="../ink/ink395.xml"/><Relationship Id="rId11" Type="http://schemas.openxmlformats.org/officeDocument/2006/relationships/image" Target="../media/image20.png"/><Relationship Id="rId314" Type="http://schemas.openxmlformats.org/officeDocument/2006/relationships/image" Target="../media/image171.png"/><Relationship Id="rId398" Type="http://schemas.openxmlformats.org/officeDocument/2006/relationships/image" Target="../media/image213.png"/><Relationship Id="rId521" Type="http://schemas.openxmlformats.org/officeDocument/2006/relationships/customXml" Target="../ink/ink276.xml"/><Relationship Id="rId619" Type="http://schemas.openxmlformats.org/officeDocument/2006/relationships/customXml" Target="../ink/ink325.xml"/><Relationship Id="rId95" Type="http://schemas.openxmlformats.org/officeDocument/2006/relationships/image" Target="../media/image62.png"/><Relationship Id="rId160" Type="http://schemas.openxmlformats.org/officeDocument/2006/relationships/customXml" Target="../ink/ink95.xml"/><Relationship Id="rId826" Type="http://schemas.openxmlformats.org/officeDocument/2006/relationships/image" Target="../media/image427.png"/><Relationship Id="rId258" Type="http://schemas.openxmlformats.org/officeDocument/2006/relationships/customXml" Target="../ink/ink144.xml"/><Relationship Id="rId465" Type="http://schemas.openxmlformats.org/officeDocument/2006/relationships/customXml" Target="../ink/ink248.xml"/><Relationship Id="rId672" Type="http://schemas.openxmlformats.org/officeDocument/2006/relationships/image" Target="../media/image350.png"/><Relationship Id="rId22" Type="http://schemas.openxmlformats.org/officeDocument/2006/relationships/customXml" Target="../ink/ink26.xml"/><Relationship Id="rId118" Type="http://schemas.openxmlformats.org/officeDocument/2006/relationships/customXml" Target="../ink/ink74.xml"/><Relationship Id="rId325" Type="http://schemas.openxmlformats.org/officeDocument/2006/relationships/customXml" Target="../ink/ink178.xml"/><Relationship Id="rId532" Type="http://schemas.openxmlformats.org/officeDocument/2006/relationships/image" Target="../media/image280.png"/><Relationship Id="rId171" Type="http://schemas.openxmlformats.org/officeDocument/2006/relationships/image" Target="../media/image100.png"/><Relationship Id="rId837" Type="http://schemas.openxmlformats.org/officeDocument/2006/relationships/customXml" Target="../ink/ink434.xml"/><Relationship Id="rId269" Type="http://schemas.openxmlformats.org/officeDocument/2006/relationships/image" Target="../media/image149.png"/><Relationship Id="rId476" Type="http://schemas.openxmlformats.org/officeDocument/2006/relationships/image" Target="../media/image252.png"/><Relationship Id="rId683" Type="http://schemas.openxmlformats.org/officeDocument/2006/relationships/customXml" Target="../ink/ink357.xml"/><Relationship Id="rId890" Type="http://schemas.openxmlformats.org/officeDocument/2006/relationships/image" Target="../media/image459.png"/><Relationship Id="rId33" Type="http://schemas.openxmlformats.org/officeDocument/2006/relationships/image" Target="../media/image31.png"/><Relationship Id="rId129" Type="http://schemas.openxmlformats.org/officeDocument/2006/relationships/image" Target="../media/image79.png"/><Relationship Id="rId336" Type="http://schemas.openxmlformats.org/officeDocument/2006/relationships/image" Target="../media/image182.png"/><Relationship Id="rId543" Type="http://schemas.openxmlformats.org/officeDocument/2006/relationships/customXml" Target="../ink/ink287.xml"/><Relationship Id="rId182" Type="http://schemas.openxmlformats.org/officeDocument/2006/relationships/customXml" Target="../ink/ink106.xml"/><Relationship Id="rId403" Type="http://schemas.openxmlformats.org/officeDocument/2006/relationships/customXml" Target="../ink/ink217.xml"/><Relationship Id="rId750" Type="http://schemas.openxmlformats.org/officeDocument/2006/relationships/image" Target="../media/image389.png"/><Relationship Id="rId848" Type="http://schemas.openxmlformats.org/officeDocument/2006/relationships/image" Target="../media/image438.png"/><Relationship Id="rId487" Type="http://schemas.openxmlformats.org/officeDocument/2006/relationships/customXml" Target="../ink/ink259.xml"/><Relationship Id="rId610" Type="http://schemas.openxmlformats.org/officeDocument/2006/relationships/image" Target="../media/image319.png"/><Relationship Id="rId694" Type="http://schemas.openxmlformats.org/officeDocument/2006/relationships/image" Target="../media/image361.png"/><Relationship Id="rId708" Type="http://schemas.openxmlformats.org/officeDocument/2006/relationships/image" Target="../media/image368.png"/><Relationship Id="rId347" Type="http://schemas.openxmlformats.org/officeDocument/2006/relationships/customXml" Target="../ink/ink189.xml"/><Relationship Id="rId44" Type="http://schemas.openxmlformats.org/officeDocument/2006/relationships/customXml" Target="../ink/ink37.xml"/><Relationship Id="rId554" Type="http://schemas.openxmlformats.org/officeDocument/2006/relationships/image" Target="../media/image291.png"/><Relationship Id="rId761" Type="http://schemas.openxmlformats.org/officeDocument/2006/relationships/customXml" Target="../ink/ink396.xml"/><Relationship Id="rId859" Type="http://schemas.openxmlformats.org/officeDocument/2006/relationships/customXml" Target="../ink/ink445.xml"/><Relationship Id="rId193" Type="http://schemas.openxmlformats.org/officeDocument/2006/relationships/image" Target="../media/image111.png"/><Relationship Id="rId207" Type="http://schemas.openxmlformats.org/officeDocument/2006/relationships/image" Target="../media/image118.png"/><Relationship Id="rId414" Type="http://schemas.openxmlformats.org/officeDocument/2006/relationships/image" Target="../media/image221.png"/><Relationship Id="rId498" Type="http://schemas.openxmlformats.org/officeDocument/2006/relationships/image" Target="../media/image263.png"/><Relationship Id="rId621" Type="http://schemas.openxmlformats.org/officeDocument/2006/relationships/customXml" Target="../ink/ink326.xml"/><Relationship Id="rId260" Type="http://schemas.openxmlformats.org/officeDocument/2006/relationships/customXml" Target="../ink/ink145.xml"/><Relationship Id="rId719" Type="http://schemas.openxmlformats.org/officeDocument/2006/relationships/customXml" Target="../ink/ink375.xml"/><Relationship Id="rId55" Type="http://schemas.openxmlformats.org/officeDocument/2006/relationships/image" Target="../media/image42.png"/><Relationship Id="rId120" Type="http://schemas.openxmlformats.org/officeDocument/2006/relationships/customXml" Target="../ink/ink75.xml"/><Relationship Id="rId358" Type="http://schemas.openxmlformats.org/officeDocument/2006/relationships/image" Target="../media/image193.png"/><Relationship Id="rId565" Type="http://schemas.openxmlformats.org/officeDocument/2006/relationships/customXml" Target="../ink/ink298.xml"/><Relationship Id="rId772" Type="http://schemas.openxmlformats.org/officeDocument/2006/relationships/image" Target="../media/image400.png"/><Relationship Id="rId218" Type="http://schemas.openxmlformats.org/officeDocument/2006/relationships/customXml" Target="../ink/ink124.xml"/><Relationship Id="rId425" Type="http://schemas.openxmlformats.org/officeDocument/2006/relationships/customXml" Target="../ink/ink228.xml"/><Relationship Id="rId632" Type="http://schemas.openxmlformats.org/officeDocument/2006/relationships/image" Target="../media/image330.png"/><Relationship Id="rId271" Type="http://schemas.openxmlformats.org/officeDocument/2006/relationships/image" Target="../media/image150.png"/><Relationship Id="rId66" Type="http://schemas.openxmlformats.org/officeDocument/2006/relationships/customXml" Target="../ink/ink48.xml"/><Relationship Id="rId131" Type="http://schemas.openxmlformats.org/officeDocument/2006/relationships/image" Target="../media/image80.png"/><Relationship Id="rId369" Type="http://schemas.openxmlformats.org/officeDocument/2006/relationships/customXml" Target="../ink/ink200.xml"/><Relationship Id="rId576" Type="http://schemas.openxmlformats.org/officeDocument/2006/relationships/image" Target="../media/image302.png"/><Relationship Id="rId783" Type="http://schemas.openxmlformats.org/officeDocument/2006/relationships/customXml" Target="../ink/ink407.xml"/><Relationship Id="rId229" Type="http://schemas.openxmlformats.org/officeDocument/2006/relationships/image" Target="../media/image129.png"/><Relationship Id="rId436" Type="http://schemas.openxmlformats.org/officeDocument/2006/relationships/image" Target="../media/image232.png"/><Relationship Id="rId643" Type="http://schemas.openxmlformats.org/officeDocument/2006/relationships/customXml" Target="../ink/ink337.xml"/><Relationship Id="rId850" Type="http://schemas.openxmlformats.org/officeDocument/2006/relationships/image" Target="../media/image439.png"/><Relationship Id="rId77" Type="http://schemas.openxmlformats.org/officeDocument/2006/relationships/image" Target="../media/image53.png"/><Relationship Id="rId282" Type="http://schemas.openxmlformats.org/officeDocument/2006/relationships/customXml" Target="../ink/ink156.xml"/><Relationship Id="rId503" Type="http://schemas.openxmlformats.org/officeDocument/2006/relationships/customXml" Target="../ink/ink267.xml"/><Relationship Id="rId587" Type="http://schemas.openxmlformats.org/officeDocument/2006/relationships/customXml" Target="../ink/ink309.xml"/><Relationship Id="rId710" Type="http://schemas.openxmlformats.org/officeDocument/2006/relationships/image" Target="../media/image369.png"/><Relationship Id="rId808" Type="http://schemas.openxmlformats.org/officeDocument/2006/relationships/image" Target="../media/image418.png"/><Relationship Id="rId8" Type="http://schemas.openxmlformats.org/officeDocument/2006/relationships/customXml" Target="../ink/ink19.xml"/><Relationship Id="rId142" Type="http://schemas.openxmlformats.org/officeDocument/2006/relationships/customXml" Target="../ink/ink86.xml"/><Relationship Id="rId447" Type="http://schemas.openxmlformats.org/officeDocument/2006/relationships/customXml" Target="../ink/ink239.xml"/><Relationship Id="rId794" Type="http://schemas.openxmlformats.org/officeDocument/2006/relationships/image" Target="../media/image411.png"/><Relationship Id="rId654" Type="http://schemas.openxmlformats.org/officeDocument/2006/relationships/image" Target="../media/image341.png"/><Relationship Id="rId861" Type="http://schemas.openxmlformats.org/officeDocument/2006/relationships/customXml" Target="../ink/ink446.xml"/><Relationship Id="rId293" Type="http://schemas.openxmlformats.org/officeDocument/2006/relationships/image" Target="../media/image161.png"/><Relationship Id="rId307" Type="http://schemas.openxmlformats.org/officeDocument/2006/relationships/image" Target="../media/image168.png"/><Relationship Id="rId514" Type="http://schemas.openxmlformats.org/officeDocument/2006/relationships/image" Target="../media/image271.png"/><Relationship Id="rId721" Type="http://schemas.openxmlformats.org/officeDocument/2006/relationships/customXml" Target="../ink/ink376.xml"/><Relationship Id="rId88" Type="http://schemas.openxmlformats.org/officeDocument/2006/relationships/customXml" Target="../ink/ink59.xml"/><Relationship Id="rId153" Type="http://schemas.openxmlformats.org/officeDocument/2006/relationships/image" Target="../media/image91.png"/><Relationship Id="rId360" Type="http://schemas.openxmlformats.org/officeDocument/2006/relationships/image" Target="../media/image194.png"/><Relationship Id="rId598" Type="http://schemas.openxmlformats.org/officeDocument/2006/relationships/image" Target="../media/image313.png"/><Relationship Id="rId819" Type="http://schemas.openxmlformats.org/officeDocument/2006/relationships/customXml" Target="../ink/ink425.xml"/><Relationship Id="rId220" Type="http://schemas.openxmlformats.org/officeDocument/2006/relationships/customXml" Target="../ink/ink125.xml"/><Relationship Id="rId458" Type="http://schemas.openxmlformats.org/officeDocument/2006/relationships/image" Target="../media/image243.png"/><Relationship Id="rId665" Type="http://schemas.openxmlformats.org/officeDocument/2006/relationships/customXml" Target="../ink/ink348.xml"/><Relationship Id="rId872" Type="http://schemas.openxmlformats.org/officeDocument/2006/relationships/image" Target="../media/image450.png"/><Relationship Id="rId15" Type="http://schemas.openxmlformats.org/officeDocument/2006/relationships/image" Target="../media/image22.png"/><Relationship Id="rId318" Type="http://schemas.openxmlformats.org/officeDocument/2006/relationships/image" Target="../media/image173.png"/><Relationship Id="rId525" Type="http://schemas.openxmlformats.org/officeDocument/2006/relationships/customXml" Target="../ink/ink278.xml"/><Relationship Id="rId732" Type="http://schemas.openxmlformats.org/officeDocument/2006/relationships/image" Target="../media/image380.png"/><Relationship Id="rId99" Type="http://schemas.openxmlformats.org/officeDocument/2006/relationships/image" Target="../media/image64.png"/><Relationship Id="rId164" Type="http://schemas.openxmlformats.org/officeDocument/2006/relationships/customXml" Target="../ink/ink97.xml"/><Relationship Id="rId371" Type="http://schemas.openxmlformats.org/officeDocument/2006/relationships/customXml" Target="../ink/ink201.xml"/><Relationship Id="rId469" Type="http://schemas.openxmlformats.org/officeDocument/2006/relationships/customXml" Target="../ink/ink250.xml"/><Relationship Id="rId676" Type="http://schemas.openxmlformats.org/officeDocument/2006/relationships/image" Target="../media/image352.png"/><Relationship Id="rId883" Type="http://schemas.openxmlformats.org/officeDocument/2006/relationships/customXml" Target="../ink/ink457.xml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19.png"/><Relationship Id="rId21" Type="http://schemas.openxmlformats.org/officeDocument/2006/relationships/image" Target="../media/image471.png"/><Relationship Id="rId324" Type="http://schemas.openxmlformats.org/officeDocument/2006/relationships/customXml" Target="../ink/ink624.xml"/><Relationship Id="rId531" Type="http://schemas.openxmlformats.org/officeDocument/2006/relationships/image" Target="../media/image726.png"/><Relationship Id="rId170" Type="http://schemas.openxmlformats.org/officeDocument/2006/relationships/customXml" Target="../ink/ink547.xml"/><Relationship Id="rId268" Type="http://schemas.openxmlformats.org/officeDocument/2006/relationships/customXml" Target="../ink/ink596.xml"/><Relationship Id="rId475" Type="http://schemas.openxmlformats.org/officeDocument/2006/relationships/image" Target="../media/image698.png"/><Relationship Id="rId32" Type="http://schemas.openxmlformats.org/officeDocument/2006/relationships/customXml" Target="../ink/ink478.xml"/><Relationship Id="rId128" Type="http://schemas.openxmlformats.org/officeDocument/2006/relationships/customXml" Target="../ink/ink526.xml"/><Relationship Id="rId335" Type="http://schemas.openxmlformats.org/officeDocument/2006/relationships/image" Target="../media/image628.png"/><Relationship Id="rId542" Type="http://schemas.openxmlformats.org/officeDocument/2006/relationships/customXml" Target="../ink/ink733.xml"/><Relationship Id="rId181" Type="http://schemas.openxmlformats.org/officeDocument/2006/relationships/image" Target="../media/image551.png"/><Relationship Id="rId402" Type="http://schemas.openxmlformats.org/officeDocument/2006/relationships/customXml" Target="../ink/ink663.xml"/><Relationship Id="rId279" Type="http://schemas.openxmlformats.org/officeDocument/2006/relationships/image" Target="../media/image600.png"/><Relationship Id="rId486" Type="http://schemas.openxmlformats.org/officeDocument/2006/relationships/customXml" Target="../ink/ink705.xml"/><Relationship Id="rId43" Type="http://schemas.openxmlformats.org/officeDocument/2006/relationships/image" Target="../media/image482.png"/><Relationship Id="rId139" Type="http://schemas.openxmlformats.org/officeDocument/2006/relationships/image" Target="../media/image530.png"/><Relationship Id="rId346" Type="http://schemas.openxmlformats.org/officeDocument/2006/relationships/customXml" Target="../ink/ink635.xml"/><Relationship Id="rId553" Type="http://schemas.openxmlformats.org/officeDocument/2006/relationships/image" Target="../media/image737.png"/><Relationship Id="rId192" Type="http://schemas.openxmlformats.org/officeDocument/2006/relationships/customXml" Target="../ink/ink558.xml"/><Relationship Id="rId206" Type="http://schemas.openxmlformats.org/officeDocument/2006/relationships/customXml" Target="../ink/ink565.xml"/><Relationship Id="rId413" Type="http://schemas.openxmlformats.org/officeDocument/2006/relationships/image" Target="../media/image667.png"/><Relationship Id="rId497" Type="http://schemas.openxmlformats.org/officeDocument/2006/relationships/image" Target="../media/image709.png"/><Relationship Id="rId357" Type="http://schemas.openxmlformats.org/officeDocument/2006/relationships/image" Target="../media/image639.png"/><Relationship Id="rId54" Type="http://schemas.openxmlformats.org/officeDocument/2006/relationships/customXml" Target="../ink/ink489.xml"/><Relationship Id="rId217" Type="http://schemas.openxmlformats.org/officeDocument/2006/relationships/image" Target="../media/image569.png"/><Relationship Id="rId564" Type="http://schemas.openxmlformats.org/officeDocument/2006/relationships/customXml" Target="../ink/ink744.xml"/><Relationship Id="rId424" Type="http://schemas.openxmlformats.org/officeDocument/2006/relationships/customXml" Target="../ink/ink674.xml"/><Relationship Id="rId270" Type="http://schemas.openxmlformats.org/officeDocument/2006/relationships/customXml" Target="../ink/ink597.xml"/><Relationship Id="rId65" Type="http://schemas.openxmlformats.org/officeDocument/2006/relationships/image" Target="../media/image493.png"/><Relationship Id="rId130" Type="http://schemas.openxmlformats.org/officeDocument/2006/relationships/customXml" Target="../ink/ink527.xml"/><Relationship Id="rId368" Type="http://schemas.openxmlformats.org/officeDocument/2006/relationships/customXml" Target="../ink/ink646.xml"/><Relationship Id="rId172" Type="http://schemas.openxmlformats.org/officeDocument/2006/relationships/customXml" Target="../ink/ink548.xml"/><Relationship Id="rId228" Type="http://schemas.openxmlformats.org/officeDocument/2006/relationships/customXml" Target="../ink/ink576.xml"/><Relationship Id="rId435" Type="http://schemas.openxmlformats.org/officeDocument/2006/relationships/image" Target="../media/image678.png"/><Relationship Id="rId477" Type="http://schemas.openxmlformats.org/officeDocument/2006/relationships/image" Target="../media/image699.png"/><Relationship Id="rId281" Type="http://schemas.openxmlformats.org/officeDocument/2006/relationships/image" Target="../media/image601.png"/><Relationship Id="rId337" Type="http://schemas.openxmlformats.org/officeDocument/2006/relationships/image" Target="../media/image629.png"/><Relationship Id="rId502" Type="http://schemas.openxmlformats.org/officeDocument/2006/relationships/customXml" Target="../ink/ink713.xml"/><Relationship Id="rId34" Type="http://schemas.openxmlformats.org/officeDocument/2006/relationships/customXml" Target="../ink/ink479.xml"/><Relationship Id="rId76" Type="http://schemas.openxmlformats.org/officeDocument/2006/relationships/customXml" Target="../ink/ink500.xml"/><Relationship Id="rId141" Type="http://schemas.openxmlformats.org/officeDocument/2006/relationships/image" Target="../media/image531.png"/><Relationship Id="rId379" Type="http://schemas.openxmlformats.org/officeDocument/2006/relationships/image" Target="../media/image650.png"/><Relationship Id="rId544" Type="http://schemas.openxmlformats.org/officeDocument/2006/relationships/customXml" Target="../ink/ink734.xml"/><Relationship Id="rId7" Type="http://schemas.openxmlformats.org/officeDocument/2006/relationships/image" Target="../media/image464.png"/><Relationship Id="rId183" Type="http://schemas.openxmlformats.org/officeDocument/2006/relationships/image" Target="../media/image552.png"/><Relationship Id="rId239" Type="http://schemas.openxmlformats.org/officeDocument/2006/relationships/image" Target="../media/image580.png"/><Relationship Id="rId390" Type="http://schemas.openxmlformats.org/officeDocument/2006/relationships/customXml" Target="../ink/ink657.xml"/><Relationship Id="rId404" Type="http://schemas.openxmlformats.org/officeDocument/2006/relationships/customXml" Target="../ink/ink664.xml"/><Relationship Id="rId446" Type="http://schemas.openxmlformats.org/officeDocument/2006/relationships/customXml" Target="../ink/ink685.xml"/><Relationship Id="rId250" Type="http://schemas.openxmlformats.org/officeDocument/2006/relationships/customXml" Target="../ink/ink587.xml"/><Relationship Id="rId292" Type="http://schemas.openxmlformats.org/officeDocument/2006/relationships/customXml" Target="../ink/ink608.xml"/><Relationship Id="rId306" Type="http://schemas.openxmlformats.org/officeDocument/2006/relationships/customXml" Target="../ink/ink615.xml"/><Relationship Id="rId488" Type="http://schemas.openxmlformats.org/officeDocument/2006/relationships/customXml" Target="../ink/ink706.xml"/><Relationship Id="rId45" Type="http://schemas.openxmlformats.org/officeDocument/2006/relationships/image" Target="../media/image483.png"/><Relationship Id="rId87" Type="http://schemas.openxmlformats.org/officeDocument/2006/relationships/image" Target="../media/image504.png"/><Relationship Id="rId110" Type="http://schemas.openxmlformats.org/officeDocument/2006/relationships/customXml" Target="../ink/ink517.xml"/><Relationship Id="rId348" Type="http://schemas.openxmlformats.org/officeDocument/2006/relationships/customXml" Target="../ink/ink636.xml"/><Relationship Id="rId513" Type="http://schemas.openxmlformats.org/officeDocument/2006/relationships/image" Target="../media/image717.png"/><Relationship Id="rId555" Type="http://schemas.openxmlformats.org/officeDocument/2006/relationships/image" Target="../media/image738.png"/><Relationship Id="rId152" Type="http://schemas.openxmlformats.org/officeDocument/2006/relationships/customXml" Target="../ink/ink538.xml"/><Relationship Id="rId194" Type="http://schemas.openxmlformats.org/officeDocument/2006/relationships/customXml" Target="../ink/ink559.xml"/><Relationship Id="rId208" Type="http://schemas.openxmlformats.org/officeDocument/2006/relationships/customXml" Target="../ink/ink566.xml"/><Relationship Id="rId415" Type="http://schemas.openxmlformats.org/officeDocument/2006/relationships/image" Target="../media/image668.png"/><Relationship Id="rId457" Type="http://schemas.openxmlformats.org/officeDocument/2006/relationships/image" Target="../media/image689.png"/><Relationship Id="rId261" Type="http://schemas.openxmlformats.org/officeDocument/2006/relationships/image" Target="../media/image591.png"/><Relationship Id="rId499" Type="http://schemas.openxmlformats.org/officeDocument/2006/relationships/image" Target="../media/image710.png"/><Relationship Id="rId14" Type="http://schemas.openxmlformats.org/officeDocument/2006/relationships/customXml" Target="../ink/ink469.xml"/><Relationship Id="rId56" Type="http://schemas.openxmlformats.org/officeDocument/2006/relationships/customXml" Target="../ink/ink490.xml"/><Relationship Id="rId317" Type="http://schemas.openxmlformats.org/officeDocument/2006/relationships/image" Target="../media/image619.png"/><Relationship Id="rId359" Type="http://schemas.openxmlformats.org/officeDocument/2006/relationships/image" Target="../media/image640.png"/><Relationship Id="rId524" Type="http://schemas.openxmlformats.org/officeDocument/2006/relationships/customXml" Target="../ink/ink724.xml"/><Relationship Id="rId566" Type="http://schemas.openxmlformats.org/officeDocument/2006/relationships/customXml" Target="../ink/ink745.xml"/><Relationship Id="rId98" Type="http://schemas.openxmlformats.org/officeDocument/2006/relationships/customXml" Target="../ink/ink511.xml"/><Relationship Id="rId121" Type="http://schemas.openxmlformats.org/officeDocument/2006/relationships/image" Target="../media/image521.png"/><Relationship Id="rId163" Type="http://schemas.openxmlformats.org/officeDocument/2006/relationships/image" Target="../media/image542.png"/><Relationship Id="rId219" Type="http://schemas.openxmlformats.org/officeDocument/2006/relationships/image" Target="../media/image570.png"/><Relationship Id="rId370" Type="http://schemas.openxmlformats.org/officeDocument/2006/relationships/customXml" Target="../ink/ink647.xml"/><Relationship Id="rId426" Type="http://schemas.openxmlformats.org/officeDocument/2006/relationships/customXml" Target="../ink/ink675.xml"/><Relationship Id="rId230" Type="http://schemas.openxmlformats.org/officeDocument/2006/relationships/customXml" Target="../ink/ink577.xml"/><Relationship Id="rId468" Type="http://schemas.openxmlformats.org/officeDocument/2006/relationships/customXml" Target="../ink/ink696.xml"/><Relationship Id="rId25" Type="http://schemas.openxmlformats.org/officeDocument/2006/relationships/image" Target="../media/image473.png"/><Relationship Id="rId67" Type="http://schemas.openxmlformats.org/officeDocument/2006/relationships/image" Target="../media/image494.png"/><Relationship Id="rId272" Type="http://schemas.openxmlformats.org/officeDocument/2006/relationships/customXml" Target="../ink/ink598.xml"/><Relationship Id="rId328" Type="http://schemas.openxmlformats.org/officeDocument/2006/relationships/customXml" Target="../ink/ink626.xml"/><Relationship Id="rId535" Type="http://schemas.openxmlformats.org/officeDocument/2006/relationships/image" Target="../media/image728.png"/><Relationship Id="rId132" Type="http://schemas.openxmlformats.org/officeDocument/2006/relationships/customXml" Target="../ink/ink528.xml"/><Relationship Id="rId174" Type="http://schemas.openxmlformats.org/officeDocument/2006/relationships/customXml" Target="../ink/ink549.xml"/><Relationship Id="rId381" Type="http://schemas.openxmlformats.org/officeDocument/2006/relationships/image" Target="../media/image651.png"/><Relationship Id="rId241" Type="http://schemas.openxmlformats.org/officeDocument/2006/relationships/image" Target="../media/image581.png"/><Relationship Id="rId437" Type="http://schemas.openxmlformats.org/officeDocument/2006/relationships/image" Target="../media/image679.png"/><Relationship Id="rId479" Type="http://schemas.openxmlformats.org/officeDocument/2006/relationships/image" Target="../media/image700.png"/><Relationship Id="rId36" Type="http://schemas.openxmlformats.org/officeDocument/2006/relationships/customXml" Target="../ink/ink480.xml"/><Relationship Id="rId283" Type="http://schemas.openxmlformats.org/officeDocument/2006/relationships/image" Target="../media/image602.png"/><Relationship Id="rId339" Type="http://schemas.openxmlformats.org/officeDocument/2006/relationships/image" Target="../media/image630.png"/><Relationship Id="rId490" Type="http://schemas.openxmlformats.org/officeDocument/2006/relationships/customXml" Target="../ink/ink707.xml"/><Relationship Id="rId504" Type="http://schemas.openxmlformats.org/officeDocument/2006/relationships/customXml" Target="../ink/ink714.xml"/><Relationship Id="rId546" Type="http://schemas.openxmlformats.org/officeDocument/2006/relationships/customXml" Target="../ink/ink735.xml"/><Relationship Id="rId78" Type="http://schemas.openxmlformats.org/officeDocument/2006/relationships/customXml" Target="../ink/ink501.xml"/><Relationship Id="rId101" Type="http://schemas.openxmlformats.org/officeDocument/2006/relationships/image" Target="../media/image511.png"/><Relationship Id="rId143" Type="http://schemas.openxmlformats.org/officeDocument/2006/relationships/image" Target="../media/image532.png"/><Relationship Id="rId185" Type="http://schemas.openxmlformats.org/officeDocument/2006/relationships/image" Target="../media/image553.png"/><Relationship Id="rId350" Type="http://schemas.openxmlformats.org/officeDocument/2006/relationships/customXml" Target="../ink/ink637.xml"/><Relationship Id="rId406" Type="http://schemas.openxmlformats.org/officeDocument/2006/relationships/customXml" Target="../ink/ink665.xml"/><Relationship Id="rId9" Type="http://schemas.openxmlformats.org/officeDocument/2006/relationships/image" Target="../media/image465.png"/><Relationship Id="rId210" Type="http://schemas.openxmlformats.org/officeDocument/2006/relationships/customXml" Target="../ink/ink567.xml"/><Relationship Id="rId392" Type="http://schemas.openxmlformats.org/officeDocument/2006/relationships/customXml" Target="../ink/ink658.xml"/><Relationship Id="rId448" Type="http://schemas.openxmlformats.org/officeDocument/2006/relationships/customXml" Target="../ink/ink686.xml"/><Relationship Id="rId252" Type="http://schemas.openxmlformats.org/officeDocument/2006/relationships/customXml" Target="../ink/ink588.xml"/><Relationship Id="rId294" Type="http://schemas.openxmlformats.org/officeDocument/2006/relationships/customXml" Target="../ink/ink609.xml"/><Relationship Id="rId308" Type="http://schemas.openxmlformats.org/officeDocument/2006/relationships/customXml" Target="../ink/ink616.xml"/><Relationship Id="rId515" Type="http://schemas.openxmlformats.org/officeDocument/2006/relationships/image" Target="../media/image718.png"/><Relationship Id="rId47" Type="http://schemas.openxmlformats.org/officeDocument/2006/relationships/image" Target="../media/image484.png"/><Relationship Id="rId89" Type="http://schemas.openxmlformats.org/officeDocument/2006/relationships/image" Target="../media/image505.png"/><Relationship Id="rId112" Type="http://schemas.openxmlformats.org/officeDocument/2006/relationships/customXml" Target="../ink/ink518.xml"/><Relationship Id="rId154" Type="http://schemas.openxmlformats.org/officeDocument/2006/relationships/customXml" Target="../ink/ink539.xml"/><Relationship Id="rId361" Type="http://schemas.openxmlformats.org/officeDocument/2006/relationships/image" Target="../media/image641.png"/><Relationship Id="rId557" Type="http://schemas.openxmlformats.org/officeDocument/2006/relationships/image" Target="../media/image739.png"/><Relationship Id="rId196" Type="http://schemas.openxmlformats.org/officeDocument/2006/relationships/customXml" Target="../ink/ink560.xml"/><Relationship Id="rId417" Type="http://schemas.openxmlformats.org/officeDocument/2006/relationships/image" Target="../media/image669.png"/><Relationship Id="rId459" Type="http://schemas.openxmlformats.org/officeDocument/2006/relationships/image" Target="../media/image690.png"/><Relationship Id="rId16" Type="http://schemas.openxmlformats.org/officeDocument/2006/relationships/customXml" Target="../ink/ink470.xml"/><Relationship Id="rId221" Type="http://schemas.openxmlformats.org/officeDocument/2006/relationships/image" Target="../media/image571.png"/><Relationship Id="rId263" Type="http://schemas.openxmlformats.org/officeDocument/2006/relationships/image" Target="../media/image592.png"/><Relationship Id="rId319" Type="http://schemas.openxmlformats.org/officeDocument/2006/relationships/image" Target="../media/image620.png"/><Relationship Id="rId470" Type="http://schemas.openxmlformats.org/officeDocument/2006/relationships/customXml" Target="../ink/ink697.xml"/><Relationship Id="rId526" Type="http://schemas.openxmlformats.org/officeDocument/2006/relationships/customXml" Target="../ink/ink725.xml"/><Relationship Id="rId58" Type="http://schemas.openxmlformats.org/officeDocument/2006/relationships/customXml" Target="../ink/ink491.xml"/><Relationship Id="rId123" Type="http://schemas.openxmlformats.org/officeDocument/2006/relationships/image" Target="../media/image522.png"/><Relationship Id="rId330" Type="http://schemas.openxmlformats.org/officeDocument/2006/relationships/customXml" Target="../ink/ink627.xml"/><Relationship Id="rId165" Type="http://schemas.openxmlformats.org/officeDocument/2006/relationships/image" Target="../media/image543.png"/><Relationship Id="rId372" Type="http://schemas.openxmlformats.org/officeDocument/2006/relationships/customXml" Target="../ink/ink648.xml"/><Relationship Id="rId428" Type="http://schemas.openxmlformats.org/officeDocument/2006/relationships/customXml" Target="../ink/ink676.xml"/><Relationship Id="rId232" Type="http://schemas.openxmlformats.org/officeDocument/2006/relationships/customXml" Target="../ink/ink578.xml"/><Relationship Id="rId274" Type="http://schemas.openxmlformats.org/officeDocument/2006/relationships/customXml" Target="../ink/ink599.xml"/><Relationship Id="rId481" Type="http://schemas.openxmlformats.org/officeDocument/2006/relationships/image" Target="../media/image701.png"/><Relationship Id="rId27" Type="http://schemas.openxmlformats.org/officeDocument/2006/relationships/image" Target="../media/image474.png"/><Relationship Id="rId69" Type="http://schemas.openxmlformats.org/officeDocument/2006/relationships/image" Target="../media/image495.png"/><Relationship Id="rId134" Type="http://schemas.openxmlformats.org/officeDocument/2006/relationships/customXml" Target="../ink/ink529.xml"/><Relationship Id="rId537" Type="http://schemas.openxmlformats.org/officeDocument/2006/relationships/image" Target="../media/image729.png"/><Relationship Id="rId80" Type="http://schemas.openxmlformats.org/officeDocument/2006/relationships/customXml" Target="../ink/ink502.xml"/><Relationship Id="rId176" Type="http://schemas.openxmlformats.org/officeDocument/2006/relationships/customXml" Target="../ink/ink550.xml"/><Relationship Id="rId341" Type="http://schemas.openxmlformats.org/officeDocument/2006/relationships/image" Target="../media/image631.png"/><Relationship Id="rId383" Type="http://schemas.openxmlformats.org/officeDocument/2006/relationships/image" Target="../media/image652.png"/><Relationship Id="rId439" Type="http://schemas.openxmlformats.org/officeDocument/2006/relationships/image" Target="../media/image680.png"/><Relationship Id="rId201" Type="http://schemas.openxmlformats.org/officeDocument/2006/relationships/image" Target="../media/image561.png"/><Relationship Id="rId243" Type="http://schemas.openxmlformats.org/officeDocument/2006/relationships/image" Target="../media/image582.png"/><Relationship Id="rId285" Type="http://schemas.openxmlformats.org/officeDocument/2006/relationships/image" Target="../media/image603.png"/><Relationship Id="rId450" Type="http://schemas.openxmlformats.org/officeDocument/2006/relationships/customXml" Target="../ink/ink687.xml"/><Relationship Id="rId506" Type="http://schemas.openxmlformats.org/officeDocument/2006/relationships/customXml" Target="../ink/ink715.xml"/><Relationship Id="rId38" Type="http://schemas.openxmlformats.org/officeDocument/2006/relationships/customXml" Target="../ink/ink481.xml"/><Relationship Id="rId103" Type="http://schemas.openxmlformats.org/officeDocument/2006/relationships/image" Target="../media/image512.png"/><Relationship Id="rId310" Type="http://schemas.openxmlformats.org/officeDocument/2006/relationships/customXml" Target="../ink/ink617.xml"/><Relationship Id="rId492" Type="http://schemas.openxmlformats.org/officeDocument/2006/relationships/customXml" Target="../ink/ink708.xml"/><Relationship Id="rId548" Type="http://schemas.openxmlformats.org/officeDocument/2006/relationships/customXml" Target="../ink/ink736.xml"/><Relationship Id="rId91" Type="http://schemas.openxmlformats.org/officeDocument/2006/relationships/image" Target="../media/image506.png"/><Relationship Id="rId145" Type="http://schemas.openxmlformats.org/officeDocument/2006/relationships/image" Target="../media/image533.png"/><Relationship Id="rId187" Type="http://schemas.openxmlformats.org/officeDocument/2006/relationships/image" Target="../media/image554.png"/><Relationship Id="rId352" Type="http://schemas.openxmlformats.org/officeDocument/2006/relationships/customXml" Target="../ink/ink638.xml"/><Relationship Id="rId394" Type="http://schemas.openxmlformats.org/officeDocument/2006/relationships/customXml" Target="../ink/ink659.xml"/><Relationship Id="rId408" Type="http://schemas.openxmlformats.org/officeDocument/2006/relationships/customXml" Target="../ink/ink666.xml"/><Relationship Id="rId212" Type="http://schemas.openxmlformats.org/officeDocument/2006/relationships/customXml" Target="../ink/ink568.xml"/><Relationship Id="rId254" Type="http://schemas.openxmlformats.org/officeDocument/2006/relationships/customXml" Target="../ink/ink589.xml"/><Relationship Id="rId49" Type="http://schemas.openxmlformats.org/officeDocument/2006/relationships/image" Target="../media/image485.png"/><Relationship Id="rId114" Type="http://schemas.openxmlformats.org/officeDocument/2006/relationships/customXml" Target="../ink/ink519.xml"/><Relationship Id="rId296" Type="http://schemas.openxmlformats.org/officeDocument/2006/relationships/customXml" Target="../ink/ink610.xml"/><Relationship Id="rId461" Type="http://schemas.openxmlformats.org/officeDocument/2006/relationships/image" Target="../media/image691.png"/><Relationship Id="rId517" Type="http://schemas.openxmlformats.org/officeDocument/2006/relationships/image" Target="../media/image719.png"/><Relationship Id="rId559" Type="http://schemas.openxmlformats.org/officeDocument/2006/relationships/image" Target="../media/image740.png"/><Relationship Id="rId60" Type="http://schemas.openxmlformats.org/officeDocument/2006/relationships/customXml" Target="../ink/ink492.xml"/><Relationship Id="rId156" Type="http://schemas.openxmlformats.org/officeDocument/2006/relationships/customXml" Target="../ink/ink540.xml"/><Relationship Id="rId198" Type="http://schemas.openxmlformats.org/officeDocument/2006/relationships/customXml" Target="../ink/ink561.xml"/><Relationship Id="rId321" Type="http://schemas.openxmlformats.org/officeDocument/2006/relationships/image" Target="../media/image621.png"/><Relationship Id="rId363" Type="http://schemas.openxmlformats.org/officeDocument/2006/relationships/image" Target="../media/image642.png"/><Relationship Id="rId419" Type="http://schemas.openxmlformats.org/officeDocument/2006/relationships/image" Target="../media/image670.png"/><Relationship Id="rId223" Type="http://schemas.openxmlformats.org/officeDocument/2006/relationships/image" Target="../media/image572.png"/><Relationship Id="rId430" Type="http://schemas.openxmlformats.org/officeDocument/2006/relationships/customXml" Target="../ink/ink677.xml"/><Relationship Id="rId18" Type="http://schemas.openxmlformats.org/officeDocument/2006/relationships/customXml" Target="../ink/ink471.xml"/><Relationship Id="rId265" Type="http://schemas.openxmlformats.org/officeDocument/2006/relationships/image" Target="../media/image593.png"/><Relationship Id="rId472" Type="http://schemas.openxmlformats.org/officeDocument/2006/relationships/customXml" Target="../ink/ink698.xml"/><Relationship Id="rId528" Type="http://schemas.openxmlformats.org/officeDocument/2006/relationships/customXml" Target="../ink/ink726.xml"/><Relationship Id="rId125" Type="http://schemas.openxmlformats.org/officeDocument/2006/relationships/image" Target="../media/image523.png"/><Relationship Id="rId167" Type="http://schemas.openxmlformats.org/officeDocument/2006/relationships/image" Target="../media/image544.png"/><Relationship Id="rId332" Type="http://schemas.openxmlformats.org/officeDocument/2006/relationships/customXml" Target="../ink/ink628.xml"/><Relationship Id="rId374" Type="http://schemas.openxmlformats.org/officeDocument/2006/relationships/customXml" Target="../ink/ink649.xml"/><Relationship Id="rId71" Type="http://schemas.openxmlformats.org/officeDocument/2006/relationships/image" Target="../media/image496.png"/><Relationship Id="rId234" Type="http://schemas.openxmlformats.org/officeDocument/2006/relationships/customXml" Target="../ink/ink579.xml"/><Relationship Id="rId2" Type="http://schemas.openxmlformats.org/officeDocument/2006/relationships/customXml" Target="../ink/ink463.xml"/><Relationship Id="rId29" Type="http://schemas.openxmlformats.org/officeDocument/2006/relationships/image" Target="../media/image475.png"/><Relationship Id="rId276" Type="http://schemas.openxmlformats.org/officeDocument/2006/relationships/customXml" Target="../ink/ink600.xml"/><Relationship Id="rId441" Type="http://schemas.openxmlformats.org/officeDocument/2006/relationships/image" Target="../media/image681.png"/><Relationship Id="rId483" Type="http://schemas.openxmlformats.org/officeDocument/2006/relationships/image" Target="../media/image702.png"/><Relationship Id="rId539" Type="http://schemas.openxmlformats.org/officeDocument/2006/relationships/image" Target="../media/image730.png"/><Relationship Id="rId40" Type="http://schemas.openxmlformats.org/officeDocument/2006/relationships/customXml" Target="../ink/ink482.xml"/><Relationship Id="rId136" Type="http://schemas.openxmlformats.org/officeDocument/2006/relationships/customXml" Target="../ink/ink530.xml"/><Relationship Id="rId178" Type="http://schemas.openxmlformats.org/officeDocument/2006/relationships/customXml" Target="../ink/ink551.xml"/><Relationship Id="rId301" Type="http://schemas.openxmlformats.org/officeDocument/2006/relationships/image" Target="../media/image611.png"/><Relationship Id="rId343" Type="http://schemas.openxmlformats.org/officeDocument/2006/relationships/image" Target="../media/image632.png"/><Relationship Id="rId550" Type="http://schemas.openxmlformats.org/officeDocument/2006/relationships/customXml" Target="../ink/ink737.xml"/><Relationship Id="rId82" Type="http://schemas.openxmlformats.org/officeDocument/2006/relationships/customXml" Target="../ink/ink503.xml"/><Relationship Id="rId203" Type="http://schemas.openxmlformats.org/officeDocument/2006/relationships/image" Target="../media/image562.png"/><Relationship Id="rId385" Type="http://schemas.openxmlformats.org/officeDocument/2006/relationships/image" Target="../media/image653.png"/><Relationship Id="rId245" Type="http://schemas.openxmlformats.org/officeDocument/2006/relationships/image" Target="../media/image583.png"/><Relationship Id="rId287" Type="http://schemas.openxmlformats.org/officeDocument/2006/relationships/image" Target="../media/image604.png"/><Relationship Id="rId410" Type="http://schemas.openxmlformats.org/officeDocument/2006/relationships/customXml" Target="../ink/ink667.xml"/><Relationship Id="rId452" Type="http://schemas.openxmlformats.org/officeDocument/2006/relationships/customXml" Target="../ink/ink688.xml"/><Relationship Id="rId494" Type="http://schemas.openxmlformats.org/officeDocument/2006/relationships/customXml" Target="../ink/ink709.xml"/><Relationship Id="rId508" Type="http://schemas.openxmlformats.org/officeDocument/2006/relationships/customXml" Target="../ink/ink716.xml"/><Relationship Id="rId105" Type="http://schemas.openxmlformats.org/officeDocument/2006/relationships/image" Target="../media/image513.png"/><Relationship Id="rId147" Type="http://schemas.openxmlformats.org/officeDocument/2006/relationships/image" Target="../media/image534.png"/><Relationship Id="rId312" Type="http://schemas.openxmlformats.org/officeDocument/2006/relationships/customXml" Target="../ink/ink618.xml"/><Relationship Id="rId354" Type="http://schemas.openxmlformats.org/officeDocument/2006/relationships/customXml" Target="../ink/ink639.xml"/><Relationship Id="rId51" Type="http://schemas.openxmlformats.org/officeDocument/2006/relationships/image" Target="../media/image486.png"/><Relationship Id="rId93" Type="http://schemas.openxmlformats.org/officeDocument/2006/relationships/image" Target="../media/image507.png"/><Relationship Id="rId189" Type="http://schemas.openxmlformats.org/officeDocument/2006/relationships/image" Target="../media/image555.png"/><Relationship Id="rId396" Type="http://schemas.openxmlformats.org/officeDocument/2006/relationships/customXml" Target="../ink/ink660.xml"/><Relationship Id="rId561" Type="http://schemas.openxmlformats.org/officeDocument/2006/relationships/image" Target="../media/image741.png"/><Relationship Id="rId214" Type="http://schemas.openxmlformats.org/officeDocument/2006/relationships/customXml" Target="../ink/ink569.xml"/><Relationship Id="rId256" Type="http://schemas.openxmlformats.org/officeDocument/2006/relationships/customXml" Target="../ink/ink590.xml"/><Relationship Id="rId298" Type="http://schemas.openxmlformats.org/officeDocument/2006/relationships/customXml" Target="../ink/ink611.xml"/><Relationship Id="rId421" Type="http://schemas.openxmlformats.org/officeDocument/2006/relationships/image" Target="../media/image671.png"/><Relationship Id="rId463" Type="http://schemas.openxmlformats.org/officeDocument/2006/relationships/image" Target="../media/image692.png"/><Relationship Id="rId519" Type="http://schemas.openxmlformats.org/officeDocument/2006/relationships/image" Target="../media/image720.png"/><Relationship Id="rId116" Type="http://schemas.openxmlformats.org/officeDocument/2006/relationships/customXml" Target="../ink/ink520.xml"/><Relationship Id="rId158" Type="http://schemas.openxmlformats.org/officeDocument/2006/relationships/customXml" Target="../ink/ink541.xml"/><Relationship Id="rId323" Type="http://schemas.openxmlformats.org/officeDocument/2006/relationships/image" Target="../media/image622.png"/><Relationship Id="rId530" Type="http://schemas.openxmlformats.org/officeDocument/2006/relationships/customXml" Target="../ink/ink727.xml"/><Relationship Id="rId20" Type="http://schemas.openxmlformats.org/officeDocument/2006/relationships/customXml" Target="../ink/ink472.xml"/><Relationship Id="rId62" Type="http://schemas.openxmlformats.org/officeDocument/2006/relationships/customXml" Target="../ink/ink493.xml"/><Relationship Id="rId365" Type="http://schemas.openxmlformats.org/officeDocument/2006/relationships/image" Target="../media/image643.png"/><Relationship Id="rId225" Type="http://schemas.openxmlformats.org/officeDocument/2006/relationships/image" Target="../media/image573.png"/><Relationship Id="rId267" Type="http://schemas.openxmlformats.org/officeDocument/2006/relationships/image" Target="../media/image594.png"/><Relationship Id="rId432" Type="http://schemas.openxmlformats.org/officeDocument/2006/relationships/customXml" Target="../ink/ink678.xml"/><Relationship Id="rId474" Type="http://schemas.openxmlformats.org/officeDocument/2006/relationships/customXml" Target="../ink/ink699.xml"/><Relationship Id="rId127" Type="http://schemas.openxmlformats.org/officeDocument/2006/relationships/image" Target="../media/image524.png"/><Relationship Id="rId31" Type="http://schemas.openxmlformats.org/officeDocument/2006/relationships/image" Target="../media/image476.png"/><Relationship Id="rId73" Type="http://schemas.openxmlformats.org/officeDocument/2006/relationships/image" Target="../media/image497.png"/><Relationship Id="rId169" Type="http://schemas.openxmlformats.org/officeDocument/2006/relationships/image" Target="../media/image545.png"/><Relationship Id="rId334" Type="http://schemas.openxmlformats.org/officeDocument/2006/relationships/customXml" Target="../ink/ink629.xml"/><Relationship Id="rId376" Type="http://schemas.openxmlformats.org/officeDocument/2006/relationships/customXml" Target="../ink/ink650.xml"/><Relationship Id="rId541" Type="http://schemas.openxmlformats.org/officeDocument/2006/relationships/image" Target="../media/image731.png"/><Relationship Id="rId4" Type="http://schemas.openxmlformats.org/officeDocument/2006/relationships/customXml" Target="../ink/ink464.xml"/><Relationship Id="rId180" Type="http://schemas.openxmlformats.org/officeDocument/2006/relationships/customXml" Target="../ink/ink552.xml"/><Relationship Id="rId236" Type="http://schemas.openxmlformats.org/officeDocument/2006/relationships/customXml" Target="../ink/ink580.xml"/><Relationship Id="rId278" Type="http://schemas.openxmlformats.org/officeDocument/2006/relationships/customXml" Target="../ink/ink601.xml"/><Relationship Id="rId401" Type="http://schemas.openxmlformats.org/officeDocument/2006/relationships/image" Target="../media/image661.png"/><Relationship Id="rId443" Type="http://schemas.openxmlformats.org/officeDocument/2006/relationships/image" Target="../media/image682.png"/><Relationship Id="rId303" Type="http://schemas.openxmlformats.org/officeDocument/2006/relationships/image" Target="../media/image612.png"/><Relationship Id="rId485" Type="http://schemas.openxmlformats.org/officeDocument/2006/relationships/image" Target="../media/image703.png"/><Relationship Id="rId42" Type="http://schemas.openxmlformats.org/officeDocument/2006/relationships/customXml" Target="../ink/ink483.xml"/><Relationship Id="rId84" Type="http://schemas.openxmlformats.org/officeDocument/2006/relationships/customXml" Target="../ink/ink504.xml"/><Relationship Id="rId138" Type="http://schemas.openxmlformats.org/officeDocument/2006/relationships/customXml" Target="../ink/ink531.xml"/><Relationship Id="rId345" Type="http://schemas.openxmlformats.org/officeDocument/2006/relationships/image" Target="../media/image633.png"/><Relationship Id="rId387" Type="http://schemas.openxmlformats.org/officeDocument/2006/relationships/image" Target="../media/image654.png"/><Relationship Id="rId510" Type="http://schemas.openxmlformats.org/officeDocument/2006/relationships/customXml" Target="../ink/ink717.xml"/><Relationship Id="rId552" Type="http://schemas.openxmlformats.org/officeDocument/2006/relationships/customXml" Target="../ink/ink738.xml"/><Relationship Id="rId191" Type="http://schemas.openxmlformats.org/officeDocument/2006/relationships/image" Target="../media/image556.png"/><Relationship Id="rId205" Type="http://schemas.openxmlformats.org/officeDocument/2006/relationships/image" Target="../media/image563.png"/><Relationship Id="rId247" Type="http://schemas.openxmlformats.org/officeDocument/2006/relationships/image" Target="../media/image584.png"/><Relationship Id="rId412" Type="http://schemas.openxmlformats.org/officeDocument/2006/relationships/customXml" Target="../ink/ink668.xml"/><Relationship Id="rId107" Type="http://schemas.openxmlformats.org/officeDocument/2006/relationships/image" Target="../media/image514.png"/><Relationship Id="rId289" Type="http://schemas.openxmlformats.org/officeDocument/2006/relationships/image" Target="../media/image605.png"/><Relationship Id="rId454" Type="http://schemas.openxmlformats.org/officeDocument/2006/relationships/customXml" Target="../ink/ink689.xml"/><Relationship Id="rId496" Type="http://schemas.openxmlformats.org/officeDocument/2006/relationships/customXml" Target="../ink/ink710.xml"/><Relationship Id="rId11" Type="http://schemas.openxmlformats.org/officeDocument/2006/relationships/image" Target="../media/image466.png"/><Relationship Id="rId53" Type="http://schemas.openxmlformats.org/officeDocument/2006/relationships/image" Target="../media/image487.png"/><Relationship Id="rId149" Type="http://schemas.openxmlformats.org/officeDocument/2006/relationships/image" Target="../media/image535.png"/><Relationship Id="rId314" Type="http://schemas.openxmlformats.org/officeDocument/2006/relationships/customXml" Target="../ink/ink619.xml"/><Relationship Id="rId356" Type="http://schemas.openxmlformats.org/officeDocument/2006/relationships/customXml" Target="../ink/ink640.xml"/><Relationship Id="rId398" Type="http://schemas.openxmlformats.org/officeDocument/2006/relationships/customXml" Target="../ink/ink661.xml"/><Relationship Id="rId521" Type="http://schemas.openxmlformats.org/officeDocument/2006/relationships/image" Target="../media/image721.png"/><Relationship Id="rId563" Type="http://schemas.openxmlformats.org/officeDocument/2006/relationships/image" Target="../media/image742.png"/><Relationship Id="rId95" Type="http://schemas.openxmlformats.org/officeDocument/2006/relationships/image" Target="../media/image508.png"/><Relationship Id="rId160" Type="http://schemas.openxmlformats.org/officeDocument/2006/relationships/customXml" Target="../ink/ink542.xml"/><Relationship Id="rId216" Type="http://schemas.openxmlformats.org/officeDocument/2006/relationships/customXml" Target="../ink/ink570.xml"/><Relationship Id="rId423" Type="http://schemas.openxmlformats.org/officeDocument/2006/relationships/image" Target="../media/image672.png"/><Relationship Id="rId258" Type="http://schemas.openxmlformats.org/officeDocument/2006/relationships/customXml" Target="../ink/ink591.xml"/><Relationship Id="rId465" Type="http://schemas.openxmlformats.org/officeDocument/2006/relationships/image" Target="../media/image693.png"/><Relationship Id="rId22" Type="http://schemas.openxmlformats.org/officeDocument/2006/relationships/customXml" Target="../ink/ink473.xml"/><Relationship Id="rId64" Type="http://schemas.openxmlformats.org/officeDocument/2006/relationships/customXml" Target="../ink/ink494.xml"/><Relationship Id="rId118" Type="http://schemas.openxmlformats.org/officeDocument/2006/relationships/customXml" Target="../ink/ink521.xml"/><Relationship Id="rId325" Type="http://schemas.openxmlformats.org/officeDocument/2006/relationships/image" Target="../media/image623.png"/><Relationship Id="rId367" Type="http://schemas.openxmlformats.org/officeDocument/2006/relationships/image" Target="../media/image644.png"/><Relationship Id="rId532" Type="http://schemas.openxmlformats.org/officeDocument/2006/relationships/customXml" Target="../ink/ink728.xml"/><Relationship Id="rId171" Type="http://schemas.openxmlformats.org/officeDocument/2006/relationships/image" Target="../media/image546.png"/><Relationship Id="rId227" Type="http://schemas.openxmlformats.org/officeDocument/2006/relationships/image" Target="../media/image574.png"/><Relationship Id="rId269" Type="http://schemas.openxmlformats.org/officeDocument/2006/relationships/image" Target="../media/image595.png"/><Relationship Id="rId434" Type="http://schemas.openxmlformats.org/officeDocument/2006/relationships/customXml" Target="../ink/ink679.xml"/><Relationship Id="rId476" Type="http://schemas.openxmlformats.org/officeDocument/2006/relationships/customXml" Target="../ink/ink700.xml"/><Relationship Id="rId33" Type="http://schemas.openxmlformats.org/officeDocument/2006/relationships/image" Target="../media/image477.png"/><Relationship Id="rId129" Type="http://schemas.openxmlformats.org/officeDocument/2006/relationships/image" Target="../media/image525.png"/><Relationship Id="rId280" Type="http://schemas.openxmlformats.org/officeDocument/2006/relationships/customXml" Target="../ink/ink602.xml"/><Relationship Id="rId336" Type="http://schemas.openxmlformats.org/officeDocument/2006/relationships/customXml" Target="../ink/ink630.xml"/><Relationship Id="rId501" Type="http://schemas.openxmlformats.org/officeDocument/2006/relationships/image" Target="../media/image711.png"/><Relationship Id="rId543" Type="http://schemas.openxmlformats.org/officeDocument/2006/relationships/image" Target="../media/image732.png"/><Relationship Id="rId75" Type="http://schemas.openxmlformats.org/officeDocument/2006/relationships/image" Target="../media/image498.png"/><Relationship Id="rId140" Type="http://schemas.openxmlformats.org/officeDocument/2006/relationships/customXml" Target="../ink/ink532.xml"/><Relationship Id="rId182" Type="http://schemas.openxmlformats.org/officeDocument/2006/relationships/customXml" Target="../ink/ink553.xml"/><Relationship Id="rId378" Type="http://schemas.openxmlformats.org/officeDocument/2006/relationships/customXml" Target="../ink/ink651.xml"/><Relationship Id="rId403" Type="http://schemas.openxmlformats.org/officeDocument/2006/relationships/image" Target="../media/image662.png"/><Relationship Id="rId6" Type="http://schemas.openxmlformats.org/officeDocument/2006/relationships/customXml" Target="../ink/ink465.xml"/><Relationship Id="rId238" Type="http://schemas.openxmlformats.org/officeDocument/2006/relationships/customXml" Target="../ink/ink581.xml"/><Relationship Id="rId445" Type="http://schemas.openxmlformats.org/officeDocument/2006/relationships/image" Target="../media/image683.png"/><Relationship Id="rId487" Type="http://schemas.openxmlformats.org/officeDocument/2006/relationships/image" Target="../media/image704.png"/><Relationship Id="rId291" Type="http://schemas.openxmlformats.org/officeDocument/2006/relationships/image" Target="../media/image606.png"/><Relationship Id="rId305" Type="http://schemas.openxmlformats.org/officeDocument/2006/relationships/image" Target="../media/image613.png"/><Relationship Id="rId347" Type="http://schemas.openxmlformats.org/officeDocument/2006/relationships/image" Target="../media/image634.png"/><Relationship Id="rId512" Type="http://schemas.openxmlformats.org/officeDocument/2006/relationships/customXml" Target="../ink/ink718.xml"/><Relationship Id="rId44" Type="http://schemas.openxmlformats.org/officeDocument/2006/relationships/customXml" Target="../ink/ink484.xml"/><Relationship Id="rId86" Type="http://schemas.openxmlformats.org/officeDocument/2006/relationships/customXml" Target="../ink/ink505.xml"/><Relationship Id="rId151" Type="http://schemas.openxmlformats.org/officeDocument/2006/relationships/image" Target="../media/image536.png"/><Relationship Id="rId389" Type="http://schemas.openxmlformats.org/officeDocument/2006/relationships/image" Target="../media/image655.png"/><Relationship Id="rId554" Type="http://schemas.openxmlformats.org/officeDocument/2006/relationships/customXml" Target="../ink/ink739.xml"/><Relationship Id="rId193" Type="http://schemas.openxmlformats.org/officeDocument/2006/relationships/image" Target="../media/image557.png"/><Relationship Id="rId207" Type="http://schemas.openxmlformats.org/officeDocument/2006/relationships/image" Target="../media/image564.png"/><Relationship Id="rId249" Type="http://schemas.openxmlformats.org/officeDocument/2006/relationships/image" Target="../media/image585.png"/><Relationship Id="rId414" Type="http://schemas.openxmlformats.org/officeDocument/2006/relationships/customXml" Target="../ink/ink669.xml"/><Relationship Id="rId456" Type="http://schemas.openxmlformats.org/officeDocument/2006/relationships/customXml" Target="../ink/ink690.xml"/><Relationship Id="rId498" Type="http://schemas.openxmlformats.org/officeDocument/2006/relationships/customXml" Target="../ink/ink711.xml"/><Relationship Id="rId13" Type="http://schemas.openxmlformats.org/officeDocument/2006/relationships/image" Target="../media/image467.png"/><Relationship Id="rId109" Type="http://schemas.openxmlformats.org/officeDocument/2006/relationships/image" Target="../media/image515.png"/><Relationship Id="rId260" Type="http://schemas.openxmlformats.org/officeDocument/2006/relationships/customXml" Target="../ink/ink592.xml"/><Relationship Id="rId316" Type="http://schemas.openxmlformats.org/officeDocument/2006/relationships/customXml" Target="../ink/ink620.xml"/><Relationship Id="rId523" Type="http://schemas.openxmlformats.org/officeDocument/2006/relationships/image" Target="../media/image722.png"/><Relationship Id="rId55" Type="http://schemas.openxmlformats.org/officeDocument/2006/relationships/image" Target="../media/image488.png"/><Relationship Id="rId97" Type="http://schemas.openxmlformats.org/officeDocument/2006/relationships/image" Target="../media/image509.png"/><Relationship Id="rId120" Type="http://schemas.openxmlformats.org/officeDocument/2006/relationships/customXml" Target="../ink/ink522.xml"/><Relationship Id="rId358" Type="http://schemas.openxmlformats.org/officeDocument/2006/relationships/customXml" Target="../ink/ink641.xml"/><Relationship Id="rId565" Type="http://schemas.openxmlformats.org/officeDocument/2006/relationships/image" Target="../media/image743.png"/><Relationship Id="rId162" Type="http://schemas.openxmlformats.org/officeDocument/2006/relationships/customXml" Target="../ink/ink543.xml"/><Relationship Id="rId218" Type="http://schemas.openxmlformats.org/officeDocument/2006/relationships/customXml" Target="../ink/ink571.xml"/><Relationship Id="rId425" Type="http://schemas.openxmlformats.org/officeDocument/2006/relationships/image" Target="../media/image673.png"/><Relationship Id="rId467" Type="http://schemas.openxmlformats.org/officeDocument/2006/relationships/image" Target="../media/image694.png"/><Relationship Id="rId271" Type="http://schemas.openxmlformats.org/officeDocument/2006/relationships/image" Target="../media/image596.png"/><Relationship Id="rId24" Type="http://schemas.openxmlformats.org/officeDocument/2006/relationships/customXml" Target="../ink/ink474.xml"/><Relationship Id="rId66" Type="http://schemas.openxmlformats.org/officeDocument/2006/relationships/customXml" Target="../ink/ink495.xml"/><Relationship Id="rId131" Type="http://schemas.openxmlformats.org/officeDocument/2006/relationships/image" Target="../media/image526.png"/><Relationship Id="rId327" Type="http://schemas.openxmlformats.org/officeDocument/2006/relationships/image" Target="../media/image624.png"/><Relationship Id="rId369" Type="http://schemas.openxmlformats.org/officeDocument/2006/relationships/image" Target="../media/image645.png"/><Relationship Id="rId534" Type="http://schemas.openxmlformats.org/officeDocument/2006/relationships/customXml" Target="../ink/ink729.xml"/><Relationship Id="rId173" Type="http://schemas.openxmlformats.org/officeDocument/2006/relationships/image" Target="../media/image547.png"/><Relationship Id="rId229" Type="http://schemas.openxmlformats.org/officeDocument/2006/relationships/image" Target="../media/image575.png"/><Relationship Id="rId380" Type="http://schemas.openxmlformats.org/officeDocument/2006/relationships/customXml" Target="../ink/ink652.xml"/><Relationship Id="rId436" Type="http://schemas.openxmlformats.org/officeDocument/2006/relationships/customXml" Target="../ink/ink680.xml"/><Relationship Id="rId240" Type="http://schemas.openxmlformats.org/officeDocument/2006/relationships/customXml" Target="../ink/ink582.xml"/><Relationship Id="rId478" Type="http://schemas.openxmlformats.org/officeDocument/2006/relationships/customXml" Target="../ink/ink701.xml"/><Relationship Id="rId35" Type="http://schemas.openxmlformats.org/officeDocument/2006/relationships/image" Target="../media/image478.png"/><Relationship Id="rId77" Type="http://schemas.openxmlformats.org/officeDocument/2006/relationships/image" Target="../media/image499.png"/><Relationship Id="rId100" Type="http://schemas.openxmlformats.org/officeDocument/2006/relationships/customXml" Target="../ink/ink512.xml"/><Relationship Id="rId282" Type="http://schemas.openxmlformats.org/officeDocument/2006/relationships/customXml" Target="../ink/ink603.xml"/><Relationship Id="rId338" Type="http://schemas.openxmlformats.org/officeDocument/2006/relationships/customXml" Target="../ink/ink631.xml"/><Relationship Id="rId503" Type="http://schemas.openxmlformats.org/officeDocument/2006/relationships/image" Target="../media/image712.png"/><Relationship Id="rId545" Type="http://schemas.openxmlformats.org/officeDocument/2006/relationships/image" Target="../media/image733.png"/><Relationship Id="rId8" Type="http://schemas.openxmlformats.org/officeDocument/2006/relationships/customXml" Target="../ink/ink466.xml"/><Relationship Id="rId142" Type="http://schemas.openxmlformats.org/officeDocument/2006/relationships/customXml" Target="../ink/ink533.xml"/><Relationship Id="rId184" Type="http://schemas.openxmlformats.org/officeDocument/2006/relationships/customXml" Target="../ink/ink554.xml"/><Relationship Id="rId391" Type="http://schemas.openxmlformats.org/officeDocument/2006/relationships/image" Target="../media/image656.png"/><Relationship Id="rId405" Type="http://schemas.openxmlformats.org/officeDocument/2006/relationships/image" Target="../media/image663.png"/><Relationship Id="rId447" Type="http://schemas.openxmlformats.org/officeDocument/2006/relationships/image" Target="../media/image684.png"/><Relationship Id="rId251" Type="http://schemas.openxmlformats.org/officeDocument/2006/relationships/image" Target="../media/image586.png"/><Relationship Id="rId489" Type="http://schemas.openxmlformats.org/officeDocument/2006/relationships/image" Target="../media/image705.png"/><Relationship Id="rId46" Type="http://schemas.openxmlformats.org/officeDocument/2006/relationships/customXml" Target="../ink/ink485.xml"/><Relationship Id="rId293" Type="http://schemas.openxmlformats.org/officeDocument/2006/relationships/image" Target="../media/image607.png"/><Relationship Id="rId307" Type="http://schemas.openxmlformats.org/officeDocument/2006/relationships/image" Target="../media/image614.png"/><Relationship Id="rId349" Type="http://schemas.openxmlformats.org/officeDocument/2006/relationships/image" Target="../media/image635.png"/><Relationship Id="rId514" Type="http://schemas.openxmlformats.org/officeDocument/2006/relationships/customXml" Target="../ink/ink719.xml"/><Relationship Id="rId556" Type="http://schemas.openxmlformats.org/officeDocument/2006/relationships/customXml" Target="../ink/ink740.xml"/><Relationship Id="rId88" Type="http://schemas.openxmlformats.org/officeDocument/2006/relationships/customXml" Target="../ink/ink506.xml"/><Relationship Id="rId111" Type="http://schemas.openxmlformats.org/officeDocument/2006/relationships/image" Target="../media/image516.png"/><Relationship Id="rId153" Type="http://schemas.openxmlformats.org/officeDocument/2006/relationships/image" Target="../media/image537.png"/><Relationship Id="rId195" Type="http://schemas.openxmlformats.org/officeDocument/2006/relationships/image" Target="../media/image558.png"/><Relationship Id="rId209" Type="http://schemas.openxmlformats.org/officeDocument/2006/relationships/image" Target="../media/image565.png"/><Relationship Id="rId360" Type="http://schemas.openxmlformats.org/officeDocument/2006/relationships/customXml" Target="../ink/ink642.xml"/><Relationship Id="rId416" Type="http://schemas.openxmlformats.org/officeDocument/2006/relationships/customXml" Target="../ink/ink670.xml"/><Relationship Id="rId220" Type="http://schemas.openxmlformats.org/officeDocument/2006/relationships/customXml" Target="../ink/ink572.xml"/><Relationship Id="rId458" Type="http://schemas.openxmlformats.org/officeDocument/2006/relationships/customXml" Target="../ink/ink691.xml"/><Relationship Id="rId15" Type="http://schemas.openxmlformats.org/officeDocument/2006/relationships/image" Target="../media/image468.png"/><Relationship Id="rId57" Type="http://schemas.openxmlformats.org/officeDocument/2006/relationships/image" Target="../media/image489.png"/><Relationship Id="rId262" Type="http://schemas.openxmlformats.org/officeDocument/2006/relationships/customXml" Target="../ink/ink593.xml"/><Relationship Id="rId318" Type="http://schemas.openxmlformats.org/officeDocument/2006/relationships/customXml" Target="../ink/ink621.xml"/><Relationship Id="rId525" Type="http://schemas.openxmlformats.org/officeDocument/2006/relationships/image" Target="../media/image723.png"/><Relationship Id="rId567" Type="http://schemas.openxmlformats.org/officeDocument/2006/relationships/image" Target="../media/image744.png"/><Relationship Id="rId99" Type="http://schemas.openxmlformats.org/officeDocument/2006/relationships/image" Target="../media/image510.png"/><Relationship Id="rId122" Type="http://schemas.openxmlformats.org/officeDocument/2006/relationships/customXml" Target="../ink/ink523.xml"/><Relationship Id="rId164" Type="http://schemas.openxmlformats.org/officeDocument/2006/relationships/customXml" Target="../ink/ink544.xml"/><Relationship Id="rId371" Type="http://schemas.openxmlformats.org/officeDocument/2006/relationships/image" Target="../media/image646.png"/><Relationship Id="rId427" Type="http://schemas.openxmlformats.org/officeDocument/2006/relationships/image" Target="../media/image674.png"/><Relationship Id="rId469" Type="http://schemas.openxmlformats.org/officeDocument/2006/relationships/image" Target="../media/image695.png"/><Relationship Id="rId26" Type="http://schemas.openxmlformats.org/officeDocument/2006/relationships/customXml" Target="../ink/ink475.xml"/><Relationship Id="rId231" Type="http://schemas.openxmlformats.org/officeDocument/2006/relationships/image" Target="../media/image576.png"/><Relationship Id="rId273" Type="http://schemas.openxmlformats.org/officeDocument/2006/relationships/image" Target="../media/image597.png"/><Relationship Id="rId329" Type="http://schemas.openxmlformats.org/officeDocument/2006/relationships/image" Target="../media/image625.png"/><Relationship Id="rId480" Type="http://schemas.openxmlformats.org/officeDocument/2006/relationships/customXml" Target="../ink/ink702.xml"/><Relationship Id="rId536" Type="http://schemas.openxmlformats.org/officeDocument/2006/relationships/customXml" Target="../ink/ink730.xml"/><Relationship Id="rId68" Type="http://schemas.openxmlformats.org/officeDocument/2006/relationships/customXml" Target="../ink/ink496.xml"/><Relationship Id="rId133" Type="http://schemas.openxmlformats.org/officeDocument/2006/relationships/image" Target="../media/image527.png"/><Relationship Id="rId175" Type="http://schemas.openxmlformats.org/officeDocument/2006/relationships/image" Target="../media/image548.png"/><Relationship Id="rId340" Type="http://schemas.openxmlformats.org/officeDocument/2006/relationships/customXml" Target="../ink/ink632.xml"/><Relationship Id="rId200" Type="http://schemas.openxmlformats.org/officeDocument/2006/relationships/customXml" Target="../ink/ink562.xml"/><Relationship Id="rId382" Type="http://schemas.openxmlformats.org/officeDocument/2006/relationships/customXml" Target="../ink/ink653.xml"/><Relationship Id="rId438" Type="http://schemas.openxmlformats.org/officeDocument/2006/relationships/customXml" Target="../ink/ink681.xml"/><Relationship Id="rId242" Type="http://schemas.openxmlformats.org/officeDocument/2006/relationships/customXml" Target="../ink/ink583.xml"/><Relationship Id="rId284" Type="http://schemas.openxmlformats.org/officeDocument/2006/relationships/customXml" Target="../ink/ink604.xml"/><Relationship Id="rId491" Type="http://schemas.openxmlformats.org/officeDocument/2006/relationships/image" Target="../media/image706.png"/><Relationship Id="rId505" Type="http://schemas.openxmlformats.org/officeDocument/2006/relationships/image" Target="../media/image713.png"/><Relationship Id="rId37" Type="http://schemas.openxmlformats.org/officeDocument/2006/relationships/image" Target="../media/image479.png"/><Relationship Id="rId79" Type="http://schemas.openxmlformats.org/officeDocument/2006/relationships/image" Target="../media/image500.png"/><Relationship Id="rId102" Type="http://schemas.openxmlformats.org/officeDocument/2006/relationships/customXml" Target="../ink/ink513.xml"/><Relationship Id="rId144" Type="http://schemas.openxmlformats.org/officeDocument/2006/relationships/customXml" Target="../ink/ink534.xml"/><Relationship Id="rId547" Type="http://schemas.openxmlformats.org/officeDocument/2006/relationships/image" Target="../media/image734.png"/><Relationship Id="rId90" Type="http://schemas.openxmlformats.org/officeDocument/2006/relationships/customXml" Target="../ink/ink507.xml"/><Relationship Id="rId186" Type="http://schemas.openxmlformats.org/officeDocument/2006/relationships/customXml" Target="../ink/ink555.xml"/><Relationship Id="rId351" Type="http://schemas.openxmlformats.org/officeDocument/2006/relationships/image" Target="../media/image636.png"/><Relationship Id="rId393" Type="http://schemas.openxmlformats.org/officeDocument/2006/relationships/image" Target="../media/image657.png"/><Relationship Id="rId407" Type="http://schemas.openxmlformats.org/officeDocument/2006/relationships/image" Target="../media/image664.png"/><Relationship Id="rId449" Type="http://schemas.openxmlformats.org/officeDocument/2006/relationships/image" Target="../media/image685.png"/><Relationship Id="rId211" Type="http://schemas.openxmlformats.org/officeDocument/2006/relationships/image" Target="../media/image566.png"/><Relationship Id="rId253" Type="http://schemas.openxmlformats.org/officeDocument/2006/relationships/image" Target="../media/image587.png"/><Relationship Id="rId295" Type="http://schemas.openxmlformats.org/officeDocument/2006/relationships/image" Target="../media/image608.png"/><Relationship Id="rId309" Type="http://schemas.openxmlformats.org/officeDocument/2006/relationships/image" Target="../media/image615.png"/><Relationship Id="rId460" Type="http://schemas.openxmlformats.org/officeDocument/2006/relationships/customXml" Target="../ink/ink692.xml"/><Relationship Id="rId516" Type="http://schemas.openxmlformats.org/officeDocument/2006/relationships/customXml" Target="../ink/ink720.xml"/><Relationship Id="rId48" Type="http://schemas.openxmlformats.org/officeDocument/2006/relationships/customXml" Target="../ink/ink486.xml"/><Relationship Id="rId113" Type="http://schemas.openxmlformats.org/officeDocument/2006/relationships/image" Target="../media/image517.png"/><Relationship Id="rId320" Type="http://schemas.openxmlformats.org/officeDocument/2006/relationships/customXml" Target="../ink/ink622.xml"/><Relationship Id="rId558" Type="http://schemas.openxmlformats.org/officeDocument/2006/relationships/customXml" Target="../ink/ink741.xml"/><Relationship Id="rId155" Type="http://schemas.openxmlformats.org/officeDocument/2006/relationships/image" Target="../media/image538.png"/><Relationship Id="rId197" Type="http://schemas.openxmlformats.org/officeDocument/2006/relationships/image" Target="../media/image559.png"/><Relationship Id="rId362" Type="http://schemas.openxmlformats.org/officeDocument/2006/relationships/customXml" Target="../ink/ink643.xml"/><Relationship Id="rId418" Type="http://schemas.openxmlformats.org/officeDocument/2006/relationships/customXml" Target="../ink/ink671.xml"/><Relationship Id="rId222" Type="http://schemas.openxmlformats.org/officeDocument/2006/relationships/customXml" Target="../ink/ink573.xml"/><Relationship Id="rId264" Type="http://schemas.openxmlformats.org/officeDocument/2006/relationships/customXml" Target="../ink/ink594.xml"/><Relationship Id="rId471" Type="http://schemas.openxmlformats.org/officeDocument/2006/relationships/image" Target="../media/image696.png"/><Relationship Id="rId17" Type="http://schemas.openxmlformats.org/officeDocument/2006/relationships/image" Target="../media/image469.png"/><Relationship Id="rId59" Type="http://schemas.openxmlformats.org/officeDocument/2006/relationships/image" Target="../media/image490.png"/><Relationship Id="rId124" Type="http://schemas.openxmlformats.org/officeDocument/2006/relationships/customXml" Target="../ink/ink524.xml"/><Relationship Id="rId527" Type="http://schemas.openxmlformats.org/officeDocument/2006/relationships/image" Target="../media/image724.png"/><Relationship Id="rId70" Type="http://schemas.openxmlformats.org/officeDocument/2006/relationships/customXml" Target="../ink/ink497.xml"/><Relationship Id="rId166" Type="http://schemas.openxmlformats.org/officeDocument/2006/relationships/customXml" Target="../ink/ink545.xml"/><Relationship Id="rId331" Type="http://schemas.openxmlformats.org/officeDocument/2006/relationships/image" Target="../media/image626.png"/><Relationship Id="rId373" Type="http://schemas.openxmlformats.org/officeDocument/2006/relationships/image" Target="../media/image647.png"/><Relationship Id="rId429" Type="http://schemas.openxmlformats.org/officeDocument/2006/relationships/image" Target="../media/image675.png"/><Relationship Id="rId1" Type="http://schemas.openxmlformats.org/officeDocument/2006/relationships/slideLayout" Target="../slideLayouts/slideLayout6.xml"/><Relationship Id="rId233" Type="http://schemas.openxmlformats.org/officeDocument/2006/relationships/image" Target="../media/image577.png"/><Relationship Id="rId440" Type="http://schemas.openxmlformats.org/officeDocument/2006/relationships/customXml" Target="../ink/ink682.xml"/><Relationship Id="rId28" Type="http://schemas.openxmlformats.org/officeDocument/2006/relationships/customXml" Target="../ink/ink476.xml"/><Relationship Id="rId275" Type="http://schemas.openxmlformats.org/officeDocument/2006/relationships/image" Target="../media/image598.png"/><Relationship Id="rId300" Type="http://schemas.openxmlformats.org/officeDocument/2006/relationships/customXml" Target="../ink/ink612.xml"/><Relationship Id="rId482" Type="http://schemas.openxmlformats.org/officeDocument/2006/relationships/customXml" Target="../ink/ink703.xml"/><Relationship Id="rId538" Type="http://schemas.openxmlformats.org/officeDocument/2006/relationships/customXml" Target="../ink/ink731.xml"/><Relationship Id="rId81" Type="http://schemas.openxmlformats.org/officeDocument/2006/relationships/image" Target="../media/image501.png"/><Relationship Id="rId135" Type="http://schemas.openxmlformats.org/officeDocument/2006/relationships/image" Target="../media/image528.png"/><Relationship Id="rId177" Type="http://schemas.openxmlformats.org/officeDocument/2006/relationships/image" Target="../media/image549.png"/><Relationship Id="rId342" Type="http://schemas.openxmlformats.org/officeDocument/2006/relationships/customXml" Target="../ink/ink633.xml"/><Relationship Id="rId384" Type="http://schemas.openxmlformats.org/officeDocument/2006/relationships/customXml" Target="../ink/ink654.xml"/><Relationship Id="rId202" Type="http://schemas.openxmlformats.org/officeDocument/2006/relationships/customXml" Target="../ink/ink563.xml"/><Relationship Id="rId244" Type="http://schemas.openxmlformats.org/officeDocument/2006/relationships/customXml" Target="../ink/ink584.xml"/><Relationship Id="rId39" Type="http://schemas.openxmlformats.org/officeDocument/2006/relationships/image" Target="../media/image480.png"/><Relationship Id="rId286" Type="http://schemas.openxmlformats.org/officeDocument/2006/relationships/customXml" Target="../ink/ink605.xml"/><Relationship Id="rId451" Type="http://schemas.openxmlformats.org/officeDocument/2006/relationships/image" Target="../media/image686.png"/><Relationship Id="rId493" Type="http://schemas.openxmlformats.org/officeDocument/2006/relationships/image" Target="../media/image707.png"/><Relationship Id="rId507" Type="http://schemas.openxmlformats.org/officeDocument/2006/relationships/image" Target="../media/image714.png"/><Relationship Id="rId549" Type="http://schemas.openxmlformats.org/officeDocument/2006/relationships/image" Target="../media/image735.png"/><Relationship Id="rId50" Type="http://schemas.openxmlformats.org/officeDocument/2006/relationships/customXml" Target="../ink/ink487.xml"/><Relationship Id="rId104" Type="http://schemas.openxmlformats.org/officeDocument/2006/relationships/customXml" Target="../ink/ink514.xml"/><Relationship Id="rId146" Type="http://schemas.openxmlformats.org/officeDocument/2006/relationships/customXml" Target="../ink/ink535.xml"/><Relationship Id="rId188" Type="http://schemas.openxmlformats.org/officeDocument/2006/relationships/customXml" Target="../ink/ink556.xml"/><Relationship Id="rId311" Type="http://schemas.openxmlformats.org/officeDocument/2006/relationships/image" Target="../media/image616.png"/><Relationship Id="rId353" Type="http://schemas.openxmlformats.org/officeDocument/2006/relationships/image" Target="../media/image637.png"/><Relationship Id="rId395" Type="http://schemas.openxmlformats.org/officeDocument/2006/relationships/image" Target="../media/image658.png"/><Relationship Id="rId409" Type="http://schemas.openxmlformats.org/officeDocument/2006/relationships/image" Target="../media/image665.png"/><Relationship Id="rId560" Type="http://schemas.openxmlformats.org/officeDocument/2006/relationships/customXml" Target="../ink/ink742.xml"/><Relationship Id="rId92" Type="http://schemas.openxmlformats.org/officeDocument/2006/relationships/customXml" Target="../ink/ink508.xml"/><Relationship Id="rId213" Type="http://schemas.openxmlformats.org/officeDocument/2006/relationships/image" Target="../media/image567.png"/><Relationship Id="rId420" Type="http://schemas.openxmlformats.org/officeDocument/2006/relationships/customXml" Target="../ink/ink672.xml"/><Relationship Id="rId255" Type="http://schemas.openxmlformats.org/officeDocument/2006/relationships/image" Target="../media/image588.png"/><Relationship Id="rId297" Type="http://schemas.openxmlformats.org/officeDocument/2006/relationships/image" Target="../media/image609.png"/><Relationship Id="rId462" Type="http://schemas.openxmlformats.org/officeDocument/2006/relationships/customXml" Target="../ink/ink693.xml"/><Relationship Id="rId518" Type="http://schemas.openxmlformats.org/officeDocument/2006/relationships/customXml" Target="../ink/ink721.xml"/><Relationship Id="rId115" Type="http://schemas.openxmlformats.org/officeDocument/2006/relationships/image" Target="../media/image518.png"/><Relationship Id="rId157" Type="http://schemas.openxmlformats.org/officeDocument/2006/relationships/image" Target="../media/image539.png"/><Relationship Id="rId322" Type="http://schemas.openxmlformats.org/officeDocument/2006/relationships/customXml" Target="../ink/ink623.xml"/><Relationship Id="rId364" Type="http://schemas.openxmlformats.org/officeDocument/2006/relationships/customXml" Target="../ink/ink644.xml"/><Relationship Id="rId61" Type="http://schemas.openxmlformats.org/officeDocument/2006/relationships/image" Target="../media/image491.png"/><Relationship Id="rId199" Type="http://schemas.openxmlformats.org/officeDocument/2006/relationships/image" Target="../media/image560.png"/><Relationship Id="rId19" Type="http://schemas.openxmlformats.org/officeDocument/2006/relationships/image" Target="../media/image470.png"/><Relationship Id="rId224" Type="http://schemas.openxmlformats.org/officeDocument/2006/relationships/customXml" Target="../ink/ink574.xml"/><Relationship Id="rId266" Type="http://schemas.openxmlformats.org/officeDocument/2006/relationships/customXml" Target="../ink/ink595.xml"/><Relationship Id="rId431" Type="http://schemas.openxmlformats.org/officeDocument/2006/relationships/image" Target="../media/image676.png"/><Relationship Id="rId473" Type="http://schemas.openxmlformats.org/officeDocument/2006/relationships/image" Target="../media/image697.png"/><Relationship Id="rId529" Type="http://schemas.openxmlformats.org/officeDocument/2006/relationships/image" Target="../media/image725.png"/><Relationship Id="rId30" Type="http://schemas.openxmlformats.org/officeDocument/2006/relationships/customXml" Target="../ink/ink477.xml"/><Relationship Id="rId126" Type="http://schemas.openxmlformats.org/officeDocument/2006/relationships/customXml" Target="../ink/ink525.xml"/><Relationship Id="rId168" Type="http://schemas.openxmlformats.org/officeDocument/2006/relationships/customXml" Target="../ink/ink546.xml"/><Relationship Id="rId333" Type="http://schemas.openxmlformats.org/officeDocument/2006/relationships/image" Target="../media/image627.png"/><Relationship Id="rId540" Type="http://schemas.openxmlformats.org/officeDocument/2006/relationships/customXml" Target="../ink/ink732.xml"/><Relationship Id="rId72" Type="http://schemas.openxmlformats.org/officeDocument/2006/relationships/customXml" Target="../ink/ink498.xml"/><Relationship Id="rId375" Type="http://schemas.openxmlformats.org/officeDocument/2006/relationships/image" Target="../media/image648.png"/><Relationship Id="rId3" Type="http://schemas.openxmlformats.org/officeDocument/2006/relationships/image" Target="../media/image462.png"/><Relationship Id="rId235" Type="http://schemas.openxmlformats.org/officeDocument/2006/relationships/image" Target="../media/image578.png"/><Relationship Id="rId277" Type="http://schemas.openxmlformats.org/officeDocument/2006/relationships/image" Target="../media/image599.png"/><Relationship Id="rId400" Type="http://schemas.openxmlformats.org/officeDocument/2006/relationships/customXml" Target="../ink/ink662.xml"/><Relationship Id="rId442" Type="http://schemas.openxmlformats.org/officeDocument/2006/relationships/customXml" Target="../ink/ink683.xml"/><Relationship Id="rId484" Type="http://schemas.openxmlformats.org/officeDocument/2006/relationships/customXml" Target="../ink/ink704.xml"/><Relationship Id="rId137" Type="http://schemas.openxmlformats.org/officeDocument/2006/relationships/image" Target="../media/image529.png"/><Relationship Id="rId302" Type="http://schemas.openxmlformats.org/officeDocument/2006/relationships/customXml" Target="../ink/ink613.xml"/><Relationship Id="rId344" Type="http://schemas.openxmlformats.org/officeDocument/2006/relationships/customXml" Target="../ink/ink634.xml"/><Relationship Id="rId41" Type="http://schemas.openxmlformats.org/officeDocument/2006/relationships/image" Target="../media/image481.png"/><Relationship Id="rId83" Type="http://schemas.openxmlformats.org/officeDocument/2006/relationships/image" Target="../media/image502.png"/><Relationship Id="rId179" Type="http://schemas.openxmlformats.org/officeDocument/2006/relationships/image" Target="../media/image550.png"/><Relationship Id="rId386" Type="http://schemas.openxmlformats.org/officeDocument/2006/relationships/customXml" Target="../ink/ink655.xml"/><Relationship Id="rId551" Type="http://schemas.openxmlformats.org/officeDocument/2006/relationships/image" Target="../media/image736.png"/><Relationship Id="rId190" Type="http://schemas.openxmlformats.org/officeDocument/2006/relationships/customXml" Target="../ink/ink557.xml"/><Relationship Id="rId204" Type="http://schemas.openxmlformats.org/officeDocument/2006/relationships/customXml" Target="../ink/ink564.xml"/><Relationship Id="rId246" Type="http://schemas.openxmlformats.org/officeDocument/2006/relationships/customXml" Target="../ink/ink585.xml"/><Relationship Id="rId288" Type="http://schemas.openxmlformats.org/officeDocument/2006/relationships/customXml" Target="../ink/ink606.xml"/><Relationship Id="rId411" Type="http://schemas.openxmlformats.org/officeDocument/2006/relationships/image" Target="../media/image666.png"/><Relationship Id="rId453" Type="http://schemas.openxmlformats.org/officeDocument/2006/relationships/image" Target="../media/image687.png"/><Relationship Id="rId509" Type="http://schemas.openxmlformats.org/officeDocument/2006/relationships/image" Target="../media/image715.png"/><Relationship Id="rId106" Type="http://schemas.openxmlformats.org/officeDocument/2006/relationships/customXml" Target="../ink/ink515.xml"/><Relationship Id="rId313" Type="http://schemas.openxmlformats.org/officeDocument/2006/relationships/image" Target="../media/image617.png"/><Relationship Id="rId495" Type="http://schemas.openxmlformats.org/officeDocument/2006/relationships/image" Target="../media/image708.png"/><Relationship Id="rId10" Type="http://schemas.openxmlformats.org/officeDocument/2006/relationships/customXml" Target="../ink/ink467.xml"/><Relationship Id="rId52" Type="http://schemas.openxmlformats.org/officeDocument/2006/relationships/customXml" Target="../ink/ink488.xml"/><Relationship Id="rId94" Type="http://schemas.openxmlformats.org/officeDocument/2006/relationships/customXml" Target="../ink/ink509.xml"/><Relationship Id="rId148" Type="http://schemas.openxmlformats.org/officeDocument/2006/relationships/customXml" Target="../ink/ink536.xml"/><Relationship Id="rId355" Type="http://schemas.openxmlformats.org/officeDocument/2006/relationships/image" Target="../media/image638.png"/><Relationship Id="rId397" Type="http://schemas.openxmlformats.org/officeDocument/2006/relationships/image" Target="../media/image659.png"/><Relationship Id="rId520" Type="http://schemas.openxmlformats.org/officeDocument/2006/relationships/customXml" Target="../ink/ink722.xml"/><Relationship Id="rId562" Type="http://schemas.openxmlformats.org/officeDocument/2006/relationships/customXml" Target="../ink/ink743.xml"/><Relationship Id="rId215" Type="http://schemas.openxmlformats.org/officeDocument/2006/relationships/image" Target="../media/image568.png"/><Relationship Id="rId257" Type="http://schemas.openxmlformats.org/officeDocument/2006/relationships/image" Target="../media/image589.png"/><Relationship Id="rId422" Type="http://schemas.openxmlformats.org/officeDocument/2006/relationships/customXml" Target="../ink/ink673.xml"/><Relationship Id="rId464" Type="http://schemas.openxmlformats.org/officeDocument/2006/relationships/customXml" Target="../ink/ink694.xml"/><Relationship Id="rId299" Type="http://schemas.openxmlformats.org/officeDocument/2006/relationships/image" Target="../media/image610.png"/><Relationship Id="rId63" Type="http://schemas.openxmlformats.org/officeDocument/2006/relationships/image" Target="../media/image492.png"/><Relationship Id="rId159" Type="http://schemas.openxmlformats.org/officeDocument/2006/relationships/image" Target="../media/image540.png"/><Relationship Id="rId366" Type="http://schemas.openxmlformats.org/officeDocument/2006/relationships/customXml" Target="../ink/ink645.xml"/><Relationship Id="rId226" Type="http://schemas.openxmlformats.org/officeDocument/2006/relationships/customXml" Target="../ink/ink575.xml"/><Relationship Id="rId433" Type="http://schemas.openxmlformats.org/officeDocument/2006/relationships/image" Target="../media/image677.png"/><Relationship Id="rId74" Type="http://schemas.openxmlformats.org/officeDocument/2006/relationships/customXml" Target="../ink/ink499.xml"/><Relationship Id="rId377" Type="http://schemas.openxmlformats.org/officeDocument/2006/relationships/image" Target="../media/image649.png"/><Relationship Id="rId500" Type="http://schemas.openxmlformats.org/officeDocument/2006/relationships/customXml" Target="../ink/ink712.xml"/><Relationship Id="rId5" Type="http://schemas.openxmlformats.org/officeDocument/2006/relationships/image" Target="../media/image463.png"/><Relationship Id="rId237" Type="http://schemas.openxmlformats.org/officeDocument/2006/relationships/image" Target="../media/image579.png"/><Relationship Id="rId444" Type="http://schemas.openxmlformats.org/officeDocument/2006/relationships/customXml" Target="../ink/ink684.xml"/><Relationship Id="rId290" Type="http://schemas.openxmlformats.org/officeDocument/2006/relationships/customXml" Target="../ink/ink607.xml"/><Relationship Id="rId304" Type="http://schemas.openxmlformats.org/officeDocument/2006/relationships/customXml" Target="../ink/ink614.xml"/><Relationship Id="rId388" Type="http://schemas.openxmlformats.org/officeDocument/2006/relationships/customXml" Target="../ink/ink656.xml"/><Relationship Id="rId511" Type="http://schemas.openxmlformats.org/officeDocument/2006/relationships/image" Target="../media/image716.png"/><Relationship Id="rId85" Type="http://schemas.openxmlformats.org/officeDocument/2006/relationships/image" Target="../media/image503.png"/><Relationship Id="rId150" Type="http://schemas.openxmlformats.org/officeDocument/2006/relationships/customXml" Target="../ink/ink537.xml"/><Relationship Id="rId248" Type="http://schemas.openxmlformats.org/officeDocument/2006/relationships/customXml" Target="../ink/ink586.xml"/><Relationship Id="rId455" Type="http://schemas.openxmlformats.org/officeDocument/2006/relationships/image" Target="../media/image688.png"/><Relationship Id="rId12" Type="http://schemas.openxmlformats.org/officeDocument/2006/relationships/customXml" Target="../ink/ink468.xml"/><Relationship Id="rId108" Type="http://schemas.openxmlformats.org/officeDocument/2006/relationships/customXml" Target="../ink/ink516.xml"/><Relationship Id="rId315" Type="http://schemas.openxmlformats.org/officeDocument/2006/relationships/image" Target="../media/image618.png"/><Relationship Id="rId522" Type="http://schemas.openxmlformats.org/officeDocument/2006/relationships/customXml" Target="../ink/ink723.xml"/><Relationship Id="rId96" Type="http://schemas.openxmlformats.org/officeDocument/2006/relationships/customXml" Target="../ink/ink510.xml"/><Relationship Id="rId161" Type="http://schemas.openxmlformats.org/officeDocument/2006/relationships/image" Target="../media/image541.png"/><Relationship Id="rId399" Type="http://schemas.openxmlformats.org/officeDocument/2006/relationships/image" Target="../media/image660.png"/><Relationship Id="rId259" Type="http://schemas.openxmlformats.org/officeDocument/2006/relationships/image" Target="../media/image590.png"/><Relationship Id="rId466" Type="http://schemas.openxmlformats.org/officeDocument/2006/relationships/customXml" Target="../ink/ink695.xml"/><Relationship Id="rId23" Type="http://schemas.openxmlformats.org/officeDocument/2006/relationships/image" Target="../media/image472.png"/><Relationship Id="rId119" Type="http://schemas.openxmlformats.org/officeDocument/2006/relationships/image" Target="../media/image520.png"/><Relationship Id="rId326" Type="http://schemas.openxmlformats.org/officeDocument/2006/relationships/customXml" Target="../ink/ink625.xml"/><Relationship Id="rId533" Type="http://schemas.openxmlformats.org/officeDocument/2006/relationships/image" Target="../media/image727.png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02.png"/><Relationship Id="rId299" Type="http://schemas.openxmlformats.org/officeDocument/2006/relationships/customXml" Target="../ink/ink895.xml"/><Relationship Id="rId21" Type="http://schemas.openxmlformats.org/officeDocument/2006/relationships/image" Target="../media/image754.png"/><Relationship Id="rId63" Type="http://schemas.openxmlformats.org/officeDocument/2006/relationships/image" Target="../media/image775.png"/><Relationship Id="rId159" Type="http://schemas.openxmlformats.org/officeDocument/2006/relationships/image" Target="../media/image823.png"/><Relationship Id="rId324" Type="http://schemas.openxmlformats.org/officeDocument/2006/relationships/image" Target="../media/image905.png"/><Relationship Id="rId366" Type="http://schemas.openxmlformats.org/officeDocument/2006/relationships/image" Target="../media/image926.png"/><Relationship Id="rId170" Type="http://schemas.openxmlformats.org/officeDocument/2006/relationships/customXml" Target="../ink/ink830.xml"/><Relationship Id="rId226" Type="http://schemas.openxmlformats.org/officeDocument/2006/relationships/image" Target="../media/image856.png"/><Relationship Id="rId433" Type="http://schemas.openxmlformats.org/officeDocument/2006/relationships/customXml" Target="../ink/ink962.xml"/><Relationship Id="rId268" Type="http://schemas.openxmlformats.org/officeDocument/2006/relationships/image" Target="../media/image877.png"/><Relationship Id="rId475" Type="http://schemas.openxmlformats.org/officeDocument/2006/relationships/customXml" Target="../ink/ink983.xml"/><Relationship Id="rId32" Type="http://schemas.openxmlformats.org/officeDocument/2006/relationships/customXml" Target="../ink/ink761.xml"/><Relationship Id="rId74" Type="http://schemas.openxmlformats.org/officeDocument/2006/relationships/customXml" Target="../ink/ink782.xml"/><Relationship Id="rId128" Type="http://schemas.openxmlformats.org/officeDocument/2006/relationships/customXml" Target="../ink/ink809.xml"/><Relationship Id="rId335" Type="http://schemas.openxmlformats.org/officeDocument/2006/relationships/customXml" Target="../ink/ink913.xml"/><Relationship Id="rId377" Type="http://schemas.openxmlformats.org/officeDocument/2006/relationships/customXml" Target="../ink/ink934.xml"/><Relationship Id="rId5" Type="http://schemas.openxmlformats.org/officeDocument/2006/relationships/image" Target="../media/image746.png"/><Relationship Id="rId181" Type="http://schemas.openxmlformats.org/officeDocument/2006/relationships/image" Target="../media/image834.png"/><Relationship Id="rId237" Type="http://schemas.openxmlformats.org/officeDocument/2006/relationships/customXml" Target="../ink/ink864.xml"/><Relationship Id="rId402" Type="http://schemas.openxmlformats.org/officeDocument/2006/relationships/image" Target="../media/image944.png"/><Relationship Id="rId279" Type="http://schemas.openxmlformats.org/officeDocument/2006/relationships/customXml" Target="../ink/ink885.xml"/><Relationship Id="rId444" Type="http://schemas.openxmlformats.org/officeDocument/2006/relationships/image" Target="../media/image965.png"/><Relationship Id="rId486" Type="http://schemas.openxmlformats.org/officeDocument/2006/relationships/image" Target="../media/image986.png"/><Relationship Id="rId43" Type="http://schemas.openxmlformats.org/officeDocument/2006/relationships/image" Target="../media/image765.png"/><Relationship Id="rId139" Type="http://schemas.openxmlformats.org/officeDocument/2006/relationships/image" Target="../media/image813.png"/><Relationship Id="rId290" Type="http://schemas.openxmlformats.org/officeDocument/2006/relationships/image" Target="../media/image888.png"/><Relationship Id="rId304" Type="http://schemas.openxmlformats.org/officeDocument/2006/relationships/image" Target="../media/image895.png"/><Relationship Id="rId346" Type="http://schemas.openxmlformats.org/officeDocument/2006/relationships/image" Target="../media/image916.png"/><Relationship Id="rId388" Type="http://schemas.openxmlformats.org/officeDocument/2006/relationships/image" Target="../media/image937.png"/><Relationship Id="rId85" Type="http://schemas.openxmlformats.org/officeDocument/2006/relationships/image" Target="../media/image786.png"/><Relationship Id="rId150" Type="http://schemas.openxmlformats.org/officeDocument/2006/relationships/customXml" Target="../ink/ink820.xml"/><Relationship Id="rId192" Type="http://schemas.openxmlformats.org/officeDocument/2006/relationships/customXml" Target="../ink/ink841.xml"/><Relationship Id="rId206" Type="http://schemas.openxmlformats.org/officeDocument/2006/relationships/image" Target="../media/image846.png"/><Relationship Id="rId413" Type="http://schemas.openxmlformats.org/officeDocument/2006/relationships/customXml" Target="../ink/ink952.xml"/><Relationship Id="rId248" Type="http://schemas.openxmlformats.org/officeDocument/2006/relationships/image" Target="../media/image867.png"/><Relationship Id="rId455" Type="http://schemas.openxmlformats.org/officeDocument/2006/relationships/customXml" Target="../ink/ink973.xml"/><Relationship Id="rId12" Type="http://schemas.openxmlformats.org/officeDocument/2006/relationships/customXml" Target="../ink/ink751.xml"/><Relationship Id="rId108" Type="http://schemas.openxmlformats.org/officeDocument/2006/relationships/customXml" Target="../ink/ink799.xml"/><Relationship Id="rId315" Type="http://schemas.openxmlformats.org/officeDocument/2006/relationships/customXml" Target="../ink/ink903.xml"/><Relationship Id="rId357" Type="http://schemas.openxmlformats.org/officeDocument/2006/relationships/customXml" Target="../ink/ink924.xml"/><Relationship Id="rId54" Type="http://schemas.openxmlformats.org/officeDocument/2006/relationships/customXml" Target="../ink/ink772.xml"/><Relationship Id="rId96" Type="http://schemas.openxmlformats.org/officeDocument/2006/relationships/customXml" Target="../ink/ink793.xml"/><Relationship Id="rId161" Type="http://schemas.openxmlformats.org/officeDocument/2006/relationships/image" Target="../media/image824.png"/><Relationship Id="rId217" Type="http://schemas.openxmlformats.org/officeDocument/2006/relationships/customXml" Target="../ink/ink854.xml"/><Relationship Id="rId399" Type="http://schemas.openxmlformats.org/officeDocument/2006/relationships/customXml" Target="../ink/ink945.xml"/><Relationship Id="rId259" Type="http://schemas.openxmlformats.org/officeDocument/2006/relationships/customXml" Target="../ink/ink875.xml"/><Relationship Id="rId424" Type="http://schemas.openxmlformats.org/officeDocument/2006/relationships/image" Target="../media/image955.png"/><Relationship Id="rId466" Type="http://schemas.openxmlformats.org/officeDocument/2006/relationships/image" Target="../media/image976.png"/><Relationship Id="rId23" Type="http://schemas.openxmlformats.org/officeDocument/2006/relationships/image" Target="../media/image755.png"/><Relationship Id="rId119" Type="http://schemas.openxmlformats.org/officeDocument/2006/relationships/image" Target="../media/image803.png"/><Relationship Id="rId270" Type="http://schemas.openxmlformats.org/officeDocument/2006/relationships/image" Target="../media/image878.png"/><Relationship Id="rId326" Type="http://schemas.openxmlformats.org/officeDocument/2006/relationships/image" Target="../media/image906.png"/><Relationship Id="rId65" Type="http://schemas.openxmlformats.org/officeDocument/2006/relationships/image" Target="../media/image776.png"/><Relationship Id="rId130" Type="http://schemas.openxmlformats.org/officeDocument/2006/relationships/customXml" Target="../ink/ink810.xml"/><Relationship Id="rId368" Type="http://schemas.openxmlformats.org/officeDocument/2006/relationships/image" Target="../media/image927.png"/><Relationship Id="rId172" Type="http://schemas.openxmlformats.org/officeDocument/2006/relationships/customXml" Target="../ink/ink831.xml"/><Relationship Id="rId228" Type="http://schemas.openxmlformats.org/officeDocument/2006/relationships/image" Target="../media/image857.png"/><Relationship Id="rId435" Type="http://schemas.openxmlformats.org/officeDocument/2006/relationships/customXml" Target="../ink/ink963.xml"/><Relationship Id="rId477" Type="http://schemas.openxmlformats.org/officeDocument/2006/relationships/customXml" Target="../ink/ink984.xml"/><Relationship Id="rId281" Type="http://schemas.openxmlformats.org/officeDocument/2006/relationships/customXml" Target="../ink/ink886.xml"/><Relationship Id="rId337" Type="http://schemas.openxmlformats.org/officeDocument/2006/relationships/customXml" Target="../ink/ink914.xml"/><Relationship Id="rId34" Type="http://schemas.openxmlformats.org/officeDocument/2006/relationships/customXml" Target="../ink/ink762.xml"/><Relationship Id="rId76" Type="http://schemas.openxmlformats.org/officeDocument/2006/relationships/customXml" Target="../ink/ink783.xml"/><Relationship Id="rId141" Type="http://schemas.openxmlformats.org/officeDocument/2006/relationships/image" Target="../media/image814.png"/><Relationship Id="rId379" Type="http://schemas.openxmlformats.org/officeDocument/2006/relationships/customXml" Target="../ink/ink935.xml"/><Relationship Id="rId7" Type="http://schemas.openxmlformats.org/officeDocument/2006/relationships/image" Target="../media/image747.png"/><Relationship Id="rId183" Type="http://schemas.openxmlformats.org/officeDocument/2006/relationships/image" Target="../media/image835.png"/><Relationship Id="rId239" Type="http://schemas.openxmlformats.org/officeDocument/2006/relationships/customXml" Target="../ink/ink865.xml"/><Relationship Id="rId390" Type="http://schemas.openxmlformats.org/officeDocument/2006/relationships/image" Target="../media/image938.png"/><Relationship Id="rId404" Type="http://schemas.openxmlformats.org/officeDocument/2006/relationships/image" Target="../media/image945.png"/><Relationship Id="rId446" Type="http://schemas.openxmlformats.org/officeDocument/2006/relationships/image" Target="../media/image966.png"/><Relationship Id="rId250" Type="http://schemas.openxmlformats.org/officeDocument/2006/relationships/image" Target="../media/image868.png"/><Relationship Id="rId292" Type="http://schemas.openxmlformats.org/officeDocument/2006/relationships/image" Target="../media/image889.png"/><Relationship Id="rId306" Type="http://schemas.openxmlformats.org/officeDocument/2006/relationships/image" Target="../media/image896.png"/><Relationship Id="rId488" Type="http://schemas.openxmlformats.org/officeDocument/2006/relationships/image" Target="../media/image987.png"/><Relationship Id="rId45" Type="http://schemas.openxmlformats.org/officeDocument/2006/relationships/image" Target="../media/image766.png"/><Relationship Id="rId87" Type="http://schemas.openxmlformats.org/officeDocument/2006/relationships/image" Target="../media/image787.png"/><Relationship Id="rId110" Type="http://schemas.openxmlformats.org/officeDocument/2006/relationships/customXml" Target="../ink/ink800.xml"/><Relationship Id="rId348" Type="http://schemas.openxmlformats.org/officeDocument/2006/relationships/image" Target="../media/image917.png"/><Relationship Id="rId152" Type="http://schemas.openxmlformats.org/officeDocument/2006/relationships/customXml" Target="../ink/ink821.xml"/><Relationship Id="rId194" Type="http://schemas.openxmlformats.org/officeDocument/2006/relationships/customXml" Target="../ink/ink842.xml"/><Relationship Id="rId208" Type="http://schemas.openxmlformats.org/officeDocument/2006/relationships/image" Target="../media/image847.png"/><Relationship Id="rId415" Type="http://schemas.openxmlformats.org/officeDocument/2006/relationships/customXml" Target="../ink/ink953.xml"/><Relationship Id="rId457" Type="http://schemas.openxmlformats.org/officeDocument/2006/relationships/customXml" Target="../ink/ink974.xml"/><Relationship Id="rId261" Type="http://schemas.openxmlformats.org/officeDocument/2006/relationships/customXml" Target="../ink/ink876.xml"/><Relationship Id="rId14" Type="http://schemas.openxmlformats.org/officeDocument/2006/relationships/customXml" Target="../ink/ink752.xml"/><Relationship Id="rId56" Type="http://schemas.openxmlformats.org/officeDocument/2006/relationships/customXml" Target="../ink/ink773.xml"/><Relationship Id="rId317" Type="http://schemas.openxmlformats.org/officeDocument/2006/relationships/customXml" Target="../ink/ink904.xml"/><Relationship Id="rId359" Type="http://schemas.openxmlformats.org/officeDocument/2006/relationships/customXml" Target="../ink/ink925.xml"/><Relationship Id="rId98" Type="http://schemas.openxmlformats.org/officeDocument/2006/relationships/customXml" Target="../ink/ink794.xml"/><Relationship Id="rId121" Type="http://schemas.openxmlformats.org/officeDocument/2006/relationships/image" Target="../media/image804.png"/><Relationship Id="rId163" Type="http://schemas.openxmlformats.org/officeDocument/2006/relationships/image" Target="../media/image825.png"/><Relationship Id="rId219" Type="http://schemas.openxmlformats.org/officeDocument/2006/relationships/customXml" Target="../ink/ink855.xml"/><Relationship Id="rId370" Type="http://schemas.openxmlformats.org/officeDocument/2006/relationships/image" Target="../media/image928.png"/><Relationship Id="rId426" Type="http://schemas.openxmlformats.org/officeDocument/2006/relationships/image" Target="../media/image956.png"/><Relationship Id="rId230" Type="http://schemas.openxmlformats.org/officeDocument/2006/relationships/image" Target="../media/image858.png"/><Relationship Id="rId468" Type="http://schemas.openxmlformats.org/officeDocument/2006/relationships/image" Target="../media/image977.png"/><Relationship Id="rId25" Type="http://schemas.openxmlformats.org/officeDocument/2006/relationships/image" Target="../media/image756.png"/><Relationship Id="rId67" Type="http://schemas.openxmlformats.org/officeDocument/2006/relationships/image" Target="../media/image777.png"/><Relationship Id="rId272" Type="http://schemas.openxmlformats.org/officeDocument/2006/relationships/image" Target="../media/image879.png"/><Relationship Id="rId328" Type="http://schemas.openxmlformats.org/officeDocument/2006/relationships/image" Target="../media/image907.png"/><Relationship Id="rId132" Type="http://schemas.openxmlformats.org/officeDocument/2006/relationships/customXml" Target="../ink/ink811.xml"/><Relationship Id="rId174" Type="http://schemas.openxmlformats.org/officeDocument/2006/relationships/customXml" Target="../ink/ink832.xml"/><Relationship Id="rId381" Type="http://schemas.openxmlformats.org/officeDocument/2006/relationships/customXml" Target="../ink/ink936.xml"/><Relationship Id="rId241" Type="http://schemas.openxmlformats.org/officeDocument/2006/relationships/customXml" Target="../ink/ink866.xml"/><Relationship Id="rId437" Type="http://schemas.openxmlformats.org/officeDocument/2006/relationships/customXml" Target="../ink/ink964.xml"/><Relationship Id="rId479" Type="http://schemas.openxmlformats.org/officeDocument/2006/relationships/customXml" Target="../ink/ink985.xml"/><Relationship Id="rId36" Type="http://schemas.openxmlformats.org/officeDocument/2006/relationships/customXml" Target="../ink/ink763.xml"/><Relationship Id="rId283" Type="http://schemas.openxmlformats.org/officeDocument/2006/relationships/customXml" Target="../ink/ink887.xml"/><Relationship Id="rId339" Type="http://schemas.openxmlformats.org/officeDocument/2006/relationships/customXml" Target="../ink/ink915.xml"/><Relationship Id="rId78" Type="http://schemas.openxmlformats.org/officeDocument/2006/relationships/customXml" Target="../ink/ink784.xml"/><Relationship Id="rId101" Type="http://schemas.openxmlformats.org/officeDocument/2006/relationships/image" Target="../media/image794.png"/><Relationship Id="rId143" Type="http://schemas.openxmlformats.org/officeDocument/2006/relationships/image" Target="../media/image815.png"/><Relationship Id="rId185" Type="http://schemas.openxmlformats.org/officeDocument/2006/relationships/image" Target="../media/image836.png"/><Relationship Id="rId350" Type="http://schemas.openxmlformats.org/officeDocument/2006/relationships/image" Target="../media/image918.png"/><Relationship Id="rId406" Type="http://schemas.openxmlformats.org/officeDocument/2006/relationships/image" Target="../media/image946.png"/><Relationship Id="rId9" Type="http://schemas.openxmlformats.org/officeDocument/2006/relationships/image" Target="../media/image748.png"/><Relationship Id="rId210" Type="http://schemas.openxmlformats.org/officeDocument/2006/relationships/image" Target="../media/image848.png"/><Relationship Id="rId392" Type="http://schemas.openxmlformats.org/officeDocument/2006/relationships/image" Target="../media/image939.png"/><Relationship Id="rId448" Type="http://schemas.openxmlformats.org/officeDocument/2006/relationships/image" Target="../media/image967.png"/><Relationship Id="rId252" Type="http://schemas.openxmlformats.org/officeDocument/2006/relationships/image" Target="../media/image869.png"/><Relationship Id="rId294" Type="http://schemas.openxmlformats.org/officeDocument/2006/relationships/image" Target="../media/image890.png"/><Relationship Id="rId308" Type="http://schemas.openxmlformats.org/officeDocument/2006/relationships/image" Target="../media/image897.png"/><Relationship Id="rId47" Type="http://schemas.openxmlformats.org/officeDocument/2006/relationships/image" Target="../media/image767.png"/><Relationship Id="rId89" Type="http://schemas.openxmlformats.org/officeDocument/2006/relationships/image" Target="../media/image788.png"/><Relationship Id="rId112" Type="http://schemas.openxmlformats.org/officeDocument/2006/relationships/customXml" Target="../ink/ink801.xml"/><Relationship Id="rId154" Type="http://schemas.openxmlformats.org/officeDocument/2006/relationships/customXml" Target="../ink/ink822.xml"/><Relationship Id="rId361" Type="http://schemas.openxmlformats.org/officeDocument/2006/relationships/customXml" Target="../ink/ink926.xml"/><Relationship Id="rId196" Type="http://schemas.openxmlformats.org/officeDocument/2006/relationships/customXml" Target="../ink/ink843.xml"/><Relationship Id="rId417" Type="http://schemas.openxmlformats.org/officeDocument/2006/relationships/customXml" Target="../ink/ink954.xml"/><Relationship Id="rId459" Type="http://schemas.openxmlformats.org/officeDocument/2006/relationships/customXml" Target="../ink/ink975.xml"/><Relationship Id="rId16" Type="http://schemas.openxmlformats.org/officeDocument/2006/relationships/customXml" Target="../ink/ink753.xml"/><Relationship Id="rId221" Type="http://schemas.openxmlformats.org/officeDocument/2006/relationships/customXml" Target="../ink/ink856.xml"/><Relationship Id="rId263" Type="http://schemas.openxmlformats.org/officeDocument/2006/relationships/customXml" Target="../ink/ink877.xml"/><Relationship Id="rId319" Type="http://schemas.openxmlformats.org/officeDocument/2006/relationships/customXml" Target="../ink/ink905.xml"/><Relationship Id="rId470" Type="http://schemas.openxmlformats.org/officeDocument/2006/relationships/image" Target="../media/image978.png"/><Relationship Id="rId58" Type="http://schemas.openxmlformats.org/officeDocument/2006/relationships/customXml" Target="../ink/ink774.xml"/><Relationship Id="rId123" Type="http://schemas.openxmlformats.org/officeDocument/2006/relationships/image" Target="../media/image805.png"/><Relationship Id="rId330" Type="http://schemas.openxmlformats.org/officeDocument/2006/relationships/image" Target="../media/image908.png"/><Relationship Id="rId165" Type="http://schemas.openxmlformats.org/officeDocument/2006/relationships/image" Target="../media/image826.png"/><Relationship Id="rId372" Type="http://schemas.openxmlformats.org/officeDocument/2006/relationships/image" Target="../media/image929.png"/><Relationship Id="rId428" Type="http://schemas.openxmlformats.org/officeDocument/2006/relationships/image" Target="../media/image957.png"/><Relationship Id="rId232" Type="http://schemas.openxmlformats.org/officeDocument/2006/relationships/image" Target="../media/image859.png"/><Relationship Id="rId274" Type="http://schemas.openxmlformats.org/officeDocument/2006/relationships/image" Target="../media/image880.png"/><Relationship Id="rId481" Type="http://schemas.openxmlformats.org/officeDocument/2006/relationships/customXml" Target="../ink/ink986.xml"/><Relationship Id="rId27" Type="http://schemas.openxmlformats.org/officeDocument/2006/relationships/image" Target="../media/image757.png"/><Relationship Id="rId69" Type="http://schemas.openxmlformats.org/officeDocument/2006/relationships/image" Target="../media/image778.png"/><Relationship Id="rId134" Type="http://schemas.openxmlformats.org/officeDocument/2006/relationships/customXml" Target="../ink/ink812.xml"/><Relationship Id="rId80" Type="http://schemas.openxmlformats.org/officeDocument/2006/relationships/customXml" Target="../ink/ink785.xml"/><Relationship Id="rId176" Type="http://schemas.openxmlformats.org/officeDocument/2006/relationships/customXml" Target="../ink/ink833.xml"/><Relationship Id="rId341" Type="http://schemas.openxmlformats.org/officeDocument/2006/relationships/customXml" Target="../ink/ink916.xml"/><Relationship Id="rId383" Type="http://schemas.openxmlformats.org/officeDocument/2006/relationships/customXml" Target="../ink/ink937.xml"/><Relationship Id="rId439" Type="http://schemas.openxmlformats.org/officeDocument/2006/relationships/customXml" Target="../ink/ink965.xml"/><Relationship Id="rId201" Type="http://schemas.openxmlformats.org/officeDocument/2006/relationships/customXml" Target="../ink/ink846.xml"/><Relationship Id="rId243" Type="http://schemas.openxmlformats.org/officeDocument/2006/relationships/customXml" Target="../ink/ink867.xml"/><Relationship Id="rId285" Type="http://schemas.openxmlformats.org/officeDocument/2006/relationships/customXml" Target="../ink/ink888.xml"/><Relationship Id="rId450" Type="http://schemas.openxmlformats.org/officeDocument/2006/relationships/image" Target="../media/image968.png"/><Relationship Id="rId38" Type="http://schemas.openxmlformats.org/officeDocument/2006/relationships/customXml" Target="../ink/ink764.xml"/><Relationship Id="rId103" Type="http://schemas.openxmlformats.org/officeDocument/2006/relationships/image" Target="../media/image795.png"/><Relationship Id="rId310" Type="http://schemas.openxmlformats.org/officeDocument/2006/relationships/image" Target="../media/image898.png"/><Relationship Id="rId91" Type="http://schemas.openxmlformats.org/officeDocument/2006/relationships/image" Target="../media/image789.png"/><Relationship Id="rId145" Type="http://schemas.openxmlformats.org/officeDocument/2006/relationships/image" Target="../media/image816.png"/><Relationship Id="rId187" Type="http://schemas.openxmlformats.org/officeDocument/2006/relationships/image" Target="../media/image837.png"/><Relationship Id="rId352" Type="http://schemas.openxmlformats.org/officeDocument/2006/relationships/image" Target="../media/image919.png"/><Relationship Id="rId394" Type="http://schemas.openxmlformats.org/officeDocument/2006/relationships/image" Target="../media/image940.png"/><Relationship Id="rId408" Type="http://schemas.openxmlformats.org/officeDocument/2006/relationships/image" Target="../media/image947.png"/><Relationship Id="rId212" Type="http://schemas.openxmlformats.org/officeDocument/2006/relationships/image" Target="../media/image849.png"/><Relationship Id="rId254" Type="http://schemas.openxmlformats.org/officeDocument/2006/relationships/image" Target="../media/image870.png"/><Relationship Id="rId49" Type="http://schemas.openxmlformats.org/officeDocument/2006/relationships/image" Target="../media/image768.png"/><Relationship Id="rId114" Type="http://schemas.openxmlformats.org/officeDocument/2006/relationships/customXml" Target="../ink/ink802.xml"/><Relationship Id="rId296" Type="http://schemas.openxmlformats.org/officeDocument/2006/relationships/image" Target="../media/image891.png"/><Relationship Id="rId461" Type="http://schemas.openxmlformats.org/officeDocument/2006/relationships/customXml" Target="../ink/ink976.xml"/><Relationship Id="rId60" Type="http://schemas.openxmlformats.org/officeDocument/2006/relationships/customXml" Target="../ink/ink775.xml"/><Relationship Id="rId156" Type="http://schemas.openxmlformats.org/officeDocument/2006/relationships/customXml" Target="../ink/ink823.xml"/><Relationship Id="rId198" Type="http://schemas.openxmlformats.org/officeDocument/2006/relationships/customXml" Target="../ink/ink844.xml"/><Relationship Id="rId321" Type="http://schemas.openxmlformats.org/officeDocument/2006/relationships/customXml" Target="../ink/ink906.xml"/><Relationship Id="rId363" Type="http://schemas.openxmlformats.org/officeDocument/2006/relationships/customXml" Target="../ink/ink927.xml"/><Relationship Id="rId419" Type="http://schemas.openxmlformats.org/officeDocument/2006/relationships/customXml" Target="../ink/ink955.xml"/><Relationship Id="rId223" Type="http://schemas.openxmlformats.org/officeDocument/2006/relationships/customXml" Target="../ink/ink857.xml"/><Relationship Id="rId430" Type="http://schemas.openxmlformats.org/officeDocument/2006/relationships/image" Target="../media/image958.png"/><Relationship Id="rId18" Type="http://schemas.openxmlformats.org/officeDocument/2006/relationships/customXml" Target="../ink/ink754.xml"/><Relationship Id="rId265" Type="http://schemas.openxmlformats.org/officeDocument/2006/relationships/customXml" Target="../ink/ink878.xml"/><Relationship Id="rId472" Type="http://schemas.openxmlformats.org/officeDocument/2006/relationships/image" Target="../media/image979.png"/><Relationship Id="rId125" Type="http://schemas.openxmlformats.org/officeDocument/2006/relationships/image" Target="../media/image806.png"/><Relationship Id="rId167" Type="http://schemas.openxmlformats.org/officeDocument/2006/relationships/image" Target="../media/image827.png"/><Relationship Id="rId332" Type="http://schemas.openxmlformats.org/officeDocument/2006/relationships/image" Target="../media/image909.png"/><Relationship Id="rId374" Type="http://schemas.openxmlformats.org/officeDocument/2006/relationships/image" Target="../media/image930.png"/><Relationship Id="rId71" Type="http://schemas.openxmlformats.org/officeDocument/2006/relationships/image" Target="../media/image779.png"/><Relationship Id="rId234" Type="http://schemas.openxmlformats.org/officeDocument/2006/relationships/image" Target="../media/image860.png"/><Relationship Id="rId2" Type="http://schemas.openxmlformats.org/officeDocument/2006/relationships/customXml" Target="../ink/ink746.xml"/><Relationship Id="rId29" Type="http://schemas.openxmlformats.org/officeDocument/2006/relationships/image" Target="../media/image758.png"/><Relationship Id="rId276" Type="http://schemas.openxmlformats.org/officeDocument/2006/relationships/image" Target="../media/image881.png"/><Relationship Id="rId441" Type="http://schemas.openxmlformats.org/officeDocument/2006/relationships/customXml" Target="../ink/ink966.xml"/><Relationship Id="rId483" Type="http://schemas.openxmlformats.org/officeDocument/2006/relationships/customXml" Target="../ink/ink987.xml"/><Relationship Id="rId40" Type="http://schemas.openxmlformats.org/officeDocument/2006/relationships/customXml" Target="../ink/ink765.xml"/><Relationship Id="rId136" Type="http://schemas.openxmlformats.org/officeDocument/2006/relationships/customXml" Target="../ink/ink813.xml"/><Relationship Id="rId178" Type="http://schemas.openxmlformats.org/officeDocument/2006/relationships/customXml" Target="../ink/ink834.xml"/><Relationship Id="rId301" Type="http://schemas.openxmlformats.org/officeDocument/2006/relationships/customXml" Target="../ink/ink896.xml"/><Relationship Id="rId343" Type="http://schemas.openxmlformats.org/officeDocument/2006/relationships/customXml" Target="../ink/ink917.xml"/><Relationship Id="rId82" Type="http://schemas.openxmlformats.org/officeDocument/2006/relationships/customXml" Target="../ink/ink786.xml"/><Relationship Id="rId203" Type="http://schemas.openxmlformats.org/officeDocument/2006/relationships/customXml" Target="../ink/ink847.xml"/><Relationship Id="rId385" Type="http://schemas.openxmlformats.org/officeDocument/2006/relationships/customXml" Target="../ink/ink938.xml"/><Relationship Id="rId245" Type="http://schemas.openxmlformats.org/officeDocument/2006/relationships/customXml" Target="../ink/ink868.xml"/><Relationship Id="rId287" Type="http://schemas.openxmlformats.org/officeDocument/2006/relationships/customXml" Target="../ink/ink889.xml"/><Relationship Id="rId410" Type="http://schemas.openxmlformats.org/officeDocument/2006/relationships/image" Target="../media/image948.png"/><Relationship Id="rId452" Type="http://schemas.openxmlformats.org/officeDocument/2006/relationships/image" Target="../media/image969.png"/><Relationship Id="rId105" Type="http://schemas.openxmlformats.org/officeDocument/2006/relationships/image" Target="../media/image796.png"/><Relationship Id="rId147" Type="http://schemas.openxmlformats.org/officeDocument/2006/relationships/image" Target="../media/image817.png"/><Relationship Id="rId312" Type="http://schemas.openxmlformats.org/officeDocument/2006/relationships/image" Target="../media/image899.png"/><Relationship Id="rId354" Type="http://schemas.openxmlformats.org/officeDocument/2006/relationships/image" Target="../media/image920.png"/><Relationship Id="rId51" Type="http://schemas.openxmlformats.org/officeDocument/2006/relationships/image" Target="../media/image769.png"/><Relationship Id="rId93" Type="http://schemas.openxmlformats.org/officeDocument/2006/relationships/image" Target="../media/image790.png"/><Relationship Id="rId189" Type="http://schemas.openxmlformats.org/officeDocument/2006/relationships/image" Target="../media/image838.png"/><Relationship Id="rId396" Type="http://schemas.openxmlformats.org/officeDocument/2006/relationships/image" Target="../media/image941.png"/><Relationship Id="rId214" Type="http://schemas.openxmlformats.org/officeDocument/2006/relationships/image" Target="../media/image850.png"/><Relationship Id="rId256" Type="http://schemas.openxmlformats.org/officeDocument/2006/relationships/image" Target="../media/image871.png"/><Relationship Id="rId298" Type="http://schemas.openxmlformats.org/officeDocument/2006/relationships/image" Target="../media/image892.png"/><Relationship Id="rId421" Type="http://schemas.openxmlformats.org/officeDocument/2006/relationships/customXml" Target="../ink/ink956.xml"/><Relationship Id="rId463" Type="http://schemas.openxmlformats.org/officeDocument/2006/relationships/customXml" Target="../ink/ink977.xml"/><Relationship Id="rId116" Type="http://schemas.openxmlformats.org/officeDocument/2006/relationships/customXml" Target="../ink/ink803.xml"/><Relationship Id="rId137" Type="http://schemas.openxmlformats.org/officeDocument/2006/relationships/image" Target="../media/image812.png"/><Relationship Id="rId158" Type="http://schemas.openxmlformats.org/officeDocument/2006/relationships/customXml" Target="../ink/ink824.xml"/><Relationship Id="rId302" Type="http://schemas.openxmlformats.org/officeDocument/2006/relationships/image" Target="../media/image894.png"/><Relationship Id="rId323" Type="http://schemas.openxmlformats.org/officeDocument/2006/relationships/customXml" Target="../ink/ink907.xml"/><Relationship Id="rId344" Type="http://schemas.openxmlformats.org/officeDocument/2006/relationships/image" Target="../media/image915.png"/><Relationship Id="rId20" Type="http://schemas.openxmlformats.org/officeDocument/2006/relationships/customXml" Target="../ink/ink755.xml"/><Relationship Id="rId41" Type="http://schemas.openxmlformats.org/officeDocument/2006/relationships/image" Target="../media/image764.png"/><Relationship Id="rId62" Type="http://schemas.openxmlformats.org/officeDocument/2006/relationships/customXml" Target="../ink/ink776.xml"/><Relationship Id="rId83" Type="http://schemas.openxmlformats.org/officeDocument/2006/relationships/image" Target="../media/image785.png"/><Relationship Id="rId179" Type="http://schemas.openxmlformats.org/officeDocument/2006/relationships/image" Target="../media/image833.png"/><Relationship Id="rId365" Type="http://schemas.openxmlformats.org/officeDocument/2006/relationships/customXml" Target="../ink/ink928.xml"/><Relationship Id="rId386" Type="http://schemas.openxmlformats.org/officeDocument/2006/relationships/image" Target="../media/image936.png"/><Relationship Id="rId190" Type="http://schemas.openxmlformats.org/officeDocument/2006/relationships/customXml" Target="../ink/ink840.xml"/><Relationship Id="rId204" Type="http://schemas.openxmlformats.org/officeDocument/2006/relationships/image" Target="../media/image845.png"/><Relationship Id="rId225" Type="http://schemas.openxmlformats.org/officeDocument/2006/relationships/customXml" Target="../ink/ink858.xml"/><Relationship Id="rId246" Type="http://schemas.openxmlformats.org/officeDocument/2006/relationships/image" Target="../media/image866.png"/><Relationship Id="rId267" Type="http://schemas.openxmlformats.org/officeDocument/2006/relationships/customXml" Target="../ink/ink879.xml"/><Relationship Id="rId288" Type="http://schemas.openxmlformats.org/officeDocument/2006/relationships/image" Target="../media/image887.png"/><Relationship Id="rId411" Type="http://schemas.openxmlformats.org/officeDocument/2006/relationships/customXml" Target="../ink/ink951.xml"/><Relationship Id="rId432" Type="http://schemas.openxmlformats.org/officeDocument/2006/relationships/image" Target="../media/image959.png"/><Relationship Id="rId453" Type="http://schemas.openxmlformats.org/officeDocument/2006/relationships/customXml" Target="../ink/ink972.xml"/><Relationship Id="rId474" Type="http://schemas.openxmlformats.org/officeDocument/2006/relationships/image" Target="../media/image980.png"/><Relationship Id="rId106" Type="http://schemas.openxmlformats.org/officeDocument/2006/relationships/customXml" Target="../ink/ink798.xml"/><Relationship Id="rId127" Type="http://schemas.openxmlformats.org/officeDocument/2006/relationships/image" Target="../media/image807.png"/><Relationship Id="rId313" Type="http://schemas.openxmlformats.org/officeDocument/2006/relationships/customXml" Target="../ink/ink902.xml"/><Relationship Id="rId10" Type="http://schemas.openxmlformats.org/officeDocument/2006/relationships/customXml" Target="../ink/ink750.xml"/><Relationship Id="rId31" Type="http://schemas.openxmlformats.org/officeDocument/2006/relationships/image" Target="../media/image759.png"/><Relationship Id="rId52" Type="http://schemas.openxmlformats.org/officeDocument/2006/relationships/customXml" Target="../ink/ink771.xml"/><Relationship Id="rId73" Type="http://schemas.openxmlformats.org/officeDocument/2006/relationships/image" Target="../media/image780.png"/><Relationship Id="rId94" Type="http://schemas.openxmlformats.org/officeDocument/2006/relationships/customXml" Target="../ink/ink792.xml"/><Relationship Id="rId148" Type="http://schemas.openxmlformats.org/officeDocument/2006/relationships/customXml" Target="../ink/ink819.xml"/><Relationship Id="rId169" Type="http://schemas.openxmlformats.org/officeDocument/2006/relationships/image" Target="../media/image828.png"/><Relationship Id="rId334" Type="http://schemas.openxmlformats.org/officeDocument/2006/relationships/image" Target="../media/image910.png"/><Relationship Id="rId355" Type="http://schemas.openxmlformats.org/officeDocument/2006/relationships/customXml" Target="../ink/ink923.xml"/><Relationship Id="rId376" Type="http://schemas.openxmlformats.org/officeDocument/2006/relationships/image" Target="../media/image931.png"/><Relationship Id="rId397" Type="http://schemas.openxmlformats.org/officeDocument/2006/relationships/customXml" Target="../ink/ink944.xml"/><Relationship Id="rId4" Type="http://schemas.openxmlformats.org/officeDocument/2006/relationships/customXml" Target="../ink/ink747.xml"/><Relationship Id="rId180" Type="http://schemas.openxmlformats.org/officeDocument/2006/relationships/customXml" Target="../ink/ink835.xml"/><Relationship Id="rId215" Type="http://schemas.openxmlformats.org/officeDocument/2006/relationships/customXml" Target="../ink/ink853.xml"/><Relationship Id="rId236" Type="http://schemas.openxmlformats.org/officeDocument/2006/relationships/image" Target="../media/image861.png"/><Relationship Id="rId257" Type="http://schemas.openxmlformats.org/officeDocument/2006/relationships/customXml" Target="../ink/ink874.xml"/><Relationship Id="rId278" Type="http://schemas.openxmlformats.org/officeDocument/2006/relationships/image" Target="../media/image882.png"/><Relationship Id="rId401" Type="http://schemas.openxmlformats.org/officeDocument/2006/relationships/customXml" Target="../ink/ink946.xml"/><Relationship Id="rId422" Type="http://schemas.openxmlformats.org/officeDocument/2006/relationships/image" Target="../media/image954.png"/><Relationship Id="rId443" Type="http://schemas.openxmlformats.org/officeDocument/2006/relationships/customXml" Target="../ink/ink967.xml"/><Relationship Id="rId464" Type="http://schemas.openxmlformats.org/officeDocument/2006/relationships/image" Target="../media/image975.png"/><Relationship Id="rId303" Type="http://schemas.openxmlformats.org/officeDocument/2006/relationships/customXml" Target="../ink/ink897.xml"/><Relationship Id="rId485" Type="http://schemas.openxmlformats.org/officeDocument/2006/relationships/customXml" Target="../ink/ink988.xml"/><Relationship Id="rId42" Type="http://schemas.openxmlformats.org/officeDocument/2006/relationships/customXml" Target="../ink/ink766.xml"/><Relationship Id="rId84" Type="http://schemas.openxmlformats.org/officeDocument/2006/relationships/customXml" Target="../ink/ink787.xml"/><Relationship Id="rId138" Type="http://schemas.openxmlformats.org/officeDocument/2006/relationships/customXml" Target="../ink/ink814.xml"/><Relationship Id="rId345" Type="http://schemas.openxmlformats.org/officeDocument/2006/relationships/customXml" Target="../ink/ink918.xml"/><Relationship Id="rId387" Type="http://schemas.openxmlformats.org/officeDocument/2006/relationships/customXml" Target="../ink/ink939.xml"/><Relationship Id="rId191" Type="http://schemas.openxmlformats.org/officeDocument/2006/relationships/image" Target="../media/image839.png"/><Relationship Id="rId205" Type="http://schemas.openxmlformats.org/officeDocument/2006/relationships/customXml" Target="../ink/ink848.xml"/><Relationship Id="rId247" Type="http://schemas.openxmlformats.org/officeDocument/2006/relationships/customXml" Target="../ink/ink869.xml"/><Relationship Id="rId412" Type="http://schemas.openxmlformats.org/officeDocument/2006/relationships/image" Target="../media/image949.png"/><Relationship Id="rId107" Type="http://schemas.openxmlformats.org/officeDocument/2006/relationships/image" Target="../media/image797.png"/><Relationship Id="rId289" Type="http://schemas.openxmlformats.org/officeDocument/2006/relationships/customXml" Target="../ink/ink890.xml"/><Relationship Id="rId454" Type="http://schemas.openxmlformats.org/officeDocument/2006/relationships/image" Target="../media/image970.png"/><Relationship Id="rId11" Type="http://schemas.openxmlformats.org/officeDocument/2006/relationships/image" Target="../media/image749.png"/><Relationship Id="rId53" Type="http://schemas.openxmlformats.org/officeDocument/2006/relationships/image" Target="../media/image770.png"/><Relationship Id="rId149" Type="http://schemas.openxmlformats.org/officeDocument/2006/relationships/image" Target="../media/image818.png"/><Relationship Id="rId314" Type="http://schemas.openxmlformats.org/officeDocument/2006/relationships/image" Target="../media/image900.png"/><Relationship Id="rId356" Type="http://schemas.openxmlformats.org/officeDocument/2006/relationships/image" Target="../media/image921.png"/><Relationship Id="rId398" Type="http://schemas.openxmlformats.org/officeDocument/2006/relationships/image" Target="../media/image942.png"/><Relationship Id="rId95" Type="http://schemas.openxmlformats.org/officeDocument/2006/relationships/image" Target="../media/image791.png"/><Relationship Id="rId160" Type="http://schemas.openxmlformats.org/officeDocument/2006/relationships/customXml" Target="../ink/ink825.xml"/><Relationship Id="rId216" Type="http://schemas.openxmlformats.org/officeDocument/2006/relationships/image" Target="../media/image851.png"/><Relationship Id="rId423" Type="http://schemas.openxmlformats.org/officeDocument/2006/relationships/customXml" Target="../ink/ink957.xml"/><Relationship Id="rId258" Type="http://schemas.openxmlformats.org/officeDocument/2006/relationships/image" Target="../media/image872.png"/><Relationship Id="rId465" Type="http://schemas.openxmlformats.org/officeDocument/2006/relationships/customXml" Target="../ink/ink978.xml"/><Relationship Id="rId22" Type="http://schemas.openxmlformats.org/officeDocument/2006/relationships/customXml" Target="../ink/ink756.xml"/><Relationship Id="rId64" Type="http://schemas.openxmlformats.org/officeDocument/2006/relationships/customXml" Target="../ink/ink777.xml"/><Relationship Id="rId118" Type="http://schemas.openxmlformats.org/officeDocument/2006/relationships/customXml" Target="../ink/ink804.xml"/><Relationship Id="rId325" Type="http://schemas.openxmlformats.org/officeDocument/2006/relationships/customXml" Target="../ink/ink908.xml"/><Relationship Id="rId367" Type="http://schemas.openxmlformats.org/officeDocument/2006/relationships/customXml" Target="../ink/ink929.xml"/><Relationship Id="rId171" Type="http://schemas.openxmlformats.org/officeDocument/2006/relationships/image" Target="../media/image829.png"/><Relationship Id="rId227" Type="http://schemas.openxmlformats.org/officeDocument/2006/relationships/customXml" Target="../ink/ink859.xml"/><Relationship Id="rId269" Type="http://schemas.openxmlformats.org/officeDocument/2006/relationships/customXml" Target="../ink/ink880.xml"/><Relationship Id="rId434" Type="http://schemas.openxmlformats.org/officeDocument/2006/relationships/image" Target="../media/image960.png"/><Relationship Id="rId476" Type="http://schemas.openxmlformats.org/officeDocument/2006/relationships/image" Target="../media/image981.png"/><Relationship Id="rId33" Type="http://schemas.openxmlformats.org/officeDocument/2006/relationships/image" Target="../media/image760.png"/><Relationship Id="rId129" Type="http://schemas.openxmlformats.org/officeDocument/2006/relationships/image" Target="../media/image808.png"/><Relationship Id="rId280" Type="http://schemas.openxmlformats.org/officeDocument/2006/relationships/image" Target="../media/image883.png"/><Relationship Id="rId336" Type="http://schemas.openxmlformats.org/officeDocument/2006/relationships/image" Target="../media/image911.png"/><Relationship Id="rId75" Type="http://schemas.openxmlformats.org/officeDocument/2006/relationships/image" Target="../media/image781.png"/><Relationship Id="rId140" Type="http://schemas.openxmlformats.org/officeDocument/2006/relationships/customXml" Target="../ink/ink815.xml"/><Relationship Id="rId182" Type="http://schemas.openxmlformats.org/officeDocument/2006/relationships/customXml" Target="../ink/ink836.xml"/><Relationship Id="rId378" Type="http://schemas.openxmlformats.org/officeDocument/2006/relationships/image" Target="../media/image932.png"/><Relationship Id="rId403" Type="http://schemas.openxmlformats.org/officeDocument/2006/relationships/customXml" Target="../ink/ink947.xml"/><Relationship Id="rId6" Type="http://schemas.openxmlformats.org/officeDocument/2006/relationships/customXml" Target="../ink/ink748.xml"/><Relationship Id="rId238" Type="http://schemas.openxmlformats.org/officeDocument/2006/relationships/image" Target="../media/image862.png"/><Relationship Id="rId445" Type="http://schemas.openxmlformats.org/officeDocument/2006/relationships/customXml" Target="../ink/ink968.xml"/><Relationship Id="rId487" Type="http://schemas.openxmlformats.org/officeDocument/2006/relationships/customXml" Target="../ink/ink989.xml"/><Relationship Id="rId291" Type="http://schemas.openxmlformats.org/officeDocument/2006/relationships/customXml" Target="../ink/ink891.xml"/><Relationship Id="rId305" Type="http://schemas.openxmlformats.org/officeDocument/2006/relationships/customXml" Target="../ink/ink898.xml"/><Relationship Id="rId347" Type="http://schemas.openxmlformats.org/officeDocument/2006/relationships/customXml" Target="../ink/ink919.xml"/><Relationship Id="rId44" Type="http://schemas.openxmlformats.org/officeDocument/2006/relationships/customXml" Target="../ink/ink767.xml"/><Relationship Id="rId86" Type="http://schemas.openxmlformats.org/officeDocument/2006/relationships/customXml" Target="../ink/ink788.xml"/><Relationship Id="rId151" Type="http://schemas.openxmlformats.org/officeDocument/2006/relationships/image" Target="../media/image819.png"/><Relationship Id="rId389" Type="http://schemas.openxmlformats.org/officeDocument/2006/relationships/customXml" Target="../ink/ink940.xml"/><Relationship Id="rId193" Type="http://schemas.openxmlformats.org/officeDocument/2006/relationships/image" Target="../media/image840.png"/><Relationship Id="rId207" Type="http://schemas.openxmlformats.org/officeDocument/2006/relationships/customXml" Target="../ink/ink849.xml"/><Relationship Id="rId249" Type="http://schemas.openxmlformats.org/officeDocument/2006/relationships/customXml" Target="../ink/ink870.xml"/><Relationship Id="rId414" Type="http://schemas.openxmlformats.org/officeDocument/2006/relationships/image" Target="../media/image950.png"/><Relationship Id="rId456" Type="http://schemas.openxmlformats.org/officeDocument/2006/relationships/image" Target="../media/image971.png"/><Relationship Id="rId13" Type="http://schemas.openxmlformats.org/officeDocument/2006/relationships/image" Target="../media/image750.png"/><Relationship Id="rId109" Type="http://schemas.openxmlformats.org/officeDocument/2006/relationships/image" Target="../media/image798.png"/><Relationship Id="rId260" Type="http://schemas.openxmlformats.org/officeDocument/2006/relationships/image" Target="../media/image873.png"/><Relationship Id="rId316" Type="http://schemas.openxmlformats.org/officeDocument/2006/relationships/image" Target="../media/image901.png"/><Relationship Id="rId55" Type="http://schemas.openxmlformats.org/officeDocument/2006/relationships/image" Target="../media/image771.png"/><Relationship Id="rId97" Type="http://schemas.openxmlformats.org/officeDocument/2006/relationships/image" Target="../media/image792.png"/><Relationship Id="rId120" Type="http://schemas.openxmlformats.org/officeDocument/2006/relationships/customXml" Target="../ink/ink805.xml"/><Relationship Id="rId358" Type="http://schemas.openxmlformats.org/officeDocument/2006/relationships/image" Target="../media/image922.png"/><Relationship Id="rId162" Type="http://schemas.openxmlformats.org/officeDocument/2006/relationships/customXml" Target="../ink/ink826.xml"/><Relationship Id="rId218" Type="http://schemas.openxmlformats.org/officeDocument/2006/relationships/image" Target="../media/image852.png"/><Relationship Id="rId425" Type="http://schemas.openxmlformats.org/officeDocument/2006/relationships/customXml" Target="../ink/ink958.xml"/><Relationship Id="rId467" Type="http://schemas.openxmlformats.org/officeDocument/2006/relationships/customXml" Target="../ink/ink979.xml"/><Relationship Id="rId271" Type="http://schemas.openxmlformats.org/officeDocument/2006/relationships/customXml" Target="../ink/ink881.xml"/><Relationship Id="rId24" Type="http://schemas.openxmlformats.org/officeDocument/2006/relationships/customXml" Target="../ink/ink757.xml"/><Relationship Id="rId66" Type="http://schemas.openxmlformats.org/officeDocument/2006/relationships/customXml" Target="../ink/ink778.xml"/><Relationship Id="rId131" Type="http://schemas.openxmlformats.org/officeDocument/2006/relationships/image" Target="../media/image809.png"/><Relationship Id="rId327" Type="http://schemas.openxmlformats.org/officeDocument/2006/relationships/customXml" Target="../ink/ink909.xml"/><Relationship Id="rId369" Type="http://schemas.openxmlformats.org/officeDocument/2006/relationships/customXml" Target="../ink/ink930.xml"/><Relationship Id="rId173" Type="http://schemas.openxmlformats.org/officeDocument/2006/relationships/image" Target="../media/image830.png"/><Relationship Id="rId229" Type="http://schemas.openxmlformats.org/officeDocument/2006/relationships/customXml" Target="../ink/ink860.xml"/><Relationship Id="rId380" Type="http://schemas.openxmlformats.org/officeDocument/2006/relationships/image" Target="../media/image933.png"/><Relationship Id="rId436" Type="http://schemas.openxmlformats.org/officeDocument/2006/relationships/image" Target="../media/image961.png"/><Relationship Id="rId240" Type="http://schemas.openxmlformats.org/officeDocument/2006/relationships/image" Target="../media/image863.png"/><Relationship Id="rId478" Type="http://schemas.openxmlformats.org/officeDocument/2006/relationships/image" Target="../media/image982.png"/><Relationship Id="rId35" Type="http://schemas.openxmlformats.org/officeDocument/2006/relationships/image" Target="../media/image761.png"/><Relationship Id="rId77" Type="http://schemas.openxmlformats.org/officeDocument/2006/relationships/image" Target="../media/image782.png"/><Relationship Id="rId100" Type="http://schemas.openxmlformats.org/officeDocument/2006/relationships/customXml" Target="../ink/ink795.xml"/><Relationship Id="rId282" Type="http://schemas.openxmlformats.org/officeDocument/2006/relationships/image" Target="../media/image884.png"/><Relationship Id="rId338" Type="http://schemas.openxmlformats.org/officeDocument/2006/relationships/image" Target="../media/image912.png"/><Relationship Id="rId8" Type="http://schemas.openxmlformats.org/officeDocument/2006/relationships/customXml" Target="../ink/ink749.xml"/><Relationship Id="rId142" Type="http://schemas.openxmlformats.org/officeDocument/2006/relationships/customXml" Target="../ink/ink816.xml"/><Relationship Id="rId184" Type="http://schemas.openxmlformats.org/officeDocument/2006/relationships/customXml" Target="../ink/ink837.xml"/><Relationship Id="rId391" Type="http://schemas.openxmlformats.org/officeDocument/2006/relationships/customXml" Target="../ink/ink941.xml"/><Relationship Id="rId405" Type="http://schemas.openxmlformats.org/officeDocument/2006/relationships/customXml" Target="../ink/ink948.xml"/><Relationship Id="rId447" Type="http://schemas.openxmlformats.org/officeDocument/2006/relationships/customXml" Target="../ink/ink969.xml"/><Relationship Id="rId251" Type="http://schemas.openxmlformats.org/officeDocument/2006/relationships/customXml" Target="../ink/ink871.xml"/><Relationship Id="rId46" Type="http://schemas.openxmlformats.org/officeDocument/2006/relationships/customXml" Target="../ink/ink768.xml"/><Relationship Id="rId293" Type="http://schemas.openxmlformats.org/officeDocument/2006/relationships/customXml" Target="../ink/ink892.xml"/><Relationship Id="rId307" Type="http://schemas.openxmlformats.org/officeDocument/2006/relationships/customXml" Target="../ink/ink899.xml"/><Relationship Id="rId349" Type="http://schemas.openxmlformats.org/officeDocument/2006/relationships/customXml" Target="../ink/ink920.xml"/><Relationship Id="rId88" Type="http://schemas.openxmlformats.org/officeDocument/2006/relationships/customXml" Target="../ink/ink789.xml"/><Relationship Id="rId111" Type="http://schemas.openxmlformats.org/officeDocument/2006/relationships/image" Target="../media/image799.png"/><Relationship Id="rId153" Type="http://schemas.openxmlformats.org/officeDocument/2006/relationships/image" Target="../media/image820.png"/><Relationship Id="rId195" Type="http://schemas.openxmlformats.org/officeDocument/2006/relationships/image" Target="../media/image841.png"/><Relationship Id="rId209" Type="http://schemas.openxmlformats.org/officeDocument/2006/relationships/customXml" Target="../ink/ink850.xml"/><Relationship Id="rId360" Type="http://schemas.openxmlformats.org/officeDocument/2006/relationships/image" Target="../media/image923.png"/><Relationship Id="rId416" Type="http://schemas.openxmlformats.org/officeDocument/2006/relationships/image" Target="../media/image951.png"/><Relationship Id="rId220" Type="http://schemas.openxmlformats.org/officeDocument/2006/relationships/image" Target="../media/image853.png"/><Relationship Id="rId458" Type="http://schemas.openxmlformats.org/officeDocument/2006/relationships/image" Target="../media/image972.png"/><Relationship Id="rId15" Type="http://schemas.openxmlformats.org/officeDocument/2006/relationships/image" Target="../media/image751.png"/><Relationship Id="rId57" Type="http://schemas.openxmlformats.org/officeDocument/2006/relationships/image" Target="../media/image772.png"/><Relationship Id="rId262" Type="http://schemas.openxmlformats.org/officeDocument/2006/relationships/image" Target="../media/image874.png"/><Relationship Id="rId318" Type="http://schemas.openxmlformats.org/officeDocument/2006/relationships/image" Target="../media/image902.png"/><Relationship Id="rId99" Type="http://schemas.openxmlformats.org/officeDocument/2006/relationships/image" Target="../media/image793.png"/><Relationship Id="rId122" Type="http://schemas.openxmlformats.org/officeDocument/2006/relationships/customXml" Target="../ink/ink806.xml"/><Relationship Id="rId164" Type="http://schemas.openxmlformats.org/officeDocument/2006/relationships/customXml" Target="../ink/ink827.xml"/><Relationship Id="rId371" Type="http://schemas.openxmlformats.org/officeDocument/2006/relationships/customXml" Target="../ink/ink931.xml"/><Relationship Id="rId427" Type="http://schemas.openxmlformats.org/officeDocument/2006/relationships/customXml" Target="../ink/ink959.xml"/><Relationship Id="rId469" Type="http://schemas.openxmlformats.org/officeDocument/2006/relationships/customXml" Target="../ink/ink980.xml"/><Relationship Id="rId26" Type="http://schemas.openxmlformats.org/officeDocument/2006/relationships/customXml" Target="../ink/ink758.xml"/><Relationship Id="rId231" Type="http://schemas.openxmlformats.org/officeDocument/2006/relationships/customXml" Target="../ink/ink861.xml"/><Relationship Id="rId273" Type="http://schemas.openxmlformats.org/officeDocument/2006/relationships/customXml" Target="../ink/ink882.xml"/><Relationship Id="rId329" Type="http://schemas.openxmlformats.org/officeDocument/2006/relationships/customXml" Target="../ink/ink910.xml"/><Relationship Id="rId480" Type="http://schemas.openxmlformats.org/officeDocument/2006/relationships/image" Target="../media/image983.png"/><Relationship Id="rId68" Type="http://schemas.openxmlformats.org/officeDocument/2006/relationships/customXml" Target="../ink/ink779.xml"/><Relationship Id="rId133" Type="http://schemas.openxmlformats.org/officeDocument/2006/relationships/image" Target="../media/image810.png"/><Relationship Id="rId175" Type="http://schemas.openxmlformats.org/officeDocument/2006/relationships/image" Target="../media/image831.png"/><Relationship Id="rId340" Type="http://schemas.openxmlformats.org/officeDocument/2006/relationships/image" Target="../media/image913.png"/><Relationship Id="rId200" Type="http://schemas.openxmlformats.org/officeDocument/2006/relationships/image" Target="../media/image843.png"/><Relationship Id="rId382" Type="http://schemas.openxmlformats.org/officeDocument/2006/relationships/image" Target="../media/image934.png"/><Relationship Id="rId438" Type="http://schemas.openxmlformats.org/officeDocument/2006/relationships/image" Target="../media/image962.png"/><Relationship Id="rId242" Type="http://schemas.openxmlformats.org/officeDocument/2006/relationships/image" Target="../media/image864.png"/><Relationship Id="rId284" Type="http://schemas.openxmlformats.org/officeDocument/2006/relationships/image" Target="../media/image885.png"/><Relationship Id="rId37" Type="http://schemas.openxmlformats.org/officeDocument/2006/relationships/image" Target="../media/image762.png"/><Relationship Id="rId79" Type="http://schemas.openxmlformats.org/officeDocument/2006/relationships/image" Target="../media/image783.png"/><Relationship Id="rId102" Type="http://schemas.openxmlformats.org/officeDocument/2006/relationships/customXml" Target="../ink/ink796.xml"/><Relationship Id="rId144" Type="http://schemas.openxmlformats.org/officeDocument/2006/relationships/customXml" Target="../ink/ink817.xml"/><Relationship Id="rId90" Type="http://schemas.openxmlformats.org/officeDocument/2006/relationships/customXml" Target="../ink/ink790.xml"/><Relationship Id="rId186" Type="http://schemas.openxmlformats.org/officeDocument/2006/relationships/customXml" Target="../ink/ink838.xml"/><Relationship Id="rId351" Type="http://schemas.openxmlformats.org/officeDocument/2006/relationships/customXml" Target="../ink/ink921.xml"/><Relationship Id="rId393" Type="http://schemas.openxmlformats.org/officeDocument/2006/relationships/customXml" Target="../ink/ink942.xml"/><Relationship Id="rId407" Type="http://schemas.openxmlformats.org/officeDocument/2006/relationships/customXml" Target="../ink/ink949.xml"/><Relationship Id="rId449" Type="http://schemas.openxmlformats.org/officeDocument/2006/relationships/customXml" Target="../ink/ink970.xml"/><Relationship Id="rId211" Type="http://schemas.openxmlformats.org/officeDocument/2006/relationships/customXml" Target="../ink/ink851.xml"/><Relationship Id="rId253" Type="http://schemas.openxmlformats.org/officeDocument/2006/relationships/customXml" Target="../ink/ink872.xml"/><Relationship Id="rId295" Type="http://schemas.openxmlformats.org/officeDocument/2006/relationships/customXml" Target="../ink/ink893.xml"/><Relationship Id="rId309" Type="http://schemas.openxmlformats.org/officeDocument/2006/relationships/customXml" Target="../ink/ink900.xml"/><Relationship Id="rId460" Type="http://schemas.openxmlformats.org/officeDocument/2006/relationships/image" Target="../media/image973.png"/><Relationship Id="rId48" Type="http://schemas.openxmlformats.org/officeDocument/2006/relationships/customXml" Target="../ink/ink769.xml"/><Relationship Id="rId113" Type="http://schemas.openxmlformats.org/officeDocument/2006/relationships/image" Target="../media/image800.png"/><Relationship Id="rId320" Type="http://schemas.openxmlformats.org/officeDocument/2006/relationships/image" Target="../media/image903.png"/><Relationship Id="rId155" Type="http://schemas.openxmlformats.org/officeDocument/2006/relationships/image" Target="../media/image821.png"/><Relationship Id="rId197" Type="http://schemas.openxmlformats.org/officeDocument/2006/relationships/image" Target="../media/image842.png"/><Relationship Id="rId362" Type="http://schemas.openxmlformats.org/officeDocument/2006/relationships/image" Target="../media/image924.png"/><Relationship Id="rId418" Type="http://schemas.openxmlformats.org/officeDocument/2006/relationships/image" Target="../media/image952.png"/><Relationship Id="rId222" Type="http://schemas.openxmlformats.org/officeDocument/2006/relationships/image" Target="../media/image854.png"/><Relationship Id="rId264" Type="http://schemas.openxmlformats.org/officeDocument/2006/relationships/image" Target="../media/image875.png"/><Relationship Id="rId471" Type="http://schemas.openxmlformats.org/officeDocument/2006/relationships/customXml" Target="../ink/ink981.xml"/><Relationship Id="rId17" Type="http://schemas.openxmlformats.org/officeDocument/2006/relationships/image" Target="../media/image752.png"/><Relationship Id="rId59" Type="http://schemas.openxmlformats.org/officeDocument/2006/relationships/image" Target="../media/image773.png"/><Relationship Id="rId124" Type="http://schemas.openxmlformats.org/officeDocument/2006/relationships/customXml" Target="../ink/ink807.xml"/><Relationship Id="rId70" Type="http://schemas.openxmlformats.org/officeDocument/2006/relationships/customXml" Target="../ink/ink780.xml"/><Relationship Id="rId166" Type="http://schemas.openxmlformats.org/officeDocument/2006/relationships/customXml" Target="../ink/ink828.xml"/><Relationship Id="rId331" Type="http://schemas.openxmlformats.org/officeDocument/2006/relationships/customXml" Target="../ink/ink911.xml"/><Relationship Id="rId373" Type="http://schemas.openxmlformats.org/officeDocument/2006/relationships/customXml" Target="../ink/ink932.xml"/><Relationship Id="rId429" Type="http://schemas.openxmlformats.org/officeDocument/2006/relationships/customXml" Target="../ink/ink960.xml"/><Relationship Id="rId1" Type="http://schemas.openxmlformats.org/officeDocument/2006/relationships/slideLayout" Target="../slideLayouts/slideLayout6.xml"/><Relationship Id="rId233" Type="http://schemas.openxmlformats.org/officeDocument/2006/relationships/customXml" Target="../ink/ink862.xml"/><Relationship Id="rId440" Type="http://schemas.openxmlformats.org/officeDocument/2006/relationships/image" Target="../media/image963.png"/><Relationship Id="rId28" Type="http://schemas.openxmlformats.org/officeDocument/2006/relationships/customXml" Target="../ink/ink759.xml"/><Relationship Id="rId275" Type="http://schemas.openxmlformats.org/officeDocument/2006/relationships/customXml" Target="../ink/ink883.xml"/><Relationship Id="rId300" Type="http://schemas.openxmlformats.org/officeDocument/2006/relationships/image" Target="../media/image893.png"/><Relationship Id="rId482" Type="http://schemas.openxmlformats.org/officeDocument/2006/relationships/image" Target="../media/image984.png"/><Relationship Id="rId81" Type="http://schemas.openxmlformats.org/officeDocument/2006/relationships/image" Target="../media/image784.png"/><Relationship Id="rId135" Type="http://schemas.openxmlformats.org/officeDocument/2006/relationships/image" Target="../media/image811.png"/><Relationship Id="rId177" Type="http://schemas.openxmlformats.org/officeDocument/2006/relationships/image" Target="../media/image832.png"/><Relationship Id="rId342" Type="http://schemas.openxmlformats.org/officeDocument/2006/relationships/image" Target="../media/image914.png"/><Relationship Id="rId384" Type="http://schemas.openxmlformats.org/officeDocument/2006/relationships/image" Target="../media/image935.png"/><Relationship Id="rId202" Type="http://schemas.openxmlformats.org/officeDocument/2006/relationships/image" Target="../media/image844.png"/><Relationship Id="rId244" Type="http://schemas.openxmlformats.org/officeDocument/2006/relationships/image" Target="../media/image865.png"/><Relationship Id="rId39" Type="http://schemas.openxmlformats.org/officeDocument/2006/relationships/image" Target="../media/image763.png"/><Relationship Id="rId286" Type="http://schemas.openxmlformats.org/officeDocument/2006/relationships/image" Target="../media/image886.png"/><Relationship Id="rId451" Type="http://schemas.openxmlformats.org/officeDocument/2006/relationships/customXml" Target="../ink/ink971.xml"/><Relationship Id="rId50" Type="http://schemas.openxmlformats.org/officeDocument/2006/relationships/customXml" Target="../ink/ink770.xml"/><Relationship Id="rId104" Type="http://schemas.openxmlformats.org/officeDocument/2006/relationships/customXml" Target="../ink/ink797.xml"/><Relationship Id="rId146" Type="http://schemas.openxmlformats.org/officeDocument/2006/relationships/customXml" Target="../ink/ink818.xml"/><Relationship Id="rId188" Type="http://schemas.openxmlformats.org/officeDocument/2006/relationships/customXml" Target="../ink/ink839.xml"/><Relationship Id="rId311" Type="http://schemas.openxmlformats.org/officeDocument/2006/relationships/customXml" Target="../ink/ink901.xml"/><Relationship Id="rId353" Type="http://schemas.openxmlformats.org/officeDocument/2006/relationships/customXml" Target="../ink/ink922.xml"/><Relationship Id="rId395" Type="http://schemas.openxmlformats.org/officeDocument/2006/relationships/customXml" Target="../ink/ink943.xml"/><Relationship Id="rId409" Type="http://schemas.openxmlformats.org/officeDocument/2006/relationships/customXml" Target="../ink/ink950.xml"/><Relationship Id="rId92" Type="http://schemas.openxmlformats.org/officeDocument/2006/relationships/customXml" Target="../ink/ink791.xml"/><Relationship Id="rId213" Type="http://schemas.openxmlformats.org/officeDocument/2006/relationships/customXml" Target="../ink/ink852.xml"/><Relationship Id="rId420" Type="http://schemas.openxmlformats.org/officeDocument/2006/relationships/image" Target="../media/image953.png"/><Relationship Id="rId255" Type="http://schemas.openxmlformats.org/officeDocument/2006/relationships/customXml" Target="../ink/ink873.xml"/><Relationship Id="rId297" Type="http://schemas.openxmlformats.org/officeDocument/2006/relationships/customXml" Target="../ink/ink894.xml"/><Relationship Id="rId462" Type="http://schemas.openxmlformats.org/officeDocument/2006/relationships/image" Target="../media/image974.png"/><Relationship Id="rId115" Type="http://schemas.openxmlformats.org/officeDocument/2006/relationships/image" Target="../media/image801.png"/><Relationship Id="rId157" Type="http://schemas.openxmlformats.org/officeDocument/2006/relationships/image" Target="../media/image822.png"/><Relationship Id="rId322" Type="http://schemas.openxmlformats.org/officeDocument/2006/relationships/image" Target="../media/image904.png"/><Relationship Id="rId364" Type="http://schemas.openxmlformats.org/officeDocument/2006/relationships/image" Target="../media/image925.png"/><Relationship Id="rId61" Type="http://schemas.openxmlformats.org/officeDocument/2006/relationships/image" Target="../media/image774.png"/><Relationship Id="rId199" Type="http://schemas.openxmlformats.org/officeDocument/2006/relationships/customXml" Target="../ink/ink845.xml"/><Relationship Id="rId19" Type="http://schemas.openxmlformats.org/officeDocument/2006/relationships/image" Target="../media/image753.png"/><Relationship Id="rId224" Type="http://schemas.openxmlformats.org/officeDocument/2006/relationships/image" Target="../media/image855.png"/><Relationship Id="rId266" Type="http://schemas.openxmlformats.org/officeDocument/2006/relationships/image" Target="../media/image876.png"/><Relationship Id="rId431" Type="http://schemas.openxmlformats.org/officeDocument/2006/relationships/customXml" Target="../ink/ink961.xml"/><Relationship Id="rId473" Type="http://schemas.openxmlformats.org/officeDocument/2006/relationships/customXml" Target="../ink/ink982.xml"/><Relationship Id="rId30" Type="http://schemas.openxmlformats.org/officeDocument/2006/relationships/customXml" Target="../ink/ink760.xml"/><Relationship Id="rId126" Type="http://schemas.openxmlformats.org/officeDocument/2006/relationships/customXml" Target="../ink/ink808.xml"/><Relationship Id="rId168" Type="http://schemas.openxmlformats.org/officeDocument/2006/relationships/customXml" Target="../ink/ink829.xml"/><Relationship Id="rId333" Type="http://schemas.openxmlformats.org/officeDocument/2006/relationships/customXml" Target="../ink/ink912.xml"/><Relationship Id="rId72" Type="http://schemas.openxmlformats.org/officeDocument/2006/relationships/customXml" Target="../ink/ink781.xml"/><Relationship Id="rId375" Type="http://schemas.openxmlformats.org/officeDocument/2006/relationships/customXml" Target="../ink/ink933.xml"/><Relationship Id="rId3" Type="http://schemas.openxmlformats.org/officeDocument/2006/relationships/image" Target="../media/image745.png"/><Relationship Id="rId235" Type="http://schemas.openxmlformats.org/officeDocument/2006/relationships/customXml" Target="../ink/ink863.xml"/><Relationship Id="rId277" Type="http://schemas.openxmlformats.org/officeDocument/2006/relationships/customXml" Target="../ink/ink884.xml"/><Relationship Id="rId400" Type="http://schemas.openxmlformats.org/officeDocument/2006/relationships/image" Target="../media/image943.png"/><Relationship Id="rId442" Type="http://schemas.openxmlformats.org/officeDocument/2006/relationships/image" Target="../media/image964.png"/><Relationship Id="rId484" Type="http://schemas.openxmlformats.org/officeDocument/2006/relationships/image" Target="../media/image985.png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047.xml"/><Relationship Id="rId21" Type="http://schemas.openxmlformats.org/officeDocument/2006/relationships/customXml" Target="../ink/ink999.xml"/><Relationship Id="rId63" Type="http://schemas.openxmlformats.org/officeDocument/2006/relationships/customXml" Target="../ink/ink1020.xml"/><Relationship Id="rId159" Type="http://schemas.openxmlformats.org/officeDocument/2006/relationships/customXml" Target="../ink/ink1068.xml"/><Relationship Id="rId170" Type="http://schemas.openxmlformats.org/officeDocument/2006/relationships/image" Target="../media/image1072.png"/><Relationship Id="rId226" Type="http://schemas.openxmlformats.org/officeDocument/2006/relationships/image" Target="../media/image1100.png"/><Relationship Id="rId268" Type="http://schemas.openxmlformats.org/officeDocument/2006/relationships/image" Target="../media/image1121.png"/><Relationship Id="rId32" Type="http://schemas.openxmlformats.org/officeDocument/2006/relationships/image" Target="../media/image1003.png"/><Relationship Id="rId74" Type="http://schemas.openxmlformats.org/officeDocument/2006/relationships/image" Target="../media/image1024.png"/><Relationship Id="rId128" Type="http://schemas.openxmlformats.org/officeDocument/2006/relationships/image" Target="../media/image1051.png"/><Relationship Id="rId5" Type="http://schemas.openxmlformats.org/officeDocument/2006/relationships/customXml" Target="../ink/ink991.xml"/><Relationship Id="rId181" Type="http://schemas.openxmlformats.org/officeDocument/2006/relationships/customXml" Target="../ink/ink1079.xml"/><Relationship Id="rId237" Type="http://schemas.openxmlformats.org/officeDocument/2006/relationships/customXml" Target="../ink/ink1107.xml"/><Relationship Id="rId279" Type="http://schemas.openxmlformats.org/officeDocument/2006/relationships/customXml" Target="../ink/ink1128.xml"/><Relationship Id="rId43" Type="http://schemas.openxmlformats.org/officeDocument/2006/relationships/customXml" Target="../ink/ink1010.xml"/><Relationship Id="rId139" Type="http://schemas.openxmlformats.org/officeDocument/2006/relationships/customXml" Target="../ink/ink1058.xml"/><Relationship Id="rId290" Type="http://schemas.openxmlformats.org/officeDocument/2006/relationships/image" Target="../media/image1132.png"/><Relationship Id="rId85" Type="http://schemas.openxmlformats.org/officeDocument/2006/relationships/customXml" Target="../ink/ink1031.xml"/><Relationship Id="rId150" Type="http://schemas.openxmlformats.org/officeDocument/2006/relationships/image" Target="../media/image1062.png"/><Relationship Id="rId192" Type="http://schemas.openxmlformats.org/officeDocument/2006/relationships/image" Target="../media/image1083.png"/><Relationship Id="rId206" Type="http://schemas.openxmlformats.org/officeDocument/2006/relationships/image" Target="../media/image1090.png"/><Relationship Id="rId248" Type="http://schemas.openxmlformats.org/officeDocument/2006/relationships/image" Target="../media/image1111.png"/><Relationship Id="rId269" Type="http://schemas.openxmlformats.org/officeDocument/2006/relationships/customXml" Target="../ink/ink1123.xml"/><Relationship Id="rId12" Type="http://schemas.openxmlformats.org/officeDocument/2006/relationships/image" Target="../media/image993.png"/><Relationship Id="rId33" Type="http://schemas.openxmlformats.org/officeDocument/2006/relationships/customXml" Target="../ink/ink1005.xml"/><Relationship Id="rId108" Type="http://schemas.openxmlformats.org/officeDocument/2006/relationships/image" Target="../media/image1041.png"/><Relationship Id="rId129" Type="http://schemas.openxmlformats.org/officeDocument/2006/relationships/customXml" Target="../ink/ink1053.xml"/><Relationship Id="rId280" Type="http://schemas.openxmlformats.org/officeDocument/2006/relationships/image" Target="../media/image1127.png"/><Relationship Id="rId54" Type="http://schemas.openxmlformats.org/officeDocument/2006/relationships/image" Target="../media/image1014.png"/><Relationship Id="rId75" Type="http://schemas.openxmlformats.org/officeDocument/2006/relationships/customXml" Target="../ink/ink1026.xml"/><Relationship Id="rId96" Type="http://schemas.openxmlformats.org/officeDocument/2006/relationships/image" Target="../media/image1035.png"/><Relationship Id="rId140" Type="http://schemas.openxmlformats.org/officeDocument/2006/relationships/image" Target="../media/image1057.png"/><Relationship Id="rId161" Type="http://schemas.openxmlformats.org/officeDocument/2006/relationships/customXml" Target="../ink/ink1069.xml"/><Relationship Id="rId182" Type="http://schemas.openxmlformats.org/officeDocument/2006/relationships/image" Target="../media/image1078.png"/><Relationship Id="rId217" Type="http://schemas.openxmlformats.org/officeDocument/2006/relationships/customXml" Target="../ink/ink1097.xml"/><Relationship Id="rId6" Type="http://schemas.openxmlformats.org/officeDocument/2006/relationships/image" Target="../media/image990.png"/><Relationship Id="rId238" Type="http://schemas.openxmlformats.org/officeDocument/2006/relationships/image" Target="../media/image1106.png"/><Relationship Id="rId259" Type="http://schemas.openxmlformats.org/officeDocument/2006/relationships/customXml" Target="../ink/ink1118.xml"/><Relationship Id="rId23" Type="http://schemas.openxmlformats.org/officeDocument/2006/relationships/customXml" Target="../ink/ink1000.xml"/><Relationship Id="rId119" Type="http://schemas.openxmlformats.org/officeDocument/2006/relationships/customXml" Target="../ink/ink1048.xml"/><Relationship Id="rId270" Type="http://schemas.openxmlformats.org/officeDocument/2006/relationships/image" Target="../media/image1122.png"/><Relationship Id="rId44" Type="http://schemas.openxmlformats.org/officeDocument/2006/relationships/image" Target="../media/image1009.png"/><Relationship Id="rId65" Type="http://schemas.openxmlformats.org/officeDocument/2006/relationships/customXml" Target="../ink/ink1021.xml"/><Relationship Id="rId86" Type="http://schemas.openxmlformats.org/officeDocument/2006/relationships/image" Target="../media/image1030.png"/><Relationship Id="rId130" Type="http://schemas.openxmlformats.org/officeDocument/2006/relationships/image" Target="../media/image1052.png"/><Relationship Id="rId151" Type="http://schemas.openxmlformats.org/officeDocument/2006/relationships/customXml" Target="../ink/ink1064.xml"/><Relationship Id="rId172" Type="http://schemas.openxmlformats.org/officeDocument/2006/relationships/image" Target="../media/image1073.png"/><Relationship Id="rId193" Type="http://schemas.openxmlformats.org/officeDocument/2006/relationships/customXml" Target="../ink/ink1085.xml"/><Relationship Id="rId207" Type="http://schemas.openxmlformats.org/officeDocument/2006/relationships/customXml" Target="../ink/ink1092.xml"/><Relationship Id="rId228" Type="http://schemas.openxmlformats.org/officeDocument/2006/relationships/image" Target="../media/image1101.png"/><Relationship Id="rId249" Type="http://schemas.openxmlformats.org/officeDocument/2006/relationships/customXml" Target="../ink/ink1113.xml"/><Relationship Id="rId13" Type="http://schemas.openxmlformats.org/officeDocument/2006/relationships/customXml" Target="../ink/ink995.xml"/><Relationship Id="rId109" Type="http://schemas.openxmlformats.org/officeDocument/2006/relationships/customXml" Target="../ink/ink1043.xml"/><Relationship Id="rId260" Type="http://schemas.openxmlformats.org/officeDocument/2006/relationships/image" Target="../media/image1117.png"/><Relationship Id="rId281" Type="http://schemas.openxmlformats.org/officeDocument/2006/relationships/customXml" Target="../ink/ink1129.xml"/><Relationship Id="rId34" Type="http://schemas.openxmlformats.org/officeDocument/2006/relationships/image" Target="../media/image1004.png"/><Relationship Id="rId55" Type="http://schemas.openxmlformats.org/officeDocument/2006/relationships/customXml" Target="../ink/ink1016.xml"/><Relationship Id="rId76" Type="http://schemas.openxmlformats.org/officeDocument/2006/relationships/image" Target="../media/image1025.png"/><Relationship Id="rId97" Type="http://schemas.openxmlformats.org/officeDocument/2006/relationships/customXml" Target="../ink/ink1037.xml"/><Relationship Id="rId120" Type="http://schemas.openxmlformats.org/officeDocument/2006/relationships/image" Target="../media/image1047.png"/><Relationship Id="rId141" Type="http://schemas.openxmlformats.org/officeDocument/2006/relationships/customXml" Target="../ink/ink1059.xml"/><Relationship Id="rId7" Type="http://schemas.openxmlformats.org/officeDocument/2006/relationships/customXml" Target="../ink/ink992.xml"/><Relationship Id="rId162" Type="http://schemas.openxmlformats.org/officeDocument/2006/relationships/image" Target="../media/image1068.png"/><Relationship Id="rId183" Type="http://schemas.openxmlformats.org/officeDocument/2006/relationships/customXml" Target="../ink/ink1080.xml"/><Relationship Id="rId218" Type="http://schemas.openxmlformats.org/officeDocument/2006/relationships/image" Target="../media/image1096.png"/><Relationship Id="rId239" Type="http://schemas.openxmlformats.org/officeDocument/2006/relationships/customXml" Target="../ink/ink1108.xml"/><Relationship Id="rId250" Type="http://schemas.openxmlformats.org/officeDocument/2006/relationships/image" Target="../media/image1112.png"/><Relationship Id="rId271" Type="http://schemas.openxmlformats.org/officeDocument/2006/relationships/customXml" Target="../ink/ink1124.xml"/><Relationship Id="rId24" Type="http://schemas.openxmlformats.org/officeDocument/2006/relationships/image" Target="../media/image999.png"/><Relationship Id="rId45" Type="http://schemas.openxmlformats.org/officeDocument/2006/relationships/customXml" Target="../ink/ink1011.xml"/><Relationship Id="rId66" Type="http://schemas.openxmlformats.org/officeDocument/2006/relationships/image" Target="../media/image1020.png"/><Relationship Id="rId87" Type="http://schemas.openxmlformats.org/officeDocument/2006/relationships/customXml" Target="../ink/ink1032.xml"/><Relationship Id="rId110" Type="http://schemas.openxmlformats.org/officeDocument/2006/relationships/image" Target="../media/image1042.png"/><Relationship Id="rId131" Type="http://schemas.openxmlformats.org/officeDocument/2006/relationships/customXml" Target="../ink/ink1054.xml"/><Relationship Id="rId152" Type="http://schemas.openxmlformats.org/officeDocument/2006/relationships/image" Target="../media/image1063.png"/><Relationship Id="rId173" Type="http://schemas.openxmlformats.org/officeDocument/2006/relationships/customXml" Target="../ink/ink1075.xml"/><Relationship Id="rId194" Type="http://schemas.openxmlformats.org/officeDocument/2006/relationships/image" Target="../media/image1084.png"/><Relationship Id="rId208" Type="http://schemas.openxmlformats.org/officeDocument/2006/relationships/image" Target="../media/image1091.png"/><Relationship Id="rId229" Type="http://schemas.openxmlformats.org/officeDocument/2006/relationships/customXml" Target="../ink/ink1103.xml"/><Relationship Id="rId240" Type="http://schemas.openxmlformats.org/officeDocument/2006/relationships/image" Target="../media/image1107.png"/><Relationship Id="rId261" Type="http://schemas.openxmlformats.org/officeDocument/2006/relationships/customXml" Target="../ink/ink1119.xml"/><Relationship Id="rId14" Type="http://schemas.openxmlformats.org/officeDocument/2006/relationships/image" Target="../media/image994.png"/><Relationship Id="rId35" Type="http://schemas.openxmlformats.org/officeDocument/2006/relationships/customXml" Target="../ink/ink1006.xml"/><Relationship Id="rId56" Type="http://schemas.openxmlformats.org/officeDocument/2006/relationships/image" Target="../media/image1015.png"/><Relationship Id="rId77" Type="http://schemas.openxmlformats.org/officeDocument/2006/relationships/customXml" Target="../ink/ink1027.xml"/><Relationship Id="rId100" Type="http://schemas.openxmlformats.org/officeDocument/2006/relationships/image" Target="../media/image1037.png"/><Relationship Id="rId282" Type="http://schemas.openxmlformats.org/officeDocument/2006/relationships/image" Target="../media/image1128.png"/><Relationship Id="rId8" Type="http://schemas.openxmlformats.org/officeDocument/2006/relationships/image" Target="../media/image991.png"/><Relationship Id="rId98" Type="http://schemas.openxmlformats.org/officeDocument/2006/relationships/image" Target="../media/image1036.png"/><Relationship Id="rId121" Type="http://schemas.openxmlformats.org/officeDocument/2006/relationships/customXml" Target="../ink/ink1049.xml"/><Relationship Id="rId142" Type="http://schemas.openxmlformats.org/officeDocument/2006/relationships/image" Target="../media/image1058.png"/><Relationship Id="rId163" Type="http://schemas.openxmlformats.org/officeDocument/2006/relationships/customXml" Target="../ink/ink1070.xml"/><Relationship Id="rId184" Type="http://schemas.openxmlformats.org/officeDocument/2006/relationships/image" Target="../media/image1079.png"/><Relationship Id="rId219" Type="http://schemas.openxmlformats.org/officeDocument/2006/relationships/customXml" Target="../ink/ink1098.xml"/><Relationship Id="rId230" Type="http://schemas.openxmlformats.org/officeDocument/2006/relationships/image" Target="../media/image1102.png"/><Relationship Id="rId251" Type="http://schemas.openxmlformats.org/officeDocument/2006/relationships/customXml" Target="../ink/ink1114.xml"/><Relationship Id="rId25" Type="http://schemas.openxmlformats.org/officeDocument/2006/relationships/customXml" Target="../ink/ink1001.xml"/><Relationship Id="rId46" Type="http://schemas.openxmlformats.org/officeDocument/2006/relationships/image" Target="../media/image1010.png"/><Relationship Id="rId67" Type="http://schemas.openxmlformats.org/officeDocument/2006/relationships/customXml" Target="../ink/ink1022.xml"/><Relationship Id="rId272" Type="http://schemas.openxmlformats.org/officeDocument/2006/relationships/image" Target="../media/image1123.png"/><Relationship Id="rId88" Type="http://schemas.openxmlformats.org/officeDocument/2006/relationships/image" Target="../media/image1031.png"/><Relationship Id="rId111" Type="http://schemas.openxmlformats.org/officeDocument/2006/relationships/customXml" Target="../ink/ink1044.xml"/><Relationship Id="rId132" Type="http://schemas.openxmlformats.org/officeDocument/2006/relationships/image" Target="../media/image1053.png"/><Relationship Id="rId153" Type="http://schemas.openxmlformats.org/officeDocument/2006/relationships/customXml" Target="../ink/ink1065.xml"/><Relationship Id="rId174" Type="http://schemas.openxmlformats.org/officeDocument/2006/relationships/image" Target="../media/image1074.png"/><Relationship Id="rId195" Type="http://schemas.openxmlformats.org/officeDocument/2006/relationships/customXml" Target="../ink/ink1086.xml"/><Relationship Id="rId209" Type="http://schemas.openxmlformats.org/officeDocument/2006/relationships/customXml" Target="../ink/ink1093.xml"/><Relationship Id="rId220" Type="http://schemas.openxmlformats.org/officeDocument/2006/relationships/image" Target="../media/image1097.png"/><Relationship Id="rId241" Type="http://schemas.openxmlformats.org/officeDocument/2006/relationships/customXml" Target="../ink/ink1109.xml"/><Relationship Id="rId15" Type="http://schemas.openxmlformats.org/officeDocument/2006/relationships/customXml" Target="../ink/ink996.xml"/><Relationship Id="rId36" Type="http://schemas.openxmlformats.org/officeDocument/2006/relationships/image" Target="../media/image1005.png"/><Relationship Id="rId57" Type="http://schemas.openxmlformats.org/officeDocument/2006/relationships/customXml" Target="../ink/ink1017.xml"/><Relationship Id="rId262" Type="http://schemas.openxmlformats.org/officeDocument/2006/relationships/image" Target="../media/image1118.png"/><Relationship Id="rId283" Type="http://schemas.openxmlformats.org/officeDocument/2006/relationships/customXml" Target="../ink/ink1130.xml"/><Relationship Id="rId78" Type="http://schemas.openxmlformats.org/officeDocument/2006/relationships/image" Target="../media/image1026.png"/><Relationship Id="rId99" Type="http://schemas.openxmlformats.org/officeDocument/2006/relationships/customXml" Target="../ink/ink1038.xml"/><Relationship Id="rId101" Type="http://schemas.openxmlformats.org/officeDocument/2006/relationships/customXml" Target="../ink/ink1039.xml"/><Relationship Id="rId122" Type="http://schemas.openxmlformats.org/officeDocument/2006/relationships/image" Target="../media/image1048.png"/><Relationship Id="rId143" Type="http://schemas.openxmlformats.org/officeDocument/2006/relationships/customXml" Target="../ink/ink1060.xml"/><Relationship Id="rId164" Type="http://schemas.openxmlformats.org/officeDocument/2006/relationships/image" Target="../media/image1069.png"/><Relationship Id="rId185" Type="http://schemas.openxmlformats.org/officeDocument/2006/relationships/customXml" Target="../ink/ink1081.xml"/><Relationship Id="rId9" Type="http://schemas.openxmlformats.org/officeDocument/2006/relationships/customXml" Target="../ink/ink993.xml"/><Relationship Id="rId210" Type="http://schemas.openxmlformats.org/officeDocument/2006/relationships/image" Target="../media/image1092.png"/><Relationship Id="rId26" Type="http://schemas.openxmlformats.org/officeDocument/2006/relationships/image" Target="../media/image1000.png"/><Relationship Id="rId231" Type="http://schemas.openxmlformats.org/officeDocument/2006/relationships/customXml" Target="../ink/ink1104.xml"/><Relationship Id="rId252" Type="http://schemas.openxmlformats.org/officeDocument/2006/relationships/image" Target="../media/image1113.png"/><Relationship Id="rId273" Type="http://schemas.openxmlformats.org/officeDocument/2006/relationships/customXml" Target="../ink/ink1125.xml"/><Relationship Id="rId47" Type="http://schemas.openxmlformats.org/officeDocument/2006/relationships/customXml" Target="../ink/ink1012.xml"/><Relationship Id="rId68" Type="http://schemas.openxmlformats.org/officeDocument/2006/relationships/image" Target="../media/image1021.png"/><Relationship Id="rId89" Type="http://schemas.openxmlformats.org/officeDocument/2006/relationships/customXml" Target="../ink/ink1033.xml"/><Relationship Id="rId112" Type="http://schemas.openxmlformats.org/officeDocument/2006/relationships/image" Target="../media/image1043.png"/><Relationship Id="rId133" Type="http://schemas.openxmlformats.org/officeDocument/2006/relationships/customXml" Target="../ink/ink1055.xml"/><Relationship Id="rId154" Type="http://schemas.openxmlformats.org/officeDocument/2006/relationships/image" Target="../media/image1064.png"/><Relationship Id="rId175" Type="http://schemas.openxmlformats.org/officeDocument/2006/relationships/customXml" Target="../ink/ink1076.xml"/><Relationship Id="rId196" Type="http://schemas.openxmlformats.org/officeDocument/2006/relationships/image" Target="../media/image1085.png"/><Relationship Id="rId200" Type="http://schemas.openxmlformats.org/officeDocument/2006/relationships/image" Target="../media/image1087.png"/><Relationship Id="rId16" Type="http://schemas.openxmlformats.org/officeDocument/2006/relationships/image" Target="../media/image995.png"/><Relationship Id="rId221" Type="http://schemas.openxmlformats.org/officeDocument/2006/relationships/customXml" Target="../ink/ink1099.xml"/><Relationship Id="rId242" Type="http://schemas.openxmlformats.org/officeDocument/2006/relationships/image" Target="../media/image1108.png"/><Relationship Id="rId263" Type="http://schemas.openxmlformats.org/officeDocument/2006/relationships/customXml" Target="../ink/ink1120.xml"/><Relationship Id="rId284" Type="http://schemas.openxmlformats.org/officeDocument/2006/relationships/image" Target="../media/image1129.png"/><Relationship Id="rId37" Type="http://schemas.openxmlformats.org/officeDocument/2006/relationships/customXml" Target="../ink/ink1007.xml"/><Relationship Id="rId58" Type="http://schemas.openxmlformats.org/officeDocument/2006/relationships/image" Target="../media/image1016.png"/><Relationship Id="rId79" Type="http://schemas.openxmlformats.org/officeDocument/2006/relationships/customXml" Target="../ink/ink1028.xml"/><Relationship Id="rId102" Type="http://schemas.openxmlformats.org/officeDocument/2006/relationships/image" Target="../media/image1038.png"/><Relationship Id="rId123" Type="http://schemas.openxmlformats.org/officeDocument/2006/relationships/customXml" Target="../ink/ink1050.xml"/><Relationship Id="rId144" Type="http://schemas.openxmlformats.org/officeDocument/2006/relationships/image" Target="../media/image1059.png"/><Relationship Id="rId90" Type="http://schemas.openxmlformats.org/officeDocument/2006/relationships/image" Target="../media/image1032.png"/><Relationship Id="rId165" Type="http://schemas.openxmlformats.org/officeDocument/2006/relationships/customXml" Target="../ink/ink1071.xml"/><Relationship Id="rId186" Type="http://schemas.openxmlformats.org/officeDocument/2006/relationships/image" Target="../media/image1080.png"/><Relationship Id="rId211" Type="http://schemas.openxmlformats.org/officeDocument/2006/relationships/customXml" Target="../ink/ink1094.xml"/><Relationship Id="rId232" Type="http://schemas.openxmlformats.org/officeDocument/2006/relationships/image" Target="../media/image1103.png"/><Relationship Id="rId253" Type="http://schemas.openxmlformats.org/officeDocument/2006/relationships/customXml" Target="../ink/ink1115.xml"/><Relationship Id="rId274" Type="http://schemas.openxmlformats.org/officeDocument/2006/relationships/image" Target="../media/image1124.png"/><Relationship Id="rId27" Type="http://schemas.openxmlformats.org/officeDocument/2006/relationships/customXml" Target="../ink/ink1002.xml"/><Relationship Id="rId48" Type="http://schemas.openxmlformats.org/officeDocument/2006/relationships/image" Target="../media/image1011.png"/><Relationship Id="rId69" Type="http://schemas.openxmlformats.org/officeDocument/2006/relationships/customXml" Target="../ink/ink1023.xml"/><Relationship Id="rId113" Type="http://schemas.openxmlformats.org/officeDocument/2006/relationships/customXml" Target="../ink/ink1045.xml"/><Relationship Id="rId134" Type="http://schemas.openxmlformats.org/officeDocument/2006/relationships/image" Target="../media/image1054.png"/><Relationship Id="rId80" Type="http://schemas.openxmlformats.org/officeDocument/2006/relationships/image" Target="../media/image1027.png"/><Relationship Id="rId155" Type="http://schemas.openxmlformats.org/officeDocument/2006/relationships/customXml" Target="../ink/ink1066.xml"/><Relationship Id="rId176" Type="http://schemas.openxmlformats.org/officeDocument/2006/relationships/image" Target="../media/image1075.png"/><Relationship Id="rId197" Type="http://schemas.openxmlformats.org/officeDocument/2006/relationships/customXml" Target="../ink/ink1087.xml"/><Relationship Id="rId201" Type="http://schemas.openxmlformats.org/officeDocument/2006/relationships/customXml" Target="../ink/ink1089.xml"/><Relationship Id="rId222" Type="http://schemas.openxmlformats.org/officeDocument/2006/relationships/image" Target="../media/image1098.png"/><Relationship Id="rId243" Type="http://schemas.openxmlformats.org/officeDocument/2006/relationships/customXml" Target="../ink/ink1110.xml"/><Relationship Id="rId264" Type="http://schemas.openxmlformats.org/officeDocument/2006/relationships/image" Target="../media/image1119.png"/><Relationship Id="rId285" Type="http://schemas.openxmlformats.org/officeDocument/2006/relationships/customXml" Target="../ink/ink1131.xml"/><Relationship Id="rId17" Type="http://schemas.openxmlformats.org/officeDocument/2006/relationships/customXml" Target="../ink/ink997.xml"/><Relationship Id="rId38" Type="http://schemas.openxmlformats.org/officeDocument/2006/relationships/image" Target="../media/image1006.png"/><Relationship Id="rId59" Type="http://schemas.openxmlformats.org/officeDocument/2006/relationships/customXml" Target="../ink/ink1018.xml"/><Relationship Id="rId103" Type="http://schemas.openxmlformats.org/officeDocument/2006/relationships/customXml" Target="../ink/ink1040.xml"/><Relationship Id="rId124" Type="http://schemas.openxmlformats.org/officeDocument/2006/relationships/image" Target="../media/image1049.png"/><Relationship Id="rId70" Type="http://schemas.openxmlformats.org/officeDocument/2006/relationships/image" Target="../media/image1022.png"/><Relationship Id="rId91" Type="http://schemas.openxmlformats.org/officeDocument/2006/relationships/customXml" Target="../ink/ink1034.xml"/><Relationship Id="rId145" Type="http://schemas.openxmlformats.org/officeDocument/2006/relationships/customXml" Target="../ink/ink1061.xml"/><Relationship Id="rId166" Type="http://schemas.openxmlformats.org/officeDocument/2006/relationships/image" Target="../media/image1070.png"/><Relationship Id="rId187" Type="http://schemas.openxmlformats.org/officeDocument/2006/relationships/customXml" Target="../ink/ink1082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1093.png"/><Relationship Id="rId233" Type="http://schemas.openxmlformats.org/officeDocument/2006/relationships/customXml" Target="../ink/ink1105.xml"/><Relationship Id="rId254" Type="http://schemas.openxmlformats.org/officeDocument/2006/relationships/image" Target="../media/image1114.png"/><Relationship Id="rId28" Type="http://schemas.openxmlformats.org/officeDocument/2006/relationships/image" Target="../media/image1001.png"/><Relationship Id="rId49" Type="http://schemas.openxmlformats.org/officeDocument/2006/relationships/customXml" Target="../ink/ink1013.xml"/><Relationship Id="rId114" Type="http://schemas.openxmlformats.org/officeDocument/2006/relationships/image" Target="../media/image1044.png"/><Relationship Id="rId275" Type="http://schemas.openxmlformats.org/officeDocument/2006/relationships/customXml" Target="../ink/ink1126.xml"/><Relationship Id="rId60" Type="http://schemas.openxmlformats.org/officeDocument/2006/relationships/image" Target="../media/image1017.png"/><Relationship Id="rId81" Type="http://schemas.openxmlformats.org/officeDocument/2006/relationships/customXml" Target="../ink/ink1029.xml"/><Relationship Id="rId135" Type="http://schemas.openxmlformats.org/officeDocument/2006/relationships/customXml" Target="../ink/ink1056.xml"/><Relationship Id="rId156" Type="http://schemas.openxmlformats.org/officeDocument/2006/relationships/image" Target="../media/image1065.png"/><Relationship Id="rId177" Type="http://schemas.openxmlformats.org/officeDocument/2006/relationships/customXml" Target="../ink/ink1077.xml"/><Relationship Id="rId198" Type="http://schemas.openxmlformats.org/officeDocument/2006/relationships/image" Target="../media/image1086.png"/><Relationship Id="rId202" Type="http://schemas.openxmlformats.org/officeDocument/2006/relationships/image" Target="../media/image1088.png"/><Relationship Id="rId223" Type="http://schemas.openxmlformats.org/officeDocument/2006/relationships/customXml" Target="../ink/ink1100.xml"/><Relationship Id="rId244" Type="http://schemas.openxmlformats.org/officeDocument/2006/relationships/image" Target="../media/image1109.png"/><Relationship Id="rId18" Type="http://schemas.openxmlformats.org/officeDocument/2006/relationships/image" Target="../media/image996.png"/><Relationship Id="rId39" Type="http://schemas.openxmlformats.org/officeDocument/2006/relationships/customXml" Target="../ink/ink1008.xml"/><Relationship Id="rId265" Type="http://schemas.openxmlformats.org/officeDocument/2006/relationships/customXml" Target="../ink/ink1121.xml"/><Relationship Id="rId286" Type="http://schemas.openxmlformats.org/officeDocument/2006/relationships/image" Target="../media/image1130.png"/><Relationship Id="rId50" Type="http://schemas.openxmlformats.org/officeDocument/2006/relationships/image" Target="../media/image1012.png"/><Relationship Id="rId104" Type="http://schemas.openxmlformats.org/officeDocument/2006/relationships/image" Target="../media/image1039.png"/><Relationship Id="rId125" Type="http://schemas.openxmlformats.org/officeDocument/2006/relationships/customXml" Target="../ink/ink1051.xml"/><Relationship Id="rId146" Type="http://schemas.openxmlformats.org/officeDocument/2006/relationships/image" Target="../media/image1060.png"/><Relationship Id="rId167" Type="http://schemas.openxmlformats.org/officeDocument/2006/relationships/customXml" Target="../ink/ink1072.xml"/><Relationship Id="rId188" Type="http://schemas.openxmlformats.org/officeDocument/2006/relationships/image" Target="../media/image1081.png"/><Relationship Id="rId71" Type="http://schemas.openxmlformats.org/officeDocument/2006/relationships/customXml" Target="../ink/ink1024.xml"/><Relationship Id="rId92" Type="http://schemas.openxmlformats.org/officeDocument/2006/relationships/image" Target="../media/image1033.png"/><Relationship Id="rId213" Type="http://schemas.openxmlformats.org/officeDocument/2006/relationships/customXml" Target="../ink/ink1095.xml"/><Relationship Id="rId234" Type="http://schemas.openxmlformats.org/officeDocument/2006/relationships/image" Target="../media/image1104.png"/><Relationship Id="rId2" Type="http://schemas.openxmlformats.org/officeDocument/2006/relationships/image" Target="../media/image988.png"/><Relationship Id="rId29" Type="http://schemas.openxmlformats.org/officeDocument/2006/relationships/customXml" Target="../ink/ink1003.xml"/><Relationship Id="rId255" Type="http://schemas.openxmlformats.org/officeDocument/2006/relationships/customXml" Target="../ink/ink1116.xml"/><Relationship Id="rId276" Type="http://schemas.openxmlformats.org/officeDocument/2006/relationships/image" Target="../media/image1125.png"/><Relationship Id="rId40" Type="http://schemas.openxmlformats.org/officeDocument/2006/relationships/image" Target="../media/image1007.png"/><Relationship Id="rId115" Type="http://schemas.openxmlformats.org/officeDocument/2006/relationships/customXml" Target="../ink/ink1046.xml"/><Relationship Id="rId136" Type="http://schemas.openxmlformats.org/officeDocument/2006/relationships/image" Target="../media/image1055.png"/><Relationship Id="rId157" Type="http://schemas.openxmlformats.org/officeDocument/2006/relationships/customXml" Target="../ink/ink1067.xml"/><Relationship Id="rId178" Type="http://schemas.openxmlformats.org/officeDocument/2006/relationships/image" Target="../media/image1076.png"/><Relationship Id="rId61" Type="http://schemas.openxmlformats.org/officeDocument/2006/relationships/customXml" Target="../ink/ink1019.xml"/><Relationship Id="rId82" Type="http://schemas.openxmlformats.org/officeDocument/2006/relationships/image" Target="../media/image1028.png"/><Relationship Id="rId199" Type="http://schemas.openxmlformats.org/officeDocument/2006/relationships/customXml" Target="../ink/ink1088.xml"/><Relationship Id="rId203" Type="http://schemas.openxmlformats.org/officeDocument/2006/relationships/customXml" Target="../ink/ink1090.xml"/><Relationship Id="rId19" Type="http://schemas.openxmlformats.org/officeDocument/2006/relationships/customXml" Target="../ink/ink998.xml"/><Relationship Id="rId224" Type="http://schemas.openxmlformats.org/officeDocument/2006/relationships/image" Target="../media/image1099.png"/><Relationship Id="rId245" Type="http://schemas.openxmlformats.org/officeDocument/2006/relationships/customXml" Target="../ink/ink1111.xml"/><Relationship Id="rId266" Type="http://schemas.openxmlformats.org/officeDocument/2006/relationships/image" Target="../media/image1120.png"/><Relationship Id="rId287" Type="http://schemas.openxmlformats.org/officeDocument/2006/relationships/customXml" Target="../ink/ink1132.xml"/><Relationship Id="rId30" Type="http://schemas.openxmlformats.org/officeDocument/2006/relationships/image" Target="../media/image1002.png"/><Relationship Id="rId105" Type="http://schemas.openxmlformats.org/officeDocument/2006/relationships/customXml" Target="../ink/ink1041.xml"/><Relationship Id="rId126" Type="http://schemas.openxmlformats.org/officeDocument/2006/relationships/image" Target="../media/image1050.png"/><Relationship Id="rId147" Type="http://schemas.openxmlformats.org/officeDocument/2006/relationships/customXml" Target="../ink/ink1062.xml"/><Relationship Id="rId168" Type="http://schemas.openxmlformats.org/officeDocument/2006/relationships/image" Target="../media/image1071.png"/><Relationship Id="rId51" Type="http://schemas.openxmlformats.org/officeDocument/2006/relationships/customXml" Target="../ink/ink1014.xml"/><Relationship Id="rId72" Type="http://schemas.openxmlformats.org/officeDocument/2006/relationships/image" Target="../media/image1023.png"/><Relationship Id="rId93" Type="http://schemas.openxmlformats.org/officeDocument/2006/relationships/customXml" Target="../ink/ink1035.xml"/><Relationship Id="rId189" Type="http://schemas.openxmlformats.org/officeDocument/2006/relationships/customXml" Target="../ink/ink1083.xml"/><Relationship Id="rId3" Type="http://schemas.openxmlformats.org/officeDocument/2006/relationships/customXml" Target="../ink/ink990.xml"/><Relationship Id="rId214" Type="http://schemas.openxmlformats.org/officeDocument/2006/relationships/image" Target="../media/image1094.png"/><Relationship Id="rId235" Type="http://schemas.openxmlformats.org/officeDocument/2006/relationships/customXml" Target="../ink/ink1106.xml"/><Relationship Id="rId256" Type="http://schemas.openxmlformats.org/officeDocument/2006/relationships/image" Target="../media/image1115.png"/><Relationship Id="rId277" Type="http://schemas.openxmlformats.org/officeDocument/2006/relationships/customXml" Target="../ink/ink1127.xml"/><Relationship Id="rId116" Type="http://schemas.openxmlformats.org/officeDocument/2006/relationships/image" Target="../media/image1045.png"/><Relationship Id="rId137" Type="http://schemas.openxmlformats.org/officeDocument/2006/relationships/customXml" Target="../ink/ink1057.xml"/><Relationship Id="rId158" Type="http://schemas.openxmlformats.org/officeDocument/2006/relationships/image" Target="../media/image1066.png"/><Relationship Id="rId20" Type="http://schemas.openxmlformats.org/officeDocument/2006/relationships/image" Target="../media/image997.png"/><Relationship Id="rId41" Type="http://schemas.openxmlformats.org/officeDocument/2006/relationships/customXml" Target="../ink/ink1009.xml"/><Relationship Id="rId62" Type="http://schemas.openxmlformats.org/officeDocument/2006/relationships/image" Target="../media/image1018.png"/><Relationship Id="rId83" Type="http://schemas.openxmlformats.org/officeDocument/2006/relationships/customXml" Target="../ink/ink1030.xml"/><Relationship Id="rId179" Type="http://schemas.openxmlformats.org/officeDocument/2006/relationships/customXml" Target="../ink/ink1078.xml"/><Relationship Id="rId190" Type="http://schemas.openxmlformats.org/officeDocument/2006/relationships/image" Target="../media/image1082.png"/><Relationship Id="rId204" Type="http://schemas.openxmlformats.org/officeDocument/2006/relationships/image" Target="../media/image1089.png"/><Relationship Id="rId225" Type="http://schemas.openxmlformats.org/officeDocument/2006/relationships/customXml" Target="../ink/ink1101.xml"/><Relationship Id="rId246" Type="http://schemas.openxmlformats.org/officeDocument/2006/relationships/image" Target="../media/image1110.png"/><Relationship Id="rId267" Type="http://schemas.openxmlformats.org/officeDocument/2006/relationships/customXml" Target="../ink/ink1122.xml"/><Relationship Id="rId288" Type="http://schemas.openxmlformats.org/officeDocument/2006/relationships/image" Target="../media/image1131.png"/><Relationship Id="rId106" Type="http://schemas.openxmlformats.org/officeDocument/2006/relationships/image" Target="../media/image1040.png"/><Relationship Id="rId127" Type="http://schemas.openxmlformats.org/officeDocument/2006/relationships/customXml" Target="../ink/ink1052.xml"/><Relationship Id="rId10" Type="http://schemas.openxmlformats.org/officeDocument/2006/relationships/image" Target="../media/image992.png"/><Relationship Id="rId31" Type="http://schemas.openxmlformats.org/officeDocument/2006/relationships/customXml" Target="../ink/ink1004.xml"/><Relationship Id="rId52" Type="http://schemas.openxmlformats.org/officeDocument/2006/relationships/image" Target="../media/image1013.png"/><Relationship Id="rId73" Type="http://schemas.openxmlformats.org/officeDocument/2006/relationships/customXml" Target="../ink/ink1025.xml"/><Relationship Id="rId94" Type="http://schemas.openxmlformats.org/officeDocument/2006/relationships/image" Target="../media/image1034.png"/><Relationship Id="rId148" Type="http://schemas.openxmlformats.org/officeDocument/2006/relationships/image" Target="../media/image1061.png"/><Relationship Id="rId169" Type="http://schemas.openxmlformats.org/officeDocument/2006/relationships/customXml" Target="../ink/ink1073.xml"/><Relationship Id="rId4" Type="http://schemas.openxmlformats.org/officeDocument/2006/relationships/image" Target="../media/image989.png"/><Relationship Id="rId180" Type="http://schemas.openxmlformats.org/officeDocument/2006/relationships/image" Target="../media/image1077.png"/><Relationship Id="rId215" Type="http://schemas.openxmlformats.org/officeDocument/2006/relationships/customXml" Target="../ink/ink1096.xml"/><Relationship Id="rId236" Type="http://schemas.openxmlformats.org/officeDocument/2006/relationships/image" Target="../media/image1105.png"/><Relationship Id="rId257" Type="http://schemas.openxmlformats.org/officeDocument/2006/relationships/customXml" Target="../ink/ink1117.xml"/><Relationship Id="rId278" Type="http://schemas.openxmlformats.org/officeDocument/2006/relationships/image" Target="../media/image1126.png"/><Relationship Id="rId42" Type="http://schemas.openxmlformats.org/officeDocument/2006/relationships/image" Target="../media/image1008.png"/><Relationship Id="rId84" Type="http://schemas.openxmlformats.org/officeDocument/2006/relationships/image" Target="../media/image1029.png"/><Relationship Id="rId138" Type="http://schemas.openxmlformats.org/officeDocument/2006/relationships/image" Target="../media/image1056.png"/><Relationship Id="rId191" Type="http://schemas.openxmlformats.org/officeDocument/2006/relationships/customXml" Target="../ink/ink1084.xml"/><Relationship Id="rId205" Type="http://schemas.openxmlformats.org/officeDocument/2006/relationships/customXml" Target="../ink/ink1091.xml"/><Relationship Id="rId247" Type="http://schemas.openxmlformats.org/officeDocument/2006/relationships/customXml" Target="../ink/ink1112.xml"/><Relationship Id="rId107" Type="http://schemas.openxmlformats.org/officeDocument/2006/relationships/customXml" Target="../ink/ink1042.xml"/><Relationship Id="rId289" Type="http://schemas.openxmlformats.org/officeDocument/2006/relationships/customXml" Target="../ink/ink1133.xml"/><Relationship Id="rId11" Type="http://schemas.openxmlformats.org/officeDocument/2006/relationships/customXml" Target="../ink/ink994.xml"/><Relationship Id="rId53" Type="http://schemas.openxmlformats.org/officeDocument/2006/relationships/customXml" Target="../ink/ink1015.xml"/><Relationship Id="rId149" Type="http://schemas.openxmlformats.org/officeDocument/2006/relationships/customXml" Target="../ink/ink1063.xml"/><Relationship Id="rId95" Type="http://schemas.openxmlformats.org/officeDocument/2006/relationships/customXml" Target="../ink/ink1036.xml"/><Relationship Id="rId160" Type="http://schemas.openxmlformats.org/officeDocument/2006/relationships/image" Target="../media/image1067.png"/><Relationship Id="rId216" Type="http://schemas.openxmlformats.org/officeDocument/2006/relationships/image" Target="../media/image1095.png"/><Relationship Id="rId258" Type="http://schemas.openxmlformats.org/officeDocument/2006/relationships/image" Target="../media/image1116.png"/><Relationship Id="rId22" Type="http://schemas.openxmlformats.org/officeDocument/2006/relationships/image" Target="../media/image998.png"/><Relationship Id="rId64" Type="http://schemas.openxmlformats.org/officeDocument/2006/relationships/image" Target="../media/image1019.png"/><Relationship Id="rId118" Type="http://schemas.openxmlformats.org/officeDocument/2006/relationships/image" Target="../media/image1046.png"/><Relationship Id="rId171" Type="http://schemas.openxmlformats.org/officeDocument/2006/relationships/customXml" Target="../ink/ink1074.xml"/><Relationship Id="rId227" Type="http://schemas.openxmlformats.org/officeDocument/2006/relationships/customXml" Target="../ink/ink1102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90.png"/><Relationship Id="rId671" Type="http://schemas.openxmlformats.org/officeDocument/2006/relationships/customXml" Target="../ink/ink1470.xml"/><Relationship Id="rId769" Type="http://schemas.openxmlformats.org/officeDocument/2006/relationships/customXml" Target="../ink/ink1519.xml"/><Relationship Id="rId21" Type="http://schemas.openxmlformats.org/officeDocument/2006/relationships/image" Target="../media/image1142.png"/><Relationship Id="rId324" Type="http://schemas.openxmlformats.org/officeDocument/2006/relationships/customXml" Target="../ink/ink1295.xml"/><Relationship Id="rId531" Type="http://schemas.openxmlformats.org/officeDocument/2006/relationships/image" Target="../media/image1395.png"/><Relationship Id="rId629" Type="http://schemas.openxmlformats.org/officeDocument/2006/relationships/customXml" Target="../ink/ink1449.xml"/><Relationship Id="rId170" Type="http://schemas.openxmlformats.org/officeDocument/2006/relationships/customXml" Target="../ink/ink1218.xml"/><Relationship Id="rId836" Type="http://schemas.openxmlformats.org/officeDocument/2006/relationships/image" Target="../media/image1546.png"/><Relationship Id="rId268" Type="http://schemas.openxmlformats.org/officeDocument/2006/relationships/customXml" Target="../ink/ink1267.xml"/><Relationship Id="rId475" Type="http://schemas.openxmlformats.org/officeDocument/2006/relationships/image" Target="../media/image1367.png"/><Relationship Id="rId682" Type="http://schemas.openxmlformats.org/officeDocument/2006/relationships/image" Target="../media/image1469.png"/><Relationship Id="rId903" Type="http://schemas.openxmlformats.org/officeDocument/2006/relationships/customXml" Target="../ink/ink1586.xml"/><Relationship Id="rId32" Type="http://schemas.openxmlformats.org/officeDocument/2006/relationships/customXml" Target="../ink/ink1149.xml"/><Relationship Id="rId128" Type="http://schemas.openxmlformats.org/officeDocument/2006/relationships/customXml" Target="../ink/ink1197.xml"/><Relationship Id="rId335" Type="http://schemas.openxmlformats.org/officeDocument/2006/relationships/image" Target="../media/image1298.png"/><Relationship Id="rId542" Type="http://schemas.openxmlformats.org/officeDocument/2006/relationships/customXml" Target="../ink/ink1405.xml"/><Relationship Id="rId181" Type="http://schemas.openxmlformats.org/officeDocument/2006/relationships/image" Target="../media/image1222.png"/><Relationship Id="rId402" Type="http://schemas.openxmlformats.org/officeDocument/2006/relationships/customXml" Target="../ink/ink1335.xml"/><Relationship Id="rId847" Type="http://schemas.openxmlformats.org/officeDocument/2006/relationships/customXml" Target="../ink/ink1558.xml"/><Relationship Id="rId279" Type="http://schemas.openxmlformats.org/officeDocument/2006/relationships/image" Target="../media/image1271.png"/><Relationship Id="rId486" Type="http://schemas.openxmlformats.org/officeDocument/2006/relationships/customXml" Target="../ink/ink1377.xml"/><Relationship Id="rId693" Type="http://schemas.openxmlformats.org/officeDocument/2006/relationships/customXml" Target="../ink/ink1481.xml"/><Relationship Id="rId707" Type="http://schemas.openxmlformats.org/officeDocument/2006/relationships/customXml" Target="../ink/ink1488.xml"/><Relationship Id="rId914" Type="http://schemas.openxmlformats.org/officeDocument/2006/relationships/image" Target="../media/image1585.png"/><Relationship Id="rId43" Type="http://schemas.openxmlformats.org/officeDocument/2006/relationships/image" Target="../media/image1153.png"/><Relationship Id="rId139" Type="http://schemas.openxmlformats.org/officeDocument/2006/relationships/image" Target="../media/image1201.png"/><Relationship Id="rId346" Type="http://schemas.openxmlformats.org/officeDocument/2006/relationships/image" Target="../media/image1303.png"/><Relationship Id="rId553" Type="http://schemas.openxmlformats.org/officeDocument/2006/relationships/image" Target="../media/image1406.png"/><Relationship Id="rId760" Type="http://schemas.openxmlformats.org/officeDocument/2006/relationships/image" Target="../media/image1508.png"/><Relationship Id="rId192" Type="http://schemas.openxmlformats.org/officeDocument/2006/relationships/customXml" Target="../ink/ink1229.xml"/><Relationship Id="rId206" Type="http://schemas.openxmlformats.org/officeDocument/2006/relationships/customXml" Target="../ink/ink1236.xml"/><Relationship Id="rId413" Type="http://schemas.openxmlformats.org/officeDocument/2006/relationships/image" Target="../media/image1336.png"/><Relationship Id="rId858" Type="http://schemas.openxmlformats.org/officeDocument/2006/relationships/image" Target="../media/image1557.png"/><Relationship Id="rId497" Type="http://schemas.openxmlformats.org/officeDocument/2006/relationships/image" Target="../media/image1378.png"/><Relationship Id="rId620" Type="http://schemas.openxmlformats.org/officeDocument/2006/relationships/image" Target="../media/image1438.png"/><Relationship Id="rId718" Type="http://schemas.openxmlformats.org/officeDocument/2006/relationships/image" Target="../media/image1487.png"/><Relationship Id="rId925" Type="http://schemas.openxmlformats.org/officeDocument/2006/relationships/customXml" Target="../ink/ink1597.xml"/><Relationship Id="rId357" Type="http://schemas.openxmlformats.org/officeDocument/2006/relationships/customXml" Target="../ink/ink1312.xml"/><Relationship Id="rId54" Type="http://schemas.openxmlformats.org/officeDocument/2006/relationships/customXml" Target="../ink/ink1160.xml"/><Relationship Id="rId217" Type="http://schemas.openxmlformats.org/officeDocument/2006/relationships/image" Target="../media/image1240.png"/><Relationship Id="rId564" Type="http://schemas.openxmlformats.org/officeDocument/2006/relationships/customXml" Target="../ink/ink1416.xml"/><Relationship Id="rId771" Type="http://schemas.openxmlformats.org/officeDocument/2006/relationships/customXml" Target="../ink/ink1520.xml"/><Relationship Id="rId869" Type="http://schemas.openxmlformats.org/officeDocument/2006/relationships/customXml" Target="../ink/ink1569.xml"/><Relationship Id="rId424" Type="http://schemas.openxmlformats.org/officeDocument/2006/relationships/customXml" Target="../ink/ink1346.xml"/><Relationship Id="rId631" Type="http://schemas.openxmlformats.org/officeDocument/2006/relationships/customXml" Target="../ink/ink1450.xml"/><Relationship Id="rId729" Type="http://schemas.openxmlformats.org/officeDocument/2006/relationships/customXml" Target="../ink/ink1499.xml"/><Relationship Id="rId270" Type="http://schemas.openxmlformats.org/officeDocument/2006/relationships/customXml" Target="../ink/ink1268.xml"/><Relationship Id="rId936" Type="http://schemas.openxmlformats.org/officeDocument/2006/relationships/image" Target="../media/image1596.png"/><Relationship Id="rId65" Type="http://schemas.openxmlformats.org/officeDocument/2006/relationships/image" Target="../media/image1164.png"/><Relationship Id="rId130" Type="http://schemas.openxmlformats.org/officeDocument/2006/relationships/customXml" Target="../ink/ink1198.xml"/><Relationship Id="rId368" Type="http://schemas.openxmlformats.org/officeDocument/2006/relationships/customXml" Target="../ink/ink1318.xml"/><Relationship Id="rId575" Type="http://schemas.openxmlformats.org/officeDocument/2006/relationships/image" Target="../media/image1416.png"/><Relationship Id="rId782" Type="http://schemas.openxmlformats.org/officeDocument/2006/relationships/image" Target="../media/image1519.png"/><Relationship Id="rId228" Type="http://schemas.openxmlformats.org/officeDocument/2006/relationships/customXml" Target="../ink/ink1247.xml"/><Relationship Id="rId435" Type="http://schemas.openxmlformats.org/officeDocument/2006/relationships/image" Target="../media/image1347.png"/><Relationship Id="rId642" Type="http://schemas.openxmlformats.org/officeDocument/2006/relationships/image" Target="../media/image1449.png"/><Relationship Id="rId281" Type="http://schemas.openxmlformats.org/officeDocument/2006/relationships/image" Target="../media/image1272.png"/><Relationship Id="rId502" Type="http://schemas.openxmlformats.org/officeDocument/2006/relationships/customXml" Target="../ink/ink1385.xml"/><Relationship Id="rId947" Type="http://schemas.openxmlformats.org/officeDocument/2006/relationships/customXml" Target="../ink/ink1608.xml"/><Relationship Id="rId76" Type="http://schemas.openxmlformats.org/officeDocument/2006/relationships/customXml" Target="../ink/ink1171.xml"/><Relationship Id="rId141" Type="http://schemas.openxmlformats.org/officeDocument/2006/relationships/image" Target="../media/image1202.png"/><Relationship Id="rId379" Type="http://schemas.openxmlformats.org/officeDocument/2006/relationships/image" Target="../media/image1319.png"/><Relationship Id="rId586" Type="http://schemas.openxmlformats.org/officeDocument/2006/relationships/customXml" Target="../ink/ink1427.xml"/><Relationship Id="rId793" Type="http://schemas.openxmlformats.org/officeDocument/2006/relationships/customXml" Target="../ink/ink1531.xml"/><Relationship Id="rId807" Type="http://schemas.openxmlformats.org/officeDocument/2006/relationships/customXml" Target="../ink/ink1538.xml"/><Relationship Id="rId7" Type="http://schemas.openxmlformats.org/officeDocument/2006/relationships/image" Target="../media/image1135.png"/><Relationship Id="rId239" Type="http://schemas.openxmlformats.org/officeDocument/2006/relationships/image" Target="../media/image1251.png"/><Relationship Id="rId446" Type="http://schemas.openxmlformats.org/officeDocument/2006/relationships/customXml" Target="../ink/ink1357.xml"/><Relationship Id="rId653" Type="http://schemas.openxmlformats.org/officeDocument/2006/relationships/customXml" Target="../ink/ink1461.xml"/><Relationship Id="rId292" Type="http://schemas.openxmlformats.org/officeDocument/2006/relationships/customXml" Target="../ink/ink1279.xml"/><Relationship Id="rId306" Type="http://schemas.openxmlformats.org/officeDocument/2006/relationships/customXml" Target="../ink/ink1286.xml"/><Relationship Id="rId860" Type="http://schemas.openxmlformats.org/officeDocument/2006/relationships/image" Target="../media/image1558.png"/><Relationship Id="rId958" Type="http://schemas.openxmlformats.org/officeDocument/2006/relationships/image" Target="../media/image1607.png"/><Relationship Id="rId87" Type="http://schemas.openxmlformats.org/officeDocument/2006/relationships/image" Target="../media/image1175.png"/><Relationship Id="rId513" Type="http://schemas.openxmlformats.org/officeDocument/2006/relationships/image" Target="../media/image1386.png"/><Relationship Id="rId597" Type="http://schemas.openxmlformats.org/officeDocument/2006/relationships/customXml" Target="../ink/ink1433.xml"/><Relationship Id="rId720" Type="http://schemas.openxmlformats.org/officeDocument/2006/relationships/image" Target="../media/image1488.png"/><Relationship Id="rId818" Type="http://schemas.openxmlformats.org/officeDocument/2006/relationships/image" Target="../media/image1537.png"/><Relationship Id="rId152" Type="http://schemas.openxmlformats.org/officeDocument/2006/relationships/customXml" Target="../ink/ink1209.xml"/><Relationship Id="rId457" Type="http://schemas.openxmlformats.org/officeDocument/2006/relationships/image" Target="../media/image1358.png"/><Relationship Id="rId664" Type="http://schemas.openxmlformats.org/officeDocument/2006/relationships/image" Target="../media/image1460.png"/><Relationship Id="rId871" Type="http://schemas.openxmlformats.org/officeDocument/2006/relationships/customXml" Target="../ink/ink1570.xml"/><Relationship Id="rId969" Type="http://schemas.openxmlformats.org/officeDocument/2006/relationships/customXml" Target="../ink/ink1619.xml"/><Relationship Id="rId14" Type="http://schemas.openxmlformats.org/officeDocument/2006/relationships/customXml" Target="../ink/ink1140.xml"/><Relationship Id="rId317" Type="http://schemas.openxmlformats.org/officeDocument/2006/relationships/image" Target="../media/image1289.png"/><Relationship Id="rId524" Type="http://schemas.openxmlformats.org/officeDocument/2006/relationships/customXml" Target="../ink/ink1396.xml"/><Relationship Id="rId731" Type="http://schemas.openxmlformats.org/officeDocument/2006/relationships/customXml" Target="../ink/ink1500.xml"/><Relationship Id="rId98" Type="http://schemas.openxmlformats.org/officeDocument/2006/relationships/customXml" Target="../ink/ink1182.xml"/><Relationship Id="rId163" Type="http://schemas.openxmlformats.org/officeDocument/2006/relationships/image" Target="../media/image1213.png"/><Relationship Id="rId370" Type="http://schemas.openxmlformats.org/officeDocument/2006/relationships/customXml" Target="../ink/ink1319.xml"/><Relationship Id="rId829" Type="http://schemas.openxmlformats.org/officeDocument/2006/relationships/customXml" Target="../ink/ink1549.xml"/><Relationship Id="rId230" Type="http://schemas.openxmlformats.org/officeDocument/2006/relationships/customXml" Target="../ink/ink1248.xml"/><Relationship Id="rId468" Type="http://schemas.openxmlformats.org/officeDocument/2006/relationships/customXml" Target="../ink/ink1368.xml"/><Relationship Id="rId675" Type="http://schemas.openxmlformats.org/officeDocument/2006/relationships/customXml" Target="../ink/ink1472.xml"/><Relationship Id="rId882" Type="http://schemas.openxmlformats.org/officeDocument/2006/relationships/image" Target="../media/image1569.png"/><Relationship Id="rId25" Type="http://schemas.openxmlformats.org/officeDocument/2006/relationships/image" Target="../media/image1144.png"/><Relationship Id="rId328" Type="http://schemas.openxmlformats.org/officeDocument/2006/relationships/customXml" Target="../ink/ink1297.xml"/><Relationship Id="rId535" Type="http://schemas.openxmlformats.org/officeDocument/2006/relationships/image" Target="../media/image1397.png"/><Relationship Id="rId742" Type="http://schemas.openxmlformats.org/officeDocument/2006/relationships/image" Target="../media/image1499.png"/><Relationship Id="rId174" Type="http://schemas.openxmlformats.org/officeDocument/2006/relationships/customXml" Target="../ink/ink1220.xml"/><Relationship Id="rId381" Type="http://schemas.openxmlformats.org/officeDocument/2006/relationships/image" Target="../media/image1320.png"/><Relationship Id="rId602" Type="http://schemas.openxmlformats.org/officeDocument/2006/relationships/image" Target="../media/image1429.png"/><Relationship Id="rId241" Type="http://schemas.openxmlformats.org/officeDocument/2006/relationships/image" Target="../media/image1252.png"/><Relationship Id="rId479" Type="http://schemas.openxmlformats.org/officeDocument/2006/relationships/image" Target="../media/image1369.png"/><Relationship Id="rId686" Type="http://schemas.openxmlformats.org/officeDocument/2006/relationships/image" Target="../media/image1471.png"/><Relationship Id="rId893" Type="http://schemas.openxmlformats.org/officeDocument/2006/relationships/customXml" Target="../ink/ink1581.xml"/><Relationship Id="rId907" Type="http://schemas.openxmlformats.org/officeDocument/2006/relationships/customXml" Target="../ink/ink1588.xml"/><Relationship Id="rId36" Type="http://schemas.openxmlformats.org/officeDocument/2006/relationships/customXml" Target="../ink/ink1151.xml"/><Relationship Id="rId339" Type="http://schemas.openxmlformats.org/officeDocument/2006/relationships/image" Target="../media/image1300.png"/><Relationship Id="rId546" Type="http://schemas.openxmlformats.org/officeDocument/2006/relationships/customXml" Target="../ink/ink1407.xml"/><Relationship Id="rId753" Type="http://schemas.openxmlformats.org/officeDocument/2006/relationships/customXml" Target="../ink/ink1511.xml"/><Relationship Id="rId101" Type="http://schemas.openxmlformats.org/officeDocument/2006/relationships/image" Target="../media/image1182.png"/><Relationship Id="rId185" Type="http://schemas.openxmlformats.org/officeDocument/2006/relationships/image" Target="../media/image1224.png"/><Relationship Id="rId406" Type="http://schemas.openxmlformats.org/officeDocument/2006/relationships/customXml" Target="../ink/ink1337.xml"/><Relationship Id="rId960" Type="http://schemas.openxmlformats.org/officeDocument/2006/relationships/image" Target="../media/image1608.png"/><Relationship Id="rId392" Type="http://schemas.openxmlformats.org/officeDocument/2006/relationships/customXml" Target="../ink/ink1330.xml"/><Relationship Id="rId613" Type="http://schemas.openxmlformats.org/officeDocument/2006/relationships/customXml" Target="../ink/ink1441.xml"/><Relationship Id="rId697" Type="http://schemas.openxmlformats.org/officeDocument/2006/relationships/customXml" Target="../ink/ink1483.xml"/><Relationship Id="rId820" Type="http://schemas.openxmlformats.org/officeDocument/2006/relationships/image" Target="../media/image1538.png"/><Relationship Id="rId918" Type="http://schemas.openxmlformats.org/officeDocument/2006/relationships/image" Target="../media/image1587.png"/><Relationship Id="rId252" Type="http://schemas.openxmlformats.org/officeDocument/2006/relationships/customXml" Target="../ink/ink1259.xml"/><Relationship Id="rId47" Type="http://schemas.openxmlformats.org/officeDocument/2006/relationships/image" Target="../media/image1155.png"/><Relationship Id="rId112" Type="http://schemas.openxmlformats.org/officeDocument/2006/relationships/customXml" Target="../ink/ink1189.xml"/><Relationship Id="rId557" Type="http://schemas.openxmlformats.org/officeDocument/2006/relationships/image" Target="../media/image1408.png"/><Relationship Id="rId764" Type="http://schemas.openxmlformats.org/officeDocument/2006/relationships/image" Target="../media/image1510.png"/><Relationship Id="rId971" Type="http://schemas.openxmlformats.org/officeDocument/2006/relationships/customXml" Target="../ink/ink1620.xml"/><Relationship Id="rId196" Type="http://schemas.openxmlformats.org/officeDocument/2006/relationships/customXml" Target="../ink/ink1231.xml"/><Relationship Id="rId417" Type="http://schemas.openxmlformats.org/officeDocument/2006/relationships/image" Target="../media/image1338.png"/><Relationship Id="rId624" Type="http://schemas.openxmlformats.org/officeDocument/2006/relationships/image" Target="../media/image1440.png"/><Relationship Id="rId831" Type="http://schemas.openxmlformats.org/officeDocument/2006/relationships/customXml" Target="../ink/ink1550.xml"/><Relationship Id="rId263" Type="http://schemas.openxmlformats.org/officeDocument/2006/relationships/image" Target="../media/image1263.png"/><Relationship Id="rId470" Type="http://schemas.openxmlformats.org/officeDocument/2006/relationships/customXml" Target="../ink/ink1369.xml"/><Relationship Id="rId929" Type="http://schemas.openxmlformats.org/officeDocument/2006/relationships/customXml" Target="../ink/ink1599.xml"/><Relationship Id="rId58" Type="http://schemas.openxmlformats.org/officeDocument/2006/relationships/customXml" Target="../ink/ink1162.xml"/><Relationship Id="rId123" Type="http://schemas.openxmlformats.org/officeDocument/2006/relationships/image" Target="../media/image1193.png"/><Relationship Id="rId330" Type="http://schemas.openxmlformats.org/officeDocument/2006/relationships/customXml" Target="../ink/ink1298.xml"/><Relationship Id="rId568" Type="http://schemas.openxmlformats.org/officeDocument/2006/relationships/customXml" Target="../ink/ink1418.xml"/><Relationship Id="rId775" Type="http://schemas.openxmlformats.org/officeDocument/2006/relationships/customXml" Target="../ink/ink1522.xml"/><Relationship Id="rId428" Type="http://schemas.openxmlformats.org/officeDocument/2006/relationships/customXml" Target="../ink/ink1348.xml"/><Relationship Id="rId635" Type="http://schemas.openxmlformats.org/officeDocument/2006/relationships/customXml" Target="../ink/ink1452.xml"/><Relationship Id="rId842" Type="http://schemas.openxmlformats.org/officeDocument/2006/relationships/image" Target="../media/image1549.png"/><Relationship Id="rId274" Type="http://schemas.openxmlformats.org/officeDocument/2006/relationships/customXml" Target="../ink/ink1270.xml"/><Relationship Id="rId481" Type="http://schemas.openxmlformats.org/officeDocument/2006/relationships/image" Target="../media/image1370.png"/><Relationship Id="rId702" Type="http://schemas.openxmlformats.org/officeDocument/2006/relationships/image" Target="../media/image1479.png"/><Relationship Id="rId69" Type="http://schemas.openxmlformats.org/officeDocument/2006/relationships/image" Target="../media/image1166.png"/><Relationship Id="rId134" Type="http://schemas.openxmlformats.org/officeDocument/2006/relationships/customXml" Target="../ink/ink1200.xml"/><Relationship Id="rId579" Type="http://schemas.openxmlformats.org/officeDocument/2006/relationships/image" Target="../media/image1418.png"/><Relationship Id="rId786" Type="http://schemas.openxmlformats.org/officeDocument/2006/relationships/image" Target="../media/image1521.png"/><Relationship Id="rId341" Type="http://schemas.openxmlformats.org/officeDocument/2006/relationships/customXml" Target="../ink/ink1304.xml"/><Relationship Id="rId439" Type="http://schemas.openxmlformats.org/officeDocument/2006/relationships/image" Target="../media/image1349.png"/><Relationship Id="rId646" Type="http://schemas.openxmlformats.org/officeDocument/2006/relationships/image" Target="../media/image1451.png"/><Relationship Id="rId201" Type="http://schemas.openxmlformats.org/officeDocument/2006/relationships/image" Target="../media/image1232.png"/><Relationship Id="rId285" Type="http://schemas.openxmlformats.org/officeDocument/2006/relationships/image" Target="../media/image1274.png"/><Relationship Id="rId506" Type="http://schemas.openxmlformats.org/officeDocument/2006/relationships/customXml" Target="../ink/ink1387.xml"/><Relationship Id="rId853" Type="http://schemas.openxmlformats.org/officeDocument/2006/relationships/customXml" Target="../ink/ink1561.xml"/><Relationship Id="rId492" Type="http://schemas.openxmlformats.org/officeDocument/2006/relationships/customXml" Target="../ink/ink1380.xml"/><Relationship Id="rId713" Type="http://schemas.openxmlformats.org/officeDocument/2006/relationships/customXml" Target="../ink/ink1491.xml"/><Relationship Id="rId797" Type="http://schemas.openxmlformats.org/officeDocument/2006/relationships/customXml" Target="../ink/ink1533.xml"/><Relationship Id="rId920" Type="http://schemas.openxmlformats.org/officeDocument/2006/relationships/image" Target="../media/image1588.png"/><Relationship Id="rId145" Type="http://schemas.openxmlformats.org/officeDocument/2006/relationships/image" Target="../media/image1204.png"/><Relationship Id="rId352" Type="http://schemas.openxmlformats.org/officeDocument/2006/relationships/image" Target="../media/image1306.png"/><Relationship Id="rId212" Type="http://schemas.openxmlformats.org/officeDocument/2006/relationships/customXml" Target="../ink/ink1239.xml"/><Relationship Id="rId657" Type="http://schemas.openxmlformats.org/officeDocument/2006/relationships/customXml" Target="../ink/ink1463.xml"/><Relationship Id="rId864" Type="http://schemas.openxmlformats.org/officeDocument/2006/relationships/image" Target="../media/image1560.png"/><Relationship Id="rId296" Type="http://schemas.openxmlformats.org/officeDocument/2006/relationships/customXml" Target="../ink/ink1281.xml"/><Relationship Id="rId517" Type="http://schemas.openxmlformats.org/officeDocument/2006/relationships/image" Target="../media/image1388.png"/><Relationship Id="rId724" Type="http://schemas.openxmlformats.org/officeDocument/2006/relationships/image" Target="../media/image1490.png"/><Relationship Id="rId931" Type="http://schemas.openxmlformats.org/officeDocument/2006/relationships/customXml" Target="../ink/ink1600.xml"/><Relationship Id="rId60" Type="http://schemas.openxmlformats.org/officeDocument/2006/relationships/customXml" Target="../ink/ink1163.xml"/><Relationship Id="rId156" Type="http://schemas.openxmlformats.org/officeDocument/2006/relationships/customXml" Target="../ink/ink1211.xml"/><Relationship Id="rId363" Type="http://schemas.openxmlformats.org/officeDocument/2006/relationships/customXml" Target="../ink/ink1315.xml"/><Relationship Id="rId570" Type="http://schemas.openxmlformats.org/officeDocument/2006/relationships/customXml" Target="../ink/ink1419.xml"/><Relationship Id="rId223" Type="http://schemas.openxmlformats.org/officeDocument/2006/relationships/image" Target="../media/image1243.png"/><Relationship Id="rId430" Type="http://schemas.openxmlformats.org/officeDocument/2006/relationships/customXml" Target="../ink/ink1349.xml"/><Relationship Id="rId668" Type="http://schemas.openxmlformats.org/officeDocument/2006/relationships/image" Target="../media/image1462.png"/><Relationship Id="rId875" Type="http://schemas.openxmlformats.org/officeDocument/2006/relationships/customXml" Target="../ink/ink1572.xml"/><Relationship Id="rId18" Type="http://schemas.openxmlformats.org/officeDocument/2006/relationships/customXml" Target="../ink/ink1142.xml"/><Relationship Id="rId528" Type="http://schemas.openxmlformats.org/officeDocument/2006/relationships/customXml" Target="../ink/ink1398.xml"/><Relationship Id="rId735" Type="http://schemas.openxmlformats.org/officeDocument/2006/relationships/customXml" Target="../ink/ink1502.xml"/><Relationship Id="rId942" Type="http://schemas.openxmlformats.org/officeDocument/2006/relationships/image" Target="../media/image1599.png"/><Relationship Id="rId167" Type="http://schemas.openxmlformats.org/officeDocument/2006/relationships/image" Target="../media/image1215.png"/><Relationship Id="rId374" Type="http://schemas.openxmlformats.org/officeDocument/2006/relationships/customXml" Target="../ink/ink1321.xml"/><Relationship Id="rId581" Type="http://schemas.openxmlformats.org/officeDocument/2006/relationships/image" Target="../media/image1419.png"/><Relationship Id="rId71" Type="http://schemas.openxmlformats.org/officeDocument/2006/relationships/image" Target="../media/image1167.png"/><Relationship Id="rId234" Type="http://schemas.openxmlformats.org/officeDocument/2006/relationships/customXml" Target="../ink/ink1250.xml"/><Relationship Id="rId679" Type="http://schemas.openxmlformats.org/officeDocument/2006/relationships/customXml" Target="../ink/ink1474.xml"/><Relationship Id="rId802" Type="http://schemas.openxmlformats.org/officeDocument/2006/relationships/image" Target="../media/image1529.png"/><Relationship Id="rId886" Type="http://schemas.openxmlformats.org/officeDocument/2006/relationships/image" Target="../media/image1571.png"/><Relationship Id="rId2" Type="http://schemas.openxmlformats.org/officeDocument/2006/relationships/customXml" Target="../ink/ink1134.xml"/><Relationship Id="rId29" Type="http://schemas.openxmlformats.org/officeDocument/2006/relationships/image" Target="../media/image1146.png"/><Relationship Id="rId441" Type="http://schemas.openxmlformats.org/officeDocument/2006/relationships/image" Target="../media/image1350.png"/><Relationship Id="rId539" Type="http://schemas.openxmlformats.org/officeDocument/2006/relationships/image" Target="../media/image1399.png"/><Relationship Id="rId746" Type="http://schemas.openxmlformats.org/officeDocument/2006/relationships/image" Target="../media/image1501.png"/><Relationship Id="rId178" Type="http://schemas.openxmlformats.org/officeDocument/2006/relationships/customXml" Target="../ink/ink1222.xml"/><Relationship Id="rId301" Type="http://schemas.openxmlformats.org/officeDocument/2006/relationships/image" Target="../media/image1282.png"/><Relationship Id="rId953" Type="http://schemas.openxmlformats.org/officeDocument/2006/relationships/customXml" Target="../ink/ink1611.xml"/><Relationship Id="rId82" Type="http://schemas.openxmlformats.org/officeDocument/2006/relationships/customXml" Target="../ink/ink1174.xml"/><Relationship Id="rId385" Type="http://schemas.openxmlformats.org/officeDocument/2006/relationships/image" Target="../media/image1322.png"/><Relationship Id="rId592" Type="http://schemas.openxmlformats.org/officeDocument/2006/relationships/image" Target="../media/image1424.png"/><Relationship Id="rId606" Type="http://schemas.openxmlformats.org/officeDocument/2006/relationships/image" Target="../media/image1431.png"/><Relationship Id="rId813" Type="http://schemas.openxmlformats.org/officeDocument/2006/relationships/customXml" Target="../ink/ink1541.xml"/><Relationship Id="rId245" Type="http://schemas.openxmlformats.org/officeDocument/2006/relationships/image" Target="../media/image1254.png"/><Relationship Id="rId452" Type="http://schemas.openxmlformats.org/officeDocument/2006/relationships/customXml" Target="../ink/ink1360.xml"/><Relationship Id="rId897" Type="http://schemas.openxmlformats.org/officeDocument/2006/relationships/customXml" Target="../ink/ink1583.xml"/><Relationship Id="rId105" Type="http://schemas.openxmlformats.org/officeDocument/2006/relationships/image" Target="../media/image1184.png"/><Relationship Id="rId312" Type="http://schemas.openxmlformats.org/officeDocument/2006/relationships/customXml" Target="../ink/ink1289.xml"/><Relationship Id="rId757" Type="http://schemas.openxmlformats.org/officeDocument/2006/relationships/customXml" Target="../ink/ink1513.xml"/><Relationship Id="rId964" Type="http://schemas.openxmlformats.org/officeDocument/2006/relationships/image" Target="../media/image1610.png"/><Relationship Id="rId93" Type="http://schemas.openxmlformats.org/officeDocument/2006/relationships/image" Target="../media/image1178.png"/><Relationship Id="rId189" Type="http://schemas.openxmlformats.org/officeDocument/2006/relationships/image" Target="../media/image1226.png"/><Relationship Id="rId396" Type="http://schemas.openxmlformats.org/officeDocument/2006/relationships/customXml" Target="../ink/ink1332.xml"/><Relationship Id="rId617" Type="http://schemas.openxmlformats.org/officeDocument/2006/relationships/customXml" Target="../ink/ink1443.xml"/><Relationship Id="rId824" Type="http://schemas.openxmlformats.org/officeDocument/2006/relationships/image" Target="../media/image1540.png"/><Relationship Id="rId256" Type="http://schemas.openxmlformats.org/officeDocument/2006/relationships/customXml" Target="../ink/ink1261.xml"/><Relationship Id="rId463" Type="http://schemas.openxmlformats.org/officeDocument/2006/relationships/image" Target="../media/image1361.png"/><Relationship Id="rId670" Type="http://schemas.openxmlformats.org/officeDocument/2006/relationships/image" Target="../media/image1463.png"/><Relationship Id="rId116" Type="http://schemas.openxmlformats.org/officeDocument/2006/relationships/customXml" Target="../ink/ink1191.xml"/><Relationship Id="rId323" Type="http://schemas.openxmlformats.org/officeDocument/2006/relationships/image" Target="../media/image1292.png"/><Relationship Id="rId530" Type="http://schemas.openxmlformats.org/officeDocument/2006/relationships/customXml" Target="../ink/ink1399.xml"/><Relationship Id="rId768" Type="http://schemas.openxmlformats.org/officeDocument/2006/relationships/image" Target="../media/image1512.png"/><Relationship Id="rId20" Type="http://schemas.openxmlformats.org/officeDocument/2006/relationships/customXml" Target="../ink/ink1143.xml"/><Relationship Id="rId628" Type="http://schemas.openxmlformats.org/officeDocument/2006/relationships/image" Target="../media/image1442.png"/><Relationship Id="rId835" Type="http://schemas.openxmlformats.org/officeDocument/2006/relationships/customXml" Target="../ink/ink1552.xml"/><Relationship Id="rId267" Type="http://schemas.openxmlformats.org/officeDocument/2006/relationships/image" Target="../media/image1265.png"/><Relationship Id="rId474" Type="http://schemas.openxmlformats.org/officeDocument/2006/relationships/customXml" Target="../ink/ink1371.xml"/><Relationship Id="rId127" Type="http://schemas.openxmlformats.org/officeDocument/2006/relationships/image" Target="../media/image1195.png"/><Relationship Id="rId681" Type="http://schemas.openxmlformats.org/officeDocument/2006/relationships/customXml" Target="../ink/ink1475.xml"/><Relationship Id="rId779" Type="http://schemas.openxmlformats.org/officeDocument/2006/relationships/customXml" Target="../ink/ink1524.xml"/><Relationship Id="rId902" Type="http://schemas.openxmlformats.org/officeDocument/2006/relationships/image" Target="../media/image1579.png"/><Relationship Id="rId31" Type="http://schemas.openxmlformats.org/officeDocument/2006/relationships/image" Target="../media/image1147.png"/><Relationship Id="rId334" Type="http://schemas.openxmlformats.org/officeDocument/2006/relationships/customXml" Target="../ink/ink1300.xml"/><Relationship Id="rId541" Type="http://schemas.openxmlformats.org/officeDocument/2006/relationships/image" Target="../media/image1400.png"/><Relationship Id="rId639" Type="http://schemas.openxmlformats.org/officeDocument/2006/relationships/customXml" Target="../ink/ink1454.xml"/><Relationship Id="rId180" Type="http://schemas.openxmlformats.org/officeDocument/2006/relationships/customXml" Target="../ink/ink1223.xml"/><Relationship Id="rId278" Type="http://schemas.openxmlformats.org/officeDocument/2006/relationships/customXml" Target="../ink/ink1272.xml"/><Relationship Id="rId401" Type="http://schemas.openxmlformats.org/officeDocument/2006/relationships/image" Target="../media/image1330.png"/><Relationship Id="rId846" Type="http://schemas.openxmlformats.org/officeDocument/2006/relationships/image" Target="../media/image1551.png"/><Relationship Id="rId485" Type="http://schemas.openxmlformats.org/officeDocument/2006/relationships/image" Target="../media/image1372.png"/><Relationship Id="rId692" Type="http://schemas.openxmlformats.org/officeDocument/2006/relationships/image" Target="../media/image1474.png"/><Relationship Id="rId706" Type="http://schemas.openxmlformats.org/officeDocument/2006/relationships/image" Target="../media/image1481.png"/><Relationship Id="rId913" Type="http://schemas.openxmlformats.org/officeDocument/2006/relationships/customXml" Target="../ink/ink1591.xml"/><Relationship Id="rId42" Type="http://schemas.openxmlformats.org/officeDocument/2006/relationships/customXml" Target="../ink/ink1154.xml"/><Relationship Id="rId138" Type="http://schemas.openxmlformats.org/officeDocument/2006/relationships/customXml" Target="../ink/ink1202.xml"/><Relationship Id="rId345" Type="http://schemas.openxmlformats.org/officeDocument/2006/relationships/customXml" Target="../ink/ink1306.xml"/><Relationship Id="rId552" Type="http://schemas.openxmlformats.org/officeDocument/2006/relationships/customXml" Target="../ink/ink1410.xml"/><Relationship Id="rId191" Type="http://schemas.openxmlformats.org/officeDocument/2006/relationships/image" Target="../media/image1227.png"/><Relationship Id="rId205" Type="http://schemas.openxmlformats.org/officeDocument/2006/relationships/image" Target="../media/image1234.png"/><Relationship Id="rId412" Type="http://schemas.openxmlformats.org/officeDocument/2006/relationships/customXml" Target="../ink/ink1340.xml"/><Relationship Id="rId857" Type="http://schemas.openxmlformats.org/officeDocument/2006/relationships/customXml" Target="../ink/ink1563.xml"/><Relationship Id="rId289" Type="http://schemas.openxmlformats.org/officeDocument/2006/relationships/image" Target="../media/image1276.png"/><Relationship Id="rId496" Type="http://schemas.openxmlformats.org/officeDocument/2006/relationships/customXml" Target="../ink/ink1382.xml"/><Relationship Id="rId717" Type="http://schemas.openxmlformats.org/officeDocument/2006/relationships/customXml" Target="../ink/ink1493.xml"/><Relationship Id="rId924" Type="http://schemas.openxmlformats.org/officeDocument/2006/relationships/image" Target="../media/image1590.png"/><Relationship Id="rId53" Type="http://schemas.openxmlformats.org/officeDocument/2006/relationships/image" Target="../media/image1158.png"/><Relationship Id="rId149" Type="http://schemas.openxmlformats.org/officeDocument/2006/relationships/image" Target="../media/image1206.png"/><Relationship Id="rId356" Type="http://schemas.openxmlformats.org/officeDocument/2006/relationships/image" Target="../media/image1308.png"/><Relationship Id="rId563" Type="http://schemas.openxmlformats.org/officeDocument/2006/relationships/image" Target="../media/image1411.png"/><Relationship Id="rId770" Type="http://schemas.openxmlformats.org/officeDocument/2006/relationships/image" Target="../media/image1513.png"/><Relationship Id="rId216" Type="http://schemas.openxmlformats.org/officeDocument/2006/relationships/customXml" Target="../ink/ink1241.xml"/><Relationship Id="rId423" Type="http://schemas.openxmlformats.org/officeDocument/2006/relationships/image" Target="../media/image1341.png"/><Relationship Id="rId868" Type="http://schemas.openxmlformats.org/officeDocument/2006/relationships/image" Target="../media/image1562.png"/><Relationship Id="rId630" Type="http://schemas.openxmlformats.org/officeDocument/2006/relationships/image" Target="../media/image1443.png"/><Relationship Id="rId728" Type="http://schemas.openxmlformats.org/officeDocument/2006/relationships/image" Target="../media/image1492.png"/><Relationship Id="rId935" Type="http://schemas.openxmlformats.org/officeDocument/2006/relationships/customXml" Target="../ink/ink1602.xml"/><Relationship Id="rId64" Type="http://schemas.openxmlformats.org/officeDocument/2006/relationships/customXml" Target="../ink/ink1165.xml"/><Relationship Id="rId367" Type="http://schemas.openxmlformats.org/officeDocument/2006/relationships/image" Target="../media/image1313.png"/><Relationship Id="rId574" Type="http://schemas.openxmlformats.org/officeDocument/2006/relationships/customXml" Target="../ink/ink1421.xml"/><Relationship Id="rId227" Type="http://schemas.openxmlformats.org/officeDocument/2006/relationships/image" Target="../media/image1245.png"/><Relationship Id="rId781" Type="http://schemas.openxmlformats.org/officeDocument/2006/relationships/customXml" Target="../ink/ink1525.xml"/><Relationship Id="rId879" Type="http://schemas.openxmlformats.org/officeDocument/2006/relationships/customXml" Target="../ink/ink1574.xml"/><Relationship Id="rId434" Type="http://schemas.openxmlformats.org/officeDocument/2006/relationships/customXml" Target="../ink/ink1351.xml"/><Relationship Id="rId641" Type="http://schemas.openxmlformats.org/officeDocument/2006/relationships/customXml" Target="../ink/ink1455.xml"/><Relationship Id="rId739" Type="http://schemas.openxmlformats.org/officeDocument/2006/relationships/customXml" Target="../ink/ink1504.xml"/><Relationship Id="rId280" Type="http://schemas.openxmlformats.org/officeDocument/2006/relationships/customXml" Target="../ink/ink1273.xml"/><Relationship Id="rId501" Type="http://schemas.openxmlformats.org/officeDocument/2006/relationships/image" Target="../media/image1380.png"/><Relationship Id="rId946" Type="http://schemas.openxmlformats.org/officeDocument/2006/relationships/image" Target="../media/image1601.png"/><Relationship Id="rId75" Type="http://schemas.openxmlformats.org/officeDocument/2006/relationships/image" Target="../media/image1169.png"/><Relationship Id="rId140" Type="http://schemas.openxmlformats.org/officeDocument/2006/relationships/customXml" Target="../ink/ink1203.xml"/><Relationship Id="rId378" Type="http://schemas.openxmlformats.org/officeDocument/2006/relationships/customXml" Target="../ink/ink1323.xml"/><Relationship Id="rId585" Type="http://schemas.openxmlformats.org/officeDocument/2006/relationships/image" Target="../media/image1421.png"/><Relationship Id="rId792" Type="http://schemas.openxmlformats.org/officeDocument/2006/relationships/image" Target="../media/image1524.png"/><Relationship Id="rId806" Type="http://schemas.openxmlformats.org/officeDocument/2006/relationships/image" Target="../media/image1531.png"/><Relationship Id="rId6" Type="http://schemas.openxmlformats.org/officeDocument/2006/relationships/customXml" Target="../ink/ink1136.xml"/><Relationship Id="rId238" Type="http://schemas.openxmlformats.org/officeDocument/2006/relationships/customXml" Target="../ink/ink1252.xml"/><Relationship Id="rId445" Type="http://schemas.openxmlformats.org/officeDocument/2006/relationships/image" Target="../media/image1352.png"/><Relationship Id="rId652" Type="http://schemas.openxmlformats.org/officeDocument/2006/relationships/image" Target="../media/image1454.png"/><Relationship Id="rId291" Type="http://schemas.openxmlformats.org/officeDocument/2006/relationships/image" Target="../media/image1277.png"/><Relationship Id="rId305" Type="http://schemas.openxmlformats.org/officeDocument/2006/relationships/image" Target="../media/image1284.png"/><Relationship Id="rId512" Type="http://schemas.openxmlformats.org/officeDocument/2006/relationships/customXml" Target="../ink/ink1390.xml"/><Relationship Id="rId957" Type="http://schemas.openxmlformats.org/officeDocument/2006/relationships/customXml" Target="../ink/ink1613.xml"/><Relationship Id="rId86" Type="http://schemas.openxmlformats.org/officeDocument/2006/relationships/customXml" Target="../ink/ink1176.xml"/><Relationship Id="rId151" Type="http://schemas.openxmlformats.org/officeDocument/2006/relationships/image" Target="../media/image1207.png"/><Relationship Id="rId389" Type="http://schemas.openxmlformats.org/officeDocument/2006/relationships/image" Target="../media/image1324.png"/><Relationship Id="rId596" Type="http://schemas.openxmlformats.org/officeDocument/2006/relationships/image" Target="../media/image1426.png"/><Relationship Id="rId817" Type="http://schemas.openxmlformats.org/officeDocument/2006/relationships/customXml" Target="../ink/ink1543.xml"/><Relationship Id="rId249" Type="http://schemas.openxmlformats.org/officeDocument/2006/relationships/image" Target="../media/image1256.png"/><Relationship Id="rId456" Type="http://schemas.openxmlformats.org/officeDocument/2006/relationships/customXml" Target="../ink/ink1362.xml"/><Relationship Id="rId663" Type="http://schemas.openxmlformats.org/officeDocument/2006/relationships/customXml" Target="../ink/ink1466.xml"/><Relationship Id="rId870" Type="http://schemas.openxmlformats.org/officeDocument/2006/relationships/image" Target="../media/image1563.png"/><Relationship Id="rId13" Type="http://schemas.openxmlformats.org/officeDocument/2006/relationships/image" Target="../media/image1138.png"/><Relationship Id="rId109" Type="http://schemas.openxmlformats.org/officeDocument/2006/relationships/image" Target="../media/image1186.png"/><Relationship Id="rId316" Type="http://schemas.openxmlformats.org/officeDocument/2006/relationships/customXml" Target="../ink/ink1291.xml"/><Relationship Id="rId523" Type="http://schemas.openxmlformats.org/officeDocument/2006/relationships/image" Target="../media/image1391.png"/><Relationship Id="rId968" Type="http://schemas.openxmlformats.org/officeDocument/2006/relationships/image" Target="../media/image1612.png"/><Relationship Id="rId97" Type="http://schemas.openxmlformats.org/officeDocument/2006/relationships/image" Target="../media/image1180.png"/><Relationship Id="rId730" Type="http://schemas.openxmlformats.org/officeDocument/2006/relationships/image" Target="../media/image1493.png"/><Relationship Id="rId828" Type="http://schemas.openxmlformats.org/officeDocument/2006/relationships/image" Target="../media/image1542.png"/><Relationship Id="rId162" Type="http://schemas.openxmlformats.org/officeDocument/2006/relationships/customXml" Target="../ink/ink1214.xml"/><Relationship Id="rId467" Type="http://schemas.openxmlformats.org/officeDocument/2006/relationships/image" Target="../media/image1363.png"/><Relationship Id="rId674" Type="http://schemas.openxmlformats.org/officeDocument/2006/relationships/image" Target="../media/image1465.png"/><Relationship Id="rId881" Type="http://schemas.openxmlformats.org/officeDocument/2006/relationships/customXml" Target="../ink/ink1575.xml"/><Relationship Id="rId24" Type="http://schemas.openxmlformats.org/officeDocument/2006/relationships/customXml" Target="../ink/ink1145.xml"/><Relationship Id="rId327" Type="http://schemas.openxmlformats.org/officeDocument/2006/relationships/image" Target="../media/image1294.png"/><Relationship Id="rId534" Type="http://schemas.openxmlformats.org/officeDocument/2006/relationships/customXml" Target="../ink/ink1401.xml"/><Relationship Id="rId741" Type="http://schemas.openxmlformats.org/officeDocument/2006/relationships/customXml" Target="../ink/ink1505.xml"/><Relationship Id="rId839" Type="http://schemas.openxmlformats.org/officeDocument/2006/relationships/customXml" Target="../ink/ink1554.xml"/><Relationship Id="rId173" Type="http://schemas.openxmlformats.org/officeDocument/2006/relationships/image" Target="../media/image1218.png"/><Relationship Id="rId380" Type="http://schemas.openxmlformats.org/officeDocument/2006/relationships/customXml" Target="../ink/ink1324.xml"/><Relationship Id="rId601" Type="http://schemas.openxmlformats.org/officeDocument/2006/relationships/customXml" Target="../ink/ink1435.xml"/><Relationship Id="rId240" Type="http://schemas.openxmlformats.org/officeDocument/2006/relationships/customXml" Target="../ink/ink1253.xml"/><Relationship Id="rId478" Type="http://schemas.openxmlformats.org/officeDocument/2006/relationships/customXml" Target="../ink/ink1373.xml"/><Relationship Id="rId685" Type="http://schemas.openxmlformats.org/officeDocument/2006/relationships/customXml" Target="../ink/ink1477.xml"/><Relationship Id="rId892" Type="http://schemas.openxmlformats.org/officeDocument/2006/relationships/image" Target="../media/image1574.png"/><Relationship Id="rId906" Type="http://schemas.openxmlformats.org/officeDocument/2006/relationships/image" Target="../media/image1581.png"/><Relationship Id="rId35" Type="http://schemas.openxmlformats.org/officeDocument/2006/relationships/image" Target="../media/image1149.png"/><Relationship Id="rId100" Type="http://schemas.openxmlformats.org/officeDocument/2006/relationships/customXml" Target="../ink/ink1183.xml"/><Relationship Id="rId338" Type="http://schemas.openxmlformats.org/officeDocument/2006/relationships/customXml" Target="../ink/ink1302.xml"/><Relationship Id="rId545" Type="http://schemas.openxmlformats.org/officeDocument/2006/relationships/image" Target="../media/image1402.png"/><Relationship Id="rId752" Type="http://schemas.openxmlformats.org/officeDocument/2006/relationships/image" Target="../media/image1504.png"/><Relationship Id="rId184" Type="http://schemas.openxmlformats.org/officeDocument/2006/relationships/customXml" Target="../ink/ink1225.xml"/><Relationship Id="rId391" Type="http://schemas.openxmlformats.org/officeDocument/2006/relationships/image" Target="../media/image1325.png"/><Relationship Id="rId405" Type="http://schemas.openxmlformats.org/officeDocument/2006/relationships/image" Target="../media/image1332.png"/><Relationship Id="rId612" Type="http://schemas.openxmlformats.org/officeDocument/2006/relationships/image" Target="../media/image1434.png"/><Relationship Id="rId251" Type="http://schemas.openxmlformats.org/officeDocument/2006/relationships/image" Target="../media/image1257.png"/><Relationship Id="rId489" Type="http://schemas.openxmlformats.org/officeDocument/2006/relationships/image" Target="../media/image1374.png"/><Relationship Id="rId696" Type="http://schemas.openxmlformats.org/officeDocument/2006/relationships/image" Target="../media/image1476.png"/><Relationship Id="rId917" Type="http://schemas.openxmlformats.org/officeDocument/2006/relationships/customXml" Target="../ink/ink1593.xml"/><Relationship Id="rId46" Type="http://schemas.openxmlformats.org/officeDocument/2006/relationships/customXml" Target="../ink/ink1156.xml"/><Relationship Id="rId349" Type="http://schemas.openxmlformats.org/officeDocument/2006/relationships/customXml" Target="../ink/ink1308.xml"/><Relationship Id="rId556" Type="http://schemas.openxmlformats.org/officeDocument/2006/relationships/customXml" Target="../ink/ink1412.xml"/><Relationship Id="rId763" Type="http://schemas.openxmlformats.org/officeDocument/2006/relationships/customXml" Target="../ink/ink1516.xml"/><Relationship Id="rId111" Type="http://schemas.openxmlformats.org/officeDocument/2006/relationships/image" Target="../media/image1187.png"/><Relationship Id="rId195" Type="http://schemas.openxmlformats.org/officeDocument/2006/relationships/image" Target="../media/image1229.png"/><Relationship Id="rId209" Type="http://schemas.openxmlformats.org/officeDocument/2006/relationships/image" Target="../media/image1236.png"/><Relationship Id="rId416" Type="http://schemas.openxmlformats.org/officeDocument/2006/relationships/customXml" Target="../ink/ink1342.xml"/><Relationship Id="rId970" Type="http://schemas.openxmlformats.org/officeDocument/2006/relationships/image" Target="../media/image1613.png"/><Relationship Id="rId623" Type="http://schemas.openxmlformats.org/officeDocument/2006/relationships/customXml" Target="../ink/ink1446.xml"/><Relationship Id="rId830" Type="http://schemas.openxmlformats.org/officeDocument/2006/relationships/image" Target="../media/image1543.png"/><Relationship Id="rId928" Type="http://schemas.openxmlformats.org/officeDocument/2006/relationships/image" Target="../media/image1592.png"/><Relationship Id="rId57" Type="http://schemas.openxmlformats.org/officeDocument/2006/relationships/image" Target="../media/image1160.png"/><Relationship Id="rId262" Type="http://schemas.openxmlformats.org/officeDocument/2006/relationships/customXml" Target="../ink/ink1264.xml"/><Relationship Id="rId567" Type="http://schemas.openxmlformats.org/officeDocument/2006/relationships/image" Target="../media/image1413.png"/><Relationship Id="rId122" Type="http://schemas.openxmlformats.org/officeDocument/2006/relationships/customXml" Target="../ink/ink1194.xml"/><Relationship Id="rId774" Type="http://schemas.openxmlformats.org/officeDocument/2006/relationships/image" Target="../media/image1515.png"/><Relationship Id="rId427" Type="http://schemas.openxmlformats.org/officeDocument/2006/relationships/image" Target="../media/image1343.png"/><Relationship Id="rId634" Type="http://schemas.openxmlformats.org/officeDocument/2006/relationships/image" Target="../media/image1445.png"/><Relationship Id="rId841" Type="http://schemas.openxmlformats.org/officeDocument/2006/relationships/customXml" Target="../ink/ink1555.xml"/><Relationship Id="rId273" Type="http://schemas.openxmlformats.org/officeDocument/2006/relationships/image" Target="../media/image1268.png"/><Relationship Id="rId480" Type="http://schemas.openxmlformats.org/officeDocument/2006/relationships/customXml" Target="../ink/ink1374.xml"/><Relationship Id="rId701" Type="http://schemas.openxmlformats.org/officeDocument/2006/relationships/customXml" Target="../ink/ink1485.xml"/><Relationship Id="rId939" Type="http://schemas.openxmlformats.org/officeDocument/2006/relationships/customXml" Target="../ink/ink1604.xml"/><Relationship Id="rId68" Type="http://schemas.openxmlformats.org/officeDocument/2006/relationships/customXml" Target="../ink/ink1167.xml"/><Relationship Id="rId133" Type="http://schemas.openxmlformats.org/officeDocument/2006/relationships/image" Target="../media/image1198.png"/><Relationship Id="rId340" Type="http://schemas.openxmlformats.org/officeDocument/2006/relationships/customXml" Target="../ink/ink1303.xml"/><Relationship Id="rId578" Type="http://schemas.openxmlformats.org/officeDocument/2006/relationships/customXml" Target="../ink/ink1423.xml"/><Relationship Id="rId785" Type="http://schemas.openxmlformats.org/officeDocument/2006/relationships/customXml" Target="../ink/ink1527.xml"/><Relationship Id="rId200" Type="http://schemas.openxmlformats.org/officeDocument/2006/relationships/customXml" Target="../ink/ink1233.xml"/><Relationship Id="rId438" Type="http://schemas.openxmlformats.org/officeDocument/2006/relationships/customXml" Target="../ink/ink1353.xml"/><Relationship Id="rId645" Type="http://schemas.openxmlformats.org/officeDocument/2006/relationships/customXml" Target="../ink/ink1457.xml"/><Relationship Id="rId852" Type="http://schemas.openxmlformats.org/officeDocument/2006/relationships/image" Target="../media/image1554.png"/><Relationship Id="rId284" Type="http://schemas.openxmlformats.org/officeDocument/2006/relationships/customXml" Target="../ink/ink1275.xml"/><Relationship Id="rId491" Type="http://schemas.openxmlformats.org/officeDocument/2006/relationships/image" Target="../media/image1375.png"/><Relationship Id="rId505" Type="http://schemas.openxmlformats.org/officeDocument/2006/relationships/image" Target="../media/image1382.png"/><Relationship Id="rId712" Type="http://schemas.openxmlformats.org/officeDocument/2006/relationships/image" Target="../media/image1484.png"/><Relationship Id="rId79" Type="http://schemas.openxmlformats.org/officeDocument/2006/relationships/image" Target="../media/image1171.png"/><Relationship Id="rId144" Type="http://schemas.openxmlformats.org/officeDocument/2006/relationships/customXml" Target="../ink/ink1205.xml"/><Relationship Id="rId589" Type="http://schemas.openxmlformats.org/officeDocument/2006/relationships/image" Target="../media/image1423.png"/><Relationship Id="rId796" Type="http://schemas.openxmlformats.org/officeDocument/2006/relationships/image" Target="../media/image1526.png"/><Relationship Id="rId351" Type="http://schemas.openxmlformats.org/officeDocument/2006/relationships/customXml" Target="../ink/ink1309.xml"/><Relationship Id="rId449" Type="http://schemas.openxmlformats.org/officeDocument/2006/relationships/image" Target="../media/image1354.png"/><Relationship Id="rId656" Type="http://schemas.openxmlformats.org/officeDocument/2006/relationships/image" Target="../media/image1456.png"/><Relationship Id="rId863" Type="http://schemas.openxmlformats.org/officeDocument/2006/relationships/customXml" Target="../ink/ink1566.xml"/><Relationship Id="rId211" Type="http://schemas.openxmlformats.org/officeDocument/2006/relationships/image" Target="../media/image1237.png"/><Relationship Id="rId295" Type="http://schemas.openxmlformats.org/officeDocument/2006/relationships/image" Target="../media/image1279.png"/><Relationship Id="rId309" Type="http://schemas.openxmlformats.org/officeDocument/2006/relationships/image" Target="../media/image1286.png"/><Relationship Id="rId516" Type="http://schemas.openxmlformats.org/officeDocument/2006/relationships/customXml" Target="../ink/ink1392.xml"/><Relationship Id="rId723" Type="http://schemas.openxmlformats.org/officeDocument/2006/relationships/customXml" Target="../ink/ink1496.xml"/><Relationship Id="rId930" Type="http://schemas.openxmlformats.org/officeDocument/2006/relationships/image" Target="../media/image1593.png"/><Relationship Id="rId155" Type="http://schemas.openxmlformats.org/officeDocument/2006/relationships/image" Target="../media/image1209.png"/><Relationship Id="rId362" Type="http://schemas.openxmlformats.org/officeDocument/2006/relationships/image" Target="../media/image1311.png"/><Relationship Id="rId222" Type="http://schemas.openxmlformats.org/officeDocument/2006/relationships/customXml" Target="../ink/ink1244.xml"/><Relationship Id="rId667" Type="http://schemas.openxmlformats.org/officeDocument/2006/relationships/customXml" Target="../ink/ink1468.xml"/><Relationship Id="rId874" Type="http://schemas.openxmlformats.org/officeDocument/2006/relationships/image" Target="../media/image1565.png"/><Relationship Id="rId17" Type="http://schemas.openxmlformats.org/officeDocument/2006/relationships/image" Target="../media/image1140.png"/><Relationship Id="rId527" Type="http://schemas.openxmlformats.org/officeDocument/2006/relationships/image" Target="../media/image1393.png"/><Relationship Id="rId734" Type="http://schemas.openxmlformats.org/officeDocument/2006/relationships/image" Target="../media/image1495.png"/><Relationship Id="rId941" Type="http://schemas.openxmlformats.org/officeDocument/2006/relationships/customXml" Target="../ink/ink1605.xml"/><Relationship Id="rId70" Type="http://schemas.openxmlformats.org/officeDocument/2006/relationships/customXml" Target="../ink/ink1168.xml"/><Relationship Id="rId166" Type="http://schemas.openxmlformats.org/officeDocument/2006/relationships/customXml" Target="../ink/ink1216.xml"/><Relationship Id="rId373" Type="http://schemas.openxmlformats.org/officeDocument/2006/relationships/image" Target="../media/image1316.png"/><Relationship Id="rId580" Type="http://schemas.openxmlformats.org/officeDocument/2006/relationships/customXml" Target="../ink/ink1424.xml"/><Relationship Id="rId801" Type="http://schemas.openxmlformats.org/officeDocument/2006/relationships/customXml" Target="../ink/ink1535.xml"/><Relationship Id="rId1" Type="http://schemas.openxmlformats.org/officeDocument/2006/relationships/slideLayout" Target="../slideLayouts/slideLayout6.xml"/><Relationship Id="rId233" Type="http://schemas.openxmlformats.org/officeDocument/2006/relationships/image" Target="../media/image1248.png"/><Relationship Id="rId440" Type="http://schemas.openxmlformats.org/officeDocument/2006/relationships/customXml" Target="../ink/ink1354.xml"/><Relationship Id="rId678" Type="http://schemas.openxmlformats.org/officeDocument/2006/relationships/image" Target="../media/image1467.png"/><Relationship Id="rId885" Type="http://schemas.openxmlformats.org/officeDocument/2006/relationships/customXml" Target="../ink/ink1577.xml"/><Relationship Id="rId28" Type="http://schemas.openxmlformats.org/officeDocument/2006/relationships/customXml" Target="../ink/ink1147.xml"/><Relationship Id="rId300" Type="http://schemas.openxmlformats.org/officeDocument/2006/relationships/customXml" Target="../ink/ink1283.xml"/><Relationship Id="rId538" Type="http://schemas.openxmlformats.org/officeDocument/2006/relationships/customXml" Target="../ink/ink1403.xml"/><Relationship Id="rId745" Type="http://schemas.openxmlformats.org/officeDocument/2006/relationships/customXml" Target="../ink/ink1507.xml"/><Relationship Id="rId952" Type="http://schemas.openxmlformats.org/officeDocument/2006/relationships/image" Target="../media/image1604.png"/><Relationship Id="rId81" Type="http://schemas.openxmlformats.org/officeDocument/2006/relationships/image" Target="../media/image1172.png"/><Relationship Id="rId177" Type="http://schemas.openxmlformats.org/officeDocument/2006/relationships/image" Target="../media/image1220.png"/><Relationship Id="rId384" Type="http://schemas.openxmlformats.org/officeDocument/2006/relationships/customXml" Target="../ink/ink1326.xml"/><Relationship Id="rId591" Type="http://schemas.openxmlformats.org/officeDocument/2006/relationships/customXml" Target="../ink/ink1430.xml"/><Relationship Id="rId605" Type="http://schemas.openxmlformats.org/officeDocument/2006/relationships/customXml" Target="../ink/ink1437.xml"/><Relationship Id="rId812" Type="http://schemas.openxmlformats.org/officeDocument/2006/relationships/image" Target="../media/image1534.png"/><Relationship Id="rId244" Type="http://schemas.openxmlformats.org/officeDocument/2006/relationships/customXml" Target="../ink/ink1255.xml"/><Relationship Id="rId689" Type="http://schemas.openxmlformats.org/officeDocument/2006/relationships/customXml" Target="../ink/ink1479.xml"/><Relationship Id="rId896" Type="http://schemas.openxmlformats.org/officeDocument/2006/relationships/image" Target="../media/image1576.png"/><Relationship Id="rId39" Type="http://schemas.openxmlformats.org/officeDocument/2006/relationships/image" Target="../media/image1151.png"/><Relationship Id="rId451" Type="http://schemas.openxmlformats.org/officeDocument/2006/relationships/image" Target="../media/image1355.png"/><Relationship Id="rId549" Type="http://schemas.openxmlformats.org/officeDocument/2006/relationships/image" Target="../media/image1404.png"/><Relationship Id="rId756" Type="http://schemas.openxmlformats.org/officeDocument/2006/relationships/image" Target="../media/image1506.png"/><Relationship Id="rId104" Type="http://schemas.openxmlformats.org/officeDocument/2006/relationships/customXml" Target="../ink/ink1185.xml"/><Relationship Id="rId188" Type="http://schemas.openxmlformats.org/officeDocument/2006/relationships/customXml" Target="../ink/ink1227.xml"/><Relationship Id="rId311" Type="http://schemas.openxmlformats.org/officeDocument/2006/relationships/image" Target="../media/image1287.png"/><Relationship Id="rId395" Type="http://schemas.openxmlformats.org/officeDocument/2006/relationships/image" Target="../media/image1327.png"/><Relationship Id="rId409" Type="http://schemas.openxmlformats.org/officeDocument/2006/relationships/image" Target="../media/image1334.png"/><Relationship Id="rId963" Type="http://schemas.openxmlformats.org/officeDocument/2006/relationships/customXml" Target="../ink/ink1616.xml"/><Relationship Id="rId92" Type="http://schemas.openxmlformats.org/officeDocument/2006/relationships/customXml" Target="../ink/ink1179.xml"/><Relationship Id="rId616" Type="http://schemas.openxmlformats.org/officeDocument/2006/relationships/image" Target="../media/image1436.png"/><Relationship Id="rId823" Type="http://schemas.openxmlformats.org/officeDocument/2006/relationships/customXml" Target="../ink/ink1546.xml"/><Relationship Id="rId255" Type="http://schemas.openxmlformats.org/officeDocument/2006/relationships/image" Target="../media/image1259.png"/><Relationship Id="rId297" Type="http://schemas.openxmlformats.org/officeDocument/2006/relationships/image" Target="../media/image1280.png"/><Relationship Id="rId462" Type="http://schemas.openxmlformats.org/officeDocument/2006/relationships/customXml" Target="../ink/ink1365.xml"/><Relationship Id="rId518" Type="http://schemas.openxmlformats.org/officeDocument/2006/relationships/customXml" Target="../ink/ink1393.xml"/><Relationship Id="rId725" Type="http://schemas.openxmlformats.org/officeDocument/2006/relationships/customXml" Target="../ink/ink1497.xml"/><Relationship Id="rId932" Type="http://schemas.openxmlformats.org/officeDocument/2006/relationships/image" Target="../media/image1594.png"/><Relationship Id="rId115" Type="http://schemas.openxmlformats.org/officeDocument/2006/relationships/image" Target="../media/image1189.png"/><Relationship Id="rId157" Type="http://schemas.openxmlformats.org/officeDocument/2006/relationships/image" Target="../media/image1210.png"/><Relationship Id="rId322" Type="http://schemas.openxmlformats.org/officeDocument/2006/relationships/customXml" Target="../ink/ink1294.xml"/><Relationship Id="rId364" Type="http://schemas.openxmlformats.org/officeDocument/2006/relationships/customXml" Target="../ink/ink1316.xml"/><Relationship Id="rId767" Type="http://schemas.openxmlformats.org/officeDocument/2006/relationships/customXml" Target="../ink/ink1518.xml"/><Relationship Id="rId61" Type="http://schemas.openxmlformats.org/officeDocument/2006/relationships/image" Target="../media/image1162.png"/><Relationship Id="rId199" Type="http://schemas.openxmlformats.org/officeDocument/2006/relationships/image" Target="../media/image1231.png"/><Relationship Id="rId571" Type="http://schemas.openxmlformats.org/officeDocument/2006/relationships/image" Target="../media/image1415.png"/><Relationship Id="rId627" Type="http://schemas.openxmlformats.org/officeDocument/2006/relationships/customXml" Target="../ink/ink1448.xml"/><Relationship Id="rId669" Type="http://schemas.openxmlformats.org/officeDocument/2006/relationships/customXml" Target="../ink/ink1469.xml"/><Relationship Id="rId834" Type="http://schemas.openxmlformats.org/officeDocument/2006/relationships/image" Target="../media/image1545.png"/><Relationship Id="rId876" Type="http://schemas.openxmlformats.org/officeDocument/2006/relationships/image" Target="../media/image1566.png"/><Relationship Id="rId19" Type="http://schemas.openxmlformats.org/officeDocument/2006/relationships/image" Target="../media/image1141.png"/><Relationship Id="rId224" Type="http://schemas.openxmlformats.org/officeDocument/2006/relationships/customXml" Target="../ink/ink1245.xml"/><Relationship Id="rId266" Type="http://schemas.openxmlformats.org/officeDocument/2006/relationships/customXml" Target="../ink/ink1266.xml"/><Relationship Id="rId431" Type="http://schemas.openxmlformats.org/officeDocument/2006/relationships/image" Target="../media/image1345.png"/><Relationship Id="rId473" Type="http://schemas.openxmlformats.org/officeDocument/2006/relationships/image" Target="../media/image1366.png"/><Relationship Id="rId529" Type="http://schemas.openxmlformats.org/officeDocument/2006/relationships/image" Target="../media/image1394.png"/><Relationship Id="rId680" Type="http://schemas.openxmlformats.org/officeDocument/2006/relationships/image" Target="../media/image1468.png"/><Relationship Id="rId736" Type="http://schemas.openxmlformats.org/officeDocument/2006/relationships/image" Target="../media/image1496.png"/><Relationship Id="rId901" Type="http://schemas.openxmlformats.org/officeDocument/2006/relationships/customXml" Target="../ink/ink1585.xml"/><Relationship Id="rId30" Type="http://schemas.openxmlformats.org/officeDocument/2006/relationships/customXml" Target="../ink/ink1148.xml"/><Relationship Id="rId126" Type="http://schemas.openxmlformats.org/officeDocument/2006/relationships/customXml" Target="../ink/ink1196.xml"/><Relationship Id="rId168" Type="http://schemas.openxmlformats.org/officeDocument/2006/relationships/customXml" Target="../ink/ink1217.xml"/><Relationship Id="rId333" Type="http://schemas.openxmlformats.org/officeDocument/2006/relationships/image" Target="../media/image1297.png"/><Relationship Id="rId540" Type="http://schemas.openxmlformats.org/officeDocument/2006/relationships/customXml" Target="../ink/ink1404.xml"/><Relationship Id="rId778" Type="http://schemas.openxmlformats.org/officeDocument/2006/relationships/image" Target="../media/image1517.png"/><Relationship Id="rId943" Type="http://schemas.openxmlformats.org/officeDocument/2006/relationships/customXml" Target="../ink/ink1606.xml"/><Relationship Id="rId72" Type="http://schemas.openxmlformats.org/officeDocument/2006/relationships/customXml" Target="../ink/ink1169.xml"/><Relationship Id="rId375" Type="http://schemas.openxmlformats.org/officeDocument/2006/relationships/image" Target="../media/image1317.png"/><Relationship Id="rId582" Type="http://schemas.openxmlformats.org/officeDocument/2006/relationships/customXml" Target="../ink/ink1425.xml"/><Relationship Id="rId638" Type="http://schemas.openxmlformats.org/officeDocument/2006/relationships/image" Target="../media/image1447.png"/><Relationship Id="rId803" Type="http://schemas.openxmlformats.org/officeDocument/2006/relationships/customXml" Target="../ink/ink1536.xml"/><Relationship Id="rId845" Type="http://schemas.openxmlformats.org/officeDocument/2006/relationships/customXml" Target="../ink/ink1557.xml"/><Relationship Id="rId3" Type="http://schemas.openxmlformats.org/officeDocument/2006/relationships/image" Target="../media/image1133.png"/><Relationship Id="rId235" Type="http://schemas.openxmlformats.org/officeDocument/2006/relationships/image" Target="../media/image1249.png"/><Relationship Id="rId277" Type="http://schemas.openxmlformats.org/officeDocument/2006/relationships/image" Target="../media/image1270.png"/><Relationship Id="rId400" Type="http://schemas.openxmlformats.org/officeDocument/2006/relationships/customXml" Target="../ink/ink1334.xml"/><Relationship Id="rId442" Type="http://schemas.openxmlformats.org/officeDocument/2006/relationships/customXml" Target="../ink/ink1355.xml"/><Relationship Id="rId484" Type="http://schemas.openxmlformats.org/officeDocument/2006/relationships/customXml" Target="../ink/ink1376.xml"/><Relationship Id="rId705" Type="http://schemas.openxmlformats.org/officeDocument/2006/relationships/customXml" Target="../ink/ink1487.xml"/><Relationship Id="rId887" Type="http://schemas.openxmlformats.org/officeDocument/2006/relationships/customXml" Target="../ink/ink1578.xml"/><Relationship Id="rId137" Type="http://schemas.openxmlformats.org/officeDocument/2006/relationships/image" Target="../media/image1200.png"/><Relationship Id="rId302" Type="http://schemas.openxmlformats.org/officeDocument/2006/relationships/customXml" Target="../ink/ink1284.xml"/><Relationship Id="rId344" Type="http://schemas.openxmlformats.org/officeDocument/2006/relationships/image" Target="../media/image1302.png"/><Relationship Id="rId691" Type="http://schemas.openxmlformats.org/officeDocument/2006/relationships/customXml" Target="../ink/ink1480.xml"/><Relationship Id="rId747" Type="http://schemas.openxmlformats.org/officeDocument/2006/relationships/customXml" Target="../ink/ink1508.xml"/><Relationship Id="rId789" Type="http://schemas.openxmlformats.org/officeDocument/2006/relationships/customXml" Target="../ink/ink1529.xml"/><Relationship Id="rId912" Type="http://schemas.openxmlformats.org/officeDocument/2006/relationships/image" Target="../media/image1584.png"/><Relationship Id="rId954" Type="http://schemas.openxmlformats.org/officeDocument/2006/relationships/image" Target="../media/image1605.png"/><Relationship Id="rId41" Type="http://schemas.openxmlformats.org/officeDocument/2006/relationships/image" Target="../media/image1152.png"/><Relationship Id="rId83" Type="http://schemas.openxmlformats.org/officeDocument/2006/relationships/image" Target="../media/image1173.png"/><Relationship Id="rId179" Type="http://schemas.openxmlformats.org/officeDocument/2006/relationships/image" Target="../media/image1221.png"/><Relationship Id="rId386" Type="http://schemas.openxmlformats.org/officeDocument/2006/relationships/customXml" Target="../ink/ink1327.xml"/><Relationship Id="rId551" Type="http://schemas.openxmlformats.org/officeDocument/2006/relationships/image" Target="../media/image1405.png"/><Relationship Id="rId593" Type="http://schemas.openxmlformats.org/officeDocument/2006/relationships/customXml" Target="../ink/ink1431.xml"/><Relationship Id="rId607" Type="http://schemas.openxmlformats.org/officeDocument/2006/relationships/customXml" Target="../ink/ink1438.xml"/><Relationship Id="rId649" Type="http://schemas.openxmlformats.org/officeDocument/2006/relationships/customXml" Target="../ink/ink1459.xml"/><Relationship Id="rId814" Type="http://schemas.openxmlformats.org/officeDocument/2006/relationships/image" Target="../media/image1535.png"/><Relationship Id="rId856" Type="http://schemas.openxmlformats.org/officeDocument/2006/relationships/image" Target="../media/image1556.png"/><Relationship Id="rId190" Type="http://schemas.openxmlformats.org/officeDocument/2006/relationships/customXml" Target="../ink/ink1228.xml"/><Relationship Id="rId204" Type="http://schemas.openxmlformats.org/officeDocument/2006/relationships/customXml" Target="../ink/ink1235.xml"/><Relationship Id="rId246" Type="http://schemas.openxmlformats.org/officeDocument/2006/relationships/customXml" Target="../ink/ink1256.xml"/><Relationship Id="rId288" Type="http://schemas.openxmlformats.org/officeDocument/2006/relationships/customXml" Target="../ink/ink1277.xml"/><Relationship Id="rId411" Type="http://schemas.openxmlformats.org/officeDocument/2006/relationships/image" Target="../media/image1335.png"/><Relationship Id="rId453" Type="http://schemas.openxmlformats.org/officeDocument/2006/relationships/image" Target="../media/image1356.png"/><Relationship Id="rId509" Type="http://schemas.openxmlformats.org/officeDocument/2006/relationships/image" Target="../media/image1384.png"/><Relationship Id="rId660" Type="http://schemas.openxmlformats.org/officeDocument/2006/relationships/image" Target="../media/image1458.png"/><Relationship Id="rId898" Type="http://schemas.openxmlformats.org/officeDocument/2006/relationships/image" Target="../media/image1577.png"/><Relationship Id="rId106" Type="http://schemas.openxmlformats.org/officeDocument/2006/relationships/customXml" Target="../ink/ink1186.xml"/><Relationship Id="rId313" Type="http://schemas.openxmlformats.org/officeDocument/2006/relationships/image" Target="../media/image114.png"/><Relationship Id="rId495" Type="http://schemas.openxmlformats.org/officeDocument/2006/relationships/image" Target="../media/image1377.png"/><Relationship Id="rId716" Type="http://schemas.openxmlformats.org/officeDocument/2006/relationships/image" Target="../media/image1486.png"/><Relationship Id="rId758" Type="http://schemas.openxmlformats.org/officeDocument/2006/relationships/image" Target="../media/image1507.png"/><Relationship Id="rId923" Type="http://schemas.openxmlformats.org/officeDocument/2006/relationships/customXml" Target="../ink/ink1596.xml"/><Relationship Id="rId965" Type="http://schemas.openxmlformats.org/officeDocument/2006/relationships/customXml" Target="../ink/ink1617.xml"/><Relationship Id="rId10" Type="http://schemas.openxmlformats.org/officeDocument/2006/relationships/customXml" Target="../ink/ink1138.xml"/><Relationship Id="rId52" Type="http://schemas.openxmlformats.org/officeDocument/2006/relationships/customXml" Target="../ink/ink1159.xml"/><Relationship Id="rId94" Type="http://schemas.openxmlformats.org/officeDocument/2006/relationships/customXml" Target="../ink/ink1180.xml"/><Relationship Id="rId148" Type="http://schemas.openxmlformats.org/officeDocument/2006/relationships/customXml" Target="../ink/ink1207.xml"/><Relationship Id="rId355" Type="http://schemas.openxmlformats.org/officeDocument/2006/relationships/customXml" Target="../ink/ink1311.xml"/><Relationship Id="rId397" Type="http://schemas.openxmlformats.org/officeDocument/2006/relationships/image" Target="../media/image1328.png"/><Relationship Id="rId520" Type="http://schemas.openxmlformats.org/officeDocument/2006/relationships/customXml" Target="../ink/ink1394.xml"/><Relationship Id="rId562" Type="http://schemas.openxmlformats.org/officeDocument/2006/relationships/customXml" Target="../ink/ink1415.xml"/><Relationship Id="rId618" Type="http://schemas.openxmlformats.org/officeDocument/2006/relationships/image" Target="../media/image1437.png"/><Relationship Id="rId825" Type="http://schemas.openxmlformats.org/officeDocument/2006/relationships/customXml" Target="../ink/ink1547.xml"/><Relationship Id="rId215" Type="http://schemas.openxmlformats.org/officeDocument/2006/relationships/image" Target="../media/image1239.png"/><Relationship Id="rId257" Type="http://schemas.openxmlformats.org/officeDocument/2006/relationships/image" Target="../media/image1260.png"/><Relationship Id="rId422" Type="http://schemas.openxmlformats.org/officeDocument/2006/relationships/customXml" Target="../ink/ink1345.xml"/><Relationship Id="rId464" Type="http://schemas.openxmlformats.org/officeDocument/2006/relationships/customXml" Target="../ink/ink1366.xml"/><Relationship Id="rId867" Type="http://schemas.openxmlformats.org/officeDocument/2006/relationships/customXml" Target="../ink/ink1568.xml"/><Relationship Id="rId299" Type="http://schemas.openxmlformats.org/officeDocument/2006/relationships/image" Target="../media/image1281.png"/><Relationship Id="rId727" Type="http://schemas.openxmlformats.org/officeDocument/2006/relationships/customXml" Target="../ink/ink1498.xml"/><Relationship Id="rId934" Type="http://schemas.openxmlformats.org/officeDocument/2006/relationships/image" Target="../media/image1595.png"/><Relationship Id="rId63" Type="http://schemas.openxmlformats.org/officeDocument/2006/relationships/image" Target="../media/image1163.png"/><Relationship Id="rId159" Type="http://schemas.openxmlformats.org/officeDocument/2006/relationships/image" Target="../media/image1211.png"/><Relationship Id="rId366" Type="http://schemas.openxmlformats.org/officeDocument/2006/relationships/customXml" Target="../ink/ink1317.xml"/><Relationship Id="rId573" Type="http://schemas.openxmlformats.org/officeDocument/2006/relationships/image" Target="../media/image537.png"/><Relationship Id="rId780" Type="http://schemas.openxmlformats.org/officeDocument/2006/relationships/image" Target="../media/image1518.png"/><Relationship Id="rId226" Type="http://schemas.openxmlformats.org/officeDocument/2006/relationships/customXml" Target="../ink/ink1246.xml"/><Relationship Id="rId433" Type="http://schemas.openxmlformats.org/officeDocument/2006/relationships/image" Target="../media/image1346.png"/><Relationship Id="rId878" Type="http://schemas.openxmlformats.org/officeDocument/2006/relationships/image" Target="../media/image1567.png"/><Relationship Id="rId640" Type="http://schemas.openxmlformats.org/officeDocument/2006/relationships/image" Target="../media/image1448.png"/><Relationship Id="rId738" Type="http://schemas.openxmlformats.org/officeDocument/2006/relationships/image" Target="../media/image1497.png"/><Relationship Id="rId945" Type="http://schemas.openxmlformats.org/officeDocument/2006/relationships/customXml" Target="../ink/ink1607.xml"/><Relationship Id="rId74" Type="http://schemas.openxmlformats.org/officeDocument/2006/relationships/customXml" Target="../ink/ink1170.xml"/><Relationship Id="rId377" Type="http://schemas.openxmlformats.org/officeDocument/2006/relationships/image" Target="../media/image1318.png"/><Relationship Id="rId500" Type="http://schemas.openxmlformats.org/officeDocument/2006/relationships/customXml" Target="../ink/ink1384.xml"/><Relationship Id="rId584" Type="http://schemas.openxmlformats.org/officeDocument/2006/relationships/customXml" Target="../ink/ink1426.xml"/><Relationship Id="rId805" Type="http://schemas.openxmlformats.org/officeDocument/2006/relationships/customXml" Target="../ink/ink1537.xml"/><Relationship Id="rId5" Type="http://schemas.openxmlformats.org/officeDocument/2006/relationships/image" Target="../media/image1134.png"/><Relationship Id="rId237" Type="http://schemas.openxmlformats.org/officeDocument/2006/relationships/image" Target="../media/image1250.png"/><Relationship Id="rId791" Type="http://schemas.openxmlformats.org/officeDocument/2006/relationships/customXml" Target="../ink/ink1530.xml"/><Relationship Id="rId889" Type="http://schemas.openxmlformats.org/officeDocument/2006/relationships/customXml" Target="../ink/ink1579.xml"/><Relationship Id="rId444" Type="http://schemas.openxmlformats.org/officeDocument/2006/relationships/customXml" Target="../ink/ink1356.xml"/><Relationship Id="rId651" Type="http://schemas.openxmlformats.org/officeDocument/2006/relationships/customXml" Target="../ink/ink1460.xml"/><Relationship Id="rId749" Type="http://schemas.openxmlformats.org/officeDocument/2006/relationships/customXml" Target="../ink/ink1509.xml"/><Relationship Id="rId290" Type="http://schemas.openxmlformats.org/officeDocument/2006/relationships/customXml" Target="../ink/ink1278.xml"/><Relationship Id="rId304" Type="http://schemas.openxmlformats.org/officeDocument/2006/relationships/customXml" Target="../ink/ink1285.xml"/><Relationship Id="rId388" Type="http://schemas.openxmlformats.org/officeDocument/2006/relationships/customXml" Target="../ink/ink1328.xml"/><Relationship Id="rId511" Type="http://schemas.openxmlformats.org/officeDocument/2006/relationships/image" Target="../media/image1385.png"/><Relationship Id="rId609" Type="http://schemas.openxmlformats.org/officeDocument/2006/relationships/customXml" Target="../ink/ink1439.xml"/><Relationship Id="rId956" Type="http://schemas.openxmlformats.org/officeDocument/2006/relationships/image" Target="../media/image1606.png"/><Relationship Id="rId85" Type="http://schemas.openxmlformats.org/officeDocument/2006/relationships/image" Target="../media/image1174.png"/><Relationship Id="rId150" Type="http://schemas.openxmlformats.org/officeDocument/2006/relationships/customXml" Target="../ink/ink1208.xml"/><Relationship Id="rId595" Type="http://schemas.openxmlformats.org/officeDocument/2006/relationships/customXml" Target="../ink/ink1432.xml"/><Relationship Id="rId816" Type="http://schemas.openxmlformats.org/officeDocument/2006/relationships/image" Target="../media/image1536.png"/><Relationship Id="rId248" Type="http://schemas.openxmlformats.org/officeDocument/2006/relationships/customXml" Target="../ink/ink1257.xml"/><Relationship Id="rId455" Type="http://schemas.openxmlformats.org/officeDocument/2006/relationships/image" Target="../media/image1357.png"/><Relationship Id="rId662" Type="http://schemas.openxmlformats.org/officeDocument/2006/relationships/image" Target="../media/image1459.png"/><Relationship Id="rId12" Type="http://schemas.openxmlformats.org/officeDocument/2006/relationships/customXml" Target="../ink/ink1139.xml"/><Relationship Id="rId108" Type="http://schemas.openxmlformats.org/officeDocument/2006/relationships/customXml" Target="../ink/ink1187.xml"/><Relationship Id="rId315" Type="http://schemas.openxmlformats.org/officeDocument/2006/relationships/image" Target="../media/image1288.png"/><Relationship Id="rId522" Type="http://schemas.openxmlformats.org/officeDocument/2006/relationships/customXml" Target="../ink/ink1395.xml"/><Relationship Id="rId967" Type="http://schemas.openxmlformats.org/officeDocument/2006/relationships/customXml" Target="../ink/ink1618.xml"/><Relationship Id="rId96" Type="http://schemas.openxmlformats.org/officeDocument/2006/relationships/customXml" Target="../ink/ink1181.xml"/><Relationship Id="rId161" Type="http://schemas.openxmlformats.org/officeDocument/2006/relationships/image" Target="../media/image1212.png"/><Relationship Id="rId399" Type="http://schemas.openxmlformats.org/officeDocument/2006/relationships/image" Target="../media/image1329.png"/><Relationship Id="rId827" Type="http://schemas.openxmlformats.org/officeDocument/2006/relationships/customXml" Target="../ink/ink1548.xml"/><Relationship Id="rId259" Type="http://schemas.openxmlformats.org/officeDocument/2006/relationships/image" Target="../media/image1261.png"/><Relationship Id="rId466" Type="http://schemas.openxmlformats.org/officeDocument/2006/relationships/customXml" Target="../ink/ink1367.xml"/><Relationship Id="rId673" Type="http://schemas.openxmlformats.org/officeDocument/2006/relationships/customXml" Target="../ink/ink1471.xml"/><Relationship Id="rId880" Type="http://schemas.openxmlformats.org/officeDocument/2006/relationships/image" Target="../media/image1568.png"/><Relationship Id="rId23" Type="http://schemas.openxmlformats.org/officeDocument/2006/relationships/image" Target="../media/image1143.png"/><Relationship Id="rId119" Type="http://schemas.openxmlformats.org/officeDocument/2006/relationships/image" Target="../media/image1191.png"/><Relationship Id="rId326" Type="http://schemas.openxmlformats.org/officeDocument/2006/relationships/customXml" Target="../ink/ink1296.xml"/><Relationship Id="rId533" Type="http://schemas.openxmlformats.org/officeDocument/2006/relationships/image" Target="../media/image1396.png"/><Relationship Id="rId740" Type="http://schemas.openxmlformats.org/officeDocument/2006/relationships/image" Target="../media/image1498.png"/><Relationship Id="rId838" Type="http://schemas.openxmlformats.org/officeDocument/2006/relationships/image" Target="../media/image1547.png"/><Relationship Id="rId172" Type="http://schemas.openxmlformats.org/officeDocument/2006/relationships/customXml" Target="../ink/ink1219.xml"/><Relationship Id="rId477" Type="http://schemas.openxmlformats.org/officeDocument/2006/relationships/image" Target="../media/image1368.png"/><Relationship Id="rId600" Type="http://schemas.openxmlformats.org/officeDocument/2006/relationships/image" Target="../media/image1428.png"/><Relationship Id="rId684" Type="http://schemas.openxmlformats.org/officeDocument/2006/relationships/image" Target="../media/image1470.png"/><Relationship Id="rId337" Type="http://schemas.openxmlformats.org/officeDocument/2006/relationships/image" Target="../media/image1299.png"/><Relationship Id="rId891" Type="http://schemas.openxmlformats.org/officeDocument/2006/relationships/customXml" Target="../ink/ink1580.xml"/><Relationship Id="rId905" Type="http://schemas.openxmlformats.org/officeDocument/2006/relationships/customXml" Target="../ink/ink1587.xml"/><Relationship Id="rId34" Type="http://schemas.openxmlformats.org/officeDocument/2006/relationships/customXml" Target="../ink/ink1150.xml"/><Relationship Id="rId544" Type="http://schemas.openxmlformats.org/officeDocument/2006/relationships/customXml" Target="../ink/ink1406.xml"/><Relationship Id="rId751" Type="http://schemas.openxmlformats.org/officeDocument/2006/relationships/customXml" Target="../ink/ink1510.xml"/><Relationship Id="rId849" Type="http://schemas.openxmlformats.org/officeDocument/2006/relationships/customXml" Target="../ink/ink1559.xml"/><Relationship Id="rId183" Type="http://schemas.openxmlformats.org/officeDocument/2006/relationships/image" Target="../media/image1223.png"/><Relationship Id="rId390" Type="http://schemas.openxmlformats.org/officeDocument/2006/relationships/customXml" Target="../ink/ink1329.xml"/><Relationship Id="rId404" Type="http://schemas.openxmlformats.org/officeDocument/2006/relationships/customXml" Target="../ink/ink1336.xml"/><Relationship Id="rId611" Type="http://schemas.openxmlformats.org/officeDocument/2006/relationships/customXml" Target="../ink/ink1440.xml"/><Relationship Id="rId250" Type="http://schemas.openxmlformats.org/officeDocument/2006/relationships/customXml" Target="../ink/ink1258.xml"/><Relationship Id="rId488" Type="http://schemas.openxmlformats.org/officeDocument/2006/relationships/customXml" Target="../ink/ink1378.xml"/><Relationship Id="rId695" Type="http://schemas.openxmlformats.org/officeDocument/2006/relationships/customXml" Target="../ink/ink1482.xml"/><Relationship Id="rId709" Type="http://schemas.openxmlformats.org/officeDocument/2006/relationships/customXml" Target="../ink/ink1489.xml"/><Relationship Id="rId916" Type="http://schemas.openxmlformats.org/officeDocument/2006/relationships/image" Target="../media/image1586.png"/><Relationship Id="rId45" Type="http://schemas.openxmlformats.org/officeDocument/2006/relationships/image" Target="../media/image1154.png"/><Relationship Id="rId110" Type="http://schemas.openxmlformats.org/officeDocument/2006/relationships/customXml" Target="../ink/ink1188.xml"/><Relationship Id="rId348" Type="http://schemas.openxmlformats.org/officeDocument/2006/relationships/image" Target="../media/image1304.png"/><Relationship Id="rId555" Type="http://schemas.openxmlformats.org/officeDocument/2006/relationships/image" Target="../media/image1407.png"/><Relationship Id="rId762" Type="http://schemas.openxmlformats.org/officeDocument/2006/relationships/image" Target="../media/image1509.png"/><Relationship Id="rId194" Type="http://schemas.openxmlformats.org/officeDocument/2006/relationships/customXml" Target="../ink/ink1230.xml"/><Relationship Id="rId208" Type="http://schemas.openxmlformats.org/officeDocument/2006/relationships/customXml" Target="../ink/ink1237.xml"/><Relationship Id="rId415" Type="http://schemas.openxmlformats.org/officeDocument/2006/relationships/image" Target="../media/image1337.png"/><Relationship Id="rId622" Type="http://schemas.openxmlformats.org/officeDocument/2006/relationships/image" Target="../media/image1439.png"/><Relationship Id="rId261" Type="http://schemas.openxmlformats.org/officeDocument/2006/relationships/image" Target="../media/image1262.png"/><Relationship Id="rId499" Type="http://schemas.openxmlformats.org/officeDocument/2006/relationships/image" Target="../media/image1379.png"/><Relationship Id="rId927" Type="http://schemas.openxmlformats.org/officeDocument/2006/relationships/customXml" Target="../ink/ink1598.xml"/><Relationship Id="rId56" Type="http://schemas.openxmlformats.org/officeDocument/2006/relationships/customXml" Target="../ink/ink1161.xml"/><Relationship Id="rId359" Type="http://schemas.openxmlformats.org/officeDocument/2006/relationships/customXml" Target="../ink/ink1313.xml"/><Relationship Id="rId566" Type="http://schemas.openxmlformats.org/officeDocument/2006/relationships/customXml" Target="../ink/ink1417.xml"/><Relationship Id="rId773" Type="http://schemas.openxmlformats.org/officeDocument/2006/relationships/customXml" Target="../ink/ink1521.xml"/><Relationship Id="rId121" Type="http://schemas.openxmlformats.org/officeDocument/2006/relationships/image" Target="../media/image1192.png"/><Relationship Id="rId219" Type="http://schemas.openxmlformats.org/officeDocument/2006/relationships/image" Target="../media/image1241.png"/><Relationship Id="rId426" Type="http://schemas.openxmlformats.org/officeDocument/2006/relationships/customXml" Target="../ink/ink1347.xml"/><Relationship Id="rId633" Type="http://schemas.openxmlformats.org/officeDocument/2006/relationships/customXml" Target="../ink/ink1451.xml"/><Relationship Id="rId840" Type="http://schemas.openxmlformats.org/officeDocument/2006/relationships/image" Target="../media/image1548.png"/><Relationship Id="rId938" Type="http://schemas.openxmlformats.org/officeDocument/2006/relationships/image" Target="../media/image1597.png"/><Relationship Id="rId67" Type="http://schemas.openxmlformats.org/officeDocument/2006/relationships/image" Target="../media/image1165.png"/><Relationship Id="rId272" Type="http://schemas.openxmlformats.org/officeDocument/2006/relationships/customXml" Target="../ink/ink1269.xml"/><Relationship Id="rId577" Type="http://schemas.openxmlformats.org/officeDocument/2006/relationships/image" Target="../media/image1417.png"/><Relationship Id="rId700" Type="http://schemas.openxmlformats.org/officeDocument/2006/relationships/image" Target="../media/image1478.png"/><Relationship Id="rId132" Type="http://schemas.openxmlformats.org/officeDocument/2006/relationships/customXml" Target="../ink/ink1199.xml"/><Relationship Id="rId784" Type="http://schemas.openxmlformats.org/officeDocument/2006/relationships/image" Target="../media/image1520.png"/><Relationship Id="rId437" Type="http://schemas.openxmlformats.org/officeDocument/2006/relationships/image" Target="../media/image1348.png"/><Relationship Id="rId644" Type="http://schemas.openxmlformats.org/officeDocument/2006/relationships/image" Target="../media/image1450.png"/><Relationship Id="rId851" Type="http://schemas.openxmlformats.org/officeDocument/2006/relationships/customXml" Target="../ink/ink1560.xml"/><Relationship Id="rId283" Type="http://schemas.openxmlformats.org/officeDocument/2006/relationships/image" Target="../media/image1273.png"/><Relationship Id="rId490" Type="http://schemas.openxmlformats.org/officeDocument/2006/relationships/customXml" Target="../ink/ink1379.xml"/><Relationship Id="rId504" Type="http://schemas.openxmlformats.org/officeDocument/2006/relationships/customXml" Target="../ink/ink1386.xml"/><Relationship Id="rId711" Type="http://schemas.openxmlformats.org/officeDocument/2006/relationships/customXml" Target="../ink/ink1490.xml"/><Relationship Id="rId949" Type="http://schemas.openxmlformats.org/officeDocument/2006/relationships/customXml" Target="../ink/ink1609.xml"/><Relationship Id="rId78" Type="http://schemas.openxmlformats.org/officeDocument/2006/relationships/customXml" Target="../ink/ink1172.xml"/><Relationship Id="rId143" Type="http://schemas.openxmlformats.org/officeDocument/2006/relationships/image" Target="../media/image1203.png"/><Relationship Id="rId350" Type="http://schemas.openxmlformats.org/officeDocument/2006/relationships/image" Target="../media/image1305.png"/><Relationship Id="rId588" Type="http://schemas.openxmlformats.org/officeDocument/2006/relationships/customXml" Target="../ink/ink1428.xml"/><Relationship Id="rId795" Type="http://schemas.openxmlformats.org/officeDocument/2006/relationships/customXml" Target="../ink/ink1532.xml"/><Relationship Id="rId809" Type="http://schemas.openxmlformats.org/officeDocument/2006/relationships/customXml" Target="../ink/ink1539.xml"/><Relationship Id="rId9" Type="http://schemas.openxmlformats.org/officeDocument/2006/relationships/image" Target="../media/image1136.png"/><Relationship Id="rId210" Type="http://schemas.openxmlformats.org/officeDocument/2006/relationships/customXml" Target="../ink/ink1238.xml"/><Relationship Id="rId448" Type="http://schemas.openxmlformats.org/officeDocument/2006/relationships/customXml" Target="../ink/ink1358.xml"/><Relationship Id="rId655" Type="http://schemas.openxmlformats.org/officeDocument/2006/relationships/customXml" Target="../ink/ink1462.xml"/><Relationship Id="rId862" Type="http://schemas.openxmlformats.org/officeDocument/2006/relationships/image" Target="../media/image1559.png"/><Relationship Id="rId294" Type="http://schemas.openxmlformats.org/officeDocument/2006/relationships/customXml" Target="../ink/ink1280.xml"/><Relationship Id="rId308" Type="http://schemas.openxmlformats.org/officeDocument/2006/relationships/customXml" Target="../ink/ink1287.xml"/><Relationship Id="rId515" Type="http://schemas.openxmlformats.org/officeDocument/2006/relationships/image" Target="../media/image1387.png"/><Relationship Id="rId722" Type="http://schemas.openxmlformats.org/officeDocument/2006/relationships/image" Target="../media/image1489.png"/><Relationship Id="rId89" Type="http://schemas.openxmlformats.org/officeDocument/2006/relationships/image" Target="../media/image1176.png"/><Relationship Id="rId154" Type="http://schemas.openxmlformats.org/officeDocument/2006/relationships/customXml" Target="../ink/ink1210.xml"/><Relationship Id="rId361" Type="http://schemas.openxmlformats.org/officeDocument/2006/relationships/customXml" Target="../ink/ink1314.xml"/><Relationship Id="rId599" Type="http://schemas.openxmlformats.org/officeDocument/2006/relationships/customXml" Target="../ink/ink1434.xml"/><Relationship Id="rId459" Type="http://schemas.openxmlformats.org/officeDocument/2006/relationships/image" Target="../media/image1359.png"/><Relationship Id="rId666" Type="http://schemas.openxmlformats.org/officeDocument/2006/relationships/image" Target="../media/image1461.png"/><Relationship Id="rId873" Type="http://schemas.openxmlformats.org/officeDocument/2006/relationships/customXml" Target="../ink/ink1571.xml"/><Relationship Id="rId16" Type="http://schemas.openxmlformats.org/officeDocument/2006/relationships/customXml" Target="../ink/ink1141.xml"/><Relationship Id="rId221" Type="http://schemas.openxmlformats.org/officeDocument/2006/relationships/image" Target="../media/image1242.png"/><Relationship Id="rId319" Type="http://schemas.openxmlformats.org/officeDocument/2006/relationships/image" Target="../media/image1290.png"/><Relationship Id="rId526" Type="http://schemas.openxmlformats.org/officeDocument/2006/relationships/customXml" Target="../ink/ink1397.xml"/><Relationship Id="rId733" Type="http://schemas.openxmlformats.org/officeDocument/2006/relationships/customXml" Target="../ink/ink1501.xml"/><Relationship Id="rId940" Type="http://schemas.openxmlformats.org/officeDocument/2006/relationships/image" Target="../media/image1598.png"/><Relationship Id="rId165" Type="http://schemas.openxmlformats.org/officeDocument/2006/relationships/image" Target="../media/image1214.png"/><Relationship Id="rId372" Type="http://schemas.openxmlformats.org/officeDocument/2006/relationships/customXml" Target="../ink/ink1320.xml"/><Relationship Id="rId677" Type="http://schemas.openxmlformats.org/officeDocument/2006/relationships/customXml" Target="../ink/ink1473.xml"/><Relationship Id="rId800" Type="http://schemas.openxmlformats.org/officeDocument/2006/relationships/image" Target="../media/image1528.png"/><Relationship Id="rId232" Type="http://schemas.openxmlformats.org/officeDocument/2006/relationships/customXml" Target="../ink/ink1249.xml"/><Relationship Id="rId884" Type="http://schemas.openxmlformats.org/officeDocument/2006/relationships/image" Target="../media/image1570.png"/><Relationship Id="rId27" Type="http://schemas.openxmlformats.org/officeDocument/2006/relationships/image" Target="../media/image1145.png"/><Relationship Id="rId537" Type="http://schemas.openxmlformats.org/officeDocument/2006/relationships/image" Target="../media/image1398.png"/><Relationship Id="rId744" Type="http://schemas.openxmlformats.org/officeDocument/2006/relationships/image" Target="../media/image1500.png"/><Relationship Id="rId951" Type="http://schemas.openxmlformats.org/officeDocument/2006/relationships/customXml" Target="../ink/ink1610.xml"/><Relationship Id="rId80" Type="http://schemas.openxmlformats.org/officeDocument/2006/relationships/customXml" Target="../ink/ink1173.xml"/><Relationship Id="rId176" Type="http://schemas.openxmlformats.org/officeDocument/2006/relationships/customXml" Target="../ink/ink1221.xml"/><Relationship Id="rId383" Type="http://schemas.openxmlformats.org/officeDocument/2006/relationships/image" Target="../media/image1321.png"/><Relationship Id="rId590" Type="http://schemas.openxmlformats.org/officeDocument/2006/relationships/customXml" Target="../ink/ink1429.xml"/><Relationship Id="rId604" Type="http://schemas.openxmlformats.org/officeDocument/2006/relationships/image" Target="../media/image1430.png"/><Relationship Id="rId811" Type="http://schemas.openxmlformats.org/officeDocument/2006/relationships/customXml" Target="../ink/ink1540.xml"/><Relationship Id="rId243" Type="http://schemas.openxmlformats.org/officeDocument/2006/relationships/image" Target="../media/image1253.png"/><Relationship Id="rId450" Type="http://schemas.openxmlformats.org/officeDocument/2006/relationships/customXml" Target="../ink/ink1359.xml"/><Relationship Id="rId688" Type="http://schemas.openxmlformats.org/officeDocument/2006/relationships/image" Target="../media/image1472.png"/><Relationship Id="rId895" Type="http://schemas.openxmlformats.org/officeDocument/2006/relationships/customXml" Target="../ink/ink1582.xml"/><Relationship Id="rId909" Type="http://schemas.openxmlformats.org/officeDocument/2006/relationships/customXml" Target="../ink/ink1589.xml"/><Relationship Id="rId38" Type="http://schemas.openxmlformats.org/officeDocument/2006/relationships/customXml" Target="../ink/ink1152.xml"/><Relationship Id="rId103" Type="http://schemas.openxmlformats.org/officeDocument/2006/relationships/image" Target="../media/image1183.png"/><Relationship Id="rId310" Type="http://schemas.openxmlformats.org/officeDocument/2006/relationships/customXml" Target="../ink/ink1288.xml"/><Relationship Id="rId548" Type="http://schemas.openxmlformats.org/officeDocument/2006/relationships/customXml" Target="../ink/ink1408.xml"/><Relationship Id="rId755" Type="http://schemas.openxmlformats.org/officeDocument/2006/relationships/customXml" Target="../ink/ink1512.xml"/><Relationship Id="rId962" Type="http://schemas.openxmlformats.org/officeDocument/2006/relationships/image" Target="../media/image1609.png"/><Relationship Id="rId91" Type="http://schemas.openxmlformats.org/officeDocument/2006/relationships/image" Target="../media/image1177.png"/><Relationship Id="rId187" Type="http://schemas.openxmlformats.org/officeDocument/2006/relationships/image" Target="../media/image1225.png"/><Relationship Id="rId394" Type="http://schemas.openxmlformats.org/officeDocument/2006/relationships/customXml" Target="../ink/ink1331.xml"/><Relationship Id="rId408" Type="http://schemas.openxmlformats.org/officeDocument/2006/relationships/customXml" Target="../ink/ink1338.xml"/><Relationship Id="rId615" Type="http://schemas.openxmlformats.org/officeDocument/2006/relationships/customXml" Target="../ink/ink1442.xml"/><Relationship Id="rId822" Type="http://schemas.openxmlformats.org/officeDocument/2006/relationships/image" Target="../media/image1539.png"/><Relationship Id="rId254" Type="http://schemas.openxmlformats.org/officeDocument/2006/relationships/customXml" Target="../ink/ink1260.xml"/><Relationship Id="rId699" Type="http://schemas.openxmlformats.org/officeDocument/2006/relationships/customXml" Target="../ink/ink1484.xml"/><Relationship Id="rId49" Type="http://schemas.openxmlformats.org/officeDocument/2006/relationships/image" Target="../media/image1156.png"/><Relationship Id="rId114" Type="http://schemas.openxmlformats.org/officeDocument/2006/relationships/customXml" Target="../ink/ink1190.xml"/><Relationship Id="rId461" Type="http://schemas.openxmlformats.org/officeDocument/2006/relationships/image" Target="../media/image1360.png"/><Relationship Id="rId559" Type="http://schemas.openxmlformats.org/officeDocument/2006/relationships/image" Target="../media/image1409.png"/><Relationship Id="rId766" Type="http://schemas.openxmlformats.org/officeDocument/2006/relationships/image" Target="../media/image1511.png"/><Relationship Id="rId198" Type="http://schemas.openxmlformats.org/officeDocument/2006/relationships/customXml" Target="../ink/ink1232.xml"/><Relationship Id="rId321" Type="http://schemas.openxmlformats.org/officeDocument/2006/relationships/image" Target="../media/image1291.png"/><Relationship Id="rId419" Type="http://schemas.openxmlformats.org/officeDocument/2006/relationships/image" Target="../media/image1339.png"/><Relationship Id="rId626" Type="http://schemas.openxmlformats.org/officeDocument/2006/relationships/image" Target="../media/image1441.png"/><Relationship Id="rId833" Type="http://schemas.openxmlformats.org/officeDocument/2006/relationships/customXml" Target="../ink/ink1551.xml"/><Relationship Id="rId265" Type="http://schemas.openxmlformats.org/officeDocument/2006/relationships/image" Target="../media/image1264.png"/><Relationship Id="rId472" Type="http://schemas.openxmlformats.org/officeDocument/2006/relationships/customXml" Target="../ink/ink1370.xml"/><Relationship Id="rId900" Type="http://schemas.openxmlformats.org/officeDocument/2006/relationships/image" Target="../media/image1578.png"/><Relationship Id="rId125" Type="http://schemas.openxmlformats.org/officeDocument/2006/relationships/image" Target="../media/image1194.png"/><Relationship Id="rId332" Type="http://schemas.openxmlformats.org/officeDocument/2006/relationships/customXml" Target="../ink/ink1299.xml"/><Relationship Id="rId777" Type="http://schemas.openxmlformats.org/officeDocument/2006/relationships/customXml" Target="../ink/ink1523.xml"/><Relationship Id="rId637" Type="http://schemas.openxmlformats.org/officeDocument/2006/relationships/customXml" Target="../ink/ink1453.xml"/><Relationship Id="rId844" Type="http://schemas.openxmlformats.org/officeDocument/2006/relationships/image" Target="../media/image1550.png"/><Relationship Id="rId276" Type="http://schemas.openxmlformats.org/officeDocument/2006/relationships/customXml" Target="../ink/ink1271.xml"/><Relationship Id="rId483" Type="http://schemas.openxmlformats.org/officeDocument/2006/relationships/image" Target="../media/image1371.png"/><Relationship Id="rId690" Type="http://schemas.openxmlformats.org/officeDocument/2006/relationships/image" Target="../media/image1473.png"/><Relationship Id="rId704" Type="http://schemas.openxmlformats.org/officeDocument/2006/relationships/image" Target="../media/image1480.png"/><Relationship Id="rId911" Type="http://schemas.openxmlformats.org/officeDocument/2006/relationships/customXml" Target="../ink/ink1590.xml"/><Relationship Id="rId40" Type="http://schemas.openxmlformats.org/officeDocument/2006/relationships/customXml" Target="../ink/ink1153.xml"/><Relationship Id="rId136" Type="http://schemas.openxmlformats.org/officeDocument/2006/relationships/customXml" Target="../ink/ink1201.xml"/><Relationship Id="rId343" Type="http://schemas.openxmlformats.org/officeDocument/2006/relationships/customXml" Target="../ink/ink1305.xml"/><Relationship Id="rId550" Type="http://schemas.openxmlformats.org/officeDocument/2006/relationships/customXml" Target="../ink/ink1409.xml"/><Relationship Id="rId788" Type="http://schemas.openxmlformats.org/officeDocument/2006/relationships/image" Target="../media/image1522.png"/><Relationship Id="rId203" Type="http://schemas.openxmlformats.org/officeDocument/2006/relationships/image" Target="../media/image1233.png"/><Relationship Id="rId648" Type="http://schemas.openxmlformats.org/officeDocument/2006/relationships/image" Target="../media/image1452.png"/><Relationship Id="rId855" Type="http://schemas.openxmlformats.org/officeDocument/2006/relationships/customXml" Target="../ink/ink1562.xml"/><Relationship Id="rId287" Type="http://schemas.openxmlformats.org/officeDocument/2006/relationships/image" Target="../media/image1275.png"/><Relationship Id="rId410" Type="http://schemas.openxmlformats.org/officeDocument/2006/relationships/customXml" Target="../ink/ink1339.xml"/><Relationship Id="rId494" Type="http://schemas.openxmlformats.org/officeDocument/2006/relationships/customXml" Target="../ink/ink1381.xml"/><Relationship Id="rId508" Type="http://schemas.openxmlformats.org/officeDocument/2006/relationships/customXml" Target="../ink/ink1388.xml"/><Relationship Id="rId715" Type="http://schemas.openxmlformats.org/officeDocument/2006/relationships/customXml" Target="../ink/ink1492.xml"/><Relationship Id="rId922" Type="http://schemas.openxmlformats.org/officeDocument/2006/relationships/image" Target="../media/image1589.png"/><Relationship Id="rId147" Type="http://schemas.openxmlformats.org/officeDocument/2006/relationships/image" Target="../media/image1205.png"/><Relationship Id="rId354" Type="http://schemas.openxmlformats.org/officeDocument/2006/relationships/image" Target="../media/image1307.png"/><Relationship Id="rId799" Type="http://schemas.openxmlformats.org/officeDocument/2006/relationships/customXml" Target="../ink/ink1534.xml"/><Relationship Id="rId51" Type="http://schemas.openxmlformats.org/officeDocument/2006/relationships/image" Target="../media/image1157.png"/><Relationship Id="rId561" Type="http://schemas.openxmlformats.org/officeDocument/2006/relationships/image" Target="../media/image1410.png"/><Relationship Id="rId659" Type="http://schemas.openxmlformats.org/officeDocument/2006/relationships/customXml" Target="../ink/ink1464.xml"/><Relationship Id="rId866" Type="http://schemas.openxmlformats.org/officeDocument/2006/relationships/image" Target="../media/image1561.png"/><Relationship Id="rId214" Type="http://schemas.openxmlformats.org/officeDocument/2006/relationships/customXml" Target="../ink/ink1240.xml"/><Relationship Id="rId298" Type="http://schemas.openxmlformats.org/officeDocument/2006/relationships/customXml" Target="../ink/ink1282.xml"/><Relationship Id="rId421" Type="http://schemas.openxmlformats.org/officeDocument/2006/relationships/image" Target="../media/image1340.png"/><Relationship Id="rId519" Type="http://schemas.openxmlformats.org/officeDocument/2006/relationships/image" Target="../media/image1389.png"/><Relationship Id="rId158" Type="http://schemas.openxmlformats.org/officeDocument/2006/relationships/customXml" Target="../ink/ink1212.xml"/><Relationship Id="rId726" Type="http://schemas.openxmlformats.org/officeDocument/2006/relationships/image" Target="../media/image1491.png"/><Relationship Id="rId933" Type="http://schemas.openxmlformats.org/officeDocument/2006/relationships/customXml" Target="../ink/ink1601.xml"/><Relationship Id="rId62" Type="http://schemas.openxmlformats.org/officeDocument/2006/relationships/customXml" Target="../ink/ink1164.xml"/><Relationship Id="rId365" Type="http://schemas.openxmlformats.org/officeDocument/2006/relationships/image" Target="../media/image1312.png"/><Relationship Id="rId572" Type="http://schemas.openxmlformats.org/officeDocument/2006/relationships/customXml" Target="../ink/ink1420.xml"/><Relationship Id="rId225" Type="http://schemas.openxmlformats.org/officeDocument/2006/relationships/image" Target="../media/image1244.png"/><Relationship Id="rId432" Type="http://schemas.openxmlformats.org/officeDocument/2006/relationships/customXml" Target="../ink/ink1350.xml"/><Relationship Id="rId877" Type="http://schemas.openxmlformats.org/officeDocument/2006/relationships/customXml" Target="../ink/ink1573.xml"/><Relationship Id="rId737" Type="http://schemas.openxmlformats.org/officeDocument/2006/relationships/customXml" Target="../ink/ink1503.xml"/><Relationship Id="rId944" Type="http://schemas.openxmlformats.org/officeDocument/2006/relationships/image" Target="../media/image1600.png"/><Relationship Id="rId73" Type="http://schemas.openxmlformats.org/officeDocument/2006/relationships/image" Target="../media/image1168.png"/><Relationship Id="rId169" Type="http://schemas.openxmlformats.org/officeDocument/2006/relationships/image" Target="../media/image1216.png"/><Relationship Id="rId376" Type="http://schemas.openxmlformats.org/officeDocument/2006/relationships/customXml" Target="../ink/ink1322.xml"/><Relationship Id="rId583" Type="http://schemas.openxmlformats.org/officeDocument/2006/relationships/image" Target="../media/image1420.png"/><Relationship Id="rId790" Type="http://schemas.openxmlformats.org/officeDocument/2006/relationships/image" Target="../media/image1523.png"/><Relationship Id="rId804" Type="http://schemas.openxmlformats.org/officeDocument/2006/relationships/image" Target="../media/image1530.png"/><Relationship Id="rId4" Type="http://schemas.openxmlformats.org/officeDocument/2006/relationships/customXml" Target="../ink/ink1135.xml"/><Relationship Id="rId236" Type="http://schemas.openxmlformats.org/officeDocument/2006/relationships/customXml" Target="../ink/ink1251.xml"/><Relationship Id="rId443" Type="http://schemas.openxmlformats.org/officeDocument/2006/relationships/image" Target="../media/image1351.png"/><Relationship Id="rId650" Type="http://schemas.openxmlformats.org/officeDocument/2006/relationships/image" Target="../media/image1453.png"/><Relationship Id="rId888" Type="http://schemas.openxmlformats.org/officeDocument/2006/relationships/image" Target="../media/image1572.png"/><Relationship Id="rId303" Type="http://schemas.openxmlformats.org/officeDocument/2006/relationships/image" Target="../media/image1283.png"/><Relationship Id="rId748" Type="http://schemas.openxmlformats.org/officeDocument/2006/relationships/image" Target="../media/image1502.png"/><Relationship Id="rId955" Type="http://schemas.openxmlformats.org/officeDocument/2006/relationships/customXml" Target="../ink/ink1612.xml"/><Relationship Id="rId84" Type="http://schemas.openxmlformats.org/officeDocument/2006/relationships/customXml" Target="../ink/ink1175.xml"/><Relationship Id="rId387" Type="http://schemas.openxmlformats.org/officeDocument/2006/relationships/image" Target="../media/image1323.png"/><Relationship Id="rId510" Type="http://schemas.openxmlformats.org/officeDocument/2006/relationships/customXml" Target="../ink/ink1389.xml"/><Relationship Id="rId594" Type="http://schemas.openxmlformats.org/officeDocument/2006/relationships/image" Target="../media/image1425.png"/><Relationship Id="rId608" Type="http://schemas.openxmlformats.org/officeDocument/2006/relationships/image" Target="../media/image1432.png"/><Relationship Id="rId815" Type="http://schemas.openxmlformats.org/officeDocument/2006/relationships/customXml" Target="../ink/ink1542.xml"/><Relationship Id="rId247" Type="http://schemas.openxmlformats.org/officeDocument/2006/relationships/image" Target="../media/image1255.png"/><Relationship Id="rId899" Type="http://schemas.openxmlformats.org/officeDocument/2006/relationships/customXml" Target="../ink/ink1584.xml"/><Relationship Id="rId107" Type="http://schemas.openxmlformats.org/officeDocument/2006/relationships/image" Target="../media/image1185.png"/><Relationship Id="rId454" Type="http://schemas.openxmlformats.org/officeDocument/2006/relationships/customXml" Target="../ink/ink1361.xml"/><Relationship Id="rId661" Type="http://schemas.openxmlformats.org/officeDocument/2006/relationships/customXml" Target="../ink/ink1465.xml"/><Relationship Id="rId759" Type="http://schemas.openxmlformats.org/officeDocument/2006/relationships/customXml" Target="../ink/ink1514.xml"/><Relationship Id="rId966" Type="http://schemas.openxmlformats.org/officeDocument/2006/relationships/image" Target="../media/image1611.png"/><Relationship Id="rId11" Type="http://schemas.openxmlformats.org/officeDocument/2006/relationships/image" Target="../media/image1137.png"/><Relationship Id="rId314" Type="http://schemas.openxmlformats.org/officeDocument/2006/relationships/customXml" Target="../ink/ink1290.xml"/><Relationship Id="rId398" Type="http://schemas.openxmlformats.org/officeDocument/2006/relationships/customXml" Target="../ink/ink1333.xml"/><Relationship Id="rId521" Type="http://schemas.openxmlformats.org/officeDocument/2006/relationships/image" Target="../media/image1390.png"/><Relationship Id="rId619" Type="http://schemas.openxmlformats.org/officeDocument/2006/relationships/customXml" Target="../ink/ink1444.xml"/><Relationship Id="rId95" Type="http://schemas.openxmlformats.org/officeDocument/2006/relationships/image" Target="../media/image1179.png"/><Relationship Id="rId160" Type="http://schemas.openxmlformats.org/officeDocument/2006/relationships/customXml" Target="../ink/ink1213.xml"/><Relationship Id="rId826" Type="http://schemas.openxmlformats.org/officeDocument/2006/relationships/image" Target="../media/image1541.png"/><Relationship Id="rId258" Type="http://schemas.openxmlformats.org/officeDocument/2006/relationships/customXml" Target="../ink/ink1262.xml"/><Relationship Id="rId465" Type="http://schemas.openxmlformats.org/officeDocument/2006/relationships/image" Target="../media/image1362.png"/><Relationship Id="rId672" Type="http://schemas.openxmlformats.org/officeDocument/2006/relationships/image" Target="../media/image1464.png"/><Relationship Id="rId22" Type="http://schemas.openxmlformats.org/officeDocument/2006/relationships/customXml" Target="../ink/ink1144.xml"/><Relationship Id="rId118" Type="http://schemas.openxmlformats.org/officeDocument/2006/relationships/customXml" Target="../ink/ink1192.xml"/><Relationship Id="rId325" Type="http://schemas.openxmlformats.org/officeDocument/2006/relationships/image" Target="../media/image1293.png"/><Relationship Id="rId532" Type="http://schemas.openxmlformats.org/officeDocument/2006/relationships/customXml" Target="../ink/ink1400.xml"/><Relationship Id="rId171" Type="http://schemas.openxmlformats.org/officeDocument/2006/relationships/image" Target="../media/image1217.png"/><Relationship Id="rId837" Type="http://schemas.openxmlformats.org/officeDocument/2006/relationships/customXml" Target="../ink/ink1553.xml"/><Relationship Id="rId269" Type="http://schemas.openxmlformats.org/officeDocument/2006/relationships/image" Target="../media/image1266.png"/><Relationship Id="rId476" Type="http://schemas.openxmlformats.org/officeDocument/2006/relationships/customXml" Target="../ink/ink1372.xml"/><Relationship Id="rId683" Type="http://schemas.openxmlformats.org/officeDocument/2006/relationships/customXml" Target="../ink/ink1476.xml"/><Relationship Id="rId890" Type="http://schemas.openxmlformats.org/officeDocument/2006/relationships/image" Target="../media/image1573.png"/><Relationship Id="rId904" Type="http://schemas.openxmlformats.org/officeDocument/2006/relationships/image" Target="../media/image1580.png"/><Relationship Id="rId33" Type="http://schemas.openxmlformats.org/officeDocument/2006/relationships/image" Target="../media/image1148.png"/><Relationship Id="rId129" Type="http://schemas.openxmlformats.org/officeDocument/2006/relationships/image" Target="../media/image1196.png"/><Relationship Id="rId336" Type="http://schemas.openxmlformats.org/officeDocument/2006/relationships/customXml" Target="../ink/ink1301.xml"/><Relationship Id="rId543" Type="http://schemas.openxmlformats.org/officeDocument/2006/relationships/image" Target="../media/image1401.png"/><Relationship Id="rId182" Type="http://schemas.openxmlformats.org/officeDocument/2006/relationships/customXml" Target="../ink/ink1224.xml"/><Relationship Id="rId403" Type="http://schemas.openxmlformats.org/officeDocument/2006/relationships/image" Target="../media/image1331.png"/><Relationship Id="rId750" Type="http://schemas.openxmlformats.org/officeDocument/2006/relationships/image" Target="../media/image1503.png"/><Relationship Id="rId848" Type="http://schemas.openxmlformats.org/officeDocument/2006/relationships/image" Target="../media/image1552.png"/><Relationship Id="rId487" Type="http://schemas.openxmlformats.org/officeDocument/2006/relationships/image" Target="../media/image1373.png"/><Relationship Id="rId610" Type="http://schemas.openxmlformats.org/officeDocument/2006/relationships/image" Target="../media/image1433.png"/><Relationship Id="rId694" Type="http://schemas.openxmlformats.org/officeDocument/2006/relationships/image" Target="../media/image1475.png"/><Relationship Id="rId708" Type="http://schemas.openxmlformats.org/officeDocument/2006/relationships/image" Target="../media/image1482.png"/><Relationship Id="rId915" Type="http://schemas.openxmlformats.org/officeDocument/2006/relationships/customXml" Target="../ink/ink1592.xml"/><Relationship Id="rId347" Type="http://schemas.openxmlformats.org/officeDocument/2006/relationships/customXml" Target="../ink/ink1307.xml"/><Relationship Id="rId44" Type="http://schemas.openxmlformats.org/officeDocument/2006/relationships/customXml" Target="../ink/ink1155.xml"/><Relationship Id="rId554" Type="http://schemas.openxmlformats.org/officeDocument/2006/relationships/customXml" Target="../ink/ink1411.xml"/><Relationship Id="rId761" Type="http://schemas.openxmlformats.org/officeDocument/2006/relationships/customXml" Target="../ink/ink1515.xml"/><Relationship Id="rId859" Type="http://schemas.openxmlformats.org/officeDocument/2006/relationships/customXml" Target="../ink/ink1564.xml"/><Relationship Id="rId193" Type="http://schemas.openxmlformats.org/officeDocument/2006/relationships/image" Target="../media/image1228.png"/><Relationship Id="rId207" Type="http://schemas.openxmlformats.org/officeDocument/2006/relationships/image" Target="../media/image1235.png"/><Relationship Id="rId414" Type="http://schemas.openxmlformats.org/officeDocument/2006/relationships/customXml" Target="../ink/ink1341.xml"/><Relationship Id="rId498" Type="http://schemas.openxmlformats.org/officeDocument/2006/relationships/customXml" Target="../ink/ink1383.xml"/><Relationship Id="rId621" Type="http://schemas.openxmlformats.org/officeDocument/2006/relationships/customXml" Target="../ink/ink1445.xml"/><Relationship Id="rId260" Type="http://schemas.openxmlformats.org/officeDocument/2006/relationships/customXml" Target="../ink/ink1263.xml"/><Relationship Id="rId719" Type="http://schemas.openxmlformats.org/officeDocument/2006/relationships/customXml" Target="../ink/ink1494.xml"/><Relationship Id="rId926" Type="http://schemas.openxmlformats.org/officeDocument/2006/relationships/image" Target="../media/image1591.png"/><Relationship Id="rId55" Type="http://schemas.openxmlformats.org/officeDocument/2006/relationships/image" Target="../media/image1159.png"/><Relationship Id="rId120" Type="http://schemas.openxmlformats.org/officeDocument/2006/relationships/customXml" Target="../ink/ink1193.xml"/><Relationship Id="rId358" Type="http://schemas.openxmlformats.org/officeDocument/2006/relationships/image" Target="../media/image1309.png"/><Relationship Id="rId565" Type="http://schemas.openxmlformats.org/officeDocument/2006/relationships/image" Target="../media/image1412.png"/><Relationship Id="rId772" Type="http://schemas.openxmlformats.org/officeDocument/2006/relationships/image" Target="../media/image1514.png"/><Relationship Id="rId218" Type="http://schemas.openxmlformats.org/officeDocument/2006/relationships/customXml" Target="../ink/ink1242.xml"/><Relationship Id="rId425" Type="http://schemas.openxmlformats.org/officeDocument/2006/relationships/image" Target="../media/image1342.png"/><Relationship Id="rId632" Type="http://schemas.openxmlformats.org/officeDocument/2006/relationships/image" Target="../media/image1444.png"/><Relationship Id="rId271" Type="http://schemas.openxmlformats.org/officeDocument/2006/relationships/image" Target="../media/image1267.png"/><Relationship Id="rId937" Type="http://schemas.openxmlformats.org/officeDocument/2006/relationships/customXml" Target="../ink/ink1603.xml"/><Relationship Id="rId66" Type="http://schemas.openxmlformats.org/officeDocument/2006/relationships/customXml" Target="../ink/ink1166.xml"/><Relationship Id="rId131" Type="http://schemas.openxmlformats.org/officeDocument/2006/relationships/image" Target="../media/image1197.png"/><Relationship Id="rId369" Type="http://schemas.openxmlformats.org/officeDocument/2006/relationships/image" Target="../media/image1314.png"/><Relationship Id="rId576" Type="http://schemas.openxmlformats.org/officeDocument/2006/relationships/customXml" Target="../ink/ink1422.xml"/><Relationship Id="rId783" Type="http://schemas.openxmlformats.org/officeDocument/2006/relationships/customXml" Target="../ink/ink1526.xml"/><Relationship Id="rId229" Type="http://schemas.openxmlformats.org/officeDocument/2006/relationships/image" Target="../media/image1246.png"/><Relationship Id="rId436" Type="http://schemas.openxmlformats.org/officeDocument/2006/relationships/customXml" Target="../ink/ink1352.xml"/><Relationship Id="rId643" Type="http://schemas.openxmlformats.org/officeDocument/2006/relationships/customXml" Target="../ink/ink1456.xml"/><Relationship Id="rId850" Type="http://schemas.openxmlformats.org/officeDocument/2006/relationships/image" Target="../media/image1553.png"/><Relationship Id="rId948" Type="http://schemas.openxmlformats.org/officeDocument/2006/relationships/image" Target="../media/image1602.png"/><Relationship Id="rId77" Type="http://schemas.openxmlformats.org/officeDocument/2006/relationships/image" Target="../media/image1170.png"/><Relationship Id="rId282" Type="http://schemas.openxmlformats.org/officeDocument/2006/relationships/customXml" Target="../ink/ink1274.xml"/><Relationship Id="rId503" Type="http://schemas.openxmlformats.org/officeDocument/2006/relationships/image" Target="../media/image1381.png"/><Relationship Id="rId587" Type="http://schemas.openxmlformats.org/officeDocument/2006/relationships/image" Target="../media/image1422.png"/><Relationship Id="rId710" Type="http://schemas.openxmlformats.org/officeDocument/2006/relationships/image" Target="../media/image1483.png"/><Relationship Id="rId808" Type="http://schemas.openxmlformats.org/officeDocument/2006/relationships/image" Target="../media/image1532.png"/><Relationship Id="rId8" Type="http://schemas.openxmlformats.org/officeDocument/2006/relationships/customXml" Target="../ink/ink1137.xml"/><Relationship Id="rId142" Type="http://schemas.openxmlformats.org/officeDocument/2006/relationships/customXml" Target="../ink/ink1204.xml"/><Relationship Id="rId447" Type="http://schemas.openxmlformats.org/officeDocument/2006/relationships/image" Target="../media/image1353.png"/><Relationship Id="rId794" Type="http://schemas.openxmlformats.org/officeDocument/2006/relationships/image" Target="../media/image1525.png"/><Relationship Id="rId654" Type="http://schemas.openxmlformats.org/officeDocument/2006/relationships/image" Target="../media/image1455.png"/><Relationship Id="rId861" Type="http://schemas.openxmlformats.org/officeDocument/2006/relationships/customXml" Target="../ink/ink1565.xml"/><Relationship Id="rId959" Type="http://schemas.openxmlformats.org/officeDocument/2006/relationships/customXml" Target="../ink/ink1614.xml"/><Relationship Id="rId293" Type="http://schemas.openxmlformats.org/officeDocument/2006/relationships/image" Target="../media/image1278.png"/><Relationship Id="rId307" Type="http://schemas.openxmlformats.org/officeDocument/2006/relationships/image" Target="../media/image1285.png"/><Relationship Id="rId514" Type="http://schemas.openxmlformats.org/officeDocument/2006/relationships/customXml" Target="../ink/ink1391.xml"/><Relationship Id="rId721" Type="http://schemas.openxmlformats.org/officeDocument/2006/relationships/customXml" Target="../ink/ink1495.xml"/><Relationship Id="rId88" Type="http://schemas.openxmlformats.org/officeDocument/2006/relationships/customXml" Target="../ink/ink1177.xml"/><Relationship Id="rId153" Type="http://schemas.openxmlformats.org/officeDocument/2006/relationships/image" Target="../media/image1208.png"/><Relationship Id="rId360" Type="http://schemas.openxmlformats.org/officeDocument/2006/relationships/image" Target="../media/image1310.png"/><Relationship Id="rId598" Type="http://schemas.openxmlformats.org/officeDocument/2006/relationships/image" Target="../media/image1427.png"/><Relationship Id="rId819" Type="http://schemas.openxmlformats.org/officeDocument/2006/relationships/customXml" Target="../ink/ink1544.xml"/><Relationship Id="rId220" Type="http://schemas.openxmlformats.org/officeDocument/2006/relationships/customXml" Target="../ink/ink1243.xml"/><Relationship Id="rId458" Type="http://schemas.openxmlformats.org/officeDocument/2006/relationships/customXml" Target="../ink/ink1363.xml"/><Relationship Id="rId665" Type="http://schemas.openxmlformats.org/officeDocument/2006/relationships/customXml" Target="../ink/ink1467.xml"/><Relationship Id="rId872" Type="http://schemas.openxmlformats.org/officeDocument/2006/relationships/image" Target="../media/image1564.png"/><Relationship Id="rId15" Type="http://schemas.openxmlformats.org/officeDocument/2006/relationships/image" Target="../media/image1139.png"/><Relationship Id="rId318" Type="http://schemas.openxmlformats.org/officeDocument/2006/relationships/customXml" Target="../ink/ink1292.xml"/><Relationship Id="rId525" Type="http://schemas.openxmlformats.org/officeDocument/2006/relationships/image" Target="../media/image1392.png"/><Relationship Id="rId732" Type="http://schemas.openxmlformats.org/officeDocument/2006/relationships/image" Target="../media/image1494.png"/><Relationship Id="rId99" Type="http://schemas.openxmlformats.org/officeDocument/2006/relationships/image" Target="../media/image1181.png"/><Relationship Id="rId164" Type="http://schemas.openxmlformats.org/officeDocument/2006/relationships/customXml" Target="../ink/ink1215.xml"/><Relationship Id="rId371" Type="http://schemas.openxmlformats.org/officeDocument/2006/relationships/image" Target="../media/image1315.png"/><Relationship Id="rId469" Type="http://schemas.openxmlformats.org/officeDocument/2006/relationships/image" Target="../media/image1364.png"/><Relationship Id="rId676" Type="http://schemas.openxmlformats.org/officeDocument/2006/relationships/image" Target="../media/image1466.png"/><Relationship Id="rId883" Type="http://schemas.openxmlformats.org/officeDocument/2006/relationships/customXml" Target="../ink/ink1576.xml"/><Relationship Id="rId26" Type="http://schemas.openxmlformats.org/officeDocument/2006/relationships/customXml" Target="../ink/ink1146.xml"/><Relationship Id="rId231" Type="http://schemas.openxmlformats.org/officeDocument/2006/relationships/image" Target="../media/image1247.png"/><Relationship Id="rId329" Type="http://schemas.openxmlformats.org/officeDocument/2006/relationships/image" Target="../media/image1295.png"/><Relationship Id="rId536" Type="http://schemas.openxmlformats.org/officeDocument/2006/relationships/customXml" Target="../ink/ink1402.xml"/><Relationship Id="rId175" Type="http://schemas.openxmlformats.org/officeDocument/2006/relationships/image" Target="../media/image1219.png"/><Relationship Id="rId743" Type="http://schemas.openxmlformats.org/officeDocument/2006/relationships/customXml" Target="../ink/ink1506.xml"/><Relationship Id="rId950" Type="http://schemas.openxmlformats.org/officeDocument/2006/relationships/image" Target="../media/image1603.png"/><Relationship Id="rId382" Type="http://schemas.openxmlformats.org/officeDocument/2006/relationships/customXml" Target="../ink/ink1325.xml"/><Relationship Id="rId603" Type="http://schemas.openxmlformats.org/officeDocument/2006/relationships/customXml" Target="../ink/ink1436.xml"/><Relationship Id="rId687" Type="http://schemas.openxmlformats.org/officeDocument/2006/relationships/customXml" Target="../ink/ink1478.xml"/><Relationship Id="rId810" Type="http://schemas.openxmlformats.org/officeDocument/2006/relationships/image" Target="../media/image1533.png"/><Relationship Id="rId908" Type="http://schemas.openxmlformats.org/officeDocument/2006/relationships/image" Target="../media/image1582.png"/><Relationship Id="rId242" Type="http://schemas.openxmlformats.org/officeDocument/2006/relationships/customXml" Target="../ink/ink1254.xml"/><Relationship Id="rId894" Type="http://schemas.openxmlformats.org/officeDocument/2006/relationships/image" Target="../media/image1575.png"/><Relationship Id="rId37" Type="http://schemas.openxmlformats.org/officeDocument/2006/relationships/image" Target="../media/image1150.png"/><Relationship Id="rId102" Type="http://schemas.openxmlformats.org/officeDocument/2006/relationships/customXml" Target="../ink/ink1184.xml"/><Relationship Id="rId547" Type="http://schemas.openxmlformats.org/officeDocument/2006/relationships/image" Target="../media/image1403.png"/><Relationship Id="rId754" Type="http://schemas.openxmlformats.org/officeDocument/2006/relationships/image" Target="../media/image1505.png"/><Relationship Id="rId961" Type="http://schemas.openxmlformats.org/officeDocument/2006/relationships/customXml" Target="../ink/ink1615.xml"/><Relationship Id="rId90" Type="http://schemas.openxmlformats.org/officeDocument/2006/relationships/customXml" Target="../ink/ink1178.xml"/><Relationship Id="rId186" Type="http://schemas.openxmlformats.org/officeDocument/2006/relationships/customXml" Target="../ink/ink1226.xml"/><Relationship Id="rId393" Type="http://schemas.openxmlformats.org/officeDocument/2006/relationships/image" Target="../media/image1326.png"/><Relationship Id="rId407" Type="http://schemas.openxmlformats.org/officeDocument/2006/relationships/image" Target="../media/image1333.png"/><Relationship Id="rId614" Type="http://schemas.openxmlformats.org/officeDocument/2006/relationships/image" Target="../media/image1435.png"/><Relationship Id="rId821" Type="http://schemas.openxmlformats.org/officeDocument/2006/relationships/customXml" Target="../ink/ink1545.xml"/><Relationship Id="rId253" Type="http://schemas.openxmlformats.org/officeDocument/2006/relationships/image" Target="../media/image1258.png"/><Relationship Id="rId460" Type="http://schemas.openxmlformats.org/officeDocument/2006/relationships/customXml" Target="../ink/ink1364.xml"/><Relationship Id="rId698" Type="http://schemas.openxmlformats.org/officeDocument/2006/relationships/image" Target="../media/image1477.png"/><Relationship Id="rId919" Type="http://schemas.openxmlformats.org/officeDocument/2006/relationships/customXml" Target="../ink/ink1594.xml"/><Relationship Id="rId48" Type="http://schemas.openxmlformats.org/officeDocument/2006/relationships/customXml" Target="../ink/ink1157.xml"/><Relationship Id="rId113" Type="http://schemas.openxmlformats.org/officeDocument/2006/relationships/image" Target="../media/image1188.png"/><Relationship Id="rId320" Type="http://schemas.openxmlformats.org/officeDocument/2006/relationships/customXml" Target="../ink/ink1293.xml"/><Relationship Id="rId558" Type="http://schemas.openxmlformats.org/officeDocument/2006/relationships/customXml" Target="../ink/ink1413.xml"/><Relationship Id="rId765" Type="http://schemas.openxmlformats.org/officeDocument/2006/relationships/customXml" Target="../ink/ink1517.xml"/><Relationship Id="rId972" Type="http://schemas.openxmlformats.org/officeDocument/2006/relationships/image" Target="../media/image1614.png"/><Relationship Id="rId197" Type="http://schemas.openxmlformats.org/officeDocument/2006/relationships/image" Target="../media/image1230.png"/><Relationship Id="rId418" Type="http://schemas.openxmlformats.org/officeDocument/2006/relationships/customXml" Target="../ink/ink1343.xml"/><Relationship Id="rId625" Type="http://schemas.openxmlformats.org/officeDocument/2006/relationships/customXml" Target="../ink/ink1447.xml"/><Relationship Id="rId832" Type="http://schemas.openxmlformats.org/officeDocument/2006/relationships/image" Target="../media/image1544.png"/><Relationship Id="rId264" Type="http://schemas.openxmlformats.org/officeDocument/2006/relationships/customXml" Target="../ink/ink1265.xml"/><Relationship Id="rId471" Type="http://schemas.openxmlformats.org/officeDocument/2006/relationships/image" Target="../media/image1365.png"/><Relationship Id="rId59" Type="http://schemas.openxmlformats.org/officeDocument/2006/relationships/image" Target="../media/image1161.png"/><Relationship Id="rId124" Type="http://schemas.openxmlformats.org/officeDocument/2006/relationships/customXml" Target="../ink/ink1195.xml"/><Relationship Id="rId569" Type="http://schemas.openxmlformats.org/officeDocument/2006/relationships/image" Target="../media/image1414.png"/><Relationship Id="rId776" Type="http://schemas.openxmlformats.org/officeDocument/2006/relationships/image" Target="../media/image1516.png"/><Relationship Id="rId331" Type="http://schemas.openxmlformats.org/officeDocument/2006/relationships/image" Target="../media/image1296.png"/><Relationship Id="rId429" Type="http://schemas.openxmlformats.org/officeDocument/2006/relationships/image" Target="../media/image1344.png"/><Relationship Id="rId636" Type="http://schemas.openxmlformats.org/officeDocument/2006/relationships/image" Target="../media/image1446.png"/><Relationship Id="rId843" Type="http://schemas.openxmlformats.org/officeDocument/2006/relationships/customXml" Target="../ink/ink1556.xml"/><Relationship Id="rId275" Type="http://schemas.openxmlformats.org/officeDocument/2006/relationships/image" Target="../media/image1269.png"/><Relationship Id="rId482" Type="http://schemas.openxmlformats.org/officeDocument/2006/relationships/customXml" Target="../ink/ink1375.xml"/><Relationship Id="rId703" Type="http://schemas.openxmlformats.org/officeDocument/2006/relationships/customXml" Target="../ink/ink1486.xml"/><Relationship Id="rId910" Type="http://schemas.openxmlformats.org/officeDocument/2006/relationships/image" Target="../media/image1583.png"/><Relationship Id="rId135" Type="http://schemas.openxmlformats.org/officeDocument/2006/relationships/image" Target="../media/image1199.png"/><Relationship Id="rId342" Type="http://schemas.openxmlformats.org/officeDocument/2006/relationships/image" Target="../media/image1301.png"/><Relationship Id="rId787" Type="http://schemas.openxmlformats.org/officeDocument/2006/relationships/customXml" Target="../ink/ink1528.xml"/><Relationship Id="rId202" Type="http://schemas.openxmlformats.org/officeDocument/2006/relationships/customXml" Target="../ink/ink1234.xml"/><Relationship Id="rId647" Type="http://schemas.openxmlformats.org/officeDocument/2006/relationships/customXml" Target="../ink/ink1458.xml"/><Relationship Id="rId854" Type="http://schemas.openxmlformats.org/officeDocument/2006/relationships/image" Target="../media/image1555.png"/><Relationship Id="rId286" Type="http://schemas.openxmlformats.org/officeDocument/2006/relationships/customXml" Target="../ink/ink1276.xml"/><Relationship Id="rId493" Type="http://schemas.openxmlformats.org/officeDocument/2006/relationships/image" Target="../media/image1376.png"/><Relationship Id="rId507" Type="http://schemas.openxmlformats.org/officeDocument/2006/relationships/image" Target="../media/image1383.png"/><Relationship Id="rId714" Type="http://schemas.openxmlformats.org/officeDocument/2006/relationships/image" Target="../media/image1485.png"/><Relationship Id="rId921" Type="http://schemas.openxmlformats.org/officeDocument/2006/relationships/customXml" Target="../ink/ink1595.xml"/><Relationship Id="rId50" Type="http://schemas.openxmlformats.org/officeDocument/2006/relationships/customXml" Target="../ink/ink1158.xml"/><Relationship Id="rId146" Type="http://schemas.openxmlformats.org/officeDocument/2006/relationships/customXml" Target="../ink/ink1206.xml"/><Relationship Id="rId353" Type="http://schemas.openxmlformats.org/officeDocument/2006/relationships/customXml" Target="../ink/ink1310.xml"/><Relationship Id="rId560" Type="http://schemas.openxmlformats.org/officeDocument/2006/relationships/customXml" Target="../ink/ink1414.xml"/><Relationship Id="rId798" Type="http://schemas.openxmlformats.org/officeDocument/2006/relationships/image" Target="../media/image1527.png"/><Relationship Id="rId213" Type="http://schemas.openxmlformats.org/officeDocument/2006/relationships/image" Target="../media/image1238.png"/><Relationship Id="rId420" Type="http://schemas.openxmlformats.org/officeDocument/2006/relationships/customXml" Target="../ink/ink1344.xml"/><Relationship Id="rId658" Type="http://schemas.openxmlformats.org/officeDocument/2006/relationships/image" Target="../media/image1457.png"/><Relationship Id="rId865" Type="http://schemas.openxmlformats.org/officeDocument/2006/relationships/customXml" Target="../ink/ink1567.xml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25.png"/><Relationship Id="rId671" Type="http://schemas.openxmlformats.org/officeDocument/2006/relationships/image" Target="../media/image1811.png"/><Relationship Id="rId21" Type="http://schemas.openxmlformats.org/officeDocument/2006/relationships/image" Target="../media/image1379.png"/><Relationship Id="rId324" Type="http://schemas.openxmlformats.org/officeDocument/2006/relationships/customXml" Target="../ink/ink1782.xml"/><Relationship Id="rId531" Type="http://schemas.openxmlformats.org/officeDocument/2006/relationships/image" Target="../media/image1741.png"/><Relationship Id="rId629" Type="http://schemas.openxmlformats.org/officeDocument/2006/relationships/image" Target="../media/image1790.png"/><Relationship Id="rId170" Type="http://schemas.openxmlformats.org/officeDocument/2006/relationships/customXml" Target="../ink/ink1705.xml"/><Relationship Id="rId268" Type="http://schemas.openxmlformats.org/officeDocument/2006/relationships/customXml" Target="../ink/ink1754.xml"/><Relationship Id="rId475" Type="http://schemas.openxmlformats.org/officeDocument/2006/relationships/image" Target="../media/image1713.png"/><Relationship Id="rId682" Type="http://schemas.openxmlformats.org/officeDocument/2006/relationships/customXml" Target="../ink/ink1961.xml"/><Relationship Id="rId32" Type="http://schemas.openxmlformats.org/officeDocument/2006/relationships/customXml" Target="../ink/ink1636.xml"/><Relationship Id="rId128" Type="http://schemas.openxmlformats.org/officeDocument/2006/relationships/customXml" Target="../ink/ink1684.xml"/><Relationship Id="rId335" Type="http://schemas.openxmlformats.org/officeDocument/2006/relationships/image" Target="../media/image1643.png"/><Relationship Id="rId542" Type="http://schemas.openxmlformats.org/officeDocument/2006/relationships/customXml" Target="../ink/ink1891.xml"/><Relationship Id="rId181" Type="http://schemas.openxmlformats.org/officeDocument/2006/relationships/image" Target="../media/image1457.png"/><Relationship Id="rId402" Type="http://schemas.openxmlformats.org/officeDocument/2006/relationships/customXml" Target="../ink/ink1821.xml"/><Relationship Id="rId279" Type="http://schemas.openxmlformats.org/officeDocument/2006/relationships/image" Target="../media/image1615.png"/><Relationship Id="rId486" Type="http://schemas.openxmlformats.org/officeDocument/2006/relationships/customXml" Target="../ink/ink1863.xml"/><Relationship Id="rId693" Type="http://schemas.openxmlformats.org/officeDocument/2006/relationships/image" Target="../media/image1822.png"/><Relationship Id="rId707" Type="http://schemas.openxmlformats.org/officeDocument/2006/relationships/image" Target="../media/image1829.png"/><Relationship Id="rId43" Type="http://schemas.openxmlformats.org/officeDocument/2006/relationships/image" Target="../media/image1390.png"/><Relationship Id="rId139" Type="http://schemas.openxmlformats.org/officeDocument/2006/relationships/image" Target="../media/image1436.png"/><Relationship Id="rId346" Type="http://schemas.openxmlformats.org/officeDocument/2006/relationships/customXml" Target="../ink/ink1793.xml"/><Relationship Id="rId553" Type="http://schemas.openxmlformats.org/officeDocument/2006/relationships/image" Target="../media/image1752.png"/><Relationship Id="rId760" Type="http://schemas.openxmlformats.org/officeDocument/2006/relationships/customXml" Target="../ink/ink2000.xml"/><Relationship Id="rId192" Type="http://schemas.openxmlformats.org/officeDocument/2006/relationships/customXml" Target="../ink/ink1716.xml"/><Relationship Id="rId206" Type="http://schemas.openxmlformats.org/officeDocument/2006/relationships/customXml" Target="../ink/ink1723.xml"/><Relationship Id="rId413" Type="http://schemas.openxmlformats.org/officeDocument/2006/relationships/image" Target="../media/image1682.png"/><Relationship Id="rId497" Type="http://schemas.openxmlformats.org/officeDocument/2006/relationships/image" Target="../media/image1724.png"/><Relationship Id="rId620" Type="http://schemas.openxmlformats.org/officeDocument/2006/relationships/customXml" Target="../ink/ink1930.xml"/><Relationship Id="rId718" Type="http://schemas.openxmlformats.org/officeDocument/2006/relationships/customXml" Target="../ink/ink1979.xml"/><Relationship Id="rId357" Type="http://schemas.openxmlformats.org/officeDocument/2006/relationships/image" Target="../media/image1654.png"/><Relationship Id="rId54" Type="http://schemas.openxmlformats.org/officeDocument/2006/relationships/customXml" Target="../ink/ink1647.xml"/><Relationship Id="rId217" Type="http://schemas.openxmlformats.org/officeDocument/2006/relationships/image" Target="../media/image1475.png"/><Relationship Id="rId564" Type="http://schemas.openxmlformats.org/officeDocument/2006/relationships/customXml" Target="../ink/ink1902.xml"/><Relationship Id="rId424" Type="http://schemas.openxmlformats.org/officeDocument/2006/relationships/customXml" Target="../ink/ink1832.xml"/><Relationship Id="rId631" Type="http://schemas.openxmlformats.org/officeDocument/2006/relationships/image" Target="../media/image1791.png"/><Relationship Id="rId729" Type="http://schemas.openxmlformats.org/officeDocument/2006/relationships/image" Target="../media/image1840.png"/><Relationship Id="rId270" Type="http://schemas.openxmlformats.org/officeDocument/2006/relationships/customXml" Target="../ink/ink1755.xml"/><Relationship Id="rId65" Type="http://schemas.openxmlformats.org/officeDocument/2006/relationships/image" Target="../media/image1401.png"/><Relationship Id="rId130" Type="http://schemas.openxmlformats.org/officeDocument/2006/relationships/customXml" Target="../ink/ink1685.xml"/><Relationship Id="rId368" Type="http://schemas.openxmlformats.org/officeDocument/2006/relationships/customXml" Target="../ink/ink1804.xml"/><Relationship Id="rId575" Type="http://schemas.openxmlformats.org/officeDocument/2006/relationships/image" Target="../media/image1763.png"/><Relationship Id="rId228" Type="http://schemas.openxmlformats.org/officeDocument/2006/relationships/customXml" Target="../ink/ink1734.xml"/><Relationship Id="rId435" Type="http://schemas.openxmlformats.org/officeDocument/2006/relationships/image" Target="../media/image1693.png"/><Relationship Id="rId642" Type="http://schemas.openxmlformats.org/officeDocument/2006/relationships/customXml" Target="../ink/ink1941.xml"/><Relationship Id="rId281" Type="http://schemas.openxmlformats.org/officeDocument/2006/relationships/image" Target="../media/image1616.png"/><Relationship Id="rId502" Type="http://schemas.openxmlformats.org/officeDocument/2006/relationships/customXml" Target="../ink/ink1871.xml"/><Relationship Id="rId76" Type="http://schemas.openxmlformats.org/officeDocument/2006/relationships/customXml" Target="../ink/ink1658.xml"/><Relationship Id="rId141" Type="http://schemas.openxmlformats.org/officeDocument/2006/relationships/image" Target="../media/image1437.png"/><Relationship Id="rId379" Type="http://schemas.openxmlformats.org/officeDocument/2006/relationships/image" Target="../media/image1665.png"/><Relationship Id="rId586" Type="http://schemas.openxmlformats.org/officeDocument/2006/relationships/customXml" Target="../ink/ink1913.xml"/><Relationship Id="rId7" Type="http://schemas.openxmlformats.org/officeDocument/2006/relationships/image" Target="../media/image1372.png"/><Relationship Id="rId239" Type="http://schemas.openxmlformats.org/officeDocument/2006/relationships/image" Target="../media/image1486.png"/><Relationship Id="rId446" Type="http://schemas.openxmlformats.org/officeDocument/2006/relationships/customXml" Target="../ink/ink1843.xml"/><Relationship Id="rId653" Type="http://schemas.openxmlformats.org/officeDocument/2006/relationships/image" Target="../media/image1802.png"/><Relationship Id="rId292" Type="http://schemas.openxmlformats.org/officeDocument/2006/relationships/customXml" Target="../ink/ink1766.xml"/><Relationship Id="rId306" Type="http://schemas.openxmlformats.org/officeDocument/2006/relationships/customXml" Target="../ink/ink1773.xml"/><Relationship Id="rId87" Type="http://schemas.openxmlformats.org/officeDocument/2006/relationships/image" Target="../media/image1412.png"/><Relationship Id="rId513" Type="http://schemas.openxmlformats.org/officeDocument/2006/relationships/image" Target="../media/image1732.png"/><Relationship Id="rId597" Type="http://schemas.openxmlformats.org/officeDocument/2006/relationships/image" Target="../media/image1774.png"/><Relationship Id="rId720" Type="http://schemas.openxmlformats.org/officeDocument/2006/relationships/customXml" Target="../ink/ink1980.xml"/><Relationship Id="rId152" Type="http://schemas.openxmlformats.org/officeDocument/2006/relationships/customXml" Target="../ink/ink1696.xml"/><Relationship Id="rId457" Type="http://schemas.openxmlformats.org/officeDocument/2006/relationships/image" Target="../media/image1704.png"/><Relationship Id="rId664" Type="http://schemas.openxmlformats.org/officeDocument/2006/relationships/customXml" Target="../ink/ink1952.xml"/><Relationship Id="rId14" Type="http://schemas.openxmlformats.org/officeDocument/2006/relationships/customXml" Target="../ink/ink1627.xml"/><Relationship Id="rId317" Type="http://schemas.openxmlformats.org/officeDocument/2006/relationships/image" Target="../media/image1634.png"/><Relationship Id="rId524" Type="http://schemas.openxmlformats.org/officeDocument/2006/relationships/customXml" Target="../ink/ink1882.xml"/><Relationship Id="rId731" Type="http://schemas.openxmlformats.org/officeDocument/2006/relationships/image" Target="../media/image1841.png"/><Relationship Id="rId98" Type="http://schemas.openxmlformats.org/officeDocument/2006/relationships/customXml" Target="../ink/ink1669.xml"/><Relationship Id="rId163" Type="http://schemas.openxmlformats.org/officeDocument/2006/relationships/image" Target="../media/image1448.png"/><Relationship Id="rId370" Type="http://schemas.openxmlformats.org/officeDocument/2006/relationships/customXml" Target="../ink/ink1805.xml"/><Relationship Id="rId230" Type="http://schemas.openxmlformats.org/officeDocument/2006/relationships/customXml" Target="../ink/ink1735.xml"/><Relationship Id="rId468" Type="http://schemas.openxmlformats.org/officeDocument/2006/relationships/customXml" Target="../ink/ink1854.xml"/><Relationship Id="rId675" Type="http://schemas.openxmlformats.org/officeDocument/2006/relationships/image" Target="../media/image1813.png"/><Relationship Id="rId25" Type="http://schemas.openxmlformats.org/officeDocument/2006/relationships/image" Target="../media/image1381.png"/><Relationship Id="rId328" Type="http://schemas.openxmlformats.org/officeDocument/2006/relationships/customXml" Target="../ink/ink1784.xml"/><Relationship Id="rId535" Type="http://schemas.openxmlformats.org/officeDocument/2006/relationships/image" Target="../media/image1743.png"/><Relationship Id="rId742" Type="http://schemas.openxmlformats.org/officeDocument/2006/relationships/customXml" Target="../ink/ink1991.xml"/><Relationship Id="rId174" Type="http://schemas.openxmlformats.org/officeDocument/2006/relationships/customXml" Target="../ink/ink1707.xml"/><Relationship Id="rId381" Type="http://schemas.openxmlformats.org/officeDocument/2006/relationships/image" Target="../media/image1666.png"/><Relationship Id="rId602" Type="http://schemas.openxmlformats.org/officeDocument/2006/relationships/customXml" Target="../ink/ink1921.xml"/><Relationship Id="rId241" Type="http://schemas.openxmlformats.org/officeDocument/2006/relationships/image" Target="../media/image1487.png"/><Relationship Id="rId479" Type="http://schemas.openxmlformats.org/officeDocument/2006/relationships/image" Target="../media/image1715.png"/><Relationship Id="rId686" Type="http://schemas.openxmlformats.org/officeDocument/2006/relationships/customXml" Target="../ink/ink1963.xml"/><Relationship Id="rId36" Type="http://schemas.openxmlformats.org/officeDocument/2006/relationships/customXml" Target="../ink/ink1638.xml"/><Relationship Id="rId339" Type="http://schemas.openxmlformats.org/officeDocument/2006/relationships/image" Target="../media/image1645.png"/><Relationship Id="rId546" Type="http://schemas.openxmlformats.org/officeDocument/2006/relationships/customXml" Target="../ink/ink1893.xml"/><Relationship Id="rId753" Type="http://schemas.openxmlformats.org/officeDocument/2006/relationships/image" Target="../media/image1852.png"/><Relationship Id="rId101" Type="http://schemas.openxmlformats.org/officeDocument/2006/relationships/image" Target="../media/image1418.png"/><Relationship Id="rId185" Type="http://schemas.openxmlformats.org/officeDocument/2006/relationships/image" Target="../media/image1459.png"/><Relationship Id="rId406" Type="http://schemas.openxmlformats.org/officeDocument/2006/relationships/customXml" Target="../ink/ink1823.xml"/><Relationship Id="rId392" Type="http://schemas.openxmlformats.org/officeDocument/2006/relationships/customXml" Target="../ink/ink1816.xml"/><Relationship Id="rId613" Type="http://schemas.openxmlformats.org/officeDocument/2006/relationships/image" Target="../media/image1782.png"/><Relationship Id="rId697" Type="http://schemas.openxmlformats.org/officeDocument/2006/relationships/image" Target="../media/image1824.png"/><Relationship Id="rId252" Type="http://schemas.openxmlformats.org/officeDocument/2006/relationships/customXml" Target="../ink/ink1746.xml"/><Relationship Id="rId47" Type="http://schemas.openxmlformats.org/officeDocument/2006/relationships/image" Target="../media/image1392.png"/><Relationship Id="rId112" Type="http://schemas.openxmlformats.org/officeDocument/2006/relationships/customXml" Target="../ink/ink1676.xml"/><Relationship Id="rId557" Type="http://schemas.openxmlformats.org/officeDocument/2006/relationships/image" Target="../media/image1754.png"/><Relationship Id="rId196" Type="http://schemas.openxmlformats.org/officeDocument/2006/relationships/customXml" Target="../ink/ink1718.xml"/><Relationship Id="rId417" Type="http://schemas.openxmlformats.org/officeDocument/2006/relationships/image" Target="../media/image1684.png"/><Relationship Id="rId624" Type="http://schemas.openxmlformats.org/officeDocument/2006/relationships/customXml" Target="../ink/ink1932.xml"/><Relationship Id="rId263" Type="http://schemas.openxmlformats.org/officeDocument/2006/relationships/image" Target="../media/image1498.png"/><Relationship Id="rId470" Type="http://schemas.openxmlformats.org/officeDocument/2006/relationships/customXml" Target="../ink/ink1855.xml"/><Relationship Id="rId58" Type="http://schemas.openxmlformats.org/officeDocument/2006/relationships/customXml" Target="../ink/ink1649.xml"/><Relationship Id="rId123" Type="http://schemas.openxmlformats.org/officeDocument/2006/relationships/image" Target="../media/image1428.png"/><Relationship Id="rId330" Type="http://schemas.openxmlformats.org/officeDocument/2006/relationships/customXml" Target="../ink/ink1785.xml"/><Relationship Id="rId568" Type="http://schemas.openxmlformats.org/officeDocument/2006/relationships/customXml" Target="../ink/ink1904.xml"/><Relationship Id="rId428" Type="http://schemas.openxmlformats.org/officeDocument/2006/relationships/customXml" Target="../ink/ink1834.xml"/><Relationship Id="rId635" Type="http://schemas.openxmlformats.org/officeDocument/2006/relationships/image" Target="../media/image1793.png"/><Relationship Id="rId274" Type="http://schemas.openxmlformats.org/officeDocument/2006/relationships/customXml" Target="../ink/ink1757.xml"/><Relationship Id="rId481" Type="http://schemas.openxmlformats.org/officeDocument/2006/relationships/image" Target="../media/image1716.png"/><Relationship Id="rId702" Type="http://schemas.openxmlformats.org/officeDocument/2006/relationships/customXml" Target="../ink/ink1971.xml"/><Relationship Id="rId69" Type="http://schemas.openxmlformats.org/officeDocument/2006/relationships/image" Target="../media/image1403.png"/><Relationship Id="rId134" Type="http://schemas.openxmlformats.org/officeDocument/2006/relationships/customXml" Target="../ink/ink1687.xml"/><Relationship Id="rId579" Type="http://schemas.openxmlformats.org/officeDocument/2006/relationships/image" Target="../media/image1765.png"/><Relationship Id="rId341" Type="http://schemas.openxmlformats.org/officeDocument/2006/relationships/image" Target="../media/image1646.png"/><Relationship Id="rId439" Type="http://schemas.openxmlformats.org/officeDocument/2006/relationships/image" Target="../media/image1695.png"/><Relationship Id="rId646" Type="http://schemas.openxmlformats.org/officeDocument/2006/relationships/customXml" Target="../ink/ink1943.xml"/><Relationship Id="rId201" Type="http://schemas.openxmlformats.org/officeDocument/2006/relationships/image" Target="../media/image1467.png"/><Relationship Id="rId285" Type="http://schemas.openxmlformats.org/officeDocument/2006/relationships/image" Target="../media/image1618.png"/><Relationship Id="rId506" Type="http://schemas.openxmlformats.org/officeDocument/2006/relationships/customXml" Target="../ink/ink1873.xml"/><Relationship Id="rId492" Type="http://schemas.openxmlformats.org/officeDocument/2006/relationships/customXml" Target="../ink/ink1866.xml"/><Relationship Id="rId713" Type="http://schemas.openxmlformats.org/officeDocument/2006/relationships/image" Target="../media/image1832.png"/><Relationship Id="rId145" Type="http://schemas.openxmlformats.org/officeDocument/2006/relationships/image" Target="../media/image1439.png"/><Relationship Id="rId352" Type="http://schemas.openxmlformats.org/officeDocument/2006/relationships/customXml" Target="../ink/ink1796.xml"/><Relationship Id="rId212" Type="http://schemas.openxmlformats.org/officeDocument/2006/relationships/customXml" Target="../ink/ink1726.xml"/><Relationship Id="rId657" Type="http://schemas.openxmlformats.org/officeDocument/2006/relationships/image" Target="../media/image1804.png"/><Relationship Id="rId296" Type="http://schemas.openxmlformats.org/officeDocument/2006/relationships/customXml" Target="../ink/ink1768.xml"/><Relationship Id="rId517" Type="http://schemas.openxmlformats.org/officeDocument/2006/relationships/image" Target="../media/image1734.png"/><Relationship Id="rId724" Type="http://schemas.openxmlformats.org/officeDocument/2006/relationships/customXml" Target="../ink/ink1982.xml"/><Relationship Id="rId60" Type="http://schemas.openxmlformats.org/officeDocument/2006/relationships/customXml" Target="../ink/ink1650.xml"/><Relationship Id="rId156" Type="http://schemas.openxmlformats.org/officeDocument/2006/relationships/customXml" Target="../ink/ink1698.xml"/><Relationship Id="rId363" Type="http://schemas.openxmlformats.org/officeDocument/2006/relationships/image" Target="../media/image1657.png"/><Relationship Id="rId570" Type="http://schemas.openxmlformats.org/officeDocument/2006/relationships/customXml" Target="../ink/ink1905.xml"/><Relationship Id="rId223" Type="http://schemas.openxmlformats.org/officeDocument/2006/relationships/image" Target="../media/image1478.png"/><Relationship Id="rId430" Type="http://schemas.openxmlformats.org/officeDocument/2006/relationships/customXml" Target="../ink/ink1835.xml"/><Relationship Id="rId668" Type="http://schemas.openxmlformats.org/officeDocument/2006/relationships/customXml" Target="../ink/ink1954.xml"/><Relationship Id="rId18" Type="http://schemas.openxmlformats.org/officeDocument/2006/relationships/customXml" Target="../ink/ink1629.xml"/><Relationship Id="rId528" Type="http://schemas.openxmlformats.org/officeDocument/2006/relationships/customXml" Target="../ink/ink1884.xml"/><Relationship Id="rId735" Type="http://schemas.openxmlformats.org/officeDocument/2006/relationships/image" Target="../media/image1843.png"/><Relationship Id="rId167" Type="http://schemas.openxmlformats.org/officeDocument/2006/relationships/image" Target="../media/image1450.png"/><Relationship Id="rId374" Type="http://schemas.openxmlformats.org/officeDocument/2006/relationships/customXml" Target="../ink/ink1807.xml"/><Relationship Id="rId581" Type="http://schemas.openxmlformats.org/officeDocument/2006/relationships/image" Target="../media/image1766.png"/><Relationship Id="rId71" Type="http://schemas.openxmlformats.org/officeDocument/2006/relationships/image" Target="../media/image1404.png"/><Relationship Id="rId234" Type="http://schemas.openxmlformats.org/officeDocument/2006/relationships/customXml" Target="../ink/ink1737.xml"/><Relationship Id="rId679" Type="http://schemas.openxmlformats.org/officeDocument/2006/relationships/image" Target="../media/image1815.png"/><Relationship Id="rId2" Type="http://schemas.openxmlformats.org/officeDocument/2006/relationships/customXml" Target="../ink/ink1621.xml"/><Relationship Id="rId29" Type="http://schemas.openxmlformats.org/officeDocument/2006/relationships/image" Target="../media/image1383.png"/><Relationship Id="rId441" Type="http://schemas.openxmlformats.org/officeDocument/2006/relationships/image" Target="../media/image1696.png"/><Relationship Id="rId539" Type="http://schemas.openxmlformats.org/officeDocument/2006/relationships/image" Target="../media/image1745.png"/><Relationship Id="rId746" Type="http://schemas.openxmlformats.org/officeDocument/2006/relationships/customXml" Target="../ink/ink1993.xml"/><Relationship Id="rId178" Type="http://schemas.openxmlformats.org/officeDocument/2006/relationships/customXml" Target="../ink/ink1709.xml"/><Relationship Id="rId301" Type="http://schemas.openxmlformats.org/officeDocument/2006/relationships/image" Target="../media/image1626.png"/><Relationship Id="rId82" Type="http://schemas.openxmlformats.org/officeDocument/2006/relationships/customXml" Target="../ink/ink1661.xml"/><Relationship Id="rId385" Type="http://schemas.openxmlformats.org/officeDocument/2006/relationships/image" Target="../media/image1668.png"/><Relationship Id="rId592" Type="http://schemas.openxmlformats.org/officeDocument/2006/relationships/customXml" Target="../ink/ink1916.xml"/><Relationship Id="rId606" Type="http://schemas.openxmlformats.org/officeDocument/2006/relationships/customXml" Target="../ink/ink1923.xml"/><Relationship Id="rId245" Type="http://schemas.openxmlformats.org/officeDocument/2006/relationships/image" Target="../media/image1489.png"/><Relationship Id="rId452" Type="http://schemas.openxmlformats.org/officeDocument/2006/relationships/customXml" Target="../ink/ink1846.xml"/><Relationship Id="rId105" Type="http://schemas.openxmlformats.org/officeDocument/2006/relationships/image" Target="../media/image1420.png"/><Relationship Id="rId312" Type="http://schemas.openxmlformats.org/officeDocument/2006/relationships/customXml" Target="../ink/ink1776.xml"/><Relationship Id="rId757" Type="http://schemas.openxmlformats.org/officeDocument/2006/relationships/image" Target="../media/image1854.png"/><Relationship Id="rId93" Type="http://schemas.openxmlformats.org/officeDocument/2006/relationships/image" Target="../media/image1415.png"/><Relationship Id="rId189" Type="http://schemas.openxmlformats.org/officeDocument/2006/relationships/image" Target="../media/image1461.png"/><Relationship Id="rId396" Type="http://schemas.openxmlformats.org/officeDocument/2006/relationships/customXml" Target="../ink/ink1818.xml"/><Relationship Id="rId617" Type="http://schemas.openxmlformats.org/officeDocument/2006/relationships/image" Target="../media/image1784.png"/><Relationship Id="rId256" Type="http://schemas.openxmlformats.org/officeDocument/2006/relationships/customXml" Target="../ink/ink1748.xml"/><Relationship Id="rId463" Type="http://schemas.openxmlformats.org/officeDocument/2006/relationships/image" Target="../media/image1707.png"/><Relationship Id="rId670" Type="http://schemas.openxmlformats.org/officeDocument/2006/relationships/customXml" Target="../ink/ink1955.xml"/><Relationship Id="rId116" Type="http://schemas.openxmlformats.org/officeDocument/2006/relationships/customXml" Target="../ink/ink1678.xml"/><Relationship Id="rId323" Type="http://schemas.openxmlformats.org/officeDocument/2006/relationships/image" Target="../media/image1637.png"/><Relationship Id="rId530" Type="http://schemas.openxmlformats.org/officeDocument/2006/relationships/customXml" Target="../ink/ink1885.xml"/><Relationship Id="rId20" Type="http://schemas.openxmlformats.org/officeDocument/2006/relationships/customXml" Target="../ink/ink1630.xml"/><Relationship Id="rId628" Type="http://schemas.openxmlformats.org/officeDocument/2006/relationships/customXml" Target="../ink/ink1934.xml"/><Relationship Id="rId267" Type="http://schemas.openxmlformats.org/officeDocument/2006/relationships/image" Target="../media/image1500.png"/><Relationship Id="rId474" Type="http://schemas.openxmlformats.org/officeDocument/2006/relationships/customXml" Target="../ink/ink1857.xml"/><Relationship Id="rId127" Type="http://schemas.openxmlformats.org/officeDocument/2006/relationships/image" Target="../media/image1430.png"/><Relationship Id="rId681" Type="http://schemas.openxmlformats.org/officeDocument/2006/relationships/image" Target="../media/image1816.png"/><Relationship Id="rId31" Type="http://schemas.openxmlformats.org/officeDocument/2006/relationships/image" Target="../media/image1384.png"/><Relationship Id="rId334" Type="http://schemas.openxmlformats.org/officeDocument/2006/relationships/customXml" Target="../ink/ink1787.xml"/><Relationship Id="rId541" Type="http://schemas.openxmlformats.org/officeDocument/2006/relationships/image" Target="../media/image1746.png"/><Relationship Id="rId639" Type="http://schemas.openxmlformats.org/officeDocument/2006/relationships/image" Target="../media/image1795.png"/><Relationship Id="rId4" Type="http://schemas.openxmlformats.org/officeDocument/2006/relationships/customXml" Target="../ink/ink1622.xml"/><Relationship Id="rId180" Type="http://schemas.openxmlformats.org/officeDocument/2006/relationships/customXml" Target="../ink/ink1710.xml"/><Relationship Id="rId236" Type="http://schemas.openxmlformats.org/officeDocument/2006/relationships/customXml" Target="../ink/ink1738.xml"/><Relationship Id="rId278" Type="http://schemas.openxmlformats.org/officeDocument/2006/relationships/customXml" Target="../ink/ink1759.xml"/><Relationship Id="rId401" Type="http://schemas.openxmlformats.org/officeDocument/2006/relationships/image" Target="../media/image1676.png"/><Relationship Id="rId443" Type="http://schemas.openxmlformats.org/officeDocument/2006/relationships/image" Target="../media/image1697.png"/><Relationship Id="rId650" Type="http://schemas.openxmlformats.org/officeDocument/2006/relationships/customXml" Target="../ink/ink1945.xml"/><Relationship Id="rId303" Type="http://schemas.openxmlformats.org/officeDocument/2006/relationships/image" Target="../media/image1627.png"/><Relationship Id="rId485" Type="http://schemas.openxmlformats.org/officeDocument/2006/relationships/image" Target="../media/image1718.png"/><Relationship Id="rId692" Type="http://schemas.openxmlformats.org/officeDocument/2006/relationships/customXml" Target="../ink/ink1966.xml"/><Relationship Id="rId706" Type="http://schemas.openxmlformats.org/officeDocument/2006/relationships/customXml" Target="../ink/ink1973.xml"/><Relationship Id="rId748" Type="http://schemas.openxmlformats.org/officeDocument/2006/relationships/customXml" Target="../ink/ink1994.xml"/><Relationship Id="rId42" Type="http://schemas.openxmlformats.org/officeDocument/2006/relationships/customXml" Target="../ink/ink1641.xml"/><Relationship Id="rId84" Type="http://schemas.openxmlformats.org/officeDocument/2006/relationships/customXml" Target="../ink/ink1662.xml"/><Relationship Id="rId138" Type="http://schemas.openxmlformats.org/officeDocument/2006/relationships/customXml" Target="../ink/ink1689.xml"/><Relationship Id="rId345" Type="http://schemas.openxmlformats.org/officeDocument/2006/relationships/image" Target="../media/image1648.png"/><Relationship Id="rId387" Type="http://schemas.openxmlformats.org/officeDocument/2006/relationships/image" Target="../media/image1669.png"/><Relationship Id="rId510" Type="http://schemas.openxmlformats.org/officeDocument/2006/relationships/customXml" Target="../ink/ink1875.xml"/><Relationship Id="rId552" Type="http://schemas.openxmlformats.org/officeDocument/2006/relationships/customXml" Target="../ink/ink1896.xml"/><Relationship Id="rId594" Type="http://schemas.openxmlformats.org/officeDocument/2006/relationships/customXml" Target="../ink/ink1917.xml"/><Relationship Id="rId608" Type="http://schemas.openxmlformats.org/officeDocument/2006/relationships/customXml" Target="../ink/ink1924.xml"/><Relationship Id="rId191" Type="http://schemas.openxmlformats.org/officeDocument/2006/relationships/image" Target="../media/image1462.png"/><Relationship Id="rId205" Type="http://schemas.openxmlformats.org/officeDocument/2006/relationships/image" Target="../media/image1469.png"/><Relationship Id="rId247" Type="http://schemas.openxmlformats.org/officeDocument/2006/relationships/image" Target="../media/image1490.png"/><Relationship Id="rId412" Type="http://schemas.openxmlformats.org/officeDocument/2006/relationships/customXml" Target="../ink/ink1826.xml"/><Relationship Id="rId107" Type="http://schemas.openxmlformats.org/officeDocument/2006/relationships/image" Target="../media/image1421.png"/><Relationship Id="rId289" Type="http://schemas.openxmlformats.org/officeDocument/2006/relationships/image" Target="../media/image1620.png"/><Relationship Id="rId454" Type="http://schemas.openxmlformats.org/officeDocument/2006/relationships/customXml" Target="../ink/ink1847.xml"/><Relationship Id="rId496" Type="http://schemas.openxmlformats.org/officeDocument/2006/relationships/customXml" Target="../ink/ink1868.xml"/><Relationship Id="rId661" Type="http://schemas.openxmlformats.org/officeDocument/2006/relationships/image" Target="../media/image1806.png"/><Relationship Id="rId717" Type="http://schemas.openxmlformats.org/officeDocument/2006/relationships/image" Target="../media/image1834.png"/><Relationship Id="rId759" Type="http://schemas.openxmlformats.org/officeDocument/2006/relationships/image" Target="../media/image1855.png"/><Relationship Id="rId11" Type="http://schemas.openxmlformats.org/officeDocument/2006/relationships/image" Target="../media/image1374.png"/><Relationship Id="rId53" Type="http://schemas.openxmlformats.org/officeDocument/2006/relationships/image" Target="../media/image1395.png"/><Relationship Id="rId149" Type="http://schemas.openxmlformats.org/officeDocument/2006/relationships/image" Target="../media/image1441.png"/><Relationship Id="rId314" Type="http://schemas.openxmlformats.org/officeDocument/2006/relationships/customXml" Target="../ink/ink1777.xml"/><Relationship Id="rId356" Type="http://schemas.openxmlformats.org/officeDocument/2006/relationships/customXml" Target="../ink/ink1798.xml"/><Relationship Id="rId398" Type="http://schemas.openxmlformats.org/officeDocument/2006/relationships/customXml" Target="../ink/ink1819.xml"/><Relationship Id="rId521" Type="http://schemas.openxmlformats.org/officeDocument/2006/relationships/image" Target="../media/image1736.png"/><Relationship Id="rId563" Type="http://schemas.openxmlformats.org/officeDocument/2006/relationships/image" Target="../media/image1757.png"/><Relationship Id="rId619" Type="http://schemas.openxmlformats.org/officeDocument/2006/relationships/image" Target="../media/image1785.png"/><Relationship Id="rId95" Type="http://schemas.openxmlformats.org/officeDocument/2006/relationships/image" Target="../media/image537.png"/><Relationship Id="rId160" Type="http://schemas.openxmlformats.org/officeDocument/2006/relationships/customXml" Target="../ink/ink1700.xml"/><Relationship Id="rId216" Type="http://schemas.openxmlformats.org/officeDocument/2006/relationships/customXml" Target="../ink/ink1728.xml"/><Relationship Id="rId423" Type="http://schemas.openxmlformats.org/officeDocument/2006/relationships/image" Target="../media/image1687.png"/><Relationship Id="rId258" Type="http://schemas.openxmlformats.org/officeDocument/2006/relationships/customXml" Target="../ink/ink1749.xml"/><Relationship Id="rId465" Type="http://schemas.openxmlformats.org/officeDocument/2006/relationships/image" Target="../media/image1708.png"/><Relationship Id="rId630" Type="http://schemas.openxmlformats.org/officeDocument/2006/relationships/customXml" Target="../ink/ink1935.xml"/><Relationship Id="rId672" Type="http://schemas.openxmlformats.org/officeDocument/2006/relationships/customXml" Target="../ink/ink1956.xml"/><Relationship Id="rId728" Type="http://schemas.openxmlformats.org/officeDocument/2006/relationships/customXml" Target="../ink/ink1984.xml"/><Relationship Id="rId22" Type="http://schemas.openxmlformats.org/officeDocument/2006/relationships/customXml" Target="../ink/ink1631.xml"/><Relationship Id="rId64" Type="http://schemas.openxmlformats.org/officeDocument/2006/relationships/customXml" Target="../ink/ink1652.xml"/><Relationship Id="rId118" Type="http://schemas.openxmlformats.org/officeDocument/2006/relationships/customXml" Target="../ink/ink1679.xml"/><Relationship Id="rId325" Type="http://schemas.openxmlformats.org/officeDocument/2006/relationships/image" Target="../media/image1638.png"/><Relationship Id="rId367" Type="http://schemas.openxmlformats.org/officeDocument/2006/relationships/image" Target="../media/image1659.png"/><Relationship Id="rId532" Type="http://schemas.openxmlformats.org/officeDocument/2006/relationships/customXml" Target="../ink/ink1886.xml"/><Relationship Id="rId574" Type="http://schemas.openxmlformats.org/officeDocument/2006/relationships/customXml" Target="../ink/ink1907.xml"/><Relationship Id="rId171" Type="http://schemas.openxmlformats.org/officeDocument/2006/relationships/image" Target="../media/image1452.png"/><Relationship Id="rId227" Type="http://schemas.openxmlformats.org/officeDocument/2006/relationships/image" Target="../media/image1480.png"/><Relationship Id="rId269" Type="http://schemas.openxmlformats.org/officeDocument/2006/relationships/image" Target="../media/image1501.png"/><Relationship Id="rId434" Type="http://schemas.openxmlformats.org/officeDocument/2006/relationships/customXml" Target="../ink/ink1837.xml"/><Relationship Id="rId476" Type="http://schemas.openxmlformats.org/officeDocument/2006/relationships/customXml" Target="../ink/ink1858.xml"/><Relationship Id="rId641" Type="http://schemas.openxmlformats.org/officeDocument/2006/relationships/image" Target="../media/image1796.png"/><Relationship Id="rId683" Type="http://schemas.openxmlformats.org/officeDocument/2006/relationships/image" Target="../media/image1817.png"/><Relationship Id="rId739" Type="http://schemas.openxmlformats.org/officeDocument/2006/relationships/image" Target="../media/image1845.png"/><Relationship Id="rId33" Type="http://schemas.openxmlformats.org/officeDocument/2006/relationships/image" Target="../media/image1385.png"/><Relationship Id="rId129" Type="http://schemas.openxmlformats.org/officeDocument/2006/relationships/image" Target="../media/image1431.png"/><Relationship Id="rId280" Type="http://schemas.openxmlformats.org/officeDocument/2006/relationships/customXml" Target="../ink/ink1760.xml"/><Relationship Id="rId336" Type="http://schemas.openxmlformats.org/officeDocument/2006/relationships/customXml" Target="../ink/ink1788.xml"/><Relationship Id="rId501" Type="http://schemas.openxmlformats.org/officeDocument/2006/relationships/image" Target="../media/image1726.png"/><Relationship Id="rId543" Type="http://schemas.openxmlformats.org/officeDocument/2006/relationships/image" Target="../media/image1747.png"/><Relationship Id="rId75" Type="http://schemas.openxmlformats.org/officeDocument/2006/relationships/image" Target="../media/image1406.png"/><Relationship Id="rId140" Type="http://schemas.openxmlformats.org/officeDocument/2006/relationships/customXml" Target="../ink/ink1690.xml"/><Relationship Id="rId182" Type="http://schemas.openxmlformats.org/officeDocument/2006/relationships/customXml" Target="../ink/ink1711.xml"/><Relationship Id="rId378" Type="http://schemas.openxmlformats.org/officeDocument/2006/relationships/customXml" Target="../ink/ink1809.xml"/><Relationship Id="rId403" Type="http://schemas.openxmlformats.org/officeDocument/2006/relationships/image" Target="../media/image1677.png"/><Relationship Id="rId585" Type="http://schemas.openxmlformats.org/officeDocument/2006/relationships/image" Target="../media/image1768.png"/><Relationship Id="rId750" Type="http://schemas.openxmlformats.org/officeDocument/2006/relationships/customXml" Target="../ink/ink1995.xml"/><Relationship Id="rId6" Type="http://schemas.openxmlformats.org/officeDocument/2006/relationships/customXml" Target="../ink/ink1623.xml"/><Relationship Id="rId238" Type="http://schemas.openxmlformats.org/officeDocument/2006/relationships/customXml" Target="../ink/ink1739.xml"/><Relationship Id="rId445" Type="http://schemas.openxmlformats.org/officeDocument/2006/relationships/image" Target="../media/image1698.png"/><Relationship Id="rId487" Type="http://schemas.openxmlformats.org/officeDocument/2006/relationships/image" Target="../media/image1719.png"/><Relationship Id="rId610" Type="http://schemas.openxmlformats.org/officeDocument/2006/relationships/customXml" Target="../ink/ink1925.xml"/><Relationship Id="rId652" Type="http://schemas.openxmlformats.org/officeDocument/2006/relationships/customXml" Target="../ink/ink1946.xml"/><Relationship Id="rId694" Type="http://schemas.openxmlformats.org/officeDocument/2006/relationships/customXml" Target="../ink/ink1967.xml"/><Relationship Id="rId708" Type="http://schemas.openxmlformats.org/officeDocument/2006/relationships/customXml" Target="../ink/ink1974.xml"/><Relationship Id="rId291" Type="http://schemas.openxmlformats.org/officeDocument/2006/relationships/image" Target="../media/image1621.png"/><Relationship Id="rId305" Type="http://schemas.openxmlformats.org/officeDocument/2006/relationships/image" Target="../media/image1628.png"/><Relationship Id="rId347" Type="http://schemas.openxmlformats.org/officeDocument/2006/relationships/image" Target="../media/image1649.png"/><Relationship Id="rId512" Type="http://schemas.openxmlformats.org/officeDocument/2006/relationships/customXml" Target="../ink/ink1876.xml"/><Relationship Id="rId44" Type="http://schemas.openxmlformats.org/officeDocument/2006/relationships/customXml" Target="../ink/ink1642.xml"/><Relationship Id="rId86" Type="http://schemas.openxmlformats.org/officeDocument/2006/relationships/customXml" Target="../ink/ink1663.xml"/><Relationship Id="rId151" Type="http://schemas.openxmlformats.org/officeDocument/2006/relationships/image" Target="../media/image1442.png"/><Relationship Id="rId389" Type="http://schemas.openxmlformats.org/officeDocument/2006/relationships/image" Target="../media/image1670.png"/><Relationship Id="rId554" Type="http://schemas.openxmlformats.org/officeDocument/2006/relationships/customXml" Target="../ink/ink1897.xml"/><Relationship Id="rId596" Type="http://schemas.openxmlformats.org/officeDocument/2006/relationships/customXml" Target="../ink/ink1918.xml"/><Relationship Id="rId761" Type="http://schemas.openxmlformats.org/officeDocument/2006/relationships/image" Target="../media/image1856.png"/><Relationship Id="rId193" Type="http://schemas.openxmlformats.org/officeDocument/2006/relationships/image" Target="../media/image1463.png"/><Relationship Id="rId207" Type="http://schemas.openxmlformats.org/officeDocument/2006/relationships/image" Target="../media/image1470.png"/><Relationship Id="rId249" Type="http://schemas.openxmlformats.org/officeDocument/2006/relationships/image" Target="../media/image1491.png"/><Relationship Id="rId414" Type="http://schemas.openxmlformats.org/officeDocument/2006/relationships/customXml" Target="../ink/ink1827.xml"/><Relationship Id="rId456" Type="http://schemas.openxmlformats.org/officeDocument/2006/relationships/customXml" Target="../ink/ink1848.xml"/><Relationship Id="rId498" Type="http://schemas.openxmlformats.org/officeDocument/2006/relationships/customXml" Target="../ink/ink1869.xml"/><Relationship Id="rId621" Type="http://schemas.openxmlformats.org/officeDocument/2006/relationships/image" Target="../media/image1786.png"/><Relationship Id="rId663" Type="http://schemas.openxmlformats.org/officeDocument/2006/relationships/image" Target="../media/image1807.png"/><Relationship Id="rId13" Type="http://schemas.openxmlformats.org/officeDocument/2006/relationships/image" Target="../media/image1375.png"/><Relationship Id="rId109" Type="http://schemas.openxmlformats.org/officeDocument/2006/relationships/image" Target="../media/image1422.png"/><Relationship Id="rId260" Type="http://schemas.openxmlformats.org/officeDocument/2006/relationships/customXml" Target="../ink/ink1750.xml"/><Relationship Id="rId316" Type="http://schemas.openxmlformats.org/officeDocument/2006/relationships/customXml" Target="../ink/ink1778.xml"/><Relationship Id="rId523" Type="http://schemas.openxmlformats.org/officeDocument/2006/relationships/image" Target="../media/image1737.png"/><Relationship Id="rId719" Type="http://schemas.openxmlformats.org/officeDocument/2006/relationships/image" Target="../media/image1835.png"/><Relationship Id="rId55" Type="http://schemas.openxmlformats.org/officeDocument/2006/relationships/image" Target="../media/image1396.png"/><Relationship Id="rId97" Type="http://schemas.openxmlformats.org/officeDocument/2006/relationships/image" Target="../media/image1416.png"/><Relationship Id="rId120" Type="http://schemas.openxmlformats.org/officeDocument/2006/relationships/customXml" Target="../ink/ink1680.xml"/><Relationship Id="rId358" Type="http://schemas.openxmlformats.org/officeDocument/2006/relationships/customXml" Target="../ink/ink1799.xml"/><Relationship Id="rId565" Type="http://schemas.openxmlformats.org/officeDocument/2006/relationships/image" Target="../media/image1758.png"/><Relationship Id="rId730" Type="http://schemas.openxmlformats.org/officeDocument/2006/relationships/customXml" Target="../ink/ink1985.xml"/><Relationship Id="rId162" Type="http://schemas.openxmlformats.org/officeDocument/2006/relationships/customXml" Target="../ink/ink1701.xml"/><Relationship Id="rId218" Type="http://schemas.openxmlformats.org/officeDocument/2006/relationships/customXml" Target="../ink/ink1729.xml"/><Relationship Id="rId425" Type="http://schemas.openxmlformats.org/officeDocument/2006/relationships/image" Target="../media/image1688.png"/><Relationship Id="rId467" Type="http://schemas.openxmlformats.org/officeDocument/2006/relationships/image" Target="../media/image1709.png"/><Relationship Id="rId632" Type="http://schemas.openxmlformats.org/officeDocument/2006/relationships/customXml" Target="../ink/ink1936.xml"/><Relationship Id="rId271" Type="http://schemas.openxmlformats.org/officeDocument/2006/relationships/image" Target="../media/image1502.png"/><Relationship Id="rId674" Type="http://schemas.openxmlformats.org/officeDocument/2006/relationships/customXml" Target="../ink/ink1957.xml"/><Relationship Id="rId24" Type="http://schemas.openxmlformats.org/officeDocument/2006/relationships/customXml" Target="../ink/ink1632.xml"/><Relationship Id="rId66" Type="http://schemas.openxmlformats.org/officeDocument/2006/relationships/customXml" Target="../ink/ink1653.xml"/><Relationship Id="rId131" Type="http://schemas.openxmlformats.org/officeDocument/2006/relationships/image" Target="../media/image1432.png"/><Relationship Id="rId327" Type="http://schemas.openxmlformats.org/officeDocument/2006/relationships/image" Target="../media/image1639.png"/><Relationship Id="rId369" Type="http://schemas.openxmlformats.org/officeDocument/2006/relationships/image" Target="../media/image1660.png"/><Relationship Id="rId534" Type="http://schemas.openxmlformats.org/officeDocument/2006/relationships/customXml" Target="../ink/ink1887.xml"/><Relationship Id="rId576" Type="http://schemas.openxmlformats.org/officeDocument/2006/relationships/customXml" Target="../ink/ink1908.xml"/><Relationship Id="rId741" Type="http://schemas.openxmlformats.org/officeDocument/2006/relationships/image" Target="../media/image1846.png"/><Relationship Id="rId173" Type="http://schemas.openxmlformats.org/officeDocument/2006/relationships/image" Target="../media/image1453.png"/><Relationship Id="rId229" Type="http://schemas.openxmlformats.org/officeDocument/2006/relationships/image" Target="../media/image1481.png"/><Relationship Id="rId380" Type="http://schemas.openxmlformats.org/officeDocument/2006/relationships/customXml" Target="../ink/ink1810.xml"/><Relationship Id="rId436" Type="http://schemas.openxmlformats.org/officeDocument/2006/relationships/customXml" Target="../ink/ink1838.xml"/><Relationship Id="rId601" Type="http://schemas.openxmlformats.org/officeDocument/2006/relationships/image" Target="../media/image1776.png"/><Relationship Id="rId643" Type="http://schemas.openxmlformats.org/officeDocument/2006/relationships/image" Target="../media/image1797.png"/><Relationship Id="rId240" Type="http://schemas.openxmlformats.org/officeDocument/2006/relationships/customXml" Target="../ink/ink1740.xml"/><Relationship Id="rId478" Type="http://schemas.openxmlformats.org/officeDocument/2006/relationships/customXml" Target="../ink/ink1859.xml"/><Relationship Id="rId685" Type="http://schemas.openxmlformats.org/officeDocument/2006/relationships/image" Target="../media/image1818.png"/><Relationship Id="rId35" Type="http://schemas.openxmlformats.org/officeDocument/2006/relationships/image" Target="../media/image1386.png"/><Relationship Id="rId77" Type="http://schemas.openxmlformats.org/officeDocument/2006/relationships/image" Target="../media/image1407.png"/><Relationship Id="rId100" Type="http://schemas.openxmlformats.org/officeDocument/2006/relationships/customXml" Target="../ink/ink1670.xml"/><Relationship Id="rId282" Type="http://schemas.openxmlformats.org/officeDocument/2006/relationships/customXml" Target="../ink/ink1761.xml"/><Relationship Id="rId338" Type="http://schemas.openxmlformats.org/officeDocument/2006/relationships/customXml" Target="../ink/ink1789.xml"/><Relationship Id="rId503" Type="http://schemas.openxmlformats.org/officeDocument/2006/relationships/image" Target="../media/image1727.png"/><Relationship Id="rId545" Type="http://schemas.openxmlformats.org/officeDocument/2006/relationships/image" Target="../media/image1748.png"/><Relationship Id="rId587" Type="http://schemas.openxmlformats.org/officeDocument/2006/relationships/image" Target="../media/image1769.png"/><Relationship Id="rId710" Type="http://schemas.openxmlformats.org/officeDocument/2006/relationships/customXml" Target="../ink/ink1975.xml"/><Relationship Id="rId752" Type="http://schemas.openxmlformats.org/officeDocument/2006/relationships/customXml" Target="../ink/ink1996.xml"/><Relationship Id="rId8" Type="http://schemas.openxmlformats.org/officeDocument/2006/relationships/customXml" Target="../ink/ink1624.xml"/><Relationship Id="rId142" Type="http://schemas.openxmlformats.org/officeDocument/2006/relationships/customXml" Target="../ink/ink1691.xml"/><Relationship Id="rId184" Type="http://schemas.openxmlformats.org/officeDocument/2006/relationships/customXml" Target="../ink/ink1712.xml"/><Relationship Id="rId391" Type="http://schemas.openxmlformats.org/officeDocument/2006/relationships/image" Target="../media/image1671.png"/><Relationship Id="rId405" Type="http://schemas.openxmlformats.org/officeDocument/2006/relationships/image" Target="../media/image1678.png"/><Relationship Id="rId447" Type="http://schemas.openxmlformats.org/officeDocument/2006/relationships/image" Target="../media/image1699.png"/><Relationship Id="rId612" Type="http://schemas.openxmlformats.org/officeDocument/2006/relationships/customXml" Target="../ink/ink1926.xml"/><Relationship Id="rId251" Type="http://schemas.openxmlformats.org/officeDocument/2006/relationships/image" Target="../media/image1492.png"/><Relationship Id="rId489" Type="http://schemas.openxmlformats.org/officeDocument/2006/relationships/image" Target="../media/image1720.png"/><Relationship Id="rId654" Type="http://schemas.openxmlformats.org/officeDocument/2006/relationships/customXml" Target="../ink/ink1947.xml"/><Relationship Id="rId696" Type="http://schemas.openxmlformats.org/officeDocument/2006/relationships/customXml" Target="../ink/ink1968.xml"/><Relationship Id="rId46" Type="http://schemas.openxmlformats.org/officeDocument/2006/relationships/customXml" Target="../ink/ink1643.xml"/><Relationship Id="rId293" Type="http://schemas.openxmlformats.org/officeDocument/2006/relationships/image" Target="../media/image1622.png"/><Relationship Id="rId307" Type="http://schemas.openxmlformats.org/officeDocument/2006/relationships/image" Target="../media/image1629.png"/><Relationship Id="rId349" Type="http://schemas.openxmlformats.org/officeDocument/2006/relationships/image" Target="../media/image1650.png"/><Relationship Id="rId514" Type="http://schemas.openxmlformats.org/officeDocument/2006/relationships/customXml" Target="../ink/ink1877.xml"/><Relationship Id="rId556" Type="http://schemas.openxmlformats.org/officeDocument/2006/relationships/customXml" Target="../ink/ink1898.xml"/><Relationship Id="rId721" Type="http://schemas.openxmlformats.org/officeDocument/2006/relationships/image" Target="../media/image1836.png"/><Relationship Id="rId763" Type="http://schemas.openxmlformats.org/officeDocument/2006/relationships/image" Target="../media/image1857.png"/><Relationship Id="rId88" Type="http://schemas.openxmlformats.org/officeDocument/2006/relationships/customXml" Target="../ink/ink1664.xml"/><Relationship Id="rId111" Type="http://schemas.openxmlformats.org/officeDocument/2006/relationships/image" Target="../media/image1423.png"/><Relationship Id="rId153" Type="http://schemas.openxmlformats.org/officeDocument/2006/relationships/image" Target="../media/image1443.png"/><Relationship Id="rId195" Type="http://schemas.openxmlformats.org/officeDocument/2006/relationships/image" Target="../media/image1464.png"/><Relationship Id="rId209" Type="http://schemas.openxmlformats.org/officeDocument/2006/relationships/image" Target="../media/image1471.png"/><Relationship Id="rId360" Type="http://schemas.openxmlformats.org/officeDocument/2006/relationships/customXml" Target="../ink/ink1800.xml"/><Relationship Id="rId416" Type="http://schemas.openxmlformats.org/officeDocument/2006/relationships/customXml" Target="../ink/ink1828.xml"/><Relationship Id="rId598" Type="http://schemas.openxmlformats.org/officeDocument/2006/relationships/customXml" Target="../ink/ink1919.xml"/><Relationship Id="rId220" Type="http://schemas.openxmlformats.org/officeDocument/2006/relationships/customXml" Target="../ink/ink1730.xml"/><Relationship Id="rId458" Type="http://schemas.openxmlformats.org/officeDocument/2006/relationships/customXml" Target="../ink/ink1849.xml"/><Relationship Id="rId623" Type="http://schemas.openxmlformats.org/officeDocument/2006/relationships/image" Target="../media/image1787.png"/><Relationship Id="rId665" Type="http://schemas.openxmlformats.org/officeDocument/2006/relationships/image" Target="../media/image1808.png"/><Relationship Id="rId15" Type="http://schemas.openxmlformats.org/officeDocument/2006/relationships/image" Target="../media/image1376.png"/><Relationship Id="rId57" Type="http://schemas.openxmlformats.org/officeDocument/2006/relationships/image" Target="../media/image1397.png"/><Relationship Id="rId262" Type="http://schemas.openxmlformats.org/officeDocument/2006/relationships/customXml" Target="../ink/ink1751.xml"/><Relationship Id="rId318" Type="http://schemas.openxmlformats.org/officeDocument/2006/relationships/customXml" Target="../ink/ink1779.xml"/><Relationship Id="rId525" Type="http://schemas.openxmlformats.org/officeDocument/2006/relationships/image" Target="../media/image1738.png"/><Relationship Id="rId567" Type="http://schemas.openxmlformats.org/officeDocument/2006/relationships/image" Target="../media/image1759.png"/><Relationship Id="rId732" Type="http://schemas.openxmlformats.org/officeDocument/2006/relationships/customXml" Target="../ink/ink1986.xml"/><Relationship Id="rId99" Type="http://schemas.openxmlformats.org/officeDocument/2006/relationships/image" Target="../media/image1417.png"/><Relationship Id="rId122" Type="http://schemas.openxmlformats.org/officeDocument/2006/relationships/customXml" Target="../ink/ink1681.xml"/><Relationship Id="rId164" Type="http://schemas.openxmlformats.org/officeDocument/2006/relationships/customXml" Target="../ink/ink1702.xml"/><Relationship Id="rId371" Type="http://schemas.openxmlformats.org/officeDocument/2006/relationships/image" Target="../media/image1661.png"/><Relationship Id="rId427" Type="http://schemas.openxmlformats.org/officeDocument/2006/relationships/image" Target="../media/image1689.png"/><Relationship Id="rId469" Type="http://schemas.openxmlformats.org/officeDocument/2006/relationships/image" Target="../media/image1710.png"/><Relationship Id="rId634" Type="http://schemas.openxmlformats.org/officeDocument/2006/relationships/customXml" Target="../ink/ink1937.xml"/><Relationship Id="rId676" Type="http://schemas.openxmlformats.org/officeDocument/2006/relationships/customXml" Target="../ink/ink1958.xml"/><Relationship Id="rId26" Type="http://schemas.openxmlformats.org/officeDocument/2006/relationships/customXml" Target="../ink/ink1633.xml"/><Relationship Id="rId231" Type="http://schemas.openxmlformats.org/officeDocument/2006/relationships/image" Target="../media/image1482.png"/><Relationship Id="rId273" Type="http://schemas.openxmlformats.org/officeDocument/2006/relationships/image" Target="../media/image1503.png"/><Relationship Id="rId329" Type="http://schemas.openxmlformats.org/officeDocument/2006/relationships/image" Target="../media/image1640.png"/><Relationship Id="rId480" Type="http://schemas.openxmlformats.org/officeDocument/2006/relationships/customXml" Target="../ink/ink1860.xml"/><Relationship Id="rId536" Type="http://schemas.openxmlformats.org/officeDocument/2006/relationships/customXml" Target="../ink/ink1888.xml"/><Relationship Id="rId701" Type="http://schemas.openxmlformats.org/officeDocument/2006/relationships/image" Target="../media/image1826.png"/><Relationship Id="rId68" Type="http://schemas.openxmlformats.org/officeDocument/2006/relationships/customXml" Target="../ink/ink1654.xml"/><Relationship Id="rId133" Type="http://schemas.openxmlformats.org/officeDocument/2006/relationships/image" Target="../media/image1433.png"/><Relationship Id="rId175" Type="http://schemas.openxmlformats.org/officeDocument/2006/relationships/image" Target="../media/image1454.png"/><Relationship Id="rId340" Type="http://schemas.openxmlformats.org/officeDocument/2006/relationships/customXml" Target="../ink/ink1790.xml"/><Relationship Id="rId578" Type="http://schemas.openxmlformats.org/officeDocument/2006/relationships/customXml" Target="../ink/ink1909.xml"/><Relationship Id="rId743" Type="http://schemas.openxmlformats.org/officeDocument/2006/relationships/image" Target="../media/image1847.png"/><Relationship Id="rId200" Type="http://schemas.openxmlformats.org/officeDocument/2006/relationships/customXml" Target="../ink/ink1720.xml"/><Relationship Id="rId382" Type="http://schemas.openxmlformats.org/officeDocument/2006/relationships/customXml" Target="../ink/ink1811.xml"/><Relationship Id="rId438" Type="http://schemas.openxmlformats.org/officeDocument/2006/relationships/customXml" Target="../ink/ink1839.xml"/><Relationship Id="rId603" Type="http://schemas.openxmlformats.org/officeDocument/2006/relationships/image" Target="../media/image1777.png"/><Relationship Id="rId645" Type="http://schemas.openxmlformats.org/officeDocument/2006/relationships/image" Target="../media/image1798.png"/><Relationship Id="rId687" Type="http://schemas.openxmlformats.org/officeDocument/2006/relationships/image" Target="../media/image1819.png"/><Relationship Id="rId242" Type="http://schemas.openxmlformats.org/officeDocument/2006/relationships/customXml" Target="../ink/ink1741.xml"/><Relationship Id="rId284" Type="http://schemas.openxmlformats.org/officeDocument/2006/relationships/customXml" Target="../ink/ink1762.xml"/><Relationship Id="rId491" Type="http://schemas.openxmlformats.org/officeDocument/2006/relationships/image" Target="../media/image1721.png"/><Relationship Id="rId505" Type="http://schemas.openxmlformats.org/officeDocument/2006/relationships/image" Target="../media/image1728.png"/><Relationship Id="rId712" Type="http://schemas.openxmlformats.org/officeDocument/2006/relationships/customXml" Target="../ink/ink1976.xml"/><Relationship Id="rId37" Type="http://schemas.openxmlformats.org/officeDocument/2006/relationships/image" Target="../media/image1387.png"/><Relationship Id="rId79" Type="http://schemas.openxmlformats.org/officeDocument/2006/relationships/image" Target="../media/image1408.png"/><Relationship Id="rId102" Type="http://schemas.openxmlformats.org/officeDocument/2006/relationships/customXml" Target="../ink/ink1671.xml"/><Relationship Id="rId144" Type="http://schemas.openxmlformats.org/officeDocument/2006/relationships/customXml" Target="../ink/ink1692.xml"/><Relationship Id="rId547" Type="http://schemas.openxmlformats.org/officeDocument/2006/relationships/image" Target="../media/image1749.png"/><Relationship Id="rId589" Type="http://schemas.openxmlformats.org/officeDocument/2006/relationships/image" Target="../media/image1770.png"/><Relationship Id="rId754" Type="http://schemas.openxmlformats.org/officeDocument/2006/relationships/customXml" Target="../ink/ink1997.xml"/><Relationship Id="rId90" Type="http://schemas.openxmlformats.org/officeDocument/2006/relationships/customXml" Target="../ink/ink1665.xml"/><Relationship Id="rId186" Type="http://schemas.openxmlformats.org/officeDocument/2006/relationships/customXml" Target="../ink/ink1713.xml"/><Relationship Id="rId351" Type="http://schemas.openxmlformats.org/officeDocument/2006/relationships/image" Target="../media/image1651.png"/><Relationship Id="rId393" Type="http://schemas.openxmlformats.org/officeDocument/2006/relationships/image" Target="../media/image1672.png"/><Relationship Id="rId407" Type="http://schemas.openxmlformats.org/officeDocument/2006/relationships/image" Target="../media/image1679.png"/><Relationship Id="rId449" Type="http://schemas.openxmlformats.org/officeDocument/2006/relationships/image" Target="../media/image1700.png"/><Relationship Id="rId614" Type="http://schemas.openxmlformats.org/officeDocument/2006/relationships/customXml" Target="../ink/ink1927.xml"/><Relationship Id="rId656" Type="http://schemas.openxmlformats.org/officeDocument/2006/relationships/customXml" Target="../ink/ink1948.xml"/><Relationship Id="rId211" Type="http://schemas.openxmlformats.org/officeDocument/2006/relationships/image" Target="../media/image1472.png"/><Relationship Id="rId253" Type="http://schemas.openxmlformats.org/officeDocument/2006/relationships/image" Target="../media/image1493.png"/><Relationship Id="rId295" Type="http://schemas.openxmlformats.org/officeDocument/2006/relationships/image" Target="../media/image1623.png"/><Relationship Id="rId309" Type="http://schemas.openxmlformats.org/officeDocument/2006/relationships/image" Target="../media/image1630.png"/><Relationship Id="rId460" Type="http://schemas.openxmlformats.org/officeDocument/2006/relationships/customXml" Target="../ink/ink1850.xml"/><Relationship Id="rId516" Type="http://schemas.openxmlformats.org/officeDocument/2006/relationships/customXml" Target="../ink/ink1878.xml"/><Relationship Id="rId698" Type="http://schemas.openxmlformats.org/officeDocument/2006/relationships/customXml" Target="../ink/ink1969.xml"/><Relationship Id="rId48" Type="http://schemas.openxmlformats.org/officeDocument/2006/relationships/customXml" Target="../ink/ink1644.xml"/><Relationship Id="rId113" Type="http://schemas.openxmlformats.org/officeDocument/2006/relationships/image" Target="../media/image1317.png"/><Relationship Id="rId320" Type="http://schemas.openxmlformats.org/officeDocument/2006/relationships/customXml" Target="../ink/ink1780.xml"/><Relationship Id="rId558" Type="http://schemas.openxmlformats.org/officeDocument/2006/relationships/customXml" Target="../ink/ink1899.xml"/><Relationship Id="rId723" Type="http://schemas.openxmlformats.org/officeDocument/2006/relationships/image" Target="../media/image1837.png"/><Relationship Id="rId155" Type="http://schemas.openxmlformats.org/officeDocument/2006/relationships/image" Target="../media/image1444.png"/><Relationship Id="rId197" Type="http://schemas.openxmlformats.org/officeDocument/2006/relationships/image" Target="../media/image1465.png"/><Relationship Id="rId362" Type="http://schemas.openxmlformats.org/officeDocument/2006/relationships/customXml" Target="../ink/ink1801.xml"/><Relationship Id="rId418" Type="http://schemas.openxmlformats.org/officeDocument/2006/relationships/customXml" Target="../ink/ink1829.xml"/><Relationship Id="rId625" Type="http://schemas.openxmlformats.org/officeDocument/2006/relationships/image" Target="../media/image1788.png"/><Relationship Id="rId222" Type="http://schemas.openxmlformats.org/officeDocument/2006/relationships/customXml" Target="../ink/ink1731.xml"/><Relationship Id="rId264" Type="http://schemas.openxmlformats.org/officeDocument/2006/relationships/customXml" Target="../ink/ink1752.xml"/><Relationship Id="rId471" Type="http://schemas.openxmlformats.org/officeDocument/2006/relationships/image" Target="../media/image1711.png"/><Relationship Id="rId667" Type="http://schemas.openxmlformats.org/officeDocument/2006/relationships/image" Target="../media/image1809.png"/><Relationship Id="rId17" Type="http://schemas.openxmlformats.org/officeDocument/2006/relationships/image" Target="../media/image1377.png"/><Relationship Id="rId59" Type="http://schemas.openxmlformats.org/officeDocument/2006/relationships/image" Target="../media/image1398.png"/><Relationship Id="rId124" Type="http://schemas.openxmlformats.org/officeDocument/2006/relationships/customXml" Target="../ink/ink1682.xml"/><Relationship Id="rId527" Type="http://schemas.openxmlformats.org/officeDocument/2006/relationships/image" Target="../media/image1739.png"/><Relationship Id="rId569" Type="http://schemas.openxmlformats.org/officeDocument/2006/relationships/image" Target="../media/image1760.png"/><Relationship Id="rId734" Type="http://schemas.openxmlformats.org/officeDocument/2006/relationships/customXml" Target="../ink/ink1987.xml"/><Relationship Id="rId70" Type="http://schemas.openxmlformats.org/officeDocument/2006/relationships/customXml" Target="../ink/ink1655.xml"/><Relationship Id="rId166" Type="http://schemas.openxmlformats.org/officeDocument/2006/relationships/customXml" Target="../ink/ink1703.xml"/><Relationship Id="rId331" Type="http://schemas.openxmlformats.org/officeDocument/2006/relationships/image" Target="../media/image1641.png"/><Relationship Id="rId373" Type="http://schemas.openxmlformats.org/officeDocument/2006/relationships/image" Target="../media/image1662.png"/><Relationship Id="rId429" Type="http://schemas.openxmlformats.org/officeDocument/2006/relationships/image" Target="../media/image1690.png"/><Relationship Id="rId580" Type="http://schemas.openxmlformats.org/officeDocument/2006/relationships/customXml" Target="../ink/ink1910.xml"/><Relationship Id="rId636" Type="http://schemas.openxmlformats.org/officeDocument/2006/relationships/customXml" Target="../ink/ink1938.xml"/><Relationship Id="rId1" Type="http://schemas.openxmlformats.org/officeDocument/2006/relationships/slideLayout" Target="../slideLayouts/slideLayout6.xml"/><Relationship Id="rId233" Type="http://schemas.openxmlformats.org/officeDocument/2006/relationships/image" Target="../media/image1483.png"/><Relationship Id="rId440" Type="http://schemas.openxmlformats.org/officeDocument/2006/relationships/customXml" Target="../ink/ink1840.xml"/><Relationship Id="rId678" Type="http://schemas.openxmlformats.org/officeDocument/2006/relationships/customXml" Target="../ink/ink1959.xml"/><Relationship Id="rId28" Type="http://schemas.openxmlformats.org/officeDocument/2006/relationships/customXml" Target="../ink/ink1634.xml"/><Relationship Id="rId275" Type="http://schemas.openxmlformats.org/officeDocument/2006/relationships/image" Target="../media/image1504.png"/><Relationship Id="rId300" Type="http://schemas.openxmlformats.org/officeDocument/2006/relationships/customXml" Target="../ink/ink1770.xml"/><Relationship Id="rId482" Type="http://schemas.openxmlformats.org/officeDocument/2006/relationships/customXml" Target="../ink/ink1861.xml"/><Relationship Id="rId538" Type="http://schemas.openxmlformats.org/officeDocument/2006/relationships/customXml" Target="../ink/ink1889.xml"/><Relationship Id="rId703" Type="http://schemas.openxmlformats.org/officeDocument/2006/relationships/image" Target="../media/image1827.png"/><Relationship Id="rId745" Type="http://schemas.openxmlformats.org/officeDocument/2006/relationships/image" Target="../media/image1848.png"/><Relationship Id="rId81" Type="http://schemas.openxmlformats.org/officeDocument/2006/relationships/image" Target="../media/image1409.png"/><Relationship Id="rId135" Type="http://schemas.openxmlformats.org/officeDocument/2006/relationships/image" Target="../media/image1434.png"/><Relationship Id="rId177" Type="http://schemas.openxmlformats.org/officeDocument/2006/relationships/image" Target="../media/image1455.png"/><Relationship Id="rId342" Type="http://schemas.openxmlformats.org/officeDocument/2006/relationships/customXml" Target="../ink/ink1791.xml"/><Relationship Id="rId384" Type="http://schemas.openxmlformats.org/officeDocument/2006/relationships/customXml" Target="../ink/ink1812.xml"/><Relationship Id="rId591" Type="http://schemas.openxmlformats.org/officeDocument/2006/relationships/image" Target="../media/image1771.png"/><Relationship Id="rId605" Type="http://schemas.openxmlformats.org/officeDocument/2006/relationships/image" Target="../media/image1778.png"/><Relationship Id="rId202" Type="http://schemas.openxmlformats.org/officeDocument/2006/relationships/customXml" Target="../ink/ink1721.xml"/><Relationship Id="rId244" Type="http://schemas.openxmlformats.org/officeDocument/2006/relationships/customXml" Target="../ink/ink1742.xml"/><Relationship Id="rId647" Type="http://schemas.openxmlformats.org/officeDocument/2006/relationships/image" Target="../media/image1799.png"/><Relationship Id="rId689" Type="http://schemas.openxmlformats.org/officeDocument/2006/relationships/image" Target="../media/image1820.png"/><Relationship Id="rId39" Type="http://schemas.openxmlformats.org/officeDocument/2006/relationships/image" Target="../media/image1388.png"/><Relationship Id="rId286" Type="http://schemas.openxmlformats.org/officeDocument/2006/relationships/customXml" Target="../ink/ink1763.xml"/><Relationship Id="rId451" Type="http://schemas.openxmlformats.org/officeDocument/2006/relationships/image" Target="../media/image1701.png"/><Relationship Id="rId493" Type="http://schemas.openxmlformats.org/officeDocument/2006/relationships/image" Target="../media/image1722.png"/><Relationship Id="rId507" Type="http://schemas.openxmlformats.org/officeDocument/2006/relationships/image" Target="../media/image1729.png"/><Relationship Id="rId549" Type="http://schemas.openxmlformats.org/officeDocument/2006/relationships/image" Target="../media/image1750.png"/><Relationship Id="rId714" Type="http://schemas.openxmlformats.org/officeDocument/2006/relationships/customXml" Target="../ink/ink1977.xml"/><Relationship Id="rId756" Type="http://schemas.openxmlformats.org/officeDocument/2006/relationships/customXml" Target="../ink/ink1998.xml"/><Relationship Id="rId50" Type="http://schemas.openxmlformats.org/officeDocument/2006/relationships/customXml" Target="../ink/ink1645.xml"/><Relationship Id="rId104" Type="http://schemas.openxmlformats.org/officeDocument/2006/relationships/customXml" Target="../ink/ink1672.xml"/><Relationship Id="rId146" Type="http://schemas.openxmlformats.org/officeDocument/2006/relationships/customXml" Target="../ink/ink1693.xml"/><Relationship Id="rId188" Type="http://schemas.openxmlformats.org/officeDocument/2006/relationships/customXml" Target="../ink/ink1714.xml"/><Relationship Id="rId311" Type="http://schemas.openxmlformats.org/officeDocument/2006/relationships/image" Target="../media/image1631.png"/><Relationship Id="rId353" Type="http://schemas.openxmlformats.org/officeDocument/2006/relationships/image" Target="../media/image1652.png"/><Relationship Id="rId395" Type="http://schemas.openxmlformats.org/officeDocument/2006/relationships/image" Target="../media/image1673.png"/><Relationship Id="rId409" Type="http://schemas.openxmlformats.org/officeDocument/2006/relationships/image" Target="../media/image1680.png"/><Relationship Id="rId560" Type="http://schemas.openxmlformats.org/officeDocument/2006/relationships/customXml" Target="../ink/ink1900.xml"/><Relationship Id="rId92" Type="http://schemas.openxmlformats.org/officeDocument/2006/relationships/customXml" Target="../ink/ink1666.xml"/><Relationship Id="rId213" Type="http://schemas.openxmlformats.org/officeDocument/2006/relationships/image" Target="../media/image1473.png"/><Relationship Id="rId420" Type="http://schemas.openxmlformats.org/officeDocument/2006/relationships/customXml" Target="../ink/ink1830.xml"/><Relationship Id="rId616" Type="http://schemas.openxmlformats.org/officeDocument/2006/relationships/customXml" Target="../ink/ink1928.xml"/><Relationship Id="rId658" Type="http://schemas.openxmlformats.org/officeDocument/2006/relationships/customXml" Target="../ink/ink1949.xml"/><Relationship Id="rId255" Type="http://schemas.openxmlformats.org/officeDocument/2006/relationships/image" Target="../media/image1494.png"/><Relationship Id="rId297" Type="http://schemas.openxmlformats.org/officeDocument/2006/relationships/image" Target="../media/image1624.png"/><Relationship Id="rId462" Type="http://schemas.openxmlformats.org/officeDocument/2006/relationships/customXml" Target="../ink/ink1851.xml"/><Relationship Id="rId518" Type="http://schemas.openxmlformats.org/officeDocument/2006/relationships/customXml" Target="../ink/ink1879.xml"/><Relationship Id="rId725" Type="http://schemas.openxmlformats.org/officeDocument/2006/relationships/image" Target="../media/image1838.png"/><Relationship Id="rId115" Type="http://schemas.openxmlformats.org/officeDocument/2006/relationships/image" Target="../media/image1424.png"/><Relationship Id="rId157" Type="http://schemas.openxmlformats.org/officeDocument/2006/relationships/image" Target="../media/image1445.png"/><Relationship Id="rId322" Type="http://schemas.openxmlformats.org/officeDocument/2006/relationships/customXml" Target="../ink/ink1781.xml"/><Relationship Id="rId364" Type="http://schemas.openxmlformats.org/officeDocument/2006/relationships/customXml" Target="../ink/ink1802.xml"/><Relationship Id="rId61" Type="http://schemas.openxmlformats.org/officeDocument/2006/relationships/image" Target="../media/image1399.png"/><Relationship Id="rId199" Type="http://schemas.openxmlformats.org/officeDocument/2006/relationships/image" Target="../media/image1466.png"/><Relationship Id="rId571" Type="http://schemas.openxmlformats.org/officeDocument/2006/relationships/image" Target="../media/image1761.png"/><Relationship Id="rId627" Type="http://schemas.openxmlformats.org/officeDocument/2006/relationships/image" Target="../media/image1789.png"/><Relationship Id="rId669" Type="http://schemas.openxmlformats.org/officeDocument/2006/relationships/image" Target="../media/image1810.png"/><Relationship Id="rId19" Type="http://schemas.openxmlformats.org/officeDocument/2006/relationships/image" Target="../media/image1378.png"/><Relationship Id="rId224" Type="http://schemas.openxmlformats.org/officeDocument/2006/relationships/customXml" Target="../ink/ink1732.xml"/><Relationship Id="rId266" Type="http://schemas.openxmlformats.org/officeDocument/2006/relationships/customXml" Target="../ink/ink1753.xml"/><Relationship Id="rId431" Type="http://schemas.openxmlformats.org/officeDocument/2006/relationships/image" Target="../media/image1691.png"/><Relationship Id="rId473" Type="http://schemas.openxmlformats.org/officeDocument/2006/relationships/image" Target="../media/image1712.png"/><Relationship Id="rId529" Type="http://schemas.openxmlformats.org/officeDocument/2006/relationships/image" Target="../media/image1740.png"/><Relationship Id="rId680" Type="http://schemas.openxmlformats.org/officeDocument/2006/relationships/customXml" Target="../ink/ink1960.xml"/><Relationship Id="rId736" Type="http://schemas.openxmlformats.org/officeDocument/2006/relationships/customXml" Target="../ink/ink1988.xml"/><Relationship Id="rId30" Type="http://schemas.openxmlformats.org/officeDocument/2006/relationships/customXml" Target="../ink/ink1635.xml"/><Relationship Id="rId126" Type="http://schemas.openxmlformats.org/officeDocument/2006/relationships/customXml" Target="../ink/ink1683.xml"/><Relationship Id="rId168" Type="http://schemas.openxmlformats.org/officeDocument/2006/relationships/customXml" Target="../ink/ink1704.xml"/><Relationship Id="rId333" Type="http://schemas.openxmlformats.org/officeDocument/2006/relationships/image" Target="../media/image1642.png"/><Relationship Id="rId540" Type="http://schemas.openxmlformats.org/officeDocument/2006/relationships/customXml" Target="../ink/ink1890.xml"/><Relationship Id="rId72" Type="http://schemas.openxmlformats.org/officeDocument/2006/relationships/customXml" Target="../ink/ink1656.xml"/><Relationship Id="rId375" Type="http://schemas.openxmlformats.org/officeDocument/2006/relationships/image" Target="../media/image1663.png"/><Relationship Id="rId582" Type="http://schemas.openxmlformats.org/officeDocument/2006/relationships/customXml" Target="../ink/ink1911.xml"/><Relationship Id="rId638" Type="http://schemas.openxmlformats.org/officeDocument/2006/relationships/customXml" Target="../ink/ink1939.xml"/><Relationship Id="rId3" Type="http://schemas.openxmlformats.org/officeDocument/2006/relationships/image" Target="../media/image1370.png"/><Relationship Id="rId235" Type="http://schemas.openxmlformats.org/officeDocument/2006/relationships/image" Target="../media/image1484.png"/><Relationship Id="rId277" Type="http://schemas.openxmlformats.org/officeDocument/2006/relationships/image" Target="../media/image1505.png"/><Relationship Id="rId400" Type="http://schemas.openxmlformats.org/officeDocument/2006/relationships/customXml" Target="../ink/ink1820.xml"/><Relationship Id="rId442" Type="http://schemas.openxmlformats.org/officeDocument/2006/relationships/customXml" Target="../ink/ink1841.xml"/><Relationship Id="rId484" Type="http://schemas.openxmlformats.org/officeDocument/2006/relationships/customXml" Target="../ink/ink1862.xml"/><Relationship Id="rId705" Type="http://schemas.openxmlformats.org/officeDocument/2006/relationships/image" Target="../media/image1828.png"/><Relationship Id="rId137" Type="http://schemas.openxmlformats.org/officeDocument/2006/relationships/image" Target="../media/image1435.png"/><Relationship Id="rId302" Type="http://schemas.openxmlformats.org/officeDocument/2006/relationships/customXml" Target="../ink/ink1771.xml"/><Relationship Id="rId344" Type="http://schemas.openxmlformats.org/officeDocument/2006/relationships/customXml" Target="../ink/ink1792.xml"/><Relationship Id="rId691" Type="http://schemas.openxmlformats.org/officeDocument/2006/relationships/image" Target="../media/image1821.png"/><Relationship Id="rId747" Type="http://schemas.openxmlformats.org/officeDocument/2006/relationships/image" Target="../media/image1849.png"/><Relationship Id="rId41" Type="http://schemas.openxmlformats.org/officeDocument/2006/relationships/image" Target="../media/image1389.png"/><Relationship Id="rId83" Type="http://schemas.openxmlformats.org/officeDocument/2006/relationships/image" Target="../media/image1410.png"/><Relationship Id="rId179" Type="http://schemas.openxmlformats.org/officeDocument/2006/relationships/image" Target="../media/image1456.png"/><Relationship Id="rId386" Type="http://schemas.openxmlformats.org/officeDocument/2006/relationships/customXml" Target="../ink/ink1813.xml"/><Relationship Id="rId551" Type="http://schemas.openxmlformats.org/officeDocument/2006/relationships/image" Target="../media/image1751.png"/><Relationship Id="rId593" Type="http://schemas.openxmlformats.org/officeDocument/2006/relationships/image" Target="../media/image1772.png"/><Relationship Id="rId607" Type="http://schemas.openxmlformats.org/officeDocument/2006/relationships/image" Target="../media/image1779.png"/><Relationship Id="rId649" Type="http://schemas.openxmlformats.org/officeDocument/2006/relationships/image" Target="../media/image1800.png"/><Relationship Id="rId190" Type="http://schemas.openxmlformats.org/officeDocument/2006/relationships/customXml" Target="../ink/ink1715.xml"/><Relationship Id="rId204" Type="http://schemas.openxmlformats.org/officeDocument/2006/relationships/customXml" Target="../ink/ink1722.xml"/><Relationship Id="rId246" Type="http://schemas.openxmlformats.org/officeDocument/2006/relationships/customXml" Target="../ink/ink1743.xml"/><Relationship Id="rId288" Type="http://schemas.openxmlformats.org/officeDocument/2006/relationships/customXml" Target="../ink/ink1764.xml"/><Relationship Id="rId411" Type="http://schemas.openxmlformats.org/officeDocument/2006/relationships/image" Target="../media/image1681.png"/><Relationship Id="rId453" Type="http://schemas.openxmlformats.org/officeDocument/2006/relationships/image" Target="../media/image1702.png"/><Relationship Id="rId509" Type="http://schemas.openxmlformats.org/officeDocument/2006/relationships/image" Target="../media/image1730.png"/><Relationship Id="rId660" Type="http://schemas.openxmlformats.org/officeDocument/2006/relationships/customXml" Target="../ink/ink1950.xml"/><Relationship Id="rId106" Type="http://schemas.openxmlformats.org/officeDocument/2006/relationships/customXml" Target="../ink/ink1673.xml"/><Relationship Id="rId313" Type="http://schemas.openxmlformats.org/officeDocument/2006/relationships/image" Target="../media/image1632.png"/><Relationship Id="rId495" Type="http://schemas.openxmlformats.org/officeDocument/2006/relationships/image" Target="../media/image1723.png"/><Relationship Id="rId716" Type="http://schemas.openxmlformats.org/officeDocument/2006/relationships/customXml" Target="../ink/ink1978.xml"/><Relationship Id="rId758" Type="http://schemas.openxmlformats.org/officeDocument/2006/relationships/customXml" Target="../ink/ink1999.xml"/><Relationship Id="rId10" Type="http://schemas.openxmlformats.org/officeDocument/2006/relationships/customXml" Target="../ink/ink1625.xml"/><Relationship Id="rId52" Type="http://schemas.openxmlformats.org/officeDocument/2006/relationships/customXml" Target="../ink/ink1646.xml"/><Relationship Id="rId94" Type="http://schemas.openxmlformats.org/officeDocument/2006/relationships/customXml" Target="../ink/ink1667.xml"/><Relationship Id="rId148" Type="http://schemas.openxmlformats.org/officeDocument/2006/relationships/customXml" Target="../ink/ink1694.xml"/><Relationship Id="rId355" Type="http://schemas.openxmlformats.org/officeDocument/2006/relationships/image" Target="../media/image1653.png"/><Relationship Id="rId397" Type="http://schemas.openxmlformats.org/officeDocument/2006/relationships/image" Target="../media/image1674.png"/><Relationship Id="rId520" Type="http://schemas.openxmlformats.org/officeDocument/2006/relationships/customXml" Target="../ink/ink1880.xml"/><Relationship Id="rId562" Type="http://schemas.openxmlformats.org/officeDocument/2006/relationships/customXml" Target="../ink/ink1901.xml"/><Relationship Id="rId618" Type="http://schemas.openxmlformats.org/officeDocument/2006/relationships/customXml" Target="../ink/ink1929.xml"/><Relationship Id="rId215" Type="http://schemas.openxmlformats.org/officeDocument/2006/relationships/image" Target="../media/image1474.png"/><Relationship Id="rId257" Type="http://schemas.openxmlformats.org/officeDocument/2006/relationships/image" Target="../media/image1495.png"/><Relationship Id="rId422" Type="http://schemas.openxmlformats.org/officeDocument/2006/relationships/customXml" Target="../ink/ink1831.xml"/><Relationship Id="rId464" Type="http://schemas.openxmlformats.org/officeDocument/2006/relationships/customXml" Target="../ink/ink1852.xml"/><Relationship Id="rId299" Type="http://schemas.openxmlformats.org/officeDocument/2006/relationships/image" Target="../media/image1625.png"/><Relationship Id="rId727" Type="http://schemas.openxmlformats.org/officeDocument/2006/relationships/image" Target="../media/image1839.png"/><Relationship Id="rId63" Type="http://schemas.openxmlformats.org/officeDocument/2006/relationships/image" Target="../media/image1400.png"/><Relationship Id="rId159" Type="http://schemas.openxmlformats.org/officeDocument/2006/relationships/image" Target="../media/image1446.png"/><Relationship Id="rId366" Type="http://schemas.openxmlformats.org/officeDocument/2006/relationships/customXml" Target="../ink/ink1803.xml"/><Relationship Id="rId573" Type="http://schemas.openxmlformats.org/officeDocument/2006/relationships/image" Target="../media/image1762.png"/><Relationship Id="rId226" Type="http://schemas.openxmlformats.org/officeDocument/2006/relationships/customXml" Target="../ink/ink1733.xml"/><Relationship Id="rId433" Type="http://schemas.openxmlformats.org/officeDocument/2006/relationships/image" Target="../media/image1692.png"/><Relationship Id="rId640" Type="http://schemas.openxmlformats.org/officeDocument/2006/relationships/customXml" Target="../ink/ink1940.xml"/><Relationship Id="rId738" Type="http://schemas.openxmlformats.org/officeDocument/2006/relationships/customXml" Target="../ink/ink1989.xml"/><Relationship Id="rId74" Type="http://schemas.openxmlformats.org/officeDocument/2006/relationships/customXml" Target="../ink/ink1657.xml"/><Relationship Id="rId377" Type="http://schemas.openxmlformats.org/officeDocument/2006/relationships/image" Target="../media/image1664.png"/><Relationship Id="rId500" Type="http://schemas.openxmlformats.org/officeDocument/2006/relationships/customXml" Target="../ink/ink1870.xml"/><Relationship Id="rId584" Type="http://schemas.openxmlformats.org/officeDocument/2006/relationships/customXml" Target="../ink/ink1912.xml"/><Relationship Id="rId5" Type="http://schemas.openxmlformats.org/officeDocument/2006/relationships/image" Target="../media/image1371.png"/><Relationship Id="rId237" Type="http://schemas.openxmlformats.org/officeDocument/2006/relationships/image" Target="../media/image1485.png"/><Relationship Id="rId444" Type="http://schemas.openxmlformats.org/officeDocument/2006/relationships/customXml" Target="../ink/ink1842.xml"/><Relationship Id="rId651" Type="http://schemas.openxmlformats.org/officeDocument/2006/relationships/image" Target="../media/image1801.png"/><Relationship Id="rId749" Type="http://schemas.openxmlformats.org/officeDocument/2006/relationships/image" Target="../media/image1850.png"/><Relationship Id="rId290" Type="http://schemas.openxmlformats.org/officeDocument/2006/relationships/customXml" Target="../ink/ink1765.xml"/><Relationship Id="rId304" Type="http://schemas.openxmlformats.org/officeDocument/2006/relationships/customXml" Target="../ink/ink1772.xml"/><Relationship Id="rId388" Type="http://schemas.openxmlformats.org/officeDocument/2006/relationships/customXml" Target="../ink/ink1814.xml"/><Relationship Id="rId511" Type="http://schemas.openxmlformats.org/officeDocument/2006/relationships/image" Target="../media/image1731.png"/><Relationship Id="rId609" Type="http://schemas.openxmlformats.org/officeDocument/2006/relationships/image" Target="../media/image1780.png"/><Relationship Id="rId85" Type="http://schemas.openxmlformats.org/officeDocument/2006/relationships/image" Target="../media/image1411.png"/><Relationship Id="rId150" Type="http://schemas.openxmlformats.org/officeDocument/2006/relationships/customXml" Target="../ink/ink1695.xml"/><Relationship Id="rId595" Type="http://schemas.openxmlformats.org/officeDocument/2006/relationships/image" Target="../media/image1773.png"/><Relationship Id="rId248" Type="http://schemas.openxmlformats.org/officeDocument/2006/relationships/customXml" Target="../ink/ink1744.xml"/><Relationship Id="rId455" Type="http://schemas.openxmlformats.org/officeDocument/2006/relationships/image" Target="../media/image1703.png"/><Relationship Id="rId662" Type="http://schemas.openxmlformats.org/officeDocument/2006/relationships/customXml" Target="../ink/ink1951.xml"/><Relationship Id="rId12" Type="http://schemas.openxmlformats.org/officeDocument/2006/relationships/customXml" Target="../ink/ink1626.xml"/><Relationship Id="rId108" Type="http://schemas.openxmlformats.org/officeDocument/2006/relationships/customXml" Target="../ink/ink1674.xml"/><Relationship Id="rId315" Type="http://schemas.openxmlformats.org/officeDocument/2006/relationships/image" Target="../media/image1633.png"/><Relationship Id="rId522" Type="http://schemas.openxmlformats.org/officeDocument/2006/relationships/customXml" Target="../ink/ink1881.xml"/><Relationship Id="rId96" Type="http://schemas.openxmlformats.org/officeDocument/2006/relationships/customXml" Target="../ink/ink1668.xml"/><Relationship Id="rId161" Type="http://schemas.openxmlformats.org/officeDocument/2006/relationships/image" Target="../media/image1447.png"/><Relationship Id="rId399" Type="http://schemas.openxmlformats.org/officeDocument/2006/relationships/image" Target="../media/image1675.png"/><Relationship Id="rId259" Type="http://schemas.openxmlformats.org/officeDocument/2006/relationships/image" Target="../media/image1496.png"/><Relationship Id="rId466" Type="http://schemas.openxmlformats.org/officeDocument/2006/relationships/customXml" Target="../ink/ink1853.xml"/><Relationship Id="rId673" Type="http://schemas.openxmlformats.org/officeDocument/2006/relationships/image" Target="../media/image1812.png"/><Relationship Id="rId23" Type="http://schemas.openxmlformats.org/officeDocument/2006/relationships/image" Target="../media/image1380.png"/><Relationship Id="rId119" Type="http://schemas.openxmlformats.org/officeDocument/2006/relationships/image" Target="../media/image1426.png"/><Relationship Id="rId326" Type="http://schemas.openxmlformats.org/officeDocument/2006/relationships/customXml" Target="../ink/ink1783.xml"/><Relationship Id="rId533" Type="http://schemas.openxmlformats.org/officeDocument/2006/relationships/image" Target="../media/image1742.png"/><Relationship Id="rId740" Type="http://schemas.openxmlformats.org/officeDocument/2006/relationships/customXml" Target="../ink/ink1990.xml"/><Relationship Id="rId172" Type="http://schemas.openxmlformats.org/officeDocument/2006/relationships/customXml" Target="../ink/ink1706.xml"/><Relationship Id="rId477" Type="http://schemas.openxmlformats.org/officeDocument/2006/relationships/image" Target="../media/image1714.png"/><Relationship Id="rId600" Type="http://schemas.openxmlformats.org/officeDocument/2006/relationships/customXml" Target="../ink/ink1920.xml"/><Relationship Id="rId684" Type="http://schemas.openxmlformats.org/officeDocument/2006/relationships/customXml" Target="../ink/ink1962.xml"/><Relationship Id="rId337" Type="http://schemas.openxmlformats.org/officeDocument/2006/relationships/image" Target="../media/image1644.png"/><Relationship Id="rId34" Type="http://schemas.openxmlformats.org/officeDocument/2006/relationships/customXml" Target="../ink/ink1637.xml"/><Relationship Id="rId544" Type="http://schemas.openxmlformats.org/officeDocument/2006/relationships/customXml" Target="../ink/ink1892.xml"/><Relationship Id="rId751" Type="http://schemas.openxmlformats.org/officeDocument/2006/relationships/image" Target="../media/image1851.png"/><Relationship Id="rId183" Type="http://schemas.openxmlformats.org/officeDocument/2006/relationships/image" Target="../media/image1458.png"/><Relationship Id="rId390" Type="http://schemas.openxmlformats.org/officeDocument/2006/relationships/customXml" Target="../ink/ink1815.xml"/><Relationship Id="rId404" Type="http://schemas.openxmlformats.org/officeDocument/2006/relationships/customXml" Target="../ink/ink1822.xml"/><Relationship Id="rId611" Type="http://schemas.openxmlformats.org/officeDocument/2006/relationships/image" Target="../media/image1781.png"/><Relationship Id="rId250" Type="http://schemas.openxmlformats.org/officeDocument/2006/relationships/customXml" Target="../ink/ink1745.xml"/><Relationship Id="rId488" Type="http://schemas.openxmlformats.org/officeDocument/2006/relationships/customXml" Target="../ink/ink1864.xml"/><Relationship Id="rId695" Type="http://schemas.openxmlformats.org/officeDocument/2006/relationships/image" Target="../media/image1823.png"/><Relationship Id="rId709" Type="http://schemas.openxmlformats.org/officeDocument/2006/relationships/image" Target="../media/image1830.png"/><Relationship Id="rId45" Type="http://schemas.openxmlformats.org/officeDocument/2006/relationships/image" Target="../media/image1391.png"/><Relationship Id="rId110" Type="http://schemas.openxmlformats.org/officeDocument/2006/relationships/customXml" Target="../ink/ink1675.xml"/><Relationship Id="rId348" Type="http://schemas.openxmlformats.org/officeDocument/2006/relationships/customXml" Target="../ink/ink1794.xml"/><Relationship Id="rId555" Type="http://schemas.openxmlformats.org/officeDocument/2006/relationships/image" Target="../media/image1753.png"/><Relationship Id="rId762" Type="http://schemas.openxmlformats.org/officeDocument/2006/relationships/customXml" Target="../ink/ink2001.xml"/><Relationship Id="rId194" Type="http://schemas.openxmlformats.org/officeDocument/2006/relationships/customXml" Target="../ink/ink1717.xml"/><Relationship Id="rId208" Type="http://schemas.openxmlformats.org/officeDocument/2006/relationships/customXml" Target="../ink/ink1724.xml"/><Relationship Id="rId415" Type="http://schemas.openxmlformats.org/officeDocument/2006/relationships/image" Target="../media/image1683.png"/><Relationship Id="rId622" Type="http://schemas.openxmlformats.org/officeDocument/2006/relationships/customXml" Target="../ink/ink1931.xml"/><Relationship Id="rId261" Type="http://schemas.openxmlformats.org/officeDocument/2006/relationships/image" Target="../media/image1497.png"/><Relationship Id="rId499" Type="http://schemas.openxmlformats.org/officeDocument/2006/relationships/image" Target="../media/image1725.png"/><Relationship Id="rId56" Type="http://schemas.openxmlformats.org/officeDocument/2006/relationships/customXml" Target="../ink/ink1648.xml"/><Relationship Id="rId359" Type="http://schemas.openxmlformats.org/officeDocument/2006/relationships/image" Target="../media/image1655.png"/><Relationship Id="rId566" Type="http://schemas.openxmlformats.org/officeDocument/2006/relationships/customXml" Target="../ink/ink1903.xml"/><Relationship Id="rId121" Type="http://schemas.openxmlformats.org/officeDocument/2006/relationships/image" Target="../media/image1427.png"/><Relationship Id="rId219" Type="http://schemas.openxmlformats.org/officeDocument/2006/relationships/image" Target="../media/image1476.png"/><Relationship Id="rId426" Type="http://schemas.openxmlformats.org/officeDocument/2006/relationships/customXml" Target="../ink/ink1833.xml"/><Relationship Id="rId633" Type="http://schemas.openxmlformats.org/officeDocument/2006/relationships/image" Target="../media/image1792.png"/><Relationship Id="rId67" Type="http://schemas.openxmlformats.org/officeDocument/2006/relationships/image" Target="../media/image1402.png"/><Relationship Id="rId272" Type="http://schemas.openxmlformats.org/officeDocument/2006/relationships/customXml" Target="../ink/ink1756.xml"/><Relationship Id="rId577" Type="http://schemas.openxmlformats.org/officeDocument/2006/relationships/image" Target="../media/image1764.png"/><Relationship Id="rId700" Type="http://schemas.openxmlformats.org/officeDocument/2006/relationships/customXml" Target="../ink/ink1970.xml"/><Relationship Id="rId132" Type="http://schemas.openxmlformats.org/officeDocument/2006/relationships/customXml" Target="../ink/ink1686.xml"/><Relationship Id="rId437" Type="http://schemas.openxmlformats.org/officeDocument/2006/relationships/image" Target="../media/image1694.png"/><Relationship Id="rId644" Type="http://schemas.openxmlformats.org/officeDocument/2006/relationships/customXml" Target="../ink/ink1942.xml"/><Relationship Id="rId283" Type="http://schemas.openxmlformats.org/officeDocument/2006/relationships/image" Target="../media/image1617.png"/><Relationship Id="rId490" Type="http://schemas.openxmlformats.org/officeDocument/2006/relationships/customXml" Target="../ink/ink1865.xml"/><Relationship Id="rId504" Type="http://schemas.openxmlformats.org/officeDocument/2006/relationships/customXml" Target="../ink/ink1872.xml"/><Relationship Id="rId711" Type="http://schemas.openxmlformats.org/officeDocument/2006/relationships/image" Target="../media/image1831.png"/><Relationship Id="rId78" Type="http://schemas.openxmlformats.org/officeDocument/2006/relationships/customXml" Target="../ink/ink1659.xml"/><Relationship Id="rId143" Type="http://schemas.openxmlformats.org/officeDocument/2006/relationships/image" Target="../media/image1438.png"/><Relationship Id="rId350" Type="http://schemas.openxmlformats.org/officeDocument/2006/relationships/customXml" Target="../ink/ink1795.xml"/><Relationship Id="rId588" Type="http://schemas.openxmlformats.org/officeDocument/2006/relationships/customXml" Target="../ink/ink1914.xml"/><Relationship Id="rId9" Type="http://schemas.openxmlformats.org/officeDocument/2006/relationships/image" Target="../media/image1373.png"/><Relationship Id="rId210" Type="http://schemas.openxmlformats.org/officeDocument/2006/relationships/customXml" Target="../ink/ink1725.xml"/><Relationship Id="rId448" Type="http://schemas.openxmlformats.org/officeDocument/2006/relationships/customXml" Target="../ink/ink1844.xml"/><Relationship Id="rId655" Type="http://schemas.openxmlformats.org/officeDocument/2006/relationships/image" Target="../media/image1803.png"/><Relationship Id="rId294" Type="http://schemas.openxmlformats.org/officeDocument/2006/relationships/customXml" Target="../ink/ink1767.xml"/><Relationship Id="rId308" Type="http://schemas.openxmlformats.org/officeDocument/2006/relationships/customXml" Target="../ink/ink1774.xml"/><Relationship Id="rId515" Type="http://schemas.openxmlformats.org/officeDocument/2006/relationships/image" Target="../media/image1733.png"/><Relationship Id="rId722" Type="http://schemas.openxmlformats.org/officeDocument/2006/relationships/customXml" Target="../ink/ink1981.xml"/><Relationship Id="rId89" Type="http://schemas.openxmlformats.org/officeDocument/2006/relationships/image" Target="../media/image1413.png"/><Relationship Id="rId154" Type="http://schemas.openxmlformats.org/officeDocument/2006/relationships/customXml" Target="../ink/ink1697.xml"/><Relationship Id="rId361" Type="http://schemas.openxmlformats.org/officeDocument/2006/relationships/image" Target="../media/image1656.png"/><Relationship Id="rId599" Type="http://schemas.openxmlformats.org/officeDocument/2006/relationships/image" Target="../media/image1775.png"/><Relationship Id="rId459" Type="http://schemas.openxmlformats.org/officeDocument/2006/relationships/image" Target="../media/image1705.png"/><Relationship Id="rId666" Type="http://schemas.openxmlformats.org/officeDocument/2006/relationships/customXml" Target="../ink/ink1953.xml"/><Relationship Id="rId16" Type="http://schemas.openxmlformats.org/officeDocument/2006/relationships/customXml" Target="../ink/ink1628.xml"/><Relationship Id="rId221" Type="http://schemas.openxmlformats.org/officeDocument/2006/relationships/image" Target="../media/image1477.png"/><Relationship Id="rId319" Type="http://schemas.openxmlformats.org/officeDocument/2006/relationships/image" Target="../media/image1635.png"/><Relationship Id="rId526" Type="http://schemas.openxmlformats.org/officeDocument/2006/relationships/customXml" Target="../ink/ink1883.xml"/><Relationship Id="rId733" Type="http://schemas.openxmlformats.org/officeDocument/2006/relationships/image" Target="../media/image1842.png"/><Relationship Id="rId165" Type="http://schemas.openxmlformats.org/officeDocument/2006/relationships/image" Target="../media/image1449.png"/><Relationship Id="rId372" Type="http://schemas.openxmlformats.org/officeDocument/2006/relationships/customXml" Target="../ink/ink1806.xml"/><Relationship Id="rId677" Type="http://schemas.openxmlformats.org/officeDocument/2006/relationships/image" Target="../media/image1814.png"/><Relationship Id="rId232" Type="http://schemas.openxmlformats.org/officeDocument/2006/relationships/customXml" Target="../ink/ink1736.xml"/><Relationship Id="rId27" Type="http://schemas.openxmlformats.org/officeDocument/2006/relationships/image" Target="../media/image1382.png"/><Relationship Id="rId537" Type="http://schemas.openxmlformats.org/officeDocument/2006/relationships/image" Target="../media/image1744.png"/><Relationship Id="rId744" Type="http://schemas.openxmlformats.org/officeDocument/2006/relationships/customXml" Target="../ink/ink1992.xml"/><Relationship Id="rId80" Type="http://schemas.openxmlformats.org/officeDocument/2006/relationships/customXml" Target="../ink/ink1660.xml"/><Relationship Id="rId176" Type="http://schemas.openxmlformats.org/officeDocument/2006/relationships/customXml" Target="../ink/ink1708.xml"/><Relationship Id="rId383" Type="http://schemas.openxmlformats.org/officeDocument/2006/relationships/image" Target="../media/image1667.png"/><Relationship Id="rId590" Type="http://schemas.openxmlformats.org/officeDocument/2006/relationships/customXml" Target="../ink/ink1915.xml"/><Relationship Id="rId604" Type="http://schemas.openxmlformats.org/officeDocument/2006/relationships/customXml" Target="../ink/ink1922.xml"/><Relationship Id="rId243" Type="http://schemas.openxmlformats.org/officeDocument/2006/relationships/image" Target="../media/image1488.png"/><Relationship Id="rId450" Type="http://schemas.openxmlformats.org/officeDocument/2006/relationships/customXml" Target="../ink/ink1845.xml"/><Relationship Id="rId688" Type="http://schemas.openxmlformats.org/officeDocument/2006/relationships/customXml" Target="../ink/ink1964.xml"/><Relationship Id="rId38" Type="http://schemas.openxmlformats.org/officeDocument/2006/relationships/customXml" Target="../ink/ink1639.xml"/><Relationship Id="rId103" Type="http://schemas.openxmlformats.org/officeDocument/2006/relationships/image" Target="../media/image1419.png"/><Relationship Id="rId310" Type="http://schemas.openxmlformats.org/officeDocument/2006/relationships/customXml" Target="../ink/ink1775.xml"/><Relationship Id="rId548" Type="http://schemas.openxmlformats.org/officeDocument/2006/relationships/customXml" Target="../ink/ink1894.xml"/><Relationship Id="rId755" Type="http://schemas.openxmlformats.org/officeDocument/2006/relationships/image" Target="../media/image1853.png"/><Relationship Id="rId91" Type="http://schemas.openxmlformats.org/officeDocument/2006/relationships/image" Target="../media/image1414.png"/><Relationship Id="rId187" Type="http://schemas.openxmlformats.org/officeDocument/2006/relationships/image" Target="../media/image1460.png"/><Relationship Id="rId394" Type="http://schemas.openxmlformats.org/officeDocument/2006/relationships/customXml" Target="../ink/ink1817.xml"/><Relationship Id="rId408" Type="http://schemas.openxmlformats.org/officeDocument/2006/relationships/customXml" Target="../ink/ink1824.xml"/><Relationship Id="rId615" Type="http://schemas.openxmlformats.org/officeDocument/2006/relationships/image" Target="../media/image1783.png"/><Relationship Id="rId254" Type="http://schemas.openxmlformats.org/officeDocument/2006/relationships/customXml" Target="../ink/ink1747.xml"/><Relationship Id="rId699" Type="http://schemas.openxmlformats.org/officeDocument/2006/relationships/image" Target="../media/image1825.png"/><Relationship Id="rId49" Type="http://schemas.openxmlformats.org/officeDocument/2006/relationships/image" Target="../media/image1393.png"/><Relationship Id="rId114" Type="http://schemas.openxmlformats.org/officeDocument/2006/relationships/customXml" Target="../ink/ink1677.xml"/><Relationship Id="rId461" Type="http://schemas.openxmlformats.org/officeDocument/2006/relationships/image" Target="../media/image1706.png"/><Relationship Id="rId559" Type="http://schemas.openxmlformats.org/officeDocument/2006/relationships/image" Target="../media/image1755.png"/><Relationship Id="rId198" Type="http://schemas.openxmlformats.org/officeDocument/2006/relationships/customXml" Target="../ink/ink1719.xml"/><Relationship Id="rId321" Type="http://schemas.openxmlformats.org/officeDocument/2006/relationships/image" Target="../media/image1636.png"/><Relationship Id="rId419" Type="http://schemas.openxmlformats.org/officeDocument/2006/relationships/image" Target="../media/image1685.png"/><Relationship Id="rId626" Type="http://schemas.openxmlformats.org/officeDocument/2006/relationships/customXml" Target="../ink/ink1933.xml"/><Relationship Id="rId265" Type="http://schemas.openxmlformats.org/officeDocument/2006/relationships/image" Target="../media/image1499.png"/><Relationship Id="rId472" Type="http://schemas.openxmlformats.org/officeDocument/2006/relationships/customXml" Target="../ink/ink1856.xml"/><Relationship Id="rId125" Type="http://schemas.openxmlformats.org/officeDocument/2006/relationships/image" Target="../media/image1429.png"/><Relationship Id="rId332" Type="http://schemas.openxmlformats.org/officeDocument/2006/relationships/customXml" Target="../ink/ink1786.xml"/><Relationship Id="rId637" Type="http://schemas.openxmlformats.org/officeDocument/2006/relationships/image" Target="../media/image1794.png"/><Relationship Id="rId276" Type="http://schemas.openxmlformats.org/officeDocument/2006/relationships/customXml" Target="../ink/ink1758.xml"/><Relationship Id="rId483" Type="http://schemas.openxmlformats.org/officeDocument/2006/relationships/image" Target="../media/image1717.png"/><Relationship Id="rId690" Type="http://schemas.openxmlformats.org/officeDocument/2006/relationships/customXml" Target="../ink/ink1965.xml"/><Relationship Id="rId704" Type="http://schemas.openxmlformats.org/officeDocument/2006/relationships/customXml" Target="../ink/ink1972.xml"/><Relationship Id="rId40" Type="http://schemas.openxmlformats.org/officeDocument/2006/relationships/customXml" Target="../ink/ink1640.xml"/><Relationship Id="rId136" Type="http://schemas.openxmlformats.org/officeDocument/2006/relationships/customXml" Target="../ink/ink1688.xml"/><Relationship Id="rId343" Type="http://schemas.openxmlformats.org/officeDocument/2006/relationships/image" Target="../media/image1647.png"/><Relationship Id="rId550" Type="http://schemas.openxmlformats.org/officeDocument/2006/relationships/customXml" Target="../ink/ink1895.xml"/><Relationship Id="rId203" Type="http://schemas.openxmlformats.org/officeDocument/2006/relationships/image" Target="../media/image1468.png"/><Relationship Id="rId648" Type="http://schemas.openxmlformats.org/officeDocument/2006/relationships/customXml" Target="../ink/ink1944.xml"/><Relationship Id="rId287" Type="http://schemas.openxmlformats.org/officeDocument/2006/relationships/image" Target="../media/image1619.png"/><Relationship Id="rId410" Type="http://schemas.openxmlformats.org/officeDocument/2006/relationships/customXml" Target="../ink/ink1825.xml"/><Relationship Id="rId494" Type="http://schemas.openxmlformats.org/officeDocument/2006/relationships/customXml" Target="../ink/ink1867.xml"/><Relationship Id="rId508" Type="http://schemas.openxmlformats.org/officeDocument/2006/relationships/customXml" Target="../ink/ink1874.xml"/><Relationship Id="rId715" Type="http://schemas.openxmlformats.org/officeDocument/2006/relationships/image" Target="../media/image1833.png"/><Relationship Id="rId147" Type="http://schemas.openxmlformats.org/officeDocument/2006/relationships/image" Target="../media/image1440.png"/><Relationship Id="rId354" Type="http://schemas.openxmlformats.org/officeDocument/2006/relationships/customXml" Target="../ink/ink1797.xml"/><Relationship Id="rId51" Type="http://schemas.openxmlformats.org/officeDocument/2006/relationships/image" Target="../media/image1394.png"/><Relationship Id="rId561" Type="http://schemas.openxmlformats.org/officeDocument/2006/relationships/image" Target="../media/image1756.png"/><Relationship Id="rId659" Type="http://schemas.openxmlformats.org/officeDocument/2006/relationships/image" Target="../media/image1805.png"/><Relationship Id="rId214" Type="http://schemas.openxmlformats.org/officeDocument/2006/relationships/customXml" Target="../ink/ink1727.xml"/><Relationship Id="rId298" Type="http://schemas.openxmlformats.org/officeDocument/2006/relationships/customXml" Target="../ink/ink1769.xml"/><Relationship Id="rId421" Type="http://schemas.openxmlformats.org/officeDocument/2006/relationships/image" Target="../media/image1686.png"/><Relationship Id="rId519" Type="http://schemas.openxmlformats.org/officeDocument/2006/relationships/image" Target="../media/image1735.png"/><Relationship Id="rId158" Type="http://schemas.openxmlformats.org/officeDocument/2006/relationships/customXml" Target="../ink/ink1699.xml"/><Relationship Id="rId726" Type="http://schemas.openxmlformats.org/officeDocument/2006/relationships/customXml" Target="../ink/ink1983.xml"/><Relationship Id="rId62" Type="http://schemas.openxmlformats.org/officeDocument/2006/relationships/customXml" Target="../ink/ink1651.xml"/><Relationship Id="rId365" Type="http://schemas.openxmlformats.org/officeDocument/2006/relationships/image" Target="../media/image1658.png"/><Relationship Id="rId572" Type="http://schemas.openxmlformats.org/officeDocument/2006/relationships/customXml" Target="../ink/ink1906.xml"/><Relationship Id="rId225" Type="http://schemas.openxmlformats.org/officeDocument/2006/relationships/image" Target="../media/image1479.png"/><Relationship Id="rId432" Type="http://schemas.openxmlformats.org/officeDocument/2006/relationships/customXml" Target="../ink/ink1836.xml"/><Relationship Id="rId737" Type="http://schemas.openxmlformats.org/officeDocument/2006/relationships/image" Target="../media/image1844.png"/><Relationship Id="rId73" Type="http://schemas.openxmlformats.org/officeDocument/2006/relationships/image" Target="../media/image1405.png"/><Relationship Id="rId169" Type="http://schemas.openxmlformats.org/officeDocument/2006/relationships/image" Target="../media/image1451.png"/><Relationship Id="rId376" Type="http://schemas.openxmlformats.org/officeDocument/2006/relationships/customXml" Target="../ink/ink1808.xml"/><Relationship Id="rId583" Type="http://schemas.openxmlformats.org/officeDocument/2006/relationships/image" Target="../media/image1767.png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7510.png"/><Relationship Id="rId299" Type="http://schemas.openxmlformats.org/officeDocument/2006/relationships/image" Target="../media/image2660.png"/><Relationship Id="rId21" Type="http://schemas.openxmlformats.org/officeDocument/2006/relationships/image" Target="../media/image12700.png"/><Relationship Id="rId63" Type="http://schemas.openxmlformats.org/officeDocument/2006/relationships/image" Target="../media/image14800.png"/><Relationship Id="rId159" Type="http://schemas.openxmlformats.org/officeDocument/2006/relationships/image" Target="../media/image1960.png"/><Relationship Id="rId324" Type="http://schemas.openxmlformats.org/officeDocument/2006/relationships/customXml" Target="../ink/ink2163.xml"/><Relationship Id="rId366" Type="http://schemas.openxmlformats.org/officeDocument/2006/relationships/customXml" Target="../ink/ink2184.xml"/><Relationship Id="rId170" Type="http://schemas.openxmlformats.org/officeDocument/2006/relationships/customXml" Target="../ink/ink2086.xml"/><Relationship Id="rId226" Type="http://schemas.openxmlformats.org/officeDocument/2006/relationships/customXml" Target="../ink/ink2114.xml"/><Relationship Id="rId433" Type="http://schemas.openxmlformats.org/officeDocument/2006/relationships/image" Target="../media/image3330.png"/><Relationship Id="rId268" Type="http://schemas.openxmlformats.org/officeDocument/2006/relationships/customXml" Target="../ink/ink2135.xml"/><Relationship Id="rId32" Type="http://schemas.openxmlformats.org/officeDocument/2006/relationships/customXml" Target="../ink/ink2017.xml"/><Relationship Id="rId74" Type="http://schemas.openxmlformats.org/officeDocument/2006/relationships/customXml" Target="../ink/ink2038.xml"/><Relationship Id="rId128" Type="http://schemas.openxmlformats.org/officeDocument/2006/relationships/customXml" Target="../ink/ink2065.xml"/><Relationship Id="rId335" Type="http://schemas.openxmlformats.org/officeDocument/2006/relationships/image" Target="../media/image2840.png"/><Relationship Id="rId377" Type="http://schemas.openxmlformats.org/officeDocument/2006/relationships/image" Target="../media/image3050.png"/><Relationship Id="rId5" Type="http://schemas.openxmlformats.org/officeDocument/2006/relationships/image" Target="../media/image11900.png"/><Relationship Id="rId181" Type="http://schemas.openxmlformats.org/officeDocument/2006/relationships/image" Target="../media/image2070.png"/><Relationship Id="rId237" Type="http://schemas.openxmlformats.org/officeDocument/2006/relationships/image" Target="../media/image2350.png"/><Relationship Id="rId402" Type="http://schemas.openxmlformats.org/officeDocument/2006/relationships/customXml" Target="../ink/ink2202.xml"/><Relationship Id="rId279" Type="http://schemas.openxmlformats.org/officeDocument/2006/relationships/image" Target="../media/image2560.png"/><Relationship Id="rId444" Type="http://schemas.openxmlformats.org/officeDocument/2006/relationships/customXml" Target="../ink/ink2223.xml"/><Relationship Id="rId43" Type="http://schemas.openxmlformats.org/officeDocument/2006/relationships/image" Target="../media/image13800.png"/><Relationship Id="rId139" Type="http://schemas.openxmlformats.org/officeDocument/2006/relationships/image" Target="../media/image18610.png"/><Relationship Id="rId290" Type="http://schemas.openxmlformats.org/officeDocument/2006/relationships/customXml" Target="../ink/ink2146.xml"/><Relationship Id="rId304" Type="http://schemas.openxmlformats.org/officeDocument/2006/relationships/customXml" Target="../ink/ink2153.xml"/><Relationship Id="rId346" Type="http://schemas.openxmlformats.org/officeDocument/2006/relationships/customXml" Target="../ink/ink2174.xml"/><Relationship Id="rId388" Type="http://schemas.openxmlformats.org/officeDocument/2006/relationships/customXml" Target="../ink/ink2195.xml"/><Relationship Id="rId85" Type="http://schemas.openxmlformats.org/officeDocument/2006/relationships/image" Target="../media/image15910.png"/><Relationship Id="rId150" Type="http://schemas.openxmlformats.org/officeDocument/2006/relationships/customXml" Target="../ink/ink2076.xml"/><Relationship Id="rId192" Type="http://schemas.openxmlformats.org/officeDocument/2006/relationships/customXml" Target="../ink/ink2097.xml"/><Relationship Id="rId206" Type="http://schemas.openxmlformats.org/officeDocument/2006/relationships/customXml" Target="../ink/ink2104.xml"/><Relationship Id="rId413" Type="http://schemas.openxmlformats.org/officeDocument/2006/relationships/image" Target="../media/image3230.png"/><Relationship Id="rId248" Type="http://schemas.openxmlformats.org/officeDocument/2006/relationships/customXml" Target="../ink/ink2125.xml"/><Relationship Id="rId455" Type="http://schemas.openxmlformats.org/officeDocument/2006/relationships/image" Target="../media/image3440.png"/><Relationship Id="rId12" Type="http://schemas.openxmlformats.org/officeDocument/2006/relationships/customXml" Target="../ink/ink2007.xml"/><Relationship Id="rId108" Type="http://schemas.openxmlformats.org/officeDocument/2006/relationships/customXml" Target="../ink/ink2055.xml"/><Relationship Id="rId315" Type="http://schemas.openxmlformats.org/officeDocument/2006/relationships/image" Target="../media/image2740.png"/><Relationship Id="rId357" Type="http://schemas.openxmlformats.org/officeDocument/2006/relationships/image" Target="../media/image2950.png"/><Relationship Id="rId54" Type="http://schemas.openxmlformats.org/officeDocument/2006/relationships/customXml" Target="../ink/ink2028.xml"/><Relationship Id="rId96" Type="http://schemas.openxmlformats.org/officeDocument/2006/relationships/customXml" Target="../ink/ink2049.xml"/><Relationship Id="rId161" Type="http://schemas.openxmlformats.org/officeDocument/2006/relationships/image" Target="../media/image1970.png"/><Relationship Id="rId217" Type="http://schemas.openxmlformats.org/officeDocument/2006/relationships/image" Target="../media/image2250.png"/><Relationship Id="rId399" Type="http://schemas.openxmlformats.org/officeDocument/2006/relationships/image" Target="../media/image3160.png"/><Relationship Id="rId259" Type="http://schemas.openxmlformats.org/officeDocument/2006/relationships/image" Target="../media/image2460.png"/><Relationship Id="rId424" Type="http://schemas.openxmlformats.org/officeDocument/2006/relationships/customXml" Target="../ink/ink2213.xml"/><Relationship Id="rId23" Type="http://schemas.openxmlformats.org/officeDocument/2006/relationships/image" Target="../media/image12800.png"/><Relationship Id="rId119" Type="http://schemas.openxmlformats.org/officeDocument/2006/relationships/image" Target="../media/image17610.png"/><Relationship Id="rId270" Type="http://schemas.openxmlformats.org/officeDocument/2006/relationships/customXml" Target="../ink/ink2136.xml"/><Relationship Id="rId326" Type="http://schemas.openxmlformats.org/officeDocument/2006/relationships/customXml" Target="../ink/ink2164.xml"/><Relationship Id="rId65" Type="http://schemas.openxmlformats.org/officeDocument/2006/relationships/image" Target="../media/image14900.png"/><Relationship Id="rId130" Type="http://schemas.openxmlformats.org/officeDocument/2006/relationships/customXml" Target="../ink/ink2066.xml"/><Relationship Id="rId368" Type="http://schemas.openxmlformats.org/officeDocument/2006/relationships/customXml" Target="../ink/ink2185.xml"/><Relationship Id="rId172" Type="http://schemas.openxmlformats.org/officeDocument/2006/relationships/customXml" Target="../ink/ink2087.xml"/><Relationship Id="rId228" Type="http://schemas.openxmlformats.org/officeDocument/2006/relationships/customXml" Target="../ink/ink2115.xml"/><Relationship Id="rId435" Type="http://schemas.openxmlformats.org/officeDocument/2006/relationships/image" Target="../media/image3340.png"/><Relationship Id="rId281" Type="http://schemas.openxmlformats.org/officeDocument/2006/relationships/image" Target="../media/image2570.png"/><Relationship Id="rId337" Type="http://schemas.openxmlformats.org/officeDocument/2006/relationships/image" Target="../media/image2850.png"/><Relationship Id="rId34" Type="http://schemas.openxmlformats.org/officeDocument/2006/relationships/customXml" Target="../ink/ink2018.xml"/><Relationship Id="rId76" Type="http://schemas.openxmlformats.org/officeDocument/2006/relationships/customXml" Target="../ink/ink2039.xml"/><Relationship Id="rId141" Type="http://schemas.openxmlformats.org/officeDocument/2006/relationships/image" Target="../media/image18710.png"/><Relationship Id="rId379" Type="http://schemas.openxmlformats.org/officeDocument/2006/relationships/image" Target="../media/image3060.png"/><Relationship Id="rId7" Type="http://schemas.openxmlformats.org/officeDocument/2006/relationships/image" Target="../media/image12000.png"/><Relationship Id="rId183" Type="http://schemas.openxmlformats.org/officeDocument/2006/relationships/image" Target="../media/image2080.png"/><Relationship Id="rId239" Type="http://schemas.openxmlformats.org/officeDocument/2006/relationships/image" Target="../media/image2360.png"/><Relationship Id="rId390" Type="http://schemas.openxmlformats.org/officeDocument/2006/relationships/customXml" Target="../ink/ink2196.xml"/><Relationship Id="rId404" Type="http://schemas.openxmlformats.org/officeDocument/2006/relationships/customXml" Target="../ink/ink2203.xml"/><Relationship Id="rId446" Type="http://schemas.openxmlformats.org/officeDocument/2006/relationships/customXml" Target="../ink/ink2224.xml"/><Relationship Id="rId250" Type="http://schemas.openxmlformats.org/officeDocument/2006/relationships/customXml" Target="../ink/ink2126.xml"/><Relationship Id="rId292" Type="http://schemas.openxmlformats.org/officeDocument/2006/relationships/customXml" Target="../ink/ink2147.xml"/><Relationship Id="rId306" Type="http://schemas.openxmlformats.org/officeDocument/2006/relationships/customXml" Target="../ink/ink2154.xml"/><Relationship Id="rId45" Type="http://schemas.openxmlformats.org/officeDocument/2006/relationships/image" Target="../media/image13900.png"/><Relationship Id="rId87" Type="http://schemas.openxmlformats.org/officeDocument/2006/relationships/image" Target="../media/image16010.png"/><Relationship Id="rId110" Type="http://schemas.openxmlformats.org/officeDocument/2006/relationships/customXml" Target="../ink/ink2056.xml"/><Relationship Id="rId348" Type="http://schemas.openxmlformats.org/officeDocument/2006/relationships/customXml" Target="../ink/ink2175.xml"/><Relationship Id="rId152" Type="http://schemas.openxmlformats.org/officeDocument/2006/relationships/customXml" Target="../ink/ink2077.xml"/><Relationship Id="rId194" Type="http://schemas.openxmlformats.org/officeDocument/2006/relationships/customXml" Target="../ink/ink2098.xml"/><Relationship Id="rId208" Type="http://schemas.openxmlformats.org/officeDocument/2006/relationships/customXml" Target="../ink/ink2105.xml"/><Relationship Id="rId415" Type="http://schemas.openxmlformats.org/officeDocument/2006/relationships/image" Target="../media/image3240.png"/><Relationship Id="rId457" Type="http://schemas.openxmlformats.org/officeDocument/2006/relationships/image" Target="../media/image3450.png"/><Relationship Id="rId261" Type="http://schemas.openxmlformats.org/officeDocument/2006/relationships/image" Target="../media/image2470.png"/><Relationship Id="rId14" Type="http://schemas.openxmlformats.org/officeDocument/2006/relationships/customXml" Target="../ink/ink2008.xml"/><Relationship Id="rId56" Type="http://schemas.openxmlformats.org/officeDocument/2006/relationships/customXml" Target="../ink/ink2029.xml"/><Relationship Id="rId317" Type="http://schemas.openxmlformats.org/officeDocument/2006/relationships/image" Target="../media/image2750.png"/><Relationship Id="rId359" Type="http://schemas.openxmlformats.org/officeDocument/2006/relationships/image" Target="../media/image2960.png"/><Relationship Id="rId98" Type="http://schemas.openxmlformats.org/officeDocument/2006/relationships/customXml" Target="../ink/ink2050.xml"/><Relationship Id="rId121" Type="http://schemas.openxmlformats.org/officeDocument/2006/relationships/image" Target="../media/image17710.png"/><Relationship Id="rId163" Type="http://schemas.openxmlformats.org/officeDocument/2006/relationships/image" Target="../media/image1980.png"/><Relationship Id="rId219" Type="http://schemas.openxmlformats.org/officeDocument/2006/relationships/image" Target="../media/image2260.png"/><Relationship Id="rId370" Type="http://schemas.openxmlformats.org/officeDocument/2006/relationships/customXml" Target="../ink/ink2186.xml"/><Relationship Id="rId426" Type="http://schemas.openxmlformats.org/officeDocument/2006/relationships/customXml" Target="../ink/ink2214.xml"/><Relationship Id="rId230" Type="http://schemas.openxmlformats.org/officeDocument/2006/relationships/customXml" Target="../ink/ink2116.xml"/><Relationship Id="rId25" Type="http://schemas.openxmlformats.org/officeDocument/2006/relationships/image" Target="../media/image12900.png"/><Relationship Id="rId67" Type="http://schemas.openxmlformats.org/officeDocument/2006/relationships/image" Target="../media/image15010.png"/><Relationship Id="rId272" Type="http://schemas.openxmlformats.org/officeDocument/2006/relationships/customXml" Target="../ink/ink2137.xml"/><Relationship Id="rId328" Type="http://schemas.openxmlformats.org/officeDocument/2006/relationships/customXml" Target="../ink/ink2165.xml"/><Relationship Id="rId132" Type="http://schemas.openxmlformats.org/officeDocument/2006/relationships/customXml" Target="../ink/ink2067.xml"/><Relationship Id="rId174" Type="http://schemas.openxmlformats.org/officeDocument/2006/relationships/customXml" Target="../ink/ink2088.xml"/><Relationship Id="rId381" Type="http://schemas.openxmlformats.org/officeDocument/2006/relationships/image" Target="../media/image3070.png"/><Relationship Id="rId241" Type="http://schemas.openxmlformats.org/officeDocument/2006/relationships/image" Target="../media/image2370.png"/><Relationship Id="rId437" Type="http://schemas.openxmlformats.org/officeDocument/2006/relationships/image" Target="../media/image3350.png"/><Relationship Id="rId36" Type="http://schemas.openxmlformats.org/officeDocument/2006/relationships/customXml" Target="../ink/ink2019.xml"/><Relationship Id="rId283" Type="http://schemas.openxmlformats.org/officeDocument/2006/relationships/image" Target="../media/image2580.png"/><Relationship Id="rId339" Type="http://schemas.openxmlformats.org/officeDocument/2006/relationships/image" Target="../media/image2860.png"/><Relationship Id="rId78" Type="http://schemas.openxmlformats.org/officeDocument/2006/relationships/customXml" Target="../ink/ink2040.xml"/><Relationship Id="rId101" Type="http://schemas.openxmlformats.org/officeDocument/2006/relationships/image" Target="../media/image16780.png"/><Relationship Id="rId143" Type="http://schemas.openxmlformats.org/officeDocument/2006/relationships/image" Target="../media/image18810.png"/><Relationship Id="rId185" Type="http://schemas.openxmlformats.org/officeDocument/2006/relationships/image" Target="../media/image2090.png"/><Relationship Id="rId350" Type="http://schemas.openxmlformats.org/officeDocument/2006/relationships/customXml" Target="../ink/ink2176.xml"/><Relationship Id="rId406" Type="http://schemas.openxmlformats.org/officeDocument/2006/relationships/customXml" Target="../ink/ink2204.xml"/><Relationship Id="rId9" Type="http://schemas.openxmlformats.org/officeDocument/2006/relationships/image" Target="../media/image12110.png"/><Relationship Id="rId210" Type="http://schemas.openxmlformats.org/officeDocument/2006/relationships/customXml" Target="../ink/ink2106.xml"/><Relationship Id="rId392" Type="http://schemas.openxmlformats.org/officeDocument/2006/relationships/customXml" Target="../ink/ink2197.xml"/><Relationship Id="rId448" Type="http://schemas.openxmlformats.org/officeDocument/2006/relationships/customXml" Target="../ink/ink2225.xml"/><Relationship Id="rId252" Type="http://schemas.openxmlformats.org/officeDocument/2006/relationships/customXml" Target="../ink/ink2127.xml"/><Relationship Id="rId294" Type="http://schemas.openxmlformats.org/officeDocument/2006/relationships/customXml" Target="../ink/ink2148.xml"/><Relationship Id="rId308" Type="http://schemas.openxmlformats.org/officeDocument/2006/relationships/customXml" Target="../ink/ink2155.xml"/><Relationship Id="rId47" Type="http://schemas.openxmlformats.org/officeDocument/2006/relationships/image" Target="../media/image14000.png"/><Relationship Id="rId89" Type="http://schemas.openxmlformats.org/officeDocument/2006/relationships/image" Target="../media/image16110.png"/><Relationship Id="rId112" Type="http://schemas.openxmlformats.org/officeDocument/2006/relationships/customXml" Target="../ink/ink2057.xml"/><Relationship Id="rId154" Type="http://schemas.openxmlformats.org/officeDocument/2006/relationships/customXml" Target="../ink/ink2078.xml"/><Relationship Id="rId361" Type="http://schemas.openxmlformats.org/officeDocument/2006/relationships/image" Target="../media/image2970.png"/><Relationship Id="rId196" Type="http://schemas.openxmlformats.org/officeDocument/2006/relationships/customXml" Target="../ink/ink2099.xml"/><Relationship Id="rId417" Type="http://schemas.openxmlformats.org/officeDocument/2006/relationships/image" Target="../media/image3250.png"/><Relationship Id="rId459" Type="http://schemas.openxmlformats.org/officeDocument/2006/relationships/image" Target="../media/image3460.png"/><Relationship Id="rId16" Type="http://schemas.openxmlformats.org/officeDocument/2006/relationships/customXml" Target="../ink/ink2009.xml"/><Relationship Id="rId221" Type="http://schemas.openxmlformats.org/officeDocument/2006/relationships/image" Target="../media/image2270.png"/><Relationship Id="rId263" Type="http://schemas.openxmlformats.org/officeDocument/2006/relationships/image" Target="../media/image2480.png"/><Relationship Id="rId319" Type="http://schemas.openxmlformats.org/officeDocument/2006/relationships/image" Target="../media/image2760.png"/><Relationship Id="rId58" Type="http://schemas.openxmlformats.org/officeDocument/2006/relationships/customXml" Target="../ink/ink2030.xml"/><Relationship Id="rId123" Type="http://schemas.openxmlformats.org/officeDocument/2006/relationships/image" Target="../media/image17810.png"/><Relationship Id="rId330" Type="http://schemas.openxmlformats.org/officeDocument/2006/relationships/customXml" Target="../ink/ink2166.xml"/><Relationship Id="rId165" Type="http://schemas.openxmlformats.org/officeDocument/2006/relationships/image" Target="../media/image1990.png"/><Relationship Id="rId372" Type="http://schemas.openxmlformats.org/officeDocument/2006/relationships/customXml" Target="../ink/ink2187.xml"/><Relationship Id="rId428" Type="http://schemas.openxmlformats.org/officeDocument/2006/relationships/customXml" Target="../ink/ink2215.xml"/><Relationship Id="rId232" Type="http://schemas.openxmlformats.org/officeDocument/2006/relationships/customXml" Target="../ink/ink2117.xml"/><Relationship Id="rId274" Type="http://schemas.openxmlformats.org/officeDocument/2006/relationships/customXml" Target="../ink/ink2138.xml"/><Relationship Id="rId27" Type="http://schemas.openxmlformats.org/officeDocument/2006/relationships/image" Target="../media/image13000.png"/><Relationship Id="rId69" Type="http://schemas.openxmlformats.org/officeDocument/2006/relationships/image" Target="../media/image15110.png"/><Relationship Id="rId134" Type="http://schemas.openxmlformats.org/officeDocument/2006/relationships/customXml" Target="../ink/ink2068.xml"/><Relationship Id="rId80" Type="http://schemas.openxmlformats.org/officeDocument/2006/relationships/customXml" Target="../ink/ink2041.xml"/><Relationship Id="rId176" Type="http://schemas.openxmlformats.org/officeDocument/2006/relationships/customXml" Target="../ink/ink2089.xml"/><Relationship Id="rId341" Type="http://schemas.openxmlformats.org/officeDocument/2006/relationships/image" Target="../media/image2870.png"/><Relationship Id="rId383" Type="http://schemas.openxmlformats.org/officeDocument/2006/relationships/image" Target="../media/image3080.png"/><Relationship Id="rId439" Type="http://schemas.openxmlformats.org/officeDocument/2006/relationships/image" Target="../media/image3360.png"/><Relationship Id="rId201" Type="http://schemas.openxmlformats.org/officeDocument/2006/relationships/image" Target="../media/image2170.png"/><Relationship Id="rId243" Type="http://schemas.openxmlformats.org/officeDocument/2006/relationships/image" Target="../media/image2380.png"/><Relationship Id="rId285" Type="http://schemas.openxmlformats.org/officeDocument/2006/relationships/image" Target="../media/image2590.png"/><Relationship Id="rId450" Type="http://schemas.openxmlformats.org/officeDocument/2006/relationships/customXml" Target="../ink/ink2226.xml"/><Relationship Id="rId38" Type="http://schemas.openxmlformats.org/officeDocument/2006/relationships/customXml" Target="../ink/ink2020.xml"/><Relationship Id="rId103" Type="http://schemas.openxmlformats.org/officeDocument/2006/relationships/image" Target="../media/image16800.png"/><Relationship Id="rId310" Type="http://schemas.openxmlformats.org/officeDocument/2006/relationships/customXml" Target="../ink/ink2156.xml"/><Relationship Id="rId91" Type="http://schemas.openxmlformats.org/officeDocument/2006/relationships/image" Target="../media/image16210.png"/><Relationship Id="rId145" Type="http://schemas.openxmlformats.org/officeDocument/2006/relationships/image" Target="../media/image18910.png"/><Relationship Id="rId187" Type="http://schemas.openxmlformats.org/officeDocument/2006/relationships/image" Target="../media/image2101.png"/><Relationship Id="rId352" Type="http://schemas.openxmlformats.org/officeDocument/2006/relationships/customXml" Target="../ink/ink2177.xml"/><Relationship Id="rId394" Type="http://schemas.openxmlformats.org/officeDocument/2006/relationships/customXml" Target="../ink/ink2198.xml"/><Relationship Id="rId408" Type="http://schemas.openxmlformats.org/officeDocument/2006/relationships/customXml" Target="../ink/ink2205.xml"/><Relationship Id="rId212" Type="http://schemas.openxmlformats.org/officeDocument/2006/relationships/customXml" Target="../ink/ink2107.xml"/><Relationship Id="rId254" Type="http://schemas.openxmlformats.org/officeDocument/2006/relationships/customXml" Target="../ink/ink2128.xml"/><Relationship Id="rId49" Type="http://schemas.openxmlformats.org/officeDocument/2006/relationships/image" Target="../media/image14110.png"/><Relationship Id="rId114" Type="http://schemas.openxmlformats.org/officeDocument/2006/relationships/customXml" Target="../ink/ink2058.xml"/><Relationship Id="rId296" Type="http://schemas.openxmlformats.org/officeDocument/2006/relationships/customXml" Target="../ink/ink2149.xml"/><Relationship Id="rId461" Type="http://schemas.openxmlformats.org/officeDocument/2006/relationships/image" Target="../media/image3470.png"/><Relationship Id="rId60" Type="http://schemas.openxmlformats.org/officeDocument/2006/relationships/customXml" Target="../ink/ink2031.xml"/><Relationship Id="rId156" Type="http://schemas.openxmlformats.org/officeDocument/2006/relationships/customXml" Target="../ink/ink2079.xml"/><Relationship Id="rId198" Type="http://schemas.openxmlformats.org/officeDocument/2006/relationships/customXml" Target="../ink/ink2100.xml"/><Relationship Id="rId321" Type="http://schemas.openxmlformats.org/officeDocument/2006/relationships/image" Target="../media/image2770.png"/><Relationship Id="rId363" Type="http://schemas.openxmlformats.org/officeDocument/2006/relationships/image" Target="../media/image2980.png"/><Relationship Id="rId419" Type="http://schemas.openxmlformats.org/officeDocument/2006/relationships/image" Target="../media/image3260.png"/><Relationship Id="rId223" Type="http://schemas.openxmlformats.org/officeDocument/2006/relationships/image" Target="../media/image2280.png"/><Relationship Id="rId430" Type="http://schemas.openxmlformats.org/officeDocument/2006/relationships/customXml" Target="../ink/ink2216.xml"/><Relationship Id="rId18" Type="http://schemas.openxmlformats.org/officeDocument/2006/relationships/customXml" Target="../ink/ink2010.xml"/><Relationship Id="rId265" Type="http://schemas.openxmlformats.org/officeDocument/2006/relationships/image" Target="../media/image2490.png"/><Relationship Id="rId125" Type="http://schemas.openxmlformats.org/officeDocument/2006/relationships/image" Target="../media/image17910.png"/><Relationship Id="rId167" Type="http://schemas.openxmlformats.org/officeDocument/2006/relationships/image" Target="../media/image2000.png"/><Relationship Id="rId332" Type="http://schemas.openxmlformats.org/officeDocument/2006/relationships/customXml" Target="../ink/ink2167.xml"/><Relationship Id="rId374" Type="http://schemas.openxmlformats.org/officeDocument/2006/relationships/customXml" Target="../ink/ink2188.xml"/><Relationship Id="rId71" Type="http://schemas.openxmlformats.org/officeDocument/2006/relationships/image" Target="../media/image15210.png"/><Relationship Id="rId234" Type="http://schemas.openxmlformats.org/officeDocument/2006/relationships/customXml" Target="../ink/ink2118.xml"/><Relationship Id="rId2" Type="http://schemas.openxmlformats.org/officeDocument/2006/relationships/customXml" Target="../ink/ink2002.xml"/><Relationship Id="rId29" Type="http://schemas.openxmlformats.org/officeDocument/2006/relationships/image" Target="../media/image13110.png"/><Relationship Id="rId276" Type="http://schemas.openxmlformats.org/officeDocument/2006/relationships/customXml" Target="../ink/ink2139.xml"/><Relationship Id="rId441" Type="http://schemas.openxmlformats.org/officeDocument/2006/relationships/image" Target="../media/image3370.png"/><Relationship Id="rId40" Type="http://schemas.openxmlformats.org/officeDocument/2006/relationships/customXml" Target="../ink/ink2021.xml"/><Relationship Id="rId136" Type="http://schemas.openxmlformats.org/officeDocument/2006/relationships/customXml" Target="../ink/ink2069.xml"/><Relationship Id="rId178" Type="http://schemas.openxmlformats.org/officeDocument/2006/relationships/customXml" Target="../ink/ink2090.xml"/><Relationship Id="rId301" Type="http://schemas.openxmlformats.org/officeDocument/2006/relationships/image" Target="../media/image2670.png"/><Relationship Id="rId343" Type="http://schemas.openxmlformats.org/officeDocument/2006/relationships/image" Target="../media/image2880.png"/><Relationship Id="rId61" Type="http://schemas.openxmlformats.org/officeDocument/2006/relationships/image" Target="../media/image14700.png"/><Relationship Id="rId82" Type="http://schemas.openxmlformats.org/officeDocument/2006/relationships/customXml" Target="../ink/ink2042.xml"/><Relationship Id="rId199" Type="http://schemas.openxmlformats.org/officeDocument/2006/relationships/image" Target="../media/image2160.png"/><Relationship Id="rId203" Type="http://schemas.openxmlformats.org/officeDocument/2006/relationships/image" Target="../media/image2180.png"/><Relationship Id="rId385" Type="http://schemas.openxmlformats.org/officeDocument/2006/relationships/image" Target="../media/image3090.png"/><Relationship Id="rId19" Type="http://schemas.openxmlformats.org/officeDocument/2006/relationships/image" Target="../media/image12600.png"/><Relationship Id="rId224" Type="http://schemas.openxmlformats.org/officeDocument/2006/relationships/customXml" Target="../ink/ink2113.xml"/><Relationship Id="rId245" Type="http://schemas.openxmlformats.org/officeDocument/2006/relationships/image" Target="../media/image2390.png"/><Relationship Id="rId266" Type="http://schemas.openxmlformats.org/officeDocument/2006/relationships/customXml" Target="../ink/ink2134.xml"/><Relationship Id="rId287" Type="http://schemas.openxmlformats.org/officeDocument/2006/relationships/image" Target="../media/image2600.png"/><Relationship Id="rId410" Type="http://schemas.openxmlformats.org/officeDocument/2006/relationships/customXml" Target="../ink/ink2206.xml"/><Relationship Id="rId431" Type="http://schemas.openxmlformats.org/officeDocument/2006/relationships/image" Target="../media/image3320.png"/><Relationship Id="rId452" Type="http://schemas.openxmlformats.org/officeDocument/2006/relationships/customXml" Target="../ink/ink2227.xml"/><Relationship Id="rId30" Type="http://schemas.openxmlformats.org/officeDocument/2006/relationships/customXml" Target="../ink/ink2016.xml"/><Relationship Id="rId105" Type="http://schemas.openxmlformats.org/officeDocument/2006/relationships/image" Target="../media/image16980.png"/><Relationship Id="rId126" Type="http://schemas.openxmlformats.org/officeDocument/2006/relationships/customXml" Target="../ink/ink2064.xml"/><Relationship Id="rId147" Type="http://schemas.openxmlformats.org/officeDocument/2006/relationships/image" Target="../media/image19010.png"/><Relationship Id="rId168" Type="http://schemas.openxmlformats.org/officeDocument/2006/relationships/customXml" Target="../ink/ink2085.xml"/><Relationship Id="rId312" Type="http://schemas.openxmlformats.org/officeDocument/2006/relationships/customXml" Target="../ink/ink2157.xml"/><Relationship Id="rId333" Type="http://schemas.openxmlformats.org/officeDocument/2006/relationships/image" Target="../media/image2830.png"/><Relationship Id="rId354" Type="http://schemas.openxmlformats.org/officeDocument/2006/relationships/customXml" Target="../ink/ink2178.xml"/><Relationship Id="rId51" Type="http://schemas.openxmlformats.org/officeDocument/2006/relationships/image" Target="../media/image14200.png"/><Relationship Id="rId72" Type="http://schemas.openxmlformats.org/officeDocument/2006/relationships/customXml" Target="../ink/ink2037.xml"/><Relationship Id="rId93" Type="http://schemas.openxmlformats.org/officeDocument/2006/relationships/image" Target="../media/image16310.png"/><Relationship Id="rId189" Type="http://schemas.openxmlformats.org/officeDocument/2006/relationships/image" Target="../media/image2111.png"/><Relationship Id="rId375" Type="http://schemas.openxmlformats.org/officeDocument/2006/relationships/image" Target="../media/image3040.png"/><Relationship Id="rId396" Type="http://schemas.openxmlformats.org/officeDocument/2006/relationships/customXml" Target="../ink/ink2199.xml"/><Relationship Id="rId3" Type="http://schemas.openxmlformats.org/officeDocument/2006/relationships/image" Target="../media/image11800.png"/><Relationship Id="rId214" Type="http://schemas.openxmlformats.org/officeDocument/2006/relationships/customXml" Target="../ink/ink2108.xml"/><Relationship Id="rId235" Type="http://schemas.openxmlformats.org/officeDocument/2006/relationships/image" Target="../media/image2340.png"/><Relationship Id="rId256" Type="http://schemas.openxmlformats.org/officeDocument/2006/relationships/customXml" Target="../ink/ink2129.xml"/><Relationship Id="rId277" Type="http://schemas.openxmlformats.org/officeDocument/2006/relationships/image" Target="../media/image2550.png"/><Relationship Id="rId298" Type="http://schemas.openxmlformats.org/officeDocument/2006/relationships/customXml" Target="../ink/ink2150.xml"/><Relationship Id="rId400" Type="http://schemas.openxmlformats.org/officeDocument/2006/relationships/customXml" Target="../ink/ink2201.xml"/><Relationship Id="rId421" Type="http://schemas.openxmlformats.org/officeDocument/2006/relationships/image" Target="../media/image3270.png"/><Relationship Id="rId442" Type="http://schemas.openxmlformats.org/officeDocument/2006/relationships/customXml" Target="../ink/ink2222.xml"/><Relationship Id="rId463" Type="http://schemas.openxmlformats.org/officeDocument/2006/relationships/image" Target="../media/image3480.png"/><Relationship Id="rId116" Type="http://schemas.openxmlformats.org/officeDocument/2006/relationships/customXml" Target="../ink/ink2059.xml"/><Relationship Id="rId137" Type="http://schemas.openxmlformats.org/officeDocument/2006/relationships/image" Target="../media/image18510.png"/><Relationship Id="rId158" Type="http://schemas.openxmlformats.org/officeDocument/2006/relationships/customXml" Target="../ink/ink2080.xml"/><Relationship Id="rId302" Type="http://schemas.openxmlformats.org/officeDocument/2006/relationships/customXml" Target="../ink/ink2152.xml"/><Relationship Id="rId323" Type="http://schemas.openxmlformats.org/officeDocument/2006/relationships/image" Target="../media/image2780.png"/><Relationship Id="rId344" Type="http://schemas.openxmlformats.org/officeDocument/2006/relationships/customXml" Target="../ink/ink2173.xml"/><Relationship Id="rId20" Type="http://schemas.openxmlformats.org/officeDocument/2006/relationships/customXml" Target="../ink/ink2011.xml"/><Relationship Id="rId41" Type="http://schemas.openxmlformats.org/officeDocument/2006/relationships/image" Target="../media/image13700.png"/><Relationship Id="rId62" Type="http://schemas.openxmlformats.org/officeDocument/2006/relationships/customXml" Target="../ink/ink2032.xml"/><Relationship Id="rId83" Type="http://schemas.openxmlformats.org/officeDocument/2006/relationships/image" Target="../media/image15810.png"/><Relationship Id="rId179" Type="http://schemas.openxmlformats.org/officeDocument/2006/relationships/image" Target="../media/image2060.png"/><Relationship Id="rId365" Type="http://schemas.openxmlformats.org/officeDocument/2006/relationships/image" Target="../media/image2990.png"/><Relationship Id="rId386" Type="http://schemas.openxmlformats.org/officeDocument/2006/relationships/customXml" Target="../ink/ink2194.xml"/><Relationship Id="rId190" Type="http://schemas.openxmlformats.org/officeDocument/2006/relationships/customXml" Target="../ink/ink2096.xml"/><Relationship Id="rId204" Type="http://schemas.openxmlformats.org/officeDocument/2006/relationships/customXml" Target="../ink/ink2103.xml"/><Relationship Id="rId225" Type="http://schemas.openxmlformats.org/officeDocument/2006/relationships/image" Target="../media/image2290.png"/><Relationship Id="rId246" Type="http://schemas.openxmlformats.org/officeDocument/2006/relationships/customXml" Target="../ink/ink2124.xml"/><Relationship Id="rId267" Type="http://schemas.openxmlformats.org/officeDocument/2006/relationships/image" Target="../media/image2500.png"/><Relationship Id="rId288" Type="http://schemas.openxmlformats.org/officeDocument/2006/relationships/customXml" Target="../ink/ink2145.xml"/><Relationship Id="rId411" Type="http://schemas.openxmlformats.org/officeDocument/2006/relationships/image" Target="../media/image3220.png"/><Relationship Id="rId432" Type="http://schemas.openxmlformats.org/officeDocument/2006/relationships/customXml" Target="../ink/ink2217.xml"/><Relationship Id="rId453" Type="http://schemas.openxmlformats.org/officeDocument/2006/relationships/image" Target="../media/image3430.png"/><Relationship Id="rId106" Type="http://schemas.openxmlformats.org/officeDocument/2006/relationships/customXml" Target="../ink/ink2054.xml"/><Relationship Id="rId127" Type="http://schemas.openxmlformats.org/officeDocument/2006/relationships/image" Target="../media/image18010.png"/><Relationship Id="rId313" Type="http://schemas.openxmlformats.org/officeDocument/2006/relationships/image" Target="../media/image2730.png"/><Relationship Id="rId10" Type="http://schemas.openxmlformats.org/officeDocument/2006/relationships/customXml" Target="../ink/ink2006.xml"/><Relationship Id="rId31" Type="http://schemas.openxmlformats.org/officeDocument/2006/relationships/image" Target="../media/image13200.png"/><Relationship Id="rId52" Type="http://schemas.openxmlformats.org/officeDocument/2006/relationships/customXml" Target="../ink/ink2027.xml"/><Relationship Id="rId73" Type="http://schemas.openxmlformats.org/officeDocument/2006/relationships/image" Target="../media/image15310.png"/><Relationship Id="rId94" Type="http://schemas.openxmlformats.org/officeDocument/2006/relationships/customXml" Target="../ink/ink2048.xml"/><Relationship Id="rId148" Type="http://schemas.openxmlformats.org/officeDocument/2006/relationships/customXml" Target="../ink/ink2075.xml"/><Relationship Id="rId169" Type="http://schemas.openxmlformats.org/officeDocument/2006/relationships/image" Target="../media/image2011.png"/><Relationship Id="rId334" Type="http://schemas.openxmlformats.org/officeDocument/2006/relationships/customXml" Target="../ink/ink2168.xml"/><Relationship Id="rId355" Type="http://schemas.openxmlformats.org/officeDocument/2006/relationships/image" Target="../media/image2940.png"/><Relationship Id="rId376" Type="http://schemas.openxmlformats.org/officeDocument/2006/relationships/customXml" Target="../ink/ink2189.xml"/><Relationship Id="rId397" Type="http://schemas.openxmlformats.org/officeDocument/2006/relationships/image" Target="../media/image3150.png"/><Relationship Id="rId4" Type="http://schemas.openxmlformats.org/officeDocument/2006/relationships/customXml" Target="../ink/ink2003.xml"/><Relationship Id="rId180" Type="http://schemas.openxmlformats.org/officeDocument/2006/relationships/customXml" Target="../ink/ink2091.xml"/><Relationship Id="rId215" Type="http://schemas.openxmlformats.org/officeDocument/2006/relationships/image" Target="../media/image2240.png"/><Relationship Id="rId236" Type="http://schemas.openxmlformats.org/officeDocument/2006/relationships/customXml" Target="../ink/ink2119.xml"/><Relationship Id="rId257" Type="http://schemas.openxmlformats.org/officeDocument/2006/relationships/image" Target="../media/image2450.png"/><Relationship Id="rId278" Type="http://schemas.openxmlformats.org/officeDocument/2006/relationships/customXml" Target="../ink/ink2140.xml"/><Relationship Id="rId401" Type="http://schemas.openxmlformats.org/officeDocument/2006/relationships/image" Target="../media/image3170.png"/><Relationship Id="rId422" Type="http://schemas.openxmlformats.org/officeDocument/2006/relationships/customXml" Target="../ink/ink2212.xml"/><Relationship Id="rId443" Type="http://schemas.openxmlformats.org/officeDocument/2006/relationships/image" Target="../media/image3380.png"/><Relationship Id="rId464" Type="http://schemas.openxmlformats.org/officeDocument/2006/relationships/customXml" Target="../ink/ink2233.xml"/><Relationship Id="rId303" Type="http://schemas.openxmlformats.org/officeDocument/2006/relationships/image" Target="../media/image2680.png"/><Relationship Id="rId42" Type="http://schemas.openxmlformats.org/officeDocument/2006/relationships/customXml" Target="../ink/ink2022.xml"/><Relationship Id="rId84" Type="http://schemas.openxmlformats.org/officeDocument/2006/relationships/customXml" Target="../ink/ink2043.xml"/><Relationship Id="rId138" Type="http://schemas.openxmlformats.org/officeDocument/2006/relationships/customXml" Target="../ink/ink2070.xml"/><Relationship Id="rId345" Type="http://schemas.openxmlformats.org/officeDocument/2006/relationships/image" Target="../media/image2890.png"/><Relationship Id="rId387" Type="http://schemas.openxmlformats.org/officeDocument/2006/relationships/image" Target="../media/image3101.png"/><Relationship Id="rId191" Type="http://schemas.openxmlformats.org/officeDocument/2006/relationships/image" Target="../media/image2120.png"/><Relationship Id="rId205" Type="http://schemas.openxmlformats.org/officeDocument/2006/relationships/image" Target="../media/image2190.png"/><Relationship Id="rId247" Type="http://schemas.openxmlformats.org/officeDocument/2006/relationships/image" Target="../media/image2400.png"/><Relationship Id="rId412" Type="http://schemas.openxmlformats.org/officeDocument/2006/relationships/customXml" Target="../ink/ink2207.xml"/><Relationship Id="rId107" Type="http://schemas.openxmlformats.org/officeDocument/2006/relationships/image" Target="../media/image17000.png"/><Relationship Id="rId289" Type="http://schemas.openxmlformats.org/officeDocument/2006/relationships/image" Target="../media/image2611.png"/><Relationship Id="rId454" Type="http://schemas.openxmlformats.org/officeDocument/2006/relationships/customXml" Target="../ink/ink2228.xml"/><Relationship Id="rId11" Type="http://schemas.openxmlformats.org/officeDocument/2006/relationships/image" Target="../media/image12200.png"/><Relationship Id="rId53" Type="http://schemas.openxmlformats.org/officeDocument/2006/relationships/image" Target="../media/image14300.png"/><Relationship Id="rId149" Type="http://schemas.openxmlformats.org/officeDocument/2006/relationships/image" Target="../media/image19110.png"/><Relationship Id="rId314" Type="http://schemas.openxmlformats.org/officeDocument/2006/relationships/customXml" Target="../ink/ink2158.xml"/><Relationship Id="rId356" Type="http://schemas.openxmlformats.org/officeDocument/2006/relationships/customXml" Target="../ink/ink2179.xml"/><Relationship Id="rId398" Type="http://schemas.openxmlformats.org/officeDocument/2006/relationships/customXml" Target="../ink/ink2200.xml"/><Relationship Id="rId95" Type="http://schemas.openxmlformats.org/officeDocument/2006/relationships/image" Target="../media/image16410.png"/><Relationship Id="rId160" Type="http://schemas.openxmlformats.org/officeDocument/2006/relationships/customXml" Target="../ink/ink2081.xml"/><Relationship Id="rId216" Type="http://schemas.openxmlformats.org/officeDocument/2006/relationships/customXml" Target="../ink/ink2109.xml"/><Relationship Id="rId423" Type="http://schemas.openxmlformats.org/officeDocument/2006/relationships/image" Target="../media/image3280.png"/><Relationship Id="rId258" Type="http://schemas.openxmlformats.org/officeDocument/2006/relationships/customXml" Target="../ink/ink2130.xml"/><Relationship Id="rId465" Type="http://schemas.openxmlformats.org/officeDocument/2006/relationships/image" Target="../media/image3490.png"/><Relationship Id="rId22" Type="http://schemas.openxmlformats.org/officeDocument/2006/relationships/customXml" Target="../ink/ink2012.xml"/><Relationship Id="rId64" Type="http://schemas.openxmlformats.org/officeDocument/2006/relationships/customXml" Target="../ink/ink2033.xml"/><Relationship Id="rId118" Type="http://schemas.openxmlformats.org/officeDocument/2006/relationships/customXml" Target="../ink/ink2060.xml"/><Relationship Id="rId325" Type="http://schemas.openxmlformats.org/officeDocument/2006/relationships/image" Target="../media/image2790.png"/><Relationship Id="rId367" Type="http://schemas.openxmlformats.org/officeDocument/2006/relationships/image" Target="../media/image3000.png"/><Relationship Id="rId171" Type="http://schemas.openxmlformats.org/officeDocument/2006/relationships/image" Target="../media/image2020.png"/><Relationship Id="rId227" Type="http://schemas.openxmlformats.org/officeDocument/2006/relationships/image" Target="../media/image2300.png"/><Relationship Id="rId269" Type="http://schemas.openxmlformats.org/officeDocument/2006/relationships/image" Target="../media/image2511.png"/><Relationship Id="rId434" Type="http://schemas.openxmlformats.org/officeDocument/2006/relationships/customXml" Target="../ink/ink2218.xml"/><Relationship Id="rId33" Type="http://schemas.openxmlformats.org/officeDocument/2006/relationships/image" Target="../media/image13300.png"/><Relationship Id="rId129" Type="http://schemas.openxmlformats.org/officeDocument/2006/relationships/image" Target="../media/image18110.png"/><Relationship Id="rId280" Type="http://schemas.openxmlformats.org/officeDocument/2006/relationships/customXml" Target="../ink/ink2141.xml"/><Relationship Id="rId336" Type="http://schemas.openxmlformats.org/officeDocument/2006/relationships/customXml" Target="../ink/ink2169.xml"/><Relationship Id="rId75" Type="http://schemas.openxmlformats.org/officeDocument/2006/relationships/image" Target="../media/image15410.png"/><Relationship Id="rId140" Type="http://schemas.openxmlformats.org/officeDocument/2006/relationships/customXml" Target="../ink/ink2071.xml"/><Relationship Id="rId182" Type="http://schemas.openxmlformats.org/officeDocument/2006/relationships/customXml" Target="../ink/ink2092.xml"/><Relationship Id="rId378" Type="http://schemas.openxmlformats.org/officeDocument/2006/relationships/customXml" Target="../ink/ink2190.xml"/><Relationship Id="rId403" Type="http://schemas.openxmlformats.org/officeDocument/2006/relationships/image" Target="../media/image3180.png"/><Relationship Id="rId6" Type="http://schemas.openxmlformats.org/officeDocument/2006/relationships/customXml" Target="../ink/ink2004.xml"/><Relationship Id="rId238" Type="http://schemas.openxmlformats.org/officeDocument/2006/relationships/customXml" Target="../ink/ink2120.xml"/><Relationship Id="rId445" Type="http://schemas.openxmlformats.org/officeDocument/2006/relationships/image" Target="../media/image3390.png"/><Relationship Id="rId291" Type="http://schemas.openxmlformats.org/officeDocument/2006/relationships/image" Target="../media/image2620.png"/><Relationship Id="rId305" Type="http://schemas.openxmlformats.org/officeDocument/2006/relationships/image" Target="../media/image2690.png"/><Relationship Id="rId347" Type="http://schemas.openxmlformats.org/officeDocument/2006/relationships/image" Target="../media/image2900.png"/><Relationship Id="rId44" Type="http://schemas.openxmlformats.org/officeDocument/2006/relationships/customXml" Target="../ink/ink2023.xml"/><Relationship Id="rId86" Type="http://schemas.openxmlformats.org/officeDocument/2006/relationships/customXml" Target="../ink/ink2044.xml"/><Relationship Id="rId151" Type="http://schemas.openxmlformats.org/officeDocument/2006/relationships/image" Target="../media/image1921.png"/><Relationship Id="rId389" Type="http://schemas.openxmlformats.org/officeDocument/2006/relationships/image" Target="../media/image3111.png"/><Relationship Id="rId193" Type="http://schemas.openxmlformats.org/officeDocument/2006/relationships/image" Target="../media/image2130.png"/><Relationship Id="rId207" Type="http://schemas.openxmlformats.org/officeDocument/2006/relationships/image" Target="../media/image2200.png"/><Relationship Id="rId249" Type="http://schemas.openxmlformats.org/officeDocument/2006/relationships/image" Target="../media/image2411.png"/><Relationship Id="rId414" Type="http://schemas.openxmlformats.org/officeDocument/2006/relationships/customXml" Target="../ink/ink2208.xml"/><Relationship Id="rId456" Type="http://schemas.openxmlformats.org/officeDocument/2006/relationships/customXml" Target="../ink/ink2229.xml"/><Relationship Id="rId13" Type="http://schemas.openxmlformats.org/officeDocument/2006/relationships/image" Target="../media/image12300.png"/><Relationship Id="rId109" Type="http://schemas.openxmlformats.org/officeDocument/2006/relationships/image" Target="../media/image17110.png"/><Relationship Id="rId260" Type="http://schemas.openxmlformats.org/officeDocument/2006/relationships/customXml" Target="../ink/ink2131.xml"/><Relationship Id="rId316" Type="http://schemas.openxmlformats.org/officeDocument/2006/relationships/customXml" Target="../ink/ink2159.xml"/><Relationship Id="rId55" Type="http://schemas.openxmlformats.org/officeDocument/2006/relationships/image" Target="../media/image14400.png"/><Relationship Id="rId97" Type="http://schemas.openxmlformats.org/officeDocument/2006/relationships/image" Target="../media/image16510.png"/><Relationship Id="rId120" Type="http://schemas.openxmlformats.org/officeDocument/2006/relationships/customXml" Target="../ink/ink2061.xml"/><Relationship Id="rId358" Type="http://schemas.openxmlformats.org/officeDocument/2006/relationships/customXml" Target="../ink/ink2180.xml"/><Relationship Id="rId162" Type="http://schemas.openxmlformats.org/officeDocument/2006/relationships/customXml" Target="../ink/ink2082.xml"/><Relationship Id="rId218" Type="http://schemas.openxmlformats.org/officeDocument/2006/relationships/customXml" Target="../ink/ink2110.xml"/><Relationship Id="rId425" Type="http://schemas.openxmlformats.org/officeDocument/2006/relationships/image" Target="../media/image3290.png"/><Relationship Id="rId271" Type="http://schemas.openxmlformats.org/officeDocument/2006/relationships/image" Target="../media/image2520.png"/><Relationship Id="rId24" Type="http://schemas.openxmlformats.org/officeDocument/2006/relationships/customXml" Target="../ink/ink2013.xml"/><Relationship Id="rId66" Type="http://schemas.openxmlformats.org/officeDocument/2006/relationships/customXml" Target="../ink/ink2034.xml"/><Relationship Id="rId131" Type="http://schemas.openxmlformats.org/officeDocument/2006/relationships/image" Target="../media/image18210.png"/><Relationship Id="rId327" Type="http://schemas.openxmlformats.org/officeDocument/2006/relationships/image" Target="../media/image2800.png"/><Relationship Id="rId369" Type="http://schemas.openxmlformats.org/officeDocument/2006/relationships/image" Target="../media/image3011.png"/><Relationship Id="rId173" Type="http://schemas.openxmlformats.org/officeDocument/2006/relationships/image" Target="../media/image2030.png"/><Relationship Id="rId229" Type="http://schemas.openxmlformats.org/officeDocument/2006/relationships/image" Target="../media/image2311.png"/><Relationship Id="rId380" Type="http://schemas.openxmlformats.org/officeDocument/2006/relationships/customXml" Target="../ink/ink2191.xml"/><Relationship Id="rId436" Type="http://schemas.openxmlformats.org/officeDocument/2006/relationships/customXml" Target="../ink/ink2219.xml"/><Relationship Id="rId240" Type="http://schemas.openxmlformats.org/officeDocument/2006/relationships/customXml" Target="../ink/ink2121.xml"/><Relationship Id="rId35" Type="http://schemas.openxmlformats.org/officeDocument/2006/relationships/image" Target="../media/image13400.png"/><Relationship Id="rId77" Type="http://schemas.openxmlformats.org/officeDocument/2006/relationships/image" Target="../media/image15510.png"/><Relationship Id="rId100" Type="http://schemas.openxmlformats.org/officeDocument/2006/relationships/customXml" Target="../ink/ink2051.xml"/><Relationship Id="rId282" Type="http://schemas.openxmlformats.org/officeDocument/2006/relationships/customXml" Target="../ink/ink2142.xml"/><Relationship Id="rId338" Type="http://schemas.openxmlformats.org/officeDocument/2006/relationships/customXml" Target="../ink/ink2170.xml"/><Relationship Id="rId8" Type="http://schemas.openxmlformats.org/officeDocument/2006/relationships/customXml" Target="../ink/ink2005.xml"/><Relationship Id="rId142" Type="http://schemas.openxmlformats.org/officeDocument/2006/relationships/customXml" Target="../ink/ink2072.xml"/><Relationship Id="rId184" Type="http://schemas.openxmlformats.org/officeDocument/2006/relationships/customXml" Target="../ink/ink2093.xml"/><Relationship Id="rId391" Type="http://schemas.openxmlformats.org/officeDocument/2006/relationships/image" Target="../media/image3120.png"/><Relationship Id="rId405" Type="http://schemas.openxmlformats.org/officeDocument/2006/relationships/image" Target="../media/image3190.png"/><Relationship Id="rId447" Type="http://schemas.openxmlformats.org/officeDocument/2006/relationships/image" Target="../media/image3400.png"/><Relationship Id="rId251" Type="http://schemas.openxmlformats.org/officeDocument/2006/relationships/image" Target="../media/image2420.png"/><Relationship Id="rId46" Type="http://schemas.openxmlformats.org/officeDocument/2006/relationships/customXml" Target="../ink/ink2024.xml"/><Relationship Id="rId293" Type="http://schemas.openxmlformats.org/officeDocument/2006/relationships/image" Target="../media/image2630.png"/><Relationship Id="rId307" Type="http://schemas.openxmlformats.org/officeDocument/2006/relationships/image" Target="../media/image2700.png"/><Relationship Id="rId349" Type="http://schemas.openxmlformats.org/officeDocument/2006/relationships/image" Target="../media/image2911.png"/><Relationship Id="rId88" Type="http://schemas.openxmlformats.org/officeDocument/2006/relationships/customXml" Target="../ink/ink2045.xml"/><Relationship Id="rId111" Type="http://schemas.openxmlformats.org/officeDocument/2006/relationships/image" Target="../media/image17210.png"/><Relationship Id="rId153" Type="http://schemas.openxmlformats.org/officeDocument/2006/relationships/image" Target="../media/image1930.png"/><Relationship Id="rId195" Type="http://schemas.openxmlformats.org/officeDocument/2006/relationships/image" Target="../media/image2140.png"/><Relationship Id="rId209" Type="http://schemas.openxmlformats.org/officeDocument/2006/relationships/image" Target="../media/image2211.png"/><Relationship Id="rId360" Type="http://schemas.openxmlformats.org/officeDocument/2006/relationships/customXml" Target="../ink/ink2181.xml"/><Relationship Id="rId416" Type="http://schemas.openxmlformats.org/officeDocument/2006/relationships/customXml" Target="../ink/ink2209.xml"/><Relationship Id="rId220" Type="http://schemas.openxmlformats.org/officeDocument/2006/relationships/customXml" Target="../ink/ink2111.xml"/><Relationship Id="rId458" Type="http://schemas.openxmlformats.org/officeDocument/2006/relationships/customXml" Target="../ink/ink2230.xml"/><Relationship Id="rId15" Type="http://schemas.openxmlformats.org/officeDocument/2006/relationships/image" Target="../media/image12400.png"/><Relationship Id="rId57" Type="http://schemas.openxmlformats.org/officeDocument/2006/relationships/image" Target="../media/image14500.png"/><Relationship Id="rId262" Type="http://schemas.openxmlformats.org/officeDocument/2006/relationships/customXml" Target="../ink/ink2132.xml"/><Relationship Id="rId318" Type="http://schemas.openxmlformats.org/officeDocument/2006/relationships/customXml" Target="../ink/ink2160.xml"/><Relationship Id="rId99" Type="http://schemas.openxmlformats.org/officeDocument/2006/relationships/image" Target="../media/image16610.png"/><Relationship Id="rId122" Type="http://schemas.openxmlformats.org/officeDocument/2006/relationships/customXml" Target="../ink/ink2062.xml"/><Relationship Id="rId164" Type="http://schemas.openxmlformats.org/officeDocument/2006/relationships/customXml" Target="../ink/ink2083.xml"/><Relationship Id="rId371" Type="http://schemas.openxmlformats.org/officeDocument/2006/relationships/image" Target="../media/image3020.png"/><Relationship Id="rId427" Type="http://schemas.openxmlformats.org/officeDocument/2006/relationships/image" Target="../media/image3300.png"/><Relationship Id="rId26" Type="http://schemas.openxmlformats.org/officeDocument/2006/relationships/customXml" Target="../ink/ink2014.xml"/><Relationship Id="rId231" Type="http://schemas.openxmlformats.org/officeDocument/2006/relationships/image" Target="../media/image2320.png"/><Relationship Id="rId273" Type="http://schemas.openxmlformats.org/officeDocument/2006/relationships/image" Target="../media/image2530.png"/><Relationship Id="rId329" Type="http://schemas.openxmlformats.org/officeDocument/2006/relationships/image" Target="../media/image2811.png"/><Relationship Id="rId68" Type="http://schemas.openxmlformats.org/officeDocument/2006/relationships/customXml" Target="../ink/ink2035.xml"/><Relationship Id="rId133" Type="http://schemas.openxmlformats.org/officeDocument/2006/relationships/image" Target="../media/image18310.png"/><Relationship Id="rId175" Type="http://schemas.openxmlformats.org/officeDocument/2006/relationships/image" Target="../media/image2040.png"/><Relationship Id="rId340" Type="http://schemas.openxmlformats.org/officeDocument/2006/relationships/customXml" Target="../ink/ink2171.xml"/><Relationship Id="rId200" Type="http://schemas.openxmlformats.org/officeDocument/2006/relationships/customXml" Target="../ink/ink2101.xml"/><Relationship Id="rId382" Type="http://schemas.openxmlformats.org/officeDocument/2006/relationships/customXml" Target="../ink/ink2192.xml"/><Relationship Id="rId438" Type="http://schemas.openxmlformats.org/officeDocument/2006/relationships/customXml" Target="../ink/ink2220.xml"/><Relationship Id="rId242" Type="http://schemas.openxmlformats.org/officeDocument/2006/relationships/customXml" Target="../ink/ink2122.xml"/><Relationship Id="rId284" Type="http://schemas.openxmlformats.org/officeDocument/2006/relationships/customXml" Target="../ink/ink2143.xml"/><Relationship Id="rId37" Type="http://schemas.openxmlformats.org/officeDocument/2006/relationships/image" Target="../media/image13500.png"/><Relationship Id="rId79" Type="http://schemas.openxmlformats.org/officeDocument/2006/relationships/image" Target="../media/image15610.png"/><Relationship Id="rId102" Type="http://schemas.openxmlformats.org/officeDocument/2006/relationships/customXml" Target="../ink/ink2052.xml"/><Relationship Id="rId144" Type="http://schemas.openxmlformats.org/officeDocument/2006/relationships/customXml" Target="../ink/ink2073.xml"/><Relationship Id="rId90" Type="http://schemas.openxmlformats.org/officeDocument/2006/relationships/customXml" Target="../ink/ink2046.xml"/><Relationship Id="rId186" Type="http://schemas.openxmlformats.org/officeDocument/2006/relationships/customXml" Target="../ink/ink2094.xml"/><Relationship Id="rId351" Type="http://schemas.openxmlformats.org/officeDocument/2006/relationships/image" Target="../media/image2920.png"/><Relationship Id="rId393" Type="http://schemas.openxmlformats.org/officeDocument/2006/relationships/image" Target="../media/image3130.png"/><Relationship Id="rId407" Type="http://schemas.openxmlformats.org/officeDocument/2006/relationships/image" Target="../media/image3200.png"/><Relationship Id="rId449" Type="http://schemas.openxmlformats.org/officeDocument/2006/relationships/image" Target="../media/image3411.png"/><Relationship Id="rId211" Type="http://schemas.openxmlformats.org/officeDocument/2006/relationships/image" Target="../media/image2220.png"/><Relationship Id="rId253" Type="http://schemas.openxmlformats.org/officeDocument/2006/relationships/image" Target="../media/image2430.png"/><Relationship Id="rId295" Type="http://schemas.openxmlformats.org/officeDocument/2006/relationships/image" Target="../media/image2640.png"/><Relationship Id="rId309" Type="http://schemas.openxmlformats.org/officeDocument/2006/relationships/image" Target="../media/image2711.png"/><Relationship Id="rId460" Type="http://schemas.openxmlformats.org/officeDocument/2006/relationships/customXml" Target="../ink/ink2231.xml"/><Relationship Id="rId48" Type="http://schemas.openxmlformats.org/officeDocument/2006/relationships/customXml" Target="../ink/ink2025.xml"/><Relationship Id="rId113" Type="http://schemas.openxmlformats.org/officeDocument/2006/relationships/image" Target="../media/image17310.png"/><Relationship Id="rId320" Type="http://schemas.openxmlformats.org/officeDocument/2006/relationships/customXml" Target="../ink/ink2161.xml"/><Relationship Id="rId155" Type="http://schemas.openxmlformats.org/officeDocument/2006/relationships/image" Target="../media/image1940.png"/><Relationship Id="rId197" Type="http://schemas.openxmlformats.org/officeDocument/2006/relationships/image" Target="../media/image2150.png"/><Relationship Id="rId362" Type="http://schemas.openxmlformats.org/officeDocument/2006/relationships/customXml" Target="../ink/ink2182.xml"/><Relationship Id="rId418" Type="http://schemas.openxmlformats.org/officeDocument/2006/relationships/customXml" Target="../ink/ink2210.xml"/><Relationship Id="rId222" Type="http://schemas.openxmlformats.org/officeDocument/2006/relationships/customXml" Target="../ink/ink2112.xml"/><Relationship Id="rId264" Type="http://schemas.openxmlformats.org/officeDocument/2006/relationships/customXml" Target="../ink/ink2133.xml"/><Relationship Id="rId17" Type="http://schemas.openxmlformats.org/officeDocument/2006/relationships/image" Target="../media/image12500.png"/><Relationship Id="rId59" Type="http://schemas.openxmlformats.org/officeDocument/2006/relationships/image" Target="../media/image14600.png"/><Relationship Id="rId124" Type="http://schemas.openxmlformats.org/officeDocument/2006/relationships/customXml" Target="../ink/ink2063.xml"/><Relationship Id="rId70" Type="http://schemas.openxmlformats.org/officeDocument/2006/relationships/customXml" Target="../ink/ink2036.xml"/><Relationship Id="rId166" Type="http://schemas.openxmlformats.org/officeDocument/2006/relationships/customXml" Target="../ink/ink2084.xml"/><Relationship Id="rId331" Type="http://schemas.openxmlformats.org/officeDocument/2006/relationships/image" Target="../media/image2820.png"/><Relationship Id="rId373" Type="http://schemas.openxmlformats.org/officeDocument/2006/relationships/image" Target="../media/image3030.png"/><Relationship Id="rId429" Type="http://schemas.openxmlformats.org/officeDocument/2006/relationships/image" Target="../media/image3311.png"/><Relationship Id="rId1" Type="http://schemas.openxmlformats.org/officeDocument/2006/relationships/slideLayout" Target="../slideLayouts/slideLayout6.xml"/><Relationship Id="rId233" Type="http://schemas.openxmlformats.org/officeDocument/2006/relationships/image" Target="../media/image2330.png"/><Relationship Id="rId440" Type="http://schemas.openxmlformats.org/officeDocument/2006/relationships/customXml" Target="../ink/ink2221.xml"/><Relationship Id="rId28" Type="http://schemas.openxmlformats.org/officeDocument/2006/relationships/customXml" Target="../ink/ink2015.xml"/><Relationship Id="rId275" Type="http://schemas.openxmlformats.org/officeDocument/2006/relationships/image" Target="../media/image2540.png"/><Relationship Id="rId300" Type="http://schemas.openxmlformats.org/officeDocument/2006/relationships/customXml" Target="../ink/ink2151.xml"/><Relationship Id="rId81" Type="http://schemas.openxmlformats.org/officeDocument/2006/relationships/image" Target="../media/image15710.png"/><Relationship Id="rId135" Type="http://schemas.openxmlformats.org/officeDocument/2006/relationships/image" Target="../media/image18410.png"/><Relationship Id="rId177" Type="http://schemas.openxmlformats.org/officeDocument/2006/relationships/image" Target="../media/image2050.png"/><Relationship Id="rId342" Type="http://schemas.openxmlformats.org/officeDocument/2006/relationships/customXml" Target="../ink/ink2172.xml"/><Relationship Id="rId384" Type="http://schemas.openxmlformats.org/officeDocument/2006/relationships/customXml" Target="../ink/ink2193.xml"/><Relationship Id="rId202" Type="http://schemas.openxmlformats.org/officeDocument/2006/relationships/customXml" Target="../ink/ink2102.xml"/><Relationship Id="rId244" Type="http://schemas.openxmlformats.org/officeDocument/2006/relationships/customXml" Target="../ink/ink2123.xml"/><Relationship Id="rId39" Type="http://schemas.openxmlformats.org/officeDocument/2006/relationships/image" Target="../media/image13600.png"/><Relationship Id="rId286" Type="http://schemas.openxmlformats.org/officeDocument/2006/relationships/customXml" Target="../ink/ink2144.xml"/><Relationship Id="rId451" Type="http://schemas.openxmlformats.org/officeDocument/2006/relationships/image" Target="../media/image3420.png"/><Relationship Id="rId50" Type="http://schemas.openxmlformats.org/officeDocument/2006/relationships/customXml" Target="../ink/ink2026.xml"/><Relationship Id="rId104" Type="http://schemas.openxmlformats.org/officeDocument/2006/relationships/customXml" Target="../ink/ink2053.xml"/><Relationship Id="rId146" Type="http://schemas.openxmlformats.org/officeDocument/2006/relationships/customXml" Target="../ink/ink2074.xml"/><Relationship Id="rId188" Type="http://schemas.openxmlformats.org/officeDocument/2006/relationships/customXml" Target="../ink/ink2095.xml"/><Relationship Id="rId311" Type="http://schemas.openxmlformats.org/officeDocument/2006/relationships/image" Target="../media/image2720.png"/><Relationship Id="rId353" Type="http://schemas.openxmlformats.org/officeDocument/2006/relationships/image" Target="../media/image2930.png"/><Relationship Id="rId395" Type="http://schemas.openxmlformats.org/officeDocument/2006/relationships/image" Target="../media/image3140.png"/><Relationship Id="rId409" Type="http://schemas.openxmlformats.org/officeDocument/2006/relationships/image" Target="../media/image3211.png"/><Relationship Id="rId92" Type="http://schemas.openxmlformats.org/officeDocument/2006/relationships/customXml" Target="../ink/ink2047.xml"/><Relationship Id="rId213" Type="http://schemas.openxmlformats.org/officeDocument/2006/relationships/image" Target="../media/image2230.png"/><Relationship Id="rId420" Type="http://schemas.openxmlformats.org/officeDocument/2006/relationships/customXml" Target="../ink/ink2211.xml"/><Relationship Id="rId255" Type="http://schemas.openxmlformats.org/officeDocument/2006/relationships/image" Target="../media/image2440.png"/><Relationship Id="rId297" Type="http://schemas.openxmlformats.org/officeDocument/2006/relationships/image" Target="../media/image2650.png"/><Relationship Id="rId462" Type="http://schemas.openxmlformats.org/officeDocument/2006/relationships/customXml" Target="../ink/ink2232.xml"/><Relationship Id="rId115" Type="http://schemas.openxmlformats.org/officeDocument/2006/relationships/image" Target="../media/image17410.png"/><Relationship Id="rId157" Type="http://schemas.openxmlformats.org/officeDocument/2006/relationships/image" Target="../media/image1950.png"/><Relationship Id="rId322" Type="http://schemas.openxmlformats.org/officeDocument/2006/relationships/customXml" Target="../ink/ink2162.xml"/><Relationship Id="rId364" Type="http://schemas.openxmlformats.org/officeDocument/2006/relationships/customXml" Target="../ink/ink2183.xml"/></Relationships>
</file>

<file path=ppt/slides/_rels/slide1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246.xml"/><Relationship Id="rId21" Type="http://schemas.openxmlformats.org/officeDocument/2006/relationships/image" Target="../media/image3590.png"/><Relationship Id="rId42" Type="http://schemas.openxmlformats.org/officeDocument/2006/relationships/customXml" Target="../ink/ink2254.xml"/><Relationship Id="rId47" Type="http://schemas.openxmlformats.org/officeDocument/2006/relationships/image" Target="../media/image3720.png"/><Relationship Id="rId63" Type="http://schemas.openxmlformats.org/officeDocument/2006/relationships/image" Target="../media/image3800.png"/><Relationship Id="rId68" Type="http://schemas.openxmlformats.org/officeDocument/2006/relationships/customXml" Target="../ink/ink2267.xml"/><Relationship Id="rId84" Type="http://schemas.openxmlformats.org/officeDocument/2006/relationships/customXml" Target="../ink/ink2275.xml"/><Relationship Id="rId89" Type="http://schemas.openxmlformats.org/officeDocument/2006/relationships/image" Target="../media/image4100.png"/><Relationship Id="rId16" Type="http://schemas.openxmlformats.org/officeDocument/2006/relationships/customXml" Target="../ink/ink2241.xml"/><Relationship Id="rId107" Type="http://schemas.openxmlformats.org/officeDocument/2006/relationships/image" Target="../media/image4190.png"/><Relationship Id="rId11" Type="http://schemas.openxmlformats.org/officeDocument/2006/relationships/image" Target="../media/image3540.png"/><Relationship Id="rId32" Type="http://schemas.openxmlformats.org/officeDocument/2006/relationships/customXml" Target="../ink/ink2249.xml"/><Relationship Id="rId37" Type="http://schemas.openxmlformats.org/officeDocument/2006/relationships/image" Target="../media/image3670.png"/><Relationship Id="rId53" Type="http://schemas.openxmlformats.org/officeDocument/2006/relationships/image" Target="../media/image3750.png"/><Relationship Id="rId58" Type="http://schemas.openxmlformats.org/officeDocument/2006/relationships/customXml" Target="../ink/ink2262.xml"/><Relationship Id="rId74" Type="http://schemas.openxmlformats.org/officeDocument/2006/relationships/customXml" Target="../ink/ink2270.xml"/><Relationship Id="rId79" Type="http://schemas.openxmlformats.org/officeDocument/2006/relationships/image" Target="../media/image4050.png"/><Relationship Id="rId102" Type="http://schemas.openxmlformats.org/officeDocument/2006/relationships/customXml" Target="../ink/ink2284.xml"/><Relationship Id="rId5" Type="http://schemas.openxmlformats.org/officeDocument/2006/relationships/image" Target="../media/image3511.png"/><Relationship Id="rId90" Type="http://schemas.openxmlformats.org/officeDocument/2006/relationships/customXml" Target="../ink/ink2278.xml"/><Relationship Id="rId95" Type="http://schemas.openxmlformats.org/officeDocument/2006/relationships/image" Target="../media/image4130.png"/><Relationship Id="rId22" Type="http://schemas.openxmlformats.org/officeDocument/2006/relationships/customXml" Target="../ink/ink2244.xml"/><Relationship Id="rId27" Type="http://schemas.openxmlformats.org/officeDocument/2006/relationships/image" Target="../media/image3620.png"/><Relationship Id="rId43" Type="http://schemas.openxmlformats.org/officeDocument/2006/relationships/image" Target="../media/image3700.png"/><Relationship Id="rId48" Type="http://schemas.openxmlformats.org/officeDocument/2006/relationships/customXml" Target="../ink/ink2257.xml"/><Relationship Id="rId64" Type="http://schemas.openxmlformats.org/officeDocument/2006/relationships/customXml" Target="../ink/ink2265.xml"/><Relationship Id="rId69" Type="http://schemas.openxmlformats.org/officeDocument/2006/relationships/image" Target="../media/image4000.png"/><Relationship Id="rId80" Type="http://schemas.openxmlformats.org/officeDocument/2006/relationships/customXml" Target="../ink/ink2273.xml"/><Relationship Id="rId85" Type="http://schemas.openxmlformats.org/officeDocument/2006/relationships/image" Target="../media/image4080.png"/><Relationship Id="rId12" Type="http://schemas.openxmlformats.org/officeDocument/2006/relationships/customXml" Target="../ink/ink2239.xml"/><Relationship Id="rId17" Type="http://schemas.openxmlformats.org/officeDocument/2006/relationships/image" Target="../media/image3570.png"/><Relationship Id="rId33" Type="http://schemas.openxmlformats.org/officeDocument/2006/relationships/image" Target="../media/image3650.png"/><Relationship Id="rId38" Type="http://schemas.openxmlformats.org/officeDocument/2006/relationships/customXml" Target="../ink/ink2252.xml"/><Relationship Id="rId59" Type="http://schemas.openxmlformats.org/officeDocument/2006/relationships/image" Target="../media/image3780.png"/><Relationship Id="rId103" Type="http://schemas.openxmlformats.org/officeDocument/2006/relationships/image" Target="../media/image4170.png"/><Relationship Id="rId108" Type="http://schemas.openxmlformats.org/officeDocument/2006/relationships/customXml" Target="../ink/ink2287.xml"/><Relationship Id="rId54" Type="http://schemas.openxmlformats.org/officeDocument/2006/relationships/customXml" Target="../ink/ink2260.xml"/><Relationship Id="rId70" Type="http://schemas.openxmlformats.org/officeDocument/2006/relationships/customXml" Target="../ink/ink2268.xml"/><Relationship Id="rId75" Type="http://schemas.openxmlformats.org/officeDocument/2006/relationships/image" Target="../media/image4030.png"/><Relationship Id="rId91" Type="http://schemas.openxmlformats.org/officeDocument/2006/relationships/image" Target="../media/image4110.png"/><Relationship Id="rId96" Type="http://schemas.openxmlformats.org/officeDocument/2006/relationships/customXml" Target="../ink/ink2281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2236.xml"/><Relationship Id="rId15" Type="http://schemas.openxmlformats.org/officeDocument/2006/relationships/image" Target="../media/image3560.png"/><Relationship Id="rId23" Type="http://schemas.openxmlformats.org/officeDocument/2006/relationships/image" Target="../media/image3600.png"/><Relationship Id="rId28" Type="http://schemas.openxmlformats.org/officeDocument/2006/relationships/customXml" Target="../ink/ink2247.xml"/><Relationship Id="rId36" Type="http://schemas.openxmlformats.org/officeDocument/2006/relationships/customXml" Target="../ink/ink2251.xml"/><Relationship Id="rId49" Type="http://schemas.openxmlformats.org/officeDocument/2006/relationships/image" Target="../media/image3730.png"/><Relationship Id="rId57" Type="http://schemas.openxmlformats.org/officeDocument/2006/relationships/image" Target="../media/image3770.png"/><Relationship Id="rId106" Type="http://schemas.openxmlformats.org/officeDocument/2006/relationships/customXml" Target="../ink/ink2286.xml"/><Relationship Id="rId10" Type="http://schemas.openxmlformats.org/officeDocument/2006/relationships/customXml" Target="../ink/ink2238.xml"/><Relationship Id="rId31" Type="http://schemas.openxmlformats.org/officeDocument/2006/relationships/image" Target="../media/image3640.png"/><Relationship Id="rId44" Type="http://schemas.openxmlformats.org/officeDocument/2006/relationships/customXml" Target="../ink/ink2255.xml"/><Relationship Id="rId52" Type="http://schemas.openxmlformats.org/officeDocument/2006/relationships/customXml" Target="../ink/ink2259.xml"/><Relationship Id="rId60" Type="http://schemas.openxmlformats.org/officeDocument/2006/relationships/customXml" Target="../ink/ink2263.xml"/><Relationship Id="rId65" Type="http://schemas.openxmlformats.org/officeDocument/2006/relationships/image" Target="../media/image3811.png"/><Relationship Id="rId73" Type="http://schemas.openxmlformats.org/officeDocument/2006/relationships/image" Target="../media/image4020.png"/><Relationship Id="rId78" Type="http://schemas.openxmlformats.org/officeDocument/2006/relationships/customXml" Target="../ink/ink2272.xml"/><Relationship Id="rId81" Type="http://schemas.openxmlformats.org/officeDocument/2006/relationships/image" Target="../media/image4060.png"/><Relationship Id="rId86" Type="http://schemas.openxmlformats.org/officeDocument/2006/relationships/customXml" Target="../ink/ink2276.xml"/><Relationship Id="rId94" Type="http://schemas.openxmlformats.org/officeDocument/2006/relationships/customXml" Target="../ink/ink2280.xml"/><Relationship Id="rId99" Type="http://schemas.openxmlformats.org/officeDocument/2006/relationships/image" Target="../media/image4150.png"/><Relationship Id="rId101" Type="http://schemas.openxmlformats.org/officeDocument/2006/relationships/image" Target="../media/image4160.png"/><Relationship Id="rId4" Type="http://schemas.openxmlformats.org/officeDocument/2006/relationships/customXml" Target="../ink/ink2235.xml"/><Relationship Id="rId9" Type="http://schemas.openxmlformats.org/officeDocument/2006/relationships/image" Target="../media/image3530.png"/><Relationship Id="rId13" Type="http://schemas.openxmlformats.org/officeDocument/2006/relationships/image" Target="../media/image3550.png"/><Relationship Id="rId18" Type="http://schemas.openxmlformats.org/officeDocument/2006/relationships/customXml" Target="../ink/ink2242.xml"/><Relationship Id="rId39" Type="http://schemas.openxmlformats.org/officeDocument/2006/relationships/image" Target="../media/image3680.png"/><Relationship Id="rId109" Type="http://schemas.openxmlformats.org/officeDocument/2006/relationships/image" Target="../media/image4200.png"/><Relationship Id="rId34" Type="http://schemas.openxmlformats.org/officeDocument/2006/relationships/customXml" Target="../ink/ink2250.xml"/><Relationship Id="rId50" Type="http://schemas.openxmlformats.org/officeDocument/2006/relationships/customXml" Target="../ink/ink2258.xml"/><Relationship Id="rId55" Type="http://schemas.openxmlformats.org/officeDocument/2006/relationships/image" Target="../media/image3760.png"/><Relationship Id="rId76" Type="http://schemas.openxmlformats.org/officeDocument/2006/relationships/customXml" Target="../ink/ink2271.xml"/><Relationship Id="rId97" Type="http://schemas.openxmlformats.org/officeDocument/2006/relationships/image" Target="../media/image4140.png"/><Relationship Id="rId104" Type="http://schemas.openxmlformats.org/officeDocument/2006/relationships/customXml" Target="../ink/ink2285.xml"/><Relationship Id="rId7" Type="http://schemas.openxmlformats.org/officeDocument/2006/relationships/image" Target="../media/image3520.png"/><Relationship Id="rId71" Type="http://schemas.openxmlformats.org/officeDocument/2006/relationships/image" Target="../media/image4010.png"/><Relationship Id="rId92" Type="http://schemas.openxmlformats.org/officeDocument/2006/relationships/customXml" Target="../ink/ink2279.xml"/><Relationship Id="rId2" Type="http://schemas.openxmlformats.org/officeDocument/2006/relationships/customXml" Target="../ink/ink2234.xml"/><Relationship Id="rId29" Type="http://schemas.openxmlformats.org/officeDocument/2006/relationships/image" Target="../media/image3630.png"/><Relationship Id="rId24" Type="http://schemas.openxmlformats.org/officeDocument/2006/relationships/customXml" Target="../ink/ink2245.xml"/><Relationship Id="rId40" Type="http://schemas.openxmlformats.org/officeDocument/2006/relationships/customXml" Target="../ink/ink2253.xml"/><Relationship Id="rId45" Type="http://schemas.openxmlformats.org/officeDocument/2006/relationships/image" Target="../media/image3711.png"/><Relationship Id="rId66" Type="http://schemas.openxmlformats.org/officeDocument/2006/relationships/customXml" Target="../ink/ink2266.xml"/><Relationship Id="rId87" Type="http://schemas.openxmlformats.org/officeDocument/2006/relationships/image" Target="../media/image4090.png"/><Relationship Id="rId61" Type="http://schemas.openxmlformats.org/officeDocument/2006/relationships/image" Target="../media/image3790.png"/><Relationship Id="rId82" Type="http://schemas.openxmlformats.org/officeDocument/2006/relationships/customXml" Target="../ink/ink2274.xml"/><Relationship Id="rId19" Type="http://schemas.openxmlformats.org/officeDocument/2006/relationships/image" Target="../media/image3580.png"/><Relationship Id="rId14" Type="http://schemas.openxmlformats.org/officeDocument/2006/relationships/customXml" Target="../ink/ink2240.xml"/><Relationship Id="rId30" Type="http://schemas.openxmlformats.org/officeDocument/2006/relationships/customXml" Target="../ink/ink2248.xml"/><Relationship Id="rId35" Type="http://schemas.openxmlformats.org/officeDocument/2006/relationships/image" Target="../media/image3660.png"/><Relationship Id="rId56" Type="http://schemas.openxmlformats.org/officeDocument/2006/relationships/customXml" Target="../ink/ink2261.xml"/><Relationship Id="rId77" Type="http://schemas.openxmlformats.org/officeDocument/2006/relationships/image" Target="../media/image4040.png"/><Relationship Id="rId100" Type="http://schemas.openxmlformats.org/officeDocument/2006/relationships/customXml" Target="../ink/ink2283.xml"/><Relationship Id="rId105" Type="http://schemas.openxmlformats.org/officeDocument/2006/relationships/image" Target="../media/image4180.png"/><Relationship Id="rId8" Type="http://schemas.openxmlformats.org/officeDocument/2006/relationships/customXml" Target="../ink/ink2237.xml"/><Relationship Id="rId51" Type="http://schemas.openxmlformats.org/officeDocument/2006/relationships/image" Target="../media/image3740.png"/><Relationship Id="rId72" Type="http://schemas.openxmlformats.org/officeDocument/2006/relationships/customXml" Target="../ink/ink2269.xml"/><Relationship Id="rId93" Type="http://schemas.openxmlformats.org/officeDocument/2006/relationships/image" Target="../media/image4120.png"/><Relationship Id="rId98" Type="http://schemas.openxmlformats.org/officeDocument/2006/relationships/customXml" Target="../ink/ink2282.xml"/><Relationship Id="rId3" Type="http://schemas.openxmlformats.org/officeDocument/2006/relationships/image" Target="../media/image3500.png"/><Relationship Id="rId25" Type="http://schemas.openxmlformats.org/officeDocument/2006/relationships/image" Target="../media/image3611.png"/><Relationship Id="rId46" Type="http://schemas.openxmlformats.org/officeDocument/2006/relationships/customXml" Target="../ink/ink2256.xml"/><Relationship Id="rId67" Type="http://schemas.openxmlformats.org/officeDocument/2006/relationships/image" Target="../media/image3820.png"/><Relationship Id="rId20" Type="http://schemas.openxmlformats.org/officeDocument/2006/relationships/customXml" Target="../ink/ink2243.xml"/><Relationship Id="rId41" Type="http://schemas.openxmlformats.org/officeDocument/2006/relationships/image" Target="../media/image3690.png"/><Relationship Id="rId62" Type="http://schemas.openxmlformats.org/officeDocument/2006/relationships/customXml" Target="../ink/ink2264.xml"/><Relationship Id="rId83" Type="http://schemas.openxmlformats.org/officeDocument/2006/relationships/image" Target="../media/image4070.png"/><Relationship Id="rId88" Type="http://schemas.openxmlformats.org/officeDocument/2006/relationships/customXml" Target="../ink/ink2277.xml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345.xml"/><Relationship Id="rId21" Type="http://schemas.openxmlformats.org/officeDocument/2006/relationships/customXml" Target="../ink/ink2297.xml"/><Relationship Id="rId42" Type="http://schemas.openxmlformats.org/officeDocument/2006/relationships/image" Target="../media/image4410.png"/><Relationship Id="rId63" Type="http://schemas.openxmlformats.org/officeDocument/2006/relationships/customXml" Target="../ink/ink2318.xml"/><Relationship Id="rId84" Type="http://schemas.openxmlformats.org/officeDocument/2006/relationships/image" Target="../media/image4620.png"/><Relationship Id="rId138" Type="http://schemas.openxmlformats.org/officeDocument/2006/relationships/image" Target="../media/image4890.png"/><Relationship Id="rId159" Type="http://schemas.openxmlformats.org/officeDocument/2006/relationships/customXml" Target="../ink/ink2366.xml"/><Relationship Id="rId107" Type="http://schemas.openxmlformats.org/officeDocument/2006/relationships/customXml" Target="../ink/ink2340.xml"/><Relationship Id="rId11" Type="http://schemas.openxmlformats.org/officeDocument/2006/relationships/customXml" Target="../ink/ink2292.xml"/><Relationship Id="rId32" Type="http://schemas.openxmlformats.org/officeDocument/2006/relationships/image" Target="../media/image4360.png"/><Relationship Id="rId53" Type="http://schemas.openxmlformats.org/officeDocument/2006/relationships/customXml" Target="../ink/ink2313.xml"/><Relationship Id="rId74" Type="http://schemas.openxmlformats.org/officeDocument/2006/relationships/image" Target="../media/image4570.png"/><Relationship Id="rId128" Type="http://schemas.openxmlformats.org/officeDocument/2006/relationships/image" Target="../media/image4840.png"/><Relationship Id="rId149" Type="http://schemas.openxmlformats.org/officeDocument/2006/relationships/customXml" Target="../ink/ink2361.xml"/><Relationship Id="rId5" Type="http://schemas.openxmlformats.org/officeDocument/2006/relationships/customXml" Target="../ink/ink2289.xml"/><Relationship Id="rId95" Type="http://schemas.openxmlformats.org/officeDocument/2006/relationships/customXml" Target="../ink/ink2334.xml"/><Relationship Id="rId160" Type="http://schemas.openxmlformats.org/officeDocument/2006/relationships/image" Target="../media/image5000.png"/><Relationship Id="rId22" Type="http://schemas.openxmlformats.org/officeDocument/2006/relationships/image" Target="../media/image4310.png"/><Relationship Id="rId43" Type="http://schemas.openxmlformats.org/officeDocument/2006/relationships/customXml" Target="../ink/ink2308.xml"/><Relationship Id="rId64" Type="http://schemas.openxmlformats.org/officeDocument/2006/relationships/image" Target="../media/image4520.png"/><Relationship Id="rId118" Type="http://schemas.openxmlformats.org/officeDocument/2006/relationships/image" Target="../media/image4790.png"/><Relationship Id="rId139" Type="http://schemas.openxmlformats.org/officeDocument/2006/relationships/customXml" Target="../ink/ink2356.xml"/><Relationship Id="rId85" Type="http://schemas.openxmlformats.org/officeDocument/2006/relationships/customXml" Target="../ink/ink2329.xml"/><Relationship Id="rId150" Type="http://schemas.openxmlformats.org/officeDocument/2006/relationships/image" Target="../media/image4950.png"/><Relationship Id="rId12" Type="http://schemas.openxmlformats.org/officeDocument/2006/relationships/image" Target="../media/image4260.png"/><Relationship Id="rId17" Type="http://schemas.openxmlformats.org/officeDocument/2006/relationships/customXml" Target="../ink/ink2295.xml"/><Relationship Id="rId33" Type="http://schemas.openxmlformats.org/officeDocument/2006/relationships/customXml" Target="../ink/ink2303.xml"/><Relationship Id="rId38" Type="http://schemas.openxmlformats.org/officeDocument/2006/relationships/image" Target="../media/image4390.png"/><Relationship Id="rId59" Type="http://schemas.openxmlformats.org/officeDocument/2006/relationships/customXml" Target="../ink/ink2316.xml"/><Relationship Id="rId103" Type="http://schemas.openxmlformats.org/officeDocument/2006/relationships/customXml" Target="../ink/ink2338.xml"/><Relationship Id="rId108" Type="http://schemas.openxmlformats.org/officeDocument/2006/relationships/image" Target="../media/image4740.png"/><Relationship Id="rId124" Type="http://schemas.openxmlformats.org/officeDocument/2006/relationships/image" Target="../media/image4820.png"/><Relationship Id="rId129" Type="http://schemas.openxmlformats.org/officeDocument/2006/relationships/customXml" Target="../ink/ink2351.xml"/><Relationship Id="rId54" Type="http://schemas.openxmlformats.org/officeDocument/2006/relationships/image" Target="../media/image4470.png"/><Relationship Id="rId70" Type="http://schemas.openxmlformats.org/officeDocument/2006/relationships/image" Target="../media/image4550.png"/><Relationship Id="rId75" Type="http://schemas.openxmlformats.org/officeDocument/2006/relationships/customXml" Target="../ink/ink2324.xml"/><Relationship Id="rId91" Type="http://schemas.openxmlformats.org/officeDocument/2006/relationships/customXml" Target="../ink/ink2332.xml"/><Relationship Id="rId96" Type="http://schemas.openxmlformats.org/officeDocument/2006/relationships/image" Target="../media/image4680.png"/><Relationship Id="rId140" Type="http://schemas.openxmlformats.org/officeDocument/2006/relationships/image" Target="../media/image4900.png"/><Relationship Id="rId145" Type="http://schemas.openxmlformats.org/officeDocument/2006/relationships/customXml" Target="../ink/ink2359.xml"/><Relationship Id="rId161" Type="http://schemas.openxmlformats.org/officeDocument/2006/relationships/customXml" Target="../ink/ink236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230.png"/><Relationship Id="rId23" Type="http://schemas.openxmlformats.org/officeDocument/2006/relationships/customXml" Target="../ink/ink2298.xml"/><Relationship Id="rId28" Type="http://schemas.openxmlformats.org/officeDocument/2006/relationships/image" Target="../media/image4340.png"/><Relationship Id="rId49" Type="http://schemas.openxmlformats.org/officeDocument/2006/relationships/customXml" Target="../ink/ink2311.xml"/><Relationship Id="rId114" Type="http://schemas.openxmlformats.org/officeDocument/2006/relationships/image" Target="../media/image4770.png"/><Relationship Id="rId119" Type="http://schemas.openxmlformats.org/officeDocument/2006/relationships/customXml" Target="../ink/ink2346.xml"/><Relationship Id="rId44" Type="http://schemas.openxmlformats.org/officeDocument/2006/relationships/image" Target="../media/image4420.png"/><Relationship Id="rId60" Type="http://schemas.openxmlformats.org/officeDocument/2006/relationships/image" Target="../media/image4500.png"/><Relationship Id="rId65" Type="http://schemas.openxmlformats.org/officeDocument/2006/relationships/customXml" Target="../ink/ink2319.xml"/><Relationship Id="rId81" Type="http://schemas.openxmlformats.org/officeDocument/2006/relationships/customXml" Target="../ink/ink2327.xml"/><Relationship Id="rId86" Type="http://schemas.openxmlformats.org/officeDocument/2006/relationships/image" Target="../media/image4630.png"/><Relationship Id="rId130" Type="http://schemas.openxmlformats.org/officeDocument/2006/relationships/image" Target="../media/image4850.png"/><Relationship Id="rId135" Type="http://schemas.openxmlformats.org/officeDocument/2006/relationships/customXml" Target="../ink/ink2354.xml"/><Relationship Id="rId151" Type="http://schemas.openxmlformats.org/officeDocument/2006/relationships/customXml" Target="../ink/ink2362.xml"/><Relationship Id="rId156" Type="http://schemas.openxmlformats.org/officeDocument/2006/relationships/image" Target="../media/image4980.png"/><Relationship Id="rId13" Type="http://schemas.openxmlformats.org/officeDocument/2006/relationships/customXml" Target="../ink/ink2293.xml"/><Relationship Id="rId18" Type="http://schemas.openxmlformats.org/officeDocument/2006/relationships/image" Target="../media/image4290.png"/><Relationship Id="rId39" Type="http://schemas.openxmlformats.org/officeDocument/2006/relationships/customXml" Target="../ink/ink2306.xml"/><Relationship Id="rId109" Type="http://schemas.openxmlformats.org/officeDocument/2006/relationships/customXml" Target="../ink/ink2341.xml"/><Relationship Id="rId34" Type="http://schemas.openxmlformats.org/officeDocument/2006/relationships/image" Target="../media/image4370.png"/><Relationship Id="rId50" Type="http://schemas.openxmlformats.org/officeDocument/2006/relationships/image" Target="../media/image4450.png"/><Relationship Id="rId55" Type="http://schemas.openxmlformats.org/officeDocument/2006/relationships/customXml" Target="../ink/ink2314.xml"/><Relationship Id="rId76" Type="http://schemas.openxmlformats.org/officeDocument/2006/relationships/image" Target="../media/image4580.png"/><Relationship Id="rId97" Type="http://schemas.openxmlformats.org/officeDocument/2006/relationships/customXml" Target="../ink/ink2335.xml"/><Relationship Id="rId104" Type="http://schemas.openxmlformats.org/officeDocument/2006/relationships/image" Target="../media/image4720.png"/><Relationship Id="rId120" Type="http://schemas.openxmlformats.org/officeDocument/2006/relationships/image" Target="../media/image4800.png"/><Relationship Id="rId125" Type="http://schemas.openxmlformats.org/officeDocument/2006/relationships/customXml" Target="../ink/ink2349.xml"/><Relationship Id="rId141" Type="http://schemas.openxmlformats.org/officeDocument/2006/relationships/customXml" Target="../ink/ink2357.xml"/><Relationship Id="rId146" Type="http://schemas.openxmlformats.org/officeDocument/2006/relationships/image" Target="../media/image4930.png"/><Relationship Id="rId7" Type="http://schemas.openxmlformats.org/officeDocument/2006/relationships/customXml" Target="../ink/ink2290.xml"/><Relationship Id="rId71" Type="http://schemas.openxmlformats.org/officeDocument/2006/relationships/customXml" Target="../ink/ink2322.xml"/><Relationship Id="rId92" Type="http://schemas.openxmlformats.org/officeDocument/2006/relationships/image" Target="../media/image4660.png"/><Relationship Id="rId162" Type="http://schemas.openxmlformats.org/officeDocument/2006/relationships/image" Target="../media/image5010.png"/><Relationship Id="rId2" Type="http://schemas.openxmlformats.org/officeDocument/2006/relationships/image" Target="../media/image1858.png"/><Relationship Id="rId29" Type="http://schemas.openxmlformats.org/officeDocument/2006/relationships/customXml" Target="../ink/ink2301.xml"/><Relationship Id="rId24" Type="http://schemas.openxmlformats.org/officeDocument/2006/relationships/image" Target="../media/image4320.png"/><Relationship Id="rId40" Type="http://schemas.openxmlformats.org/officeDocument/2006/relationships/image" Target="../media/image4400.png"/><Relationship Id="rId45" Type="http://schemas.openxmlformats.org/officeDocument/2006/relationships/customXml" Target="../ink/ink2309.xml"/><Relationship Id="rId66" Type="http://schemas.openxmlformats.org/officeDocument/2006/relationships/image" Target="../media/image4530.png"/><Relationship Id="rId87" Type="http://schemas.openxmlformats.org/officeDocument/2006/relationships/customXml" Target="../ink/ink2330.xml"/><Relationship Id="rId110" Type="http://schemas.openxmlformats.org/officeDocument/2006/relationships/image" Target="../media/image4750.png"/><Relationship Id="rId115" Type="http://schemas.openxmlformats.org/officeDocument/2006/relationships/customXml" Target="../ink/ink2344.xml"/><Relationship Id="rId131" Type="http://schemas.openxmlformats.org/officeDocument/2006/relationships/customXml" Target="../ink/ink2352.xml"/><Relationship Id="rId136" Type="http://schemas.openxmlformats.org/officeDocument/2006/relationships/image" Target="../media/image4880.png"/><Relationship Id="rId157" Type="http://schemas.openxmlformats.org/officeDocument/2006/relationships/customXml" Target="../ink/ink2365.xml"/><Relationship Id="rId61" Type="http://schemas.openxmlformats.org/officeDocument/2006/relationships/customXml" Target="../ink/ink2317.xml"/><Relationship Id="rId82" Type="http://schemas.openxmlformats.org/officeDocument/2006/relationships/image" Target="../media/image4610.png"/><Relationship Id="rId152" Type="http://schemas.openxmlformats.org/officeDocument/2006/relationships/image" Target="../media/image4960.png"/><Relationship Id="rId19" Type="http://schemas.openxmlformats.org/officeDocument/2006/relationships/customXml" Target="../ink/ink2296.xml"/><Relationship Id="rId14" Type="http://schemas.openxmlformats.org/officeDocument/2006/relationships/image" Target="../media/image4270.png"/><Relationship Id="rId30" Type="http://schemas.openxmlformats.org/officeDocument/2006/relationships/image" Target="../media/image4350.png"/><Relationship Id="rId35" Type="http://schemas.openxmlformats.org/officeDocument/2006/relationships/customXml" Target="../ink/ink2304.xml"/><Relationship Id="rId56" Type="http://schemas.openxmlformats.org/officeDocument/2006/relationships/image" Target="../media/image4480.png"/><Relationship Id="rId77" Type="http://schemas.openxmlformats.org/officeDocument/2006/relationships/customXml" Target="../ink/ink2325.xml"/><Relationship Id="rId100" Type="http://schemas.openxmlformats.org/officeDocument/2006/relationships/image" Target="../media/image4700.png"/><Relationship Id="rId105" Type="http://schemas.openxmlformats.org/officeDocument/2006/relationships/customXml" Target="../ink/ink2339.xml"/><Relationship Id="rId126" Type="http://schemas.openxmlformats.org/officeDocument/2006/relationships/image" Target="../media/image4830.png"/><Relationship Id="rId147" Type="http://schemas.openxmlformats.org/officeDocument/2006/relationships/customXml" Target="../ink/ink2360.xml"/><Relationship Id="rId8" Type="http://schemas.openxmlformats.org/officeDocument/2006/relationships/image" Target="../media/image4240.png"/><Relationship Id="rId51" Type="http://schemas.openxmlformats.org/officeDocument/2006/relationships/customXml" Target="../ink/ink2312.xml"/><Relationship Id="rId72" Type="http://schemas.openxmlformats.org/officeDocument/2006/relationships/image" Target="../media/image4560.png"/><Relationship Id="rId93" Type="http://schemas.openxmlformats.org/officeDocument/2006/relationships/customXml" Target="../ink/ink2333.xml"/><Relationship Id="rId98" Type="http://schemas.openxmlformats.org/officeDocument/2006/relationships/image" Target="../media/image4690.png"/><Relationship Id="rId121" Type="http://schemas.openxmlformats.org/officeDocument/2006/relationships/customXml" Target="../ink/ink2347.xml"/><Relationship Id="rId142" Type="http://schemas.openxmlformats.org/officeDocument/2006/relationships/image" Target="../media/image4910.png"/><Relationship Id="rId3" Type="http://schemas.openxmlformats.org/officeDocument/2006/relationships/customXml" Target="../ink/ink2288.xml"/><Relationship Id="rId25" Type="http://schemas.openxmlformats.org/officeDocument/2006/relationships/customXml" Target="../ink/ink2299.xml"/><Relationship Id="rId46" Type="http://schemas.openxmlformats.org/officeDocument/2006/relationships/image" Target="../media/image4430.png"/><Relationship Id="rId67" Type="http://schemas.openxmlformats.org/officeDocument/2006/relationships/customXml" Target="../ink/ink2320.xml"/><Relationship Id="rId116" Type="http://schemas.openxmlformats.org/officeDocument/2006/relationships/image" Target="../media/image4780.png"/><Relationship Id="rId137" Type="http://schemas.openxmlformats.org/officeDocument/2006/relationships/customXml" Target="../ink/ink2355.xml"/><Relationship Id="rId158" Type="http://schemas.openxmlformats.org/officeDocument/2006/relationships/image" Target="../media/image4990.png"/><Relationship Id="rId20" Type="http://schemas.openxmlformats.org/officeDocument/2006/relationships/image" Target="../media/image4300.png"/><Relationship Id="rId41" Type="http://schemas.openxmlformats.org/officeDocument/2006/relationships/customXml" Target="../ink/ink2307.xml"/><Relationship Id="rId62" Type="http://schemas.openxmlformats.org/officeDocument/2006/relationships/image" Target="../media/image4510.png"/><Relationship Id="rId83" Type="http://schemas.openxmlformats.org/officeDocument/2006/relationships/customXml" Target="../ink/ink2328.xml"/><Relationship Id="rId88" Type="http://schemas.openxmlformats.org/officeDocument/2006/relationships/image" Target="../media/image4640.png"/><Relationship Id="rId111" Type="http://schemas.openxmlformats.org/officeDocument/2006/relationships/customXml" Target="../ink/ink2342.xml"/><Relationship Id="rId132" Type="http://schemas.openxmlformats.org/officeDocument/2006/relationships/image" Target="../media/image4860.png"/><Relationship Id="rId153" Type="http://schemas.openxmlformats.org/officeDocument/2006/relationships/customXml" Target="../ink/ink2363.xml"/><Relationship Id="rId15" Type="http://schemas.openxmlformats.org/officeDocument/2006/relationships/customXml" Target="../ink/ink2294.xml"/><Relationship Id="rId36" Type="http://schemas.openxmlformats.org/officeDocument/2006/relationships/image" Target="../media/image4380.png"/><Relationship Id="rId57" Type="http://schemas.openxmlformats.org/officeDocument/2006/relationships/customXml" Target="../ink/ink2315.xml"/><Relationship Id="rId106" Type="http://schemas.openxmlformats.org/officeDocument/2006/relationships/image" Target="../media/image4730.png"/><Relationship Id="rId127" Type="http://schemas.openxmlformats.org/officeDocument/2006/relationships/customXml" Target="../ink/ink2350.xml"/><Relationship Id="rId10" Type="http://schemas.openxmlformats.org/officeDocument/2006/relationships/image" Target="../media/image4250.png"/><Relationship Id="rId31" Type="http://schemas.openxmlformats.org/officeDocument/2006/relationships/customXml" Target="../ink/ink2302.xml"/><Relationship Id="rId52" Type="http://schemas.openxmlformats.org/officeDocument/2006/relationships/image" Target="../media/image4460.png"/><Relationship Id="rId73" Type="http://schemas.openxmlformats.org/officeDocument/2006/relationships/customXml" Target="../ink/ink2323.xml"/><Relationship Id="rId78" Type="http://schemas.openxmlformats.org/officeDocument/2006/relationships/image" Target="../media/image4590.png"/><Relationship Id="rId94" Type="http://schemas.openxmlformats.org/officeDocument/2006/relationships/image" Target="../media/image4670.png"/><Relationship Id="rId99" Type="http://schemas.openxmlformats.org/officeDocument/2006/relationships/customXml" Target="../ink/ink2336.xml"/><Relationship Id="rId101" Type="http://schemas.openxmlformats.org/officeDocument/2006/relationships/customXml" Target="../ink/ink2337.xml"/><Relationship Id="rId122" Type="http://schemas.openxmlformats.org/officeDocument/2006/relationships/image" Target="../media/image4810.png"/><Relationship Id="rId143" Type="http://schemas.openxmlformats.org/officeDocument/2006/relationships/customXml" Target="../ink/ink2358.xml"/><Relationship Id="rId148" Type="http://schemas.openxmlformats.org/officeDocument/2006/relationships/image" Target="../media/image4940.png"/><Relationship Id="rId4" Type="http://schemas.openxmlformats.org/officeDocument/2006/relationships/image" Target="../media/image4220.png"/><Relationship Id="rId9" Type="http://schemas.openxmlformats.org/officeDocument/2006/relationships/customXml" Target="../ink/ink2291.xml"/><Relationship Id="rId26" Type="http://schemas.openxmlformats.org/officeDocument/2006/relationships/image" Target="../media/image4330.png"/><Relationship Id="rId47" Type="http://schemas.openxmlformats.org/officeDocument/2006/relationships/customXml" Target="../ink/ink2310.xml"/><Relationship Id="rId68" Type="http://schemas.openxmlformats.org/officeDocument/2006/relationships/image" Target="../media/image4540.png"/><Relationship Id="rId89" Type="http://schemas.openxmlformats.org/officeDocument/2006/relationships/customXml" Target="../ink/ink2331.xml"/><Relationship Id="rId112" Type="http://schemas.openxmlformats.org/officeDocument/2006/relationships/image" Target="../media/image4760.png"/><Relationship Id="rId133" Type="http://schemas.openxmlformats.org/officeDocument/2006/relationships/customXml" Target="../ink/ink2353.xml"/><Relationship Id="rId154" Type="http://schemas.openxmlformats.org/officeDocument/2006/relationships/image" Target="../media/image4970.png"/><Relationship Id="rId16" Type="http://schemas.openxmlformats.org/officeDocument/2006/relationships/image" Target="../media/image4280.png"/><Relationship Id="rId37" Type="http://schemas.openxmlformats.org/officeDocument/2006/relationships/customXml" Target="../ink/ink2305.xml"/><Relationship Id="rId58" Type="http://schemas.openxmlformats.org/officeDocument/2006/relationships/image" Target="../media/image4490.png"/><Relationship Id="rId79" Type="http://schemas.openxmlformats.org/officeDocument/2006/relationships/customXml" Target="../ink/ink2326.xml"/><Relationship Id="rId102" Type="http://schemas.openxmlformats.org/officeDocument/2006/relationships/image" Target="../media/image4710.png"/><Relationship Id="rId123" Type="http://schemas.openxmlformats.org/officeDocument/2006/relationships/customXml" Target="../ink/ink2348.xml"/><Relationship Id="rId144" Type="http://schemas.openxmlformats.org/officeDocument/2006/relationships/image" Target="../media/image4920.png"/><Relationship Id="rId90" Type="http://schemas.openxmlformats.org/officeDocument/2006/relationships/image" Target="../media/image4650.png"/><Relationship Id="rId27" Type="http://schemas.openxmlformats.org/officeDocument/2006/relationships/customXml" Target="../ink/ink2300.xml"/><Relationship Id="rId48" Type="http://schemas.openxmlformats.org/officeDocument/2006/relationships/image" Target="../media/image4440.png"/><Relationship Id="rId69" Type="http://schemas.openxmlformats.org/officeDocument/2006/relationships/customXml" Target="../ink/ink2321.xml"/><Relationship Id="rId113" Type="http://schemas.openxmlformats.org/officeDocument/2006/relationships/customXml" Target="../ink/ink2343.xml"/><Relationship Id="rId134" Type="http://schemas.openxmlformats.org/officeDocument/2006/relationships/image" Target="../media/image4870.png"/><Relationship Id="rId80" Type="http://schemas.openxmlformats.org/officeDocument/2006/relationships/image" Target="../media/image4600.png"/><Relationship Id="rId155" Type="http://schemas.openxmlformats.org/officeDocument/2006/relationships/customXml" Target="../ink/ink236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0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0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0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3C4CE-8C31-06E6-5AC9-2F03DD01C5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26, DFT/FFT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40A4F6-1A40-0430-63EB-2F8B7EFCDC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ECEN 3300 Linear Systems, Spring 2026</a:t>
            </a:r>
          </a:p>
          <a:p>
            <a:r>
              <a:rPr lang="en-US" dirty="0"/>
              <a:t>Peter Mathys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5960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ACF77-F915-B1A5-1391-A3385AC6F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Exam, Mon Apr 27, 1:30 – 4:00 pm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0CBCA7-6147-852C-2427-771E7BB24D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classroom MBE 154 (Special accommodations in STC).</a:t>
            </a:r>
          </a:p>
          <a:p>
            <a:r>
              <a:rPr lang="en-US" dirty="0"/>
              <a:t>Cumulative, covers Chapters 1-7 and 9, 10 in the book, plus additional materials covered in class and </a:t>
            </a:r>
            <a:r>
              <a:rPr lang="en-US" dirty="0" err="1"/>
              <a:t>homeworks</a:t>
            </a:r>
            <a:r>
              <a:rPr lang="en-US" dirty="0"/>
              <a:t>.</a:t>
            </a:r>
          </a:p>
          <a:p>
            <a:r>
              <a:rPr lang="en-US" dirty="0"/>
              <a:t>Closed book, notes, electronics, basic calculator ok.</a:t>
            </a:r>
          </a:p>
          <a:p>
            <a:r>
              <a:rPr lang="en-US" dirty="0"/>
              <a:t>Two pages (8.5x11", both sides) with your own notes.</a:t>
            </a:r>
          </a:p>
          <a:p>
            <a:r>
              <a:rPr lang="en-US" dirty="0"/>
              <a:t>Tables (Laplace, z-Transform, Fourier Transforms) will be handed out.</a:t>
            </a:r>
          </a:p>
        </p:txBody>
      </p:sp>
    </p:spTree>
    <p:extLst>
      <p:ext uri="{BB962C8B-B14F-4D97-AF65-F5344CB8AC3E}">
        <p14:creationId xmlns:p14="http://schemas.microsoft.com/office/powerpoint/2010/main" val="4203300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33EDB-A2DA-401D-9CAC-4E0F2FAE8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09985-EB3F-4F7C-94EE-156BA794E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Discrete Fourier Transform (DFT)</a:t>
            </a:r>
          </a:p>
          <a:p>
            <a:pPr lvl="1"/>
            <a:r>
              <a:rPr lang="en-US" dirty="0"/>
              <a:t>Definition</a:t>
            </a:r>
          </a:p>
          <a:p>
            <a:pPr lvl="1"/>
            <a:r>
              <a:rPr lang="en-US" dirty="0"/>
              <a:t>Computation, FFT</a:t>
            </a:r>
          </a:p>
          <a:p>
            <a:pPr lvl="1"/>
            <a:r>
              <a:rPr lang="en-US" dirty="0"/>
              <a:t>Examples</a:t>
            </a:r>
          </a:p>
          <a:p>
            <a:r>
              <a:rPr lang="en-US" dirty="0"/>
              <a:t>Short Review</a:t>
            </a:r>
          </a:p>
        </p:txBody>
      </p:sp>
    </p:spTree>
    <p:extLst>
      <p:ext uri="{BB962C8B-B14F-4D97-AF65-F5344CB8AC3E}">
        <p14:creationId xmlns:p14="http://schemas.microsoft.com/office/powerpoint/2010/main" val="2575952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3F2C4-3E33-8F57-A59E-CB6336A85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Clicker Question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F60BD5-737E-FE32-7E30-5E1B191870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You sample a 3 kHz sinusoid at sampling frequency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r>
                  <a:rPr lang="en-US" dirty="0"/>
                  <a:t> kHz. What alias frequency (if any) appears in the reconstructed output if the sampler is ideal, but reconstruction assumes all energy is in [0,4] kHz?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  3 kHz</a:t>
                </a:r>
              </a:p>
              <a:p>
                <a:pPr marL="0" indent="0">
                  <a:buNone/>
                </a:pPr>
                <a:r>
                  <a:rPr lang="en-US" dirty="0"/>
                  <a:t>B  5 kHz</a:t>
                </a:r>
              </a:p>
              <a:p>
                <a:pPr marL="0" indent="0">
                  <a:buNone/>
                </a:pPr>
                <a:r>
                  <a:rPr lang="en-US" dirty="0"/>
                  <a:t>C  8 kHz</a:t>
                </a:r>
              </a:p>
              <a:p>
                <a:pPr marL="0" indent="0">
                  <a:buNone/>
                </a:pPr>
                <a:r>
                  <a:rPr lang="en-US" dirty="0"/>
                  <a:t>D  1 kHz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F60BD5-737E-FE32-7E30-5E1B191870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 r="-2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E180D849-AD21-388F-B216-FDB982F0A647}"/>
              </a:ext>
            </a:extLst>
          </p:cNvPr>
          <p:cNvGrpSpPr/>
          <p:nvPr/>
        </p:nvGrpSpPr>
        <p:grpSpPr>
          <a:xfrm>
            <a:off x="396902" y="4165843"/>
            <a:ext cx="352800" cy="113760"/>
            <a:chOff x="396902" y="4165843"/>
            <a:chExt cx="352800" cy="11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0725C29-A8AD-E768-3B38-BD61BE756E2B}"/>
                    </a:ext>
                  </a:extLst>
                </p14:cNvPr>
                <p14:cNvContentPartPr/>
                <p14:nvPr/>
              </p14:nvContentPartPr>
              <p14:xfrm>
                <a:off x="396902" y="4219843"/>
                <a:ext cx="328680" cy="115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0725C29-A8AD-E768-3B38-BD61BE756E2B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90782" y="4213723"/>
                  <a:ext cx="34092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5B42DF1-DD2E-3D25-9B3F-7B596C1C542A}"/>
                    </a:ext>
                  </a:extLst>
                </p14:cNvPr>
                <p14:cNvContentPartPr/>
                <p14:nvPr/>
              </p14:nvContentPartPr>
              <p14:xfrm>
                <a:off x="603542" y="4165843"/>
                <a:ext cx="146160" cy="1137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5B42DF1-DD2E-3D25-9B3F-7B596C1C542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97422" y="4159723"/>
                  <a:ext cx="158400" cy="12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EA597FE-FF04-A05E-9FBC-07887DA7823B}"/>
              </a:ext>
            </a:extLst>
          </p:cNvPr>
          <p:cNvGrpSpPr/>
          <p:nvPr/>
        </p:nvGrpSpPr>
        <p:grpSpPr>
          <a:xfrm>
            <a:off x="2565182" y="4025803"/>
            <a:ext cx="1580040" cy="400680"/>
            <a:chOff x="2565182" y="4025803"/>
            <a:chExt cx="1580040" cy="400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E8F6FB7-03DF-631C-0868-21476210F56F}"/>
                    </a:ext>
                  </a:extLst>
                </p14:cNvPr>
                <p14:cNvContentPartPr/>
                <p14:nvPr/>
              </p14:nvContentPartPr>
              <p14:xfrm>
                <a:off x="2565182" y="4195363"/>
                <a:ext cx="127800" cy="770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E8F6FB7-03DF-631C-0868-21476210F56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559062" y="4189243"/>
                  <a:ext cx="14004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51B486F-7077-7DB9-B8E9-D5B130912195}"/>
                    </a:ext>
                  </a:extLst>
                </p14:cNvPr>
                <p14:cNvContentPartPr/>
                <p14:nvPr/>
              </p14:nvContentPartPr>
              <p14:xfrm>
                <a:off x="2712422" y="4209403"/>
                <a:ext cx="107280" cy="547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51B486F-7077-7DB9-B8E9-D5B13091219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706302" y="4203283"/>
                  <a:ext cx="1195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6025548-4818-BB8E-C13D-B3529CC1AC2A}"/>
                    </a:ext>
                  </a:extLst>
                </p14:cNvPr>
                <p14:cNvContentPartPr/>
                <p14:nvPr/>
              </p14:nvContentPartPr>
              <p14:xfrm>
                <a:off x="2982422" y="4173763"/>
                <a:ext cx="114120" cy="878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6025548-4818-BB8E-C13D-B3529CC1AC2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976302" y="4167643"/>
                  <a:ext cx="12636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9195A89-CD24-9B06-0712-FB9368F32E12}"/>
                    </a:ext>
                  </a:extLst>
                </p14:cNvPr>
                <p14:cNvContentPartPr/>
                <p14:nvPr/>
              </p14:nvContentPartPr>
              <p14:xfrm>
                <a:off x="3120662" y="4025803"/>
                <a:ext cx="179280" cy="2610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9195A89-CD24-9B06-0712-FB9368F32E12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114542" y="4019683"/>
                  <a:ext cx="19152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F8ED558-4BA1-2A38-CFCB-2398A0EDD9F6}"/>
                    </a:ext>
                  </a:extLst>
                </p14:cNvPr>
                <p14:cNvContentPartPr/>
                <p14:nvPr/>
              </p14:nvContentPartPr>
              <p14:xfrm>
                <a:off x="3249542" y="4047763"/>
                <a:ext cx="10080" cy="154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F8ED558-4BA1-2A38-CFCB-2398A0EDD9F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243422" y="4041643"/>
                  <a:ext cx="2232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9F782C3-5E0C-0F8F-992C-5E81B92D228E}"/>
                    </a:ext>
                  </a:extLst>
                </p14:cNvPr>
                <p14:cNvContentPartPr/>
                <p14:nvPr/>
              </p14:nvContentPartPr>
              <p14:xfrm>
                <a:off x="3364382" y="4152883"/>
                <a:ext cx="139320" cy="968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9F782C3-5E0C-0F8F-992C-5E81B92D228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358262" y="4146763"/>
                  <a:ext cx="15156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E6C6C69-83D0-3321-CA74-4E85945FA757}"/>
                    </a:ext>
                  </a:extLst>
                </p14:cNvPr>
                <p14:cNvContentPartPr/>
                <p14:nvPr/>
              </p14:nvContentPartPr>
              <p14:xfrm>
                <a:off x="3545462" y="4170163"/>
                <a:ext cx="86400" cy="1166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E6C6C69-83D0-3321-CA74-4E85945FA75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539342" y="4164043"/>
                  <a:ext cx="986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88E9B24-2773-71E7-01B6-E43E4285B44A}"/>
                    </a:ext>
                  </a:extLst>
                </p14:cNvPr>
                <p14:cNvContentPartPr/>
                <p14:nvPr/>
              </p14:nvContentPartPr>
              <p14:xfrm>
                <a:off x="3680462" y="4190683"/>
                <a:ext cx="25200" cy="468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88E9B24-2773-71E7-01B6-E43E4285B44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674342" y="4184563"/>
                  <a:ext cx="3744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26E3BBF-A713-FE2E-56C8-4C4A49F90D5F}"/>
                    </a:ext>
                  </a:extLst>
                </p14:cNvPr>
                <p14:cNvContentPartPr/>
                <p14:nvPr/>
              </p14:nvContentPartPr>
              <p14:xfrm>
                <a:off x="3650582" y="4069003"/>
                <a:ext cx="3600" cy="54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26E3BBF-A713-FE2E-56C8-4C4A49F90D5F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644462" y="4062883"/>
                  <a:ext cx="1584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90A1676-921A-309E-3E95-38361C6BC2EA}"/>
                    </a:ext>
                  </a:extLst>
                </p14:cNvPr>
                <p14:cNvContentPartPr/>
                <p14:nvPr/>
              </p14:nvContentPartPr>
              <p14:xfrm>
                <a:off x="3726182" y="4158283"/>
                <a:ext cx="198360" cy="856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90A1676-921A-309E-3E95-38361C6BC2EA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720062" y="4152163"/>
                  <a:ext cx="21060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1CC6B90-D1BC-1180-5910-1E4CB1A22640}"/>
                    </a:ext>
                  </a:extLst>
                </p14:cNvPr>
                <p14:cNvContentPartPr/>
                <p14:nvPr/>
              </p14:nvContentPartPr>
              <p14:xfrm>
                <a:off x="3981062" y="4168723"/>
                <a:ext cx="164160" cy="2577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1CC6B90-D1BC-1180-5910-1E4CB1A22640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974942" y="4162603"/>
                  <a:ext cx="17640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120ACDD-EDD4-2D8B-EC98-A4B6785E6CE5}"/>
                    </a:ext>
                  </a:extLst>
                </p14:cNvPr>
                <p14:cNvContentPartPr/>
                <p14:nvPr/>
              </p14:nvContentPartPr>
              <p14:xfrm>
                <a:off x="3959462" y="4155403"/>
                <a:ext cx="82080" cy="165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120ACDD-EDD4-2D8B-EC98-A4B6785E6CE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953342" y="4149283"/>
                  <a:ext cx="943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D080BA1-C2AB-781E-0425-3CEBC3BA787D}"/>
                    </a:ext>
                  </a:extLst>
                </p14:cNvPr>
                <p14:cNvContentPartPr/>
                <p14:nvPr/>
              </p14:nvContentPartPr>
              <p14:xfrm>
                <a:off x="4014902" y="4149643"/>
                <a:ext cx="61560" cy="378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D080BA1-C2AB-781E-0425-3CEBC3BA787D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008782" y="4143523"/>
                  <a:ext cx="73800" cy="50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09413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264DB-52C0-917A-AAA5-588159998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D4B04-8AEF-6FAC-CA72-83B30D150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4981"/>
          </a:xfrm>
        </p:spPr>
        <p:txBody>
          <a:bodyPr/>
          <a:lstStyle/>
          <a:p>
            <a:r>
              <a:rPr lang="en-US" dirty="0"/>
              <a:t>Discrete Fourier Transform (DFT)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3BD82AD-7F1E-FAF1-E3C8-FC1BA9C9C7EF}"/>
              </a:ext>
            </a:extLst>
          </p:cNvPr>
          <p:cNvGrpSpPr/>
          <p:nvPr/>
        </p:nvGrpSpPr>
        <p:grpSpPr>
          <a:xfrm>
            <a:off x="997492" y="1590968"/>
            <a:ext cx="416160" cy="355320"/>
            <a:chOff x="997492" y="1590968"/>
            <a:chExt cx="416160" cy="35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51703EA-5430-BC59-CE1F-9A0D85CA73D0}"/>
                    </a:ext>
                  </a:extLst>
                </p14:cNvPr>
                <p14:cNvContentPartPr/>
                <p14:nvPr/>
              </p14:nvContentPartPr>
              <p14:xfrm>
                <a:off x="1030972" y="1625888"/>
                <a:ext cx="161280" cy="2458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51703EA-5430-BC59-CE1F-9A0D85CA73D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22332" y="1616888"/>
                  <a:ext cx="17892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3DD086F-D2F6-D675-0E90-A05D2D251481}"/>
                    </a:ext>
                  </a:extLst>
                </p14:cNvPr>
                <p14:cNvContentPartPr/>
                <p14:nvPr/>
              </p14:nvContentPartPr>
              <p14:xfrm>
                <a:off x="997492" y="1590968"/>
                <a:ext cx="141120" cy="2739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3DD086F-D2F6-D675-0E90-A05D2D25148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88852" y="1582328"/>
                  <a:ext cx="15876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608B0F3-EC80-62E0-5649-A530CE7A56D0}"/>
                    </a:ext>
                  </a:extLst>
                </p14:cNvPr>
                <p14:cNvContentPartPr/>
                <p14:nvPr/>
              </p14:nvContentPartPr>
              <p14:xfrm>
                <a:off x="1255612" y="1821368"/>
                <a:ext cx="16200" cy="1098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608B0F3-EC80-62E0-5649-A530CE7A56D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46612" y="1812728"/>
                  <a:ext cx="3384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E0D62B4-1937-258D-8111-D71C4A3201B8}"/>
                    </a:ext>
                  </a:extLst>
                </p14:cNvPr>
                <p14:cNvContentPartPr/>
                <p14:nvPr/>
              </p14:nvContentPartPr>
              <p14:xfrm>
                <a:off x="1281172" y="1864568"/>
                <a:ext cx="132480" cy="817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E0D62B4-1937-258D-8111-D71C4A3201B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72532" y="1855928"/>
                  <a:ext cx="150120" cy="9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5D73AD2-04D4-45B6-7A0A-0E8A6651E911}"/>
              </a:ext>
            </a:extLst>
          </p:cNvPr>
          <p:cNvGrpSpPr/>
          <p:nvPr/>
        </p:nvGrpSpPr>
        <p:grpSpPr>
          <a:xfrm>
            <a:off x="1571332" y="1691048"/>
            <a:ext cx="166680" cy="87840"/>
            <a:chOff x="1571332" y="1691048"/>
            <a:chExt cx="166680" cy="87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3EED505-6CCD-4832-4B0B-46AB959CFCA4}"/>
                    </a:ext>
                  </a:extLst>
                </p14:cNvPr>
                <p14:cNvContentPartPr/>
                <p14:nvPr/>
              </p14:nvContentPartPr>
              <p14:xfrm>
                <a:off x="1620292" y="1770608"/>
                <a:ext cx="117720" cy="82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3EED505-6CCD-4832-4B0B-46AB959CFCA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11652" y="1761608"/>
                  <a:ext cx="13536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0C41B82-33F0-2EF8-C9BF-3BEEABD7AE35}"/>
                    </a:ext>
                  </a:extLst>
                </p14:cNvPr>
                <p14:cNvContentPartPr/>
                <p14:nvPr/>
              </p14:nvContentPartPr>
              <p14:xfrm>
                <a:off x="1571332" y="1691048"/>
                <a:ext cx="132840" cy="198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0C41B82-33F0-2EF8-C9BF-3BEEABD7AE3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562692" y="1682408"/>
                  <a:ext cx="150480" cy="37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76FA90D3-0FA6-9DB9-968C-F802AEC4D3DB}"/>
                  </a:ext>
                </a:extLst>
              </p14:cNvPr>
              <p14:cNvContentPartPr/>
              <p14:nvPr/>
            </p14:nvContentPartPr>
            <p14:xfrm>
              <a:off x="1972372" y="1551368"/>
              <a:ext cx="371520" cy="23544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76FA90D3-0FA6-9DB9-968C-F802AEC4D3D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963732" y="1542728"/>
                <a:ext cx="389160" cy="253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AA9AAA90-1AAA-F98E-5731-82D6148EEA6E}"/>
              </a:ext>
            </a:extLst>
          </p:cNvPr>
          <p:cNvGrpSpPr/>
          <p:nvPr/>
        </p:nvGrpSpPr>
        <p:grpSpPr>
          <a:xfrm>
            <a:off x="1968412" y="1891208"/>
            <a:ext cx="534960" cy="110520"/>
            <a:chOff x="1968412" y="1891208"/>
            <a:chExt cx="534960" cy="11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6415CBE-F79B-7905-0266-515169B46973}"/>
                    </a:ext>
                  </a:extLst>
                </p14:cNvPr>
                <p14:cNvContentPartPr/>
                <p14:nvPr/>
              </p14:nvContentPartPr>
              <p14:xfrm>
                <a:off x="1968412" y="1933688"/>
                <a:ext cx="142200" cy="586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6415CBE-F79B-7905-0266-515169B4697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959772" y="1924688"/>
                  <a:ext cx="15984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B3A91AD-014E-31F9-D229-395AFF35536A}"/>
                    </a:ext>
                  </a:extLst>
                </p14:cNvPr>
                <p14:cNvContentPartPr/>
                <p14:nvPr/>
              </p14:nvContentPartPr>
              <p14:xfrm>
                <a:off x="2206732" y="1977968"/>
                <a:ext cx="118080" cy="237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B3A91AD-014E-31F9-D229-395AFF35536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197732" y="1968968"/>
                  <a:ext cx="1357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49AEB4C-4B7A-D8D2-3F82-7C7BACD9A0B4}"/>
                    </a:ext>
                  </a:extLst>
                </p14:cNvPr>
                <p14:cNvContentPartPr/>
                <p14:nvPr/>
              </p14:nvContentPartPr>
              <p14:xfrm>
                <a:off x="2160292" y="1913888"/>
                <a:ext cx="136080" cy="187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49AEB4C-4B7A-D8D2-3F82-7C7BACD9A0B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151292" y="1904888"/>
                  <a:ext cx="15372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CD0E472-8C3F-0504-9B9E-14FB9D9363AF}"/>
                    </a:ext>
                  </a:extLst>
                </p14:cNvPr>
                <p14:cNvContentPartPr/>
                <p14:nvPr/>
              </p14:nvContentPartPr>
              <p14:xfrm>
                <a:off x="2393212" y="1891208"/>
                <a:ext cx="110160" cy="860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CD0E472-8C3F-0504-9B9E-14FB9D9363A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384572" y="1882208"/>
                  <a:ext cx="127800" cy="10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C45012B-4712-B239-4C5F-EDF5B16E42E5}"/>
              </a:ext>
            </a:extLst>
          </p:cNvPr>
          <p:cNvGrpSpPr/>
          <p:nvPr/>
        </p:nvGrpSpPr>
        <p:grpSpPr>
          <a:xfrm>
            <a:off x="1973812" y="1338608"/>
            <a:ext cx="459720" cy="110520"/>
            <a:chOff x="1973812" y="1338608"/>
            <a:chExt cx="459720" cy="11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79F6EE1-78C9-E8A5-D2AA-133B86197E6E}"/>
                    </a:ext>
                  </a:extLst>
                </p14:cNvPr>
                <p14:cNvContentPartPr/>
                <p14:nvPr/>
              </p14:nvContentPartPr>
              <p14:xfrm>
                <a:off x="1973812" y="1355168"/>
                <a:ext cx="116280" cy="939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79F6EE1-78C9-E8A5-D2AA-133B86197E6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964812" y="1346528"/>
                  <a:ext cx="13392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90EF80C-2BA0-6340-CC13-95A328C8B96A}"/>
                    </a:ext>
                  </a:extLst>
                </p14:cNvPr>
                <p14:cNvContentPartPr/>
                <p14:nvPr/>
              </p14:nvContentPartPr>
              <p14:xfrm>
                <a:off x="2170732" y="1400168"/>
                <a:ext cx="134280" cy="169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90EF80C-2BA0-6340-CC13-95A328C8B96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161732" y="1391168"/>
                  <a:ext cx="15192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FB548BF-2302-9F8A-5265-AC8F986FC5E7}"/>
                    </a:ext>
                  </a:extLst>
                </p14:cNvPr>
                <p14:cNvContentPartPr/>
                <p14:nvPr/>
              </p14:nvContentPartPr>
              <p14:xfrm>
                <a:off x="2397892" y="1338608"/>
                <a:ext cx="35640" cy="1051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FB548BF-2302-9F8A-5265-AC8F986FC5E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388892" y="1329968"/>
                  <a:ext cx="53280" cy="12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43B9A6E-024E-D87C-C2CF-366B8FE88121}"/>
              </a:ext>
            </a:extLst>
          </p:cNvPr>
          <p:cNvGrpSpPr/>
          <p:nvPr/>
        </p:nvGrpSpPr>
        <p:grpSpPr>
          <a:xfrm>
            <a:off x="2818732" y="1540208"/>
            <a:ext cx="647280" cy="270360"/>
            <a:chOff x="2818732" y="1540208"/>
            <a:chExt cx="647280" cy="270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7404C06-3F1B-80B6-53C5-EFF349A94A5A}"/>
                    </a:ext>
                  </a:extLst>
                </p14:cNvPr>
                <p14:cNvContentPartPr/>
                <p14:nvPr/>
              </p14:nvContentPartPr>
              <p14:xfrm>
                <a:off x="2818732" y="1650368"/>
                <a:ext cx="153360" cy="914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7404C06-3F1B-80B6-53C5-EFF349A94A5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809732" y="1641368"/>
                  <a:ext cx="17100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04B95D8-ED94-B3BE-9752-749CDAC7D72F}"/>
                    </a:ext>
                  </a:extLst>
                </p14:cNvPr>
                <p14:cNvContentPartPr/>
                <p14:nvPr/>
              </p14:nvContentPartPr>
              <p14:xfrm>
                <a:off x="2881732" y="1679168"/>
                <a:ext cx="65880" cy="835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04B95D8-ED94-B3BE-9752-749CDAC7D72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872732" y="1670168"/>
                  <a:ext cx="8352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1FCEFA2-8D3F-2EFB-6A9B-485A03A19C86}"/>
                    </a:ext>
                  </a:extLst>
                </p14:cNvPr>
                <p14:cNvContentPartPr/>
                <p14:nvPr/>
              </p14:nvContentPartPr>
              <p14:xfrm>
                <a:off x="3044092" y="1540208"/>
                <a:ext cx="110160" cy="2617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1FCEFA2-8D3F-2EFB-6A9B-485A03A19C8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035452" y="1531568"/>
                  <a:ext cx="12780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38B41E4-E6CD-C110-BC2A-34ED833F41C2}"/>
                    </a:ext>
                  </a:extLst>
                </p14:cNvPr>
                <p14:cNvContentPartPr/>
                <p14:nvPr/>
              </p14:nvContentPartPr>
              <p14:xfrm>
                <a:off x="3157852" y="1678808"/>
                <a:ext cx="151200" cy="612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38B41E4-E6CD-C110-BC2A-34ED833F41C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149212" y="1669808"/>
                  <a:ext cx="16884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12F666E-D2C5-3032-F87A-37A9C698C29C}"/>
                    </a:ext>
                  </a:extLst>
                </p14:cNvPr>
                <p14:cNvContentPartPr/>
                <p14:nvPr/>
              </p14:nvContentPartPr>
              <p14:xfrm>
                <a:off x="3325252" y="1563968"/>
                <a:ext cx="140760" cy="2466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12F666E-D2C5-3032-F87A-37A9C698C29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316252" y="1554968"/>
                  <a:ext cx="158400" cy="26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56113CF-1F43-D0C4-F6CA-ED138F13A063}"/>
              </a:ext>
            </a:extLst>
          </p:cNvPr>
          <p:cNvGrpSpPr/>
          <p:nvPr/>
        </p:nvGrpSpPr>
        <p:grpSpPr>
          <a:xfrm>
            <a:off x="3645652" y="1278848"/>
            <a:ext cx="1554120" cy="498960"/>
            <a:chOff x="3645652" y="1278848"/>
            <a:chExt cx="1554120" cy="49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8AF3283-B2E4-2233-45BF-1C99660E147E}"/>
                    </a:ext>
                  </a:extLst>
                </p14:cNvPr>
                <p14:cNvContentPartPr/>
                <p14:nvPr/>
              </p14:nvContentPartPr>
              <p14:xfrm>
                <a:off x="3645652" y="1661528"/>
                <a:ext cx="151920" cy="1162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8AF3283-B2E4-2233-45BF-1C99660E147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636652" y="1652528"/>
                  <a:ext cx="16956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5DFF331-4922-D4FA-F4F4-A24CBF1FBC80}"/>
                    </a:ext>
                  </a:extLst>
                </p14:cNvPr>
                <p14:cNvContentPartPr/>
                <p14:nvPr/>
              </p14:nvContentPartPr>
              <p14:xfrm>
                <a:off x="3821692" y="1530488"/>
                <a:ext cx="123840" cy="10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5DFF331-4922-D4FA-F4F4-A24CBF1FBC8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812692" y="1521848"/>
                  <a:ext cx="14148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1E82711-8EFE-89FE-7646-186225AA2F42}"/>
                    </a:ext>
                  </a:extLst>
                </p14:cNvPr>
                <p14:cNvContentPartPr/>
                <p14:nvPr/>
              </p14:nvContentPartPr>
              <p14:xfrm>
                <a:off x="3982252" y="1498448"/>
                <a:ext cx="105840" cy="1314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1E82711-8EFE-89FE-7646-186225AA2F4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973252" y="1489448"/>
                  <a:ext cx="12348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61C190E-30DC-9307-7FFF-E64FB6B4C338}"/>
                    </a:ext>
                  </a:extLst>
                </p14:cNvPr>
                <p14:cNvContentPartPr/>
                <p14:nvPr/>
              </p14:nvContentPartPr>
              <p14:xfrm>
                <a:off x="3993412" y="1365968"/>
                <a:ext cx="8640" cy="338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61C190E-30DC-9307-7FFF-E64FB6B4C33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984412" y="1356968"/>
                  <a:ext cx="262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660262B-64EC-3045-7BC3-212608D7CD30}"/>
                    </a:ext>
                  </a:extLst>
                </p14:cNvPr>
                <p14:cNvContentPartPr/>
                <p14:nvPr/>
              </p14:nvContentPartPr>
              <p14:xfrm>
                <a:off x="4121212" y="1391888"/>
                <a:ext cx="105840" cy="943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660262B-64EC-3045-7BC3-212608D7CD3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112212" y="1383248"/>
                  <a:ext cx="12348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BEFFC4F-625A-9FED-B0BC-CD33DCCE1EA8}"/>
                    </a:ext>
                  </a:extLst>
                </p14:cNvPr>
                <p14:cNvContentPartPr/>
                <p14:nvPr/>
              </p14:nvContentPartPr>
              <p14:xfrm>
                <a:off x="4272052" y="1448408"/>
                <a:ext cx="47520" cy="583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BEFFC4F-625A-9FED-B0BC-CD33DCCE1EA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263412" y="1439408"/>
                  <a:ext cx="6516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F0A547D-4B38-B418-B486-C234F59632B9}"/>
                    </a:ext>
                  </a:extLst>
                </p14:cNvPr>
                <p14:cNvContentPartPr/>
                <p14:nvPr/>
              </p14:nvContentPartPr>
              <p14:xfrm>
                <a:off x="4326052" y="1438688"/>
                <a:ext cx="36720" cy="561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F0A547D-4B38-B418-B486-C234F59632B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317412" y="1430048"/>
                  <a:ext cx="5436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63B3854-0B72-57F9-E518-3F5611354049}"/>
                    </a:ext>
                  </a:extLst>
                </p14:cNvPr>
                <p14:cNvContentPartPr/>
                <p14:nvPr/>
              </p14:nvContentPartPr>
              <p14:xfrm>
                <a:off x="4160092" y="1339688"/>
                <a:ext cx="211680" cy="345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63B3854-0B72-57F9-E518-3F561135404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151452" y="1331048"/>
                  <a:ext cx="22932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59551F3-5CCF-B650-1996-EBDCF2F61712}"/>
                    </a:ext>
                  </a:extLst>
                </p14:cNvPr>
                <p14:cNvContentPartPr/>
                <p14:nvPr/>
              </p14:nvContentPartPr>
              <p14:xfrm>
                <a:off x="4421812" y="1308008"/>
                <a:ext cx="78840" cy="1591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59551F3-5CCF-B650-1996-EBDCF2F6171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413172" y="1299008"/>
                  <a:ext cx="9648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5ECAE15-37ED-E2AF-7BF5-4CBD49B6A180}"/>
                    </a:ext>
                  </a:extLst>
                </p14:cNvPr>
                <p14:cNvContentPartPr/>
                <p14:nvPr/>
              </p14:nvContentPartPr>
              <p14:xfrm>
                <a:off x="4495972" y="1406648"/>
                <a:ext cx="130320" cy="810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5ECAE15-37ED-E2AF-7BF5-4CBD49B6A18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487332" y="1398008"/>
                  <a:ext cx="14796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A153241-F413-FA1D-AE56-B4F935E60CFE}"/>
                    </a:ext>
                  </a:extLst>
                </p14:cNvPr>
                <p14:cNvContentPartPr/>
                <p14:nvPr/>
              </p14:nvContentPartPr>
              <p14:xfrm>
                <a:off x="4647892" y="1421048"/>
                <a:ext cx="163080" cy="738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A153241-F413-FA1D-AE56-B4F935E60CF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638892" y="1412408"/>
                  <a:ext cx="18072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DAB39E9-3CA1-CD9D-75FF-22EB04B9724F}"/>
                    </a:ext>
                  </a:extLst>
                </p14:cNvPr>
                <p14:cNvContentPartPr/>
                <p14:nvPr/>
              </p14:nvContentPartPr>
              <p14:xfrm>
                <a:off x="4879732" y="1278848"/>
                <a:ext cx="123120" cy="2224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DAB39E9-3CA1-CD9D-75FF-22EB04B9724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871092" y="1270208"/>
                  <a:ext cx="14076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55CCCB0-CD34-8D86-14AF-F74173BEEA01}"/>
                    </a:ext>
                  </a:extLst>
                </p14:cNvPr>
                <p14:cNvContentPartPr/>
                <p14:nvPr/>
              </p14:nvContentPartPr>
              <p14:xfrm>
                <a:off x="5023732" y="1388648"/>
                <a:ext cx="176040" cy="1155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55CCCB0-CD34-8D86-14AF-F74173BEEA0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015092" y="1380008"/>
                  <a:ext cx="193680" cy="13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CE9894FE-A3BE-8B28-64B3-16A889DA44C6}"/>
              </a:ext>
            </a:extLst>
          </p:cNvPr>
          <p:cNvGrpSpPr/>
          <p:nvPr/>
        </p:nvGrpSpPr>
        <p:grpSpPr>
          <a:xfrm>
            <a:off x="1034572" y="2488808"/>
            <a:ext cx="640080" cy="301680"/>
            <a:chOff x="1034572" y="2488808"/>
            <a:chExt cx="640080" cy="301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BE7B6D1-CE5E-DC6D-EFDC-63CAADF29FC9}"/>
                    </a:ext>
                  </a:extLst>
                </p14:cNvPr>
                <p14:cNvContentPartPr/>
                <p14:nvPr/>
              </p14:nvContentPartPr>
              <p14:xfrm>
                <a:off x="1034572" y="2607968"/>
                <a:ext cx="151560" cy="1090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BE7B6D1-CE5E-DC6D-EFDC-63CAADF29FC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25572" y="2598968"/>
                  <a:ext cx="1692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B0CA333-4D59-7CDF-8AB7-E763CE35CDF8}"/>
                    </a:ext>
                  </a:extLst>
                </p14:cNvPr>
                <p14:cNvContentPartPr/>
                <p14:nvPr/>
              </p14:nvContentPartPr>
              <p14:xfrm>
                <a:off x="1081372" y="2627768"/>
                <a:ext cx="81720" cy="1123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B0CA333-4D59-7CDF-8AB7-E763CE35CDF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72732" y="2619128"/>
                  <a:ext cx="9936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F4B370E-012B-4413-4736-212CD3877D55}"/>
                    </a:ext>
                  </a:extLst>
                </p14:cNvPr>
                <p14:cNvContentPartPr/>
                <p14:nvPr/>
              </p14:nvContentPartPr>
              <p14:xfrm>
                <a:off x="1245172" y="2488808"/>
                <a:ext cx="145800" cy="2397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F4B370E-012B-4413-4736-212CD3877D5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236172" y="2479808"/>
                  <a:ext cx="16344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38A4303-2C54-7F6A-7BBB-4B3D307F5903}"/>
                    </a:ext>
                  </a:extLst>
                </p14:cNvPr>
                <p14:cNvContentPartPr/>
                <p14:nvPr/>
              </p14:nvContentPartPr>
              <p14:xfrm>
                <a:off x="1398532" y="2650088"/>
                <a:ext cx="135000" cy="594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38A4303-2C54-7F6A-7BBB-4B3D307F590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389892" y="2641088"/>
                  <a:ext cx="15264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E091408-B750-051B-6D36-4B1DF7C2CA52}"/>
                    </a:ext>
                  </a:extLst>
                </p14:cNvPr>
                <p14:cNvContentPartPr/>
                <p14:nvPr/>
              </p14:nvContentPartPr>
              <p14:xfrm>
                <a:off x="1493572" y="2521568"/>
                <a:ext cx="181080" cy="2689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E091408-B750-051B-6D36-4B1DF7C2CA5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484932" y="2512928"/>
                  <a:ext cx="198720" cy="28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ED57422-D36E-728C-E6B2-1732925A6E8A}"/>
              </a:ext>
            </a:extLst>
          </p:cNvPr>
          <p:cNvGrpSpPr/>
          <p:nvPr/>
        </p:nvGrpSpPr>
        <p:grpSpPr>
          <a:xfrm>
            <a:off x="1865452" y="2637488"/>
            <a:ext cx="123120" cy="66960"/>
            <a:chOff x="1865452" y="2637488"/>
            <a:chExt cx="123120" cy="6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9D44C43-30AA-74E7-C1E2-ACD718914B8A}"/>
                    </a:ext>
                  </a:extLst>
                </p14:cNvPr>
                <p14:cNvContentPartPr/>
                <p14:nvPr/>
              </p14:nvContentPartPr>
              <p14:xfrm>
                <a:off x="1877692" y="2686448"/>
                <a:ext cx="110880" cy="180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9D44C43-30AA-74E7-C1E2-ACD718914B8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869052" y="2677448"/>
                  <a:ext cx="1285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74A8E97-936F-C663-7E27-B2929B34709E}"/>
                    </a:ext>
                  </a:extLst>
                </p14:cNvPr>
                <p14:cNvContentPartPr/>
                <p14:nvPr/>
              </p14:nvContentPartPr>
              <p14:xfrm>
                <a:off x="1865452" y="2637488"/>
                <a:ext cx="82800" cy="122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74A8E97-936F-C663-7E27-B2929B34709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856812" y="2628488"/>
                  <a:ext cx="100440" cy="29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C505754B-C43B-6007-2D7F-90360A7D680C}"/>
                  </a:ext>
                </a:extLst>
              </p14:cNvPr>
              <p14:cNvContentPartPr/>
              <p14:nvPr/>
            </p14:nvContentPartPr>
            <p14:xfrm>
              <a:off x="2276932" y="2405288"/>
              <a:ext cx="39960" cy="14220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C505754B-C43B-6007-2D7F-90360A7D680C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2268292" y="2396288"/>
                <a:ext cx="57600" cy="15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90095358-C664-CA6D-42AC-CF4C9A358016}"/>
                  </a:ext>
                </a:extLst>
              </p14:cNvPr>
              <p14:cNvContentPartPr/>
              <p14:nvPr/>
            </p14:nvContentPartPr>
            <p14:xfrm>
              <a:off x="2119252" y="2650808"/>
              <a:ext cx="280440" cy="1404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90095358-C664-CA6D-42AC-CF4C9A358016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2110252" y="2641808"/>
                <a:ext cx="298080" cy="3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08A11ACF-C20D-0D3D-586C-6A4976431F08}"/>
                  </a:ext>
                </a:extLst>
              </p14:cNvPr>
              <p14:cNvContentPartPr/>
              <p14:nvPr/>
            </p14:nvContentPartPr>
            <p14:xfrm>
              <a:off x="2218612" y="2825768"/>
              <a:ext cx="179280" cy="13932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08A11ACF-C20D-0D3D-586C-6A4976431F08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2209612" y="2816768"/>
                <a:ext cx="196920" cy="15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3F9F261D-B937-70F4-2F10-E427DF856F5E}"/>
                  </a:ext>
                </a:extLst>
              </p14:cNvPr>
              <p14:cNvContentPartPr/>
              <p14:nvPr/>
            </p14:nvContentPartPr>
            <p14:xfrm>
              <a:off x="2663932" y="2480528"/>
              <a:ext cx="357480" cy="28368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3F9F261D-B937-70F4-2F10-E427DF856F5E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2655292" y="2471528"/>
                <a:ext cx="375120" cy="30132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DDB67EC5-DD13-FA57-DD7F-2DE26AAABC24}"/>
              </a:ext>
            </a:extLst>
          </p:cNvPr>
          <p:cNvGrpSpPr/>
          <p:nvPr/>
        </p:nvGrpSpPr>
        <p:grpSpPr>
          <a:xfrm>
            <a:off x="2715412" y="2907848"/>
            <a:ext cx="520920" cy="143280"/>
            <a:chOff x="2715412" y="2907848"/>
            <a:chExt cx="520920" cy="14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F499137-D50C-0DBD-705E-252071BF59B1}"/>
                    </a:ext>
                  </a:extLst>
                </p14:cNvPr>
                <p14:cNvContentPartPr/>
                <p14:nvPr/>
              </p14:nvContentPartPr>
              <p14:xfrm>
                <a:off x="2715412" y="2907848"/>
                <a:ext cx="12960" cy="1432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F499137-D50C-0DBD-705E-252071BF59B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706772" y="2898848"/>
                  <a:ext cx="3060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971825D-BBAB-6A87-4436-289CCB459C8B}"/>
                    </a:ext>
                  </a:extLst>
                </p14:cNvPr>
                <p14:cNvContentPartPr/>
                <p14:nvPr/>
              </p14:nvContentPartPr>
              <p14:xfrm>
                <a:off x="2753932" y="2987768"/>
                <a:ext cx="117360" cy="615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971825D-BBAB-6A87-4436-289CCB459C8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745292" y="2979128"/>
                  <a:ext cx="13500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A3AC28B-3DE9-1F3B-BCAA-55E54CFC8C04}"/>
                    </a:ext>
                  </a:extLst>
                </p14:cNvPr>
                <p14:cNvContentPartPr/>
                <p14:nvPr/>
              </p14:nvContentPartPr>
              <p14:xfrm>
                <a:off x="2890372" y="3003608"/>
                <a:ext cx="123120" cy="270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A3AC28B-3DE9-1F3B-BCAA-55E54CFC8C0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881732" y="2994608"/>
                  <a:ext cx="1407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DDCE984-D95F-EDB3-C7D3-D3A7DEBE01C6}"/>
                    </a:ext>
                  </a:extLst>
                </p14:cNvPr>
                <p14:cNvContentPartPr/>
                <p14:nvPr/>
              </p14:nvContentPartPr>
              <p14:xfrm>
                <a:off x="2895052" y="2967248"/>
                <a:ext cx="88920" cy="151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DDCE984-D95F-EDB3-C7D3-D3A7DEBE01C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886412" y="2958608"/>
                  <a:ext cx="10656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F96F2C3-CDFC-5AFB-EF8C-925AAF9C40EC}"/>
                    </a:ext>
                  </a:extLst>
                </p14:cNvPr>
                <p14:cNvContentPartPr/>
                <p14:nvPr/>
              </p14:nvContentPartPr>
              <p14:xfrm>
                <a:off x="3136612" y="2969408"/>
                <a:ext cx="99720" cy="705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F96F2C3-CDFC-5AFB-EF8C-925AAF9C40E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127612" y="2960768"/>
                  <a:ext cx="117360" cy="8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159AA682-26CF-C8F3-7AE8-BC33617A3D0F}"/>
              </a:ext>
            </a:extLst>
          </p:cNvPr>
          <p:cNvGrpSpPr/>
          <p:nvPr/>
        </p:nvGrpSpPr>
        <p:grpSpPr>
          <a:xfrm>
            <a:off x="2649172" y="2283608"/>
            <a:ext cx="427680" cy="113040"/>
            <a:chOff x="2649172" y="2283608"/>
            <a:chExt cx="427680" cy="11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851A1156-377A-DBED-D2D7-FBF1A907B054}"/>
                    </a:ext>
                  </a:extLst>
                </p14:cNvPr>
                <p14:cNvContentPartPr/>
                <p14:nvPr/>
              </p14:nvContentPartPr>
              <p14:xfrm>
                <a:off x="2649172" y="2288288"/>
                <a:ext cx="131400" cy="1083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851A1156-377A-DBED-D2D7-FBF1A907B05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640532" y="2279288"/>
                  <a:ext cx="1490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8DCE769-31FE-7412-1F3C-8A9D3164B9D5}"/>
                    </a:ext>
                  </a:extLst>
                </p14:cNvPr>
                <p14:cNvContentPartPr/>
                <p14:nvPr/>
              </p14:nvContentPartPr>
              <p14:xfrm>
                <a:off x="2845012" y="2334368"/>
                <a:ext cx="126360" cy="158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8DCE769-31FE-7412-1F3C-8A9D3164B9D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836012" y="2325728"/>
                  <a:ext cx="1440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314BDE2-2DE0-BA12-1C6B-A27A9B3DF323}"/>
                    </a:ext>
                  </a:extLst>
                </p14:cNvPr>
                <p14:cNvContentPartPr/>
                <p14:nvPr/>
              </p14:nvContentPartPr>
              <p14:xfrm>
                <a:off x="3049132" y="2283608"/>
                <a:ext cx="27720" cy="903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314BDE2-2DE0-BA12-1C6B-A27A9B3DF32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040132" y="2274968"/>
                  <a:ext cx="45360" cy="10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50B2CAFF-F301-6B56-80E4-6CDBFD265C77}"/>
              </a:ext>
            </a:extLst>
          </p:cNvPr>
          <p:cNvGrpSpPr/>
          <p:nvPr/>
        </p:nvGrpSpPr>
        <p:grpSpPr>
          <a:xfrm>
            <a:off x="3341452" y="2164808"/>
            <a:ext cx="2059200" cy="671040"/>
            <a:chOff x="3341452" y="2164808"/>
            <a:chExt cx="2059200" cy="67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2C184DB-1AFE-1004-8E83-6B7C7198835C}"/>
                    </a:ext>
                  </a:extLst>
                </p14:cNvPr>
                <p14:cNvContentPartPr/>
                <p14:nvPr/>
              </p14:nvContentPartPr>
              <p14:xfrm>
                <a:off x="3341452" y="2494208"/>
                <a:ext cx="199800" cy="2379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2C184DB-1AFE-1004-8E83-6B7C7198835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332812" y="2485208"/>
                  <a:ext cx="21744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434F087-F7CC-E84B-7563-2FB5667F0D91}"/>
                    </a:ext>
                  </a:extLst>
                </p14:cNvPr>
                <p14:cNvContentPartPr/>
                <p14:nvPr/>
              </p14:nvContentPartPr>
              <p14:xfrm>
                <a:off x="3372052" y="2489528"/>
                <a:ext cx="114120" cy="3049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434F087-F7CC-E84B-7563-2FB5667F0D9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363412" y="2480528"/>
                  <a:ext cx="13176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77067CC-C888-3B74-23E2-E673DAF69801}"/>
                    </a:ext>
                  </a:extLst>
                </p14:cNvPr>
                <p14:cNvContentPartPr/>
                <p14:nvPr/>
              </p14:nvContentPartPr>
              <p14:xfrm>
                <a:off x="3617212" y="2677088"/>
                <a:ext cx="32400" cy="1587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77067CC-C888-3B74-23E2-E673DAF6980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608212" y="2668088"/>
                  <a:ext cx="5004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A188A06-BBAC-EE11-6303-D65374275F15}"/>
                    </a:ext>
                  </a:extLst>
                </p14:cNvPr>
                <p14:cNvContentPartPr/>
                <p14:nvPr/>
              </p14:nvContentPartPr>
              <p14:xfrm>
                <a:off x="3663652" y="2750528"/>
                <a:ext cx="124200" cy="784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A188A06-BBAC-EE11-6303-D65374275F1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655012" y="2741888"/>
                  <a:ext cx="14184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8126850D-C59D-3796-9521-A49BC930CD8A}"/>
                    </a:ext>
                  </a:extLst>
                </p14:cNvPr>
                <p14:cNvContentPartPr/>
                <p14:nvPr/>
              </p14:nvContentPartPr>
              <p14:xfrm>
                <a:off x="3937612" y="2591408"/>
                <a:ext cx="172800" cy="1270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8126850D-C59D-3796-9521-A49BC930CD8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928972" y="2582768"/>
                  <a:ext cx="19044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C5AB28EE-3C9C-5DED-4902-600058B6CA4F}"/>
                    </a:ext>
                  </a:extLst>
                </p14:cNvPr>
                <p14:cNvContentPartPr/>
                <p14:nvPr/>
              </p14:nvContentPartPr>
              <p14:xfrm>
                <a:off x="4132372" y="2453168"/>
                <a:ext cx="87840" cy="1411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C5AB28EE-3C9C-5DED-4902-600058B6CA4F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123732" y="2444168"/>
                  <a:ext cx="10548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B27B072-BBFC-25B5-8B04-456DC7FAAD0F}"/>
                    </a:ext>
                  </a:extLst>
                </p14:cNvPr>
                <p14:cNvContentPartPr/>
                <p14:nvPr/>
              </p14:nvContentPartPr>
              <p14:xfrm>
                <a:off x="4097092" y="2270648"/>
                <a:ext cx="14040" cy="230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B27B072-BBFC-25B5-8B04-456DC7FAAD0F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088452" y="2261648"/>
                  <a:ext cx="3168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F3F04BE-C767-5052-3EF5-2F01E6821725}"/>
                    </a:ext>
                  </a:extLst>
                </p14:cNvPr>
                <p14:cNvContentPartPr/>
                <p14:nvPr/>
              </p14:nvContentPartPr>
              <p14:xfrm>
                <a:off x="4264492" y="2328968"/>
                <a:ext cx="110880" cy="1022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F3F04BE-C767-5052-3EF5-2F01E6821725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255852" y="2319968"/>
                  <a:ext cx="12852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3B8EDBDB-7E36-0A5E-4616-7532070D5B40}"/>
                    </a:ext>
                  </a:extLst>
                </p14:cNvPr>
                <p14:cNvContentPartPr/>
                <p14:nvPr/>
              </p14:nvContentPartPr>
              <p14:xfrm>
                <a:off x="4421092" y="2357408"/>
                <a:ext cx="60840" cy="691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3B8EDBDB-7E36-0A5E-4616-7532070D5B40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412452" y="2348408"/>
                  <a:ext cx="7848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0C624AB-8700-6D8F-9D02-8BC7A632EF12}"/>
                    </a:ext>
                  </a:extLst>
                </p14:cNvPr>
                <p14:cNvContentPartPr/>
                <p14:nvPr/>
              </p14:nvContentPartPr>
              <p14:xfrm>
                <a:off x="4481572" y="2357408"/>
                <a:ext cx="65520" cy="752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0C624AB-8700-6D8F-9D02-8BC7A632EF1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472932" y="2348408"/>
                  <a:ext cx="8316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B52B126A-A08B-AC57-2957-D2871347A734}"/>
                    </a:ext>
                  </a:extLst>
                </p14:cNvPr>
                <p14:cNvContentPartPr/>
                <p14:nvPr/>
              </p14:nvContentPartPr>
              <p14:xfrm>
                <a:off x="4374652" y="2310968"/>
                <a:ext cx="159120" cy="97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B52B126A-A08B-AC57-2957-D2871347A73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365652" y="2302328"/>
                  <a:ext cx="1767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3FE54E8E-795A-7CCB-87FB-45035E2F9F6E}"/>
                    </a:ext>
                  </a:extLst>
                </p14:cNvPr>
                <p14:cNvContentPartPr/>
                <p14:nvPr/>
              </p14:nvContentPartPr>
              <p14:xfrm>
                <a:off x="4596052" y="2245448"/>
                <a:ext cx="78840" cy="1771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3FE54E8E-795A-7CCB-87FB-45035E2F9F6E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587412" y="2236448"/>
                  <a:ext cx="9648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487FB1A7-EFD1-9FE2-806D-9BCD85A247B6}"/>
                    </a:ext>
                  </a:extLst>
                </p14:cNvPr>
                <p14:cNvContentPartPr/>
                <p14:nvPr/>
              </p14:nvContentPartPr>
              <p14:xfrm>
                <a:off x="4688932" y="2344088"/>
                <a:ext cx="133560" cy="727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487FB1A7-EFD1-9FE2-806D-9BCD85A247B6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679932" y="2335448"/>
                  <a:ext cx="15120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B5088BF-B278-1FE5-633E-84FB14112035}"/>
                    </a:ext>
                  </a:extLst>
                </p14:cNvPr>
                <p14:cNvContentPartPr/>
                <p14:nvPr/>
              </p14:nvContentPartPr>
              <p14:xfrm>
                <a:off x="4826452" y="2354888"/>
                <a:ext cx="194760" cy="849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B5088BF-B278-1FE5-633E-84FB1411203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817452" y="2346248"/>
                  <a:ext cx="21240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515D444C-3E17-177E-3CE8-F10C6D9DDB71}"/>
                    </a:ext>
                  </a:extLst>
                </p14:cNvPr>
                <p14:cNvContentPartPr/>
                <p14:nvPr/>
              </p14:nvContentPartPr>
              <p14:xfrm>
                <a:off x="5068012" y="2164808"/>
                <a:ext cx="82800" cy="3067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515D444C-3E17-177E-3CE8-F10C6D9DDB71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059012" y="2156168"/>
                  <a:ext cx="10044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B2888FF4-1C0B-3105-21F8-49ADA17381B3}"/>
                    </a:ext>
                  </a:extLst>
                </p14:cNvPr>
                <p14:cNvContentPartPr/>
                <p14:nvPr/>
              </p14:nvContentPartPr>
              <p14:xfrm>
                <a:off x="5207692" y="2296568"/>
                <a:ext cx="192960" cy="1519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B2888FF4-1C0B-3105-21F8-49ADA17381B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198692" y="2287568"/>
                  <a:ext cx="210600" cy="16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6EE9F043-AF41-2F1F-328C-4F96463507C2}"/>
              </a:ext>
            </a:extLst>
          </p:cNvPr>
          <p:cNvGrpSpPr/>
          <p:nvPr/>
        </p:nvGrpSpPr>
        <p:grpSpPr>
          <a:xfrm>
            <a:off x="575102" y="1131763"/>
            <a:ext cx="5049720" cy="2183400"/>
            <a:chOff x="575102" y="1131763"/>
            <a:chExt cx="5049720" cy="218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93E24269-A1EC-50D2-ECCA-B7D16EB40420}"/>
                    </a:ext>
                  </a:extLst>
                </p14:cNvPr>
                <p14:cNvContentPartPr/>
                <p14:nvPr/>
              </p14:nvContentPartPr>
              <p14:xfrm>
                <a:off x="647822" y="1304563"/>
                <a:ext cx="65520" cy="16520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93E24269-A1EC-50D2-ECCA-B7D16EB4042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41702" y="1298443"/>
                  <a:ext cx="77760" cy="166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3423602B-FD40-5F2E-6A96-B293F7D39872}"/>
                    </a:ext>
                  </a:extLst>
                </p14:cNvPr>
                <p14:cNvContentPartPr/>
                <p14:nvPr/>
              </p14:nvContentPartPr>
              <p14:xfrm>
                <a:off x="575102" y="1131763"/>
                <a:ext cx="4981320" cy="493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3423602B-FD40-5F2E-6A96-B293F7D39872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68982" y="1125643"/>
                  <a:ext cx="499356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64CC7C68-2777-8F68-00EB-E12797C8B297}"/>
                    </a:ext>
                  </a:extLst>
                </p14:cNvPr>
                <p14:cNvContentPartPr/>
                <p14:nvPr/>
              </p14:nvContentPartPr>
              <p14:xfrm>
                <a:off x="5519702" y="1147963"/>
                <a:ext cx="105120" cy="20066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64CC7C68-2777-8F68-00EB-E12797C8B297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513582" y="1141843"/>
                  <a:ext cx="117360" cy="20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C15936BE-6E8A-855C-1B48-865C2F45E254}"/>
                    </a:ext>
                  </a:extLst>
                </p14:cNvPr>
                <p14:cNvContentPartPr/>
                <p14:nvPr/>
              </p14:nvContentPartPr>
              <p14:xfrm>
                <a:off x="808022" y="3201403"/>
                <a:ext cx="4774320" cy="1137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C15936BE-6E8A-855C-1B48-865C2F45E254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01902" y="3195283"/>
                  <a:ext cx="478656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25C0F92B-3016-73D2-875D-96B60A011E47}"/>
                    </a:ext>
                  </a:extLst>
                </p14:cNvPr>
                <p14:cNvContentPartPr/>
                <p14:nvPr/>
              </p14:nvContentPartPr>
              <p14:xfrm>
                <a:off x="718022" y="3064963"/>
                <a:ext cx="17280" cy="1720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25C0F92B-3016-73D2-875D-96B60A011E47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11902" y="3058843"/>
                  <a:ext cx="29520" cy="18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2C12DD88-88C6-AEB3-52F0-E40361CB6CDC}"/>
              </a:ext>
            </a:extLst>
          </p:cNvPr>
          <p:cNvGrpSpPr/>
          <p:nvPr/>
        </p:nvGrpSpPr>
        <p:grpSpPr>
          <a:xfrm>
            <a:off x="5976480" y="1377450"/>
            <a:ext cx="685800" cy="247680"/>
            <a:chOff x="5976480" y="1377450"/>
            <a:chExt cx="685800" cy="24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1FCFD9E6-642A-E56C-B8CF-179AF5DF3456}"/>
                    </a:ext>
                  </a:extLst>
                </p14:cNvPr>
                <p14:cNvContentPartPr/>
                <p14:nvPr/>
              </p14:nvContentPartPr>
              <p14:xfrm>
                <a:off x="6049560" y="1503090"/>
                <a:ext cx="39240" cy="1220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1FCFD9E6-642A-E56C-B8CF-179AF5DF3456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043440" y="1496970"/>
                  <a:ext cx="5148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CDD50F1C-38C7-7CA7-9740-279C4C41A992}"/>
                    </a:ext>
                  </a:extLst>
                </p14:cNvPr>
                <p14:cNvContentPartPr/>
                <p14:nvPr/>
              </p14:nvContentPartPr>
              <p14:xfrm>
                <a:off x="5976480" y="1416330"/>
                <a:ext cx="246240" cy="2016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CDD50F1C-38C7-7CA7-9740-279C4C41A992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970360" y="1410210"/>
                  <a:ext cx="25848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5E69E921-4A5E-3465-FD68-9BF776504767}"/>
                    </a:ext>
                  </a:extLst>
                </p14:cNvPr>
                <p14:cNvContentPartPr/>
                <p14:nvPr/>
              </p14:nvContentPartPr>
              <p14:xfrm>
                <a:off x="6297240" y="1471770"/>
                <a:ext cx="50040" cy="1155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5E69E921-4A5E-3465-FD68-9BF776504767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291120" y="1465650"/>
                  <a:ext cx="6228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695B0499-5BE6-86F5-A2F3-097E9F1A6582}"/>
                    </a:ext>
                  </a:extLst>
                </p14:cNvPr>
                <p14:cNvContentPartPr/>
                <p14:nvPr/>
              </p14:nvContentPartPr>
              <p14:xfrm>
                <a:off x="6287160" y="1377450"/>
                <a:ext cx="109080" cy="468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695B0499-5BE6-86F5-A2F3-097E9F1A658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281040" y="1371330"/>
                  <a:ext cx="12132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0E9C0A23-B5D7-FB80-F62A-4A0B636BB500}"/>
                    </a:ext>
                  </a:extLst>
                </p14:cNvPr>
                <p14:cNvContentPartPr/>
                <p14:nvPr/>
              </p14:nvContentPartPr>
              <p14:xfrm>
                <a:off x="6331800" y="1470690"/>
                <a:ext cx="78840" cy="230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0E9C0A23-B5D7-FB80-F62A-4A0B636BB500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325680" y="1464570"/>
                  <a:ext cx="9108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727501AE-4AC9-376E-F9C4-FEF736C9EBA2}"/>
                    </a:ext>
                  </a:extLst>
                </p14:cNvPr>
                <p14:cNvContentPartPr/>
                <p14:nvPr/>
              </p14:nvContentPartPr>
              <p14:xfrm>
                <a:off x="6543480" y="1443330"/>
                <a:ext cx="60840" cy="1425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727501AE-4AC9-376E-F9C4-FEF736C9EBA2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537360" y="1437210"/>
                  <a:ext cx="730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D49BE7F0-82F2-F36B-E388-7975039FEFBD}"/>
                    </a:ext>
                  </a:extLst>
                </p14:cNvPr>
                <p14:cNvContentPartPr/>
                <p14:nvPr/>
              </p14:nvContentPartPr>
              <p14:xfrm>
                <a:off x="6481200" y="1387530"/>
                <a:ext cx="181080" cy="475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D49BE7F0-82F2-F36B-E388-7975039FEFBD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475080" y="1381410"/>
                  <a:ext cx="193320" cy="5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F149AE80-7A62-78DB-A661-67D97B2F9779}"/>
              </a:ext>
            </a:extLst>
          </p:cNvPr>
          <p:cNvGrpSpPr/>
          <p:nvPr/>
        </p:nvGrpSpPr>
        <p:grpSpPr>
          <a:xfrm>
            <a:off x="756120" y="4252950"/>
            <a:ext cx="911880" cy="220680"/>
            <a:chOff x="756120" y="4252950"/>
            <a:chExt cx="911880" cy="220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71985340-B57B-FFAC-B3B2-40C405DE6EEC}"/>
                    </a:ext>
                  </a:extLst>
                </p14:cNvPr>
                <p14:cNvContentPartPr/>
                <p14:nvPr/>
              </p14:nvContentPartPr>
              <p14:xfrm>
                <a:off x="838200" y="4274910"/>
                <a:ext cx="64080" cy="1526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71985340-B57B-FFAC-B3B2-40C405DE6EEC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29200" y="4265910"/>
                  <a:ext cx="8172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6F686C5B-2666-4BCC-B044-3D3E0F489D41}"/>
                    </a:ext>
                  </a:extLst>
                </p14:cNvPr>
                <p14:cNvContentPartPr/>
                <p14:nvPr/>
              </p14:nvContentPartPr>
              <p14:xfrm>
                <a:off x="756120" y="4252950"/>
                <a:ext cx="279000" cy="19656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6F686C5B-2666-4BCC-B044-3D3E0F489D41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47480" y="4244310"/>
                  <a:ext cx="29664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3D47042F-F291-0495-BD4C-05B122731748}"/>
                    </a:ext>
                  </a:extLst>
                </p14:cNvPr>
                <p14:cNvContentPartPr/>
                <p14:nvPr/>
              </p14:nvContentPartPr>
              <p14:xfrm>
                <a:off x="1102080" y="4381470"/>
                <a:ext cx="153360" cy="9216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3D47042F-F291-0495-BD4C-05B122731748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093080" y="4372470"/>
                  <a:ext cx="17100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BEF4A5A3-C344-92B3-2844-410157A46C8D}"/>
                    </a:ext>
                  </a:extLst>
                </p14:cNvPr>
                <p14:cNvContentPartPr/>
                <p14:nvPr/>
              </p14:nvContentPartPr>
              <p14:xfrm>
                <a:off x="1327080" y="4350150"/>
                <a:ext cx="103680" cy="12168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BEF4A5A3-C344-92B3-2844-410157A46C8D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318080" y="4341150"/>
                  <a:ext cx="12132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FC4691FD-FB2F-9466-E694-929ADFE18885}"/>
                    </a:ext>
                  </a:extLst>
                </p14:cNvPr>
                <p14:cNvContentPartPr/>
                <p14:nvPr/>
              </p14:nvContentPartPr>
              <p14:xfrm>
                <a:off x="1465320" y="4390830"/>
                <a:ext cx="71280" cy="6084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FC4691FD-FB2F-9466-E694-929ADFE18885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456320" y="4381830"/>
                  <a:ext cx="8892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CF18E489-1D8F-590D-EC7D-7CE88433A42F}"/>
                    </a:ext>
                  </a:extLst>
                </p14:cNvPr>
                <p14:cNvContentPartPr/>
                <p14:nvPr/>
              </p14:nvContentPartPr>
              <p14:xfrm>
                <a:off x="1500960" y="4266630"/>
                <a:ext cx="3600" cy="4464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CF18E489-1D8F-590D-EC7D-7CE88433A42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492320" y="4257990"/>
                  <a:ext cx="2124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87B36AC1-FD82-41FE-A3DB-F950427F63C2}"/>
                    </a:ext>
                  </a:extLst>
                </p14:cNvPr>
                <p14:cNvContentPartPr/>
                <p14:nvPr/>
              </p14:nvContentPartPr>
              <p14:xfrm>
                <a:off x="1543080" y="4345470"/>
                <a:ext cx="124920" cy="9648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87B36AC1-FD82-41FE-A3DB-F950427F63C2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534440" y="4336470"/>
                  <a:ext cx="142560" cy="11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A701A814-0CCC-2768-BAFE-5C472CA3ED30}"/>
              </a:ext>
            </a:extLst>
          </p:cNvPr>
          <p:cNvGrpSpPr/>
          <p:nvPr/>
        </p:nvGrpSpPr>
        <p:grpSpPr>
          <a:xfrm>
            <a:off x="1927200" y="4197510"/>
            <a:ext cx="1234080" cy="268920"/>
            <a:chOff x="1927200" y="4197510"/>
            <a:chExt cx="1234080" cy="26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AD067C72-B968-DCA4-B7A5-2E2FE609064F}"/>
                    </a:ext>
                  </a:extLst>
                </p14:cNvPr>
                <p14:cNvContentPartPr/>
                <p14:nvPr/>
              </p14:nvContentPartPr>
              <p14:xfrm>
                <a:off x="1940880" y="4215510"/>
                <a:ext cx="76680" cy="25092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AD067C72-B968-DCA4-B7A5-2E2FE609064F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932240" y="4206510"/>
                  <a:ext cx="9432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948ACE1F-48A2-BB18-1272-A3FADB24B610}"/>
                    </a:ext>
                  </a:extLst>
                </p14:cNvPr>
                <p14:cNvContentPartPr/>
                <p14:nvPr/>
              </p14:nvContentPartPr>
              <p14:xfrm>
                <a:off x="1927200" y="4385790"/>
                <a:ext cx="124920" cy="1368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948ACE1F-48A2-BB18-1272-A3FADB24B610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918200" y="4376790"/>
                  <a:ext cx="14256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113079D8-3383-C7DE-618D-878A89EE3355}"/>
                    </a:ext>
                  </a:extLst>
                </p14:cNvPr>
                <p14:cNvContentPartPr/>
                <p14:nvPr/>
              </p14:nvContentPartPr>
              <p14:xfrm>
                <a:off x="2092440" y="4353390"/>
                <a:ext cx="149040" cy="5328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113079D8-3383-C7DE-618D-878A89EE3355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083440" y="4344750"/>
                  <a:ext cx="16668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C2A43E90-C99C-6884-CB61-4CF290DA2669}"/>
                    </a:ext>
                  </a:extLst>
                </p14:cNvPr>
                <p14:cNvContentPartPr/>
                <p14:nvPr/>
              </p14:nvContentPartPr>
              <p14:xfrm>
                <a:off x="2280360" y="4360950"/>
                <a:ext cx="109080" cy="363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C2A43E90-C99C-6884-CB61-4CF290DA2669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271720" y="4351950"/>
                  <a:ext cx="12672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11F42964-7684-4B33-12B4-7501E690BD00}"/>
                    </a:ext>
                  </a:extLst>
                </p14:cNvPr>
                <p14:cNvContentPartPr/>
                <p14:nvPr/>
              </p14:nvContentPartPr>
              <p14:xfrm>
                <a:off x="2440560" y="4313430"/>
                <a:ext cx="103320" cy="9396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11F42964-7684-4B33-12B4-7501E690BD00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431560" y="4304430"/>
                  <a:ext cx="12096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D5759E01-5B4A-D024-D374-85E3ABD57345}"/>
                    </a:ext>
                  </a:extLst>
                </p14:cNvPr>
                <p14:cNvContentPartPr/>
                <p14:nvPr/>
              </p14:nvContentPartPr>
              <p14:xfrm>
                <a:off x="2560440" y="4200750"/>
                <a:ext cx="154800" cy="21348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D5759E01-5B4A-D024-D374-85E3ABD57345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551440" y="4191750"/>
                  <a:ext cx="17244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24358D5C-5A5D-5396-EE9E-1C785AED478F}"/>
                    </a:ext>
                  </a:extLst>
                </p14:cNvPr>
                <p14:cNvContentPartPr/>
                <p14:nvPr/>
              </p14:nvContentPartPr>
              <p14:xfrm>
                <a:off x="2677800" y="4197510"/>
                <a:ext cx="10080" cy="4860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24358D5C-5A5D-5396-EE9E-1C785AED478F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668800" y="4188510"/>
                  <a:ext cx="2772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3E37D4A-C118-6B29-BA2A-085580388F71}"/>
                    </a:ext>
                  </a:extLst>
                </p14:cNvPr>
                <p14:cNvContentPartPr/>
                <p14:nvPr/>
              </p14:nvContentPartPr>
              <p14:xfrm>
                <a:off x="2785080" y="4305150"/>
                <a:ext cx="91080" cy="9972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3E37D4A-C118-6B29-BA2A-085580388F71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2776440" y="4296150"/>
                  <a:ext cx="10872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6F6D0855-E81A-39CF-AA7C-9546EDC99250}"/>
                    </a:ext>
                  </a:extLst>
                </p14:cNvPr>
                <p14:cNvContentPartPr/>
                <p14:nvPr/>
              </p14:nvContentPartPr>
              <p14:xfrm>
                <a:off x="2907840" y="4348350"/>
                <a:ext cx="161280" cy="4572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6F6D0855-E81A-39CF-AA7C-9546EDC99250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899200" y="4339710"/>
                  <a:ext cx="17892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0C484F5D-E426-E6D7-9A6A-73B979383FA0}"/>
                    </a:ext>
                  </a:extLst>
                </p14:cNvPr>
                <p14:cNvContentPartPr/>
                <p14:nvPr/>
              </p14:nvContentPartPr>
              <p14:xfrm>
                <a:off x="3087840" y="4275630"/>
                <a:ext cx="73440" cy="15624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0C484F5D-E426-E6D7-9A6A-73B979383FA0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079200" y="4266630"/>
                  <a:ext cx="91080" cy="17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F324EA5C-7803-A130-26DD-2416E10ADDDF}"/>
              </a:ext>
            </a:extLst>
          </p:cNvPr>
          <p:cNvGrpSpPr/>
          <p:nvPr/>
        </p:nvGrpSpPr>
        <p:grpSpPr>
          <a:xfrm>
            <a:off x="3720000" y="4007430"/>
            <a:ext cx="1469160" cy="453600"/>
            <a:chOff x="3720000" y="4007430"/>
            <a:chExt cx="1469160" cy="453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30D1DD3B-2A6C-88A0-E989-80B714FA1A25}"/>
                    </a:ext>
                  </a:extLst>
                </p14:cNvPr>
                <p14:cNvContentPartPr/>
                <p14:nvPr/>
              </p14:nvContentPartPr>
              <p14:xfrm>
                <a:off x="3720000" y="4331430"/>
                <a:ext cx="195480" cy="12960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30D1DD3B-2A6C-88A0-E989-80B714FA1A25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711360" y="4322790"/>
                  <a:ext cx="21312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D66744C9-FEF7-262C-FCC6-2B47A7422950}"/>
                    </a:ext>
                  </a:extLst>
                </p14:cNvPr>
                <p14:cNvContentPartPr/>
                <p14:nvPr/>
              </p14:nvContentPartPr>
              <p14:xfrm>
                <a:off x="3920160" y="4179150"/>
                <a:ext cx="88920" cy="13392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D66744C9-FEF7-262C-FCC6-2B47A7422950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911520" y="4170510"/>
                  <a:ext cx="10656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40C73490-71CC-5F50-224C-CA6BC836A4F7}"/>
                    </a:ext>
                  </a:extLst>
                </p14:cNvPr>
                <p14:cNvContentPartPr/>
                <p14:nvPr/>
              </p14:nvContentPartPr>
              <p14:xfrm>
                <a:off x="3936720" y="4066470"/>
                <a:ext cx="1080" cy="288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40C73490-71CC-5F50-224C-CA6BC836A4F7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927720" y="4057830"/>
                  <a:ext cx="1872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7BAD53EF-FAC9-AF1C-A9BD-02B269087382}"/>
                    </a:ext>
                  </a:extLst>
                </p14:cNvPr>
                <p14:cNvContentPartPr/>
                <p14:nvPr/>
              </p14:nvContentPartPr>
              <p14:xfrm>
                <a:off x="4080720" y="4098150"/>
                <a:ext cx="128160" cy="9504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7BAD53EF-FAC9-AF1C-A9BD-02B269087382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4071720" y="4089150"/>
                  <a:ext cx="14580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0F5B2C22-49FE-592E-92D9-C2F70344125B}"/>
                    </a:ext>
                  </a:extLst>
                </p14:cNvPr>
                <p14:cNvContentPartPr/>
                <p14:nvPr/>
              </p14:nvContentPartPr>
              <p14:xfrm>
                <a:off x="4222200" y="4158630"/>
                <a:ext cx="51480" cy="6444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0F5B2C22-49FE-592E-92D9-C2F70344125B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213560" y="4149630"/>
                  <a:ext cx="6912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CD4AA692-55CA-E20F-30D2-14ABDAFD7ECC}"/>
                    </a:ext>
                  </a:extLst>
                </p14:cNvPr>
                <p14:cNvContentPartPr/>
                <p14:nvPr/>
              </p14:nvContentPartPr>
              <p14:xfrm>
                <a:off x="4297080" y="4138470"/>
                <a:ext cx="45720" cy="9036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CD4AA692-55CA-E20F-30D2-14ABDAFD7EC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288440" y="4129470"/>
                  <a:ext cx="6336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E6DDFEF0-919A-12F6-E3F4-DE3E978E0AE6}"/>
                    </a:ext>
                  </a:extLst>
                </p14:cNvPr>
                <p14:cNvContentPartPr/>
                <p14:nvPr/>
              </p14:nvContentPartPr>
              <p14:xfrm>
                <a:off x="4168920" y="4093830"/>
                <a:ext cx="136800" cy="2448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E6DDFEF0-919A-12F6-E3F4-DE3E978E0AE6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159920" y="4085190"/>
                  <a:ext cx="15444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F1424B75-A4C3-D9A9-7148-E5D4BD2C5665}"/>
                    </a:ext>
                  </a:extLst>
                </p14:cNvPr>
                <p14:cNvContentPartPr/>
                <p14:nvPr/>
              </p14:nvContentPartPr>
              <p14:xfrm>
                <a:off x="4412280" y="4043430"/>
                <a:ext cx="58320" cy="17136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F1424B75-A4C3-D9A9-7148-E5D4BD2C5665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403280" y="4034430"/>
                  <a:ext cx="7596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8CDA8944-B108-9A2F-9CEF-54515756844A}"/>
                    </a:ext>
                  </a:extLst>
                </p14:cNvPr>
                <p14:cNvContentPartPr/>
                <p14:nvPr/>
              </p14:nvContentPartPr>
              <p14:xfrm>
                <a:off x="4468080" y="4126230"/>
                <a:ext cx="113760" cy="7884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8CDA8944-B108-9A2F-9CEF-54515756844A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4459440" y="4117590"/>
                  <a:ext cx="13140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1F2A7C88-3F6D-E245-8EDC-BB3262B22779}"/>
                    </a:ext>
                  </a:extLst>
                </p14:cNvPr>
                <p14:cNvContentPartPr/>
                <p14:nvPr/>
              </p14:nvContentPartPr>
              <p14:xfrm>
                <a:off x="4595160" y="4153590"/>
                <a:ext cx="167760" cy="8856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1F2A7C88-3F6D-E245-8EDC-BB3262B22779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4586160" y="4144950"/>
                  <a:ext cx="18540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C3BD6392-B575-1A37-4FCD-9B228CB02479}"/>
                    </a:ext>
                  </a:extLst>
                </p14:cNvPr>
                <p14:cNvContentPartPr/>
                <p14:nvPr/>
              </p14:nvContentPartPr>
              <p14:xfrm>
                <a:off x="4631160" y="4194990"/>
                <a:ext cx="122760" cy="6732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C3BD6392-B575-1A37-4FCD-9B228CB02479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4622520" y="4185990"/>
                  <a:ext cx="14040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29471293-1A1C-6F23-0E41-D40EC958219A}"/>
                    </a:ext>
                  </a:extLst>
                </p14:cNvPr>
                <p14:cNvContentPartPr/>
                <p14:nvPr/>
              </p14:nvContentPartPr>
              <p14:xfrm>
                <a:off x="4816920" y="4007430"/>
                <a:ext cx="119880" cy="26388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29471293-1A1C-6F23-0E41-D40EC958219A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4808280" y="3998790"/>
                  <a:ext cx="13752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81636AA2-18D0-8A21-C5C4-A37E14203C16}"/>
                    </a:ext>
                  </a:extLst>
                </p14:cNvPr>
                <p14:cNvContentPartPr/>
                <p14:nvPr/>
              </p14:nvContentPartPr>
              <p14:xfrm>
                <a:off x="4974960" y="4164030"/>
                <a:ext cx="214200" cy="11772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81636AA2-18D0-8A21-C5C4-A37E14203C16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4965960" y="4155030"/>
                  <a:ext cx="231840" cy="135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0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A3982424-CC95-71D5-0093-FCFA373CD6BA}"/>
                  </a:ext>
                </a:extLst>
              </p14:cNvPr>
              <p14:cNvContentPartPr/>
              <p14:nvPr/>
            </p14:nvContentPartPr>
            <p14:xfrm>
              <a:off x="3584640" y="5032350"/>
              <a:ext cx="150840" cy="105480"/>
            </p14:xfrm>
          </p:contentPart>
        </mc:Choice>
        <mc:Fallback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A3982424-CC95-71D5-0093-FCFA373CD6BA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3575640" y="5023710"/>
                <a:ext cx="168480" cy="12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2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0AC15893-3FF8-77B7-12EF-3727180C7E99}"/>
                  </a:ext>
                </a:extLst>
              </p14:cNvPr>
              <p14:cNvContentPartPr/>
              <p14:nvPr/>
            </p14:nvContentPartPr>
            <p14:xfrm>
              <a:off x="1221600" y="4795110"/>
              <a:ext cx="124560" cy="86400"/>
            </p14:xfrm>
          </p:contentPart>
        </mc:Choice>
        <mc:Fallback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0AC15893-3FF8-77B7-12EF-3727180C7E99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1212960" y="4786470"/>
                <a:ext cx="142200" cy="104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26" name="Group 225">
            <a:extLst>
              <a:ext uri="{FF2B5EF4-FFF2-40B4-BE49-F238E27FC236}">
                <a16:creationId xmlns:a16="http://schemas.microsoft.com/office/drawing/2014/main" id="{B2F24980-9324-0B5B-7367-1ECD765E4B08}"/>
              </a:ext>
            </a:extLst>
          </p:cNvPr>
          <p:cNvGrpSpPr/>
          <p:nvPr/>
        </p:nvGrpSpPr>
        <p:grpSpPr>
          <a:xfrm>
            <a:off x="6848698" y="4926164"/>
            <a:ext cx="135000" cy="61920"/>
            <a:chOff x="6848698" y="4926164"/>
            <a:chExt cx="135000" cy="61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FBDDCB78-54BA-5FB5-6260-885974553E03}"/>
                    </a:ext>
                  </a:extLst>
                </p14:cNvPr>
                <p14:cNvContentPartPr/>
                <p14:nvPr/>
              </p14:nvContentPartPr>
              <p14:xfrm>
                <a:off x="6848698" y="4944884"/>
                <a:ext cx="114480" cy="4320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FBDDCB78-54BA-5FB5-6260-885974553E0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6839698" y="4936244"/>
                  <a:ext cx="13212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35880779-5CE0-A3CB-29F8-8DB969B3E285}"/>
                    </a:ext>
                  </a:extLst>
                </p14:cNvPr>
                <p14:cNvContentPartPr/>
                <p14:nvPr/>
              </p14:nvContentPartPr>
              <p14:xfrm>
                <a:off x="6856978" y="4926164"/>
                <a:ext cx="126720" cy="864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35880779-5CE0-A3CB-29F8-8DB969B3E285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6848338" y="4917164"/>
                  <a:ext cx="144360" cy="2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83E487A1-523A-FF76-E06F-23F635EF5F90}"/>
              </a:ext>
            </a:extLst>
          </p:cNvPr>
          <p:cNvGrpSpPr/>
          <p:nvPr/>
        </p:nvGrpSpPr>
        <p:grpSpPr>
          <a:xfrm>
            <a:off x="1014240" y="4606830"/>
            <a:ext cx="2250720" cy="529560"/>
            <a:chOff x="1014240" y="4606830"/>
            <a:chExt cx="2250720" cy="52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5BC36DF1-09E0-6D23-BDB9-09800194FB52}"/>
                    </a:ext>
                  </a:extLst>
                </p14:cNvPr>
                <p14:cNvContentPartPr/>
                <p14:nvPr/>
              </p14:nvContentPartPr>
              <p14:xfrm>
                <a:off x="3149040" y="5069070"/>
                <a:ext cx="115920" cy="1548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5BC36DF1-09E0-6D23-BDB9-09800194FB52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3140400" y="5060070"/>
                  <a:ext cx="1335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6ACD3F88-5820-4D21-E9C7-2741190744D6}"/>
                    </a:ext>
                  </a:extLst>
                </p14:cNvPr>
                <p14:cNvContentPartPr/>
                <p14:nvPr/>
              </p14:nvContentPartPr>
              <p14:xfrm>
                <a:off x="3117360" y="5014710"/>
                <a:ext cx="123840" cy="1764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6ACD3F88-5820-4D21-E9C7-2741190744D6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108720" y="5005710"/>
                  <a:ext cx="14148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D600F7FA-F186-17B4-69B8-A9D9073E3C0F}"/>
                    </a:ext>
                  </a:extLst>
                </p14:cNvPr>
                <p14:cNvContentPartPr/>
                <p14:nvPr/>
              </p14:nvContentPartPr>
              <p14:xfrm>
                <a:off x="1014240" y="5000310"/>
                <a:ext cx="170280" cy="13608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D600F7FA-F186-17B4-69B8-A9D9073E3C0F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05240" y="4991310"/>
                  <a:ext cx="18792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7197CD3A-A15D-C1F7-1317-831D5A3BA51C}"/>
                    </a:ext>
                  </a:extLst>
                </p14:cNvPr>
                <p14:cNvContentPartPr/>
                <p14:nvPr/>
              </p14:nvContentPartPr>
              <p14:xfrm>
                <a:off x="1192080" y="4881870"/>
                <a:ext cx="61560" cy="14688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7197CD3A-A15D-C1F7-1317-831D5A3BA51C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183440" y="4873230"/>
                  <a:ext cx="7920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9989E73F-5811-3029-E889-B606EEEE267E}"/>
                    </a:ext>
                  </a:extLst>
                </p14:cNvPr>
                <p14:cNvContentPartPr/>
                <p14:nvPr/>
              </p14:nvContentPartPr>
              <p14:xfrm>
                <a:off x="1135920" y="4755150"/>
                <a:ext cx="12240" cy="1512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9989E73F-5811-3029-E889-B606EEEE267E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126920" y="4746510"/>
                  <a:ext cx="298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6DC4F4B5-DC87-EEA0-C6E5-A3110B473E6B}"/>
                    </a:ext>
                  </a:extLst>
                </p14:cNvPr>
                <p14:cNvContentPartPr/>
                <p14:nvPr/>
              </p14:nvContentPartPr>
              <p14:xfrm>
                <a:off x="1419960" y="4783950"/>
                <a:ext cx="56160" cy="8964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6DC4F4B5-DC87-EEA0-C6E5-A3110B473E6B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410960" y="4774950"/>
                  <a:ext cx="7380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5EBA5DEC-821D-47C1-BD61-237D7559BAAC}"/>
                    </a:ext>
                  </a:extLst>
                </p14:cNvPr>
                <p14:cNvContentPartPr/>
                <p14:nvPr/>
              </p14:nvContentPartPr>
              <p14:xfrm>
                <a:off x="1479000" y="4788990"/>
                <a:ext cx="67320" cy="8316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5EBA5DEC-821D-47C1-BD61-237D7559BAAC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470360" y="4779990"/>
                  <a:ext cx="8496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A1E0F4DA-30BF-42FE-DB49-FFB9A40B8EE7}"/>
                    </a:ext>
                  </a:extLst>
                </p14:cNvPr>
                <p14:cNvContentPartPr/>
                <p14:nvPr/>
              </p14:nvContentPartPr>
              <p14:xfrm>
                <a:off x="1375320" y="4718070"/>
                <a:ext cx="127440" cy="2916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A1E0F4DA-30BF-42FE-DB49-FFB9A40B8EE7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366320" y="4709070"/>
                  <a:ext cx="14508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7140CCBF-1300-5A84-440C-3B01CB4CA9D4}"/>
                    </a:ext>
                  </a:extLst>
                </p14:cNvPr>
                <p14:cNvContentPartPr/>
                <p14:nvPr/>
              </p14:nvContentPartPr>
              <p14:xfrm>
                <a:off x="1643520" y="4634190"/>
                <a:ext cx="107640" cy="30420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7140CCBF-1300-5A84-440C-3B01CB4CA9D4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634520" y="4625550"/>
                  <a:ext cx="12528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35721382-D2A0-5AC8-7FD0-9D3FAD9E5949}"/>
                    </a:ext>
                  </a:extLst>
                </p14:cNvPr>
                <p14:cNvContentPartPr/>
                <p14:nvPr/>
              </p14:nvContentPartPr>
              <p14:xfrm>
                <a:off x="1780680" y="4719150"/>
                <a:ext cx="47880" cy="17820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35721382-D2A0-5AC8-7FD0-9D3FAD9E5949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771680" y="4710150"/>
                  <a:ext cx="655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2BA5F5E3-CA7E-81E6-01BE-E84FEC36FD1D}"/>
                    </a:ext>
                  </a:extLst>
                </p14:cNvPr>
                <p14:cNvContentPartPr/>
                <p14:nvPr/>
              </p14:nvContentPartPr>
              <p14:xfrm>
                <a:off x="1836480" y="4796550"/>
                <a:ext cx="122400" cy="10872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2BA5F5E3-CA7E-81E6-01BE-E84FEC36FD1D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827480" y="4787550"/>
                  <a:ext cx="14004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5BC253B5-2E25-E36F-697A-BF8B55A109D7}"/>
                    </a:ext>
                  </a:extLst>
                </p14:cNvPr>
                <p14:cNvContentPartPr/>
                <p14:nvPr/>
              </p14:nvContentPartPr>
              <p14:xfrm>
                <a:off x="2036640" y="4755510"/>
                <a:ext cx="43560" cy="11916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5BC253B5-2E25-E36F-697A-BF8B55A109D7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2027640" y="4746870"/>
                  <a:ext cx="6120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443C9B52-4644-B0E7-6246-7E9BF7180E7A}"/>
                    </a:ext>
                  </a:extLst>
                </p14:cNvPr>
                <p14:cNvContentPartPr/>
                <p14:nvPr/>
              </p14:nvContentPartPr>
              <p14:xfrm>
                <a:off x="2007480" y="4812750"/>
                <a:ext cx="138240" cy="2376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443C9B52-4644-B0E7-6246-7E9BF7180E7A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998840" y="4803750"/>
                  <a:ext cx="15588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0A71D155-C25F-B8A6-AE74-7C7A17CD25A1}"/>
                    </a:ext>
                  </a:extLst>
                </p14:cNvPr>
                <p14:cNvContentPartPr/>
                <p14:nvPr/>
              </p14:nvContentPartPr>
              <p14:xfrm>
                <a:off x="2171640" y="4731750"/>
                <a:ext cx="224640" cy="17892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0A71D155-C25F-B8A6-AE74-7C7A17CD25A1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2163000" y="4722750"/>
                  <a:ext cx="24228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B94E4A9F-4DED-8B68-216D-F657D7D22814}"/>
                    </a:ext>
                  </a:extLst>
                </p14:cNvPr>
                <p14:cNvContentPartPr/>
                <p14:nvPr/>
              </p14:nvContentPartPr>
              <p14:xfrm>
                <a:off x="2387640" y="4660110"/>
                <a:ext cx="151200" cy="27468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B94E4A9F-4DED-8B68-216D-F657D7D22814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2378640" y="4651110"/>
                  <a:ext cx="16884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12C7C33C-A6D2-FF70-E576-FE873619CD6D}"/>
                    </a:ext>
                  </a:extLst>
                </p14:cNvPr>
                <p14:cNvContentPartPr/>
                <p14:nvPr/>
              </p14:nvContentPartPr>
              <p14:xfrm>
                <a:off x="2743808" y="4606830"/>
                <a:ext cx="135360" cy="25272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12C7C33C-A6D2-FF70-E576-FE873619CD6D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2735168" y="4597830"/>
                  <a:ext cx="15300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7D055A30-C53C-04D5-51C1-BBF2733890A4}"/>
                    </a:ext>
                  </a:extLst>
                </p14:cNvPr>
                <p14:cNvContentPartPr/>
                <p14:nvPr/>
              </p14:nvContentPartPr>
              <p14:xfrm>
                <a:off x="2919488" y="4681710"/>
                <a:ext cx="166320" cy="18900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7D055A30-C53C-04D5-51C1-BBF2733890A4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2910488" y="4672710"/>
                  <a:ext cx="18396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A3ECF2B1-F5F3-42E1-C18F-D0FF52AD06D0}"/>
                    </a:ext>
                  </a:extLst>
                </p14:cNvPr>
                <p14:cNvContentPartPr/>
                <p14:nvPr/>
              </p14:nvContentPartPr>
              <p14:xfrm>
                <a:off x="2536680" y="4718430"/>
                <a:ext cx="140760" cy="8712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A3ECF2B1-F5F3-42E1-C18F-D0FF52AD06D0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2528040" y="4709790"/>
                  <a:ext cx="158400" cy="10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1EA18EE4-2735-9833-5595-0C45C1959804}"/>
              </a:ext>
            </a:extLst>
          </p:cNvPr>
          <p:cNvGrpSpPr/>
          <p:nvPr/>
        </p:nvGrpSpPr>
        <p:grpSpPr>
          <a:xfrm>
            <a:off x="3732240" y="4644990"/>
            <a:ext cx="1077416" cy="386280"/>
            <a:chOff x="3732240" y="4644990"/>
            <a:chExt cx="1077416" cy="38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423E7C11-2F82-22C7-42C9-7E3C6F772DAB}"/>
                    </a:ext>
                  </a:extLst>
                </p14:cNvPr>
                <p14:cNvContentPartPr/>
                <p14:nvPr/>
              </p14:nvContentPartPr>
              <p14:xfrm>
                <a:off x="3761400" y="4865310"/>
                <a:ext cx="72720" cy="16596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423E7C11-2F82-22C7-42C9-7E3C6F772DAB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3752760" y="4856310"/>
                  <a:ext cx="9036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3B8732C5-61AF-857E-5FF8-83EB2ECF827A}"/>
                    </a:ext>
                  </a:extLst>
                </p14:cNvPr>
                <p14:cNvContentPartPr/>
                <p14:nvPr/>
              </p14:nvContentPartPr>
              <p14:xfrm>
                <a:off x="3732240" y="4759470"/>
                <a:ext cx="16560" cy="144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3B8732C5-61AF-857E-5FF8-83EB2ECF827A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3723240" y="4750470"/>
                  <a:ext cx="342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337C5466-FBAE-1B3A-1C6D-D5C04ADC8B26}"/>
                    </a:ext>
                  </a:extLst>
                </p14:cNvPr>
                <p14:cNvContentPartPr/>
                <p14:nvPr/>
              </p14:nvContentPartPr>
              <p14:xfrm>
                <a:off x="3873000" y="4781430"/>
                <a:ext cx="130680" cy="8460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337C5466-FBAE-1B3A-1C6D-D5C04ADC8B26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3864360" y="4772430"/>
                  <a:ext cx="14832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46273C5D-EE2E-BEEA-4361-E32BB8D64C0D}"/>
                    </a:ext>
                  </a:extLst>
                </p14:cNvPr>
                <p14:cNvContentPartPr/>
                <p14:nvPr/>
              </p14:nvContentPartPr>
              <p14:xfrm>
                <a:off x="4059120" y="4812030"/>
                <a:ext cx="40320" cy="6624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46273C5D-EE2E-BEEA-4361-E32BB8D64C0D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4050480" y="4803390"/>
                  <a:ext cx="5796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2DF5A6CC-15C6-A379-4F9B-92E03DC63B82}"/>
                    </a:ext>
                  </a:extLst>
                </p14:cNvPr>
                <p14:cNvContentPartPr/>
                <p14:nvPr/>
              </p14:nvContentPartPr>
              <p14:xfrm>
                <a:off x="4103400" y="4794750"/>
                <a:ext cx="25920" cy="5040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2DF5A6CC-15C6-A379-4F9B-92E03DC63B82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4094400" y="4785750"/>
                  <a:ext cx="4356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93C5D6CA-6A59-7531-7118-3C5F8500B489}"/>
                    </a:ext>
                  </a:extLst>
                </p14:cNvPr>
                <p14:cNvContentPartPr/>
                <p14:nvPr/>
              </p14:nvContentPartPr>
              <p14:xfrm>
                <a:off x="3936000" y="4727790"/>
                <a:ext cx="191520" cy="1512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93C5D6CA-6A59-7531-7118-3C5F8500B489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3927000" y="4718790"/>
                  <a:ext cx="20916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205415AE-0623-3C22-09EA-2132433A51F2}"/>
                    </a:ext>
                  </a:extLst>
                </p14:cNvPr>
                <p14:cNvContentPartPr/>
                <p14:nvPr/>
              </p14:nvContentPartPr>
              <p14:xfrm>
                <a:off x="4195920" y="4682430"/>
                <a:ext cx="54720" cy="12528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205415AE-0623-3C22-09EA-2132433A51F2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4186920" y="4673790"/>
                  <a:ext cx="7236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10C3D0D2-1298-E384-C824-7D42083D1CE4}"/>
                    </a:ext>
                  </a:extLst>
                </p14:cNvPr>
                <p14:cNvContentPartPr/>
                <p14:nvPr/>
              </p14:nvContentPartPr>
              <p14:xfrm>
                <a:off x="4220040" y="4751910"/>
                <a:ext cx="138240" cy="8280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10C3D0D2-1298-E384-C824-7D42083D1CE4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4211400" y="4742910"/>
                  <a:ext cx="15588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01FB6F4B-D442-74CB-1EB5-24C6EDA0C8F2}"/>
                    </a:ext>
                  </a:extLst>
                </p14:cNvPr>
                <p14:cNvContentPartPr/>
                <p14:nvPr/>
              </p14:nvContentPartPr>
              <p14:xfrm>
                <a:off x="4516616" y="4644990"/>
                <a:ext cx="91440" cy="23652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01FB6F4B-D442-74CB-1EB5-24C6EDA0C8F2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4507976" y="4635990"/>
                  <a:ext cx="10908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3827A621-AAAA-500C-2383-758AD87FCB1C}"/>
                    </a:ext>
                  </a:extLst>
                </p14:cNvPr>
                <p14:cNvContentPartPr/>
                <p14:nvPr/>
              </p14:nvContentPartPr>
              <p14:xfrm>
                <a:off x="4647296" y="4738230"/>
                <a:ext cx="162360" cy="15552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3827A621-AAAA-500C-2383-758AD87FCB1C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4638656" y="4729590"/>
                  <a:ext cx="1800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556AE91D-4239-8435-9325-F8DACAA7D4E9}"/>
                    </a:ext>
                  </a:extLst>
                </p14:cNvPr>
                <p14:cNvContentPartPr/>
                <p14:nvPr/>
              </p14:nvContentPartPr>
              <p14:xfrm>
                <a:off x="4347480" y="4771350"/>
                <a:ext cx="147960" cy="8964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556AE91D-4239-8435-9325-F8DACAA7D4E9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4338840" y="4762350"/>
                  <a:ext cx="165600" cy="10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B66B845C-1825-474F-02EB-D3A49AB7289F}"/>
              </a:ext>
            </a:extLst>
          </p:cNvPr>
          <p:cNvGrpSpPr/>
          <p:nvPr/>
        </p:nvGrpSpPr>
        <p:grpSpPr>
          <a:xfrm>
            <a:off x="4997936" y="4632764"/>
            <a:ext cx="1399322" cy="455386"/>
            <a:chOff x="4997936" y="4632764"/>
            <a:chExt cx="1399322" cy="455386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5EB2B356-E193-020F-A1F8-409F55849DD5}"/>
                    </a:ext>
                  </a:extLst>
                </p14:cNvPr>
                <p14:cNvContentPartPr/>
                <p14:nvPr/>
              </p14:nvContentPartPr>
              <p14:xfrm>
                <a:off x="4997936" y="4983390"/>
                <a:ext cx="187200" cy="10476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5EB2B356-E193-020F-A1F8-409F55849DD5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4988936" y="4974390"/>
                  <a:ext cx="20484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C0F214E5-8ACD-DAA8-4829-E439485B3247}"/>
                    </a:ext>
                  </a:extLst>
                </p14:cNvPr>
                <p14:cNvContentPartPr/>
                <p14:nvPr/>
              </p14:nvContentPartPr>
              <p14:xfrm>
                <a:off x="5190176" y="4832910"/>
                <a:ext cx="90360" cy="16776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C0F214E5-8ACD-DAA8-4829-E439485B3247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5181536" y="4824270"/>
                  <a:ext cx="10800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1590908A-995B-062D-C3B3-A430B4302A07}"/>
                    </a:ext>
                  </a:extLst>
                </p14:cNvPr>
                <p14:cNvContentPartPr/>
                <p14:nvPr/>
              </p14:nvContentPartPr>
              <p14:xfrm>
                <a:off x="5253896" y="4732110"/>
                <a:ext cx="6480" cy="972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1590908A-995B-062D-C3B3-A430B4302A07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5245256" y="4723110"/>
                  <a:ext cx="241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DD80099F-C18D-FA49-E7D4-3ED65D662F8F}"/>
                    </a:ext>
                  </a:extLst>
                </p14:cNvPr>
                <p14:cNvContentPartPr/>
                <p14:nvPr/>
              </p14:nvContentPartPr>
              <p14:xfrm>
                <a:off x="5332016" y="4755510"/>
                <a:ext cx="170280" cy="8172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DD80099F-C18D-FA49-E7D4-3ED65D662F8F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5323016" y="4746870"/>
                  <a:ext cx="18792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EE394BBA-109A-7132-DD2E-FABF4B02D7EF}"/>
                    </a:ext>
                  </a:extLst>
                </p14:cNvPr>
                <p14:cNvContentPartPr/>
                <p14:nvPr/>
              </p14:nvContentPartPr>
              <p14:xfrm>
                <a:off x="5567096" y="4800870"/>
                <a:ext cx="29520" cy="3492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EE394BBA-109A-7132-DD2E-FABF4B02D7EF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5558096" y="4791870"/>
                  <a:ext cx="4716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A98F4DBE-3CED-7260-238F-18A3F2641ADC}"/>
                    </a:ext>
                  </a:extLst>
                </p14:cNvPr>
                <p14:cNvContentPartPr/>
                <p14:nvPr/>
              </p14:nvContentPartPr>
              <p14:xfrm>
                <a:off x="5587256" y="4763790"/>
                <a:ext cx="52200" cy="8568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A98F4DBE-3CED-7260-238F-18A3F2641ADC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5578616" y="4754790"/>
                  <a:ext cx="6984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CAD625A8-AE22-6F58-EC52-BD0FAB357717}"/>
                    </a:ext>
                  </a:extLst>
                </p14:cNvPr>
                <p14:cNvContentPartPr/>
                <p14:nvPr/>
              </p14:nvContentPartPr>
              <p14:xfrm>
                <a:off x="5476016" y="4710510"/>
                <a:ext cx="153360" cy="2628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CAD625A8-AE22-6F58-EC52-BD0FAB357717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5467016" y="4701870"/>
                  <a:ext cx="17100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AD38AC00-1B80-0F1A-23E8-46BD9FC9391E}"/>
                    </a:ext>
                  </a:extLst>
                </p14:cNvPr>
                <p14:cNvContentPartPr/>
                <p14:nvPr/>
              </p14:nvContentPartPr>
              <p14:xfrm>
                <a:off x="5888218" y="4688924"/>
                <a:ext cx="163440" cy="12312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AD38AC00-1B80-0F1A-23E8-46BD9FC9391E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5879218" y="4679924"/>
                  <a:ext cx="18108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DF4B78AF-55E3-8D9B-4994-4F2DB5BDD0E3}"/>
                    </a:ext>
                  </a:extLst>
                </p14:cNvPr>
                <p14:cNvContentPartPr/>
                <p14:nvPr/>
              </p14:nvContentPartPr>
              <p14:xfrm>
                <a:off x="6097018" y="4632764"/>
                <a:ext cx="134640" cy="22248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DF4B78AF-55E3-8D9B-4994-4F2DB5BDD0E3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6088018" y="4624124"/>
                  <a:ext cx="15228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DD46071B-3E8E-81D3-E342-82D0BBE80299}"/>
                    </a:ext>
                  </a:extLst>
                </p14:cNvPr>
                <p14:cNvContentPartPr/>
                <p14:nvPr/>
              </p14:nvContentPartPr>
              <p14:xfrm>
                <a:off x="6233458" y="4756964"/>
                <a:ext cx="163800" cy="12024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DD46071B-3E8E-81D3-E342-82D0BBE80299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6224818" y="4748324"/>
                  <a:ext cx="18144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869B4592-4623-3756-F151-573B3FBEFF03}"/>
                    </a:ext>
                  </a:extLst>
                </p14:cNvPr>
                <p14:cNvContentPartPr/>
                <p14:nvPr/>
              </p14:nvContentPartPr>
              <p14:xfrm>
                <a:off x="5696400" y="4783950"/>
                <a:ext cx="129960" cy="7668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869B4592-4623-3756-F151-573B3FBEFF03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5687400" y="4775310"/>
                  <a:ext cx="147600" cy="9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B7DEE7B0-5A50-1978-5914-E994921A7218}"/>
              </a:ext>
            </a:extLst>
          </p:cNvPr>
          <p:cNvGrpSpPr/>
          <p:nvPr/>
        </p:nvGrpSpPr>
        <p:grpSpPr>
          <a:xfrm>
            <a:off x="7182418" y="4615830"/>
            <a:ext cx="1364892" cy="431654"/>
            <a:chOff x="7182418" y="4615830"/>
            <a:chExt cx="1364892" cy="431654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F422FC6F-6F52-B0D6-6F80-11259956722A}"/>
                    </a:ext>
                  </a:extLst>
                </p14:cNvPr>
                <p14:cNvContentPartPr/>
                <p14:nvPr/>
              </p14:nvContentPartPr>
              <p14:xfrm>
                <a:off x="7182418" y="4926524"/>
                <a:ext cx="206280" cy="12096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F422FC6F-6F52-B0D6-6F80-11259956722A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7173418" y="4917884"/>
                  <a:ext cx="22392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73D0F10E-C42B-AA5D-052E-98A9664BA1D9}"/>
                    </a:ext>
                  </a:extLst>
                </p14:cNvPr>
                <p14:cNvContentPartPr/>
                <p14:nvPr/>
              </p14:nvContentPartPr>
              <p14:xfrm>
                <a:off x="7406338" y="4754444"/>
                <a:ext cx="77760" cy="19368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73D0F10E-C42B-AA5D-052E-98A9664BA1D9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7397338" y="4745444"/>
                  <a:ext cx="9540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06269F92-9053-B715-F960-32A1C6FFDBA4}"/>
                    </a:ext>
                  </a:extLst>
                </p14:cNvPr>
                <p14:cNvContentPartPr/>
                <p14:nvPr/>
              </p14:nvContentPartPr>
              <p14:xfrm>
                <a:off x="7423258" y="4693964"/>
                <a:ext cx="2880" cy="612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06269F92-9053-B715-F960-32A1C6FFDBA4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7414618" y="4684964"/>
                  <a:ext cx="2052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F633350C-11F7-7433-2B1B-3FC999B77FF3}"/>
                    </a:ext>
                  </a:extLst>
                </p14:cNvPr>
                <p14:cNvContentPartPr/>
                <p14:nvPr/>
              </p14:nvContentPartPr>
              <p14:xfrm>
                <a:off x="7542778" y="4714484"/>
                <a:ext cx="124200" cy="10188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F633350C-11F7-7433-2B1B-3FC999B77FF3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7534138" y="4705484"/>
                  <a:ext cx="14184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FA6EC301-39D8-DDC3-BA0E-C7E6C34B8E64}"/>
                    </a:ext>
                  </a:extLst>
                </p14:cNvPr>
                <p14:cNvContentPartPr/>
                <p14:nvPr/>
              </p14:nvContentPartPr>
              <p14:xfrm>
                <a:off x="7699738" y="4743644"/>
                <a:ext cx="65880" cy="8892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FA6EC301-39D8-DDC3-BA0E-C7E6C34B8E64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7690738" y="4734644"/>
                  <a:ext cx="8352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71D49821-88C0-4DC6-B24E-C8D7F5B771C3}"/>
                    </a:ext>
                  </a:extLst>
                </p14:cNvPr>
                <p14:cNvContentPartPr/>
                <p14:nvPr/>
              </p14:nvContentPartPr>
              <p14:xfrm>
                <a:off x="7794058" y="4737884"/>
                <a:ext cx="38160" cy="10224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71D49821-88C0-4DC6-B24E-C8D7F5B771C3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7785058" y="4729244"/>
                  <a:ext cx="5580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6EFF1EC3-8726-995A-7294-3F198E74407F}"/>
                    </a:ext>
                  </a:extLst>
                </p14:cNvPr>
                <p14:cNvContentPartPr/>
                <p14:nvPr/>
              </p14:nvContentPartPr>
              <p14:xfrm>
                <a:off x="7622698" y="4672364"/>
                <a:ext cx="224280" cy="3564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6EFF1EC3-8726-995A-7294-3F198E74407F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7614058" y="4663724"/>
                  <a:ext cx="24192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B478301C-9D6D-EDA3-96F5-87F422B9D9AC}"/>
                    </a:ext>
                  </a:extLst>
                </p14:cNvPr>
                <p14:cNvContentPartPr/>
                <p14:nvPr/>
              </p14:nvContentPartPr>
              <p14:xfrm>
                <a:off x="7897018" y="4630964"/>
                <a:ext cx="52560" cy="19224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B478301C-9D6D-EDA3-96F5-87F422B9D9AC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7888378" y="4622324"/>
                  <a:ext cx="7020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CD0E157A-27DC-87B1-A3FD-73B55460C1CE}"/>
                    </a:ext>
                  </a:extLst>
                </p14:cNvPr>
                <p14:cNvContentPartPr/>
                <p14:nvPr/>
              </p14:nvContentPartPr>
              <p14:xfrm>
                <a:off x="7951378" y="4720964"/>
                <a:ext cx="123120" cy="6768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CD0E157A-27DC-87B1-A3FD-73B55460C1CE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7942378" y="4711964"/>
                  <a:ext cx="14076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CD04C47A-EB32-C633-ABC9-4C23D77F6FD9}"/>
                    </a:ext>
                  </a:extLst>
                </p14:cNvPr>
                <p14:cNvContentPartPr/>
                <p14:nvPr/>
              </p14:nvContentPartPr>
              <p14:xfrm>
                <a:off x="8178670" y="4615830"/>
                <a:ext cx="157680" cy="19080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CD04C47A-EB32-C633-ABC9-4C23D77F6FD9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8169670" y="4607190"/>
                  <a:ext cx="17532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94C06FFD-D30B-B165-29AB-2584B5838EE8}"/>
                    </a:ext>
                  </a:extLst>
                </p14:cNvPr>
                <p14:cNvContentPartPr/>
                <p14:nvPr/>
              </p14:nvContentPartPr>
              <p14:xfrm>
                <a:off x="8338150" y="4713750"/>
                <a:ext cx="209160" cy="16776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94C06FFD-D30B-B165-29AB-2584B5838EE8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8329510" y="4704750"/>
                  <a:ext cx="22680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15DBEFF2-9065-C8EA-9E57-8CAFDA687508}"/>
                    </a:ext>
                  </a:extLst>
                </p14:cNvPr>
                <p14:cNvContentPartPr/>
                <p14:nvPr/>
              </p14:nvContentPartPr>
              <p14:xfrm>
                <a:off x="8058720" y="4719150"/>
                <a:ext cx="106560" cy="9000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15DBEFF2-9065-C8EA-9E57-8CAFDA687508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8050080" y="4710510"/>
                  <a:ext cx="124200" cy="107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31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5297B68A-5F13-524E-B938-5F3C5EBE5ADF}"/>
                  </a:ext>
                </a:extLst>
              </p14:cNvPr>
              <p14:cNvContentPartPr/>
              <p14:nvPr/>
            </p14:nvContentPartPr>
            <p14:xfrm>
              <a:off x="4965600" y="5084910"/>
              <a:ext cx="1349640" cy="147960"/>
            </p14:xfrm>
          </p:contentPart>
        </mc:Choice>
        <mc:Fallback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5297B68A-5F13-524E-B938-5F3C5EBE5ADF}"/>
                  </a:ext>
                </a:extLst>
              </p:cNvPr>
              <p:cNvPicPr/>
              <p:nvPr/>
            </p:nvPicPr>
            <p:blipFill>
              <a:blip r:embed="rId332"/>
              <a:stretch>
                <a:fillRect/>
              </a:stretch>
            </p:blipFill>
            <p:spPr>
              <a:xfrm>
                <a:off x="4956600" y="5076270"/>
                <a:ext cx="1367280" cy="165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39" name="Group 238">
            <a:extLst>
              <a:ext uri="{FF2B5EF4-FFF2-40B4-BE49-F238E27FC236}">
                <a16:creationId xmlns:a16="http://schemas.microsoft.com/office/drawing/2014/main" id="{18F98828-12E8-F1FE-C026-3C9F1574BC42}"/>
              </a:ext>
            </a:extLst>
          </p:cNvPr>
          <p:cNvGrpSpPr/>
          <p:nvPr/>
        </p:nvGrpSpPr>
        <p:grpSpPr>
          <a:xfrm>
            <a:off x="5457360" y="5405670"/>
            <a:ext cx="300960" cy="125640"/>
            <a:chOff x="5457360" y="5405670"/>
            <a:chExt cx="300960" cy="12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48F6F923-7FAA-5A6F-D285-54AF1DE92D8D}"/>
                    </a:ext>
                  </a:extLst>
                </p14:cNvPr>
                <p14:cNvContentPartPr/>
                <p14:nvPr/>
              </p14:nvContentPartPr>
              <p14:xfrm>
                <a:off x="5457360" y="5456430"/>
                <a:ext cx="113400" cy="2484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48F6F923-7FAA-5A6F-D285-54AF1DE92D8D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5448360" y="5447790"/>
                  <a:ext cx="13104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A698FD95-F01A-B0FB-C776-217B7A893EC3}"/>
                    </a:ext>
                  </a:extLst>
                </p14:cNvPr>
                <p14:cNvContentPartPr/>
                <p14:nvPr/>
              </p14:nvContentPartPr>
              <p14:xfrm>
                <a:off x="5458080" y="5426550"/>
                <a:ext cx="141120" cy="2196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A698FD95-F01A-B0FB-C776-217B7A893EC3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5449440" y="5417910"/>
                  <a:ext cx="1587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46E32DE2-E774-1B38-523C-645CC24680EE}"/>
                    </a:ext>
                  </a:extLst>
                </p14:cNvPr>
                <p14:cNvContentPartPr/>
                <p14:nvPr/>
              </p14:nvContentPartPr>
              <p14:xfrm>
                <a:off x="5726280" y="5405670"/>
                <a:ext cx="32040" cy="12564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46E32DE2-E774-1B38-523C-645CC24680EE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5717640" y="5396670"/>
                  <a:ext cx="49680" cy="143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39">
            <p14:nvContentPartPr>
              <p14:cNvPr id="266" name="Ink 265">
                <a:extLst>
                  <a:ext uri="{FF2B5EF4-FFF2-40B4-BE49-F238E27FC236}">
                    <a16:creationId xmlns:a16="http://schemas.microsoft.com/office/drawing/2014/main" id="{0BA2602D-E68A-3B48-0CE5-7D9B34AC4709}"/>
                  </a:ext>
                </a:extLst>
              </p14:cNvPr>
              <p14:cNvContentPartPr/>
              <p14:nvPr/>
            </p14:nvContentPartPr>
            <p14:xfrm>
              <a:off x="1089480" y="5918310"/>
              <a:ext cx="165240" cy="161280"/>
            </p14:xfrm>
          </p:contentPart>
        </mc:Choice>
        <mc:Fallback>
          <p:pic>
            <p:nvPicPr>
              <p:cNvPr id="266" name="Ink 265">
                <a:extLst>
                  <a:ext uri="{FF2B5EF4-FFF2-40B4-BE49-F238E27FC236}">
                    <a16:creationId xmlns:a16="http://schemas.microsoft.com/office/drawing/2014/main" id="{0BA2602D-E68A-3B48-0CE5-7D9B34AC4709}"/>
                  </a:ext>
                </a:extLst>
              </p:cNvPr>
              <p:cNvPicPr/>
              <p:nvPr/>
            </p:nvPicPr>
            <p:blipFill>
              <a:blip r:embed="rId340"/>
              <a:stretch>
                <a:fillRect/>
              </a:stretch>
            </p:blipFill>
            <p:spPr>
              <a:xfrm>
                <a:off x="1080480" y="5909310"/>
                <a:ext cx="18288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1">
            <p14:nvContentPartPr>
              <p14:cNvPr id="267" name="Ink 266">
                <a:extLst>
                  <a:ext uri="{FF2B5EF4-FFF2-40B4-BE49-F238E27FC236}">
                    <a16:creationId xmlns:a16="http://schemas.microsoft.com/office/drawing/2014/main" id="{8629AA1D-442B-4932-FDC6-6881FDE25F23}"/>
                  </a:ext>
                </a:extLst>
              </p14:cNvPr>
              <p14:cNvContentPartPr/>
              <p14:nvPr/>
            </p14:nvContentPartPr>
            <p14:xfrm>
              <a:off x="1243920" y="5781150"/>
              <a:ext cx="93600" cy="186120"/>
            </p14:xfrm>
          </p:contentPart>
        </mc:Choice>
        <mc:Fallback>
          <p:pic>
            <p:nvPicPr>
              <p:cNvPr id="267" name="Ink 266">
                <a:extLst>
                  <a:ext uri="{FF2B5EF4-FFF2-40B4-BE49-F238E27FC236}">
                    <a16:creationId xmlns:a16="http://schemas.microsoft.com/office/drawing/2014/main" id="{8629AA1D-442B-4932-FDC6-6881FDE25F23}"/>
                  </a:ext>
                </a:extLst>
              </p:cNvPr>
              <p:cNvPicPr/>
              <p:nvPr/>
            </p:nvPicPr>
            <p:blipFill>
              <a:blip r:embed="rId342"/>
              <a:stretch>
                <a:fillRect/>
              </a:stretch>
            </p:blipFill>
            <p:spPr>
              <a:xfrm>
                <a:off x="1234920" y="5772150"/>
                <a:ext cx="111240" cy="20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3">
            <p14:nvContentPartPr>
              <p14:cNvPr id="268" name="Ink 267">
                <a:extLst>
                  <a:ext uri="{FF2B5EF4-FFF2-40B4-BE49-F238E27FC236}">
                    <a16:creationId xmlns:a16="http://schemas.microsoft.com/office/drawing/2014/main" id="{731A5727-7ED2-3E93-92E4-96D2F42A8070}"/>
                  </a:ext>
                </a:extLst>
              </p14:cNvPr>
              <p14:cNvContentPartPr/>
              <p14:nvPr/>
            </p14:nvContentPartPr>
            <p14:xfrm>
              <a:off x="1231320" y="5668470"/>
              <a:ext cx="4680" cy="19800"/>
            </p14:xfrm>
          </p:contentPart>
        </mc:Choice>
        <mc:Fallback>
          <p:pic>
            <p:nvPicPr>
              <p:cNvPr id="268" name="Ink 267">
                <a:extLst>
                  <a:ext uri="{FF2B5EF4-FFF2-40B4-BE49-F238E27FC236}">
                    <a16:creationId xmlns:a16="http://schemas.microsoft.com/office/drawing/2014/main" id="{731A5727-7ED2-3E93-92E4-96D2F42A8070}"/>
                  </a:ext>
                </a:extLst>
              </p:cNvPr>
              <p:cNvPicPr/>
              <p:nvPr/>
            </p:nvPicPr>
            <p:blipFill>
              <a:blip r:embed="rId344"/>
              <a:stretch>
                <a:fillRect/>
              </a:stretch>
            </p:blipFill>
            <p:spPr>
              <a:xfrm>
                <a:off x="1222320" y="5659830"/>
                <a:ext cx="2232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5">
            <p14:nvContentPartPr>
              <p14:cNvPr id="269" name="Ink 268">
                <a:extLst>
                  <a:ext uri="{FF2B5EF4-FFF2-40B4-BE49-F238E27FC236}">
                    <a16:creationId xmlns:a16="http://schemas.microsoft.com/office/drawing/2014/main" id="{C9BBCA01-AC9A-70B6-21AC-F174D1796A87}"/>
                  </a:ext>
                </a:extLst>
              </p14:cNvPr>
              <p14:cNvContentPartPr/>
              <p14:nvPr/>
            </p14:nvContentPartPr>
            <p14:xfrm>
              <a:off x="1341120" y="5694030"/>
              <a:ext cx="127800" cy="84240"/>
            </p14:xfrm>
          </p:contentPart>
        </mc:Choice>
        <mc:Fallback>
          <p:pic>
            <p:nvPicPr>
              <p:cNvPr id="269" name="Ink 268">
                <a:extLst>
                  <a:ext uri="{FF2B5EF4-FFF2-40B4-BE49-F238E27FC236}">
                    <a16:creationId xmlns:a16="http://schemas.microsoft.com/office/drawing/2014/main" id="{C9BBCA01-AC9A-70B6-21AC-F174D1796A87}"/>
                  </a:ext>
                </a:extLst>
              </p:cNvPr>
              <p:cNvPicPr/>
              <p:nvPr/>
            </p:nvPicPr>
            <p:blipFill>
              <a:blip r:embed="rId346"/>
              <a:stretch>
                <a:fillRect/>
              </a:stretch>
            </p:blipFill>
            <p:spPr>
              <a:xfrm>
                <a:off x="1332480" y="5685390"/>
                <a:ext cx="145440" cy="10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7">
            <p14:nvContentPartPr>
              <p14:cNvPr id="270" name="Ink 269">
                <a:extLst>
                  <a:ext uri="{FF2B5EF4-FFF2-40B4-BE49-F238E27FC236}">
                    <a16:creationId xmlns:a16="http://schemas.microsoft.com/office/drawing/2014/main" id="{9CF2F414-64B0-0A9E-1B05-64A5AAAC82A7}"/>
                  </a:ext>
                </a:extLst>
              </p14:cNvPr>
              <p14:cNvContentPartPr/>
              <p14:nvPr/>
            </p14:nvContentPartPr>
            <p14:xfrm>
              <a:off x="1480800" y="5690430"/>
              <a:ext cx="70200" cy="92160"/>
            </p14:xfrm>
          </p:contentPart>
        </mc:Choice>
        <mc:Fallback>
          <p:pic>
            <p:nvPicPr>
              <p:cNvPr id="270" name="Ink 269">
                <a:extLst>
                  <a:ext uri="{FF2B5EF4-FFF2-40B4-BE49-F238E27FC236}">
                    <a16:creationId xmlns:a16="http://schemas.microsoft.com/office/drawing/2014/main" id="{9CF2F414-64B0-0A9E-1B05-64A5AAAC82A7}"/>
                  </a:ext>
                </a:extLst>
              </p:cNvPr>
              <p:cNvPicPr/>
              <p:nvPr/>
            </p:nvPicPr>
            <p:blipFill>
              <a:blip r:embed="rId348"/>
              <a:stretch>
                <a:fillRect/>
              </a:stretch>
            </p:blipFill>
            <p:spPr>
              <a:xfrm>
                <a:off x="1472160" y="5681790"/>
                <a:ext cx="87840" cy="10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9">
            <p14:nvContentPartPr>
              <p14:cNvPr id="271" name="Ink 270">
                <a:extLst>
                  <a:ext uri="{FF2B5EF4-FFF2-40B4-BE49-F238E27FC236}">
                    <a16:creationId xmlns:a16="http://schemas.microsoft.com/office/drawing/2014/main" id="{6F907343-D5D0-A64C-04F9-698898F4871D}"/>
                  </a:ext>
                </a:extLst>
              </p14:cNvPr>
              <p14:cNvContentPartPr/>
              <p14:nvPr/>
            </p14:nvContentPartPr>
            <p14:xfrm>
              <a:off x="1569720" y="5706270"/>
              <a:ext cx="43200" cy="59760"/>
            </p14:xfrm>
          </p:contentPart>
        </mc:Choice>
        <mc:Fallback>
          <p:pic>
            <p:nvPicPr>
              <p:cNvPr id="271" name="Ink 270">
                <a:extLst>
                  <a:ext uri="{FF2B5EF4-FFF2-40B4-BE49-F238E27FC236}">
                    <a16:creationId xmlns:a16="http://schemas.microsoft.com/office/drawing/2014/main" id="{6F907343-D5D0-A64C-04F9-698898F4871D}"/>
                  </a:ext>
                </a:extLst>
              </p:cNvPr>
              <p:cNvPicPr/>
              <p:nvPr/>
            </p:nvPicPr>
            <p:blipFill>
              <a:blip r:embed="rId350"/>
              <a:stretch>
                <a:fillRect/>
              </a:stretch>
            </p:blipFill>
            <p:spPr>
              <a:xfrm>
                <a:off x="1560720" y="5697270"/>
                <a:ext cx="60840" cy="7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1">
            <p14:nvContentPartPr>
              <p14:cNvPr id="272" name="Ink 271">
                <a:extLst>
                  <a:ext uri="{FF2B5EF4-FFF2-40B4-BE49-F238E27FC236}">
                    <a16:creationId xmlns:a16="http://schemas.microsoft.com/office/drawing/2014/main" id="{07C2B177-CD2B-48FC-071E-67B4E4389E79}"/>
                  </a:ext>
                </a:extLst>
              </p14:cNvPr>
              <p14:cNvContentPartPr/>
              <p14:nvPr/>
            </p14:nvContentPartPr>
            <p14:xfrm>
              <a:off x="1418520" y="5631030"/>
              <a:ext cx="205560" cy="11160"/>
            </p14:xfrm>
          </p:contentPart>
        </mc:Choice>
        <mc:Fallback>
          <p:pic>
            <p:nvPicPr>
              <p:cNvPr id="272" name="Ink 271">
                <a:extLst>
                  <a:ext uri="{FF2B5EF4-FFF2-40B4-BE49-F238E27FC236}">
                    <a16:creationId xmlns:a16="http://schemas.microsoft.com/office/drawing/2014/main" id="{07C2B177-CD2B-48FC-071E-67B4E4389E79}"/>
                  </a:ext>
                </a:extLst>
              </p:cNvPr>
              <p:cNvPicPr/>
              <p:nvPr/>
            </p:nvPicPr>
            <p:blipFill>
              <a:blip r:embed="rId352"/>
              <a:stretch>
                <a:fillRect/>
              </a:stretch>
            </p:blipFill>
            <p:spPr>
              <a:xfrm>
                <a:off x="1409880" y="5622390"/>
                <a:ext cx="22320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3">
            <p14:nvContentPartPr>
              <p14:cNvPr id="275" name="Ink 274">
                <a:extLst>
                  <a:ext uri="{FF2B5EF4-FFF2-40B4-BE49-F238E27FC236}">
                    <a16:creationId xmlns:a16="http://schemas.microsoft.com/office/drawing/2014/main" id="{2D5D4987-AD58-F50A-7B1B-4AC2254BFD56}"/>
                  </a:ext>
                </a:extLst>
              </p14:cNvPr>
              <p14:cNvContentPartPr/>
              <p14:nvPr/>
            </p14:nvContentPartPr>
            <p14:xfrm>
              <a:off x="1679160" y="5594310"/>
              <a:ext cx="86400" cy="224280"/>
            </p14:xfrm>
          </p:contentPart>
        </mc:Choice>
        <mc:Fallback>
          <p:pic>
            <p:nvPicPr>
              <p:cNvPr id="275" name="Ink 274">
                <a:extLst>
                  <a:ext uri="{FF2B5EF4-FFF2-40B4-BE49-F238E27FC236}">
                    <a16:creationId xmlns:a16="http://schemas.microsoft.com/office/drawing/2014/main" id="{2D5D4987-AD58-F50A-7B1B-4AC2254BFD56}"/>
                  </a:ext>
                </a:extLst>
              </p:cNvPr>
              <p:cNvPicPr/>
              <p:nvPr/>
            </p:nvPicPr>
            <p:blipFill>
              <a:blip r:embed="rId354"/>
              <a:stretch>
                <a:fillRect/>
              </a:stretch>
            </p:blipFill>
            <p:spPr>
              <a:xfrm>
                <a:off x="1670160" y="5585310"/>
                <a:ext cx="104040" cy="24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5">
            <p14:nvContentPartPr>
              <p14:cNvPr id="276" name="Ink 275">
                <a:extLst>
                  <a:ext uri="{FF2B5EF4-FFF2-40B4-BE49-F238E27FC236}">
                    <a16:creationId xmlns:a16="http://schemas.microsoft.com/office/drawing/2014/main" id="{4DD07107-552C-5A7B-B0FA-34C0A5797308}"/>
                  </a:ext>
                </a:extLst>
              </p14:cNvPr>
              <p14:cNvContentPartPr/>
              <p14:nvPr/>
            </p14:nvContentPartPr>
            <p14:xfrm>
              <a:off x="1743600" y="5683590"/>
              <a:ext cx="133560" cy="82440"/>
            </p14:xfrm>
          </p:contentPart>
        </mc:Choice>
        <mc:Fallback>
          <p:pic>
            <p:nvPicPr>
              <p:cNvPr id="276" name="Ink 275">
                <a:extLst>
                  <a:ext uri="{FF2B5EF4-FFF2-40B4-BE49-F238E27FC236}">
                    <a16:creationId xmlns:a16="http://schemas.microsoft.com/office/drawing/2014/main" id="{4DD07107-552C-5A7B-B0FA-34C0A5797308}"/>
                  </a:ext>
                </a:extLst>
              </p:cNvPr>
              <p:cNvPicPr/>
              <p:nvPr/>
            </p:nvPicPr>
            <p:blipFill>
              <a:blip r:embed="rId356"/>
              <a:stretch>
                <a:fillRect/>
              </a:stretch>
            </p:blipFill>
            <p:spPr>
              <a:xfrm>
                <a:off x="1734600" y="5674950"/>
                <a:ext cx="151200" cy="1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7">
            <p14:nvContentPartPr>
              <p14:cNvPr id="277" name="Ink 276">
                <a:extLst>
                  <a:ext uri="{FF2B5EF4-FFF2-40B4-BE49-F238E27FC236}">
                    <a16:creationId xmlns:a16="http://schemas.microsoft.com/office/drawing/2014/main" id="{E40BF729-C8EC-DD83-EA0A-2B6D6CC7CC1E}"/>
                  </a:ext>
                </a:extLst>
              </p14:cNvPr>
              <p14:cNvContentPartPr/>
              <p14:nvPr/>
            </p14:nvContentPartPr>
            <p14:xfrm>
              <a:off x="1935480" y="5498550"/>
              <a:ext cx="89280" cy="338760"/>
            </p14:xfrm>
          </p:contentPart>
        </mc:Choice>
        <mc:Fallback>
          <p:pic>
            <p:nvPicPr>
              <p:cNvPr id="277" name="Ink 276">
                <a:extLst>
                  <a:ext uri="{FF2B5EF4-FFF2-40B4-BE49-F238E27FC236}">
                    <a16:creationId xmlns:a16="http://schemas.microsoft.com/office/drawing/2014/main" id="{E40BF729-C8EC-DD83-EA0A-2B6D6CC7CC1E}"/>
                  </a:ext>
                </a:extLst>
              </p:cNvPr>
              <p:cNvPicPr/>
              <p:nvPr/>
            </p:nvPicPr>
            <p:blipFill>
              <a:blip r:embed="rId358"/>
              <a:stretch>
                <a:fillRect/>
              </a:stretch>
            </p:blipFill>
            <p:spPr>
              <a:xfrm>
                <a:off x="1926480" y="5489910"/>
                <a:ext cx="106920" cy="35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9">
            <p14:nvContentPartPr>
              <p14:cNvPr id="278" name="Ink 277">
                <a:extLst>
                  <a:ext uri="{FF2B5EF4-FFF2-40B4-BE49-F238E27FC236}">
                    <a16:creationId xmlns:a16="http://schemas.microsoft.com/office/drawing/2014/main" id="{4A8A3B13-5CEC-764E-6A11-BF22DC8CDFC4}"/>
                  </a:ext>
                </a:extLst>
              </p14:cNvPr>
              <p14:cNvContentPartPr/>
              <p14:nvPr/>
            </p14:nvContentPartPr>
            <p14:xfrm>
              <a:off x="2024400" y="5687550"/>
              <a:ext cx="168120" cy="84960"/>
            </p14:xfrm>
          </p:contentPart>
        </mc:Choice>
        <mc:Fallback>
          <p:pic>
            <p:nvPicPr>
              <p:cNvPr id="278" name="Ink 277">
                <a:extLst>
                  <a:ext uri="{FF2B5EF4-FFF2-40B4-BE49-F238E27FC236}">
                    <a16:creationId xmlns:a16="http://schemas.microsoft.com/office/drawing/2014/main" id="{4A8A3B13-5CEC-764E-6A11-BF22DC8CDFC4}"/>
                  </a:ext>
                </a:extLst>
              </p:cNvPr>
              <p:cNvPicPr/>
              <p:nvPr/>
            </p:nvPicPr>
            <p:blipFill>
              <a:blip r:embed="rId360"/>
              <a:stretch>
                <a:fillRect/>
              </a:stretch>
            </p:blipFill>
            <p:spPr>
              <a:xfrm>
                <a:off x="2015760" y="5678910"/>
                <a:ext cx="185760" cy="10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1">
            <p14:nvContentPartPr>
              <p14:cNvPr id="279" name="Ink 278">
                <a:extLst>
                  <a:ext uri="{FF2B5EF4-FFF2-40B4-BE49-F238E27FC236}">
                    <a16:creationId xmlns:a16="http://schemas.microsoft.com/office/drawing/2014/main" id="{721D50DB-D17D-7AC9-0EB2-CE1BD4EF2A53}"/>
                  </a:ext>
                </a:extLst>
              </p14:cNvPr>
              <p14:cNvContentPartPr/>
              <p14:nvPr/>
            </p14:nvContentPartPr>
            <p14:xfrm>
              <a:off x="2303400" y="5655150"/>
              <a:ext cx="55080" cy="94680"/>
            </p14:xfrm>
          </p:contentPart>
        </mc:Choice>
        <mc:Fallback>
          <p:pic>
            <p:nvPicPr>
              <p:cNvPr id="279" name="Ink 278">
                <a:extLst>
                  <a:ext uri="{FF2B5EF4-FFF2-40B4-BE49-F238E27FC236}">
                    <a16:creationId xmlns:a16="http://schemas.microsoft.com/office/drawing/2014/main" id="{721D50DB-D17D-7AC9-0EB2-CE1BD4EF2A53}"/>
                  </a:ext>
                </a:extLst>
              </p:cNvPr>
              <p:cNvPicPr/>
              <p:nvPr/>
            </p:nvPicPr>
            <p:blipFill>
              <a:blip r:embed="rId362"/>
              <a:stretch>
                <a:fillRect/>
              </a:stretch>
            </p:blipFill>
            <p:spPr>
              <a:xfrm>
                <a:off x="2294400" y="5646510"/>
                <a:ext cx="72720" cy="11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3">
            <p14:nvContentPartPr>
              <p14:cNvPr id="280" name="Ink 279">
                <a:extLst>
                  <a:ext uri="{FF2B5EF4-FFF2-40B4-BE49-F238E27FC236}">
                    <a16:creationId xmlns:a16="http://schemas.microsoft.com/office/drawing/2014/main" id="{242A82D7-4F80-A728-9767-6C4CE42488F8}"/>
                  </a:ext>
                </a:extLst>
              </p14:cNvPr>
              <p14:cNvContentPartPr/>
              <p14:nvPr/>
            </p14:nvContentPartPr>
            <p14:xfrm>
              <a:off x="2251560" y="5706630"/>
              <a:ext cx="138240" cy="16920"/>
            </p14:xfrm>
          </p:contentPart>
        </mc:Choice>
        <mc:Fallback>
          <p:pic>
            <p:nvPicPr>
              <p:cNvPr id="280" name="Ink 279">
                <a:extLst>
                  <a:ext uri="{FF2B5EF4-FFF2-40B4-BE49-F238E27FC236}">
                    <a16:creationId xmlns:a16="http://schemas.microsoft.com/office/drawing/2014/main" id="{242A82D7-4F80-A728-9767-6C4CE42488F8}"/>
                  </a:ext>
                </a:extLst>
              </p:cNvPr>
              <p:cNvPicPr/>
              <p:nvPr/>
            </p:nvPicPr>
            <p:blipFill>
              <a:blip r:embed="rId364"/>
              <a:stretch>
                <a:fillRect/>
              </a:stretch>
            </p:blipFill>
            <p:spPr>
              <a:xfrm>
                <a:off x="2242560" y="5697630"/>
                <a:ext cx="155880" cy="3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5">
            <p14:nvContentPartPr>
              <p14:cNvPr id="281" name="Ink 280">
                <a:extLst>
                  <a:ext uri="{FF2B5EF4-FFF2-40B4-BE49-F238E27FC236}">
                    <a16:creationId xmlns:a16="http://schemas.microsoft.com/office/drawing/2014/main" id="{17E33B9C-E9DB-FA9C-0BE7-8E29E832B843}"/>
                  </a:ext>
                </a:extLst>
              </p14:cNvPr>
              <p14:cNvContentPartPr/>
              <p14:nvPr/>
            </p14:nvContentPartPr>
            <p14:xfrm>
              <a:off x="2468640" y="5580270"/>
              <a:ext cx="194040" cy="170280"/>
            </p14:xfrm>
          </p:contentPart>
        </mc:Choice>
        <mc:Fallback>
          <p:pic>
            <p:nvPicPr>
              <p:cNvPr id="281" name="Ink 280">
                <a:extLst>
                  <a:ext uri="{FF2B5EF4-FFF2-40B4-BE49-F238E27FC236}">
                    <a16:creationId xmlns:a16="http://schemas.microsoft.com/office/drawing/2014/main" id="{17E33B9C-E9DB-FA9C-0BE7-8E29E832B843}"/>
                  </a:ext>
                </a:extLst>
              </p:cNvPr>
              <p:cNvPicPr/>
              <p:nvPr/>
            </p:nvPicPr>
            <p:blipFill>
              <a:blip r:embed="rId366"/>
              <a:stretch>
                <a:fillRect/>
              </a:stretch>
            </p:blipFill>
            <p:spPr>
              <a:xfrm>
                <a:off x="2459640" y="5571630"/>
                <a:ext cx="211680" cy="18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7">
            <p14:nvContentPartPr>
              <p14:cNvPr id="282" name="Ink 281">
                <a:extLst>
                  <a:ext uri="{FF2B5EF4-FFF2-40B4-BE49-F238E27FC236}">
                    <a16:creationId xmlns:a16="http://schemas.microsoft.com/office/drawing/2014/main" id="{7E8E0969-2DB4-BB33-1B9B-4AB92C08A39E}"/>
                  </a:ext>
                </a:extLst>
              </p14:cNvPr>
              <p14:cNvContentPartPr/>
              <p14:nvPr/>
            </p14:nvContentPartPr>
            <p14:xfrm>
              <a:off x="2679600" y="5494230"/>
              <a:ext cx="151920" cy="322560"/>
            </p14:xfrm>
          </p:contentPart>
        </mc:Choice>
        <mc:Fallback>
          <p:pic>
            <p:nvPicPr>
              <p:cNvPr id="282" name="Ink 281">
                <a:extLst>
                  <a:ext uri="{FF2B5EF4-FFF2-40B4-BE49-F238E27FC236}">
                    <a16:creationId xmlns:a16="http://schemas.microsoft.com/office/drawing/2014/main" id="{7E8E0969-2DB4-BB33-1B9B-4AB92C08A39E}"/>
                  </a:ext>
                </a:extLst>
              </p:cNvPr>
              <p:cNvPicPr/>
              <p:nvPr/>
            </p:nvPicPr>
            <p:blipFill>
              <a:blip r:embed="rId368"/>
              <a:stretch>
                <a:fillRect/>
              </a:stretch>
            </p:blipFill>
            <p:spPr>
              <a:xfrm>
                <a:off x="2670600" y="5485230"/>
                <a:ext cx="169560" cy="34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9">
            <p14:nvContentPartPr>
              <p14:cNvPr id="283" name="Ink 282">
                <a:extLst>
                  <a:ext uri="{FF2B5EF4-FFF2-40B4-BE49-F238E27FC236}">
                    <a16:creationId xmlns:a16="http://schemas.microsoft.com/office/drawing/2014/main" id="{04116FB4-DAE5-8243-7C29-CA00555AED49}"/>
                  </a:ext>
                </a:extLst>
              </p14:cNvPr>
              <p14:cNvContentPartPr/>
              <p14:nvPr/>
            </p14:nvContentPartPr>
            <p14:xfrm>
              <a:off x="2875080" y="5517990"/>
              <a:ext cx="160200" cy="295920"/>
            </p14:xfrm>
          </p:contentPart>
        </mc:Choice>
        <mc:Fallback>
          <p:pic>
            <p:nvPicPr>
              <p:cNvPr id="283" name="Ink 282">
                <a:extLst>
                  <a:ext uri="{FF2B5EF4-FFF2-40B4-BE49-F238E27FC236}">
                    <a16:creationId xmlns:a16="http://schemas.microsoft.com/office/drawing/2014/main" id="{04116FB4-DAE5-8243-7C29-CA00555AED49}"/>
                  </a:ext>
                </a:extLst>
              </p:cNvPr>
              <p:cNvPicPr/>
              <p:nvPr/>
            </p:nvPicPr>
            <p:blipFill>
              <a:blip r:embed="rId370"/>
              <a:stretch>
                <a:fillRect/>
              </a:stretch>
            </p:blipFill>
            <p:spPr>
              <a:xfrm>
                <a:off x="2866440" y="5509350"/>
                <a:ext cx="177840" cy="31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1">
            <p14:nvContentPartPr>
              <p14:cNvPr id="284" name="Ink 283">
                <a:extLst>
                  <a:ext uri="{FF2B5EF4-FFF2-40B4-BE49-F238E27FC236}">
                    <a16:creationId xmlns:a16="http://schemas.microsoft.com/office/drawing/2014/main" id="{052E55BA-6F98-8678-EF74-47E28F0ECB81}"/>
                  </a:ext>
                </a:extLst>
              </p14:cNvPr>
              <p14:cNvContentPartPr/>
              <p14:nvPr/>
            </p14:nvContentPartPr>
            <p14:xfrm>
              <a:off x="3036000" y="5635350"/>
              <a:ext cx="179640" cy="190080"/>
            </p14:xfrm>
          </p:contentPart>
        </mc:Choice>
        <mc:Fallback>
          <p:pic>
            <p:nvPicPr>
              <p:cNvPr id="284" name="Ink 283">
                <a:extLst>
                  <a:ext uri="{FF2B5EF4-FFF2-40B4-BE49-F238E27FC236}">
                    <a16:creationId xmlns:a16="http://schemas.microsoft.com/office/drawing/2014/main" id="{052E55BA-6F98-8678-EF74-47E28F0ECB81}"/>
                  </a:ext>
                </a:extLst>
              </p:cNvPr>
              <p:cNvPicPr/>
              <p:nvPr/>
            </p:nvPicPr>
            <p:blipFill>
              <a:blip r:embed="rId372"/>
              <a:stretch>
                <a:fillRect/>
              </a:stretch>
            </p:blipFill>
            <p:spPr>
              <a:xfrm>
                <a:off x="3027000" y="5626710"/>
                <a:ext cx="197280" cy="20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3">
            <p14:nvContentPartPr>
              <p14:cNvPr id="285" name="Ink 284">
                <a:extLst>
                  <a:ext uri="{FF2B5EF4-FFF2-40B4-BE49-F238E27FC236}">
                    <a16:creationId xmlns:a16="http://schemas.microsoft.com/office/drawing/2014/main" id="{08062252-F67B-871D-8BB3-692F500FA5EF}"/>
                  </a:ext>
                </a:extLst>
              </p14:cNvPr>
              <p14:cNvContentPartPr/>
              <p14:nvPr/>
            </p14:nvContentPartPr>
            <p14:xfrm>
              <a:off x="3375480" y="6010830"/>
              <a:ext cx="99720" cy="14760"/>
            </p14:xfrm>
          </p:contentPart>
        </mc:Choice>
        <mc:Fallback>
          <p:pic>
            <p:nvPicPr>
              <p:cNvPr id="285" name="Ink 284">
                <a:extLst>
                  <a:ext uri="{FF2B5EF4-FFF2-40B4-BE49-F238E27FC236}">
                    <a16:creationId xmlns:a16="http://schemas.microsoft.com/office/drawing/2014/main" id="{08062252-F67B-871D-8BB3-692F500FA5EF}"/>
                  </a:ext>
                </a:extLst>
              </p:cNvPr>
              <p:cNvPicPr/>
              <p:nvPr/>
            </p:nvPicPr>
            <p:blipFill>
              <a:blip r:embed="rId374"/>
              <a:stretch>
                <a:fillRect/>
              </a:stretch>
            </p:blipFill>
            <p:spPr>
              <a:xfrm>
                <a:off x="3366480" y="6001830"/>
                <a:ext cx="117360" cy="3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5">
            <p14:nvContentPartPr>
              <p14:cNvPr id="286" name="Ink 285">
                <a:extLst>
                  <a:ext uri="{FF2B5EF4-FFF2-40B4-BE49-F238E27FC236}">
                    <a16:creationId xmlns:a16="http://schemas.microsoft.com/office/drawing/2014/main" id="{D560C17B-3CA6-3445-9949-C9B124A60F08}"/>
                  </a:ext>
                </a:extLst>
              </p14:cNvPr>
              <p14:cNvContentPartPr/>
              <p14:nvPr/>
            </p14:nvContentPartPr>
            <p14:xfrm>
              <a:off x="3370440" y="5968710"/>
              <a:ext cx="106560" cy="5400"/>
            </p14:xfrm>
          </p:contentPart>
        </mc:Choice>
        <mc:Fallback>
          <p:pic>
            <p:nvPicPr>
              <p:cNvPr id="286" name="Ink 285">
                <a:extLst>
                  <a:ext uri="{FF2B5EF4-FFF2-40B4-BE49-F238E27FC236}">
                    <a16:creationId xmlns:a16="http://schemas.microsoft.com/office/drawing/2014/main" id="{D560C17B-3CA6-3445-9949-C9B124A60F08}"/>
                  </a:ext>
                </a:extLst>
              </p:cNvPr>
              <p:cNvPicPr/>
              <p:nvPr/>
            </p:nvPicPr>
            <p:blipFill>
              <a:blip r:embed="rId376"/>
              <a:stretch>
                <a:fillRect/>
              </a:stretch>
            </p:blipFill>
            <p:spPr>
              <a:xfrm>
                <a:off x="3361440" y="5959710"/>
                <a:ext cx="124200" cy="23040"/>
              </a:xfrm>
              <a:prstGeom prst="rect">
                <a:avLst/>
              </a:prstGeom>
            </p:spPr>
          </p:pic>
        </mc:Fallback>
      </mc:AlternateContent>
      <p:grpSp>
        <p:nvGrpSpPr>
          <p:cNvPr id="313" name="Group 312">
            <a:extLst>
              <a:ext uri="{FF2B5EF4-FFF2-40B4-BE49-F238E27FC236}">
                <a16:creationId xmlns:a16="http://schemas.microsoft.com/office/drawing/2014/main" id="{1F8D88AE-B032-5376-B59B-E25FEFE06F18}"/>
              </a:ext>
            </a:extLst>
          </p:cNvPr>
          <p:cNvGrpSpPr/>
          <p:nvPr/>
        </p:nvGrpSpPr>
        <p:grpSpPr>
          <a:xfrm>
            <a:off x="3643320" y="5558310"/>
            <a:ext cx="3189240" cy="545400"/>
            <a:chOff x="3643320" y="5558310"/>
            <a:chExt cx="3189240" cy="54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1AAE79B6-21FD-3309-55F9-9E42C4C9F51F}"/>
                    </a:ext>
                  </a:extLst>
                </p14:cNvPr>
                <p14:cNvContentPartPr/>
                <p14:nvPr/>
              </p14:nvContentPartPr>
              <p14:xfrm>
                <a:off x="3643320" y="5922990"/>
                <a:ext cx="185760" cy="13608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1AAE79B6-21FD-3309-55F9-9E42C4C9F51F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3634680" y="5914350"/>
                  <a:ext cx="20340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5CB0BA5C-170B-2E7A-807E-601EDBB1388B}"/>
                    </a:ext>
                  </a:extLst>
                </p14:cNvPr>
                <p14:cNvContentPartPr/>
                <p14:nvPr/>
              </p14:nvContentPartPr>
              <p14:xfrm>
                <a:off x="3802800" y="5811390"/>
                <a:ext cx="61200" cy="13140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5CB0BA5C-170B-2E7A-807E-601EDBB1388B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3794160" y="5802390"/>
                  <a:ext cx="7884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79D2E835-D412-22FC-BF08-6F960100D4FA}"/>
                    </a:ext>
                  </a:extLst>
                </p14:cNvPr>
                <p14:cNvContentPartPr/>
                <p14:nvPr/>
              </p14:nvContentPartPr>
              <p14:xfrm>
                <a:off x="3824040" y="5691150"/>
                <a:ext cx="13680" cy="648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79D2E835-D412-22FC-BF08-6F960100D4FA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3815040" y="5682510"/>
                  <a:ext cx="313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0182348E-3933-26BD-8E78-E144C49CC05A}"/>
                    </a:ext>
                  </a:extLst>
                </p14:cNvPr>
                <p14:cNvContentPartPr/>
                <p14:nvPr/>
              </p14:nvContentPartPr>
              <p14:xfrm>
                <a:off x="3947880" y="5688630"/>
                <a:ext cx="137160" cy="10224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0182348E-3933-26BD-8E78-E144C49CC05A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3939240" y="5679990"/>
                  <a:ext cx="15480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09DA0C20-F3F3-5A19-8AFB-C2CF242D272E}"/>
                    </a:ext>
                  </a:extLst>
                </p14:cNvPr>
                <p14:cNvContentPartPr/>
                <p14:nvPr/>
              </p14:nvContentPartPr>
              <p14:xfrm>
                <a:off x="4126080" y="5740110"/>
                <a:ext cx="37080" cy="4716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09DA0C20-F3F3-5A19-8AFB-C2CF242D272E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4117080" y="5731470"/>
                  <a:ext cx="5472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A93F0FBD-16ED-95F9-9881-84810587183B}"/>
                    </a:ext>
                  </a:extLst>
                </p14:cNvPr>
                <p14:cNvContentPartPr/>
                <p14:nvPr/>
              </p14:nvContentPartPr>
              <p14:xfrm>
                <a:off x="4176840" y="5722470"/>
                <a:ext cx="59040" cy="8424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A93F0FBD-16ED-95F9-9881-84810587183B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4168200" y="5713830"/>
                  <a:ext cx="7668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7D46CF6C-4B5A-0AFD-CD9B-E7E13B4AA0C2}"/>
                    </a:ext>
                  </a:extLst>
                </p14:cNvPr>
                <p14:cNvContentPartPr/>
                <p14:nvPr/>
              </p14:nvContentPartPr>
              <p14:xfrm>
                <a:off x="4089000" y="5678550"/>
                <a:ext cx="116640" cy="1980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7D46CF6C-4B5A-0AFD-CD9B-E7E13B4AA0C2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4080000" y="5669910"/>
                  <a:ext cx="1342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2E151571-5C9F-BE67-8EB7-A960EF284DCE}"/>
                    </a:ext>
                  </a:extLst>
                </p14:cNvPr>
                <p14:cNvContentPartPr/>
                <p14:nvPr/>
              </p14:nvContentPartPr>
              <p14:xfrm>
                <a:off x="4265040" y="5616990"/>
                <a:ext cx="69120" cy="18576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2E151571-5C9F-BE67-8EB7-A960EF284DCE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4256040" y="5607990"/>
                  <a:ext cx="8676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B874AD95-FFEF-F4A7-A0D0-FF006D065BB5}"/>
                    </a:ext>
                  </a:extLst>
                </p14:cNvPr>
                <p14:cNvContentPartPr/>
                <p14:nvPr/>
              </p14:nvContentPartPr>
              <p14:xfrm>
                <a:off x="4334160" y="5714550"/>
                <a:ext cx="123120" cy="5796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B874AD95-FFEF-F4A7-A0D0-FF006D065BB5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4325520" y="5705550"/>
                  <a:ext cx="14076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4C887E34-5A33-B73E-EC08-2A9F82E61EAE}"/>
                    </a:ext>
                  </a:extLst>
                </p14:cNvPr>
                <p14:cNvContentPartPr/>
                <p14:nvPr/>
              </p14:nvContentPartPr>
              <p14:xfrm>
                <a:off x="4487880" y="5695470"/>
                <a:ext cx="137880" cy="6984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4C887E34-5A33-B73E-EC08-2A9F82E61EAE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4478880" y="5686470"/>
                  <a:ext cx="15552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AFF78BF6-56A9-2A92-7143-85510AB44C99}"/>
                    </a:ext>
                  </a:extLst>
                </p14:cNvPr>
                <p14:cNvContentPartPr/>
                <p14:nvPr/>
              </p14:nvContentPartPr>
              <p14:xfrm>
                <a:off x="4674720" y="5558310"/>
                <a:ext cx="137880" cy="28116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AFF78BF6-56A9-2A92-7143-85510AB44C99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4666080" y="5549670"/>
                  <a:ext cx="15552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F9144D61-8C52-FD4C-1CED-A195EEE3234A}"/>
                    </a:ext>
                  </a:extLst>
                </p14:cNvPr>
                <p14:cNvContentPartPr/>
                <p14:nvPr/>
              </p14:nvContentPartPr>
              <p14:xfrm>
                <a:off x="4820520" y="5704470"/>
                <a:ext cx="175320" cy="15696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F9144D61-8C52-FD4C-1CED-A195EEE3234A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4811520" y="5695470"/>
                  <a:ext cx="19296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17D7472C-EF9D-D17D-797E-0E7EAAAED595}"/>
                    </a:ext>
                  </a:extLst>
                </p14:cNvPr>
                <p14:cNvContentPartPr/>
                <p14:nvPr/>
              </p14:nvContentPartPr>
              <p14:xfrm>
                <a:off x="5136240" y="5962230"/>
                <a:ext cx="200520" cy="14148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17D7472C-EF9D-D17D-797E-0E7EAAAED595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5127600" y="5953230"/>
                  <a:ext cx="21816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9AC7CAA0-929C-DB83-2BBC-CF47CC46A9E8}"/>
                    </a:ext>
                  </a:extLst>
                </p14:cNvPr>
                <p14:cNvContentPartPr/>
                <p14:nvPr/>
              </p14:nvContentPartPr>
              <p14:xfrm>
                <a:off x="5352960" y="5860350"/>
                <a:ext cx="63000" cy="13716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9AC7CAA0-929C-DB83-2BBC-CF47CC46A9E8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5343960" y="5851710"/>
                  <a:ext cx="8064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77739D90-A7BE-F2D8-3221-205EBB2D429B}"/>
                    </a:ext>
                  </a:extLst>
                </p14:cNvPr>
                <p14:cNvContentPartPr/>
                <p14:nvPr/>
              </p14:nvContentPartPr>
              <p14:xfrm>
                <a:off x="5393640" y="5743350"/>
                <a:ext cx="3960" cy="2808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77739D90-A7BE-F2D8-3221-205EBB2D429B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5385000" y="5734710"/>
                  <a:ext cx="216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0857F875-9E3A-EA50-7076-B1E19375C3C4}"/>
                    </a:ext>
                  </a:extLst>
                </p14:cNvPr>
                <p14:cNvContentPartPr/>
                <p14:nvPr/>
              </p14:nvContentPartPr>
              <p14:xfrm>
                <a:off x="5525400" y="5703030"/>
                <a:ext cx="116640" cy="11052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0857F875-9E3A-EA50-7076-B1E19375C3C4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5516400" y="5694030"/>
                  <a:ext cx="13428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98EB7305-1837-2091-8A71-9C3FF0484052}"/>
                    </a:ext>
                  </a:extLst>
                </p14:cNvPr>
                <p14:cNvContentPartPr/>
                <p14:nvPr/>
              </p14:nvContentPartPr>
              <p14:xfrm>
                <a:off x="5682000" y="5764230"/>
                <a:ext cx="42120" cy="6768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98EB7305-1837-2091-8A71-9C3FF0484052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5673000" y="5755230"/>
                  <a:ext cx="5976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8A8D81C2-08BF-8E3E-8D50-62E85CB97842}"/>
                    </a:ext>
                  </a:extLst>
                </p14:cNvPr>
                <p14:cNvContentPartPr/>
                <p14:nvPr/>
              </p14:nvContentPartPr>
              <p14:xfrm>
                <a:off x="5749680" y="5741550"/>
                <a:ext cx="55800" cy="8568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8A8D81C2-08BF-8E3E-8D50-62E85CB97842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5741040" y="5732550"/>
                  <a:ext cx="7344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09C936F1-C02A-B58D-7C32-7F9A8795BD1D}"/>
                    </a:ext>
                  </a:extLst>
                </p14:cNvPr>
                <p14:cNvContentPartPr/>
                <p14:nvPr/>
              </p14:nvContentPartPr>
              <p14:xfrm>
                <a:off x="5667960" y="5699790"/>
                <a:ext cx="119880" cy="1908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09C936F1-C02A-B58D-7C32-7F9A8795BD1D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5659320" y="5690790"/>
                  <a:ext cx="1375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5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4E7B25C4-5BB7-140B-D0E0-B658AB9FC5C5}"/>
                    </a:ext>
                  </a:extLst>
                </p14:cNvPr>
                <p14:cNvContentPartPr/>
                <p14:nvPr/>
              </p14:nvContentPartPr>
              <p14:xfrm>
                <a:off x="5884320" y="5652270"/>
                <a:ext cx="79200" cy="18288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4E7B25C4-5BB7-140B-D0E0-B658AB9FC5C5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5875320" y="5643270"/>
                  <a:ext cx="9684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7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E9F5AE68-0EC5-9A78-B94B-063A4BE0755E}"/>
                    </a:ext>
                  </a:extLst>
                </p14:cNvPr>
                <p14:cNvContentPartPr/>
                <p14:nvPr/>
              </p14:nvContentPartPr>
              <p14:xfrm>
                <a:off x="5943000" y="5761710"/>
                <a:ext cx="135000" cy="8784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E9F5AE68-0EC5-9A78-B94B-063A4BE0755E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5934000" y="5752710"/>
                  <a:ext cx="15264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9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2685F5F0-E228-1D94-BBCF-85ABC16BBC67}"/>
                    </a:ext>
                  </a:extLst>
                </p14:cNvPr>
                <p14:cNvContentPartPr/>
                <p14:nvPr/>
              </p14:nvContentPartPr>
              <p14:xfrm>
                <a:off x="6184200" y="5695830"/>
                <a:ext cx="187200" cy="158040"/>
              </p14:xfrm>
            </p:contentPart>
          </mc:Choice>
          <mc:Fallback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2685F5F0-E228-1D94-BBCF-85ABC16BBC67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6175560" y="5686830"/>
                  <a:ext cx="20484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1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AAD6AF2A-3CF6-7754-3CE8-7FA9B7710CAA}"/>
                    </a:ext>
                  </a:extLst>
                </p14:cNvPr>
                <p14:cNvContentPartPr/>
                <p14:nvPr/>
              </p14:nvContentPartPr>
              <p14:xfrm>
                <a:off x="6488040" y="5589630"/>
                <a:ext cx="107280" cy="27036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AAD6AF2A-3CF6-7754-3CE8-7FA9B7710CAA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6479400" y="5580990"/>
                  <a:ext cx="12492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3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32EB1AF4-60D8-8C07-440C-33522E55DFF7}"/>
                    </a:ext>
                  </a:extLst>
                </p14:cNvPr>
                <p14:cNvContentPartPr/>
                <p14:nvPr/>
              </p14:nvContentPartPr>
              <p14:xfrm>
                <a:off x="6607560" y="5708430"/>
                <a:ext cx="225000" cy="14220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32EB1AF4-60D8-8C07-440C-33522E55DFF7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6598560" y="5699430"/>
                  <a:ext cx="242640" cy="159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25">
            <p14:nvContentPartPr>
              <p14:cNvPr id="314" name="Ink 313">
                <a:extLst>
                  <a:ext uri="{FF2B5EF4-FFF2-40B4-BE49-F238E27FC236}">
                    <a16:creationId xmlns:a16="http://schemas.microsoft.com/office/drawing/2014/main" id="{3F91ECBB-22A3-129F-92F1-483337BF74ED}"/>
                  </a:ext>
                </a:extLst>
              </p14:cNvPr>
              <p14:cNvContentPartPr/>
              <p14:nvPr/>
            </p14:nvContentPartPr>
            <p14:xfrm>
              <a:off x="6829320" y="5677110"/>
              <a:ext cx="34200" cy="119880"/>
            </p14:xfrm>
          </p:contentPart>
        </mc:Choice>
        <mc:Fallback>
          <p:pic>
            <p:nvPicPr>
              <p:cNvPr id="314" name="Ink 313">
                <a:extLst>
                  <a:ext uri="{FF2B5EF4-FFF2-40B4-BE49-F238E27FC236}">
                    <a16:creationId xmlns:a16="http://schemas.microsoft.com/office/drawing/2014/main" id="{3F91ECBB-22A3-129F-92F1-483337BF74ED}"/>
                  </a:ext>
                </a:extLst>
              </p:cNvPr>
              <p:cNvPicPr/>
              <p:nvPr/>
            </p:nvPicPr>
            <p:blipFill>
              <a:blip r:embed="rId426"/>
              <a:stretch>
                <a:fillRect/>
              </a:stretch>
            </p:blipFill>
            <p:spPr>
              <a:xfrm>
                <a:off x="6820680" y="5668470"/>
                <a:ext cx="51840" cy="13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7">
            <p14:nvContentPartPr>
              <p14:cNvPr id="315" name="Ink 314">
                <a:extLst>
                  <a:ext uri="{FF2B5EF4-FFF2-40B4-BE49-F238E27FC236}">
                    <a16:creationId xmlns:a16="http://schemas.microsoft.com/office/drawing/2014/main" id="{C87C0FCE-91BF-0D3B-0494-C83F7352F5D8}"/>
                  </a:ext>
                </a:extLst>
              </p14:cNvPr>
              <p14:cNvContentPartPr/>
              <p14:nvPr/>
            </p14:nvContentPartPr>
            <p14:xfrm>
              <a:off x="5107440" y="6210270"/>
              <a:ext cx="1589040" cy="123480"/>
            </p14:xfrm>
          </p:contentPart>
        </mc:Choice>
        <mc:Fallback>
          <p:pic>
            <p:nvPicPr>
              <p:cNvPr id="315" name="Ink 314">
                <a:extLst>
                  <a:ext uri="{FF2B5EF4-FFF2-40B4-BE49-F238E27FC236}">
                    <a16:creationId xmlns:a16="http://schemas.microsoft.com/office/drawing/2014/main" id="{C87C0FCE-91BF-0D3B-0494-C83F7352F5D8}"/>
                  </a:ext>
                </a:extLst>
              </p:cNvPr>
              <p:cNvPicPr/>
              <p:nvPr/>
            </p:nvPicPr>
            <p:blipFill>
              <a:blip r:embed="rId428"/>
              <a:stretch>
                <a:fillRect/>
              </a:stretch>
            </p:blipFill>
            <p:spPr>
              <a:xfrm>
                <a:off x="5098800" y="6201630"/>
                <a:ext cx="1606680" cy="141120"/>
              </a:xfrm>
              <a:prstGeom prst="rect">
                <a:avLst/>
              </a:prstGeom>
            </p:spPr>
          </p:pic>
        </mc:Fallback>
      </mc:AlternateContent>
      <p:grpSp>
        <p:nvGrpSpPr>
          <p:cNvPr id="319" name="Group 318">
            <a:extLst>
              <a:ext uri="{FF2B5EF4-FFF2-40B4-BE49-F238E27FC236}">
                <a16:creationId xmlns:a16="http://schemas.microsoft.com/office/drawing/2014/main" id="{2C3C3D94-8A8D-A936-3351-F4E3BEEEC1EB}"/>
              </a:ext>
            </a:extLst>
          </p:cNvPr>
          <p:cNvGrpSpPr/>
          <p:nvPr/>
        </p:nvGrpSpPr>
        <p:grpSpPr>
          <a:xfrm>
            <a:off x="5745720" y="6525270"/>
            <a:ext cx="270720" cy="152640"/>
            <a:chOff x="5745720" y="6525270"/>
            <a:chExt cx="270720" cy="152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9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2DC3F118-F288-F6EB-2C92-CF2A4EBF376C}"/>
                    </a:ext>
                  </a:extLst>
                </p14:cNvPr>
                <p14:cNvContentPartPr/>
                <p14:nvPr/>
              </p14:nvContentPartPr>
              <p14:xfrm>
                <a:off x="5769480" y="6603390"/>
                <a:ext cx="92880" cy="2052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2DC3F118-F288-F6EB-2C92-CF2A4EBF376C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5760480" y="6594750"/>
                  <a:ext cx="1105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1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B5A3C5D9-C049-E9BD-AFEF-9330D48EF37C}"/>
                    </a:ext>
                  </a:extLst>
                </p14:cNvPr>
                <p14:cNvContentPartPr/>
                <p14:nvPr/>
              </p14:nvContentPartPr>
              <p14:xfrm>
                <a:off x="5745720" y="6552270"/>
                <a:ext cx="126720" cy="756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B5A3C5D9-C049-E9BD-AFEF-9330D48EF37C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5736720" y="6543270"/>
                  <a:ext cx="14436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3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44B17551-EA60-3A0D-B29E-7AD79DE3D733}"/>
                    </a:ext>
                  </a:extLst>
                </p14:cNvPr>
                <p14:cNvContentPartPr/>
                <p14:nvPr/>
              </p14:nvContentPartPr>
              <p14:xfrm>
                <a:off x="5965680" y="6525270"/>
                <a:ext cx="50760" cy="15264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44B17551-EA60-3A0D-B29E-7AD79DE3D733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5956680" y="6516630"/>
                  <a:ext cx="68400" cy="17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5" name="Group 334">
            <a:extLst>
              <a:ext uri="{FF2B5EF4-FFF2-40B4-BE49-F238E27FC236}">
                <a16:creationId xmlns:a16="http://schemas.microsoft.com/office/drawing/2014/main" id="{A74CC714-CCA6-F369-1723-140ECB0CAE4E}"/>
              </a:ext>
            </a:extLst>
          </p:cNvPr>
          <p:cNvGrpSpPr/>
          <p:nvPr/>
        </p:nvGrpSpPr>
        <p:grpSpPr>
          <a:xfrm>
            <a:off x="7088160" y="5525190"/>
            <a:ext cx="1588320" cy="393120"/>
            <a:chOff x="7088160" y="5525190"/>
            <a:chExt cx="1588320" cy="39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2E822CEE-54EC-1AEB-3EC7-8D688ABC7F27}"/>
                    </a:ext>
                  </a:extLst>
                </p14:cNvPr>
                <p14:cNvContentPartPr/>
                <p14:nvPr/>
              </p14:nvContentPartPr>
              <p14:xfrm>
                <a:off x="7088160" y="5821470"/>
                <a:ext cx="77760" cy="1260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2E822CEE-54EC-1AEB-3EC7-8D688ABC7F27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7079520" y="5812830"/>
                  <a:ext cx="9540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7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A8B281E3-50B2-C6F8-81F1-05ED151E0F48}"/>
                    </a:ext>
                  </a:extLst>
                </p14:cNvPr>
                <p14:cNvContentPartPr/>
                <p14:nvPr/>
              </p14:nvContentPartPr>
              <p14:xfrm>
                <a:off x="7103640" y="5747670"/>
                <a:ext cx="79560" cy="28080"/>
              </p14:xfrm>
            </p:contentPart>
          </mc:Choice>
          <mc:Fallback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A8B281E3-50B2-C6F8-81F1-05ED151E0F48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7095000" y="5739030"/>
                  <a:ext cx="972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9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7A14FB92-D53A-CE1A-3A19-E0C76390E50D}"/>
                    </a:ext>
                  </a:extLst>
                </p14:cNvPr>
                <p14:cNvContentPartPr/>
                <p14:nvPr/>
              </p14:nvContentPartPr>
              <p14:xfrm>
                <a:off x="7338000" y="5785110"/>
                <a:ext cx="201600" cy="133200"/>
              </p14:xfrm>
            </p:contentPart>
          </mc:Choice>
          <mc:Fallback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7A14FB92-D53A-CE1A-3A19-E0C76390E50D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7329000" y="5776110"/>
                  <a:ext cx="21924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1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7D8549A5-0751-57C8-3974-02A72878EA38}"/>
                    </a:ext>
                  </a:extLst>
                </p14:cNvPr>
                <p14:cNvContentPartPr/>
                <p14:nvPr/>
              </p14:nvContentPartPr>
              <p14:xfrm>
                <a:off x="7484520" y="5675310"/>
                <a:ext cx="69480" cy="148320"/>
              </p14:xfrm>
            </p:contentPart>
          </mc:Choice>
          <mc:Fallback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7D8549A5-0751-57C8-3974-02A72878EA38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7475520" y="5666670"/>
                  <a:ext cx="8712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3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994865DC-D790-6308-61E2-DB368C9C5E46}"/>
                    </a:ext>
                  </a:extLst>
                </p14:cNvPr>
                <p14:cNvContentPartPr/>
                <p14:nvPr/>
              </p14:nvContentPartPr>
              <p14:xfrm>
                <a:off x="7487760" y="5562990"/>
                <a:ext cx="10440" cy="1152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994865DC-D790-6308-61E2-DB368C9C5E46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7478760" y="5554350"/>
                  <a:ext cx="280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5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30B332E4-1B58-7220-684E-FD6217F69738}"/>
                    </a:ext>
                  </a:extLst>
                </p14:cNvPr>
                <p14:cNvContentPartPr/>
                <p14:nvPr/>
              </p14:nvContentPartPr>
              <p14:xfrm>
                <a:off x="7576320" y="5566230"/>
                <a:ext cx="113400" cy="104760"/>
              </p14:xfrm>
            </p:contentPart>
          </mc:Choice>
          <mc:Fallback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30B332E4-1B58-7220-684E-FD6217F69738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7567320" y="5557230"/>
                  <a:ext cx="13104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7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BC492204-D5BF-37F2-0558-8D86B2B8C7A4}"/>
                    </a:ext>
                  </a:extLst>
                </p14:cNvPr>
                <p14:cNvContentPartPr/>
                <p14:nvPr/>
              </p14:nvContentPartPr>
              <p14:xfrm>
                <a:off x="7742280" y="5599350"/>
                <a:ext cx="54720" cy="85320"/>
              </p14:xfrm>
            </p:contentPart>
          </mc:Choice>
          <mc:Fallback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BC492204-D5BF-37F2-0558-8D86B2B8C7A4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7733640" y="5590350"/>
                  <a:ext cx="7236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9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5DB48A06-6220-6C28-EE20-D4C7A8C8221D}"/>
                    </a:ext>
                  </a:extLst>
                </p14:cNvPr>
                <p14:cNvContentPartPr/>
                <p14:nvPr/>
              </p14:nvContentPartPr>
              <p14:xfrm>
                <a:off x="7829400" y="5621310"/>
                <a:ext cx="45360" cy="7668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5DB48A06-6220-6C28-EE20-D4C7A8C8221D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7820400" y="5612670"/>
                  <a:ext cx="6300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1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38D63410-F339-2F2C-E36C-C64CA8BBB478}"/>
                    </a:ext>
                  </a:extLst>
                </p14:cNvPr>
                <p14:cNvContentPartPr/>
                <p14:nvPr/>
              </p14:nvContentPartPr>
              <p14:xfrm>
                <a:off x="7696560" y="5547870"/>
                <a:ext cx="173880" cy="1728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38D63410-F339-2F2C-E36C-C64CA8BBB478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7687560" y="5538870"/>
                  <a:ext cx="19152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3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86187984-5B2A-071E-10D3-534F8DA1158C}"/>
                    </a:ext>
                  </a:extLst>
                </p14:cNvPr>
                <p14:cNvContentPartPr/>
                <p14:nvPr/>
              </p14:nvContentPartPr>
              <p14:xfrm>
                <a:off x="7965120" y="5528070"/>
                <a:ext cx="61200" cy="191880"/>
              </p14:xfrm>
            </p:contentPart>
          </mc:Choice>
          <mc:Fallback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86187984-5B2A-071E-10D3-534F8DA1158C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7956120" y="5519070"/>
                  <a:ext cx="7884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5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262E4713-8DAD-AC96-12D9-DEC6EFD0D35F}"/>
                    </a:ext>
                  </a:extLst>
                </p14:cNvPr>
                <p14:cNvContentPartPr/>
                <p14:nvPr/>
              </p14:nvContentPartPr>
              <p14:xfrm>
                <a:off x="8026320" y="5635710"/>
                <a:ext cx="118080" cy="65160"/>
              </p14:xfrm>
            </p:contentPart>
          </mc:Choice>
          <mc:Fallback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262E4713-8DAD-AC96-12D9-DEC6EFD0D35F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8017320" y="5627070"/>
                  <a:ext cx="13572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7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9F4F8BD5-50B5-0620-5DC9-D3DBE686E283}"/>
                    </a:ext>
                  </a:extLst>
                </p14:cNvPr>
                <p14:cNvContentPartPr/>
                <p14:nvPr/>
              </p14:nvContentPartPr>
              <p14:xfrm>
                <a:off x="8168520" y="5650110"/>
                <a:ext cx="187200" cy="90720"/>
              </p14:xfrm>
            </p:contentPart>
          </mc:Choice>
          <mc:Fallback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9F4F8BD5-50B5-0620-5DC9-D3DBE686E283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8159520" y="5641470"/>
                  <a:ext cx="20484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9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00E7AF46-8D3E-8392-4EAC-DB4B373EDB5F}"/>
                    </a:ext>
                  </a:extLst>
                </p14:cNvPr>
                <p14:cNvContentPartPr/>
                <p14:nvPr/>
              </p14:nvContentPartPr>
              <p14:xfrm>
                <a:off x="8371200" y="5525190"/>
                <a:ext cx="88920" cy="273240"/>
              </p14:xfrm>
            </p:contentPart>
          </mc:Choice>
          <mc:Fallback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00E7AF46-8D3E-8392-4EAC-DB4B373EDB5F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8362200" y="5516190"/>
                  <a:ext cx="10656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1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F628DA32-4875-A11B-8779-530737FF4D63}"/>
                    </a:ext>
                  </a:extLst>
                </p14:cNvPr>
                <p14:cNvContentPartPr/>
                <p14:nvPr/>
              </p14:nvContentPartPr>
              <p14:xfrm>
                <a:off x="8521320" y="5642910"/>
                <a:ext cx="155160" cy="180000"/>
              </p14:xfrm>
            </p:contentPart>
          </mc:Choice>
          <mc:Fallback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F628DA32-4875-A11B-8779-530737FF4D63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8512320" y="5634270"/>
                  <a:ext cx="172800" cy="19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5" name="Group 364">
            <a:extLst>
              <a:ext uri="{FF2B5EF4-FFF2-40B4-BE49-F238E27FC236}">
                <a16:creationId xmlns:a16="http://schemas.microsoft.com/office/drawing/2014/main" id="{4DF1B628-2EEC-8793-2BFA-70491097175C}"/>
              </a:ext>
            </a:extLst>
          </p:cNvPr>
          <p:cNvGrpSpPr/>
          <p:nvPr/>
        </p:nvGrpSpPr>
        <p:grpSpPr>
          <a:xfrm>
            <a:off x="8406439" y="1599068"/>
            <a:ext cx="2775600" cy="1577160"/>
            <a:chOff x="8406439" y="1599068"/>
            <a:chExt cx="2775600" cy="1577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3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BD0CAA29-90A7-5D35-AC11-5931F8E1B973}"/>
                    </a:ext>
                  </a:extLst>
                </p14:cNvPr>
                <p14:cNvContentPartPr/>
                <p14:nvPr/>
              </p14:nvContentPartPr>
              <p14:xfrm>
                <a:off x="9598759" y="1599068"/>
                <a:ext cx="63360" cy="1577160"/>
              </p14:xfrm>
            </p:contentPart>
          </mc:Choice>
          <mc:Fallback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BD0CAA29-90A7-5D35-AC11-5931F8E1B973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9590119" y="1590068"/>
                  <a:ext cx="81000" cy="159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5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731A9B40-AFE9-9E06-AB6A-1283F37B7F86}"/>
                    </a:ext>
                  </a:extLst>
                </p14:cNvPr>
                <p14:cNvContentPartPr/>
                <p14:nvPr/>
              </p14:nvContentPartPr>
              <p14:xfrm>
                <a:off x="8406439" y="2538668"/>
                <a:ext cx="2775600" cy="66600"/>
              </p14:xfrm>
            </p:contentPart>
          </mc:Choice>
          <mc:Fallback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731A9B40-AFE9-9E06-AB6A-1283F37B7F86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8397799" y="2530028"/>
                  <a:ext cx="2793240" cy="84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67">
            <p14:nvContentPartPr>
              <p14:cNvPr id="372" name="Ink 371">
                <a:extLst>
                  <a:ext uri="{FF2B5EF4-FFF2-40B4-BE49-F238E27FC236}">
                    <a16:creationId xmlns:a16="http://schemas.microsoft.com/office/drawing/2014/main" id="{FD3B5F4A-A6D4-0B2E-34CC-14EA312896A6}"/>
                  </a:ext>
                </a:extLst>
              </p14:cNvPr>
              <p14:cNvContentPartPr/>
              <p14:nvPr/>
            </p14:nvContentPartPr>
            <p14:xfrm>
              <a:off x="10485799" y="2484668"/>
              <a:ext cx="59400" cy="184680"/>
            </p14:xfrm>
          </p:contentPart>
        </mc:Choice>
        <mc:Fallback>
          <p:pic>
            <p:nvPicPr>
              <p:cNvPr id="372" name="Ink 371">
                <a:extLst>
                  <a:ext uri="{FF2B5EF4-FFF2-40B4-BE49-F238E27FC236}">
                    <a16:creationId xmlns:a16="http://schemas.microsoft.com/office/drawing/2014/main" id="{FD3B5F4A-A6D4-0B2E-34CC-14EA312896A6}"/>
                  </a:ext>
                </a:extLst>
              </p:cNvPr>
              <p:cNvPicPr/>
              <p:nvPr/>
            </p:nvPicPr>
            <p:blipFill>
              <a:blip r:embed="rId468"/>
              <a:stretch>
                <a:fillRect/>
              </a:stretch>
            </p:blipFill>
            <p:spPr>
              <a:xfrm>
                <a:off x="10477159" y="2476028"/>
                <a:ext cx="77040" cy="20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377" name="Group 376">
            <a:extLst>
              <a:ext uri="{FF2B5EF4-FFF2-40B4-BE49-F238E27FC236}">
                <a16:creationId xmlns:a16="http://schemas.microsoft.com/office/drawing/2014/main" id="{1C580289-F1A1-BCC4-1CD9-A0997FC6A860}"/>
              </a:ext>
            </a:extLst>
          </p:cNvPr>
          <p:cNvGrpSpPr/>
          <p:nvPr/>
        </p:nvGrpSpPr>
        <p:grpSpPr>
          <a:xfrm>
            <a:off x="9672919" y="3151028"/>
            <a:ext cx="51480" cy="350280"/>
            <a:chOff x="9672919" y="3151028"/>
            <a:chExt cx="51480" cy="35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9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FEB5C278-BBDF-37C8-4669-E204A616852A}"/>
                    </a:ext>
                  </a:extLst>
                </p14:cNvPr>
                <p14:cNvContentPartPr/>
                <p14:nvPr/>
              </p14:nvContentPartPr>
              <p14:xfrm>
                <a:off x="9685519" y="3159668"/>
                <a:ext cx="38880" cy="341640"/>
              </p14:xfrm>
            </p:contentPart>
          </mc:Choice>
          <mc:Fallback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FEB5C278-BBDF-37C8-4669-E204A616852A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9676879" y="3150668"/>
                  <a:ext cx="5652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1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20073125-9C03-4FE6-D51B-4E9265843880}"/>
                    </a:ext>
                  </a:extLst>
                </p14:cNvPr>
                <p14:cNvContentPartPr/>
                <p14:nvPr/>
              </p14:nvContentPartPr>
              <p14:xfrm>
                <a:off x="9672919" y="3151028"/>
                <a:ext cx="22320" cy="269280"/>
              </p14:xfrm>
            </p:contentPart>
          </mc:Choice>
          <mc:Fallback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20073125-9C03-4FE6-D51B-4E9265843880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9664279" y="3142028"/>
                  <a:ext cx="39960" cy="286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73">
            <p14:nvContentPartPr>
              <p14:cNvPr id="430" name="Ink 429">
                <a:extLst>
                  <a:ext uri="{FF2B5EF4-FFF2-40B4-BE49-F238E27FC236}">
                    <a16:creationId xmlns:a16="http://schemas.microsoft.com/office/drawing/2014/main" id="{C59CDD99-8723-FC64-D450-15231A7EE417}"/>
                  </a:ext>
                </a:extLst>
              </p14:cNvPr>
              <p14:cNvContentPartPr/>
              <p14:nvPr/>
            </p14:nvContentPartPr>
            <p14:xfrm>
              <a:off x="10467439" y="2490428"/>
              <a:ext cx="219240" cy="138600"/>
            </p14:xfrm>
          </p:contentPart>
        </mc:Choice>
        <mc:Fallback>
          <p:pic>
            <p:nvPicPr>
              <p:cNvPr id="430" name="Ink 429">
                <a:extLst>
                  <a:ext uri="{FF2B5EF4-FFF2-40B4-BE49-F238E27FC236}">
                    <a16:creationId xmlns:a16="http://schemas.microsoft.com/office/drawing/2014/main" id="{C59CDD99-8723-FC64-D450-15231A7EE417}"/>
                  </a:ext>
                </a:extLst>
              </p:cNvPr>
              <p:cNvPicPr/>
              <p:nvPr/>
            </p:nvPicPr>
            <p:blipFill>
              <a:blip r:embed="rId474"/>
              <a:stretch>
                <a:fillRect/>
              </a:stretch>
            </p:blipFill>
            <p:spPr>
              <a:xfrm>
                <a:off x="10458799" y="2481428"/>
                <a:ext cx="236880" cy="156240"/>
              </a:xfrm>
              <a:prstGeom prst="rect">
                <a:avLst/>
              </a:prstGeom>
            </p:spPr>
          </p:pic>
        </mc:Fallback>
      </mc:AlternateContent>
      <p:grpSp>
        <p:nvGrpSpPr>
          <p:cNvPr id="480" name="Group 479">
            <a:extLst>
              <a:ext uri="{FF2B5EF4-FFF2-40B4-BE49-F238E27FC236}">
                <a16:creationId xmlns:a16="http://schemas.microsoft.com/office/drawing/2014/main" id="{83FCF758-97DC-1E4E-E623-F376FE132EEE}"/>
              </a:ext>
            </a:extLst>
          </p:cNvPr>
          <p:cNvGrpSpPr/>
          <p:nvPr/>
        </p:nvGrpSpPr>
        <p:grpSpPr>
          <a:xfrm>
            <a:off x="8815039" y="1771868"/>
            <a:ext cx="964800" cy="1641600"/>
            <a:chOff x="8815039" y="1771868"/>
            <a:chExt cx="964800" cy="164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5">
              <p14:nvContentPartPr>
                <p14:cNvPr id="431" name="Ink 430">
                  <a:extLst>
                    <a:ext uri="{FF2B5EF4-FFF2-40B4-BE49-F238E27FC236}">
                      <a16:creationId xmlns:a16="http://schemas.microsoft.com/office/drawing/2014/main" id="{80D9BA7B-1FBD-C528-C2FF-B9A706183400}"/>
                    </a:ext>
                  </a:extLst>
                </p14:cNvPr>
                <p14:cNvContentPartPr/>
                <p14:nvPr/>
              </p14:nvContentPartPr>
              <p14:xfrm>
                <a:off x="9583999" y="1771868"/>
                <a:ext cx="159120" cy="127080"/>
              </p14:xfrm>
            </p:contentPart>
          </mc:Choice>
          <mc:Fallback>
            <p:pic>
              <p:nvPicPr>
                <p:cNvPr id="431" name="Ink 430">
                  <a:extLst>
                    <a:ext uri="{FF2B5EF4-FFF2-40B4-BE49-F238E27FC236}">
                      <a16:creationId xmlns:a16="http://schemas.microsoft.com/office/drawing/2014/main" id="{80D9BA7B-1FBD-C528-C2FF-B9A706183400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9574999" y="1763228"/>
                  <a:ext cx="17676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7">
              <p14:nvContentPartPr>
                <p14:cNvPr id="432" name="Ink 431">
                  <a:extLst>
                    <a:ext uri="{FF2B5EF4-FFF2-40B4-BE49-F238E27FC236}">
                      <a16:creationId xmlns:a16="http://schemas.microsoft.com/office/drawing/2014/main" id="{075D5D55-0F93-185B-EC18-3D88774B4A11}"/>
                    </a:ext>
                  </a:extLst>
                </p14:cNvPr>
                <p14:cNvContentPartPr/>
                <p14:nvPr/>
              </p14:nvContentPartPr>
              <p14:xfrm>
                <a:off x="8815039" y="2483948"/>
                <a:ext cx="170640" cy="113040"/>
              </p14:xfrm>
            </p:contentPart>
          </mc:Choice>
          <mc:Fallback>
            <p:pic>
              <p:nvPicPr>
                <p:cNvPr id="432" name="Ink 431">
                  <a:extLst>
                    <a:ext uri="{FF2B5EF4-FFF2-40B4-BE49-F238E27FC236}">
                      <a16:creationId xmlns:a16="http://schemas.microsoft.com/office/drawing/2014/main" id="{075D5D55-0F93-185B-EC18-3D88774B4A11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8806039" y="2475308"/>
                  <a:ext cx="18828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9">
              <p14:nvContentPartPr>
                <p14:cNvPr id="433" name="Ink 432">
                  <a:extLst>
                    <a:ext uri="{FF2B5EF4-FFF2-40B4-BE49-F238E27FC236}">
                      <a16:creationId xmlns:a16="http://schemas.microsoft.com/office/drawing/2014/main" id="{9C8841FA-87E3-7889-46FD-8A33EECEC4C4}"/>
                    </a:ext>
                  </a:extLst>
                </p14:cNvPr>
                <p14:cNvContentPartPr/>
                <p14:nvPr/>
              </p14:nvContentPartPr>
              <p14:xfrm>
                <a:off x="9636559" y="3275228"/>
                <a:ext cx="143280" cy="138240"/>
              </p14:xfrm>
            </p:contentPart>
          </mc:Choice>
          <mc:Fallback>
            <p:pic>
              <p:nvPicPr>
                <p:cNvPr id="433" name="Ink 432">
                  <a:extLst>
                    <a:ext uri="{FF2B5EF4-FFF2-40B4-BE49-F238E27FC236}">
                      <a16:creationId xmlns:a16="http://schemas.microsoft.com/office/drawing/2014/main" id="{9C8841FA-87E3-7889-46FD-8A33EECEC4C4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9627919" y="3266228"/>
                  <a:ext cx="16092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1">
              <p14:nvContentPartPr>
                <p14:cNvPr id="473" name="Ink 472">
                  <a:extLst>
                    <a:ext uri="{FF2B5EF4-FFF2-40B4-BE49-F238E27FC236}">
                      <a16:creationId xmlns:a16="http://schemas.microsoft.com/office/drawing/2014/main" id="{91DD0598-89E2-FB6F-CCBF-E717D0FE8121}"/>
                    </a:ext>
                  </a:extLst>
                </p14:cNvPr>
                <p14:cNvContentPartPr/>
                <p14:nvPr/>
              </p14:nvContentPartPr>
              <p14:xfrm>
                <a:off x="9196639" y="3273068"/>
                <a:ext cx="360" cy="360"/>
              </p14:xfrm>
            </p:contentPart>
          </mc:Choice>
          <mc:Fallback>
            <p:pic>
              <p:nvPicPr>
                <p:cNvPr id="473" name="Ink 472">
                  <a:extLst>
                    <a:ext uri="{FF2B5EF4-FFF2-40B4-BE49-F238E27FC236}">
                      <a16:creationId xmlns:a16="http://schemas.microsoft.com/office/drawing/2014/main" id="{91DD0598-89E2-FB6F-CCBF-E717D0FE8121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9187999" y="326442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5" name="Group 494">
            <a:extLst>
              <a:ext uri="{FF2B5EF4-FFF2-40B4-BE49-F238E27FC236}">
                <a16:creationId xmlns:a16="http://schemas.microsoft.com/office/drawing/2014/main" id="{145324A8-CCA8-74B5-8DF9-E7C60EB3C8A6}"/>
              </a:ext>
            </a:extLst>
          </p:cNvPr>
          <p:cNvGrpSpPr/>
          <p:nvPr/>
        </p:nvGrpSpPr>
        <p:grpSpPr>
          <a:xfrm>
            <a:off x="5834280" y="2330010"/>
            <a:ext cx="1029240" cy="203400"/>
            <a:chOff x="5834280" y="2330010"/>
            <a:chExt cx="1029240" cy="20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3">
              <p14:nvContentPartPr>
                <p14:cNvPr id="481" name="Ink 480">
                  <a:extLst>
                    <a:ext uri="{FF2B5EF4-FFF2-40B4-BE49-F238E27FC236}">
                      <a16:creationId xmlns:a16="http://schemas.microsoft.com/office/drawing/2014/main" id="{D01646B4-E07E-0E16-D78C-29F1C685B4A5}"/>
                    </a:ext>
                  </a:extLst>
                </p14:cNvPr>
                <p14:cNvContentPartPr/>
                <p14:nvPr/>
              </p14:nvContentPartPr>
              <p14:xfrm>
                <a:off x="5869560" y="2440530"/>
                <a:ext cx="36360" cy="92880"/>
              </p14:xfrm>
            </p:contentPart>
          </mc:Choice>
          <mc:Fallback>
            <p:pic>
              <p:nvPicPr>
                <p:cNvPr id="481" name="Ink 480">
                  <a:extLst>
                    <a:ext uri="{FF2B5EF4-FFF2-40B4-BE49-F238E27FC236}">
                      <a16:creationId xmlns:a16="http://schemas.microsoft.com/office/drawing/2014/main" id="{D01646B4-E07E-0E16-D78C-29F1C685B4A5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5863440" y="2434410"/>
                  <a:ext cx="4860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5">
              <p14:nvContentPartPr>
                <p14:cNvPr id="482" name="Ink 481">
                  <a:extLst>
                    <a:ext uri="{FF2B5EF4-FFF2-40B4-BE49-F238E27FC236}">
                      <a16:creationId xmlns:a16="http://schemas.microsoft.com/office/drawing/2014/main" id="{C928AD2E-8366-9B20-ACDC-36A29BC827B4}"/>
                    </a:ext>
                  </a:extLst>
                </p14:cNvPr>
                <p14:cNvContentPartPr/>
                <p14:nvPr/>
              </p14:nvContentPartPr>
              <p14:xfrm>
                <a:off x="5834280" y="2330010"/>
                <a:ext cx="26280" cy="27720"/>
              </p14:xfrm>
            </p:contentPart>
          </mc:Choice>
          <mc:Fallback>
            <p:pic>
              <p:nvPicPr>
                <p:cNvPr id="482" name="Ink 481">
                  <a:extLst>
                    <a:ext uri="{FF2B5EF4-FFF2-40B4-BE49-F238E27FC236}">
                      <a16:creationId xmlns:a16="http://schemas.microsoft.com/office/drawing/2014/main" id="{C928AD2E-8366-9B20-ACDC-36A29BC827B4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5828160" y="2323890"/>
                  <a:ext cx="3852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7">
              <p14:nvContentPartPr>
                <p14:cNvPr id="483" name="Ink 482">
                  <a:extLst>
                    <a:ext uri="{FF2B5EF4-FFF2-40B4-BE49-F238E27FC236}">
                      <a16:creationId xmlns:a16="http://schemas.microsoft.com/office/drawing/2014/main" id="{F554C944-3568-4B2F-53DD-BA8620EFF646}"/>
                    </a:ext>
                  </a:extLst>
                </p14:cNvPr>
                <p14:cNvContentPartPr/>
                <p14:nvPr/>
              </p14:nvContentPartPr>
              <p14:xfrm>
                <a:off x="5966400" y="2418570"/>
                <a:ext cx="148320" cy="96120"/>
              </p14:xfrm>
            </p:contentPart>
          </mc:Choice>
          <mc:Fallback>
            <p:pic>
              <p:nvPicPr>
                <p:cNvPr id="483" name="Ink 482">
                  <a:extLst>
                    <a:ext uri="{FF2B5EF4-FFF2-40B4-BE49-F238E27FC236}">
                      <a16:creationId xmlns:a16="http://schemas.microsoft.com/office/drawing/2014/main" id="{F554C944-3568-4B2F-53DD-BA8620EFF646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5960280" y="2412450"/>
                  <a:ext cx="1605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9">
              <p14:nvContentPartPr>
                <p14:cNvPr id="484" name="Ink 483">
                  <a:extLst>
                    <a:ext uri="{FF2B5EF4-FFF2-40B4-BE49-F238E27FC236}">
                      <a16:creationId xmlns:a16="http://schemas.microsoft.com/office/drawing/2014/main" id="{678AC6F8-A7D3-8711-FCAE-2D981C836A14}"/>
                    </a:ext>
                  </a:extLst>
                </p14:cNvPr>
                <p14:cNvContentPartPr/>
                <p14:nvPr/>
              </p14:nvContentPartPr>
              <p14:xfrm>
                <a:off x="6143880" y="2428650"/>
                <a:ext cx="106560" cy="99360"/>
              </p14:xfrm>
            </p:contentPart>
          </mc:Choice>
          <mc:Fallback>
            <p:pic>
              <p:nvPicPr>
                <p:cNvPr id="484" name="Ink 483">
                  <a:extLst>
                    <a:ext uri="{FF2B5EF4-FFF2-40B4-BE49-F238E27FC236}">
                      <a16:creationId xmlns:a16="http://schemas.microsoft.com/office/drawing/2014/main" id="{678AC6F8-A7D3-8711-FCAE-2D981C836A14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6137760" y="2422530"/>
                  <a:ext cx="11880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1">
              <p14:nvContentPartPr>
                <p14:cNvPr id="485" name="Ink 484">
                  <a:extLst>
                    <a:ext uri="{FF2B5EF4-FFF2-40B4-BE49-F238E27FC236}">
                      <a16:creationId xmlns:a16="http://schemas.microsoft.com/office/drawing/2014/main" id="{1DA7410C-ECB5-EDE8-B4F9-E0AD80F27465}"/>
                    </a:ext>
                  </a:extLst>
                </p14:cNvPr>
                <p14:cNvContentPartPr/>
                <p14:nvPr/>
              </p14:nvContentPartPr>
              <p14:xfrm>
                <a:off x="6270600" y="2400570"/>
                <a:ext cx="249480" cy="110160"/>
              </p14:xfrm>
            </p:contentPart>
          </mc:Choice>
          <mc:Fallback>
            <p:pic>
              <p:nvPicPr>
                <p:cNvPr id="485" name="Ink 484">
                  <a:extLst>
                    <a:ext uri="{FF2B5EF4-FFF2-40B4-BE49-F238E27FC236}">
                      <a16:creationId xmlns:a16="http://schemas.microsoft.com/office/drawing/2014/main" id="{1DA7410C-ECB5-EDE8-B4F9-E0AD80F27465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6264480" y="2394450"/>
                  <a:ext cx="2617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3">
              <p14:nvContentPartPr>
                <p14:cNvPr id="486" name="Ink 485">
                  <a:extLst>
                    <a:ext uri="{FF2B5EF4-FFF2-40B4-BE49-F238E27FC236}">
                      <a16:creationId xmlns:a16="http://schemas.microsoft.com/office/drawing/2014/main" id="{B5753D41-67B5-E51A-D387-9D99FE71EDFB}"/>
                    </a:ext>
                  </a:extLst>
                </p14:cNvPr>
                <p14:cNvContentPartPr/>
                <p14:nvPr/>
              </p14:nvContentPartPr>
              <p14:xfrm>
                <a:off x="6594960" y="2395890"/>
                <a:ext cx="88560" cy="129240"/>
              </p14:xfrm>
            </p:contentPart>
          </mc:Choice>
          <mc:Fallback>
            <p:pic>
              <p:nvPicPr>
                <p:cNvPr id="486" name="Ink 485">
                  <a:extLst>
                    <a:ext uri="{FF2B5EF4-FFF2-40B4-BE49-F238E27FC236}">
                      <a16:creationId xmlns:a16="http://schemas.microsoft.com/office/drawing/2014/main" id="{B5753D41-67B5-E51A-D387-9D99FE71EDFB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6588840" y="2389770"/>
                  <a:ext cx="10080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5">
              <p14:nvContentPartPr>
                <p14:cNvPr id="487" name="Ink 486">
                  <a:extLst>
                    <a:ext uri="{FF2B5EF4-FFF2-40B4-BE49-F238E27FC236}">
                      <a16:creationId xmlns:a16="http://schemas.microsoft.com/office/drawing/2014/main" id="{85C3D903-77DB-16FB-C0E0-8CB72C0B97F4}"/>
                    </a:ext>
                  </a:extLst>
                </p14:cNvPr>
                <p14:cNvContentPartPr/>
                <p14:nvPr/>
              </p14:nvContentPartPr>
              <p14:xfrm>
                <a:off x="6726360" y="2404170"/>
                <a:ext cx="137160" cy="97200"/>
              </p14:xfrm>
            </p:contentPart>
          </mc:Choice>
          <mc:Fallback>
            <p:pic>
              <p:nvPicPr>
                <p:cNvPr id="487" name="Ink 486">
                  <a:extLst>
                    <a:ext uri="{FF2B5EF4-FFF2-40B4-BE49-F238E27FC236}">
                      <a16:creationId xmlns:a16="http://schemas.microsoft.com/office/drawing/2014/main" id="{85C3D903-77DB-16FB-C0E0-8CB72C0B97F4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6720240" y="2398050"/>
                  <a:ext cx="149400" cy="10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4" name="Group 493">
            <a:extLst>
              <a:ext uri="{FF2B5EF4-FFF2-40B4-BE49-F238E27FC236}">
                <a16:creationId xmlns:a16="http://schemas.microsoft.com/office/drawing/2014/main" id="{DE191D3D-633F-5712-CADE-F1E107F2AFB6}"/>
              </a:ext>
            </a:extLst>
          </p:cNvPr>
          <p:cNvGrpSpPr/>
          <p:nvPr/>
        </p:nvGrpSpPr>
        <p:grpSpPr>
          <a:xfrm>
            <a:off x="5889720" y="2748330"/>
            <a:ext cx="654480" cy="250200"/>
            <a:chOff x="5889720" y="2748330"/>
            <a:chExt cx="654480" cy="25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7">
              <p14:nvContentPartPr>
                <p14:cNvPr id="488" name="Ink 487">
                  <a:extLst>
                    <a:ext uri="{FF2B5EF4-FFF2-40B4-BE49-F238E27FC236}">
                      <a16:creationId xmlns:a16="http://schemas.microsoft.com/office/drawing/2014/main" id="{3F426A86-D2D4-699A-07E2-9E4F571DAB61}"/>
                    </a:ext>
                  </a:extLst>
                </p14:cNvPr>
                <p14:cNvContentPartPr/>
                <p14:nvPr/>
              </p14:nvContentPartPr>
              <p14:xfrm>
                <a:off x="5950560" y="2790810"/>
                <a:ext cx="57600" cy="190440"/>
              </p14:xfrm>
            </p:contentPart>
          </mc:Choice>
          <mc:Fallback>
            <p:pic>
              <p:nvPicPr>
                <p:cNvPr id="488" name="Ink 487">
                  <a:extLst>
                    <a:ext uri="{FF2B5EF4-FFF2-40B4-BE49-F238E27FC236}">
                      <a16:creationId xmlns:a16="http://schemas.microsoft.com/office/drawing/2014/main" id="{3F426A86-D2D4-699A-07E2-9E4F571DAB61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5944440" y="2784690"/>
                  <a:ext cx="6984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9">
              <p14:nvContentPartPr>
                <p14:cNvPr id="489" name="Ink 488">
                  <a:extLst>
                    <a:ext uri="{FF2B5EF4-FFF2-40B4-BE49-F238E27FC236}">
                      <a16:creationId xmlns:a16="http://schemas.microsoft.com/office/drawing/2014/main" id="{15DEDD99-6D64-2FAB-DC1D-C1C62AF82643}"/>
                    </a:ext>
                  </a:extLst>
                </p14:cNvPr>
                <p14:cNvContentPartPr/>
                <p14:nvPr/>
              </p14:nvContentPartPr>
              <p14:xfrm>
                <a:off x="5889720" y="2765610"/>
                <a:ext cx="221040" cy="232920"/>
              </p14:xfrm>
            </p:contentPart>
          </mc:Choice>
          <mc:Fallback>
            <p:pic>
              <p:nvPicPr>
                <p:cNvPr id="489" name="Ink 488">
                  <a:extLst>
                    <a:ext uri="{FF2B5EF4-FFF2-40B4-BE49-F238E27FC236}">
                      <a16:creationId xmlns:a16="http://schemas.microsoft.com/office/drawing/2014/main" id="{15DEDD99-6D64-2FAB-DC1D-C1C62AF82643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5883600" y="2759490"/>
                  <a:ext cx="23328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1">
              <p14:nvContentPartPr>
                <p14:cNvPr id="490" name="Ink 489">
                  <a:extLst>
                    <a:ext uri="{FF2B5EF4-FFF2-40B4-BE49-F238E27FC236}">
                      <a16:creationId xmlns:a16="http://schemas.microsoft.com/office/drawing/2014/main" id="{F41320BF-E385-CEEE-69A7-0BCCDEAB13B5}"/>
                    </a:ext>
                  </a:extLst>
                </p14:cNvPr>
                <p14:cNvContentPartPr/>
                <p14:nvPr/>
              </p14:nvContentPartPr>
              <p14:xfrm>
                <a:off x="6181680" y="2809170"/>
                <a:ext cx="51120" cy="117360"/>
              </p14:xfrm>
            </p:contentPart>
          </mc:Choice>
          <mc:Fallback>
            <p:pic>
              <p:nvPicPr>
                <p:cNvPr id="490" name="Ink 489">
                  <a:extLst>
                    <a:ext uri="{FF2B5EF4-FFF2-40B4-BE49-F238E27FC236}">
                      <a16:creationId xmlns:a16="http://schemas.microsoft.com/office/drawing/2014/main" id="{F41320BF-E385-CEEE-69A7-0BCCDEAB13B5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6175560" y="2803050"/>
                  <a:ext cx="6336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3">
              <p14:nvContentPartPr>
                <p14:cNvPr id="491" name="Ink 490">
                  <a:extLst>
                    <a:ext uri="{FF2B5EF4-FFF2-40B4-BE49-F238E27FC236}">
                      <a16:creationId xmlns:a16="http://schemas.microsoft.com/office/drawing/2014/main" id="{510B1B66-941D-75F0-F588-E1A802D6B977}"/>
                    </a:ext>
                  </a:extLst>
                </p14:cNvPr>
                <p14:cNvContentPartPr/>
                <p14:nvPr/>
              </p14:nvContentPartPr>
              <p14:xfrm>
                <a:off x="6188520" y="2748330"/>
                <a:ext cx="133200" cy="99000"/>
              </p14:xfrm>
            </p:contentPart>
          </mc:Choice>
          <mc:Fallback>
            <p:pic>
              <p:nvPicPr>
                <p:cNvPr id="491" name="Ink 490">
                  <a:extLst>
                    <a:ext uri="{FF2B5EF4-FFF2-40B4-BE49-F238E27FC236}">
                      <a16:creationId xmlns:a16="http://schemas.microsoft.com/office/drawing/2014/main" id="{510B1B66-941D-75F0-F588-E1A802D6B977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6182400" y="2742210"/>
                  <a:ext cx="14544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5">
              <p14:nvContentPartPr>
                <p14:cNvPr id="492" name="Ink 491">
                  <a:extLst>
                    <a:ext uri="{FF2B5EF4-FFF2-40B4-BE49-F238E27FC236}">
                      <a16:creationId xmlns:a16="http://schemas.microsoft.com/office/drawing/2014/main" id="{ECAA9F50-5D6F-8B58-2D5D-2D6FE2C4736E}"/>
                    </a:ext>
                  </a:extLst>
                </p14:cNvPr>
                <p14:cNvContentPartPr/>
                <p14:nvPr/>
              </p14:nvContentPartPr>
              <p14:xfrm>
                <a:off x="6471480" y="2798010"/>
                <a:ext cx="39240" cy="112320"/>
              </p14:xfrm>
            </p:contentPart>
          </mc:Choice>
          <mc:Fallback>
            <p:pic>
              <p:nvPicPr>
                <p:cNvPr id="492" name="Ink 491">
                  <a:extLst>
                    <a:ext uri="{FF2B5EF4-FFF2-40B4-BE49-F238E27FC236}">
                      <a16:creationId xmlns:a16="http://schemas.microsoft.com/office/drawing/2014/main" id="{ECAA9F50-5D6F-8B58-2D5D-2D6FE2C4736E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6465360" y="2791890"/>
                  <a:ext cx="5148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7">
              <p14:nvContentPartPr>
                <p14:cNvPr id="493" name="Ink 492">
                  <a:extLst>
                    <a:ext uri="{FF2B5EF4-FFF2-40B4-BE49-F238E27FC236}">
                      <a16:creationId xmlns:a16="http://schemas.microsoft.com/office/drawing/2014/main" id="{B493E34D-F6E3-DC9A-3776-3C953451C7F6}"/>
                    </a:ext>
                  </a:extLst>
                </p14:cNvPr>
                <p14:cNvContentPartPr/>
                <p14:nvPr/>
              </p14:nvContentPartPr>
              <p14:xfrm>
                <a:off x="6398760" y="2760570"/>
                <a:ext cx="145440" cy="5040"/>
              </p14:xfrm>
            </p:contentPart>
          </mc:Choice>
          <mc:Fallback>
            <p:pic>
              <p:nvPicPr>
                <p:cNvPr id="493" name="Ink 492">
                  <a:extLst>
                    <a:ext uri="{FF2B5EF4-FFF2-40B4-BE49-F238E27FC236}">
                      <a16:creationId xmlns:a16="http://schemas.microsoft.com/office/drawing/2014/main" id="{B493E34D-F6E3-DC9A-3776-3C953451C7F6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6392640" y="2754450"/>
                  <a:ext cx="157680" cy="1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3" name="Group 512">
            <a:extLst>
              <a:ext uri="{FF2B5EF4-FFF2-40B4-BE49-F238E27FC236}">
                <a16:creationId xmlns:a16="http://schemas.microsoft.com/office/drawing/2014/main" id="{170A499C-D460-395D-96AA-7F3C80524E2B}"/>
              </a:ext>
            </a:extLst>
          </p:cNvPr>
          <p:cNvGrpSpPr/>
          <p:nvPr/>
        </p:nvGrpSpPr>
        <p:grpSpPr>
          <a:xfrm>
            <a:off x="952022" y="3365203"/>
            <a:ext cx="2259360" cy="440280"/>
            <a:chOff x="952022" y="3365203"/>
            <a:chExt cx="2259360" cy="44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9">
              <p14:nvContentPartPr>
                <p14:cNvPr id="496" name="Ink 495">
                  <a:extLst>
                    <a:ext uri="{FF2B5EF4-FFF2-40B4-BE49-F238E27FC236}">
                      <a16:creationId xmlns:a16="http://schemas.microsoft.com/office/drawing/2014/main" id="{2477ED14-08B9-05D0-582D-6AF2746BD41F}"/>
                    </a:ext>
                  </a:extLst>
                </p14:cNvPr>
                <p14:cNvContentPartPr/>
                <p14:nvPr/>
              </p14:nvContentPartPr>
              <p14:xfrm>
                <a:off x="952022" y="3402283"/>
                <a:ext cx="211680" cy="239400"/>
              </p14:xfrm>
            </p:contentPart>
          </mc:Choice>
          <mc:Fallback>
            <p:pic>
              <p:nvPicPr>
                <p:cNvPr id="496" name="Ink 495">
                  <a:extLst>
                    <a:ext uri="{FF2B5EF4-FFF2-40B4-BE49-F238E27FC236}">
                      <a16:creationId xmlns:a16="http://schemas.microsoft.com/office/drawing/2014/main" id="{2477ED14-08B9-05D0-582D-6AF2746BD41F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943382" y="3393283"/>
                  <a:ext cx="22932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1">
              <p14:nvContentPartPr>
                <p14:cNvPr id="497" name="Ink 496">
                  <a:extLst>
                    <a:ext uri="{FF2B5EF4-FFF2-40B4-BE49-F238E27FC236}">
                      <a16:creationId xmlns:a16="http://schemas.microsoft.com/office/drawing/2014/main" id="{DD2EB16B-AAB8-F2FE-7C85-16E3DAE8DD5B}"/>
                    </a:ext>
                  </a:extLst>
                </p14:cNvPr>
                <p14:cNvContentPartPr/>
                <p14:nvPr/>
              </p14:nvContentPartPr>
              <p14:xfrm>
                <a:off x="1268462" y="3426043"/>
                <a:ext cx="11160" cy="31320"/>
              </p14:xfrm>
            </p:contentPart>
          </mc:Choice>
          <mc:Fallback>
            <p:pic>
              <p:nvPicPr>
                <p:cNvPr id="497" name="Ink 496">
                  <a:extLst>
                    <a:ext uri="{FF2B5EF4-FFF2-40B4-BE49-F238E27FC236}">
                      <a16:creationId xmlns:a16="http://schemas.microsoft.com/office/drawing/2014/main" id="{DD2EB16B-AAB8-F2FE-7C85-16E3DAE8DD5B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1259822" y="3417403"/>
                  <a:ext cx="2880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3">
              <p14:nvContentPartPr>
                <p14:cNvPr id="498" name="Ink 497">
                  <a:extLst>
                    <a:ext uri="{FF2B5EF4-FFF2-40B4-BE49-F238E27FC236}">
                      <a16:creationId xmlns:a16="http://schemas.microsoft.com/office/drawing/2014/main" id="{A0F335AA-C88A-E98E-A63F-F0BC35BCC136}"/>
                    </a:ext>
                  </a:extLst>
                </p14:cNvPr>
                <p14:cNvContentPartPr/>
                <p14:nvPr/>
              </p14:nvContentPartPr>
              <p14:xfrm>
                <a:off x="1290062" y="3520363"/>
                <a:ext cx="3960" cy="31320"/>
              </p14:xfrm>
            </p:contentPart>
          </mc:Choice>
          <mc:Fallback>
            <p:pic>
              <p:nvPicPr>
                <p:cNvPr id="498" name="Ink 497">
                  <a:extLst>
                    <a:ext uri="{FF2B5EF4-FFF2-40B4-BE49-F238E27FC236}">
                      <a16:creationId xmlns:a16="http://schemas.microsoft.com/office/drawing/2014/main" id="{A0F335AA-C88A-E98E-A63F-F0BC35BCC136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1281422" y="3511723"/>
                  <a:ext cx="2160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5">
              <p14:nvContentPartPr>
                <p14:cNvPr id="500" name="Ink 499">
                  <a:extLst>
                    <a:ext uri="{FF2B5EF4-FFF2-40B4-BE49-F238E27FC236}">
                      <a16:creationId xmlns:a16="http://schemas.microsoft.com/office/drawing/2014/main" id="{38246315-CE56-FD31-1CFC-815B31972419}"/>
                    </a:ext>
                  </a:extLst>
                </p14:cNvPr>
                <p14:cNvContentPartPr/>
                <p14:nvPr/>
              </p14:nvContentPartPr>
              <p14:xfrm>
                <a:off x="1511462" y="3374923"/>
                <a:ext cx="33480" cy="240120"/>
              </p14:xfrm>
            </p:contentPart>
          </mc:Choice>
          <mc:Fallback>
            <p:pic>
              <p:nvPicPr>
                <p:cNvPr id="500" name="Ink 499">
                  <a:extLst>
                    <a:ext uri="{FF2B5EF4-FFF2-40B4-BE49-F238E27FC236}">
                      <a16:creationId xmlns:a16="http://schemas.microsoft.com/office/drawing/2014/main" id="{38246315-CE56-FD31-1CFC-815B31972419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1502462" y="3366283"/>
                  <a:ext cx="5112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7">
              <p14:nvContentPartPr>
                <p14:cNvPr id="501" name="Ink 500">
                  <a:extLst>
                    <a:ext uri="{FF2B5EF4-FFF2-40B4-BE49-F238E27FC236}">
                      <a16:creationId xmlns:a16="http://schemas.microsoft.com/office/drawing/2014/main" id="{D585FFD1-D143-D8B7-7295-783A3CC13CB2}"/>
                    </a:ext>
                  </a:extLst>
                </p14:cNvPr>
                <p14:cNvContentPartPr/>
                <p14:nvPr/>
              </p14:nvContentPartPr>
              <p14:xfrm>
                <a:off x="1470422" y="3505243"/>
                <a:ext cx="169560" cy="74880"/>
              </p14:xfrm>
            </p:contentPart>
          </mc:Choice>
          <mc:Fallback>
            <p:pic>
              <p:nvPicPr>
                <p:cNvPr id="501" name="Ink 500">
                  <a:extLst>
                    <a:ext uri="{FF2B5EF4-FFF2-40B4-BE49-F238E27FC236}">
                      <a16:creationId xmlns:a16="http://schemas.microsoft.com/office/drawing/2014/main" id="{D585FFD1-D143-D8B7-7295-783A3CC13CB2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1461422" y="3496603"/>
                  <a:ext cx="18720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9">
              <p14:nvContentPartPr>
                <p14:cNvPr id="502" name="Ink 501">
                  <a:extLst>
                    <a:ext uri="{FF2B5EF4-FFF2-40B4-BE49-F238E27FC236}">
                      <a16:creationId xmlns:a16="http://schemas.microsoft.com/office/drawing/2014/main" id="{91037929-C5D7-235D-DC32-B6E8F8DE1C95}"/>
                    </a:ext>
                  </a:extLst>
                </p14:cNvPr>
                <p14:cNvContentPartPr/>
                <p14:nvPr/>
              </p14:nvContentPartPr>
              <p14:xfrm>
                <a:off x="1664102" y="3394003"/>
                <a:ext cx="33120" cy="205200"/>
              </p14:xfrm>
            </p:contentPart>
          </mc:Choice>
          <mc:Fallback>
            <p:pic>
              <p:nvPicPr>
                <p:cNvPr id="502" name="Ink 501">
                  <a:extLst>
                    <a:ext uri="{FF2B5EF4-FFF2-40B4-BE49-F238E27FC236}">
                      <a16:creationId xmlns:a16="http://schemas.microsoft.com/office/drawing/2014/main" id="{91037929-C5D7-235D-DC32-B6E8F8DE1C95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1655102" y="3385363"/>
                  <a:ext cx="5076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1">
              <p14:nvContentPartPr>
                <p14:cNvPr id="503" name="Ink 502">
                  <a:extLst>
                    <a:ext uri="{FF2B5EF4-FFF2-40B4-BE49-F238E27FC236}">
                      <a16:creationId xmlns:a16="http://schemas.microsoft.com/office/drawing/2014/main" id="{8FDABF34-17C3-00AC-AAF0-5E22EE1A727F}"/>
                    </a:ext>
                  </a:extLst>
                </p14:cNvPr>
                <p14:cNvContentPartPr/>
                <p14:nvPr/>
              </p14:nvContentPartPr>
              <p14:xfrm>
                <a:off x="1785422" y="3517843"/>
                <a:ext cx="112320" cy="78840"/>
              </p14:xfrm>
            </p:contentPart>
          </mc:Choice>
          <mc:Fallback>
            <p:pic>
              <p:nvPicPr>
                <p:cNvPr id="503" name="Ink 502">
                  <a:extLst>
                    <a:ext uri="{FF2B5EF4-FFF2-40B4-BE49-F238E27FC236}">
                      <a16:creationId xmlns:a16="http://schemas.microsoft.com/office/drawing/2014/main" id="{8FDABF34-17C3-00AC-AAF0-5E22EE1A727F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1776422" y="3509203"/>
                  <a:ext cx="12996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3">
              <p14:nvContentPartPr>
                <p14:cNvPr id="504" name="Ink 503">
                  <a:extLst>
                    <a:ext uri="{FF2B5EF4-FFF2-40B4-BE49-F238E27FC236}">
                      <a16:creationId xmlns:a16="http://schemas.microsoft.com/office/drawing/2014/main" id="{92009549-E7D2-9045-7E68-7AB659170A41}"/>
                    </a:ext>
                  </a:extLst>
                </p14:cNvPr>
                <p14:cNvContentPartPr/>
                <p14:nvPr/>
              </p14:nvContentPartPr>
              <p14:xfrm>
                <a:off x="1962902" y="3491923"/>
                <a:ext cx="112680" cy="102240"/>
              </p14:xfrm>
            </p:contentPart>
          </mc:Choice>
          <mc:Fallback>
            <p:pic>
              <p:nvPicPr>
                <p:cNvPr id="504" name="Ink 503">
                  <a:extLst>
                    <a:ext uri="{FF2B5EF4-FFF2-40B4-BE49-F238E27FC236}">
                      <a16:creationId xmlns:a16="http://schemas.microsoft.com/office/drawing/2014/main" id="{92009549-E7D2-9045-7E68-7AB659170A41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1954262" y="3483283"/>
                  <a:ext cx="13032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5">
              <p14:nvContentPartPr>
                <p14:cNvPr id="505" name="Ink 504">
                  <a:extLst>
                    <a:ext uri="{FF2B5EF4-FFF2-40B4-BE49-F238E27FC236}">
                      <a16:creationId xmlns:a16="http://schemas.microsoft.com/office/drawing/2014/main" id="{77716766-F963-1436-C37E-65934984B02A}"/>
                    </a:ext>
                  </a:extLst>
                </p14:cNvPr>
                <p14:cNvContentPartPr/>
                <p14:nvPr/>
              </p14:nvContentPartPr>
              <p14:xfrm>
                <a:off x="2088182" y="3391483"/>
                <a:ext cx="32040" cy="204840"/>
              </p14:xfrm>
            </p:contentPart>
          </mc:Choice>
          <mc:Fallback>
            <p:pic>
              <p:nvPicPr>
                <p:cNvPr id="505" name="Ink 504">
                  <a:extLst>
                    <a:ext uri="{FF2B5EF4-FFF2-40B4-BE49-F238E27FC236}">
                      <a16:creationId xmlns:a16="http://schemas.microsoft.com/office/drawing/2014/main" id="{77716766-F963-1436-C37E-65934984B02A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2079182" y="3382483"/>
                  <a:ext cx="4968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7">
              <p14:nvContentPartPr>
                <p14:cNvPr id="506" name="Ink 505">
                  <a:extLst>
                    <a:ext uri="{FF2B5EF4-FFF2-40B4-BE49-F238E27FC236}">
                      <a16:creationId xmlns:a16="http://schemas.microsoft.com/office/drawing/2014/main" id="{861E22F8-00E0-5F3A-DB9C-750350D4B4EE}"/>
                    </a:ext>
                  </a:extLst>
                </p14:cNvPr>
                <p14:cNvContentPartPr/>
                <p14:nvPr/>
              </p14:nvContentPartPr>
              <p14:xfrm>
                <a:off x="2119502" y="3525403"/>
                <a:ext cx="127800" cy="65520"/>
              </p14:xfrm>
            </p:contentPart>
          </mc:Choice>
          <mc:Fallback>
            <p:pic>
              <p:nvPicPr>
                <p:cNvPr id="506" name="Ink 505">
                  <a:extLst>
                    <a:ext uri="{FF2B5EF4-FFF2-40B4-BE49-F238E27FC236}">
                      <a16:creationId xmlns:a16="http://schemas.microsoft.com/office/drawing/2014/main" id="{861E22F8-00E0-5F3A-DB9C-750350D4B4EE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2110502" y="3516763"/>
                  <a:ext cx="14544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9">
              <p14:nvContentPartPr>
                <p14:cNvPr id="507" name="Ink 506">
                  <a:extLst>
                    <a:ext uri="{FF2B5EF4-FFF2-40B4-BE49-F238E27FC236}">
                      <a16:creationId xmlns:a16="http://schemas.microsoft.com/office/drawing/2014/main" id="{6E22CA32-3673-4191-2539-A9AA05DBAB89}"/>
                    </a:ext>
                  </a:extLst>
                </p14:cNvPr>
                <p14:cNvContentPartPr/>
                <p14:nvPr/>
              </p14:nvContentPartPr>
              <p14:xfrm>
                <a:off x="2278262" y="3394003"/>
                <a:ext cx="259200" cy="252720"/>
              </p14:xfrm>
            </p:contentPart>
          </mc:Choice>
          <mc:Fallback>
            <p:pic>
              <p:nvPicPr>
                <p:cNvPr id="507" name="Ink 506">
                  <a:extLst>
                    <a:ext uri="{FF2B5EF4-FFF2-40B4-BE49-F238E27FC236}">
                      <a16:creationId xmlns:a16="http://schemas.microsoft.com/office/drawing/2014/main" id="{6E22CA32-3673-4191-2539-A9AA05DBAB89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2269262" y="3385363"/>
                  <a:ext cx="27684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1">
              <p14:nvContentPartPr>
                <p14:cNvPr id="508" name="Ink 507">
                  <a:extLst>
                    <a:ext uri="{FF2B5EF4-FFF2-40B4-BE49-F238E27FC236}">
                      <a16:creationId xmlns:a16="http://schemas.microsoft.com/office/drawing/2014/main" id="{0C15EAD5-EAC7-DB32-33A9-3C47B5CE5325}"/>
                    </a:ext>
                  </a:extLst>
                </p14:cNvPr>
                <p14:cNvContentPartPr/>
                <p14:nvPr/>
              </p14:nvContentPartPr>
              <p14:xfrm>
                <a:off x="2574182" y="3560683"/>
                <a:ext cx="134640" cy="73440"/>
              </p14:xfrm>
            </p:contentPart>
          </mc:Choice>
          <mc:Fallback>
            <p:pic>
              <p:nvPicPr>
                <p:cNvPr id="508" name="Ink 507">
                  <a:extLst>
                    <a:ext uri="{FF2B5EF4-FFF2-40B4-BE49-F238E27FC236}">
                      <a16:creationId xmlns:a16="http://schemas.microsoft.com/office/drawing/2014/main" id="{0C15EAD5-EAC7-DB32-33A9-3C47B5CE5325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2565542" y="3552043"/>
                  <a:ext cx="15228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3">
              <p14:nvContentPartPr>
                <p14:cNvPr id="509" name="Ink 508">
                  <a:extLst>
                    <a:ext uri="{FF2B5EF4-FFF2-40B4-BE49-F238E27FC236}">
                      <a16:creationId xmlns:a16="http://schemas.microsoft.com/office/drawing/2014/main" id="{C76B29E1-4BC9-E63B-C58C-BB23429A3C5F}"/>
                    </a:ext>
                  </a:extLst>
                </p14:cNvPr>
                <p14:cNvContentPartPr/>
                <p14:nvPr/>
              </p14:nvContentPartPr>
              <p14:xfrm>
                <a:off x="2763182" y="3535843"/>
                <a:ext cx="128520" cy="269640"/>
              </p14:xfrm>
            </p:contentPart>
          </mc:Choice>
          <mc:Fallback>
            <p:pic>
              <p:nvPicPr>
                <p:cNvPr id="509" name="Ink 508">
                  <a:extLst>
                    <a:ext uri="{FF2B5EF4-FFF2-40B4-BE49-F238E27FC236}">
                      <a16:creationId xmlns:a16="http://schemas.microsoft.com/office/drawing/2014/main" id="{C76B29E1-4BC9-E63B-C58C-BB23429A3C5F}"/>
                    </a:ext>
                  </a:extLst>
                </p:cNvPr>
                <p:cNvPicPr/>
                <p:nvPr/>
              </p:nvPicPr>
              <p:blipFill>
                <a:blip r:embed="rId534"/>
                <a:stretch>
                  <a:fillRect/>
                </a:stretch>
              </p:blipFill>
              <p:spPr>
                <a:xfrm>
                  <a:off x="2754542" y="3526843"/>
                  <a:ext cx="14616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5">
              <p14:nvContentPartPr>
                <p14:cNvPr id="510" name="Ink 509">
                  <a:extLst>
                    <a:ext uri="{FF2B5EF4-FFF2-40B4-BE49-F238E27FC236}">
                      <a16:creationId xmlns:a16="http://schemas.microsoft.com/office/drawing/2014/main" id="{F312DC77-A829-4557-4DAA-5A240C3AF469}"/>
                    </a:ext>
                  </a:extLst>
                </p14:cNvPr>
                <p14:cNvContentPartPr/>
                <p14:nvPr/>
              </p14:nvContentPartPr>
              <p14:xfrm>
                <a:off x="2910062" y="3365203"/>
                <a:ext cx="51840" cy="230040"/>
              </p14:xfrm>
            </p:contentPart>
          </mc:Choice>
          <mc:Fallback>
            <p:pic>
              <p:nvPicPr>
                <p:cNvPr id="510" name="Ink 509">
                  <a:extLst>
                    <a:ext uri="{FF2B5EF4-FFF2-40B4-BE49-F238E27FC236}">
                      <a16:creationId xmlns:a16="http://schemas.microsoft.com/office/drawing/2014/main" id="{F312DC77-A829-4557-4DAA-5A240C3AF469}"/>
                    </a:ext>
                  </a:extLst>
                </p:cNvPr>
                <p:cNvPicPr/>
                <p:nvPr/>
              </p:nvPicPr>
              <p:blipFill>
                <a:blip r:embed="rId536"/>
                <a:stretch>
                  <a:fillRect/>
                </a:stretch>
              </p:blipFill>
              <p:spPr>
                <a:xfrm>
                  <a:off x="2901062" y="3356203"/>
                  <a:ext cx="6948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7">
              <p14:nvContentPartPr>
                <p14:cNvPr id="511" name="Ink 510">
                  <a:extLst>
                    <a:ext uri="{FF2B5EF4-FFF2-40B4-BE49-F238E27FC236}">
                      <a16:creationId xmlns:a16="http://schemas.microsoft.com/office/drawing/2014/main" id="{BAB0CDAD-A8CF-B092-A67B-5292D031D6F2}"/>
                    </a:ext>
                  </a:extLst>
                </p14:cNvPr>
                <p14:cNvContentPartPr/>
                <p14:nvPr/>
              </p14:nvContentPartPr>
              <p14:xfrm>
                <a:off x="2831942" y="3522163"/>
                <a:ext cx="187920" cy="29520"/>
              </p14:xfrm>
            </p:contentPart>
          </mc:Choice>
          <mc:Fallback>
            <p:pic>
              <p:nvPicPr>
                <p:cNvPr id="511" name="Ink 510">
                  <a:extLst>
                    <a:ext uri="{FF2B5EF4-FFF2-40B4-BE49-F238E27FC236}">
                      <a16:creationId xmlns:a16="http://schemas.microsoft.com/office/drawing/2014/main" id="{BAB0CDAD-A8CF-B092-A67B-5292D031D6F2}"/>
                    </a:ext>
                  </a:extLst>
                </p:cNvPr>
                <p:cNvPicPr/>
                <p:nvPr/>
              </p:nvPicPr>
              <p:blipFill>
                <a:blip r:embed="rId538"/>
                <a:stretch>
                  <a:fillRect/>
                </a:stretch>
              </p:blipFill>
              <p:spPr>
                <a:xfrm>
                  <a:off x="2822942" y="3513163"/>
                  <a:ext cx="20556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9">
              <p14:nvContentPartPr>
                <p14:cNvPr id="512" name="Ink 511">
                  <a:extLst>
                    <a:ext uri="{FF2B5EF4-FFF2-40B4-BE49-F238E27FC236}">
                      <a16:creationId xmlns:a16="http://schemas.microsoft.com/office/drawing/2014/main" id="{65AFEFB5-AD75-E08E-3A16-7A860B75D575}"/>
                    </a:ext>
                  </a:extLst>
                </p14:cNvPr>
                <p14:cNvContentPartPr/>
                <p14:nvPr/>
              </p14:nvContentPartPr>
              <p14:xfrm>
                <a:off x="3005102" y="3381763"/>
                <a:ext cx="206280" cy="238680"/>
              </p14:xfrm>
            </p:contentPart>
          </mc:Choice>
          <mc:Fallback>
            <p:pic>
              <p:nvPicPr>
                <p:cNvPr id="512" name="Ink 511">
                  <a:extLst>
                    <a:ext uri="{FF2B5EF4-FFF2-40B4-BE49-F238E27FC236}">
                      <a16:creationId xmlns:a16="http://schemas.microsoft.com/office/drawing/2014/main" id="{65AFEFB5-AD75-E08E-3A16-7A860B75D575}"/>
                    </a:ext>
                  </a:extLst>
                </p:cNvPr>
                <p:cNvPicPr/>
                <p:nvPr/>
              </p:nvPicPr>
              <p:blipFill>
                <a:blip r:embed="rId540"/>
                <a:stretch>
                  <a:fillRect/>
                </a:stretch>
              </p:blipFill>
              <p:spPr>
                <a:xfrm>
                  <a:off x="2996102" y="3373123"/>
                  <a:ext cx="223920" cy="25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9" name="Group 528">
            <a:extLst>
              <a:ext uri="{FF2B5EF4-FFF2-40B4-BE49-F238E27FC236}">
                <a16:creationId xmlns:a16="http://schemas.microsoft.com/office/drawing/2014/main" id="{8F6F130A-12B6-A0B3-00F1-8405D9FD3D7F}"/>
              </a:ext>
            </a:extLst>
          </p:cNvPr>
          <p:cNvGrpSpPr/>
          <p:nvPr/>
        </p:nvGrpSpPr>
        <p:grpSpPr>
          <a:xfrm>
            <a:off x="9225182" y="4612603"/>
            <a:ext cx="1927440" cy="323280"/>
            <a:chOff x="9225182" y="4612603"/>
            <a:chExt cx="1927440" cy="32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1">
              <p14:nvContentPartPr>
                <p14:cNvPr id="514" name="Ink 513">
                  <a:extLst>
                    <a:ext uri="{FF2B5EF4-FFF2-40B4-BE49-F238E27FC236}">
                      <a16:creationId xmlns:a16="http://schemas.microsoft.com/office/drawing/2014/main" id="{A812D672-B934-8760-903C-5F7EE28B6745}"/>
                    </a:ext>
                  </a:extLst>
                </p14:cNvPr>
                <p14:cNvContentPartPr/>
                <p14:nvPr/>
              </p14:nvContentPartPr>
              <p14:xfrm>
                <a:off x="9242822" y="4752283"/>
                <a:ext cx="34200" cy="183600"/>
              </p14:xfrm>
            </p:contentPart>
          </mc:Choice>
          <mc:Fallback>
            <p:pic>
              <p:nvPicPr>
                <p:cNvPr id="514" name="Ink 513">
                  <a:extLst>
                    <a:ext uri="{FF2B5EF4-FFF2-40B4-BE49-F238E27FC236}">
                      <a16:creationId xmlns:a16="http://schemas.microsoft.com/office/drawing/2014/main" id="{A812D672-B934-8760-903C-5F7EE28B6745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9233822" y="4743643"/>
                  <a:ext cx="5184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3">
              <p14:nvContentPartPr>
                <p14:cNvPr id="515" name="Ink 514">
                  <a:extLst>
                    <a:ext uri="{FF2B5EF4-FFF2-40B4-BE49-F238E27FC236}">
                      <a16:creationId xmlns:a16="http://schemas.microsoft.com/office/drawing/2014/main" id="{D3B3CE61-2ADA-E05F-BDE9-DF77DDB9699C}"/>
                    </a:ext>
                  </a:extLst>
                </p14:cNvPr>
                <p14:cNvContentPartPr/>
                <p14:nvPr/>
              </p14:nvContentPartPr>
              <p14:xfrm>
                <a:off x="9225182" y="4733923"/>
                <a:ext cx="134640" cy="88200"/>
              </p14:xfrm>
            </p:contentPart>
          </mc:Choice>
          <mc:Fallback>
            <p:pic>
              <p:nvPicPr>
                <p:cNvPr id="515" name="Ink 514">
                  <a:extLst>
                    <a:ext uri="{FF2B5EF4-FFF2-40B4-BE49-F238E27FC236}">
                      <a16:creationId xmlns:a16="http://schemas.microsoft.com/office/drawing/2014/main" id="{D3B3CE61-2ADA-E05F-BDE9-DF77DDB9699C}"/>
                    </a:ext>
                  </a:extLst>
                </p:cNvPr>
                <p:cNvPicPr/>
                <p:nvPr/>
              </p:nvPicPr>
              <p:blipFill>
                <a:blip r:embed="rId544"/>
                <a:stretch>
                  <a:fillRect/>
                </a:stretch>
              </p:blipFill>
              <p:spPr>
                <a:xfrm>
                  <a:off x="9216182" y="4724923"/>
                  <a:ext cx="15228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5">
              <p14:nvContentPartPr>
                <p14:cNvPr id="516" name="Ink 515">
                  <a:extLst>
                    <a:ext uri="{FF2B5EF4-FFF2-40B4-BE49-F238E27FC236}">
                      <a16:creationId xmlns:a16="http://schemas.microsoft.com/office/drawing/2014/main" id="{59061278-2E20-CE29-0DB6-E40E370712CC}"/>
                    </a:ext>
                  </a:extLst>
                </p14:cNvPr>
                <p14:cNvContentPartPr/>
                <p14:nvPr/>
              </p14:nvContentPartPr>
              <p14:xfrm>
                <a:off x="9414542" y="4698643"/>
                <a:ext cx="244440" cy="151560"/>
              </p14:xfrm>
            </p:contentPart>
          </mc:Choice>
          <mc:Fallback>
            <p:pic>
              <p:nvPicPr>
                <p:cNvPr id="516" name="Ink 515">
                  <a:extLst>
                    <a:ext uri="{FF2B5EF4-FFF2-40B4-BE49-F238E27FC236}">
                      <a16:creationId xmlns:a16="http://schemas.microsoft.com/office/drawing/2014/main" id="{59061278-2E20-CE29-0DB6-E40E370712CC}"/>
                    </a:ext>
                  </a:extLst>
                </p:cNvPr>
                <p:cNvPicPr/>
                <p:nvPr/>
              </p:nvPicPr>
              <p:blipFill>
                <a:blip r:embed="rId546"/>
                <a:stretch>
                  <a:fillRect/>
                </a:stretch>
              </p:blipFill>
              <p:spPr>
                <a:xfrm>
                  <a:off x="9405542" y="4690003"/>
                  <a:ext cx="26208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7">
              <p14:nvContentPartPr>
                <p14:cNvPr id="517" name="Ink 516">
                  <a:extLst>
                    <a:ext uri="{FF2B5EF4-FFF2-40B4-BE49-F238E27FC236}">
                      <a16:creationId xmlns:a16="http://schemas.microsoft.com/office/drawing/2014/main" id="{7B2D1DD4-FDBE-8156-672D-AE4C6A6D7F93}"/>
                    </a:ext>
                  </a:extLst>
                </p14:cNvPr>
                <p14:cNvContentPartPr/>
                <p14:nvPr/>
              </p14:nvContentPartPr>
              <p14:xfrm>
                <a:off x="9719822" y="4774603"/>
                <a:ext cx="30600" cy="61920"/>
              </p14:xfrm>
            </p:contentPart>
          </mc:Choice>
          <mc:Fallback>
            <p:pic>
              <p:nvPicPr>
                <p:cNvPr id="517" name="Ink 516">
                  <a:extLst>
                    <a:ext uri="{FF2B5EF4-FFF2-40B4-BE49-F238E27FC236}">
                      <a16:creationId xmlns:a16="http://schemas.microsoft.com/office/drawing/2014/main" id="{7B2D1DD4-FDBE-8156-672D-AE4C6A6D7F93}"/>
                    </a:ext>
                  </a:extLst>
                </p:cNvPr>
                <p:cNvPicPr/>
                <p:nvPr/>
              </p:nvPicPr>
              <p:blipFill>
                <a:blip r:embed="rId548"/>
                <a:stretch>
                  <a:fillRect/>
                </a:stretch>
              </p:blipFill>
              <p:spPr>
                <a:xfrm>
                  <a:off x="9710822" y="4765603"/>
                  <a:ext cx="4824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9">
              <p14:nvContentPartPr>
                <p14:cNvPr id="518" name="Ink 517">
                  <a:extLst>
                    <a:ext uri="{FF2B5EF4-FFF2-40B4-BE49-F238E27FC236}">
                      <a16:creationId xmlns:a16="http://schemas.microsoft.com/office/drawing/2014/main" id="{1568481E-0B77-7A07-FD3E-CF10AE124CF0}"/>
                    </a:ext>
                  </a:extLst>
                </p14:cNvPr>
                <p14:cNvContentPartPr/>
                <p14:nvPr/>
              </p14:nvContentPartPr>
              <p14:xfrm>
                <a:off x="9715502" y="4645003"/>
                <a:ext cx="2880" cy="22680"/>
              </p14:xfrm>
            </p:contentPart>
          </mc:Choice>
          <mc:Fallback>
            <p:pic>
              <p:nvPicPr>
                <p:cNvPr id="518" name="Ink 517">
                  <a:extLst>
                    <a:ext uri="{FF2B5EF4-FFF2-40B4-BE49-F238E27FC236}">
                      <a16:creationId xmlns:a16="http://schemas.microsoft.com/office/drawing/2014/main" id="{1568481E-0B77-7A07-FD3E-CF10AE124CF0}"/>
                    </a:ext>
                  </a:extLst>
                </p:cNvPr>
                <p:cNvPicPr/>
                <p:nvPr/>
              </p:nvPicPr>
              <p:blipFill>
                <a:blip r:embed="rId550"/>
                <a:stretch>
                  <a:fillRect/>
                </a:stretch>
              </p:blipFill>
              <p:spPr>
                <a:xfrm>
                  <a:off x="9706862" y="4636003"/>
                  <a:ext cx="205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1">
              <p14:nvContentPartPr>
                <p14:cNvPr id="519" name="Ink 518">
                  <a:extLst>
                    <a:ext uri="{FF2B5EF4-FFF2-40B4-BE49-F238E27FC236}">
                      <a16:creationId xmlns:a16="http://schemas.microsoft.com/office/drawing/2014/main" id="{37F94E2B-7732-4DC5-1BA7-B51ECD22997E}"/>
                    </a:ext>
                  </a:extLst>
                </p14:cNvPr>
                <p14:cNvContentPartPr/>
                <p14:nvPr/>
              </p14:nvContentPartPr>
              <p14:xfrm>
                <a:off x="9822422" y="4766683"/>
                <a:ext cx="102960" cy="88560"/>
              </p14:xfrm>
            </p:contentPart>
          </mc:Choice>
          <mc:Fallback>
            <p:pic>
              <p:nvPicPr>
                <p:cNvPr id="519" name="Ink 518">
                  <a:extLst>
                    <a:ext uri="{FF2B5EF4-FFF2-40B4-BE49-F238E27FC236}">
                      <a16:creationId xmlns:a16="http://schemas.microsoft.com/office/drawing/2014/main" id="{37F94E2B-7732-4DC5-1BA7-B51ECD22997E}"/>
                    </a:ext>
                  </a:extLst>
                </p:cNvPr>
                <p:cNvPicPr/>
                <p:nvPr/>
              </p:nvPicPr>
              <p:blipFill>
                <a:blip r:embed="rId552"/>
                <a:stretch>
                  <a:fillRect/>
                </a:stretch>
              </p:blipFill>
              <p:spPr>
                <a:xfrm>
                  <a:off x="9813422" y="4758043"/>
                  <a:ext cx="12060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3">
              <p14:nvContentPartPr>
                <p14:cNvPr id="520" name="Ink 519">
                  <a:extLst>
                    <a:ext uri="{FF2B5EF4-FFF2-40B4-BE49-F238E27FC236}">
                      <a16:creationId xmlns:a16="http://schemas.microsoft.com/office/drawing/2014/main" id="{C95FC4EE-A841-F7FC-A66F-62B38283F1EE}"/>
                    </a:ext>
                  </a:extLst>
                </p14:cNvPr>
                <p14:cNvContentPartPr/>
                <p14:nvPr/>
              </p14:nvContentPartPr>
              <p14:xfrm>
                <a:off x="9983702" y="4612603"/>
                <a:ext cx="126720" cy="242640"/>
              </p14:xfrm>
            </p:contentPart>
          </mc:Choice>
          <mc:Fallback>
            <p:pic>
              <p:nvPicPr>
                <p:cNvPr id="520" name="Ink 519">
                  <a:extLst>
                    <a:ext uri="{FF2B5EF4-FFF2-40B4-BE49-F238E27FC236}">
                      <a16:creationId xmlns:a16="http://schemas.microsoft.com/office/drawing/2014/main" id="{C95FC4EE-A841-F7FC-A66F-62B38283F1EE}"/>
                    </a:ext>
                  </a:extLst>
                </p:cNvPr>
                <p:cNvPicPr/>
                <p:nvPr/>
              </p:nvPicPr>
              <p:blipFill>
                <a:blip r:embed="rId554"/>
                <a:stretch>
                  <a:fillRect/>
                </a:stretch>
              </p:blipFill>
              <p:spPr>
                <a:xfrm>
                  <a:off x="9975062" y="4603963"/>
                  <a:ext cx="14436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5">
              <p14:nvContentPartPr>
                <p14:cNvPr id="521" name="Ink 520">
                  <a:extLst>
                    <a:ext uri="{FF2B5EF4-FFF2-40B4-BE49-F238E27FC236}">
                      <a16:creationId xmlns:a16="http://schemas.microsoft.com/office/drawing/2014/main" id="{4388975B-6B69-5EDD-D2D1-D412C35B65B7}"/>
                    </a:ext>
                  </a:extLst>
                </p14:cNvPr>
                <p14:cNvContentPartPr/>
                <p14:nvPr/>
              </p14:nvContentPartPr>
              <p14:xfrm>
                <a:off x="10172702" y="4792603"/>
                <a:ext cx="24480" cy="55080"/>
              </p14:xfrm>
            </p:contentPart>
          </mc:Choice>
          <mc:Fallback>
            <p:pic>
              <p:nvPicPr>
                <p:cNvPr id="521" name="Ink 520">
                  <a:extLst>
                    <a:ext uri="{FF2B5EF4-FFF2-40B4-BE49-F238E27FC236}">
                      <a16:creationId xmlns:a16="http://schemas.microsoft.com/office/drawing/2014/main" id="{4388975B-6B69-5EDD-D2D1-D412C35B65B7}"/>
                    </a:ext>
                  </a:extLst>
                </p:cNvPr>
                <p:cNvPicPr/>
                <p:nvPr/>
              </p:nvPicPr>
              <p:blipFill>
                <a:blip r:embed="rId556"/>
                <a:stretch>
                  <a:fillRect/>
                </a:stretch>
              </p:blipFill>
              <p:spPr>
                <a:xfrm>
                  <a:off x="10164062" y="4783963"/>
                  <a:ext cx="4212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7">
              <p14:nvContentPartPr>
                <p14:cNvPr id="522" name="Ink 521">
                  <a:extLst>
                    <a:ext uri="{FF2B5EF4-FFF2-40B4-BE49-F238E27FC236}">
                      <a16:creationId xmlns:a16="http://schemas.microsoft.com/office/drawing/2014/main" id="{E8BBF263-9B2C-ABA9-7512-26FD3B3A0365}"/>
                    </a:ext>
                  </a:extLst>
                </p14:cNvPr>
                <p14:cNvContentPartPr/>
                <p14:nvPr/>
              </p14:nvContentPartPr>
              <p14:xfrm>
                <a:off x="10164422" y="4651123"/>
                <a:ext cx="8640" cy="26640"/>
              </p14:xfrm>
            </p:contentPart>
          </mc:Choice>
          <mc:Fallback>
            <p:pic>
              <p:nvPicPr>
                <p:cNvPr id="522" name="Ink 521">
                  <a:extLst>
                    <a:ext uri="{FF2B5EF4-FFF2-40B4-BE49-F238E27FC236}">
                      <a16:creationId xmlns:a16="http://schemas.microsoft.com/office/drawing/2014/main" id="{E8BBF263-9B2C-ABA9-7512-26FD3B3A0365}"/>
                    </a:ext>
                  </a:extLst>
                </p:cNvPr>
                <p:cNvPicPr/>
                <p:nvPr/>
              </p:nvPicPr>
              <p:blipFill>
                <a:blip r:embed="rId558"/>
                <a:stretch>
                  <a:fillRect/>
                </a:stretch>
              </p:blipFill>
              <p:spPr>
                <a:xfrm>
                  <a:off x="10155422" y="4642483"/>
                  <a:ext cx="262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9">
              <p14:nvContentPartPr>
                <p14:cNvPr id="523" name="Ink 522">
                  <a:extLst>
                    <a:ext uri="{FF2B5EF4-FFF2-40B4-BE49-F238E27FC236}">
                      <a16:creationId xmlns:a16="http://schemas.microsoft.com/office/drawing/2014/main" id="{136FB569-8FCC-B339-1C73-CD3C76717848}"/>
                    </a:ext>
                  </a:extLst>
                </p14:cNvPr>
                <p14:cNvContentPartPr/>
                <p14:nvPr/>
              </p14:nvContentPartPr>
              <p14:xfrm>
                <a:off x="10260182" y="4780363"/>
                <a:ext cx="164520" cy="107280"/>
              </p14:xfrm>
            </p:contentPart>
          </mc:Choice>
          <mc:Fallback>
            <p:pic>
              <p:nvPicPr>
                <p:cNvPr id="523" name="Ink 522">
                  <a:extLst>
                    <a:ext uri="{FF2B5EF4-FFF2-40B4-BE49-F238E27FC236}">
                      <a16:creationId xmlns:a16="http://schemas.microsoft.com/office/drawing/2014/main" id="{136FB569-8FCC-B339-1C73-CD3C76717848}"/>
                    </a:ext>
                  </a:extLst>
                </p:cNvPr>
                <p:cNvPicPr/>
                <p:nvPr/>
              </p:nvPicPr>
              <p:blipFill>
                <a:blip r:embed="rId560"/>
                <a:stretch>
                  <a:fillRect/>
                </a:stretch>
              </p:blipFill>
              <p:spPr>
                <a:xfrm>
                  <a:off x="10251542" y="4771723"/>
                  <a:ext cx="18216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1">
              <p14:nvContentPartPr>
                <p14:cNvPr id="524" name="Ink 523">
                  <a:extLst>
                    <a:ext uri="{FF2B5EF4-FFF2-40B4-BE49-F238E27FC236}">
                      <a16:creationId xmlns:a16="http://schemas.microsoft.com/office/drawing/2014/main" id="{0BD2B7D0-A2B3-0C11-C2E1-53D4CD4236A1}"/>
                    </a:ext>
                  </a:extLst>
                </p14:cNvPr>
                <p14:cNvContentPartPr/>
                <p14:nvPr/>
              </p14:nvContentPartPr>
              <p14:xfrm>
                <a:off x="10593182" y="4819603"/>
                <a:ext cx="42120" cy="70200"/>
              </p14:xfrm>
            </p:contentPart>
          </mc:Choice>
          <mc:Fallback>
            <p:pic>
              <p:nvPicPr>
                <p:cNvPr id="524" name="Ink 523">
                  <a:extLst>
                    <a:ext uri="{FF2B5EF4-FFF2-40B4-BE49-F238E27FC236}">
                      <a16:creationId xmlns:a16="http://schemas.microsoft.com/office/drawing/2014/main" id="{0BD2B7D0-A2B3-0C11-C2E1-53D4CD4236A1}"/>
                    </a:ext>
                  </a:extLst>
                </p:cNvPr>
                <p:cNvPicPr/>
                <p:nvPr/>
              </p:nvPicPr>
              <p:blipFill>
                <a:blip r:embed="rId562"/>
                <a:stretch>
                  <a:fillRect/>
                </a:stretch>
              </p:blipFill>
              <p:spPr>
                <a:xfrm>
                  <a:off x="10584542" y="4810963"/>
                  <a:ext cx="5976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3">
              <p14:nvContentPartPr>
                <p14:cNvPr id="525" name="Ink 524">
                  <a:extLst>
                    <a:ext uri="{FF2B5EF4-FFF2-40B4-BE49-F238E27FC236}">
                      <a16:creationId xmlns:a16="http://schemas.microsoft.com/office/drawing/2014/main" id="{1C473BC6-A436-9D9B-E51F-D2C53AB29E18}"/>
                    </a:ext>
                  </a:extLst>
                </p14:cNvPr>
                <p14:cNvContentPartPr/>
                <p14:nvPr/>
              </p14:nvContentPartPr>
              <p14:xfrm>
                <a:off x="10589222" y="4707643"/>
                <a:ext cx="2520" cy="12600"/>
              </p14:xfrm>
            </p:contentPart>
          </mc:Choice>
          <mc:Fallback>
            <p:pic>
              <p:nvPicPr>
                <p:cNvPr id="525" name="Ink 524">
                  <a:extLst>
                    <a:ext uri="{FF2B5EF4-FFF2-40B4-BE49-F238E27FC236}">
                      <a16:creationId xmlns:a16="http://schemas.microsoft.com/office/drawing/2014/main" id="{1C473BC6-A436-9D9B-E51F-D2C53AB29E18}"/>
                    </a:ext>
                  </a:extLst>
                </p:cNvPr>
                <p:cNvPicPr/>
                <p:nvPr/>
              </p:nvPicPr>
              <p:blipFill>
                <a:blip r:embed="rId564"/>
                <a:stretch>
                  <a:fillRect/>
                </a:stretch>
              </p:blipFill>
              <p:spPr>
                <a:xfrm>
                  <a:off x="10580582" y="4699003"/>
                  <a:ext cx="201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5">
              <p14:nvContentPartPr>
                <p14:cNvPr id="526" name="Ink 525">
                  <a:extLst>
                    <a:ext uri="{FF2B5EF4-FFF2-40B4-BE49-F238E27FC236}">
                      <a16:creationId xmlns:a16="http://schemas.microsoft.com/office/drawing/2014/main" id="{ABAB8DF0-1E02-50E2-EEE1-794A8E56452B}"/>
                    </a:ext>
                  </a:extLst>
                </p14:cNvPr>
                <p14:cNvContentPartPr/>
                <p14:nvPr/>
              </p14:nvContentPartPr>
              <p14:xfrm>
                <a:off x="10668422" y="4807363"/>
                <a:ext cx="178560" cy="76680"/>
              </p14:xfrm>
            </p:contentPart>
          </mc:Choice>
          <mc:Fallback>
            <p:pic>
              <p:nvPicPr>
                <p:cNvPr id="526" name="Ink 525">
                  <a:extLst>
                    <a:ext uri="{FF2B5EF4-FFF2-40B4-BE49-F238E27FC236}">
                      <a16:creationId xmlns:a16="http://schemas.microsoft.com/office/drawing/2014/main" id="{ABAB8DF0-1E02-50E2-EEE1-794A8E56452B}"/>
                    </a:ext>
                  </a:extLst>
                </p:cNvPr>
                <p:cNvPicPr/>
                <p:nvPr/>
              </p:nvPicPr>
              <p:blipFill>
                <a:blip r:embed="rId566"/>
                <a:stretch>
                  <a:fillRect/>
                </a:stretch>
              </p:blipFill>
              <p:spPr>
                <a:xfrm>
                  <a:off x="10659422" y="4798723"/>
                  <a:ext cx="19620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7">
              <p14:nvContentPartPr>
                <p14:cNvPr id="527" name="Ink 526">
                  <a:extLst>
                    <a:ext uri="{FF2B5EF4-FFF2-40B4-BE49-F238E27FC236}">
                      <a16:creationId xmlns:a16="http://schemas.microsoft.com/office/drawing/2014/main" id="{0BF434EE-C6E1-D331-4B1E-C027EAF9BE3A}"/>
                    </a:ext>
                  </a:extLst>
                </p14:cNvPr>
                <p14:cNvContentPartPr/>
                <p14:nvPr/>
              </p14:nvContentPartPr>
              <p14:xfrm>
                <a:off x="10922582" y="4640323"/>
                <a:ext cx="74520" cy="249120"/>
              </p14:xfrm>
            </p:contentPart>
          </mc:Choice>
          <mc:Fallback>
            <p:pic>
              <p:nvPicPr>
                <p:cNvPr id="527" name="Ink 526">
                  <a:extLst>
                    <a:ext uri="{FF2B5EF4-FFF2-40B4-BE49-F238E27FC236}">
                      <a16:creationId xmlns:a16="http://schemas.microsoft.com/office/drawing/2014/main" id="{0BF434EE-C6E1-D331-4B1E-C027EAF9BE3A}"/>
                    </a:ext>
                  </a:extLst>
                </p:cNvPr>
                <p:cNvPicPr/>
                <p:nvPr/>
              </p:nvPicPr>
              <p:blipFill>
                <a:blip r:embed="rId568"/>
                <a:stretch>
                  <a:fillRect/>
                </a:stretch>
              </p:blipFill>
              <p:spPr>
                <a:xfrm>
                  <a:off x="10913582" y="4631683"/>
                  <a:ext cx="9216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9">
              <p14:nvContentPartPr>
                <p14:cNvPr id="528" name="Ink 527">
                  <a:extLst>
                    <a:ext uri="{FF2B5EF4-FFF2-40B4-BE49-F238E27FC236}">
                      <a16:creationId xmlns:a16="http://schemas.microsoft.com/office/drawing/2014/main" id="{BF323906-1499-2B8F-187D-446559D8E065}"/>
                    </a:ext>
                  </a:extLst>
                </p14:cNvPr>
                <p14:cNvContentPartPr/>
                <p14:nvPr/>
              </p14:nvContentPartPr>
              <p14:xfrm>
                <a:off x="10996742" y="4782523"/>
                <a:ext cx="155880" cy="96120"/>
              </p14:xfrm>
            </p:contentPart>
          </mc:Choice>
          <mc:Fallback>
            <p:pic>
              <p:nvPicPr>
                <p:cNvPr id="528" name="Ink 527">
                  <a:extLst>
                    <a:ext uri="{FF2B5EF4-FFF2-40B4-BE49-F238E27FC236}">
                      <a16:creationId xmlns:a16="http://schemas.microsoft.com/office/drawing/2014/main" id="{BF323906-1499-2B8F-187D-446559D8E065}"/>
                    </a:ext>
                  </a:extLst>
                </p:cNvPr>
                <p:cNvPicPr/>
                <p:nvPr/>
              </p:nvPicPr>
              <p:blipFill>
                <a:blip r:embed="rId570"/>
                <a:stretch>
                  <a:fillRect/>
                </a:stretch>
              </p:blipFill>
              <p:spPr>
                <a:xfrm>
                  <a:off x="10987742" y="4773883"/>
                  <a:ext cx="173520" cy="11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0" name="Group 539">
            <a:extLst>
              <a:ext uri="{FF2B5EF4-FFF2-40B4-BE49-F238E27FC236}">
                <a16:creationId xmlns:a16="http://schemas.microsoft.com/office/drawing/2014/main" id="{4AE49539-BA46-0DC7-F678-F91741D54278}"/>
              </a:ext>
            </a:extLst>
          </p:cNvPr>
          <p:cNvGrpSpPr/>
          <p:nvPr/>
        </p:nvGrpSpPr>
        <p:grpSpPr>
          <a:xfrm>
            <a:off x="9268382" y="5577763"/>
            <a:ext cx="1330920" cy="340560"/>
            <a:chOff x="9268382" y="5577763"/>
            <a:chExt cx="1330920" cy="340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1">
              <p14:nvContentPartPr>
                <p14:cNvPr id="530" name="Ink 529">
                  <a:extLst>
                    <a:ext uri="{FF2B5EF4-FFF2-40B4-BE49-F238E27FC236}">
                      <a16:creationId xmlns:a16="http://schemas.microsoft.com/office/drawing/2014/main" id="{351E06EF-EFFF-B0E8-8E3F-5497D4DEAF9A}"/>
                    </a:ext>
                  </a:extLst>
                </p14:cNvPr>
                <p14:cNvContentPartPr/>
                <p14:nvPr/>
              </p14:nvContentPartPr>
              <p14:xfrm>
                <a:off x="9268382" y="5700163"/>
                <a:ext cx="104400" cy="218160"/>
              </p14:xfrm>
            </p:contentPart>
          </mc:Choice>
          <mc:Fallback>
            <p:pic>
              <p:nvPicPr>
                <p:cNvPr id="530" name="Ink 529">
                  <a:extLst>
                    <a:ext uri="{FF2B5EF4-FFF2-40B4-BE49-F238E27FC236}">
                      <a16:creationId xmlns:a16="http://schemas.microsoft.com/office/drawing/2014/main" id="{351E06EF-EFFF-B0E8-8E3F-5497D4DEAF9A}"/>
                    </a:ext>
                  </a:extLst>
                </p:cNvPr>
                <p:cNvPicPr/>
                <p:nvPr/>
              </p:nvPicPr>
              <p:blipFill>
                <a:blip r:embed="rId572"/>
                <a:stretch>
                  <a:fillRect/>
                </a:stretch>
              </p:blipFill>
              <p:spPr>
                <a:xfrm>
                  <a:off x="9259742" y="5691163"/>
                  <a:ext cx="12204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3">
              <p14:nvContentPartPr>
                <p14:cNvPr id="531" name="Ink 530">
                  <a:extLst>
                    <a:ext uri="{FF2B5EF4-FFF2-40B4-BE49-F238E27FC236}">
                      <a16:creationId xmlns:a16="http://schemas.microsoft.com/office/drawing/2014/main" id="{548EBB86-A0FC-8932-BD59-FA214A53A060}"/>
                    </a:ext>
                  </a:extLst>
                </p14:cNvPr>
                <p14:cNvContentPartPr/>
                <p14:nvPr/>
              </p14:nvContentPartPr>
              <p14:xfrm>
                <a:off x="9486902" y="5713123"/>
                <a:ext cx="138240" cy="121680"/>
              </p14:xfrm>
            </p:contentPart>
          </mc:Choice>
          <mc:Fallback>
            <p:pic>
              <p:nvPicPr>
                <p:cNvPr id="531" name="Ink 530">
                  <a:extLst>
                    <a:ext uri="{FF2B5EF4-FFF2-40B4-BE49-F238E27FC236}">
                      <a16:creationId xmlns:a16="http://schemas.microsoft.com/office/drawing/2014/main" id="{548EBB86-A0FC-8932-BD59-FA214A53A060}"/>
                    </a:ext>
                  </a:extLst>
                </p:cNvPr>
                <p:cNvPicPr/>
                <p:nvPr/>
              </p:nvPicPr>
              <p:blipFill>
                <a:blip r:embed="rId574"/>
                <a:stretch>
                  <a:fillRect/>
                </a:stretch>
              </p:blipFill>
              <p:spPr>
                <a:xfrm>
                  <a:off x="9478262" y="5704483"/>
                  <a:ext cx="15588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5">
              <p14:nvContentPartPr>
                <p14:cNvPr id="532" name="Ink 531">
                  <a:extLst>
                    <a:ext uri="{FF2B5EF4-FFF2-40B4-BE49-F238E27FC236}">
                      <a16:creationId xmlns:a16="http://schemas.microsoft.com/office/drawing/2014/main" id="{2A0241A7-5AD7-B0B1-E995-F6E788E1094F}"/>
                    </a:ext>
                  </a:extLst>
                </p14:cNvPr>
                <p14:cNvContentPartPr/>
                <p14:nvPr/>
              </p14:nvContentPartPr>
              <p14:xfrm>
                <a:off x="9648542" y="5711323"/>
                <a:ext cx="66240" cy="91440"/>
              </p14:xfrm>
            </p:contentPart>
          </mc:Choice>
          <mc:Fallback>
            <p:pic>
              <p:nvPicPr>
                <p:cNvPr id="532" name="Ink 531">
                  <a:extLst>
                    <a:ext uri="{FF2B5EF4-FFF2-40B4-BE49-F238E27FC236}">
                      <a16:creationId xmlns:a16="http://schemas.microsoft.com/office/drawing/2014/main" id="{2A0241A7-5AD7-B0B1-E995-F6E788E1094F}"/>
                    </a:ext>
                  </a:extLst>
                </p:cNvPr>
                <p:cNvPicPr/>
                <p:nvPr/>
              </p:nvPicPr>
              <p:blipFill>
                <a:blip r:embed="rId576"/>
                <a:stretch>
                  <a:fillRect/>
                </a:stretch>
              </p:blipFill>
              <p:spPr>
                <a:xfrm>
                  <a:off x="9639542" y="5702323"/>
                  <a:ext cx="8388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7">
              <p14:nvContentPartPr>
                <p14:cNvPr id="533" name="Ink 532">
                  <a:extLst>
                    <a:ext uri="{FF2B5EF4-FFF2-40B4-BE49-F238E27FC236}">
                      <a16:creationId xmlns:a16="http://schemas.microsoft.com/office/drawing/2014/main" id="{2CD856C5-A31E-E689-72D6-269B2BA8C1B6}"/>
                    </a:ext>
                  </a:extLst>
                </p14:cNvPr>
                <p14:cNvContentPartPr/>
                <p14:nvPr/>
              </p14:nvContentPartPr>
              <p14:xfrm>
                <a:off x="9804782" y="5741563"/>
                <a:ext cx="33840" cy="64800"/>
              </p14:xfrm>
            </p:contentPart>
          </mc:Choice>
          <mc:Fallback>
            <p:pic>
              <p:nvPicPr>
                <p:cNvPr id="533" name="Ink 532">
                  <a:extLst>
                    <a:ext uri="{FF2B5EF4-FFF2-40B4-BE49-F238E27FC236}">
                      <a16:creationId xmlns:a16="http://schemas.microsoft.com/office/drawing/2014/main" id="{2CD856C5-A31E-E689-72D6-269B2BA8C1B6}"/>
                    </a:ext>
                  </a:extLst>
                </p:cNvPr>
                <p:cNvPicPr/>
                <p:nvPr/>
              </p:nvPicPr>
              <p:blipFill>
                <a:blip r:embed="rId578"/>
                <a:stretch>
                  <a:fillRect/>
                </a:stretch>
              </p:blipFill>
              <p:spPr>
                <a:xfrm>
                  <a:off x="9795782" y="5732563"/>
                  <a:ext cx="5148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9">
              <p14:nvContentPartPr>
                <p14:cNvPr id="534" name="Ink 533">
                  <a:extLst>
                    <a:ext uri="{FF2B5EF4-FFF2-40B4-BE49-F238E27FC236}">
                      <a16:creationId xmlns:a16="http://schemas.microsoft.com/office/drawing/2014/main" id="{1827ECDE-C679-748E-B404-1E1258C1B06E}"/>
                    </a:ext>
                  </a:extLst>
                </p14:cNvPr>
                <p14:cNvContentPartPr/>
                <p14:nvPr/>
              </p14:nvContentPartPr>
              <p14:xfrm>
                <a:off x="9796142" y="5600083"/>
                <a:ext cx="2880" cy="9720"/>
              </p14:xfrm>
            </p:contentPart>
          </mc:Choice>
          <mc:Fallback>
            <p:pic>
              <p:nvPicPr>
                <p:cNvPr id="534" name="Ink 533">
                  <a:extLst>
                    <a:ext uri="{FF2B5EF4-FFF2-40B4-BE49-F238E27FC236}">
                      <a16:creationId xmlns:a16="http://schemas.microsoft.com/office/drawing/2014/main" id="{1827ECDE-C679-748E-B404-1E1258C1B06E}"/>
                    </a:ext>
                  </a:extLst>
                </p:cNvPr>
                <p:cNvPicPr/>
                <p:nvPr/>
              </p:nvPicPr>
              <p:blipFill>
                <a:blip r:embed="rId580"/>
                <a:stretch>
                  <a:fillRect/>
                </a:stretch>
              </p:blipFill>
              <p:spPr>
                <a:xfrm>
                  <a:off x="9787502" y="5591083"/>
                  <a:ext cx="205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1">
              <p14:nvContentPartPr>
                <p14:cNvPr id="535" name="Ink 534">
                  <a:extLst>
                    <a:ext uri="{FF2B5EF4-FFF2-40B4-BE49-F238E27FC236}">
                      <a16:creationId xmlns:a16="http://schemas.microsoft.com/office/drawing/2014/main" id="{7EE952E2-BF0E-112F-0B3A-5904033649A6}"/>
                    </a:ext>
                  </a:extLst>
                </p14:cNvPr>
                <p14:cNvContentPartPr/>
                <p14:nvPr/>
              </p14:nvContentPartPr>
              <p14:xfrm>
                <a:off x="9937262" y="5725723"/>
                <a:ext cx="82440" cy="74160"/>
              </p14:xfrm>
            </p:contentPart>
          </mc:Choice>
          <mc:Fallback>
            <p:pic>
              <p:nvPicPr>
                <p:cNvPr id="535" name="Ink 534">
                  <a:extLst>
                    <a:ext uri="{FF2B5EF4-FFF2-40B4-BE49-F238E27FC236}">
                      <a16:creationId xmlns:a16="http://schemas.microsoft.com/office/drawing/2014/main" id="{7EE952E2-BF0E-112F-0B3A-5904033649A6}"/>
                    </a:ext>
                  </a:extLst>
                </p:cNvPr>
                <p:cNvPicPr/>
                <p:nvPr/>
              </p:nvPicPr>
              <p:blipFill>
                <a:blip r:embed="rId582"/>
                <a:stretch>
                  <a:fillRect/>
                </a:stretch>
              </p:blipFill>
              <p:spPr>
                <a:xfrm>
                  <a:off x="9928622" y="5717083"/>
                  <a:ext cx="10008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3">
              <p14:nvContentPartPr>
                <p14:cNvPr id="536" name="Ink 535">
                  <a:extLst>
                    <a:ext uri="{FF2B5EF4-FFF2-40B4-BE49-F238E27FC236}">
                      <a16:creationId xmlns:a16="http://schemas.microsoft.com/office/drawing/2014/main" id="{83FFCEC7-B461-BF1C-29F4-A1FC3AF11DC6}"/>
                    </a:ext>
                  </a:extLst>
                </p14:cNvPr>
                <p14:cNvContentPartPr/>
                <p14:nvPr/>
              </p14:nvContentPartPr>
              <p14:xfrm>
                <a:off x="10126262" y="5577763"/>
                <a:ext cx="88560" cy="248400"/>
              </p14:xfrm>
            </p:contentPart>
          </mc:Choice>
          <mc:Fallback>
            <p:pic>
              <p:nvPicPr>
                <p:cNvPr id="536" name="Ink 535">
                  <a:extLst>
                    <a:ext uri="{FF2B5EF4-FFF2-40B4-BE49-F238E27FC236}">
                      <a16:creationId xmlns:a16="http://schemas.microsoft.com/office/drawing/2014/main" id="{83FFCEC7-B461-BF1C-29F4-A1FC3AF11DC6}"/>
                    </a:ext>
                  </a:extLst>
                </p:cNvPr>
                <p:cNvPicPr/>
                <p:nvPr/>
              </p:nvPicPr>
              <p:blipFill>
                <a:blip r:embed="rId584"/>
                <a:stretch>
                  <a:fillRect/>
                </a:stretch>
              </p:blipFill>
              <p:spPr>
                <a:xfrm>
                  <a:off x="10117622" y="5569123"/>
                  <a:ext cx="10620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5">
              <p14:nvContentPartPr>
                <p14:cNvPr id="537" name="Ink 536">
                  <a:extLst>
                    <a:ext uri="{FF2B5EF4-FFF2-40B4-BE49-F238E27FC236}">
                      <a16:creationId xmlns:a16="http://schemas.microsoft.com/office/drawing/2014/main" id="{6F794DE4-375B-F827-CE6B-E816B82A01DA}"/>
                    </a:ext>
                  </a:extLst>
                </p14:cNvPr>
                <p14:cNvContentPartPr/>
                <p14:nvPr/>
              </p14:nvContentPartPr>
              <p14:xfrm>
                <a:off x="10325342" y="5740843"/>
                <a:ext cx="24120" cy="58320"/>
              </p14:xfrm>
            </p:contentPart>
          </mc:Choice>
          <mc:Fallback>
            <p:pic>
              <p:nvPicPr>
                <p:cNvPr id="537" name="Ink 536">
                  <a:extLst>
                    <a:ext uri="{FF2B5EF4-FFF2-40B4-BE49-F238E27FC236}">
                      <a16:creationId xmlns:a16="http://schemas.microsoft.com/office/drawing/2014/main" id="{6F794DE4-375B-F827-CE6B-E816B82A01DA}"/>
                    </a:ext>
                  </a:extLst>
                </p:cNvPr>
                <p:cNvPicPr/>
                <p:nvPr/>
              </p:nvPicPr>
              <p:blipFill>
                <a:blip r:embed="rId586"/>
                <a:stretch>
                  <a:fillRect/>
                </a:stretch>
              </p:blipFill>
              <p:spPr>
                <a:xfrm>
                  <a:off x="10316702" y="5732203"/>
                  <a:ext cx="4176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7">
              <p14:nvContentPartPr>
                <p14:cNvPr id="538" name="Ink 537">
                  <a:extLst>
                    <a:ext uri="{FF2B5EF4-FFF2-40B4-BE49-F238E27FC236}">
                      <a16:creationId xmlns:a16="http://schemas.microsoft.com/office/drawing/2014/main" id="{9A7A733C-5D6E-B604-CD72-4F7A612670DB}"/>
                    </a:ext>
                  </a:extLst>
                </p14:cNvPr>
                <p14:cNvContentPartPr/>
                <p14:nvPr/>
              </p14:nvContentPartPr>
              <p14:xfrm>
                <a:off x="10322102" y="5637163"/>
                <a:ext cx="720" cy="17640"/>
              </p14:xfrm>
            </p:contentPart>
          </mc:Choice>
          <mc:Fallback>
            <p:pic>
              <p:nvPicPr>
                <p:cNvPr id="538" name="Ink 537">
                  <a:extLst>
                    <a:ext uri="{FF2B5EF4-FFF2-40B4-BE49-F238E27FC236}">
                      <a16:creationId xmlns:a16="http://schemas.microsoft.com/office/drawing/2014/main" id="{9A7A733C-5D6E-B604-CD72-4F7A612670DB}"/>
                    </a:ext>
                  </a:extLst>
                </p:cNvPr>
                <p:cNvPicPr/>
                <p:nvPr/>
              </p:nvPicPr>
              <p:blipFill>
                <a:blip r:embed="rId588"/>
                <a:stretch>
                  <a:fillRect/>
                </a:stretch>
              </p:blipFill>
              <p:spPr>
                <a:xfrm>
                  <a:off x="10313462" y="5628163"/>
                  <a:ext cx="1836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9">
              <p14:nvContentPartPr>
                <p14:cNvPr id="539" name="Ink 538">
                  <a:extLst>
                    <a:ext uri="{FF2B5EF4-FFF2-40B4-BE49-F238E27FC236}">
                      <a16:creationId xmlns:a16="http://schemas.microsoft.com/office/drawing/2014/main" id="{33E3CDF2-7229-F76F-22AF-06DD97113DD9}"/>
                    </a:ext>
                  </a:extLst>
                </p14:cNvPr>
                <p14:cNvContentPartPr/>
                <p14:nvPr/>
              </p14:nvContentPartPr>
              <p14:xfrm>
                <a:off x="10442342" y="5761003"/>
                <a:ext cx="156960" cy="88560"/>
              </p14:xfrm>
            </p:contentPart>
          </mc:Choice>
          <mc:Fallback>
            <p:pic>
              <p:nvPicPr>
                <p:cNvPr id="539" name="Ink 538">
                  <a:extLst>
                    <a:ext uri="{FF2B5EF4-FFF2-40B4-BE49-F238E27FC236}">
                      <a16:creationId xmlns:a16="http://schemas.microsoft.com/office/drawing/2014/main" id="{33E3CDF2-7229-F76F-22AF-06DD97113DD9}"/>
                    </a:ext>
                  </a:extLst>
                </p:cNvPr>
                <p:cNvPicPr/>
                <p:nvPr/>
              </p:nvPicPr>
              <p:blipFill>
                <a:blip r:embed="rId590"/>
                <a:stretch>
                  <a:fillRect/>
                </a:stretch>
              </p:blipFill>
              <p:spPr>
                <a:xfrm>
                  <a:off x="10433702" y="5752363"/>
                  <a:ext cx="174600" cy="10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5" name="Group 544">
            <a:extLst>
              <a:ext uri="{FF2B5EF4-FFF2-40B4-BE49-F238E27FC236}">
                <a16:creationId xmlns:a16="http://schemas.microsoft.com/office/drawing/2014/main" id="{3B2B16C9-7AFC-089E-5A71-EC6B05ADD144}"/>
              </a:ext>
            </a:extLst>
          </p:cNvPr>
          <p:cNvGrpSpPr/>
          <p:nvPr/>
        </p:nvGrpSpPr>
        <p:grpSpPr>
          <a:xfrm>
            <a:off x="10815662" y="5645443"/>
            <a:ext cx="590760" cy="213120"/>
            <a:chOff x="10815662" y="5645443"/>
            <a:chExt cx="590760" cy="21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1">
              <p14:nvContentPartPr>
                <p14:cNvPr id="541" name="Ink 540">
                  <a:extLst>
                    <a:ext uri="{FF2B5EF4-FFF2-40B4-BE49-F238E27FC236}">
                      <a16:creationId xmlns:a16="http://schemas.microsoft.com/office/drawing/2014/main" id="{EDA3EC70-9EB3-3C1C-38BB-5605116CB116}"/>
                    </a:ext>
                  </a:extLst>
                </p14:cNvPr>
                <p14:cNvContentPartPr/>
                <p14:nvPr/>
              </p14:nvContentPartPr>
              <p14:xfrm>
                <a:off x="10820342" y="5745883"/>
                <a:ext cx="38520" cy="77040"/>
              </p14:xfrm>
            </p:contentPart>
          </mc:Choice>
          <mc:Fallback>
            <p:pic>
              <p:nvPicPr>
                <p:cNvPr id="541" name="Ink 540">
                  <a:extLst>
                    <a:ext uri="{FF2B5EF4-FFF2-40B4-BE49-F238E27FC236}">
                      <a16:creationId xmlns:a16="http://schemas.microsoft.com/office/drawing/2014/main" id="{EDA3EC70-9EB3-3C1C-38BB-5605116CB116}"/>
                    </a:ext>
                  </a:extLst>
                </p:cNvPr>
                <p:cNvPicPr/>
                <p:nvPr/>
              </p:nvPicPr>
              <p:blipFill>
                <a:blip r:embed="rId592"/>
                <a:stretch>
                  <a:fillRect/>
                </a:stretch>
              </p:blipFill>
              <p:spPr>
                <a:xfrm>
                  <a:off x="10811342" y="5736883"/>
                  <a:ext cx="5616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3">
              <p14:nvContentPartPr>
                <p14:cNvPr id="542" name="Ink 541">
                  <a:extLst>
                    <a:ext uri="{FF2B5EF4-FFF2-40B4-BE49-F238E27FC236}">
                      <a16:creationId xmlns:a16="http://schemas.microsoft.com/office/drawing/2014/main" id="{68B2D6A6-8086-0C59-83D0-A44BB19A326E}"/>
                    </a:ext>
                  </a:extLst>
                </p14:cNvPr>
                <p14:cNvContentPartPr/>
                <p14:nvPr/>
              </p14:nvContentPartPr>
              <p14:xfrm>
                <a:off x="10815662" y="5645443"/>
                <a:ext cx="3600" cy="14040"/>
              </p14:xfrm>
            </p:contentPart>
          </mc:Choice>
          <mc:Fallback>
            <p:pic>
              <p:nvPicPr>
                <p:cNvPr id="542" name="Ink 541">
                  <a:extLst>
                    <a:ext uri="{FF2B5EF4-FFF2-40B4-BE49-F238E27FC236}">
                      <a16:creationId xmlns:a16="http://schemas.microsoft.com/office/drawing/2014/main" id="{68B2D6A6-8086-0C59-83D0-A44BB19A326E}"/>
                    </a:ext>
                  </a:extLst>
                </p:cNvPr>
                <p:cNvPicPr/>
                <p:nvPr/>
              </p:nvPicPr>
              <p:blipFill>
                <a:blip r:embed="rId594"/>
                <a:stretch>
                  <a:fillRect/>
                </a:stretch>
              </p:blipFill>
              <p:spPr>
                <a:xfrm>
                  <a:off x="10806662" y="5636443"/>
                  <a:ext cx="212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5">
              <p14:nvContentPartPr>
                <p14:cNvPr id="543" name="Ink 542">
                  <a:extLst>
                    <a:ext uri="{FF2B5EF4-FFF2-40B4-BE49-F238E27FC236}">
                      <a16:creationId xmlns:a16="http://schemas.microsoft.com/office/drawing/2014/main" id="{4896D165-A5C4-9D44-4321-CCC62E112CF4}"/>
                    </a:ext>
                  </a:extLst>
                </p14:cNvPr>
                <p14:cNvContentPartPr/>
                <p14:nvPr/>
              </p14:nvContentPartPr>
              <p14:xfrm>
                <a:off x="10927982" y="5774323"/>
                <a:ext cx="153720" cy="84240"/>
              </p14:xfrm>
            </p:contentPart>
          </mc:Choice>
          <mc:Fallback>
            <p:pic>
              <p:nvPicPr>
                <p:cNvPr id="543" name="Ink 542">
                  <a:extLst>
                    <a:ext uri="{FF2B5EF4-FFF2-40B4-BE49-F238E27FC236}">
                      <a16:creationId xmlns:a16="http://schemas.microsoft.com/office/drawing/2014/main" id="{4896D165-A5C4-9D44-4321-CCC62E112CF4}"/>
                    </a:ext>
                  </a:extLst>
                </p:cNvPr>
                <p:cNvPicPr/>
                <p:nvPr/>
              </p:nvPicPr>
              <p:blipFill>
                <a:blip r:embed="rId596"/>
                <a:stretch>
                  <a:fillRect/>
                </a:stretch>
              </p:blipFill>
              <p:spPr>
                <a:xfrm>
                  <a:off x="10918982" y="5765323"/>
                  <a:ext cx="17136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7">
              <p14:nvContentPartPr>
                <p14:cNvPr id="544" name="Ink 543">
                  <a:extLst>
                    <a:ext uri="{FF2B5EF4-FFF2-40B4-BE49-F238E27FC236}">
                      <a16:creationId xmlns:a16="http://schemas.microsoft.com/office/drawing/2014/main" id="{2AEB9408-60F0-BA5A-BF99-81435BD3A352}"/>
                    </a:ext>
                  </a:extLst>
                </p14:cNvPr>
                <p14:cNvContentPartPr/>
                <p14:nvPr/>
              </p14:nvContentPartPr>
              <p14:xfrm>
                <a:off x="11237582" y="5724643"/>
                <a:ext cx="168840" cy="120240"/>
              </p14:xfrm>
            </p:contentPart>
          </mc:Choice>
          <mc:Fallback>
            <p:pic>
              <p:nvPicPr>
                <p:cNvPr id="544" name="Ink 543">
                  <a:extLst>
                    <a:ext uri="{FF2B5EF4-FFF2-40B4-BE49-F238E27FC236}">
                      <a16:creationId xmlns:a16="http://schemas.microsoft.com/office/drawing/2014/main" id="{2AEB9408-60F0-BA5A-BF99-81435BD3A352}"/>
                    </a:ext>
                  </a:extLst>
                </p:cNvPr>
                <p:cNvPicPr/>
                <p:nvPr/>
              </p:nvPicPr>
              <p:blipFill>
                <a:blip r:embed="rId598"/>
                <a:stretch>
                  <a:fillRect/>
                </a:stretch>
              </p:blipFill>
              <p:spPr>
                <a:xfrm>
                  <a:off x="11228942" y="5715643"/>
                  <a:ext cx="186480" cy="13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4" name="Group 553">
            <a:extLst>
              <a:ext uri="{FF2B5EF4-FFF2-40B4-BE49-F238E27FC236}">
                <a16:creationId xmlns:a16="http://schemas.microsoft.com/office/drawing/2014/main" id="{773785B5-B9BB-9998-9430-B057540315E4}"/>
              </a:ext>
            </a:extLst>
          </p:cNvPr>
          <p:cNvGrpSpPr/>
          <p:nvPr/>
        </p:nvGrpSpPr>
        <p:grpSpPr>
          <a:xfrm>
            <a:off x="9296822" y="5048563"/>
            <a:ext cx="866880" cy="259200"/>
            <a:chOff x="9296822" y="5048563"/>
            <a:chExt cx="866880" cy="25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9">
              <p14:nvContentPartPr>
                <p14:cNvPr id="546" name="Ink 545">
                  <a:extLst>
                    <a:ext uri="{FF2B5EF4-FFF2-40B4-BE49-F238E27FC236}">
                      <a16:creationId xmlns:a16="http://schemas.microsoft.com/office/drawing/2014/main" id="{272BA755-F1E7-A905-240A-B3E042166038}"/>
                    </a:ext>
                  </a:extLst>
                </p14:cNvPr>
                <p14:cNvContentPartPr/>
                <p14:nvPr/>
              </p14:nvContentPartPr>
              <p14:xfrm>
                <a:off x="9298622" y="5141803"/>
                <a:ext cx="50760" cy="165960"/>
              </p14:xfrm>
            </p:contentPart>
          </mc:Choice>
          <mc:Fallback>
            <p:pic>
              <p:nvPicPr>
                <p:cNvPr id="546" name="Ink 545">
                  <a:extLst>
                    <a:ext uri="{FF2B5EF4-FFF2-40B4-BE49-F238E27FC236}">
                      <a16:creationId xmlns:a16="http://schemas.microsoft.com/office/drawing/2014/main" id="{272BA755-F1E7-A905-240A-B3E042166038}"/>
                    </a:ext>
                  </a:extLst>
                </p:cNvPr>
                <p:cNvPicPr/>
                <p:nvPr/>
              </p:nvPicPr>
              <p:blipFill>
                <a:blip r:embed="rId600"/>
                <a:stretch>
                  <a:fillRect/>
                </a:stretch>
              </p:blipFill>
              <p:spPr>
                <a:xfrm>
                  <a:off x="9289982" y="5132803"/>
                  <a:ext cx="6840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1">
              <p14:nvContentPartPr>
                <p14:cNvPr id="547" name="Ink 546">
                  <a:extLst>
                    <a:ext uri="{FF2B5EF4-FFF2-40B4-BE49-F238E27FC236}">
                      <a16:creationId xmlns:a16="http://schemas.microsoft.com/office/drawing/2014/main" id="{6B813E16-DAE9-D078-C794-89C5A530BE29}"/>
                    </a:ext>
                  </a:extLst>
                </p14:cNvPr>
                <p14:cNvContentPartPr/>
                <p14:nvPr/>
              </p14:nvContentPartPr>
              <p14:xfrm>
                <a:off x="9296822" y="5151883"/>
                <a:ext cx="117360" cy="50040"/>
              </p14:xfrm>
            </p:contentPart>
          </mc:Choice>
          <mc:Fallback>
            <p:pic>
              <p:nvPicPr>
                <p:cNvPr id="547" name="Ink 546">
                  <a:extLst>
                    <a:ext uri="{FF2B5EF4-FFF2-40B4-BE49-F238E27FC236}">
                      <a16:creationId xmlns:a16="http://schemas.microsoft.com/office/drawing/2014/main" id="{6B813E16-DAE9-D078-C794-89C5A530BE29}"/>
                    </a:ext>
                  </a:extLst>
                </p:cNvPr>
                <p:cNvPicPr/>
                <p:nvPr/>
              </p:nvPicPr>
              <p:blipFill>
                <a:blip r:embed="rId602"/>
                <a:stretch>
                  <a:fillRect/>
                </a:stretch>
              </p:blipFill>
              <p:spPr>
                <a:xfrm>
                  <a:off x="9287822" y="5142883"/>
                  <a:ext cx="13500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3">
              <p14:nvContentPartPr>
                <p14:cNvPr id="548" name="Ink 547">
                  <a:extLst>
                    <a:ext uri="{FF2B5EF4-FFF2-40B4-BE49-F238E27FC236}">
                      <a16:creationId xmlns:a16="http://schemas.microsoft.com/office/drawing/2014/main" id="{9B2D6606-8844-76B2-0C71-48EC4DF8E955}"/>
                    </a:ext>
                  </a:extLst>
                </p14:cNvPr>
                <p14:cNvContentPartPr/>
                <p14:nvPr/>
              </p14:nvContentPartPr>
              <p14:xfrm>
                <a:off x="9482942" y="5122003"/>
                <a:ext cx="216720" cy="110160"/>
              </p14:xfrm>
            </p:contentPart>
          </mc:Choice>
          <mc:Fallback>
            <p:pic>
              <p:nvPicPr>
                <p:cNvPr id="548" name="Ink 547">
                  <a:extLst>
                    <a:ext uri="{FF2B5EF4-FFF2-40B4-BE49-F238E27FC236}">
                      <a16:creationId xmlns:a16="http://schemas.microsoft.com/office/drawing/2014/main" id="{9B2D6606-8844-76B2-0C71-48EC4DF8E955}"/>
                    </a:ext>
                  </a:extLst>
                </p:cNvPr>
                <p:cNvPicPr/>
                <p:nvPr/>
              </p:nvPicPr>
              <p:blipFill>
                <a:blip r:embed="rId604"/>
                <a:stretch>
                  <a:fillRect/>
                </a:stretch>
              </p:blipFill>
              <p:spPr>
                <a:xfrm>
                  <a:off x="9474302" y="5113363"/>
                  <a:ext cx="23436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5">
              <p14:nvContentPartPr>
                <p14:cNvPr id="549" name="Ink 548">
                  <a:extLst>
                    <a:ext uri="{FF2B5EF4-FFF2-40B4-BE49-F238E27FC236}">
                      <a16:creationId xmlns:a16="http://schemas.microsoft.com/office/drawing/2014/main" id="{949E2BE2-2B0A-B683-CD52-168DA4466782}"/>
                    </a:ext>
                  </a:extLst>
                </p14:cNvPr>
                <p14:cNvContentPartPr/>
                <p14:nvPr/>
              </p14:nvContentPartPr>
              <p14:xfrm>
                <a:off x="9756182" y="5182483"/>
                <a:ext cx="25560" cy="47880"/>
              </p14:xfrm>
            </p:contentPart>
          </mc:Choice>
          <mc:Fallback>
            <p:pic>
              <p:nvPicPr>
                <p:cNvPr id="549" name="Ink 548">
                  <a:extLst>
                    <a:ext uri="{FF2B5EF4-FFF2-40B4-BE49-F238E27FC236}">
                      <a16:creationId xmlns:a16="http://schemas.microsoft.com/office/drawing/2014/main" id="{949E2BE2-2B0A-B683-CD52-168DA4466782}"/>
                    </a:ext>
                  </a:extLst>
                </p:cNvPr>
                <p:cNvPicPr/>
                <p:nvPr/>
              </p:nvPicPr>
              <p:blipFill>
                <a:blip r:embed="rId606"/>
                <a:stretch>
                  <a:fillRect/>
                </a:stretch>
              </p:blipFill>
              <p:spPr>
                <a:xfrm>
                  <a:off x="9747182" y="5173843"/>
                  <a:ext cx="4320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7">
              <p14:nvContentPartPr>
                <p14:cNvPr id="550" name="Ink 549">
                  <a:extLst>
                    <a:ext uri="{FF2B5EF4-FFF2-40B4-BE49-F238E27FC236}">
                      <a16:creationId xmlns:a16="http://schemas.microsoft.com/office/drawing/2014/main" id="{84F2B60D-09A1-B1FA-2452-321E90AB770B}"/>
                    </a:ext>
                  </a:extLst>
                </p14:cNvPr>
                <p14:cNvContentPartPr/>
                <p14:nvPr/>
              </p14:nvContentPartPr>
              <p14:xfrm>
                <a:off x="9785702" y="5080243"/>
                <a:ext cx="5760" cy="9360"/>
              </p14:xfrm>
            </p:contentPart>
          </mc:Choice>
          <mc:Fallback>
            <p:pic>
              <p:nvPicPr>
                <p:cNvPr id="550" name="Ink 549">
                  <a:extLst>
                    <a:ext uri="{FF2B5EF4-FFF2-40B4-BE49-F238E27FC236}">
                      <a16:creationId xmlns:a16="http://schemas.microsoft.com/office/drawing/2014/main" id="{84F2B60D-09A1-B1FA-2452-321E90AB770B}"/>
                    </a:ext>
                  </a:extLst>
                </p:cNvPr>
                <p:cNvPicPr/>
                <p:nvPr/>
              </p:nvPicPr>
              <p:blipFill>
                <a:blip r:embed="rId608"/>
                <a:stretch>
                  <a:fillRect/>
                </a:stretch>
              </p:blipFill>
              <p:spPr>
                <a:xfrm>
                  <a:off x="9777062" y="5071603"/>
                  <a:ext cx="2340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9">
              <p14:nvContentPartPr>
                <p14:cNvPr id="551" name="Ink 550">
                  <a:extLst>
                    <a:ext uri="{FF2B5EF4-FFF2-40B4-BE49-F238E27FC236}">
                      <a16:creationId xmlns:a16="http://schemas.microsoft.com/office/drawing/2014/main" id="{E8ACE797-5B36-7B0F-FFD8-EC689153BAA5}"/>
                    </a:ext>
                  </a:extLst>
                </p14:cNvPr>
                <p14:cNvContentPartPr/>
                <p14:nvPr/>
              </p14:nvContentPartPr>
              <p14:xfrm>
                <a:off x="9879302" y="5160163"/>
                <a:ext cx="90000" cy="75240"/>
              </p14:xfrm>
            </p:contentPart>
          </mc:Choice>
          <mc:Fallback>
            <p:pic>
              <p:nvPicPr>
                <p:cNvPr id="551" name="Ink 550">
                  <a:extLst>
                    <a:ext uri="{FF2B5EF4-FFF2-40B4-BE49-F238E27FC236}">
                      <a16:creationId xmlns:a16="http://schemas.microsoft.com/office/drawing/2014/main" id="{E8ACE797-5B36-7B0F-FFD8-EC689153BAA5}"/>
                    </a:ext>
                  </a:extLst>
                </p:cNvPr>
                <p:cNvPicPr/>
                <p:nvPr/>
              </p:nvPicPr>
              <p:blipFill>
                <a:blip r:embed="rId610"/>
                <a:stretch>
                  <a:fillRect/>
                </a:stretch>
              </p:blipFill>
              <p:spPr>
                <a:xfrm>
                  <a:off x="9870302" y="5151163"/>
                  <a:ext cx="1076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1">
              <p14:nvContentPartPr>
                <p14:cNvPr id="552" name="Ink 551">
                  <a:extLst>
                    <a:ext uri="{FF2B5EF4-FFF2-40B4-BE49-F238E27FC236}">
                      <a16:creationId xmlns:a16="http://schemas.microsoft.com/office/drawing/2014/main" id="{02610E4A-3E31-4829-14DC-08F92CE43E11}"/>
                    </a:ext>
                  </a:extLst>
                </p14:cNvPr>
                <p14:cNvContentPartPr/>
                <p14:nvPr/>
              </p14:nvContentPartPr>
              <p14:xfrm>
                <a:off x="10048502" y="5048563"/>
                <a:ext cx="115200" cy="201600"/>
              </p14:xfrm>
            </p:contentPart>
          </mc:Choice>
          <mc:Fallback>
            <p:pic>
              <p:nvPicPr>
                <p:cNvPr id="552" name="Ink 551">
                  <a:extLst>
                    <a:ext uri="{FF2B5EF4-FFF2-40B4-BE49-F238E27FC236}">
                      <a16:creationId xmlns:a16="http://schemas.microsoft.com/office/drawing/2014/main" id="{02610E4A-3E31-4829-14DC-08F92CE43E11}"/>
                    </a:ext>
                  </a:extLst>
                </p:cNvPr>
                <p:cNvPicPr/>
                <p:nvPr/>
              </p:nvPicPr>
              <p:blipFill>
                <a:blip r:embed="rId612"/>
                <a:stretch>
                  <a:fillRect/>
                </a:stretch>
              </p:blipFill>
              <p:spPr>
                <a:xfrm>
                  <a:off x="10039502" y="5039923"/>
                  <a:ext cx="132840" cy="219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13">
            <p14:nvContentPartPr>
              <p14:cNvPr id="553" name="Ink 552">
                <a:extLst>
                  <a:ext uri="{FF2B5EF4-FFF2-40B4-BE49-F238E27FC236}">
                    <a16:creationId xmlns:a16="http://schemas.microsoft.com/office/drawing/2014/main" id="{06732386-2BEB-EE41-DF3F-ABD378871E96}"/>
                  </a:ext>
                </a:extLst>
              </p14:cNvPr>
              <p14:cNvContentPartPr/>
              <p14:nvPr/>
            </p14:nvContentPartPr>
            <p14:xfrm>
              <a:off x="10356302" y="5077003"/>
              <a:ext cx="214560" cy="156240"/>
            </p14:xfrm>
          </p:contentPart>
        </mc:Choice>
        <mc:Fallback>
          <p:pic>
            <p:nvPicPr>
              <p:cNvPr id="553" name="Ink 552">
                <a:extLst>
                  <a:ext uri="{FF2B5EF4-FFF2-40B4-BE49-F238E27FC236}">
                    <a16:creationId xmlns:a16="http://schemas.microsoft.com/office/drawing/2014/main" id="{06732386-2BEB-EE41-DF3F-ABD378871E96}"/>
                  </a:ext>
                </a:extLst>
              </p:cNvPr>
              <p:cNvPicPr/>
              <p:nvPr/>
            </p:nvPicPr>
            <p:blipFill>
              <a:blip r:embed="rId614"/>
              <a:stretch>
                <a:fillRect/>
              </a:stretch>
            </p:blipFill>
            <p:spPr>
              <a:xfrm>
                <a:off x="10347302" y="5068363"/>
                <a:ext cx="232200" cy="173880"/>
              </a:xfrm>
              <a:prstGeom prst="rect">
                <a:avLst/>
              </a:prstGeom>
            </p:spPr>
          </p:pic>
        </mc:Fallback>
      </mc:AlternateContent>
      <p:grpSp>
        <p:nvGrpSpPr>
          <p:cNvPr id="562" name="Group 561">
            <a:extLst>
              <a:ext uri="{FF2B5EF4-FFF2-40B4-BE49-F238E27FC236}">
                <a16:creationId xmlns:a16="http://schemas.microsoft.com/office/drawing/2014/main" id="{E480FA71-B22B-2D01-F4CF-6270637D61D1}"/>
              </a:ext>
            </a:extLst>
          </p:cNvPr>
          <p:cNvGrpSpPr/>
          <p:nvPr/>
        </p:nvGrpSpPr>
        <p:grpSpPr>
          <a:xfrm>
            <a:off x="9327062" y="6141523"/>
            <a:ext cx="875880" cy="284040"/>
            <a:chOff x="9327062" y="6141523"/>
            <a:chExt cx="875880" cy="284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15">
              <p14:nvContentPartPr>
                <p14:cNvPr id="555" name="Ink 554">
                  <a:extLst>
                    <a:ext uri="{FF2B5EF4-FFF2-40B4-BE49-F238E27FC236}">
                      <a16:creationId xmlns:a16="http://schemas.microsoft.com/office/drawing/2014/main" id="{5C8605F9-BB6C-6170-5D21-0580DA5F0101}"/>
                    </a:ext>
                  </a:extLst>
                </p14:cNvPr>
                <p14:cNvContentPartPr/>
                <p14:nvPr/>
              </p14:nvContentPartPr>
              <p14:xfrm>
                <a:off x="9333182" y="6226123"/>
                <a:ext cx="32400" cy="199440"/>
              </p14:xfrm>
            </p:contentPart>
          </mc:Choice>
          <mc:Fallback>
            <p:pic>
              <p:nvPicPr>
                <p:cNvPr id="555" name="Ink 554">
                  <a:extLst>
                    <a:ext uri="{FF2B5EF4-FFF2-40B4-BE49-F238E27FC236}">
                      <a16:creationId xmlns:a16="http://schemas.microsoft.com/office/drawing/2014/main" id="{5C8605F9-BB6C-6170-5D21-0580DA5F0101}"/>
                    </a:ext>
                  </a:extLst>
                </p:cNvPr>
                <p:cNvPicPr/>
                <p:nvPr/>
              </p:nvPicPr>
              <p:blipFill>
                <a:blip r:embed="rId616"/>
                <a:stretch>
                  <a:fillRect/>
                </a:stretch>
              </p:blipFill>
              <p:spPr>
                <a:xfrm>
                  <a:off x="9324542" y="6217123"/>
                  <a:ext cx="5004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7">
              <p14:nvContentPartPr>
                <p14:cNvPr id="556" name="Ink 555">
                  <a:extLst>
                    <a:ext uri="{FF2B5EF4-FFF2-40B4-BE49-F238E27FC236}">
                      <a16:creationId xmlns:a16="http://schemas.microsoft.com/office/drawing/2014/main" id="{58C24B88-6FD2-EF83-2BFB-4EFBEC8F5779}"/>
                    </a:ext>
                  </a:extLst>
                </p14:cNvPr>
                <p14:cNvContentPartPr/>
                <p14:nvPr/>
              </p14:nvContentPartPr>
              <p14:xfrm>
                <a:off x="9327062" y="6261043"/>
                <a:ext cx="91800" cy="65880"/>
              </p14:xfrm>
            </p:contentPart>
          </mc:Choice>
          <mc:Fallback>
            <p:pic>
              <p:nvPicPr>
                <p:cNvPr id="556" name="Ink 555">
                  <a:extLst>
                    <a:ext uri="{FF2B5EF4-FFF2-40B4-BE49-F238E27FC236}">
                      <a16:creationId xmlns:a16="http://schemas.microsoft.com/office/drawing/2014/main" id="{58C24B88-6FD2-EF83-2BFB-4EFBEC8F5779}"/>
                    </a:ext>
                  </a:extLst>
                </p:cNvPr>
                <p:cNvPicPr/>
                <p:nvPr/>
              </p:nvPicPr>
              <p:blipFill>
                <a:blip r:embed="rId618"/>
                <a:stretch>
                  <a:fillRect/>
                </a:stretch>
              </p:blipFill>
              <p:spPr>
                <a:xfrm>
                  <a:off x="9318062" y="6252403"/>
                  <a:ext cx="10944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9">
              <p14:nvContentPartPr>
                <p14:cNvPr id="557" name="Ink 556">
                  <a:extLst>
                    <a:ext uri="{FF2B5EF4-FFF2-40B4-BE49-F238E27FC236}">
                      <a16:creationId xmlns:a16="http://schemas.microsoft.com/office/drawing/2014/main" id="{628755C2-4A51-38D5-9000-7B1DB00CF184}"/>
                    </a:ext>
                  </a:extLst>
                </p14:cNvPr>
                <p14:cNvContentPartPr/>
                <p14:nvPr/>
              </p14:nvContentPartPr>
              <p14:xfrm>
                <a:off x="9507422" y="6220363"/>
                <a:ext cx="228960" cy="127440"/>
              </p14:xfrm>
            </p:contentPart>
          </mc:Choice>
          <mc:Fallback>
            <p:pic>
              <p:nvPicPr>
                <p:cNvPr id="557" name="Ink 556">
                  <a:extLst>
                    <a:ext uri="{FF2B5EF4-FFF2-40B4-BE49-F238E27FC236}">
                      <a16:creationId xmlns:a16="http://schemas.microsoft.com/office/drawing/2014/main" id="{628755C2-4A51-38D5-9000-7B1DB00CF184}"/>
                    </a:ext>
                  </a:extLst>
                </p:cNvPr>
                <p:cNvPicPr/>
                <p:nvPr/>
              </p:nvPicPr>
              <p:blipFill>
                <a:blip r:embed="rId620"/>
                <a:stretch>
                  <a:fillRect/>
                </a:stretch>
              </p:blipFill>
              <p:spPr>
                <a:xfrm>
                  <a:off x="9498782" y="6211363"/>
                  <a:ext cx="24660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1">
              <p14:nvContentPartPr>
                <p14:cNvPr id="558" name="Ink 557">
                  <a:extLst>
                    <a:ext uri="{FF2B5EF4-FFF2-40B4-BE49-F238E27FC236}">
                      <a16:creationId xmlns:a16="http://schemas.microsoft.com/office/drawing/2014/main" id="{21A877F2-BBAE-8254-2EE2-374B46D83C7E}"/>
                    </a:ext>
                  </a:extLst>
                </p14:cNvPr>
                <p14:cNvContentPartPr/>
                <p14:nvPr/>
              </p14:nvContentPartPr>
              <p14:xfrm>
                <a:off x="9824582" y="6275803"/>
                <a:ext cx="13680" cy="58680"/>
              </p14:xfrm>
            </p:contentPart>
          </mc:Choice>
          <mc:Fallback>
            <p:pic>
              <p:nvPicPr>
                <p:cNvPr id="558" name="Ink 557">
                  <a:extLst>
                    <a:ext uri="{FF2B5EF4-FFF2-40B4-BE49-F238E27FC236}">
                      <a16:creationId xmlns:a16="http://schemas.microsoft.com/office/drawing/2014/main" id="{21A877F2-BBAE-8254-2EE2-374B46D83C7E}"/>
                    </a:ext>
                  </a:extLst>
                </p:cNvPr>
                <p:cNvPicPr/>
                <p:nvPr/>
              </p:nvPicPr>
              <p:blipFill>
                <a:blip r:embed="rId622"/>
                <a:stretch>
                  <a:fillRect/>
                </a:stretch>
              </p:blipFill>
              <p:spPr>
                <a:xfrm>
                  <a:off x="9815942" y="6266803"/>
                  <a:ext cx="3132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3">
              <p14:nvContentPartPr>
                <p14:cNvPr id="559" name="Ink 558">
                  <a:extLst>
                    <a:ext uri="{FF2B5EF4-FFF2-40B4-BE49-F238E27FC236}">
                      <a16:creationId xmlns:a16="http://schemas.microsoft.com/office/drawing/2014/main" id="{3D8E0C93-9A40-48B9-274D-CAE863515B83}"/>
                    </a:ext>
                  </a:extLst>
                </p14:cNvPr>
                <p14:cNvContentPartPr/>
                <p14:nvPr/>
              </p14:nvContentPartPr>
              <p14:xfrm>
                <a:off x="9821342" y="6173923"/>
                <a:ext cx="11160" cy="28080"/>
              </p14:xfrm>
            </p:contentPart>
          </mc:Choice>
          <mc:Fallback>
            <p:pic>
              <p:nvPicPr>
                <p:cNvPr id="559" name="Ink 558">
                  <a:extLst>
                    <a:ext uri="{FF2B5EF4-FFF2-40B4-BE49-F238E27FC236}">
                      <a16:creationId xmlns:a16="http://schemas.microsoft.com/office/drawing/2014/main" id="{3D8E0C93-9A40-48B9-274D-CAE863515B83}"/>
                    </a:ext>
                  </a:extLst>
                </p:cNvPr>
                <p:cNvPicPr/>
                <p:nvPr/>
              </p:nvPicPr>
              <p:blipFill>
                <a:blip r:embed="rId624"/>
                <a:stretch>
                  <a:fillRect/>
                </a:stretch>
              </p:blipFill>
              <p:spPr>
                <a:xfrm>
                  <a:off x="9812702" y="6164923"/>
                  <a:ext cx="288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5">
              <p14:nvContentPartPr>
                <p14:cNvPr id="560" name="Ink 559">
                  <a:extLst>
                    <a:ext uri="{FF2B5EF4-FFF2-40B4-BE49-F238E27FC236}">
                      <a16:creationId xmlns:a16="http://schemas.microsoft.com/office/drawing/2014/main" id="{B1240D07-0A00-84E9-D7C0-C8F3DB6B433B}"/>
                    </a:ext>
                  </a:extLst>
                </p14:cNvPr>
                <p14:cNvContentPartPr/>
                <p14:nvPr/>
              </p14:nvContentPartPr>
              <p14:xfrm>
                <a:off x="9930422" y="6284443"/>
                <a:ext cx="73440" cy="63000"/>
              </p14:xfrm>
            </p:contentPart>
          </mc:Choice>
          <mc:Fallback>
            <p:pic>
              <p:nvPicPr>
                <p:cNvPr id="560" name="Ink 559">
                  <a:extLst>
                    <a:ext uri="{FF2B5EF4-FFF2-40B4-BE49-F238E27FC236}">
                      <a16:creationId xmlns:a16="http://schemas.microsoft.com/office/drawing/2014/main" id="{B1240D07-0A00-84E9-D7C0-C8F3DB6B433B}"/>
                    </a:ext>
                  </a:extLst>
                </p:cNvPr>
                <p:cNvPicPr/>
                <p:nvPr/>
              </p:nvPicPr>
              <p:blipFill>
                <a:blip r:embed="rId626"/>
                <a:stretch>
                  <a:fillRect/>
                </a:stretch>
              </p:blipFill>
              <p:spPr>
                <a:xfrm>
                  <a:off x="9921422" y="6275803"/>
                  <a:ext cx="9108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7">
              <p14:nvContentPartPr>
                <p14:cNvPr id="561" name="Ink 560">
                  <a:extLst>
                    <a:ext uri="{FF2B5EF4-FFF2-40B4-BE49-F238E27FC236}">
                      <a16:creationId xmlns:a16="http://schemas.microsoft.com/office/drawing/2014/main" id="{218B0631-83C7-435F-646D-3899A4C04B41}"/>
                    </a:ext>
                  </a:extLst>
                </p14:cNvPr>
                <p14:cNvContentPartPr/>
                <p14:nvPr/>
              </p14:nvContentPartPr>
              <p14:xfrm>
                <a:off x="10085222" y="6141523"/>
                <a:ext cx="117720" cy="214560"/>
              </p14:xfrm>
            </p:contentPart>
          </mc:Choice>
          <mc:Fallback>
            <p:pic>
              <p:nvPicPr>
                <p:cNvPr id="561" name="Ink 560">
                  <a:extLst>
                    <a:ext uri="{FF2B5EF4-FFF2-40B4-BE49-F238E27FC236}">
                      <a16:creationId xmlns:a16="http://schemas.microsoft.com/office/drawing/2014/main" id="{218B0631-83C7-435F-646D-3899A4C04B41}"/>
                    </a:ext>
                  </a:extLst>
                </p:cNvPr>
                <p:cNvPicPr/>
                <p:nvPr/>
              </p:nvPicPr>
              <p:blipFill>
                <a:blip r:embed="rId628"/>
                <a:stretch>
                  <a:fillRect/>
                </a:stretch>
              </p:blipFill>
              <p:spPr>
                <a:xfrm>
                  <a:off x="10076582" y="6132883"/>
                  <a:ext cx="135360" cy="232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29">
            <p14:nvContentPartPr>
              <p14:cNvPr id="563" name="Ink 562">
                <a:extLst>
                  <a:ext uri="{FF2B5EF4-FFF2-40B4-BE49-F238E27FC236}">
                    <a16:creationId xmlns:a16="http://schemas.microsoft.com/office/drawing/2014/main" id="{EA2B6511-EDEF-DE55-C6DA-31FB93416102}"/>
                  </a:ext>
                </a:extLst>
              </p14:cNvPr>
              <p14:cNvContentPartPr/>
              <p14:nvPr/>
            </p14:nvContentPartPr>
            <p14:xfrm>
              <a:off x="10421822" y="6159883"/>
              <a:ext cx="187920" cy="155160"/>
            </p14:xfrm>
          </p:contentPart>
        </mc:Choice>
        <mc:Fallback>
          <p:pic>
            <p:nvPicPr>
              <p:cNvPr id="563" name="Ink 562">
                <a:extLst>
                  <a:ext uri="{FF2B5EF4-FFF2-40B4-BE49-F238E27FC236}">
                    <a16:creationId xmlns:a16="http://schemas.microsoft.com/office/drawing/2014/main" id="{EA2B6511-EDEF-DE55-C6DA-31FB93416102}"/>
                  </a:ext>
                </a:extLst>
              </p:cNvPr>
              <p:cNvPicPr/>
              <p:nvPr/>
            </p:nvPicPr>
            <p:blipFill>
              <a:blip r:embed="rId630"/>
              <a:stretch>
                <a:fillRect/>
              </a:stretch>
            </p:blipFill>
            <p:spPr>
              <a:xfrm>
                <a:off x="10412822" y="6150883"/>
                <a:ext cx="205560" cy="172800"/>
              </a:xfrm>
              <a:prstGeom prst="rect">
                <a:avLst/>
              </a:prstGeom>
            </p:spPr>
          </p:pic>
        </mc:Fallback>
      </mc:AlternateContent>
      <p:grpSp>
        <p:nvGrpSpPr>
          <p:cNvPr id="573" name="Group 572">
            <a:extLst>
              <a:ext uri="{FF2B5EF4-FFF2-40B4-BE49-F238E27FC236}">
                <a16:creationId xmlns:a16="http://schemas.microsoft.com/office/drawing/2014/main" id="{53E6658E-C612-EEC1-D65E-ED8A06FAC18D}"/>
              </a:ext>
            </a:extLst>
          </p:cNvPr>
          <p:cNvGrpSpPr/>
          <p:nvPr/>
        </p:nvGrpSpPr>
        <p:grpSpPr>
          <a:xfrm>
            <a:off x="7324153" y="2904634"/>
            <a:ext cx="708480" cy="181440"/>
            <a:chOff x="7324153" y="2904634"/>
            <a:chExt cx="708480" cy="18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1">
              <p14:nvContentPartPr>
                <p14:cNvPr id="564" name="Ink 563">
                  <a:extLst>
                    <a:ext uri="{FF2B5EF4-FFF2-40B4-BE49-F238E27FC236}">
                      <a16:creationId xmlns:a16="http://schemas.microsoft.com/office/drawing/2014/main" id="{E51DAB0B-5404-3ADC-FCF5-31DE62B81722}"/>
                    </a:ext>
                  </a:extLst>
                </p14:cNvPr>
                <p14:cNvContentPartPr/>
                <p14:nvPr/>
              </p14:nvContentPartPr>
              <p14:xfrm>
                <a:off x="7328113" y="2923354"/>
                <a:ext cx="48600" cy="162720"/>
              </p14:xfrm>
            </p:contentPart>
          </mc:Choice>
          <mc:Fallback>
            <p:pic>
              <p:nvPicPr>
                <p:cNvPr id="564" name="Ink 563">
                  <a:extLst>
                    <a:ext uri="{FF2B5EF4-FFF2-40B4-BE49-F238E27FC236}">
                      <a16:creationId xmlns:a16="http://schemas.microsoft.com/office/drawing/2014/main" id="{E51DAB0B-5404-3ADC-FCF5-31DE62B81722}"/>
                    </a:ext>
                  </a:extLst>
                </p:cNvPr>
                <p:cNvPicPr/>
                <p:nvPr/>
              </p:nvPicPr>
              <p:blipFill>
                <a:blip r:embed="rId632"/>
                <a:stretch>
                  <a:fillRect/>
                </a:stretch>
              </p:blipFill>
              <p:spPr>
                <a:xfrm>
                  <a:off x="7319113" y="2914354"/>
                  <a:ext cx="6624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3">
              <p14:nvContentPartPr>
                <p14:cNvPr id="565" name="Ink 564">
                  <a:extLst>
                    <a:ext uri="{FF2B5EF4-FFF2-40B4-BE49-F238E27FC236}">
                      <a16:creationId xmlns:a16="http://schemas.microsoft.com/office/drawing/2014/main" id="{EF7E8D9C-94F0-56B9-0F6B-DD4E8693EC48}"/>
                    </a:ext>
                  </a:extLst>
                </p14:cNvPr>
                <p14:cNvContentPartPr/>
                <p14:nvPr/>
              </p14:nvContentPartPr>
              <p14:xfrm>
                <a:off x="7324153" y="2913274"/>
                <a:ext cx="161640" cy="169200"/>
              </p14:xfrm>
            </p:contentPart>
          </mc:Choice>
          <mc:Fallback>
            <p:pic>
              <p:nvPicPr>
                <p:cNvPr id="565" name="Ink 564">
                  <a:extLst>
                    <a:ext uri="{FF2B5EF4-FFF2-40B4-BE49-F238E27FC236}">
                      <a16:creationId xmlns:a16="http://schemas.microsoft.com/office/drawing/2014/main" id="{EF7E8D9C-94F0-56B9-0F6B-DD4E8693EC48}"/>
                    </a:ext>
                  </a:extLst>
                </p:cNvPr>
                <p:cNvPicPr/>
                <p:nvPr/>
              </p:nvPicPr>
              <p:blipFill>
                <a:blip r:embed="rId634"/>
                <a:stretch>
                  <a:fillRect/>
                </a:stretch>
              </p:blipFill>
              <p:spPr>
                <a:xfrm>
                  <a:off x="7315513" y="2904274"/>
                  <a:ext cx="1792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5">
              <p14:nvContentPartPr>
                <p14:cNvPr id="566" name="Ink 565">
                  <a:extLst>
                    <a:ext uri="{FF2B5EF4-FFF2-40B4-BE49-F238E27FC236}">
                      <a16:creationId xmlns:a16="http://schemas.microsoft.com/office/drawing/2014/main" id="{AF2622FB-64C3-1D7C-4E64-5B263A213EA8}"/>
                    </a:ext>
                  </a:extLst>
                </p14:cNvPr>
                <p14:cNvContentPartPr/>
                <p14:nvPr/>
              </p14:nvContentPartPr>
              <p14:xfrm>
                <a:off x="7538353" y="2946034"/>
                <a:ext cx="39600" cy="100800"/>
              </p14:xfrm>
            </p:contentPart>
          </mc:Choice>
          <mc:Fallback>
            <p:pic>
              <p:nvPicPr>
                <p:cNvPr id="566" name="Ink 565">
                  <a:extLst>
                    <a:ext uri="{FF2B5EF4-FFF2-40B4-BE49-F238E27FC236}">
                      <a16:creationId xmlns:a16="http://schemas.microsoft.com/office/drawing/2014/main" id="{AF2622FB-64C3-1D7C-4E64-5B263A213EA8}"/>
                    </a:ext>
                  </a:extLst>
                </p:cNvPr>
                <p:cNvPicPr/>
                <p:nvPr/>
              </p:nvPicPr>
              <p:blipFill>
                <a:blip r:embed="rId636"/>
                <a:stretch>
                  <a:fillRect/>
                </a:stretch>
              </p:blipFill>
              <p:spPr>
                <a:xfrm>
                  <a:off x="7529353" y="2937034"/>
                  <a:ext cx="5724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7">
              <p14:nvContentPartPr>
                <p14:cNvPr id="567" name="Ink 566">
                  <a:extLst>
                    <a:ext uri="{FF2B5EF4-FFF2-40B4-BE49-F238E27FC236}">
                      <a16:creationId xmlns:a16="http://schemas.microsoft.com/office/drawing/2014/main" id="{AD00F8F6-7A1F-9D06-EDB3-F134E2904884}"/>
                    </a:ext>
                  </a:extLst>
                </p14:cNvPr>
                <p14:cNvContentPartPr/>
                <p14:nvPr/>
              </p14:nvContentPartPr>
              <p14:xfrm>
                <a:off x="7533673" y="2904634"/>
                <a:ext cx="117720" cy="24840"/>
              </p14:xfrm>
            </p:contentPart>
          </mc:Choice>
          <mc:Fallback>
            <p:pic>
              <p:nvPicPr>
                <p:cNvPr id="567" name="Ink 566">
                  <a:extLst>
                    <a:ext uri="{FF2B5EF4-FFF2-40B4-BE49-F238E27FC236}">
                      <a16:creationId xmlns:a16="http://schemas.microsoft.com/office/drawing/2014/main" id="{AD00F8F6-7A1F-9D06-EDB3-F134E2904884}"/>
                    </a:ext>
                  </a:extLst>
                </p:cNvPr>
                <p:cNvPicPr/>
                <p:nvPr/>
              </p:nvPicPr>
              <p:blipFill>
                <a:blip r:embed="rId638"/>
                <a:stretch>
                  <a:fillRect/>
                </a:stretch>
              </p:blipFill>
              <p:spPr>
                <a:xfrm>
                  <a:off x="7525033" y="2895634"/>
                  <a:ext cx="1353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9">
              <p14:nvContentPartPr>
                <p14:cNvPr id="568" name="Ink 567">
                  <a:extLst>
                    <a:ext uri="{FF2B5EF4-FFF2-40B4-BE49-F238E27FC236}">
                      <a16:creationId xmlns:a16="http://schemas.microsoft.com/office/drawing/2014/main" id="{2DA10E8E-D24E-0FE6-AF7F-758ACB5536A5}"/>
                    </a:ext>
                  </a:extLst>
                </p14:cNvPr>
                <p14:cNvContentPartPr/>
                <p14:nvPr/>
              </p14:nvContentPartPr>
              <p14:xfrm>
                <a:off x="7568953" y="2998954"/>
                <a:ext cx="79200" cy="4680"/>
              </p14:xfrm>
            </p:contentPart>
          </mc:Choice>
          <mc:Fallback>
            <p:pic>
              <p:nvPicPr>
                <p:cNvPr id="568" name="Ink 567">
                  <a:extLst>
                    <a:ext uri="{FF2B5EF4-FFF2-40B4-BE49-F238E27FC236}">
                      <a16:creationId xmlns:a16="http://schemas.microsoft.com/office/drawing/2014/main" id="{2DA10E8E-D24E-0FE6-AF7F-758ACB5536A5}"/>
                    </a:ext>
                  </a:extLst>
                </p:cNvPr>
                <p:cNvPicPr/>
                <p:nvPr/>
              </p:nvPicPr>
              <p:blipFill>
                <a:blip r:embed="rId640"/>
                <a:stretch>
                  <a:fillRect/>
                </a:stretch>
              </p:blipFill>
              <p:spPr>
                <a:xfrm>
                  <a:off x="7560313" y="2990314"/>
                  <a:ext cx="9684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1">
              <p14:nvContentPartPr>
                <p14:cNvPr id="569" name="Ink 568">
                  <a:extLst>
                    <a:ext uri="{FF2B5EF4-FFF2-40B4-BE49-F238E27FC236}">
                      <a16:creationId xmlns:a16="http://schemas.microsoft.com/office/drawing/2014/main" id="{13CD2031-04AB-576E-B4E6-F96DD50A9A2E}"/>
                    </a:ext>
                  </a:extLst>
                </p14:cNvPr>
                <p14:cNvContentPartPr/>
                <p14:nvPr/>
              </p14:nvContentPartPr>
              <p14:xfrm>
                <a:off x="7776673" y="2940274"/>
                <a:ext cx="33840" cy="103680"/>
              </p14:xfrm>
            </p:contentPart>
          </mc:Choice>
          <mc:Fallback>
            <p:pic>
              <p:nvPicPr>
                <p:cNvPr id="569" name="Ink 568">
                  <a:extLst>
                    <a:ext uri="{FF2B5EF4-FFF2-40B4-BE49-F238E27FC236}">
                      <a16:creationId xmlns:a16="http://schemas.microsoft.com/office/drawing/2014/main" id="{13CD2031-04AB-576E-B4E6-F96DD50A9A2E}"/>
                    </a:ext>
                  </a:extLst>
                </p:cNvPr>
                <p:cNvPicPr/>
                <p:nvPr/>
              </p:nvPicPr>
              <p:blipFill>
                <a:blip r:embed="rId642"/>
                <a:stretch>
                  <a:fillRect/>
                </a:stretch>
              </p:blipFill>
              <p:spPr>
                <a:xfrm>
                  <a:off x="7767673" y="2931634"/>
                  <a:ext cx="5148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3">
              <p14:nvContentPartPr>
                <p14:cNvPr id="570" name="Ink 569">
                  <a:extLst>
                    <a:ext uri="{FF2B5EF4-FFF2-40B4-BE49-F238E27FC236}">
                      <a16:creationId xmlns:a16="http://schemas.microsoft.com/office/drawing/2014/main" id="{9BD4A364-DC49-5D1C-26C5-7A6702001496}"/>
                    </a:ext>
                  </a:extLst>
                </p14:cNvPr>
                <p14:cNvContentPartPr/>
                <p14:nvPr/>
              </p14:nvContentPartPr>
              <p14:xfrm>
                <a:off x="7719073" y="2909674"/>
                <a:ext cx="142920" cy="6480"/>
              </p14:xfrm>
            </p:contentPart>
          </mc:Choice>
          <mc:Fallback>
            <p:pic>
              <p:nvPicPr>
                <p:cNvPr id="570" name="Ink 569">
                  <a:extLst>
                    <a:ext uri="{FF2B5EF4-FFF2-40B4-BE49-F238E27FC236}">
                      <a16:creationId xmlns:a16="http://schemas.microsoft.com/office/drawing/2014/main" id="{9BD4A364-DC49-5D1C-26C5-7A6702001496}"/>
                    </a:ext>
                  </a:extLst>
                </p:cNvPr>
                <p:cNvPicPr/>
                <p:nvPr/>
              </p:nvPicPr>
              <p:blipFill>
                <a:blip r:embed="rId644"/>
                <a:stretch>
                  <a:fillRect/>
                </a:stretch>
              </p:blipFill>
              <p:spPr>
                <a:xfrm>
                  <a:off x="7710073" y="2900674"/>
                  <a:ext cx="1605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5">
              <p14:nvContentPartPr>
                <p14:cNvPr id="571" name="Ink 570">
                  <a:extLst>
                    <a:ext uri="{FF2B5EF4-FFF2-40B4-BE49-F238E27FC236}">
                      <a16:creationId xmlns:a16="http://schemas.microsoft.com/office/drawing/2014/main" id="{19B9B47F-62C6-A5CA-C2E6-9379099975B2}"/>
                    </a:ext>
                  </a:extLst>
                </p14:cNvPr>
                <p14:cNvContentPartPr/>
                <p14:nvPr/>
              </p14:nvContentPartPr>
              <p14:xfrm>
                <a:off x="7997353" y="2930914"/>
                <a:ext cx="18360" cy="27360"/>
              </p14:xfrm>
            </p:contentPart>
          </mc:Choice>
          <mc:Fallback>
            <p:pic>
              <p:nvPicPr>
                <p:cNvPr id="571" name="Ink 570">
                  <a:extLst>
                    <a:ext uri="{FF2B5EF4-FFF2-40B4-BE49-F238E27FC236}">
                      <a16:creationId xmlns:a16="http://schemas.microsoft.com/office/drawing/2014/main" id="{19B9B47F-62C6-A5CA-C2E6-9379099975B2}"/>
                    </a:ext>
                  </a:extLst>
                </p:cNvPr>
                <p:cNvPicPr/>
                <p:nvPr/>
              </p:nvPicPr>
              <p:blipFill>
                <a:blip r:embed="rId646"/>
                <a:stretch>
                  <a:fillRect/>
                </a:stretch>
              </p:blipFill>
              <p:spPr>
                <a:xfrm>
                  <a:off x="7988353" y="2921914"/>
                  <a:ext cx="360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7">
              <p14:nvContentPartPr>
                <p14:cNvPr id="572" name="Ink 571">
                  <a:extLst>
                    <a:ext uri="{FF2B5EF4-FFF2-40B4-BE49-F238E27FC236}">
                      <a16:creationId xmlns:a16="http://schemas.microsoft.com/office/drawing/2014/main" id="{2275A89A-3F99-1253-0D0D-7620A065CA59}"/>
                    </a:ext>
                  </a:extLst>
                </p14:cNvPr>
                <p14:cNvContentPartPr/>
                <p14:nvPr/>
              </p14:nvContentPartPr>
              <p14:xfrm>
                <a:off x="8025433" y="3018394"/>
                <a:ext cx="7200" cy="25560"/>
              </p14:xfrm>
            </p:contentPart>
          </mc:Choice>
          <mc:Fallback>
            <p:pic>
              <p:nvPicPr>
                <p:cNvPr id="572" name="Ink 571">
                  <a:extLst>
                    <a:ext uri="{FF2B5EF4-FFF2-40B4-BE49-F238E27FC236}">
                      <a16:creationId xmlns:a16="http://schemas.microsoft.com/office/drawing/2014/main" id="{2275A89A-3F99-1253-0D0D-7620A065CA59}"/>
                    </a:ext>
                  </a:extLst>
                </p:cNvPr>
                <p:cNvPicPr/>
                <p:nvPr/>
              </p:nvPicPr>
              <p:blipFill>
                <a:blip r:embed="rId648"/>
                <a:stretch>
                  <a:fillRect/>
                </a:stretch>
              </p:blipFill>
              <p:spPr>
                <a:xfrm>
                  <a:off x="8016433" y="3009754"/>
                  <a:ext cx="24840" cy="4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5" name="Group 584">
            <a:extLst>
              <a:ext uri="{FF2B5EF4-FFF2-40B4-BE49-F238E27FC236}">
                <a16:creationId xmlns:a16="http://schemas.microsoft.com/office/drawing/2014/main" id="{47AF69D4-CE32-F938-9B38-BAEF32DF7F6F}"/>
              </a:ext>
            </a:extLst>
          </p:cNvPr>
          <p:cNvGrpSpPr/>
          <p:nvPr/>
        </p:nvGrpSpPr>
        <p:grpSpPr>
          <a:xfrm>
            <a:off x="7239193" y="3235114"/>
            <a:ext cx="674280" cy="193680"/>
            <a:chOff x="7239193" y="3235114"/>
            <a:chExt cx="674280" cy="193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9">
              <p14:nvContentPartPr>
                <p14:cNvPr id="574" name="Ink 573">
                  <a:extLst>
                    <a:ext uri="{FF2B5EF4-FFF2-40B4-BE49-F238E27FC236}">
                      <a16:creationId xmlns:a16="http://schemas.microsoft.com/office/drawing/2014/main" id="{43D22686-7071-1CF8-EA50-8FED12DA89BD}"/>
                    </a:ext>
                  </a:extLst>
                </p14:cNvPr>
                <p14:cNvContentPartPr/>
                <p14:nvPr/>
              </p14:nvContentPartPr>
              <p14:xfrm>
                <a:off x="7287793" y="3282634"/>
                <a:ext cx="39960" cy="127440"/>
              </p14:xfrm>
            </p:contentPart>
          </mc:Choice>
          <mc:Fallback>
            <p:pic>
              <p:nvPicPr>
                <p:cNvPr id="574" name="Ink 573">
                  <a:extLst>
                    <a:ext uri="{FF2B5EF4-FFF2-40B4-BE49-F238E27FC236}">
                      <a16:creationId xmlns:a16="http://schemas.microsoft.com/office/drawing/2014/main" id="{43D22686-7071-1CF8-EA50-8FED12DA89BD}"/>
                    </a:ext>
                  </a:extLst>
                </p:cNvPr>
                <p:cNvPicPr/>
                <p:nvPr/>
              </p:nvPicPr>
              <p:blipFill>
                <a:blip r:embed="rId650"/>
                <a:stretch>
                  <a:fillRect/>
                </a:stretch>
              </p:blipFill>
              <p:spPr>
                <a:xfrm>
                  <a:off x="7279153" y="3273634"/>
                  <a:ext cx="5760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1">
              <p14:nvContentPartPr>
                <p14:cNvPr id="575" name="Ink 574">
                  <a:extLst>
                    <a:ext uri="{FF2B5EF4-FFF2-40B4-BE49-F238E27FC236}">
                      <a16:creationId xmlns:a16="http://schemas.microsoft.com/office/drawing/2014/main" id="{89789BFA-0116-79D2-5F15-A8D883004975}"/>
                    </a:ext>
                  </a:extLst>
                </p14:cNvPr>
                <p14:cNvContentPartPr/>
                <p14:nvPr/>
              </p14:nvContentPartPr>
              <p14:xfrm>
                <a:off x="7239193" y="3272194"/>
                <a:ext cx="157680" cy="156600"/>
              </p14:xfrm>
            </p:contentPart>
          </mc:Choice>
          <mc:Fallback>
            <p:pic>
              <p:nvPicPr>
                <p:cNvPr id="575" name="Ink 574">
                  <a:extLst>
                    <a:ext uri="{FF2B5EF4-FFF2-40B4-BE49-F238E27FC236}">
                      <a16:creationId xmlns:a16="http://schemas.microsoft.com/office/drawing/2014/main" id="{89789BFA-0116-79D2-5F15-A8D883004975}"/>
                    </a:ext>
                  </a:extLst>
                </p:cNvPr>
                <p:cNvPicPr/>
                <p:nvPr/>
              </p:nvPicPr>
              <p:blipFill>
                <a:blip r:embed="rId652"/>
                <a:stretch>
                  <a:fillRect/>
                </a:stretch>
              </p:blipFill>
              <p:spPr>
                <a:xfrm>
                  <a:off x="7230553" y="3263554"/>
                  <a:ext cx="17532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3">
              <p14:nvContentPartPr>
                <p14:cNvPr id="577" name="Ink 576">
                  <a:extLst>
                    <a:ext uri="{FF2B5EF4-FFF2-40B4-BE49-F238E27FC236}">
                      <a16:creationId xmlns:a16="http://schemas.microsoft.com/office/drawing/2014/main" id="{5E3FCE43-DED2-5EED-4E08-C5B8C0EA50CC}"/>
                    </a:ext>
                  </a:extLst>
                </p14:cNvPr>
                <p14:cNvContentPartPr/>
                <p14:nvPr/>
              </p14:nvContentPartPr>
              <p14:xfrm>
                <a:off x="7480393" y="3304594"/>
                <a:ext cx="32400" cy="83880"/>
              </p14:xfrm>
            </p:contentPart>
          </mc:Choice>
          <mc:Fallback>
            <p:pic>
              <p:nvPicPr>
                <p:cNvPr id="577" name="Ink 576">
                  <a:extLst>
                    <a:ext uri="{FF2B5EF4-FFF2-40B4-BE49-F238E27FC236}">
                      <a16:creationId xmlns:a16="http://schemas.microsoft.com/office/drawing/2014/main" id="{5E3FCE43-DED2-5EED-4E08-C5B8C0EA50CC}"/>
                    </a:ext>
                  </a:extLst>
                </p:cNvPr>
                <p:cNvPicPr/>
                <p:nvPr/>
              </p:nvPicPr>
              <p:blipFill>
                <a:blip r:embed="rId654"/>
                <a:stretch>
                  <a:fillRect/>
                </a:stretch>
              </p:blipFill>
              <p:spPr>
                <a:xfrm>
                  <a:off x="7471393" y="3295954"/>
                  <a:ext cx="5004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5">
              <p14:nvContentPartPr>
                <p14:cNvPr id="578" name="Ink 577">
                  <a:extLst>
                    <a:ext uri="{FF2B5EF4-FFF2-40B4-BE49-F238E27FC236}">
                      <a16:creationId xmlns:a16="http://schemas.microsoft.com/office/drawing/2014/main" id="{024E5FCB-62B3-7231-6EC4-D6CA9D18211F}"/>
                    </a:ext>
                  </a:extLst>
                </p14:cNvPr>
                <p14:cNvContentPartPr/>
                <p14:nvPr/>
              </p14:nvContentPartPr>
              <p14:xfrm>
                <a:off x="7395793" y="3267514"/>
                <a:ext cx="153720" cy="20880"/>
              </p14:xfrm>
            </p:contentPart>
          </mc:Choice>
          <mc:Fallback>
            <p:pic>
              <p:nvPicPr>
                <p:cNvPr id="578" name="Ink 577">
                  <a:extLst>
                    <a:ext uri="{FF2B5EF4-FFF2-40B4-BE49-F238E27FC236}">
                      <a16:creationId xmlns:a16="http://schemas.microsoft.com/office/drawing/2014/main" id="{024E5FCB-62B3-7231-6EC4-D6CA9D18211F}"/>
                    </a:ext>
                  </a:extLst>
                </p:cNvPr>
                <p:cNvPicPr/>
                <p:nvPr/>
              </p:nvPicPr>
              <p:blipFill>
                <a:blip r:embed="rId656"/>
                <a:stretch>
                  <a:fillRect/>
                </a:stretch>
              </p:blipFill>
              <p:spPr>
                <a:xfrm>
                  <a:off x="7386793" y="3258874"/>
                  <a:ext cx="17136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7">
              <p14:nvContentPartPr>
                <p14:cNvPr id="580" name="Ink 579">
                  <a:extLst>
                    <a:ext uri="{FF2B5EF4-FFF2-40B4-BE49-F238E27FC236}">
                      <a16:creationId xmlns:a16="http://schemas.microsoft.com/office/drawing/2014/main" id="{9842D0B9-5FBA-D967-2712-098360D0A6A2}"/>
                    </a:ext>
                  </a:extLst>
                </p14:cNvPr>
                <p14:cNvContentPartPr/>
                <p14:nvPr/>
              </p14:nvContentPartPr>
              <p14:xfrm>
                <a:off x="7634473" y="3285874"/>
                <a:ext cx="49320" cy="127440"/>
              </p14:xfrm>
            </p:contentPart>
          </mc:Choice>
          <mc:Fallback>
            <p:pic>
              <p:nvPicPr>
                <p:cNvPr id="580" name="Ink 579">
                  <a:extLst>
                    <a:ext uri="{FF2B5EF4-FFF2-40B4-BE49-F238E27FC236}">
                      <a16:creationId xmlns:a16="http://schemas.microsoft.com/office/drawing/2014/main" id="{9842D0B9-5FBA-D967-2712-098360D0A6A2}"/>
                    </a:ext>
                  </a:extLst>
                </p:cNvPr>
                <p:cNvPicPr/>
                <p:nvPr/>
              </p:nvPicPr>
              <p:blipFill>
                <a:blip r:embed="rId658"/>
                <a:stretch>
                  <a:fillRect/>
                </a:stretch>
              </p:blipFill>
              <p:spPr>
                <a:xfrm>
                  <a:off x="7625473" y="3276874"/>
                  <a:ext cx="6696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9">
              <p14:nvContentPartPr>
                <p14:cNvPr id="581" name="Ink 580">
                  <a:extLst>
                    <a:ext uri="{FF2B5EF4-FFF2-40B4-BE49-F238E27FC236}">
                      <a16:creationId xmlns:a16="http://schemas.microsoft.com/office/drawing/2014/main" id="{EA7AFF77-39D8-358E-3778-9FD47E259AE3}"/>
                    </a:ext>
                  </a:extLst>
                </p14:cNvPr>
                <p14:cNvContentPartPr/>
                <p14:nvPr/>
              </p14:nvContentPartPr>
              <p14:xfrm>
                <a:off x="7643833" y="3249514"/>
                <a:ext cx="80280" cy="40320"/>
              </p14:xfrm>
            </p:contentPart>
          </mc:Choice>
          <mc:Fallback>
            <p:pic>
              <p:nvPicPr>
                <p:cNvPr id="581" name="Ink 580">
                  <a:extLst>
                    <a:ext uri="{FF2B5EF4-FFF2-40B4-BE49-F238E27FC236}">
                      <a16:creationId xmlns:a16="http://schemas.microsoft.com/office/drawing/2014/main" id="{EA7AFF77-39D8-358E-3778-9FD47E259AE3}"/>
                    </a:ext>
                  </a:extLst>
                </p:cNvPr>
                <p:cNvPicPr/>
                <p:nvPr/>
              </p:nvPicPr>
              <p:blipFill>
                <a:blip r:embed="rId660"/>
                <a:stretch>
                  <a:fillRect/>
                </a:stretch>
              </p:blipFill>
              <p:spPr>
                <a:xfrm>
                  <a:off x="7635193" y="3240874"/>
                  <a:ext cx="9792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1">
              <p14:nvContentPartPr>
                <p14:cNvPr id="582" name="Ink 581">
                  <a:extLst>
                    <a:ext uri="{FF2B5EF4-FFF2-40B4-BE49-F238E27FC236}">
                      <a16:creationId xmlns:a16="http://schemas.microsoft.com/office/drawing/2014/main" id="{703DF9DC-CF9F-F286-CF75-5FFAB700B4E7}"/>
                    </a:ext>
                  </a:extLst>
                </p14:cNvPr>
                <p14:cNvContentPartPr/>
                <p14:nvPr/>
              </p14:nvContentPartPr>
              <p14:xfrm>
                <a:off x="7661473" y="3328354"/>
                <a:ext cx="76320" cy="7920"/>
              </p14:xfrm>
            </p:contentPart>
          </mc:Choice>
          <mc:Fallback>
            <p:pic>
              <p:nvPicPr>
                <p:cNvPr id="582" name="Ink 581">
                  <a:extLst>
                    <a:ext uri="{FF2B5EF4-FFF2-40B4-BE49-F238E27FC236}">
                      <a16:creationId xmlns:a16="http://schemas.microsoft.com/office/drawing/2014/main" id="{703DF9DC-CF9F-F286-CF75-5FFAB700B4E7}"/>
                    </a:ext>
                  </a:extLst>
                </p:cNvPr>
                <p:cNvPicPr/>
                <p:nvPr/>
              </p:nvPicPr>
              <p:blipFill>
                <a:blip r:embed="rId662"/>
                <a:stretch>
                  <a:fillRect/>
                </a:stretch>
              </p:blipFill>
              <p:spPr>
                <a:xfrm>
                  <a:off x="7652833" y="3319714"/>
                  <a:ext cx="9396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3">
              <p14:nvContentPartPr>
                <p14:cNvPr id="583" name="Ink 582">
                  <a:extLst>
                    <a:ext uri="{FF2B5EF4-FFF2-40B4-BE49-F238E27FC236}">
                      <a16:creationId xmlns:a16="http://schemas.microsoft.com/office/drawing/2014/main" id="{4351274E-D843-B890-441A-4B1C6074BF8C}"/>
                    </a:ext>
                  </a:extLst>
                </p14:cNvPr>
                <p14:cNvContentPartPr/>
                <p14:nvPr/>
              </p14:nvContentPartPr>
              <p14:xfrm>
                <a:off x="7840393" y="3281914"/>
                <a:ext cx="48960" cy="105840"/>
              </p14:xfrm>
            </p:contentPart>
          </mc:Choice>
          <mc:Fallback>
            <p:pic>
              <p:nvPicPr>
                <p:cNvPr id="583" name="Ink 582">
                  <a:extLst>
                    <a:ext uri="{FF2B5EF4-FFF2-40B4-BE49-F238E27FC236}">
                      <a16:creationId xmlns:a16="http://schemas.microsoft.com/office/drawing/2014/main" id="{4351274E-D843-B890-441A-4B1C6074BF8C}"/>
                    </a:ext>
                  </a:extLst>
                </p:cNvPr>
                <p:cNvPicPr/>
                <p:nvPr/>
              </p:nvPicPr>
              <p:blipFill>
                <a:blip r:embed="rId664"/>
                <a:stretch>
                  <a:fillRect/>
                </a:stretch>
              </p:blipFill>
              <p:spPr>
                <a:xfrm>
                  <a:off x="7831753" y="3273274"/>
                  <a:ext cx="6660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5">
              <p14:nvContentPartPr>
                <p14:cNvPr id="584" name="Ink 583">
                  <a:extLst>
                    <a:ext uri="{FF2B5EF4-FFF2-40B4-BE49-F238E27FC236}">
                      <a16:creationId xmlns:a16="http://schemas.microsoft.com/office/drawing/2014/main" id="{21AC4735-71B4-9B8C-5FF6-9F32154DC7B4}"/>
                    </a:ext>
                  </a:extLst>
                </p14:cNvPr>
                <p14:cNvContentPartPr/>
                <p14:nvPr/>
              </p14:nvContentPartPr>
              <p14:xfrm>
                <a:off x="7793233" y="3235114"/>
                <a:ext cx="120240" cy="9360"/>
              </p14:xfrm>
            </p:contentPart>
          </mc:Choice>
          <mc:Fallback>
            <p:pic>
              <p:nvPicPr>
                <p:cNvPr id="584" name="Ink 583">
                  <a:extLst>
                    <a:ext uri="{FF2B5EF4-FFF2-40B4-BE49-F238E27FC236}">
                      <a16:creationId xmlns:a16="http://schemas.microsoft.com/office/drawing/2014/main" id="{21AC4735-71B4-9B8C-5FF6-9F32154DC7B4}"/>
                    </a:ext>
                  </a:extLst>
                </p:cNvPr>
                <p:cNvPicPr/>
                <p:nvPr/>
              </p:nvPicPr>
              <p:blipFill>
                <a:blip r:embed="rId666"/>
                <a:stretch>
                  <a:fillRect/>
                </a:stretch>
              </p:blipFill>
              <p:spPr>
                <a:xfrm>
                  <a:off x="7784593" y="3226114"/>
                  <a:ext cx="137880" cy="2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2" name="Group 591">
            <a:extLst>
              <a:ext uri="{FF2B5EF4-FFF2-40B4-BE49-F238E27FC236}">
                <a16:creationId xmlns:a16="http://schemas.microsoft.com/office/drawing/2014/main" id="{68A8D1F1-EB8A-5DAA-4291-38C943CD784D}"/>
              </a:ext>
            </a:extLst>
          </p:cNvPr>
          <p:cNvGrpSpPr/>
          <p:nvPr/>
        </p:nvGrpSpPr>
        <p:grpSpPr>
          <a:xfrm>
            <a:off x="8083753" y="3147994"/>
            <a:ext cx="978120" cy="303120"/>
            <a:chOff x="8083753" y="3147994"/>
            <a:chExt cx="978120" cy="30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7">
              <p14:nvContentPartPr>
                <p14:cNvPr id="586" name="Ink 585">
                  <a:extLst>
                    <a:ext uri="{FF2B5EF4-FFF2-40B4-BE49-F238E27FC236}">
                      <a16:creationId xmlns:a16="http://schemas.microsoft.com/office/drawing/2014/main" id="{6C7417E8-EEE6-7A41-A2D5-0DD496260521}"/>
                    </a:ext>
                  </a:extLst>
                </p14:cNvPr>
                <p14:cNvContentPartPr/>
                <p14:nvPr/>
              </p14:nvContentPartPr>
              <p14:xfrm>
                <a:off x="8083753" y="3261394"/>
                <a:ext cx="113400" cy="110160"/>
              </p14:xfrm>
            </p:contentPart>
          </mc:Choice>
          <mc:Fallback>
            <p:pic>
              <p:nvPicPr>
                <p:cNvPr id="586" name="Ink 585">
                  <a:extLst>
                    <a:ext uri="{FF2B5EF4-FFF2-40B4-BE49-F238E27FC236}">
                      <a16:creationId xmlns:a16="http://schemas.microsoft.com/office/drawing/2014/main" id="{6C7417E8-EEE6-7A41-A2D5-0DD496260521}"/>
                    </a:ext>
                  </a:extLst>
                </p:cNvPr>
                <p:cNvPicPr/>
                <p:nvPr/>
              </p:nvPicPr>
              <p:blipFill>
                <a:blip r:embed="rId668"/>
                <a:stretch>
                  <a:fillRect/>
                </a:stretch>
              </p:blipFill>
              <p:spPr>
                <a:xfrm>
                  <a:off x="8074753" y="3252394"/>
                  <a:ext cx="13104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9">
              <p14:nvContentPartPr>
                <p14:cNvPr id="587" name="Ink 586">
                  <a:extLst>
                    <a:ext uri="{FF2B5EF4-FFF2-40B4-BE49-F238E27FC236}">
                      <a16:creationId xmlns:a16="http://schemas.microsoft.com/office/drawing/2014/main" id="{188862EB-5D0A-A15A-F314-F6C50F627C26}"/>
                    </a:ext>
                  </a:extLst>
                </p14:cNvPr>
                <p14:cNvContentPartPr/>
                <p14:nvPr/>
              </p14:nvContentPartPr>
              <p14:xfrm>
                <a:off x="8256553" y="3287674"/>
                <a:ext cx="121680" cy="76320"/>
              </p14:xfrm>
            </p:contentPart>
          </mc:Choice>
          <mc:Fallback>
            <p:pic>
              <p:nvPicPr>
                <p:cNvPr id="587" name="Ink 586">
                  <a:extLst>
                    <a:ext uri="{FF2B5EF4-FFF2-40B4-BE49-F238E27FC236}">
                      <a16:creationId xmlns:a16="http://schemas.microsoft.com/office/drawing/2014/main" id="{188862EB-5D0A-A15A-F314-F6C50F627C26}"/>
                    </a:ext>
                  </a:extLst>
                </p:cNvPr>
                <p:cNvPicPr/>
                <p:nvPr/>
              </p:nvPicPr>
              <p:blipFill>
                <a:blip r:embed="rId670"/>
                <a:stretch>
                  <a:fillRect/>
                </a:stretch>
              </p:blipFill>
              <p:spPr>
                <a:xfrm>
                  <a:off x="8247553" y="3278674"/>
                  <a:ext cx="13932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1">
              <p14:nvContentPartPr>
                <p14:cNvPr id="588" name="Ink 587">
                  <a:extLst>
                    <a:ext uri="{FF2B5EF4-FFF2-40B4-BE49-F238E27FC236}">
                      <a16:creationId xmlns:a16="http://schemas.microsoft.com/office/drawing/2014/main" id="{C3596E50-F596-BC92-1301-5F4C7BAD9112}"/>
                    </a:ext>
                  </a:extLst>
                </p14:cNvPr>
                <p14:cNvContentPartPr/>
                <p14:nvPr/>
              </p14:nvContentPartPr>
              <p14:xfrm>
                <a:off x="8401273" y="3303874"/>
                <a:ext cx="200160" cy="61200"/>
              </p14:xfrm>
            </p:contentPart>
          </mc:Choice>
          <mc:Fallback>
            <p:pic>
              <p:nvPicPr>
                <p:cNvPr id="588" name="Ink 587">
                  <a:extLst>
                    <a:ext uri="{FF2B5EF4-FFF2-40B4-BE49-F238E27FC236}">
                      <a16:creationId xmlns:a16="http://schemas.microsoft.com/office/drawing/2014/main" id="{C3596E50-F596-BC92-1301-5F4C7BAD9112}"/>
                    </a:ext>
                  </a:extLst>
                </p:cNvPr>
                <p:cNvPicPr/>
                <p:nvPr/>
              </p:nvPicPr>
              <p:blipFill>
                <a:blip r:embed="rId672"/>
                <a:stretch>
                  <a:fillRect/>
                </a:stretch>
              </p:blipFill>
              <p:spPr>
                <a:xfrm>
                  <a:off x="8392633" y="3294874"/>
                  <a:ext cx="21780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3">
              <p14:nvContentPartPr>
                <p14:cNvPr id="589" name="Ink 588">
                  <a:extLst>
                    <a:ext uri="{FF2B5EF4-FFF2-40B4-BE49-F238E27FC236}">
                      <a16:creationId xmlns:a16="http://schemas.microsoft.com/office/drawing/2014/main" id="{F40CC88A-C33B-2986-61C6-759D28BDDC49}"/>
                    </a:ext>
                  </a:extLst>
                </p14:cNvPr>
                <p14:cNvContentPartPr/>
                <p14:nvPr/>
              </p14:nvContentPartPr>
              <p14:xfrm>
                <a:off x="8620873" y="3293794"/>
                <a:ext cx="84240" cy="157320"/>
              </p14:xfrm>
            </p:contentPart>
          </mc:Choice>
          <mc:Fallback>
            <p:pic>
              <p:nvPicPr>
                <p:cNvPr id="589" name="Ink 588">
                  <a:extLst>
                    <a:ext uri="{FF2B5EF4-FFF2-40B4-BE49-F238E27FC236}">
                      <a16:creationId xmlns:a16="http://schemas.microsoft.com/office/drawing/2014/main" id="{F40CC88A-C33B-2986-61C6-759D28BDDC49}"/>
                    </a:ext>
                  </a:extLst>
                </p:cNvPr>
                <p:cNvPicPr/>
                <p:nvPr/>
              </p:nvPicPr>
              <p:blipFill>
                <a:blip r:embed="rId674"/>
                <a:stretch>
                  <a:fillRect/>
                </a:stretch>
              </p:blipFill>
              <p:spPr>
                <a:xfrm>
                  <a:off x="8612233" y="3285154"/>
                  <a:ext cx="10188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5">
              <p14:nvContentPartPr>
                <p14:cNvPr id="590" name="Ink 589">
                  <a:extLst>
                    <a:ext uri="{FF2B5EF4-FFF2-40B4-BE49-F238E27FC236}">
                      <a16:creationId xmlns:a16="http://schemas.microsoft.com/office/drawing/2014/main" id="{D9670847-702F-3131-7D56-79298F7DC91B}"/>
                    </a:ext>
                  </a:extLst>
                </p14:cNvPr>
                <p14:cNvContentPartPr/>
                <p14:nvPr/>
              </p14:nvContentPartPr>
              <p14:xfrm>
                <a:off x="8729593" y="3147994"/>
                <a:ext cx="197640" cy="225720"/>
              </p14:xfrm>
            </p:contentPart>
          </mc:Choice>
          <mc:Fallback>
            <p:pic>
              <p:nvPicPr>
                <p:cNvPr id="590" name="Ink 589">
                  <a:extLst>
                    <a:ext uri="{FF2B5EF4-FFF2-40B4-BE49-F238E27FC236}">
                      <a16:creationId xmlns:a16="http://schemas.microsoft.com/office/drawing/2014/main" id="{D9670847-702F-3131-7D56-79298F7DC91B}"/>
                    </a:ext>
                  </a:extLst>
                </p:cNvPr>
                <p:cNvPicPr/>
                <p:nvPr/>
              </p:nvPicPr>
              <p:blipFill>
                <a:blip r:embed="rId676"/>
                <a:stretch>
                  <a:fillRect/>
                </a:stretch>
              </p:blipFill>
              <p:spPr>
                <a:xfrm>
                  <a:off x="8720953" y="3138994"/>
                  <a:ext cx="21528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7">
              <p14:nvContentPartPr>
                <p14:cNvPr id="591" name="Ink 590">
                  <a:extLst>
                    <a:ext uri="{FF2B5EF4-FFF2-40B4-BE49-F238E27FC236}">
                      <a16:creationId xmlns:a16="http://schemas.microsoft.com/office/drawing/2014/main" id="{C4B780EA-FFFF-5266-681D-4C002FC08C4F}"/>
                    </a:ext>
                  </a:extLst>
                </p14:cNvPr>
                <p14:cNvContentPartPr/>
                <p14:nvPr/>
              </p14:nvContentPartPr>
              <p14:xfrm>
                <a:off x="8956033" y="3156274"/>
                <a:ext cx="105840" cy="218520"/>
              </p14:xfrm>
            </p:contentPart>
          </mc:Choice>
          <mc:Fallback>
            <p:pic>
              <p:nvPicPr>
                <p:cNvPr id="591" name="Ink 590">
                  <a:extLst>
                    <a:ext uri="{FF2B5EF4-FFF2-40B4-BE49-F238E27FC236}">
                      <a16:creationId xmlns:a16="http://schemas.microsoft.com/office/drawing/2014/main" id="{C4B780EA-FFFF-5266-681D-4C002FC08C4F}"/>
                    </a:ext>
                  </a:extLst>
                </p:cNvPr>
                <p:cNvPicPr/>
                <p:nvPr/>
              </p:nvPicPr>
              <p:blipFill>
                <a:blip r:embed="rId678"/>
                <a:stretch>
                  <a:fillRect/>
                </a:stretch>
              </p:blipFill>
              <p:spPr>
                <a:xfrm>
                  <a:off x="8947393" y="3147274"/>
                  <a:ext cx="123480" cy="236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79">
            <p14:nvContentPartPr>
              <p14:cNvPr id="624" name="Ink 623">
                <a:extLst>
                  <a:ext uri="{FF2B5EF4-FFF2-40B4-BE49-F238E27FC236}">
                    <a16:creationId xmlns:a16="http://schemas.microsoft.com/office/drawing/2014/main" id="{8543509B-C6B3-6E64-31F2-E3E8F5BC7749}"/>
                  </a:ext>
                </a:extLst>
              </p14:cNvPr>
              <p14:cNvContentPartPr/>
              <p14:nvPr/>
            </p14:nvContentPartPr>
            <p14:xfrm>
              <a:off x="7474273" y="1945594"/>
              <a:ext cx="146160" cy="114120"/>
            </p14:xfrm>
          </p:contentPart>
        </mc:Choice>
        <mc:Fallback>
          <p:pic>
            <p:nvPicPr>
              <p:cNvPr id="624" name="Ink 623">
                <a:extLst>
                  <a:ext uri="{FF2B5EF4-FFF2-40B4-BE49-F238E27FC236}">
                    <a16:creationId xmlns:a16="http://schemas.microsoft.com/office/drawing/2014/main" id="{8543509B-C6B3-6E64-31F2-E3E8F5BC7749}"/>
                  </a:ext>
                </a:extLst>
              </p:cNvPr>
              <p:cNvPicPr/>
              <p:nvPr/>
            </p:nvPicPr>
            <p:blipFill>
              <a:blip r:embed="rId680"/>
              <a:stretch>
                <a:fillRect/>
              </a:stretch>
            </p:blipFill>
            <p:spPr>
              <a:xfrm>
                <a:off x="7465633" y="1936954"/>
                <a:ext cx="163800" cy="13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1">
            <p14:nvContentPartPr>
              <p14:cNvPr id="625" name="Ink 624">
                <a:extLst>
                  <a:ext uri="{FF2B5EF4-FFF2-40B4-BE49-F238E27FC236}">
                    <a16:creationId xmlns:a16="http://schemas.microsoft.com/office/drawing/2014/main" id="{70B5FE8C-D4A9-2339-094A-AD9CE352D5A3}"/>
                  </a:ext>
                </a:extLst>
              </p14:cNvPr>
              <p14:cNvContentPartPr/>
              <p14:nvPr/>
            </p14:nvContentPartPr>
            <p14:xfrm>
              <a:off x="7650673" y="1960714"/>
              <a:ext cx="105480" cy="70920"/>
            </p14:xfrm>
          </p:contentPart>
        </mc:Choice>
        <mc:Fallback>
          <p:pic>
            <p:nvPicPr>
              <p:cNvPr id="625" name="Ink 624">
                <a:extLst>
                  <a:ext uri="{FF2B5EF4-FFF2-40B4-BE49-F238E27FC236}">
                    <a16:creationId xmlns:a16="http://schemas.microsoft.com/office/drawing/2014/main" id="{70B5FE8C-D4A9-2339-094A-AD9CE352D5A3}"/>
                  </a:ext>
                </a:extLst>
              </p:cNvPr>
              <p:cNvPicPr/>
              <p:nvPr/>
            </p:nvPicPr>
            <p:blipFill>
              <a:blip r:embed="rId682"/>
              <a:stretch>
                <a:fillRect/>
              </a:stretch>
            </p:blipFill>
            <p:spPr>
              <a:xfrm>
                <a:off x="7642033" y="1951714"/>
                <a:ext cx="12312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3">
            <p14:nvContentPartPr>
              <p14:cNvPr id="626" name="Ink 625">
                <a:extLst>
                  <a:ext uri="{FF2B5EF4-FFF2-40B4-BE49-F238E27FC236}">
                    <a16:creationId xmlns:a16="http://schemas.microsoft.com/office/drawing/2014/main" id="{8BCFAC66-19AE-5360-EB31-0427335F8041}"/>
                  </a:ext>
                </a:extLst>
              </p14:cNvPr>
              <p14:cNvContentPartPr/>
              <p14:nvPr/>
            </p14:nvContentPartPr>
            <p14:xfrm>
              <a:off x="7673713" y="1964314"/>
              <a:ext cx="61200" cy="66600"/>
            </p14:xfrm>
          </p:contentPart>
        </mc:Choice>
        <mc:Fallback>
          <p:pic>
            <p:nvPicPr>
              <p:cNvPr id="626" name="Ink 625">
                <a:extLst>
                  <a:ext uri="{FF2B5EF4-FFF2-40B4-BE49-F238E27FC236}">
                    <a16:creationId xmlns:a16="http://schemas.microsoft.com/office/drawing/2014/main" id="{8BCFAC66-19AE-5360-EB31-0427335F8041}"/>
                  </a:ext>
                </a:extLst>
              </p:cNvPr>
              <p:cNvPicPr/>
              <p:nvPr/>
            </p:nvPicPr>
            <p:blipFill>
              <a:blip r:embed="rId684"/>
              <a:stretch>
                <a:fillRect/>
              </a:stretch>
            </p:blipFill>
            <p:spPr>
              <a:xfrm>
                <a:off x="7664713" y="1955674"/>
                <a:ext cx="78840" cy="8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5">
            <p14:nvContentPartPr>
              <p14:cNvPr id="627" name="Ink 626">
                <a:extLst>
                  <a:ext uri="{FF2B5EF4-FFF2-40B4-BE49-F238E27FC236}">
                    <a16:creationId xmlns:a16="http://schemas.microsoft.com/office/drawing/2014/main" id="{A85D32D3-4DEB-E6D1-D4B5-5301C964B53A}"/>
                  </a:ext>
                </a:extLst>
              </p14:cNvPr>
              <p14:cNvContentPartPr/>
              <p14:nvPr/>
            </p14:nvContentPartPr>
            <p14:xfrm>
              <a:off x="7828873" y="1940914"/>
              <a:ext cx="135360" cy="86400"/>
            </p14:xfrm>
          </p:contentPart>
        </mc:Choice>
        <mc:Fallback>
          <p:pic>
            <p:nvPicPr>
              <p:cNvPr id="627" name="Ink 626">
                <a:extLst>
                  <a:ext uri="{FF2B5EF4-FFF2-40B4-BE49-F238E27FC236}">
                    <a16:creationId xmlns:a16="http://schemas.microsoft.com/office/drawing/2014/main" id="{A85D32D3-4DEB-E6D1-D4B5-5301C964B53A}"/>
                  </a:ext>
                </a:extLst>
              </p:cNvPr>
              <p:cNvPicPr/>
              <p:nvPr/>
            </p:nvPicPr>
            <p:blipFill>
              <a:blip r:embed="rId686"/>
              <a:stretch>
                <a:fillRect/>
              </a:stretch>
            </p:blipFill>
            <p:spPr>
              <a:xfrm>
                <a:off x="7819873" y="1931914"/>
                <a:ext cx="153000" cy="10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7">
            <p14:nvContentPartPr>
              <p14:cNvPr id="628" name="Ink 627">
                <a:extLst>
                  <a:ext uri="{FF2B5EF4-FFF2-40B4-BE49-F238E27FC236}">
                    <a16:creationId xmlns:a16="http://schemas.microsoft.com/office/drawing/2014/main" id="{166742F8-66C1-461E-DBF0-F8201249159B}"/>
                  </a:ext>
                </a:extLst>
              </p14:cNvPr>
              <p14:cNvContentPartPr/>
              <p14:nvPr/>
            </p14:nvContentPartPr>
            <p14:xfrm>
              <a:off x="7984753" y="1941274"/>
              <a:ext cx="177480" cy="65880"/>
            </p14:xfrm>
          </p:contentPart>
        </mc:Choice>
        <mc:Fallback>
          <p:pic>
            <p:nvPicPr>
              <p:cNvPr id="628" name="Ink 627">
                <a:extLst>
                  <a:ext uri="{FF2B5EF4-FFF2-40B4-BE49-F238E27FC236}">
                    <a16:creationId xmlns:a16="http://schemas.microsoft.com/office/drawing/2014/main" id="{166742F8-66C1-461E-DBF0-F8201249159B}"/>
                  </a:ext>
                </a:extLst>
              </p:cNvPr>
              <p:cNvPicPr/>
              <p:nvPr/>
            </p:nvPicPr>
            <p:blipFill>
              <a:blip r:embed="rId688"/>
              <a:stretch>
                <a:fillRect/>
              </a:stretch>
            </p:blipFill>
            <p:spPr>
              <a:xfrm>
                <a:off x="7976113" y="1932274"/>
                <a:ext cx="195120" cy="8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9">
            <p14:nvContentPartPr>
              <p14:cNvPr id="629" name="Ink 628">
                <a:extLst>
                  <a:ext uri="{FF2B5EF4-FFF2-40B4-BE49-F238E27FC236}">
                    <a16:creationId xmlns:a16="http://schemas.microsoft.com/office/drawing/2014/main" id="{30AD32A0-D506-082C-4AE6-BED6205B8BDA}"/>
                  </a:ext>
                </a:extLst>
              </p14:cNvPr>
              <p14:cNvContentPartPr/>
              <p14:nvPr/>
            </p14:nvContentPartPr>
            <p14:xfrm>
              <a:off x="8216953" y="1927954"/>
              <a:ext cx="92520" cy="176040"/>
            </p14:xfrm>
          </p:contentPart>
        </mc:Choice>
        <mc:Fallback>
          <p:pic>
            <p:nvPicPr>
              <p:cNvPr id="629" name="Ink 628">
                <a:extLst>
                  <a:ext uri="{FF2B5EF4-FFF2-40B4-BE49-F238E27FC236}">
                    <a16:creationId xmlns:a16="http://schemas.microsoft.com/office/drawing/2014/main" id="{30AD32A0-D506-082C-4AE6-BED6205B8BDA}"/>
                  </a:ext>
                </a:extLst>
              </p:cNvPr>
              <p:cNvPicPr/>
              <p:nvPr/>
            </p:nvPicPr>
            <p:blipFill>
              <a:blip r:embed="rId690"/>
              <a:stretch>
                <a:fillRect/>
              </a:stretch>
            </p:blipFill>
            <p:spPr>
              <a:xfrm>
                <a:off x="8208313" y="1919314"/>
                <a:ext cx="110160" cy="1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1">
            <p14:nvContentPartPr>
              <p14:cNvPr id="630" name="Ink 629">
                <a:extLst>
                  <a:ext uri="{FF2B5EF4-FFF2-40B4-BE49-F238E27FC236}">
                    <a16:creationId xmlns:a16="http://schemas.microsoft.com/office/drawing/2014/main" id="{51D4A444-CA48-2FE1-D3A5-F7D8EACCB21D}"/>
                  </a:ext>
                </a:extLst>
              </p14:cNvPr>
              <p14:cNvContentPartPr/>
              <p14:nvPr/>
            </p14:nvContentPartPr>
            <p14:xfrm>
              <a:off x="8348353" y="1787194"/>
              <a:ext cx="259200" cy="217440"/>
            </p14:xfrm>
          </p:contentPart>
        </mc:Choice>
        <mc:Fallback>
          <p:pic>
            <p:nvPicPr>
              <p:cNvPr id="630" name="Ink 629">
                <a:extLst>
                  <a:ext uri="{FF2B5EF4-FFF2-40B4-BE49-F238E27FC236}">
                    <a16:creationId xmlns:a16="http://schemas.microsoft.com/office/drawing/2014/main" id="{51D4A444-CA48-2FE1-D3A5-F7D8EACCB21D}"/>
                  </a:ext>
                </a:extLst>
              </p:cNvPr>
              <p:cNvPicPr/>
              <p:nvPr/>
            </p:nvPicPr>
            <p:blipFill>
              <a:blip r:embed="rId692"/>
              <a:stretch>
                <a:fillRect/>
              </a:stretch>
            </p:blipFill>
            <p:spPr>
              <a:xfrm>
                <a:off x="8339353" y="1778194"/>
                <a:ext cx="27684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3">
            <p14:nvContentPartPr>
              <p14:cNvPr id="631" name="Ink 630">
                <a:extLst>
                  <a:ext uri="{FF2B5EF4-FFF2-40B4-BE49-F238E27FC236}">
                    <a16:creationId xmlns:a16="http://schemas.microsoft.com/office/drawing/2014/main" id="{B16899B6-2ABC-B733-C0B3-44FA68B393D4}"/>
                  </a:ext>
                </a:extLst>
              </p14:cNvPr>
              <p14:cNvContentPartPr/>
              <p14:nvPr/>
            </p14:nvContentPartPr>
            <p14:xfrm>
              <a:off x="7600273" y="2198674"/>
              <a:ext cx="167760" cy="164880"/>
            </p14:xfrm>
          </p:contentPart>
        </mc:Choice>
        <mc:Fallback>
          <p:pic>
            <p:nvPicPr>
              <p:cNvPr id="631" name="Ink 630">
                <a:extLst>
                  <a:ext uri="{FF2B5EF4-FFF2-40B4-BE49-F238E27FC236}">
                    <a16:creationId xmlns:a16="http://schemas.microsoft.com/office/drawing/2014/main" id="{B16899B6-2ABC-B733-C0B3-44FA68B393D4}"/>
                  </a:ext>
                </a:extLst>
              </p:cNvPr>
              <p:cNvPicPr/>
              <p:nvPr/>
            </p:nvPicPr>
            <p:blipFill>
              <a:blip r:embed="rId694"/>
              <a:stretch>
                <a:fillRect/>
              </a:stretch>
            </p:blipFill>
            <p:spPr>
              <a:xfrm>
                <a:off x="7591633" y="2190034"/>
                <a:ext cx="185400" cy="18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5">
            <p14:nvContentPartPr>
              <p14:cNvPr id="632" name="Ink 631">
                <a:extLst>
                  <a:ext uri="{FF2B5EF4-FFF2-40B4-BE49-F238E27FC236}">
                    <a16:creationId xmlns:a16="http://schemas.microsoft.com/office/drawing/2014/main" id="{26371190-9790-211D-3B58-C3655E8FA76D}"/>
                  </a:ext>
                </a:extLst>
              </p14:cNvPr>
              <p14:cNvContentPartPr/>
              <p14:nvPr/>
            </p14:nvContentPartPr>
            <p14:xfrm>
              <a:off x="7927873" y="2291194"/>
              <a:ext cx="101520" cy="5040"/>
            </p14:xfrm>
          </p:contentPart>
        </mc:Choice>
        <mc:Fallback>
          <p:pic>
            <p:nvPicPr>
              <p:cNvPr id="632" name="Ink 631">
                <a:extLst>
                  <a:ext uri="{FF2B5EF4-FFF2-40B4-BE49-F238E27FC236}">
                    <a16:creationId xmlns:a16="http://schemas.microsoft.com/office/drawing/2014/main" id="{26371190-9790-211D-3B58-C3655E8FA76D}"/>
                  </a:ext>
                </a:extLst>
              </p:cNvPr>
              <p:cNvPicPr/>
              <p:nvPr/>
            </p:nvPicPr>
            <p:blipFill>
              <a:blip r:embed="rId696"/>
              <a:stretch>
                <a:fillRect/>
              </a:stretch>
            </p:blipFill>
            <p:spPr>
              <a:xfrm>
                <a:off x="7918873" y="2282554"/>
                <a:ext cx="119160" cy="2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7">
            <p14:nvContentPartPr>
              <p14:cNvPr id="633" name="Ink 632">
                <a:extLst>
                  <a:ext uri="{FF2B5EF4-FFF2-40B4-BE49-F238E27FC236}">
                    <a16:creationId xmlns:a16="http://schemas.microsoft.com/office/drawing/2014/main" id="{B39C98E6-31B1-2C83-4FC9-DCEABBA9201E}"/>
                  </a:ext>
                </a:extLst>
              </p14:cNvPr>
              <p14:cNvContentPartPr/>
              <p14:nvPr/>
            </p14:nvContentPartPr>
            <p14:xfrm>
              <a:off x="7924273" y="2233234"/>
              <a:ext cx="94320" cy="9000"/>
            </p14:xfrm>
          </p:contentPart>
        </mc:Choice>
        <mc:Fallback>
          <p:pic>
            <p:nvPicPr>
              <p:cNvPr id="633" name="Ink 632">
                <a:extLst>
                  <a:ext uri="{FF2B5EF4-FFF2-40B4-BE49-F238E27FC236}">
                    <a16:creationId xmlns:a16="http://schemas.microsoft.com/office/drawing/2014/main" id="{B39C98E6-31B1-2C83-4FC9-DCEABBA9201E}"/>
                  </a:ext>
                </a:extLst>
              </p:cNvPr>
              <p:cNvPicPr/>
              <p:nvPr/>
            </p:nvPicPr>
            <p:blipFill>
              <a:blip r:embed="rId698"/>
              <a:stretch>
                <a:fillRect/>
              </a:stretch>
            </p:blipFill>
            <p:spPr>
              <a:xfrm>
                <a:off x="7915273" y="2224234"/>
                <a:ext cx="11196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9">
            <p14:nvContentPartPr>
              <p14:cNvPr id="634" name="Ink 633">
                <a:extLst>
                  <a:ext uri="{FF2B5EF4-FFF2-40B4-BE49-F238E27FC236}">
                    <a16:creationId xmlns:a16="http://schemas.microsoft.com/office/drawing/2014/main" id="{044D21E0-C365-6812-8B26-5699888CC53B}"/>
                  </a:ext>
                </a:extLst>
              </p14:cNvPr>
              <p14:cNvContentPartPr/>
              <p14:nvPr/>
            </p14:nvContentPartPr>
            <p14:xfrm>
              <a:off x="8139193" y="2166994"/>
              <a:ext cx="129960" cy="79920"/>
            </p14:xfrm>
          </p:contentPart>
        </mc:Choice>
        <mc:Fallback>
          <p:pic>
            <p:nvPicPr>
              <p:cNvPr id="634" name="Ink 633">
                <a:extLst>
                  <a:ext uri="{FF2B5EF4-FFF2-40B4-BE49-F238E27FC236}">
                    <a16:creationId xmlns:a16="http://schemas.microsoft.com/office/drawing/2014/main" id="{044D21E0-C365-6812-8B26-5699888CC53B}"/>
                  </a:ext>
                </a:extLst>
              </p:cNvPr>
              <p:cNvPicPr/>
              <p:nvPr/>
            </p:nvPicPr>
            <p:blipFill>
              <a:blip r:embed="rId700"/>
              <a:stretch>
                <a:fillRect/>
              </a:stretch>
            </p:blipFill>
            <p:spPr>
              <a:xfrm>
                <a:off x="8130193" y="2157994"/>
                <a:ext cx="147600" cy="9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1">
            <p14:nvContentPartPr>
              <p14:cNvPr id="635" name="Ink 634">
                <a:extLst>
                  <a:ext uri="{FF2B5EF4-FFF2-40B4-BE49-F238E27FC236}">
                    <a16:creationId xmlns:a16="http://schemas.microsoft.com/office/drawing/2014/main" id="{EB330AEB-801F-4A45-6285-C9E2DAB65A87}"/>
                  </a:ext>
                </a:extLst>
              </p14:cNvPr>
              <p14:cNvContentPartPr/>
              <p14:nvPr/>
            </p14:nvContentPartPr>
            <p14:xfrm>
              <a:off x="8217673" y="2196514"/>
              <a:ext cx="28080" cy="127440"/>
            </p14:xfrm>
          </p:contentPart>
        </mc:Choice>
        <mc:Fallback>
          <p:pic>
            <p:nvPicPr>
              <p:cNvPr id="635" name="Ink 634">
                <a:extLst>
                  <a:ext uri="{FF2B5EF4-FFF2-40B4-BE49-F238E27FC236}">
                    <a16:creationId xmlns:a16="http://schemas.microsoft.com/office/drawing/2014/main" id="{EB330AEB-801F-4A45-6285-C9E2DAB65A87}"/>
                  </a:ext>
                </a:extLst>
              </p:cNvPr>
              <p:cNvPicPr/>
              <p:nvPr/>
            </p:nvPicPr>
            <p:blipFill>
              <a:blip r:embed="rId702"/>
              <a:stretch>
                <a:fillRect/>
              </a:stretch>
            </p:blipFill>
            <p:spPr>
              <a:xfrm>
                <a:off x="8208673" y="2187874"/>
                <a:ext cx="45720" cy="14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3">
            <p14:nvContentPartPr>
              <p14:cNvPr id="637" name="Ink 636">
                <a:extLst>
                  <a:ext uri="{FF2B5EF4-FFF2-40B4-BE49-F238E27FC236}">
                    <a16:creationId xmlns:a16="http://schemas.microsoft.com/office/drawing/2014/main" id="{CE9AAE36-436F-F6C4-D5A3-FE9836FF0F2D}"/>
                  </a:ext>
                </a:extLst>
              </p14:cNvPr>
              <p14:cNvContentPartPr/>
              <p14:nvPr/>
            </p14:nvContentPartPr>
            <p14:xfrm>
              <a:off x="9732193" y="1848034"/>
              <a:ext cx="843120" cy="683640"/>
            </p14:xfrm>
          </p:contentPart>
        </mc:Choice>
        <mc:Fallback>
          <p:pic>
            <p:nvPicPr>
              <p:cNvPr id="637" name="Ink 636">
                <a:extLst>
                  <a:ext uri="{FF2B5EF4-FFF2-40B4-BE49-F238E27FC236}">
                    <a16:creationId xmlns:a16="http://schemas.microsoft.com/office/drawing/2014/main" id="{CE9AAE36-436F-F6C4-D5A3-FE9836FF0F2D}"/>
                  </a:ext>
                </a:extLst>
              </p:cNvPr>
              <p:cNvPicPr/>
              <p:nvPr/>
            </p:nvPicPr>
            <p:blipFill>
              <a:blip r:embed="rId704"/>
              <a:stretch>
                <a:fillRect/>
              </a:stretch>
            </p:blipFill>
            <p:spPr>
              <a:xfrm>
                <a:off x="9723553" y="1839034"/>
                <a:ext cx="860760" cy="70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5">
            <p14:nvContentPartPr>
              <p14:cNvPr id="640" name="Ink 639">
                <a:extLst>
                  <a:ext uri="{FF2B5EF4-FFF2-40B4-BE49-F238E27FC236}">
                    <a16:creationId xmlns:a16="http://schemas.microsoft.com/office/drawing/2014/main" id="{371435A6-F1DC-3E0D-E27D-E1A6D3D1EA80}"/>
                  </a:ext>
                </a:extLst>
              </p14:cNvPr>
              <p14:cNvContentPartPr/>
              <p14:nvPr/>
            </p14:nvContentPartPr>
            <p14:xfrm>
              <a:off x="8873233" y="1833634"/>
              <a:ext cx="721800" cy="627480"/>
            </p14:xfrm>
          </p:contentPart>
        </mc:Choice>
        <mc:Fallback>
          <p:pic>
            <p:nvPicPr>
              <p:cNvPr id="640" name="Ink 639">
                <a:extLst>
                  <a:ext uri="{FF2B5EF4-FFF2-40B4-BE49-F238E27FC236}">
                    <a16:creationId xmlns:a16="http://schemas.microsoft.com/office/drawing/2014/main" id="{371435A6-F1DC-3E0D-E27D-E1A6D3D1EA80}"/>
                  </a:ext>
                </a:extLst>
              </p:cNvPr>
              <p:cNvPicPr/>
              <p:nvPr/>
            </p:nvPicPr>
            <p:blipFill>
              <a:blip r:embed="rId706"/>
              <a:stretch>
                <a:fillRect/>
              </a:stretch>
            </p:blipFill>
            <p:spPr>
              <a:xfrm>
                <a:off x="8864233" y="1824634"/>
                <a:ext cx="739440" cy="645120"/>
              </a:xfrm>
              <a:prstGeom prst="rect">
                <a:avLst/>
              </a:prstGeom>
            </p:spPr>
          </p:pic>
        </mc:Fallback>
      </mc:AlternateContent>
      <p:grpSp>
        <p:nvGrpSpPr>
          <p:cNvPr id="643" name="Group 642">
            <a:extLst>
              <a:ext uri="{FF2B5EF4-FFF2-40B4-BE49-F238E27FC236}">
                <a16:creationId xmlns:a16="http://schemas.microsoft.com/office/drawing/2014/main" id="{CAD2E2DF-4D45-80B8-FFBA-4B3E00970373}"/>
              </a:ext>
            </a:extLst>
          </p:cNvPr>
          <p:cNvGrpSpPr/>
          <p:nvPr/>
        </p:nvGrpSpPr>
        <p:grpSpPr>
          <a:xfrm>
            <a:off x="8915713" y="2633914"/>
            <a:ext cx="1713240" cy="729000"/>
            <a:chOff x="8915713" y="2633914"/>
            <a:chExt cx="1713240" cy="72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7">
              <p14:nvContentPartPr>
                <p14:cNvPr id="641" name="Ink 640">
                  <a:extLst>
                    <a:ext uri="{FF2B5EF4-FFF2-40B4-BE49-F238E27FC236}">
                      <a16:creationId xmlns:a16="http://schemas.microsoft.com/office/drawing/2014/main" id="{A907E39D-2DD7-3CA9-3BB2-128A5E67BB3C}"/>
                    </a:ext>
                  </a:extLst>
                </p14:cNvPr>
                <p14:cNvContentPartPr/>
                <p14:nvPr/>
              </p14:nvContentPartPr>
              <p14:xfrm>
                <a:off x="8915713" y="2633914"/>
                <a:ext cx="808200" cy="729000"/>
              </p14:xfrm>
            </p:contentPart>
          </mc:Choice>
          <mc:Fallback>
            <p:pic>
              <p:nvPicPr>
                <p:cNvPr id="641" name="Ink 640">
                  <a:extLst>
                    <a:ext uri="{FF2B5EF4-FFF2-40B4-BE49-F238E27FC236}">
                      <a16:creationId xmlns:a16="http://schemas.microsoft.com/office/drawing/2014/main" id="{A907E39D-2DD7-3CA9-3BB2-128A5E67BB3C}"/>
                    </a:ext>
                  </a:extLst>
                </p:cNvPr>
                <p:cNvPicPr/>
                <p:nvPr/>
              </p:nvPicPr>
              <p:blipFill>
                <a:blip r:embed="rId708"/>
                <a:stretch>
                  <a:fillRect/>
                </a:stretch>
              </p:blipFill>
              <p:spPr>
                <a:xfrm>
                  <a:off x="8906713" y="2625274"/>
                  <a:ext cx="825840" cy="74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9">
              <p14:nvContentPartPr>
                <p14:cNvPr id="642" name="Ink 641">
                  <a:extLst>
                    <a:ext uri="{FF2B5EF4-FFF2-40B4-BE49-F238E27FC236}">
                      <a16:creationId xmlns:a16="http://schemas.microsoft.com/office/drawing/2014/main" id="{3908753E-D0DE-A1A0-519B-5632D2E48BC3}"/>
                    </a:ext>
                  </a:extLst>
                </p14:cNvPr>
                <p14:cNvContentPartPr/>
                <p14:nvPr/>
              </p14:nvContentPartPr>
              <p14:xfrm>
                <a:off x="9746593" y="2659114"/>
                <a:ext cx="882360" cy="691200"/>
              </p14:xfrm>
            </p:contentPart>
          </mc:Choice>
          <mc:Fallback>
            <p:pic>
              <p:nvPicPr>
                <p:cNvPr id="642" name="Ink 641">
                  <a:extLst>
                    <a:ext uri="{FF2B5EF4-FFF2-40B4-BE49-F238E27FC236}">
                      <a16:creationId xmlns:a16="http://schemas.microsoft.com/office/drawing/2014/main" id="{3908753E-D0DE-A1A0-519B-5632D2E48BC3}"/>
                    </a:ext>
                  </a:extLst>
                </p:cNvPr>
                <p:cNvPicPr/>
                <p:nvPr/>
              </p:nvPicPr>
              <p:blipFill>
                <a:blip r:embed="rId710"/>
                <a:stretch>
                  <a:fillRect/>
                </a:stretch>
              </p:blipFill>
              <p:spPr>
                <a:xfrm>
                  <a:off x="9737593" y="2650114"/>
                  <a:ext cx="900000" cy="70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1" name="Group 650">
            <a:extLst>
              <a:ext uri="{FF2B5EF4-FFF2-40B4-BE49-F238E27FC236}">
                <a16:creationId xmlns:a16="http://schemas.microsoft.com/office/drawing/2014/main" id="{5224E76E-C0C1-6947-DF30-840513C5FA07}"/>
              </a:ext>
            </a:extLst>
          </p:cNvPr>
          <p:cNvGrpSpPr/>
          <p:nvPr/>
        </p:nvGrpSpPr>
        <p:grpSpPr>
          <a:xfrm>
            <a:off x="10114873" y="1324954"/>
            <a:ext cx="442440" cy="302040"/>
            <a:chOff x="10114873" y="1324954"/>
            <a:chExt cx="442440" cy="30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11">
              <p14:nvContentPartPr>
                <p14:cNvPr id="644" name="Ink 643">
                  <a:extLst>
                    <a:ext uri="{FF2B5EF4-FFF2-40B4-BE49-F238E27FC236}">
                      <a16:creationId xmlns:a16="http://schemas.microsoft.com/office/drawing/2014/main" id="{2BBC84A4-9892-1ED3-5831-EAD6350B73AA}"/>
                    </a:ext>
                  </a:extLst>
                </p14:cNvPr>
                <p14:cNvContentPartPr/>
                <p14:nvPr/>
              </p14:nvContentPartPr>
              <p14:xfrm>
                <a:off x="10148713" y="1388674"/>
                <a:ext cx="209160" cy="159480"/>
              </p14:xfrm>
            </p:contentPart>
          </mc:Choice>
          <mc:Fallback>
            <p:pic>
              <p:nvPicPr>
                <p:cNvPr id="644" name="Ink 643">
                  <a:extLst>
                    <a:ext uri="{FF2B5EF4-FFF2-40B4-BE49-F238E27FC236}">
                      <a16:creationId xmlns:a16="http://schemas.microsoft.com/office/drawing/2014/main" id="{2BBC84A4-9892-1ED3-5831-EAD6350B73AA}"/>
                    </a:ext>
                  </a:extLst>
                </p:cNvPr>
                <p:cNvPicPr/>
                <p:nvPr/>
              </p:nvPicPr>
              <p:blipFill>
                <a:blip r:embed="rId712"/>
                <a:stretch>
                  <a:fillRect/>
                </a:stretch>
              </p:blipFill>
              <p:spPr>
                <a:xfrm>
                  <a:off x="10139713" y="1380034"/>
                  <a:ext cx="2268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3">
              <p14:nvContentPartPr>
                <p14:cNvPr id="645" name="Ink 644">
                  <a:extLst>
                    <a:ext uri="{FF2B5EF4-FFF2-40B4-BE49-F238E27FC236}">
                      <a16:creationId xmlns:a16="http://schemas.microsoft.com/office/drawing/2014/main" id="{EB2EEB0E-F178-1204-86A1-5F0047F2A6B3}"/>
                    </a:ext>
                  </a:extLst>
                </p14:cNvPr>
                <p14:cNvContentPartPr/>
                <p14:nvPr/>
              </p14:nvContentPartPr>
              <p14:xfrm>
                <a:off x="10262473" y="1466434"/>
                <a:ext cx="65160" cy="12960"/>
              </p14:xfrm>
            </p:contentPart>
          </mc:Choice>
          <mc:Fallback>
            <p:pic>
              <p:nvPicPr>
                <p:cNvPr id="645" name="Ink 644">
                  <a:extLst>
                    <a:ext uri="{FF2B5EF4-FFF2-40B4-BE49-F238E27FC236}">
                      <a16:creationId xmlns:a16="http://schemas.microsoft.com/office/drawing/2014/main" id="{EB2EEB0E-F178-1204-86A1-5F0047F2A6B3}"/>
                    </a:ext>
                  </a:extLst>
                </p:cNvPr>
                <p:cNvPicPr/>
                <p:nvPr/>
              </p:nvPicPr>
              <p:blipFill>
                <a:blip r:embed="rId714"/>
                <a:stretch>
                  <a:fillRect/>
                </a:stretch>
              </p:blipFill>
              <p:spPr>
                <a:xfrm>
                  <a:off x="10253833" y="1457434"/>
                  <a:ext cx="828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5">
              <p14:nvContentPartPr>
                <p14:cNvPr id="646" name="Ink 645">
                  <a:extLst>
                    <a:ext uri="{FF2B5EF4-FFF2-40B4-BE49-F238E27FC236}">
                      <a16:creationId xmlns:a16="http://schemas.microsoft.com/office/drawing/2014/main" id="{A4EAE0F7-AD4A-F7C8-FBBD-BE53221D9688}"/>
                    </a:ext>
                  </a:extLst>
                </p14:cNvPr>
                <p14:cNvContentPartPr/>
                <p14:nvPr/>
              </p14:nvContentPartPr>
              <p14:xfrm>
                <a:off x="10458313" y="1399474"/>
                <a:ext cx="21600" cy="153720"/>
              </p14:xfrm>
            </p:contentPart>
          </mc:Choice>
          <mc:Fallback>
            <p:pic>
              <p:nvPicPr>
                <p:cNvPr id="646" name="Ink 645">
                  <a:extLst>
                    <a:ext uri="{FF2B5EF4-FFF2-40B4-BE49-F238E27FC236}">
                      <a16:creationId xmlns:a16="http://schemas.microsoft.com/office/drawing/2014/main" id="{A4EAE0F7-AD4A-F7C8-FBBD-BE53221D9688}"/>
                    </a:ext>
                  </a:extLst>
                </p:cNvPr>
                <p:cNvPicPr/>
                <p:nvPr/>
              </p:nvPicPr>
              <p:blipFill>
                <a:blip r:embed="rId716"/>
                <a:stretch>
                  <a:fillRect/>
                </a:stretch>
              </p:blipFill>
              <p:spPr>
                <a:xfrm>
                  <a:off x="10449313" y="1390834"/>
                  <a:ext cx="3924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7">
              <p14:nvContentPartPr>
                <p14:cNvPr id="647" name="Ink 646">
                  <a:extLst>
                    <a:ext uri="{FF2B5EF4-FFF2-40B4-BE49-F238E27FC236}">
                      <a16:creationId xmlns:a16="http://schemas.microsoft.com/office/drawing/2014/main" id="{9E593B68-C857-7D81-8FAB-89814F700383}"/>
                    </a:ext>
                  </a:extLst>
                </p14:cNvPr>
                <p14:cNvContentPartPr/>
                <p14:nvPr/>
              </p14:nvContentPartPr>
              <p14:xfrm>
                <a:off x="10130713" y="1324954"/>
                <a:ext cx="363960" cy="16200"/>
              </p14:xfrm>
            </p:contentPart>
          </mc:Choice>
          <mc:Fallback>
            <p:pic>
              <p:nvPicPr>
                <p:cNvPr id="647" name="Ink 646">
                  <a:extLst>
                    <a:ext uri="{FF2B5EF4-FFF2-40B4-BE49-F238E27FC236}">
                      <a16:creationId xmlns:a16="http://schemas.microsoft.com/office/drawing/2014/main" id="{9E593B68-C857-7D81-8FAB-89814F700383}"/>
                    </a:ext>
                  </a:extLst>
                </p:cNvPr>
                <p:cNvPicPr/>
                <p:nvPr/>
              </p:nvPicPr>
              <p:blipFill>
                <a:blip r:embed="rId718"/>
                <a:stretch>
                  <a:fillRect/>
                </a:stretch>
              </p:blipFill>
              <p:spPr>
                <a:xfrm>
                  <a:off x="10121713" y="1315954"/>
                  <a:ext cx="3816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9">
              <p14:nvContentPartPr>
                <p14:cNvPr id="648" name="Ink 647">
                  <a:extLst>
                    <a:ext uri="{FF2B5EF4-FFF2-40B4-BE49-F238E27FC236}">
                      <a16:creationId xmlns:a16="http://schemas.microsoft.com/office/drawing/2014/main" id="{6513A686-FA59-4DD4-7E9D-29628AC7DC52}"/>
                    </a:ext>
                  </a:extLst>
                </p14:cNvPr>
                <p14:cNvContentPartPr/>
                <p14:nvPr/>
              </p14:nvContentPartPr>
              <p14:xfrm>
                <a:off x="10114873" y="1356634"/>
                <a:ext cx="30240" cy="243000"/>
              </p14:xfrm>
            </p:contentPart>
          </mc:Choice>
          <mc:Fallback>
            <p:pic>
              <p:nvPicPr>
                <p:cNvPr id="648" name="Ink 647">
                  <a:extLst>
                    <a:ext uri="{FF2B5EF4-FFF2-40B4-BE49-F238E27FC236}">
                      <a16:creationId xmlns:a16="http://schemas.microsoft.com/office/drawing/2014/main" id="{6513A686-FA59-4DD4-7E9D-29628AC7DC52}"/>
                    </a:ext>
                  </a:extLst>
                </p:cNvPr>
                <p:cNvPicPr/>
                <p:nvPr/>
              </p:nvPicPr>
              <p:blipFill>
                <a:blip r:embed="rId720"/>
                <a:stretch>
                  <a:fillRect/>
                </a:stretch>
              </p:blipFill>
              <p:spPr>
                <a:xfrm>
                  <a:off x="10106233" y="1347994"/>
                  <a:ext cx="4788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1">
              <p14:nvContentPartPr>
                <p14:cNvPr id="649" name="Ink 648">
                  <a:extLst>
                    <a:ext uri="{FF2B5EF4-FFF2-40B4-BE49-F238E27FC236}">
                      <a16:creationId xmlns:a16="http://schemas.microsoft.com/office/drawing/2014/main" id="{14DC41B5-8572-C818-1A14-52535C9E9754}"/>
                    </a:ext>
                  </a:extLst>
                </p14:cNvPr>
                <p14:cNvContentPartPr/>
                <p14:nvPr/>
              </p14:nvContentPartPr>
              <p14:xfrm>
                <a:off x="10173913" y="1597114"/>
                <a:ext cx="383400" cy="29880"/>
              </p14:xfrm>
            </p:contentPart>
          </mc:Choice>
          <mc:Fallback>
            <p:pic>
              <p:nvPicPr>
                <p:cNvPr id="649" name="Ink 648">
                  <a:extLst>
                    <a:ext uri="{FF2B5EF4-FFF2-40B4-BE49-F238E27FC236}">
                      <a16:creationId xmlns:a16="http://schemas.microsoft.com/office/drawing/2014/main" id="{14DC41B5-8572-C818-1A14-52535C9E9754}"/>
                    </a:ext>
                  </a:extLst>
                </p:cNvPr>
                <p:cNvPicPr/>
                <p:nvPr/>
              </p:nvPicPr>
              <p:blipFill>
                <a:blip r:embed="rId722"/>
                <a:stretch>
                  <a:fillRect/>
                </a:stretch>
              </p:blipFill>
              <p:spPr>
                <a:xfrm>
                  <a:off x="10164913" y="1588474"/>
                  <a:ext cx="40104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3">
              <p14:nvContentPartPr>
                <p14:cNvPr id="650" name="Ink 649">
                  <a:extLst>
                    <a:ext uri="{FF2B5EF4-FFF2-40B4-BE49-F238E27FC236}">
                      <a16:creationId xmlns:a16="http://schemas.microsoft.com/office/drawing/2014/main" id="{ACBA86CC-4697-51C2-F88F-3F7083083244}"/>
                    </a:ext>
                  </a:extLst>
                </p14:cNvPr>
                <p14:cNvContentPartPr/>
                <p14:nvPr/>
              </p14:nvContentPartPr>
              <p14:xfrm>
                <a:off x="10229713" y="1453474"/>
                <a:ext cx="116640" cy="16920"/>
              </p14:xfrm>
            </p:contentPart>
          </mc:Choice>
          <mc:Fallback>
            <p:pic>
              <p:nvPicPr>
                <p:cNvPr id="650" name="Ink 649">
                  <a:extLst>
                    <a:ext uri="{FF2B5EF4-FFF2-40B4-BE49-F238E27FC236}">
                      <a16:creationId xmlns:a16="http://schemas.microsoft.com/office/drawing/2014/main" id="{ACBA86CC-4697-51C2-F88F-3F7083083244}"/>
                    </a:ext>
                  </a:extLst>
                </p:cNvPr>
                <p:cNvPicPr/>
                <p:nvPr/>
              </p:nvPicPr>
              <p:blipFill>
                <a:blip r:embed="rId724"/>
                <a:stretch>
                  <a:fillRect/>
                </a:stretch>
              </p:blipFill>
              <p:spPr>
                <a:xfrm>
                  <a:off x="10221073" y="1444474"/>
                  <a:ext cx="134280" cy="34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25">
            <p14:nvContentPartPr>
              <p14:cNvPr id="652" name="Ink 651">
                <a:extLst>
                  <a:ext uri="{FF2B5EF4-FFF2-40B4-BE49-F238E27FC236}">
                    <a16:creationId xmlns:a16="http://schemas.microsoft.com/office/drawing/2014/main" id="{C0054AD7-151F-440D-15E3-112AFCC1F916}"/>
                  </a:ext>
                </a:extLst>
              </p14:cNvPr>
              <p14:cNvContentPartPr/>
              <p14:nvPr/>
            </p14:nvContentPartPr>
            <p14:xfrm>
              <a:off x="9580273" y="1474354"/>
              <a:ext cx="144000" cy="127440"/>
            </p14:xfrm>
          </p:contentPart>
        </mc:Choice>
        <mc:Fallback>
          <p:pic>
            <p:nvPicPr>
              <p:cNvPr id="652" name="Ink 651">
                <a:extLst>
                  <a:ext uri="{FF2B5EF4-FFF2-40B4-BE49-F238E27FC236}">
                    <a16:creationId xmlns:a16="http://schemas.microsoft.com/office/drawing/2014/main" id="{C0054AD7-151F-440D-15E3-112AFCC1F916}"/>
                  </a:ext>
                </a:extLst>
              </p:cNvPr>
              <p:cNvPicPr/>
              <p:nvPr/>
            </p:nvPicPr>
            <p:blipFill>
              <a:blip r:embed="rId726"/>
              <a:stretch>
                <a:fillRect/>
              </a:stretch>
            </p:blipFill>
            <p:spPr>
              <a:xfrm>
                <a:off x="9571633" y="1465714"/>
                <a:ext cx="161640" cy="14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7">
            <p14:nvContentPartPr>
              <p14:cNvPr id="653" name="Ink 652">
                <a:extLst>
                  <a:ext uri="{FF2B5EF4-FFF2-40B4-BE49-F238E27FC236}">
                    <a16:creationId xmlns:a16="http://schemas.microsoft.com/office/drawing/2014/main" id="{C9F7FD40-C27B-9B8B-7619-749C0BBF2E4B}"/>
                  </a:ext>
                </a:extLst>
              </p14:cNvPr>
              <p14:cNvContentPartPr/>
              <p14:nvPr/>
            </p14:nvContentPartPr>
            <p14:xfrm>
              <a:off x="11128273" y="2514034"/>
              <a:ext cx="156600" cy="143280"/>
            </p14:xfrm>
          </p:contentPart>
        </mc:Choice>
        <mc:Fallback>
          <p:pic>
            <p:nvPicPr>
              <p:cNvPr id="653" name="Ink 652">
                <a:extLst>
                  <a:ext uri="{FF2B5EF4-FFF2-40B4-BE49-F238E27FC236}">
                    <a16:creationId xmlns:a16="http://schemas.microsoft.com/office/drawing/2014/main" id="{C9F7FD40-C27B-9B8B-7619-749C0BBF2E4B}"/>
                  </a:ext>
                </a:extLst>
              </p:cNvPr>
              <p:cNvPicPr/>
              <p:nvPr/>
            </p:nvPicPr>
            <p:blipFill>
              <a:blip r:embed="rId728"/>
              <a:stretch>
                <a:fillRect/>
              </a:stretch>
            </p:blipFill>
            <p:spPr>
              <a:xfrm>
                <a:off x="11119273" y="2505394"/>
                <a:ext cx="174240" cy="16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9">
            <p14:nvContentPartPr>
              <p14:cNvPr id="654" name="Ink 653">
                <a:extLst>
                  <a:ext uri="{FF2B5EF4-FFF2-40B4-BE49-F238E27FC236}">
                    <a16:creationId xmlns:a16="http://schemas.microsoft.com/office/drawing/2014/main" id="{90E07715-14EE-D6DF-BBA5-436E3FAAA2E2}"/>
                  </a:ext>
                </a:extLst>
              </p14:cNvPr>
              <p14:cNvContentPartPr/>
              <p14:nvPr/>
            </p14:nvContentPartPr>
            <p14:xfrm>
              <a:off x="10458673" y="2744074"/>
              <a:ext cx="36000" cy="132480"/>
            </p14:xfrm>
          </p:contentPart>
        </mc:Choice>
        <mc:Fallback>
          <p:pic>
            <p:nvPicPr>
              <p:cNvPr id="654" name="Ink 653">
                <a:extLst>
                  <a:ext uri="{FF2B5EF4-FFF2-40B4-BE49-F238E27FC236}">
                    <a16:creationId xmlns:a16="http://schemas.microsoft.com/office/drawing/2014/main" id="{90E07715-14EE-D6DF-BBA5-436E3FAAA2E2}"/>
                  </a:ext>
                </a:extLst>
              </p:cNvPr>
              <p:cNvPicPr/>
              <p:nvPr/>
            </p:nvPicPr>
            <p:blipFill>
              <a:blip r:embed="rId730"/>
              <a:stretch>
                <a:fillRect/>
              </a:stretch>
            </p:blipFill>
            <p:spPr>
              <a:xfrm>
                <a:off x="10450033" y="2735074"/>
                <a:ext cx="53640" cy="150120"/>
              </a:xfrm>
              <a:prstGeom prst="rect">
                <a:avLst/>
              </a:prstGeom>
            </p:spPr>
          </p:pic>
        </mc:Fallback>
      </mc:AlternateContent>
      <p:grpSp>
        <p:nvGrpSpPr>
          <p:cNvPr id="669" name="Group 668">
            <a:extLst>
              <a:ext uri="{FF2B5EF4-FFF2-40B4-BE49-F238E27FC236}">
                <a16:creationId xmlns:a16="http://schemas.microsoft.com/office/drawing/2014/main" id="{1ABD4451-A9EB-F60D-03FF-3A15094E725B}"/>
              </a:ext>
            </a:extLst>
          </p:cNvPr>
          <p:cNvGrpSpPr/>
          <p:nvPr/>
        </p:nvGrpSpPr>
        <p:grpSpPr>
          <a:xfrm>
            <a:off x="10712473" y="2288519"/>
            <a:ext cx="423000" cy="117720"/>
            <a:chOff x="10712473" y="2288519"/>
            <a:chExt cx="423000" cy="117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31">
              <p14:nvContentPartPr>
                <p14:cNvPr id="666" name="Ink 665">
                  <a:extLst>
                    <a:ext uri="{FF2B5EF4-FFF2-40B4-BE49-F238E27FC236}">
                      <a16:creationId xmlns:a16="http://schemas.microsoft.com/office/drawing/2014/main" id="{EF9A9F7B-4160-BC1C-46E9-01EC899480FE}"/>
                    </a:ext>
                  </a:extLst>
                </p14:cNvPr>
                <p14:cNvContentPartPr/>
                <p14:nvPr/>
              </p14:nvContentPartPr>
              <p14:xfrm>
                <a:off x="10712473" y="2292479"/>
                <a:ext cx="146880" cy="113760"/>
              </p14:xfrm>
            </p:contentPart>
          </mc:Choice>
          <mc:Fallback>
            <p:pic>
              <p:nvPicPr>
                <p:cNvPr id="666" name="Ink 665">
                  <a:extLst>
                    <a:ext uri="{FF2B5EF4-FFF2-40B4-BE49-F238E27FC236}">
                      <a16:creationId xmlns:a16="http://schemas.microsoft.com/office/drawing/2014/main" id="{EF9A9F7B-4160-BC1C-46E9-01EC899480FE}"/>
                    </a:ext>
                  </a:extLst>
                </p:cNvPr>
                <p:cNvPicPr/>
                <p:nvPr/>
              </p:nvPicPr>
              <p:blipFill>
                <a:blip r:embed="rId732"/>
                <a:stretch>
                  <a:fillRect/>
                </a:stretch>
              </p:blipFill>
              <p:spPr>
                <a:xfrm>
                  <a:off x="10703833" y="2283479"/>
                  <a:ext cx="16452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3">
              <p14:nvContentPartPr>
                <p14:cNvPr id="667" name="Ink 666">
                  <a:extLst>
                    <a:ext uri="{FF2B5EF4-FFF2-40B4-BE49-F238E27FC236}">
                      <a16:creationId xmlns:a16="http://schemas.microsoft.com/office/drawing/2014/main" id="{DC93B3FD-D065-103C-676F-2698D9F4631E}"/>
                    </a:ext>
                  </a:extLst>
                </p14:cNvPr>
                <p14:cNvContentPartPr/>
                <p14:nvPr/>
              </p14:nvContentPartPr>
              <p14:xfrm>
                <a:off x="10856473" y="2298599"/>
                <a:ext cx="91080" cy="93960"/>
              </p14:xfrm>
            </p:contentPart>
          </mc:Choice>
          <mc:Fallback>
            <p:pic>
              <p:nvPicPr>
                <p:cNvPr id="667" name="Ink 666">
                  <a:extLst>
                    <a:ext uri="{FF2B5EF4-FFF2-40B4-BE49-F238E27FC236}">
                      <a16:creationId xmlns:a16="http://schemas.microsoft.com/office/drawing/2014/main" id="{DC93B3FD-D065-103C-676F-2698D9F4631E}"/>
                    </a:ext>
                  </a:extLst>
                </p:cNvPr>
                <p:cNvPicPr/>
                <p:nvPr/>
              </p:nvPicPr>
              <p:blipFill>
                <a:blip r:embed="rId734"/>
                <a:stretch>
                  <a:fillRect/>
                </a:stretch>
              </p:blipFill>
              <p:spPr>
                <a:xfrm>
                  <a:off x="10847473" y="2289959"/>
                  <a:ext cx="10872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5">
              <p14:nvContentPartPr>
                <p14:cNvPr id="668" name="Ink 667">
                  <a:extLst>
                    <a:ext uri="{FF2B5EF4-FFF2-40B4-BE49-F238E27FC236}">
                      <a16:creationId xmlns:a16="http://schemas.microsoft.com/office/drawing/2014/main" id="{AF3055A9-F499-E384-9567-3E6C6903DBE6}"/>
                    </a:ext>
                  </a:extLst>
                </p14:cNvPr>
                <p14:cNvContentPartPr/>
                <p14:nvPr/>
              </p14:nvContentPartPr>
              <p14:xfrm>
                <a:off x="11004793" y="2288519"/>
                <a:ext cx="130680" cy="99360"/>
              </p14:xfrm>
            </p:contentPart>
          </mc:Choice>
          <mc:Fallback>
            <p:pic>
              <p:nvPicPr>
                <p:cNvPr id="668" name="Ink 667">
                  <a:extLst>
                    <a:ext uri="{FF2B5EF4-FFF2-40B4-BE49-F238E27FC236}">
                      <a16:creationId xmlns:a16="http://schemas.microsoft.com/office/drawing/2014/main" id="{AF3055A9-F499-E384-9567-3E6C6903DBE6}"/>
                    </a:ext>
                  </a:extLst>
                </p:cNvPr>
                <p:cNvPicPr/>
                <p:nvPr/>
              </p:nvPicPr>
              <p:blipFill>
                <a:blip r:embed="rId736"/>
                <a:stretch>
                  <a:fillRect/>
                </a:stretch>
              </p:blipFill>
              <p:spPr>
                <a:xfrm>
                  <a:off x="10996153" y="2279879"/>
                  <a:ext cx="148320" cy="11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9" name="Group 678">
            <a:extLst>
              <a:ext uri="{FF2B5EF4-FFF2-40B4-BE49-F238E27FC236}">
                <a16:creationId xmlns:a16="http://schemas.microsoft.com/office/drawing/2014/main" id="{43D09A6C-CD5E-BD4C-4826-E97253372E53}"/>
              </a:ext>
            </a:extLst>
          </p:cNvPr>
          <p:cNvGrpSpPr/>
          <p:nvPr/>
        </p:nvGrpSpPr>
        <p:grpSpPr>
          <a:xfrm>
            <a:off x="11157073" y="2151514"/>
            <a:ext cx="913393" cy="243565"/>
            <a:chOff x="11157073" y="2151514"/>
            <a:chExt cx="913393" cy="243565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37">
              <p14:nvContentPartPr>
                <p14:cNvPr id="670" name="Ink 669">
                  <a:extLst>
                    <a:ext uri="{FF2B5EF4-FFF2-40B4-BE49-F238E27FC236}">
                      <a16:creationId xmlns:a16="http://schemas.microsoft.com/office/drawing/2014/main" id="{1A6E81C5-110C-BEF8-E360-740964008329}"/>
                    </a:ext>
                  </a:extLst>
                </p14:cNvPr>
                <p14:cNvContentPartPr/>
                <p14:nvPr/>
              </p14:nvContentPartPr>
              <p14:xfrm>
                <a:off x="11157073" y="2155679"/>
                <a:ext cx="87840" cy="212400"/>
              </p14:xfrm>
            </p:contentPart>
          </mc:Choice>
          <mc:Fallback>
            <p:pic>
              <p:nvPicPr>
                <p:cNvPr id="670" name="Ink 669">
                  <a:extLst>
                    <a:ext uri="{FF2B5EF4-FFF2-40B4-BE49-F238E27FC236}">
                      <a16:creationId xmlns:a16="http://schemas.microsoft.com/office/drawing/2014/main" id="{1A6E81C5-110C-BEF8-E360-740964008329}"/>
                    </a:ext>
                  </a:extLst>
                </p:cNvPr>
                <p:cNvPicPr/>
                <p:nvPr/>
              </p:nvPicPr>
              <p:blipFill>
                <a:blip r:embed="rId738"/>
                <a:stretch>
                  <a:fillRect/>
                </a:stretch>
              </p:blipFill>
              <p:spPr>
                <a:xfrm>
                  <a:off x="11148073" y="2147039"/>
                  <a:ext cx="10548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9">
              <p14:nvContentPartPr>
                <p14:cNvPr id="671" name="Ink 670">
                  <a:extLst>
                    <a:ext uri="{FF2B5EF4-FFF2-40B4-BE49-F238E27FC236}">
                      <a16:creationId xmlns:a16="http://schemas.microsoft.com/office/drawing/2014/main" id="{7C994541-8372-458A-9DF2-9AA83FE8BDAF}"/>
                    </a:ext>
                  </a:extLst>
                </p14:cNvPr>
                <p14:cNvContentPartPr/>
                <p14:nvPr/>
              </p14:nvContentPartPr>
              <p14:xfrm>
                <a:off x="11288113" y="2298959"/>
                <a:ext cx="128520" cy="95760"/>
              </p14:xfrm>
            </p:contentPart>
          </mc:Choice>
          <mc:Fallback>
            <p:pic>
              <p:nvPicPr>
                <p:cNvPr id="671" name="Ink 670">
                  <a:extLst>
                    <a:ext uri="{FF2B5EF4-FFF2-40B4-BE49-F238E27FC236}">
                      <a16:creationId xmlns:a16="http://schemas.microsoft.com/office/drawing/2014/main" id="{7C994541-8372-458A-9DF2-9AA83FE8BDAF}"/>
                    </a:ext>
                  </a:extLst>
                </p:cNvPr>
                <p:cNvPicPr/>
                <p:nvPr/>
              </p:nvPicPr>
              <p:blipFill>
                <a:blip r:embed="rId740"/>
                <a:stretch>
                  <a:fillRect/>
                </a:stretch>
              </p:blipFill>
              <p:spPr>
                <a:xfrm>
                  <a:off x="11279113" y="2289959"/>
                  <a:ext cx="14616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1">
              <p14:nvContentPartPr>
                <p14:cNvPr id="672" name="Ink 671">
                  <a:extLst>
                    <a:ext uri="{FF2B5EF4-FFF2-40B4-BE49-F238E27FC236}">
                      <a16:creationId xmlns:a16="http://schemas.microsoft.com/office/drawing/2014/main" id="{51892871-5629-FB83-1691-044B21CF734C}"/>
                    </a:ext>
                  </a:extLst>
                </p14:cNvPr>
                <p14:cNvContentPartPr/>
                <p14:nvPr/>
              </p14:nvContentPartPr>
              <p14:xfrm>
                <a:off x="11463433" y="2301839"/>
                <a:ext cx="108720" cy="93240"/>
              </p14:xfrm>
            </p:contentPart>
          </mc:Choice>
          <mc:Fallback>
            <p:pic>
              <p:nvPicPr>
                <p:cNvPr id="672" name="Ink 671">
                  <a:extLst>
                    <a:ext uri="{FF2B5EF4-FFF2-40B4-BE49-F238E27FC236}">
                      <a16:creationId xmlns:a16="http://schemas.microsoft.com/office/drawing/2014/main" id="{51892871-5629-FB83-1691-044B21CF734C}"/>
                    </a:ext>
                  </a:extLst>
                </p:cNvPr>
                <p:cNvPicPr/>
                <p:nvPr/>
              </p:nvPicPr>
              <p:blipFill>
                <a:blip r:embed="rId742"/>
                <a:stretch>
                  <a:fillRect/>
                </a:stretch>
              </p:blipFill>
              <p:spPr>
                <a:xfrm>
                  <a:off x="11454793" y="2293199"/>
                  <a:ext cx="12636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3">
              <p14:nvContentPartPr>
                <p14:cNvPr id="673" name="Ink 672">
                  <a:extLst>
                    <a:ext uri="{FF2B5EF4-FFF2-40B4-BE49-F238E27FC236}">
                      <a16:creationId xmlns:a16="http://schemas.microsoft.com/office/drawing/2014/main" id="{83BD1860-7DA6-15ED-FB02-3FA06A8166AA}"/>
                    </a:ext>
                  </a:extLst>
                </p14:cNvPr>
                <p14:cNvContentPartPr/>
                <p14:nvPr/>
              </p14:nvContentPartPr>
              <p14:xfrm>
                <a:off x="11575033" y="2185559"/>
                <a:ext cx="97920" cy="203040"/>
              </p14:xfrm>
            </p:contentPart>
          </mc:Choice>
          <mc:Fallback>
            <p:pic>
              <p:nvPicPr>
                <p:cNvPr id="673" name="Ink 672">
                  <a:extLst>
                    <a:ext uri="{FF2B5EF4-FFF2-40B4-BE49-F238E27FC236}">
                      <a16:creationId xmlns:a16="http://schemas.microsoft.com/office/drawing/2014/main" id="{83BD1860-7DA6-15ED-FB02-3FA06A8166AA}"/>
                    </a:ext>
                  </a:extLst>
                </p:cNvPr>
                <p:cNvPicPr/>
                <p:nvPr/>
              </p:nvPicPr>
              <p:blipFill>
                <a:blip r:embed="rId744"/>
                <a:stretch>
                  <a:fillRect/>
                </a:stretch>
              </p:blipFill>
              <p:spPr>
                <a:xfrm>
                  <a:off x="11566033" y="2176559"/>
                  <a:ext cx="11556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5">
              <p14:nvContentPartPr>
                <p14:cNvPr id="674" name="Ink 673">
                  <a:extLst>
                    <a:ext uri="{FF2B5EF4-FFF2-40B4-BE49-F238E27FC236}">
                      <a16:creationId xmlns:a16="http://schemas.microsoft.com/office/drawing/2014/main" id="{B35EEEB4-7FE4-4686-C552-53A4E1481113}"/>
                    </a:ext>
                  </a:extLst>
                </p14:cNvPr>
                <p14:cNvContentPartPr/>
                <p14:nvPr/>
              </p14:nvContentPartPr>
              <p14:xfrm>
                <a:off x="11541553" y="2267279"/>
                <a:ext cx="81360" cy="15120"/>
              </p14:xfrm>
            </p:contentPart>
          </mc:Choice>
          <mc:Fallback>
            <p:pic>
              <p:nvPicPr>
                <p:cNvPr id="674" name="Ink 673">
                  <a:extLst>
                    <a:ext uri="{FF2B5EF4-FFF2-40B4-BE49-F238E27FC236}">
                      <a16:creationId xmlns:a16="http://schemas.microsoft.com/office/drawing/2014/main" id="{B35EEEB4-7FE4-4686-C552-53A4E1481113}"/>
                    </a:ext>
                  </a:extLst>
                </p:cNvPr>
                <p:cNvPicPr/>
                <p:nvPr/>
              </p:nvPicPr>
              <p:blipFill>
                <a:blip r:embed="rId746"/>
                <a:stretch>
                  <a:fillRect/>
                </a:stretch>
              </p:blipFill>
              <p:spPr>
                <a:xfrm>
                  <a:off x="11532913" y="2258639"/>
                  <a:ext cx="990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7">
              <p14:nvContentPartPr>
                <p14:cNvPr id="676" name="Ink 675">
                  <a:extLst>
                    <a:ext uri="{FF2B5EF4-FFF2-40B4-BE49-F238E27FC236}">
                      <a16:creationId xmlns:a16="http://schemas.microsoft.com/office/drawing/2014/main" id="{A745F967-B25F-17E4-31A4-4DBBE737C1C5}"/>
                    </a:ext>
                  </a:extLst>
                </p14:cNvPr>
                <p14:cNvContentPartPr/>
                <p14:nvPr/>
              </p14:nvContentPartPr>
              <p14:xfrm>
                <a:off x="11755826" y="2259514"/>
                <a:ext cx="121320" cy="114120"/>
              </p14:xfrm>
            </p:contentPart>
          </mc:Choice>
          <mc:Fallback>
            <p:pic>
              <p:nvPicPr>
                <p:cNvPr id="676" name="Ink 675">
                  <a:extLst>
                    <a:ext uri="{FF2B5EF4-FFF2-40B4-BE49-F238E27FC236}">
                      <a16:creationId xmlns:a16="http://schemas.microsoft.com/office/drawing/2014/main" id="{A745F967-B25F-17E4-31A4-4DBBE737C1C5}"/>
                    </a:ext>
                  </a:extLst>
                </p:cNvPr>
                <p:cNvPicPr/>
                <p:nvPr/>
              </p:nvPicPr>
              <p:blipFill>
                <a:blip r:embed="rId748"/>
                <a:stretch>
                  <a:fillRect/>
                </a:stretch>
              </p:blipFill>
              <p:spPr>
                <a:xfrm>
                  <a:off x="11747186" y="2250874"/>
                  <a:ext cx="13896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9">
              <p14:nvContentPartPr>
                <p14:cNvPr id="677" name="Ink 676">
                  <a:extLst>
                    <a:ext uri="{FF2B5EF4-FFF2-40B4-BE49-F238E27FC236}">
                      <a16:creationId xmlns:a16="http://schemas.microsoft.com/office/drawing/2014/main" id="{0A5A3FED-AE52-EA46-FDAA-66B46878E169}"/>
                    </a:ext>
                  </a:extLst>
                </p14:cNvPr>
                <p14:cNvContentPartPr/>
                <p14:nvPr/>
              </p14:nvContentPartPr>
              <p14:xfrm>
                <a:off x="11925026" y="2151514"/>
                <a:ext cx="95040" cy="209160"/>
              </p14:xfrm>
            </p:contentPart>
          </mc:Choice>
          <mc:Fallback>
            <p:pic>
              <p:nvPicPr>
                <p:cNvPr id="677" name="Ink 676">
                  <a:extLst>
                    <a:ext uri="{FF2B5EF4-FFF2-40B4-BE49-F238E27FC236}">
                      <a16:creationId xmlns:a16="http://schemas.microsoft.com/office/drawing/2014/main" id="{0A5A3FED-AE52-EA46-FDAA-66B46878E169}"/>
                    </a:ext>
                  </a:extLst>
                </p:cNvPr>
                <p:cNvPicPr/>
                <p:nvPr/>
              </p:nvPicPr>
              <p:blipFill>
                <a:blip r:embed="rId750"/>
                <a:stretch>
                  <a:fillRect/>
                </a:stretch>
              </p:blipFill>
              <p:spPr>
                <a:xfrm>
                  <a:off x="11916386" y="2142514"/>
                  <a:ext cx="11268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1">
              <p14:nvContentPartPr>
                <p14:cNvPr id="678" name="Ink 677">
                  <a:extLst>
                    <a:ext uri="{FF2B5EF4-FFF2-40B4-BE49-F238E27FC236}">
                      <a16:creationId xmlns:a16="http://schemas.microsoft.com/office/drawing/2014/main" id="{BAE11B30-F222-83FE-8A0C-79E9DBE544CE}"/>
                    </a:ext>
                  </a:extLst>
                </p14:cNvPr>
                <p14:cNvContentPartPr/>
                <p14:nvPr/>
              </p14:nvContentPartPr>
              <p14:xfrm>
                <a:off x="12034826" y="2272834"/>
                <a:ext cx="35640" cy="69480"/>
              </p14:xfrm>
            </p:contentPart>
          </mc:Choice>
          <mc:Fallback>
            <p:pic>
              <p:nvPicPr>
                <p:cNvPr id="678" name="Ink 677">
                  <a:extLst>
                    <a:ext uri="{FF2B5EF4-FFF2-40B4-BE49-F238E27FC236}">
                      <a16:creationId xmlns:a16="http://schemas.microsoft.com/office/drawing/2014/main" id="{BAE11B30-F222-83FE-8A0C-79E9DBE544CE}"/>
                    </a:ext>
                  </a:extLst>
                </p:cNvPr>
                <p:cNvPicPr/>
                <p:nvPr/>
              </p:nvPicPr>
              <p:blipFill>
                <a:blip r:embed="rId752"/>
                <a:stretch>
                  <a:fillRect/>
                </a:stretch>
              </p:blipFill>
              <p:spPr>
                <a:xfrm>
                  <a:off x="12025826" y="2263834"/>
                  <a:ext cx="53280" cy="8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0" name="Group 689">
            <a:extLst>
              <a:ext uri="{FF2B5EF4-FFF2-40B4-BE49-F238E27FC236}">
                <a16:creationId xmlns:a16="http://schemas.microsoft.com/office/drawing/2014/main" id="{2033EF62-A71E-39A5-8A9D-0210BFDADF0E}"/>
              </a:ext>
            </a:extLst>
          </p:cNvPr>
          <p:cNvGrpSpPr/>
          <p:nvPr/>
        </p:nvGrpSpPr>
        <p:grpSpPr>
          <a:xfrm>
            <a:off x="10863026" y="2661634"/>
            <a:ext cx="1023480" cy="224280"/>
            <a:chOff x="10863026" y="2661634"/>
            <a:chExt cx="1023480" cy="22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53">
              <p14:nvContentPartPr>
                <p14:cNvPr id="680" name="Ink 679">
                  <a:extLst>
                    <a:ext uri="{FF2B5EF4-FFF2-40B4-BE49-F238E27FC236}">
                      <a16:creationId xmlns:a16="http://schemas.microsoft.com/office/drawing/2014/main" id="{7025E7EE-1C86-2EF5-6781-CC82B41876B9}"/>
                    </a:ext>
                  </a:extLst>
                </p14:cNvPr>
                <p14:cNvContentPartPr/>
                <p14:nvPr/>
              </p14:nvContentPartPr>
              <p14:xfrm>
                <a:off x="10863026" y="2771074"/>
                <a:ext cx="101880" cy="110880"/>
              </p14:xfrm>
            </p:contentPart>
          </mc:Choice>
          <mc:Fallback>
            <p:pic>
              <p:nvPicPr>
                <p:cNvPr id="680" name="Ink 679">
                  <a:extLst>
                    <a:ext uri="{FF2B5EF4-FFF2-40B4-BE49-F238E27FC236}">
                      <a16:creationId xmlns:a16="http://schemas.microsoft.com/office/drawing/2014/main" id="{7025E7EE-1C86-2EF5-6781-CC82B41876B9}"/>
                    </a:ext>
                  </a:extLst>
                </p:cNvPr>
                <p:cNvPicPr/>
                <p:nvPr/>
              </p:nvPicPr>
              <p:blipFill>
                <a:blip r:embed="rId754"/>
                <a:stretch>
                  <a:fillRect/>
                </a:stretch>
              </p:blipFill>
              <p:spPr>
                <a:xfrm>
                  <a:off x="10854386" y="2762434"/>
                  <a:ext cx="11952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5">
              <p14:nvContentPartPr>
                <p14:cNvPr id="681" name="Ink 680">
                  <a:extLst>
                    <a:ext uri="{FF2B5EF4-FFF2-40B4-BE49-F238E27FC236}">
                      <a16:creationId xmlns:a16="http://schemas.microsoft.com/office/drawing/2014/main" id="{CA9A2E42-F1FA-9285-72C4-3FF8C0D44381}"/>
                    </a:ext>
                  </a:extLst>
                </p14:cNvPr>
                <p14:cNvContentPartPr/>
                <p14:nvPr/>
              </p14:nvContentPartPr>
              <p14:xfrm>
                <a:off x="11057426" y="2829394"/>
                <a:ext cx="140760" cy="56520"/>
              </p14:xfrm>
            </p:contentPart>
          </mc:Choice>
          <mc:Fallback>
            <p:pic>
              <p:nvPicPr>
                <p:cNvPr id="681" name="Ink 680">
                  <a:extLst>
                    <a:ext uri="{FF2B5EF4-FFF2-40B4-BE49-F238E27FC236}">
                      <a16:creationId xmlns:a16="http://schemas.microsoft.com/office/drawing/2014/main" id="{CA9A2E42-F1FA-9285-72C4-3FF8C0D44381}"/>
                    </a:ext>
                  </a:extLst>
                </p:cNvPr>
                <p:cNvPicPr/>
                <p:nvPr/>
              </p:nvPicPr>
              <p:blipFill>
                <a:blip r:embed="rId756"/>
                <a:stretch>
                  <a:fillRect/>
                </a:stretch>
              </p:blipFill>
              <p:spPr>
                <a:xfrm>
                  <a:off x="11048786" y="2820754"/>
                  <a:ext cx="15840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7">
              <p14:nvContentPartPr>
                <p14:cNvPr id="683" name="Ink 682">
                  <a:extLst>
                    <a:ext uri="{FF2B5EF4-FFF2-40B4-BE49-F238E27FC236}">
                      <a16:creationId xmlns:a16="http://schemas.microsoft.com/office/drawing/2014/main" id="{E5F33B75-C8F5-EA51-4AB9-343C835EFAF1}"/>
                    </a:ext>
                  </a:extLst>
                </p14:cNvPr>
                <p14:cNvContentPartPr/>
                <p14:nvPr/>
              </p14:nvContentPartPr>
              <p14:xfrm>
                <a:off x="11381066" y="2804914"/>
                <a:ext cx="130320" cy="69120"/>
              </p14:xfrm>
            </p:contentPart>
          </mc:Choice>
          <mc:Fallback>
            <p:pic>
              <p:nvPicPr>
                <p:cNvPr id="683" name="Ink 682">
                  <a:extLst>
                    <a:ext uri="{FF2B5EF4-FFF2-40B4-BE49-F238E27FC236}">
                      <a16:creationId xmlns:a16="http://schemas.microsoft.com/office/drawing/2014/main" id="{E5F33B75-C8F5-EA51-4AB9-343C835EFAF1}"/>
                    </a:ext>
                  </a:extLst>
                </p:cNvPr>
                <p:cNvPicPr/>
                <p:nvPr/>
              </p:nvPicPr>
              <p:blipFill>
                <a:blip r:embed="rId758"/>
                <a:stretch>
                  <a:fillRect/>
                </a:stretch>
              </p:blipFill>
              <p:spPr>
                <a:xfrm>
                  <a:off x="11372066" y="2796274"/>
                  <a:ext cx="14796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9">
              <p14:nvContentPartPr>
                <p14:cNvPr id="684" name="Ink 683">
                  <a:extLst>
                    <a:ext uri="{FF2B5EF4-FFF2-40B4-BE49-F238E27FC236}">
                      <a16:creationId xmlns:a16="http://schemas.microsoft.com/office/drawing/2014/main" id="{48252BD6-6867-B5CC-8148-BA8AE3D626F3}"/>
                    </a:ext>
                  </a:extLst>
                </p14:cNvPr>
                <p14:cNvContentPartPr/>
                <p14:nvPr/>
              </p14:nvContentPartPr>
              <p14:xfrm>
                <a:off x="11530826" y="2796994"/>
                <a:ext cx="143640" cy="73800"/>
              </p14:xfrm>
            </p:contentPart>
          </mc:Choice>
          <mc:Fallback>
            <p:pic>
              <p:nvPicPr>
                <p:cNvPr id="684" name="Ink 683">
                  <a:extLst>
                    <a:ext uri="{FF2B5EF4-FFF2-40B4-BE49-F238E27FC236}">
                      <a16:creationId xmlns:a16="http://schemas.microsoft.com/office/drawing/2014/main" id="{48252BD6-6867-B5CC-8148-BA8AE3D626F3}"/>
                    </a:ext>
                  </a:extLst>
                </p:cNvPr>
                <p:cNvPicPr/>
                <p:nvPr/>
              </p:nvPicPr>
              <p:blipFill>
                <a:blip r:embed="rId760"/>
                <a:stretch>
                  <a:fillRect/>
                </a:stretch>
              </p:blipFill>
              <p:spPr>
                <a:xfrm>
                  <a:off x="11521826" y="2787994"/>
                  <a:ext cx="16128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1">
              <p14:nvContentPartPr>
                <p14:cNvPr id="685" name="Ink 684">
                  <a:extLst>
                    <a:ext uri="{FF2B5EF4-FFF2-40B4-BE49-F238E27FC236}">
                      <a16:creationId xmlns:a16="http://schemas.microsoft.com/office/drawing/2014/main" id="{BD2E1E08-8EC1-0133-76E3-BFD4265AD668}"/>
                    </a:ext>
                  </a:extLst>
                </p14:cNvPr>
                <p14:cNvContentPartPr/>
                <p14:nvPr/>
              </p14:nvContentPartPr>
              <p14:xfrm>
                <a:off x="11696786" y="2817514"/>
                <a:ext cx="44280" cy="67680"/>
              </p14:xfrm>
            </p:contentPart>
          </mc:Choice>
          <mc:Fallback>
            <p:pic>
              <p:nvPicPr>
                <p:cNvPr id="685" name="Ink 684">
                  <a:extLst>
                    <a:ext uri="{FF2B5EF4-FFF2-40B4-BE49-F238E27FC236}">
                      <a16:creationId xmlns:a16="http://schemas.microsoft.com/office/drawing/2014/main" id="{BD2E1E08-8EC1-0133-76E3-BFD4265AD668}"/>
                    </a:ext>
                  </a:extLst>
                </p:cNvPr>
                <p:cNvPicPr/>
                <p:nvPr/>
              </p:nvPicPr>
              <p:blipFill>
                <a:blip r:embed="rId762"/>
                <a:stretch>
                  <a:fillRect/>
                </a:stretch>
              </p:blipFill>
              <p:spPr>
                <a:xfrm>
                  <a:off x="11688146" y="2808874"/>
                  <a:ext cx="6192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3">
              <p14:nvContentPartPr>
                <p14:cNvPr id="686" name="Ink 685">
                  <a:extLst>
                    <a:ext uri="{FF2B5EF4-FFF2-40B4-BE49-F238E27FC236}">
                      <a16:creationId xmlns:a16="http://schemas.microsoft.com/office/drawing/2014/main" id="{361EDABE-054A-EC7B-3CD7-2991FF64F294}"/>
                    </a:ext>
                  </a:extLst>
                </p14:cNvPr>
                <p14:cNvContentPartPr/>
                <p14:nvPr/>
              </p14:nvContentPartPr>
              <p14:xfrm>
                <a:off x="11720906" y="2723194"/>
                <a:ext cx="21240" cy="3960"/>
              </p14:xfrm>
            </p:contentPart>
          </mc:Choice>
          <mc:Fallback>
            <p:pic>
              <p:nvPicPr>
                <p:cNvPr id="686" name="Ink 685">
                  <a:extLst>
                    <a:ext uri="{FF2B5EF4-FFF2-40B4-BE49-F238E27FC236}">
                      <a16:creationId xmlns:a16="http://schemas.microsoft.com/office/drawing/2014/main" id="{361EDABE-054A-EC7B-3CD7-2991FF64F294}"/>
                    </a:ext>
                  </a:extLst>
                </p:cNvPr>
                <p:cNvPicPr/>
                <p:nvPr/>
              </p:nvPicPr>
              <p:blipFill>
                <a:blip r:embed="rId764"/>
                <a:stretch>
                  <a:fillRect/>
                </a:stretch>
              </p:blipFill>
              <p:spPr>
                <a:xfrm>
                  <a:off x="11711906" y="2714554"/>
                  <a:ext cx="3888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5">
              <p14:nvContentPartPr>
                <p14:cNvPr id="687" name="Ink 686">
                  <a:extLst>
                    <a:ext uri="{FF2B5EF4-FFF2-40B4-BE49-F238E27FC236}">
                      <a16:creationId xmlns:a16="http://schemas.microsoft.com/office/drawing/2014/main" id="{2FAA2339-6952-9D97-DAD9-1CE6E7CAA8FC}"/>
                    </a:ext>
                  </a:extLst>
                </p14:cNvPr>
                <p14:cNvContentPartPr/>
                <p14:nvPr/>
              </p14:nvContentPartPr>
              <p14:xfrm>
                <a:off x="11791826" y="2661634"/>
                <a:ext cx="62640" cy="201600"/>
              </p14:xfrm>
            </p:contentPart>
          </mc:Choice>
          <mc:Fallback>
            <p:pic>
              <p:nvPicPr>
                <p:cNvPr id="687" name="Ink 686">
                  <a:extLst>
                    <a:ext uri="{FF2B5EF4-FFF2-40B4-BE49-F238E27FC236}">
                      <a16:creationId xmlns:a16="http://schemas.microsoft.com/office/drawing/2014/main" id="{2FAA2339-6952-9D97-DAD9-1CE6E7CAA8FC}"/>
                    </a:ext>
                  </a:extLst>
                </p:cNvPr>
                <p:cNvPicPr/>
                <p:nvPr/>
              </p:nvPicPr>
              <p:blipFill>
                <a:blip r:embed="rId766"/>
                <a:stretch>
                  <a:fillRect/>
                </a:stretch>
              </p:blipFill>
              <p:spPr>
                <a:xfrm>
                  <a:off x="11783186" y="2652634"/>
                  <a:ext cx="8028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7">
              <p14:nvContentPartPr>
                <p14:cNvPr id="688" name="Ink 687">
                  <a:extLst>
                    <a:ext uri="{FF2B5EF4-FFF2-40B4-BE49-F238E27FC236}">
                      <a16:creationId xmlns:a16="http://schemas.microsoft.com/office/drawing/2014/main" id="{182A3673-9572-66C7-85C6-B8DD01BCDF23}"/>
                    </a:ext>
                  </a:extLst>
                </p14:cNvPr>
                <p14:cNvContentPartPr/>
                <p14:nvPr/>
              </p14:nvContentPartPr>
              <p14:xfrm>
                <a:off x="11742146" y="2798794"/>
                <a:ext cx="144360" cy="8640"/>
              </p14:xfrm>
            </p:contentPart>
          </mc:Choice>
          <mc:Fallback>
            <p:pic>
              <p:nvPicPr>
                <p:cNvPr id="688" name="Ink 687">
                  <a:extLst>
                    <a:ext uri="{FF2B5EF4-FFF2-40B4-BE49-F238E27FC236}">
                      <a16:creationId xmlns:a16="http://schemas.microsoft.com/office/drawing/2014/main" id="{182A3673-9572-66C7-85C6-B8DD01BCDF23}"/>
                    </a:ext>
                  </a:extLst>
                </p:cNvPr>
                <p:cNvPicPr/>
                <p:nvPr/>
              </p:nvPicPr>
              <p:blipFill>
                <a:blip r:embed="rId768"/>
                <a:stretch>
                  <a:fillRect/>
                </a:stretch>
              </p:blipFill>
              <p:spPr>
                <a:xfrm>
                  <a:off x="11733146" y="2789794"/>
                  <a:ext cx="1620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9">
              <p14:nvContentPartPr>
                <p14:cNvPr id="689" name="Ink 688">
                  <a:extLst>
                    <a:ext uri="{FF2B5EF4-FFF2-40B4-BE49-F238E27FC236}">
                      <a16:creationId xmlns:a16="http://schemas.microsoft.com/office/drawing/2014/main" id="{89876D7C-6D0B-EFE9-2317-9CDB6A38EB11}"/>
                    </a:ext>
                  </a:extLst>
                </p14:cNvPr>
                <p14:cNvContentPartPr/>
                <p14:nvPr/>
              </p14:nvContentPartPr>
              <p14:xfrm>
                <a:off x="11711546" y="2724634"/>
                <a:ext cx="18360" cy="38520"/>
              </p14:xfrm>
            </p:contentPart>
          </mc:Choice>
          <mc:Fallback>
            <p:pic>
              <p:nvPicPr>
                <p:cNvPr id="689" name="Ink 688">
                  <a:extLst>
                    <a:ext uri="{FF2B5EF4-FFF2-40B4-BE49-F238E27FC236}">
                      <a16:creationId xmlns:a16="http://schemas.microsoft.com/office/drawing/2014/main" id="{89876D7C-6D0B-EFE9-2317-9CDB6A38EB11}"/>
                    </a:ext>
                  </a:extLst>
                </p:cNvPr>
                <p:cNvPicPr/>
                <p:nvPr/>
              </p:nvPicPr>
              <p:blipFill>
                <a:blip r:embed="rId770"/>
                <a:stretch>
                  <a:fillRect/>
                </a:stretch>
              </p:blipFill>
              <p:spPr>
                <a:xfrm>
                  <a:off x="11702906" y="2715994"/>
                  <a:ext cx="36000" cy="5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8" name="Group 697">
            <a:extLst>
              <a:ext uri="{FF2B5EF4-FFF2-40B4-BE49-F238E27FC236}">
                <a16:creationId xmlns:a16="http://schemas.microsoft.com/office/drawing/2014/main" id="{CA14C6B3-E72B-6741-9478-FEE4EE28A575}"/>
              </a:ext>
            </a:extLst>
          </p:cNvPr>
          <p:cNvGrpSpPr/>
          <p:nvPr/>
        </p:nvGrpSpPr>
        <p:grpSpPr>
          <a:xfrm>
            <a:off x="10872386" y="3017314"/>
            <a:ext cx="803520" cy="213840"/>
            <a:chOff x="10872386" y="3017314"/>
            <a:chExt cx="803520" cy="213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71">
              <p14:nvContentPartPr>
                <p14:cNvPr id="691" name="Ink 690">
                  <a:extLst>
                    <a:ext uri="{FF2B5EF4-FFF2-40B4-BE49-F238E27FC236}">
                      <a16:creationId xmlns:a16="http://schemas.microsoft.com/office/drawing/2014/main" id="{FC6DED09-DC1E-B1FA-A981-D6EF3B517499}"/>
                    </a:ext>
                  </a:extLst>
                </p14:cNvPr>
                <p14:cNvContentPartPr/>
                <p14:nvPr/>
              </p14:nvContentPartPr>
              <p14:xfrm>
                <a:off x="10872386" y="3107674"/>
                <a:ext cx="131040" cy="109080"/>
              </p14:xfrm>
            </p:contentPart>
          </mc:Choice>
          <mc:Fallback>
            <p:pic>
              <p:nvPicPr>
                <p:cNvPr id="691" name="Ink 690">
                  <a:extLst>
                    <a:ext uri="{FF2B5EF4-FFF2-40B4-BE49-F238E27FC236}">
                      <a16:creationId xmlns:a16="http://schemas.microsoft.com/office/drawing/2014/main" id="{FC6DED09-DC1E-B1FA-A981-D6EF3B517499}"/>
                    </a:ext>
                  </a:extLst>
                </p:cNvPr>
                <p:cNvPicPr/>
                <p:nvPr/>
              </p:nvPicPr>
              <p:blipFill>
                <a:blip r:embed="rId772"/>
                <a:stretch>
                  <a:fillRect/>
                </a:stretch>
              </p:blipFill>
              <p:spPr>
                <a:xfrm>
                  <a:off x="10863386" y="3099034"/>
                  <a:ext cx="14868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3">
              <p14:nvContentPartPr>
                <p14:cNvPr id="692" name="Ink 691">
                  <a:extLst>
                    <a:ext uri="{FF2B5EF4-FFF2-40B4-BE49-F238E27FC236}">
                      <a16:creationId xmlns:a16="http://schemas.microsoft.com/office/drawing/2014/main" id="{4DD57BDB-7DFA-C5A6-6D67-F09494CDD70E}"/>
                    </a:ext>
                  </a:extLst>
                </p14:cNvPr>
                <p14:cNvContentPartPr/>
                <p14:nvPr/>
              </p14:nvContentPartPr>
              <p14:xfrm>
                <a:off x="11063186" y="3161314"/>
                <a:ext cx="23760" cy="46440"/>
              </p14:xfrm>
            </p:contentPart>
          </mc:Choice>
          <mc:Fallback>
            <p:pic>
              <p:nvPicPr>
                <p:cNvPr id="692" name="Ink 691">
                  <a:extLst>
                    <a:ext uri="{FF2B5EF4-FFF2-40B4-BE49-F238E27FC236}">
                      <a16:creationId xmlns:a16="http://schemas.microsoft.com/office/drawing/2014/main" id="{4DD57BDB-7DFA-C5A6-6D67-F09494CDD70E}"/>
                    </a:ext>
                  </a:extLst>
                </p:cNvPr>
                <p:cNvPicPr/>
                <p:nvPr/>
              </p:nvPicPr>
              <p:blipFill>
                <a:blip r:embed="rId774"/>
                <a:stretch>
                  <a:fillRect/>
                </a:stretch>
              </p:blipFill>
              <p:spPr>
                <a:xfrm>
                  <a:off x="11054546" y="3152314"/>
                  <a:ext cx="4140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5">
              <p14:nvContentPartPr>
                <p14:cNvPr id="693" name="Ink 692">
                  <a:extLst>
                    <a:ext uri="{FF2B5EF4-FFF2-40B4-BE49-F238E27FC236}">
                      <a16:creationId xmlns:a16="http://schemas.microsoft.com/office/drawing/2014/main" id="{A9B0D426-47C1-49E8-2A8D-51E179FEA092}"/>
                    </a:ext>
                  </a:extLst>
                </p14:cNvPr>
                <p14:cNvContentPartPr/>
                <p14:nvPr/>
              </p14:nvContentPartPr>
              <p14:xfrm>
                <a:off x="11079026" y="3064834"/>
                <a:ext cx="1080" cy="9000"/>
              </p14:xfrm>
            </p:contentPart>
          </mc:Choice>
          <mc:Fallback>
            <p:pic>
              <p:nvPicPr>
                <p:cNvPr id="693" name="Ink 692">
                  <a:extLst>
                    <a:ext uri="{FF2B5EF4-FFF2-40B4-BE49-F238E27FC236}">
                      <a16:creationId xmlns:a16="http://schemas.microsoft.com/office/drawing/2014/main" id="{A9B0D426-47C1-49E8-2A8D-51E179FEA092}"/>
                    </a:ext>
                  </a:extLst>
                </p:cNvPr>
                <p:cNvPicPr/>
                <p:nvPr/>
              </p:nvPicPr>
              <p:blipFill>
                <a:blip r:embed="rId776"/>
                <a:stretch>
                  <a:fillRect/>
                </a:stretch>
              </p:blipFill>
              <p:spPr>
                <a:xfrm>
                  <a:off x="11070026" y="3056194"/>
                  <a:ext cx="187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7">
              <p14:nvContentPartPr>
                <p14:cNvPr id="694" name="Ink 693">
                  <a:extLst>
                    <a:ext uri="{FF2B5EF4-FFF2-40B4-BE49-F238E27FC236}">
                      <a16:creationId xmlns:a16="http://schemas.microsoft.com/office/drawing/2014/main" id="{3BC723D4-7836-EA38-365E-FF4991DFE1F4}"/>
                    </a:ext>
                  </a:extLst>
                </p14:cNvPr>
                <p14:cNvContentPartPr/>
                <p14:nvPr/>
              </p14:nvContentPartPr>
              <p14:xfrm>
                <a:off x="11148146" y="3114514"/>
                <a:ext cx="65880" cy="105840"/>
              </p14:xfrm>
            </p:contentPart>
          </mc:Choice>
          <mc:Fallback>
            <p:pic>
              <p:nvPicPr>
                <p:cNvPr id="694" name="Ink 693">
                  <a:extLst>
                    <a:ext uri="{FF2B5EF4-FFF2-40B4-BE49-F238E27FC236}">
                      <a16:creationId xmlns:a16="http://schemas.microsoft.com/office/drawing/2014/main" id="{3BC723D4-7836-EA38-365E-FF4991DFE1F4}"/>
                    </a:ext>
                  </a:extLst>
                </p:cNvPr>
                <p:cNvPicPr/>
                <p:nvPr/>
              </p:nvPicPr>
              <p:blipFill>
                <a:blip r:embed="rId778"/>
                <a:stretch>
                  <a:fillRect/>
                </a:stretch>
              </p:blipFill>
              <p:spPr>
                <a:xfrm>
                  <a:off x="11139506" y="3105514"/>
                  <a:ext cx="8352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9">
              <p14:nvContentPartPr>
                <p14:cNvPr id="695" name="Ink 694">
                  <a:extLst>
                    <a:ext uri="{FF2B5EF4-FFF2-40B4-BE49-F238E27FC236}">
                      <a16:creationId xmlns:a16="http://schemas.microsoft.com/office/drawing/2014/main" id="{8626F3F2-09E7-FC34-C4BF-3557831E5E71}"/>
                    </a:ext>
                  </a:extLst>
                </p14:cNvPr>
                <p14:cNvContentPartPr/>
                <p14:nvPr/>
              </p14:nvContentPartPr>
              <p14:xfrm>
                <a:off x="11287466" y="3129634"/>
                <a:ext cx="100080" cy="95400"/>
              </p14:xfrm>
            </p:contentPart>
          </mc:Choice>
          <mc:Fallback>
            <p:pic>
              <p:nvPicPr>
                <p:cNvPr id="695" name="Ink 694">
                  <a:extLst>
                    <a:ext uri="{FF2B5EF4-FFF2-40B4-BE49-F238E27FC236}">
                      <a16:creationId xmlns:a16="http://schemas.microsoft.com/office/drawing/2014/main" id="{8626F3F2-09E7-FC34-C4BF-3557831E5E71}"/>
                    </a:ext>
                  </a:extLst>
                </p:cNvPr>
                <p:cNvPicPr/>
                <p:nvPr/>
              </p:nvPicPr>
              <p:blipFill>
                <a:blip r:embed="rId780"/>
                <a:stretch>
                  <a:fillRect/>
                </a:stretch>
              </p:blipFill>
              <p:spPr>
                <a:xfrm>
                  <a:off x="11278466" y="3120994"/>
                  <a:ext cx="11772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1">
              <p14:nvContentPartPr>
                <p14:cNvPr id="696" name="Ink 695">
                  <a:extLst>
                    <a:ext uri="{FF2B5EF4-FFF2-40B4-BE49-F238E27FC236}">
                      <a16:creationId xmlns:a16="http://schemas.microsoft.com/office/drawing/2014/main" id="{7FD42793-BBB6-05EF-5C07-7B64F3F1B845}"/>
                    </a:ext>
                  </a:extLst>
                </p14:cNvPr>
                <p14:cNvContentPartPr/>
                <p14:nvPr/>
              </p14:nvContentPartPr>
              <p14:xfrm>
                <a:off x="11394746" y="3017314"/>
                <a:ext cx="118800" cy="213840"/>
              </p14:xfrm>
            </p:contentPart>
          </mc:Choice>
          <mc:Fallback>
            <p:pic>
              <p:nvPicPr>
                <p:cNvPr id="696" name="Ink 695">
                  <a:extLst>
                    <a:ext uri="{FF2B5EF4-FFF2-40B4-BE49-F238E27FC236}">
                      <a16:creationId xmlns:a16="http://schemas.microsoft.com/office/drawing/2014/main" id="{7FD42793-BBB6-05EF-5C07-7B64F3F1B845}"/>
                    </a:ext>
                  </a:extLst>
                </p:cNvPr>
                <p:cNvPicPr/>
                <p:nvPr/>
              </p:nvPicPr>
              <p:blipFill>
                <a:blip r:embed="rId782"/>
                <a:stretch>
                  <a:fillRect/>
                </a:stretch>
              </p:blipFill>
              <p:spPr>
                <a:xfrm>
                  <a:off x="11385746" y="3008674"/>
                  <a:ext cx="13644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3">
              <p14:nvContentPartPr>
                <p14:cNvPr id="697" name="Ink 696">
                  <a:extLst>
                    <a:ext uri="{FF2B5EF4-FFF2-40B4-BE49-F238E27FC236}">
                      <a16:creationId xmlns:a16="http://schemas.microsoft.com/office/drawing/2014/main" id="{D69974EA-4791-6322-8B7F-B36D27C14E08}"/>
                    </a:ext>
                  </a:extLst>
                </p14:cNvPr>
                <p14:cNvContentPartPr/>
                <p14:nvPr/>
              </p14:nvContentPartPr>
              <p14:xfrm>
                <a:off x="11522546" y="3093274"/>
                <a:ext cx="153360" cy="135720"/>
              </p14:xfrm>
            </p:contentPart>
          </mc:Choice>
          <mc:Fallback>
            <p:pic>
              <p:nvPicPr>
                <p:cNvPr id="697" name="Ink 696">
                  <a:extLst>
                    <a:ext uri="{FF2B5EF4-FFF2-40B4-BE49-F238E27FC236}">
                      <a16:creationId xmlns:a16="http://schemas.microsoft.com/office/drawing/2014/main" id="{D69974EA-4791-6322-8B7F-B36D27C14E08}"/>
                    </a:ext>
                  </a:extLst>
                </p:cNvPr>
                <p:cNvPicPr/>
                <p:nvPr/>
              </p:nvPicPr>
              <p:blipFill>
                <a:blip r:embed="rId784"/>
                <a:stretch>
                  <a:fillRect/>
                </a:stretch>
              </p:blipFill>
              <p:spPr>
                <a:xfrm>
                  <a:off x="11513906" y="3084274"/>
                  <a:ext cx="171000" cy="15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0" name="Group 699">
            <a:extLst>
              <a:ext uri="{FF2B5EF4-FFF2-40B4-BE49-F238E27FC236}">
                <a16:creationId xmlns:a16="http://schemas.microsoft.com/office/drawing/2014/main" id="{1CAAC1D5-28E8-E655-8338-63C041C9F2DE}"/>
              </a:ext>
            </a:extLst>
          </p:cNvPr>
          <p:cNvGrpSpPr/>
          <p:nvPr/>
        </p:nvGrpSpPr>
        <p:grpSpPr>
          <a:xfrm>
            <a:off x="10358666" y="1854514"/>
            <a:ext cx="1147967" cy="195120"/>
            <a:chOff x="10358666" y="1854514"/>
            <a:chExt cx="1147967" cy="195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5">
              <p14:nvContentPartPr>
                <p14:cNvPr id="655" name="Ink 654">
                  <a:extLst>
                    <a:ext uri="{FF2B5EF4-FFF2-40B4-BE49-F238E27FC236}">
                      <a16:creationId xmlns:a16="http://schemas.microsoft.com/office/drawing/2014/main" id="{EB74F243-52C3-632C-0553-9E37F2047766}"/>
                    </a:ext>
                  </a:extLst>
                </p14:cNvPr>
                <p14:cNvContentPartPr/>
                <p14:nvPr/>
              </p14:nvContentPartPr>
              <p14:xfrm>
                <a:off x="10719313" y="1886554"/>
                <a:ext cx="27360" cy="152280"/>
              </p14:xfrm>
            </p:contentPart>
          </mc:Choice>
          <mc:Fallback>
            <p:pic>
              <p:nvPicPr>
                <p:cNvPr id="655" name="Ink 654">
                  <a:extLst>
                    <a:ext uri="{FF2B5EF4-FFF2-40B4-BE49-F238E27FC236}">
                      <a16:creationId xmlns:a16="http://schemas.microsoft.com/office/drawing/2014/main" id="{EB74F243-52C3-632C-0553-9E37F2047766}"/>
                    </a:ext>
                  </a:extLst>
                </p:cNvPr>
                <p:cNvPicPr/>
                <p:nvPr/>
              </p:nvPicPr>
              <p:blipFill>
                <a:blip r:embed="rId786"/>
                <a:stretch>
                  <a:fillRect/>
                </a:stretch>
              </p:blipFill>
              <p:spPr>
                <a:xfrm>
                  <a:off x="10710313" y="1877554"/>
                  <a:ext cx="4500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7">
              <p14:nvContentPartPr>
                <p14:cNvPr id="656" name="Ink 655">
                  <a:extLst>
                    <a:ext uri="{FF2B5EF4-FFF2-40B4-BE49-F238E27FC236}">
                      <a16:creationId xmlns:a16="http://schemas.microsoft.com/office/drawing/2014/main" id="{AAE43723-BC4C-3479-4B07-6E79ED9579C1}"/>
                    </a:ext>
                  </a:extLst>
                </p14:cNvPr>
                <p14:cNvContentPartPr/>
                <p14:nvPr/>
              </p14:nvContentPartPr>
              <p14:xfrm>
                <a:off x="10685833" y="1868914"/>
                <a:ext cx="164520" cy="180720"/>
              </p14:xfrm>
            </p:contentPart>
          </mc:Choice>
          <mc:Fallback>
            <p:pic>
              <p:nvPicPr>
                <p:cNvPr id="656" name="Ink 655">
                  <a:extLst>
                    <a:ext uri="{FF2B5EF4-FFF2-40B4-BE49-F238E27FC236}">
                      <a16:creationId xmlns:a16="http://schemas.microsoft.com/office/drawing/2014/main" id="{AAE43723-BC4C-3479-4B07-6E79ED9579C1}"/>
                    </a:ext>
                  </a:extLst>
                </p:cNvPr>
                <p:cNvPicPr/>
                <p:nvPr/>
              </p:nvPicPr>
              <p:blipFill>
                <a:blip r:embed="rId788"/>
                <a:stretch>
                  <a:fillRect/>
                </a:stretch>
              </p:blipFill>
              <p:spPr>
                <a:xfrm>
                  <a:off x="10677193" y="1859914"/>
                  <a:ext cx="18216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9">
              <p14:nvContentPartPr>
                <p14:cNvPr id="657" name="Ink 656">
                  <a:extLst>
                    <a:ext uri="{FF2B5EF4-FFF2-40B4-BE49-F238E27FC236}">
                      <a16:creationId xmlns:a16="http://schemas.microsoft.com/office/drawing/2014/main" id="{50B7194A-60EE-D759-8BC2-9C8AB2DFBDD1}"/>
                    </a:ext>
                  </a:extLst>
                </p14:cNvPr>
                <p14:cNvContentPartPr/>
                <p14:nvPr/>
              </p14:nvContentPartPr>
              <p14:xfrm>
                <a:off x="10955833" y="1896634"/>
                <a:ext cx="39960" cy="120600"/>
              </p14:xfrm>
            </p:contentPart>
          </mc:Choice>
          <mc:Fallback>
            <p:pic>
              <p:nvPicPr>
                <p:cNvPr id="657" name="Ink 656">
                  <a:extLst>
                    <a:ext uri="{FF2B5EF4-FFF2-40B4-BE49-F238E27FC236}">
                      <a16:creationId xmlns:a16="http://schemas.microsoft.com/office/drawing/2014/main" id="{50B7194A-60EE-D759-8BC2-9C8AB2DFBDD1}"/>
                    </a:ext>
                  </a:extLst>
                </p:cNvPr>
                <p:cNvPicPr/>
                <p:nvPr/>
              </p:nvPicPr>
              <p:blipFill>
                <a:blip r:embed="rId790"/>
                <a:stretch>
                  <a:fillRect/>
                </a:stretch>
              </p:blipFill>
              <p:spPr>
                <a:xfrm>
                  <a:off x="10947193" y="1887634"/>
                  <a:ext cx="5760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1">
              <p14:nvContentPartPr>
                <p14:cNvPr id="658" name="Ink 657">
                  <a:extLst>
                    <a:ext uri="{FF2B5EF4-FFF2-40B4-BE49-F238E27FC236}">
                      <a16:creationId xmlns:a16="http://schemas.microsoft.com/office/drawing/2014/main" id="{2F14949E-EB02-06FB-541C-6CA40BEE1965}"/>
                    </a:ext>
                  </a:extLst>
                </p14:cNvPr>
                <p14:cNvContentPartPr/>
                <p14:nvPr/>
              </p14:nvContentPartPr>
              <p14:xfrm>
                <a:off x="10865473" y="1873954"/>
                <a:ext cx="187200" cy="12960"/>
              </p14:xfrm>
            </p:contentPart>
          </mc:Choice>
          <mc:Fallback>
            <p:pic>
              <p:nvPicPr>
                <p:cNvPr id="658" name="Ink 657">
                  <a:extLst>
                    <a:ext uri="{FF2B5EF4-FFF2-40B4-BE49-F238E27FC236}">
                      <a16:creationId xmlns:a16="http://schemas.microsoft.com/office/drawing/2014/main" id="{2F14949E-EB02-06FB-541C-6CA40BEE1965}"/>
                    </a:ext>
                  </a:extLst>
                </p:cNvPr>
                <p:cNvPicPr/>
                <p:nvPr/>
              </p:nvPicPr>
              <p:blipFill>
                <a:blip r:embed="rId792"/>
                <a:stretch>
                  <a:fillRect/>
                </a:stretch>
              </p:blipFill>
              <p:spPr>
                <a:xfrm>
                  <a:off x="10856473" y="1864954"/>
                  <a:ext cx="20484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3">
              <p14:nvContentPartPr>
                <p14:cNvPr id="659" name="Ink 658">
                  <a:extLst>
                    <a:ext uri="{FF2B5EF4-FFF2-40B4-BE49-F238E27FC236}">
                      <a16:creationId xmlns:a16="http://schemas.microsoft.com/office/drawing/2014/main" id="{B65BB84D-0121-AF65-71D0-E4521716DEA7}"/>
                    </a:ext>
                  </a:extLst>
                </p14:cNvPr>
                <p14:cNvContentPartPr/>
                <p14:nvPr/>
              </p14:nvContentPartPr>
              <p14:xfrm>
                <a:off x="11141233" y="1926514"/>
                <a:ext cx="47160" cy="95400"/>
              </p14:xfrm>
            </p:contentPart>
          </mc:Choice>
          <mc:Fallback>
            <p:pic>
              <p:nvPicPr>
                <p:cNvPr id="659" name="Ink 658">
                  <a:extLst>
                    <a:ext uri="{FF2B5EF4-FFF2-40B4-BE49-F238E27FC236}">
                      <a16:creationId xmlns:a16="http://schemas.microsoft.com/office/drawing/2014/main" id="{B65BB84D-0121-AF65-71D0-E4521716DEA7}"/>
                    </a:ext>
                  </a:extLst>
                </p:cNvPr>
                <p:cNvPicPr/>
                <p:nvPr/>
              </p:nvPicPr>
              <p:blipFill>
                <a:blip r:embed="rId794"/>
                <a:stretch>
                  <a:fillRect/>
                </a:stretch>
              </p:blipFill>
              <p:spPr>
                <a:xfrm>
                  <a:off x="11132233" y="1917514"/>
                  <a:ext cx="6480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5">
              <p14:nvContentPartPr>
                <p14:cNvPr id="660" name="Ink 659">
                  <a:extLst>
                    <a:ext uri="{FF2B5EF4-FFF2-40B4-BE49-F238E27FC236}">
                      <a16:creationId xmlns:a16="http://schemas.microsoft.com/office/drawing/2014/main" id="{ECC4EB92-4200-A276-250C-CC3C978151FB}"/>
                    </a:ext>
                  </a:extLst>
                </p14:cNvPr>
                <p14:cNvContentPartPr/>
                <p14:nvPr/>
              </p14:nvContentPartPr>
              <p14:xfrm>
                <a:off x="11140873" y="1854514"/>
                <a:ext cx="96120" cy="41760"/>
              </p14:xfrm>
            </p:contentPart>
          </mc:Choice>
          <mc:Fallback>
            <p:pic>
              <p:nvPicPr>
                <p:cNvPr id="660" name="Ink 659">
                  <a:extLst>
                    <a:ext uri="{FF2B5EF4-FFF2-40B4-BE49-F238E27FC236}">
                      <a16:creationId xmlns:a16="http://schemas.microsoft.com/office/drawing/2014/main" id="{ECC4EB92-4200-A276-250C-CC3C978151FB}"/>
                    </a:ext>
                  </a:extLst>
                </p:cNvPr>
                <p:cNvPicPr/>
                <p:nvPr/>
              </p:nvPicPr>
              <p:blipFill>
                <a:blip r:embed="rId796"/>
                <a:stretch>
                  <a:fillRect/>
                </a:stretch>
              </p:blipFill>
              <p:spPr>
                <a:xfrm>
                  <a:off x="11131873" y="1845514"/>
                  <a:ext cx="11376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7">
              <p14:nvContentPartPr>
                <p14:cNvPr id="661" name="Ink 660">
                  <a:extLst>
                    <a:ext uri="{FF2B5EF4-FFF2-40B4-BE49-F238E27FC236}">
                      <a16:creationId xmlns:a16="http://schemas.microsoft.com/office/drawing/2014/main" id="{DF4E7E11-9813-700B-7123-D825682380B3}"/>
                    </a:ext>
                  </a:extLst>
                </p14:cNvPr>
                <p14:cNvContentPartPr/>
                <p14:nvPr/>
              </p14:nvContentPartPr>
              <p14:xfrm>
                <a:off x="11172193" y="1945234"/>
                <a:ext cx="91080" cy="5760"/>
              </p14:xfrm>
            </p:contentPart>
          </mc:Choice>
          <mc:Fallback>
            <p:pic>
              <p:nvPicPr>
                <p:cNvPr id="661" name="Ink 660">
                  <a:extLst>
                    <a:ext uri="{FF2B5EF4-FFF2-40B4-BE49-F238E27FC236}">
                      <a16:creationId xmlns:a16="http://schemas.microsoft.com/office/drawing/2014/main" id="{DF4E7E11-9813-700B-7123-D825682380B3}"/>
                    </a:ext>
                  </a:extLst>
                </p:cNvPr>
                <p:cNvPicPr/>
                <p:nvPr/>
              </p:nvPicPr>
              <p:blipFill>
                <a:blip r:embed="rId798"/>
                <a:stretch>
                  <a:fillRect/>
                </a:stretch>
              </p:blipFill>
              <p:spPr>
                <a:xfrm>
                  <a:off x="11163553" y="1936594"/>
                  <a:ext cx="1087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9">
              <p14:nvContentPartPr>
                <p14:cNvPr id="663" name="Ink 662">
                  <a:extLst>
                    <a:ext uri="{FF2B5EF4-FFF2-40B4-BE49-F238E27FC236}">
                      <a16:creationId xmlns:a16="http://schemas.microsoft.com/office/drawing/2014/main" id="{256F87D2-2ABD-A751-70E3-93E4E7844C75}"/>
                    </a:ext>
                  </a:extLst>
                </p14:cNvPr>
                <p14:cNvContentPartPr/>
                <p14:nvPr/>
              </p14:nvContentPartPr>
              <p14:xfrm>
                <a:off x="11414473" y="1908514"/>
                <a:ext cx="36000" cy="114840"/>
              </p14:xfrm>
            </p:contentPart>
          </mc:Choice>
          <mc:Fallback>
            <p:pic>
              <p:nvPicPr>
                <p:cNvPr id="663" name="Ink 662">
                  <a:extLst>
                    <a:ext uri="{FF2B5EF4-FFF2-40B4-BE49-F238E27FC236}">
                      <a16:creationId xmlns:a16="http://schemas.microsoft.com/office/drawing/2014/main" id="{256F87D2-2ABD-A751-70E3-93E4E7844C75}"/>
                    </a:ext>
                  </a:extLst>
                </p:cNvPr>
                <p:cNvPicPr/>
                <p:nvPr/>
              </p:nvPicPr>
              <p:blipFill>
                <a:blip r:embed="rId800"/>
                <a:stretch>
                  <a:fillRect/>
                </a:stretch>
              </p:blipFill>
              <p:spPr>
                <a:xfrm>
                  <a:off x="11405833" y="1899514"/>
                  <a:ext cx="5364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1">
              <p14:nvContentPartPr>
                <p14:cNvPr id="664" name="Ink 663">
                  <a:extLst>
                    <a:ext uri="{FF2B5EF4-FFF2-40B4-BE49-F238E27FC236}">
                      <a16:creationId xmlns:a16="http://schemas.microsoft.com/office/drawing/2014/main" id="{74F06989-08F7-8252-6C1C-6A79CFAF6EC7}"/>
                    </a:ext>
                  </a:extLst>
                </p14:cNvPr>
                <p14:cNvContentPartPr/>
                <p14:nvPr/>
              </p14:nvContentPartPr>
              <p14:xfrm>
                <a:off x="11346793" y="1867834"/>
                <a:ext cx="159840" cy="15840"/>
              </p14:xfrm>
            </p:contentPart>
          </mc:Choice>
          <mc:Fallback>
            <p:pic>
              <p:nvPicPr>
                <p:cNvPr id="664" name="Ink 663">
                  <a:extLst>
                    <a:ext uri="{FF2B5EF4-FFF2-40B4-BE49-F238E27FC236}">
                      <a16:creationId xmlns:a16="http://schemas.microsoft.com/office/drawing/2014/main" id="{74F06989-08F7-8252-6C1C-6A79CFAF6EC7}"/>
                    </a:ext>
                  </a:extLst>
                </p:cNvPr>
                <p:cNvPicPr/>
                <p:nvPr/>
              </p:nvPicPr>
              <p:blipFill>
                <a:blip r:embed="rId802"/>
                <a:stretch>
                  <a:fillRect/>
                </a:stretch>
              </p:blipFill>
              <p:spPr>
                <a:xfrm>
                  <a:off x="11338153" y="1858834"/>
                  <a:ext cx="1774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3">
              <p14:nvContentPartPr>
                <p14:cNvPr id="699" name="Ink 698">
                  <a:extLst>
                    <a:ext uri="{FF2B5EF4-FFF2-40B4-BE49-F238E27FC236}">
                      <a16:creationId xmlns:a16="http://schemas.microsoft.com/office/drawing/2014/main" id="{6668B13A-E7B1-1C91-7FFD-240D895D1620}"/>
                    </a:ext>
                  </a:extLst>
                </p14:cNvPr>
                <p14:cNvContentPartPr/>
                <p14:nvPr/>
              </p14:nvContentPartPr>
              <p14:xfrm>
                <a:off x="10358666" y="1995994"/>
                <a:ext cx="222480" cy="23040"/>
              </p14:xfrm>
            </p:contentPart>
          </mc:Choice>
          <mc:Fallback>
            <p:pic>
              <p:nvPicPr>
                <p:cNvPr id="699" name="Ink 698">
                  <a:extLst>
                    <a:ext uri="{FF2B5EF4-FFF2-40B4-BE49-F238E27FC236}">
                      <a16:creationId xmlns:a16="http://schemas.microsoft.com/office/drawing/2014/main" id="{6668B13A-E7B1-1C91-7FFD-240D895D1620}"/>
                    </a:ext>
                  </a:extLst>
                </p:cNvPr>
                <p:cNvPicPr/>
                <p:nvPr/>
              </p:nvPicPr>
              <p:blipFill>
                <a:blip r:embed="rId804"/>
                <a:stretch>
                  <a:fillRect/>
                </a:stretch>
              </p:blipFill>
              <p:spPr>
                <a:xfrm>
                  <a:off x="10349666" y="1986994"/>
                  <a:ext cx="240120" cy="4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3" name="Group 702">
            <a:extLst>
              <a:ext uri="{FF2B5EF4-FFF2-40B4-BE49-F238E27FC236}">
                <a16:creationId xmlns:a16="http://schemas.microsoft.com/office/drawing/2014/main" id="{CEF0600E-F5CA-2B8D-ED08-DA024028027C}"/>
              </a:ext>
            </a:extLst>
          </p:cNvPr>
          <p:cNvGrpSpPr/>
          <p:nvPr/>
        </p:nvGrpSpPr>
        <p:grpSpPr>
          <a:xfrm>
            <a:off x="9188306" y="3393874"/>
            <a:ext cx="385560" cy="77040"/>
            <a:chOff x="9188306" y="3393874"/>
            <a:chExt cx="385560" cy="7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5">
              <p14:nvContentPartPr>
                <p14:cNvPr id="701" name="Ink 700">
                  <a:extLst>
                    <a:ext uri="{FF2B5EF4-FFF2-40B4-BE49-F238E27FC236}">
                      <a16:creationId xmlns:a16="http://schemas.microsoft.com/office/drawing/2014/main" id="{36E15A65-3E90-8D33-6ED9-4A603DF918C9}"/>
                    </a:ext>
                  </a:extLst>
                </p14:cNvPr>
                <p14:cNvContentPartPr/>
                <p14:nvPr/>
              </p14:nvContentPartPr>
              <p14:xfrm>
                <a:off x="9188306" y="3408274"/>
                <a:ext cx="368280" cy="62640"/>
              </p14:xfrm>
            </p:contentPart>
          </mc:Choice>
          <mc:Fallback>
            <p:pic>
              <p:nvPicPr>
                <p:cNvPr id="701" name="Ink 700">
                  <a:extLst>
                    <a:ext uri="{FF2B5EF4-FFF2-40B4-BE49-F238E27FC236}">
                      <a16:creationId xmlns:a16="http://schemas.microsoft.com/office/drawing/2014/main" id="{36E15A65-3E90-8D33-6ED9-4A603DF918C9}"/>
                    </a:ext>
                  </a:extLst>
                </p:cNvPr>
                <p:cNvPicPr/>
                <p:nvPr/>
              </p:nvPicPr>
              <p:blipFill>
                <a:blip r:embed="rId806"/>
                <a:stretch>
                  <a:fillRect/>
                </a:stretch>
              </p:blipFill>
              <p:spPr>
                <a:xfrm>
                  <a:off x="9179666" y="3399634"/>
                  <a:ext cx="38592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7">
              <p14:nvContentPartPr>
                <p14:cNvPr id="702" name="Ink 701">
                  <a:extLst>
                    <a:ext uri="{FF2B5EF4-FFF2-40B4-BE49-F238E27FC236}">
                      <a16:creationId xmlns:a16="http://schemas.microsoft.com/office/drawing/2014/main" id="{0DB808A1-EA87-2406-191F-028C1725937B}"/>
                    </a:ext>
                  </a:extLst>
                </p14:cNvPr>
                <p14:cNvContentPartPr/>
                <p14:nvPr/>
              </p14:nvContentPartPr>
              <p14:xfrm>
                <a:off x="9480986" y="3393874"/>
                <a:ext cx="92880" cy="70560"/>
              </p14:xfrm>
            </p:contentPart>
          </mc:Choice>
          <mc:Fallback>
            <p:pic>
              <p:nvPicPr>
                <p:cNvPr id="702" name="Ink 701">
                  <a:extLst>
                    <a:ext uri="{FF2B5EF4-FFF2-40B4-BE49-F238E27FC236}">
                      <a16:creationId xmlns:a16="http://schemas.microsoft.com/office/drawing/2014/main" id="{0DB808A1-EA87-2406-191F-028C1725937B}"/>
                    </a:ext>
                  </a:extLst>
                </p:cNvPr>
                <p:cNvPicPr/>
                <p:nvPr/>
              </p:nvPicPr>
              <p:blipFill>
                <a:blip r:embed="rId808"/>
                <a:stretch>
                  <a:fillRect/>
                </a:stretch>
              </p:blipFill>
              <p:spPr>
                <a:xfrm>
                  <a:off x="9472346" y="3384874"/>
                  <a:ext cx="110520" cy="8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6" name="Group 705">
            <a:extLst>
              <a:ext uri="{FF2B5EF4-FFF2-40B4-BE49-F238E27FC236}">
                <a16:creationId xmlns:a16="http://schemas.microsoft.com/office/drawing/2014/main" id="{9CE74381-ACDB-AA4B-629E-D2DD8878CAED}"/>
              </a:ext>
            </a:extLst>
          </p:cNvPr>
          <p:cNvGrpSpPr/>
          <p:nvPr/>
        </p:nvGrpSpPr>
        <p:grpSpPr>
          <a:xfrm>
            <a:off x="8461106" y="2629594"/>
            <a:ext cx="358200" cy="301680"/>
            <a:chOff x="8461106" y="2629594"/>
            <a:chExt cx="358200" cy="301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9">
              <p14:nvContentPartPr>
                <p14:cNvPr id="704" name="Ink 703">
                  <a:extLst>
                    <a:ext uri="{FF2B5EF4-FFF2-40B4-BE49-F238E27FC236}">
                      <a16:creationId xmlns:a16="http://schemas.microsoft.com/office/drawing/2014/main" id="{BE5BCE7B-5035-48B0-6FA4-663C0F6E3250}"/>
                    </a:ext>
                  </a:extLst>
                </p14:cNvPr>
                <p14:cNvContentPartPr/>
                <p14:nvPr/>
              </p14:nvContentPartPr>
              <p14:xfrm>
                <a:off x="8461106" y="2654074"/>
                <a:ext cx="327960" cy="277200"/>
              </p14:xfrm>
            </p:contentPart>
          </mc:Choice>
          <mc:Fallback>
            <p:pic>
              <p:nvPicPr>
                <p:cNvPr id="704" name="Ink 703">
                  <a:extLst>
                    <a:ext uri="{FF2B5EF4-FFF2-40B4-BE49-F238E27FC236}">
                      <a16:creationId xmlns:a16="http://schemas.microsoft.com/office/drawing/2014/main" id="{BE5BCE7B-5035-48B0-6FA4-663C0F6E3250}"/>
                    </a:ext>
                  </a:extLst>
                </p:cNvPr>
                <p:cNvPicPr/>
                <p:nvPr/>
              </p:nvPicPr>
              <p:blipFill>
                <a:blip r:embed="rId810"/>
                <a:stretch>
                  <a:fillRect/>
                </a:stretch>
              </p:blipFill>
              <p:spPr>
                <a:xfrm>
                  <a:off x="8452106" y="2645434"/>
                  <a:ext cx="34560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1">
              <p14:nvContentPartPr>
                <p14:cNvPr id="705" name="Ink 704">
                  <a:extLst>
                    <a:ext uri="{FF2B5EF4-FFF2-40B4-BE49-F238E27FC236}">
                      <a16:creationId xmlns:a16="http://schemas.microsoft.com/office/drawing/2014/main" id="{F80AA977-70D8-011C-93BC-B10FC5D1F36C}"/>
                    </a:ext>
                  </a:extLst>
                </p14:cNvPr>
                <p14:cNvContentPartPr/>
                <p14:nvPr/>
              </p14:nvContentPartPr>
              <p14:xfrm>
                <a:off x="8706266" y="2629594"/>
                <a:ext cx="113040" cy="73080"/>
              </p14:xfrm>
            </p:contentPart>
          </mc:Choice>
          <mc:Fallback>
            <p:pic>
              <p:nvPicPr>
                <p:cNvPr id="705" name="Ink 704">
                  <a:extLst>
                    <a:ext uri="{FF2B5EF4-FFF2-40B4-BE49-F238E27FC236}">
                      <a16:creationId xmlns:a16="http://schemas.microsoft.com/office/drawing/2014/main" id="{F80AA977-70D8-011C-93BC-B10FC5D1F36C}"/>
                    </a:ext>
                  </a:extLst>
                </p:cNvPr>
                <p:cNvPicPr/>
                <p:nvPr/>
              </p:nvPicPr>
              <p:blipFill>
                <a:blip r:embed="rId812"/>
                <a:stretch>
                  <a:fillRect/>
                </a:stretch>
              </p:blipFill>
              <p:spPr>
                <a:xfrm>
                  <a:off x="8697626" y="2620594"/>
                  <a:ext cx="130680" cy="90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0" name="Group 719">
            <a:extLst>
              <a:ext uri="{FF2B5EF4-FFF2-40B4-BE49-F238E27FC236}">
                <a16:creationId xmlns:a16="http://schemas.microsoft.com/office/drawing/2014/main" id="{C8FE304A-2BF6-13E8-409E-8972CF3FB2FB}"/>
              </a:ext>
            </a:extLst>
          </p:cNvPr>
          <p:cNvGrpSpPr/>
          <p:nvPr/>
        </p:nvGrpSpPr>
        <p:grpSpPr>
          <a:xfrm>
            <a:off x="7382833" y="3553354"/>
            <a:ext cx="1994989" cy="519249"/>
            <a:chOff x="7382833" y="3553354"/>
            <a:chExt cx="1994989" cy="519249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13">
              <p14:nvContentPartPr>
                <p14:cNvPr id="593" name="Ink 592">
                  <a:extLst>
                    <a:ext uri="{FF2B5EF4-FFF2-40B4-BE49-F238E27FC236}">
                      <a16:creationId xmlns:a16="http://schemas.microsoft.com/office/drawing/2014/main" id="{8841BAD4-6328-B21F-F624-46C402CF60E6}"/>
                    </a:ext>
                  </a:extLst>
                </p14:cNvPr>
                <p14:cNvContentPartPr/>
                <p14:nvPr/>
              </p14:nvContentPartPr>
              <p14:xfrm>
                <a:off x="7388593" y="3668914"/>
                <a:ext cx="26640" cy="66960"/>
              </p14:xfrm>
            </p:contentPart>
          </mc:Choice>
          <mc:Fallback>
            <p:pic>
              <p:nvPicPr>
                <p:cNvPr id="593" name="Ink 592">
                  <a:extLst>
                    <a:ext uri="{FF2B5EF4-FFF2-40B4-BE49-F238E27FC236}">
                      <a16:creationId xmlns:a16="http://schemas.microsoft.com/office/drawing/2014/main" id="{8841BAD4-6328-B21F-F624-46C402CF60E6}"/>
                    </a:ext>
                  </a:extLst>
                </p:cNvPr>
                <p:cNvPicPr/>
                <p:nvPr/>
              </p:nvPicPr>
              <p:blipFill>
                <a:blip r:embed="rId814"/>
                <a:stretch>
                  <a:fillRect/>
                </a:stretch>
              </p:blipFill>
              <p:spPr>
                <a:xfrm>
                  <a:off x="7379593" y="3659914"/>
                  <a:ext cx="4428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5">
              <p14:nvContentPartPr>
                <p14:cNvPr id="594" name="Ink 593">
                  <a:extLst>
                    <a:ext uri="{FF2B5EF4-FFF2-40B4-BE49-F238E27FC236}">
                      <a16:creationId xmlns:a16="http://schemas.microsoft.com/office/drawing/2014/main" id="{00030861-ED4F-3D21-6168-F988113D6169}"/>
                    </a:ext>
                  </a:extLst>
                </p14:cNvPr>
                <p14:cNvContentPartPr/>
                <p14:nvPr/>
              </p14:nvContentPartPr>
              <p14:xfrm>
                <a:off x="7382833" y="3579994"/>
                <a:ext cx="2160" cy="1440"/>
              </p14:xfrm>
            </p:contentPart>
          </mc:Choice>
          <mc:Fallback>
            <p:pic>
              <p:nvPicPr>
                <p:cNvPr id="594" name="Ink 593">
                  <a:extLst>
                    <a:ext uri="{FF2B5EF4-FFF2-40B4-BE49-F238E27FC236}">
                      <a16:creationId xmlns:a16="http://schemas.microsoft.com/office/drawing/2014/main" id="{00030861-ED4F-3D21-6168-F988113D6169}"/>
                    </a:ext>
                  </a:extLst>
                </p:cNvPr>
                <p:cNvPicPr/>
                <p:nvPr/>
              </p:nvPicPr>
              <p:blipFill>
                <a:blip r:embed="rId816"/>
                <a:stretch>
                  <a:fillRect/>
                </a:stretch>
              </p:blipFill>
              <p:spPr>
                <a:xfrm>
                  <a:off x="7373833" y="3570994"/>
                  <a:ext cx="198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7">
              <p14:nvContentPartPr>
                <p14:cNvPr id="595" name="Ink 594">
                  <a:extLst>
                    <a:ext uri="{FF2B5EF4-FFF2-40B4-BE49-F238E27FC236}">
                      <a16:creationId xmlns:a16="http://schemas.microsoft.com/office/drawing/2014/main" id="{6BED202A-CDCA-541F-4D0D-1EE9FEA168E6}"/>
                    </a:ext>
                  </a:extLst>
                </p14:cNvPr>
                <p14:cNvContentPartPr/>
                <p14:nvPr/>
              </p14:nvContentPartPr>
              <p14:xfrm>
                <a:off x="7468873" y="3662794"/>
                <a:ext cx="159840" cy="72000"/>
              </p14:xfrm>
            </p:contentPart>
          </mc:Choice>
          <mc:Fallback>
            <p:pic>
              <p:nvPicPr>
                <p:cNvPr id="595" name="Ink 594">
                  <a:extLst>
                    <a:ext uri="{FF2B5EF4-FFF2-40B4-BE49-F238E27FC236}">
                      <a16:creationId xmlns:a16="http://schemas.microsoft.com/office/drawing/2014/main" id="{6BED202A-CDCA-541F-4D0D-1EE9FEA168E6}"/>
                    </a:ext>
                  </a:extLst>
                </p:cNvPr>
                <p:cNvPicPr/>
                <p:nvPr/>
              </p:nvPicPr>
              <p:blipFill>
                <a:blip r:embed="rId818"/>
                <a:stretch>
                  <a:fillRect/>
                </a:stretch>
              </p:blipFill>
              <p:spPr>
                <a:xfrm>
                  <a:off x="7459873" y="3653794"/>
                  <a:ext cx="17748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9">
              <p14:nvContentPartPr>
                <p14:cNvPr id="596" name="Ink 595">
                  <a:extLst>
                    <a:ext uri="{FF2B5EF4-FFF2-40B4-BE49-F238E27FC236}">
                      <a16:creationId xmlns:a16="http://schemas.microsoft.com/office/drawing/2014/main" id="{B4F99CEA-B053-4748-EBA2-EE5C1A690235}"/>
                    </a:ext>
                  </a:extLst>
                </p14:cNvPr>
                <p14:cNvContentPartPr/>
                <p14:nvPr/>
              </p14:nvContentPartPr>
              <p14:xfrm>
                <a:off x="7735273" y="3553354"/>
                <a:ext cx="77760" cy="274320"/>
              </p14:xfrm>
            </p:contentPart>
          </mc:Choice>
          <mc:Fallback>
            <p:pic>
              <p:nvPicPr>
                <p:cNvPr id="596" name="Ink 595">
                  <a:extLst>
                    <a:ext uri="{FF2B5EF4-FFF2-40B4-BE49-F238E27FC236}">
                      <a16:creationId xmlns:a16="http://schemas.microsoft.com/office/drawing/2014/main" id="{B4F99CEA-B053-4748-EBA2-EE5C1A690235}"/>
                    </a:ext>
                  </a:extLst>
                </p:cNvPr>
                <p:cNvPicPr/>
                <p:nvPr/>
              </p:nvPicPr>
              <p:blipFill>
                <a:blip r:embed="rId820"/>
                <a:stretch>
                  <a:fillRect/>
                </a:stretch>
              </p:blipFill>
              <p:spPr>
                <a:xfrm>
                  <a:off x="7726273" y="3544714"/>
                  <a:ext cx="9540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1">
              <p14:nvContentPartPr>
                <p14:cNvPr id="597" name="Ink 596">
                  <a:extLst>
                    <a:ext uri="{FF2B5EF4-FFF2-40B4-BE49-F238E27FC236}">
                      <a16:creationId xmlns:a16="http://schemas.microsoft.com/office/drawing/2014/main" id="{C24006CB-5C7C-A4EC-0814-8070C69A889F}"/>
                    </a:ext>
                  </a:extLst>
                </p14:cNvPr>
                <p14:cNvContentPartPr/>
                <p14:nvPr/>
              </p14:nvContentPartPr>
              <p14:xfrm>
                <a:off x="7721953" y="3717154"/>
                <a:ext cx="101160" cy="17640"/>
              </p14:xfrm>
            </p:contentPart>
          </mc:Choice>
          <mc:Fallback>
            <p:pic>
              <p:nvPicPr>
                <p:cNvPr id="597" name="Ink 596">
                  <a:extLst>
                    <a:ext uri="{FF2B5EF4-FFF2-40B4-BE49-F238E27FC236}">
                      <a16:creationId xmlns:a16="http://schemas.microsoft.com/office/drawing/2014/main" id="{C24006CB-5C7C-A4EC-0814-8070C69A889F}"/>
                    </a:ext>
                  </a:extLst>
                </p:cNvPr>
                <p:cNvPicPr/>
                <p:nvPr/>
              </p:nvPicPr>
              <p:blipFill>
                <a:blip r:embed="rId822"/>
                <a:stretch>
                  <a:fillRect/>
                </a:stretch>
              </p:blipFill>
              <p:spPr>
                <a:xfrm>
                  <a:off x="7712953" y="3708514"/>
                  <a:ext cx="1188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3">
              <p14:nvContentPartPr>
                <p14:cNvPr id="598" name="Ink 597">
                  <a:extLst>
                    <a:ext uri="{FF2B5EF4-FFF2-40B4-BE49-F238E27FC236}">
                      <a16:creationId xmlns:a16="http://schemas.microsoft.com/office/drawing/2014/main" id="{7CD93FF1-B3CC-CEF0-310E-451F9D1886BC}"/>
                    </a:ext>
                  </a:extLst>
                </p14:cNvPr>
                <p14:cNvContentPartPr/>
                <p14:nvPr/>
              </p14:nvContentPartPr>
              <p14:xfrm>
                <a:off x="7839673" y="3653074"/>
                <a:ext cx="81360" cy="82080"/>
              </p14:xfrm>
            </p:contentPart>
          </mc:Choice>
          <mc:Fallback>
            <p:pic>
              <p:nvPicPr>
                <p:cNvPr id="598" name="Ink 597">
                  <a:extLst>
                    <a:ext uri="{FF2B5EF4-FFF2-40B4-BE49-F238E27FC236}">
                      <a16:creationId xmlns:a16="http://schemas.microsoft.com/office/drawing/2014/main" id="{7CD93FF1-B3CC-CEF0-310E-451F9D1886BC}"/>
                    </a:ext>
                  </a:extLst>
                </p:cNvPr>
                <p:cNvPicPr/>
                <p:nvPr/>
              </p:nvPicPr>
              <p:blipFill>
                <a:blip r:embed="rId824"/>
                <a:stretch>
                  <a:fillRect/>
                </a:stretch>
              </p:blipFill>
              <p:spPr>
                <a:xfrm>
                  <a:off x="7830673" y="3644434"/>
                  <a:ext cx="9900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5">
              <p14:nvContentPartPr>
                <p14:cNvPr id="599" name="Ink 598">
                  <a:extLst>
                    <a:ext uri="{FF2B5EF4-FFF2-40B4-BE49-F238E27FC236}">
                      <a16:creationId xmlns:a16="http://schemas.microsoft.com/office/drawing/2014/main" id="{B08EC913-3D65-FF28-F162-3419A27F7315}"/>
                    </a:ext>
                  </a:extLst>
                </p14:cNvPr>
                <p14:cNvContentPartPr/>
                <p14:nvPr/>
              </p14:nvContentPartPr>
              <p14:xfrm>
                <a:off x="7968553" y="3656674"/>
                <a:ext cx="119880" cy="77400"/>
              </p14:xfrm>
            </p:contentPart>
          </mc:Choice>
          <mc:Fallback>
            <p:pic>
              <p:nvPicPr>
                <p:cNvPr id="599" name="Ink 598">
                  <a:extLst>
                    <a:ext uri="{FF2B5EF4-FFF2-40B4-BE49-F238E27FC236}">
                      <a16:creationId xmlns:a16="http://schemas.microsoft.com/office/drawing/2014/main" id="{B08EC913-3D65-FF28-F162-3419A27F7315}"/>
                    </a:ext>
                  </a:extLst>
                </p:cNvPr>
                <p:cNvPicPr/>
                <p:nvPr/>
              </p:nvPicPr>
              <p:blipFill>
                <a:blip r:embed="rId826"/>
                <a:stretch>
                  <a:fillRect/>
                </a:stretch>
              </p:blipFill>
              <p:spPr>
                <a:xfrm>
                  <a:off x="7959913" y="3648034"/>
                  <a:ext cx="13752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7">
              <p14:nvContentPartPr>
                <p14:cNvPr id="600" name="Ink 599">
                  <a:extLst>
                    <a:ext uri="{FF2B5EF4-FFF2-40B4-BE49-F238E27FC236}">
                      <a16:creationId xmlns:a16="http://schemas.microsoft.com/office/drawing/2014/main" id="{7118FE9D-6217-4D57-C039-585A7AFB8919}"/>
                    </a:ext>
                  </a:extLst>
                </p14:cNvPr>
                <p14:cNvContentPartPr/>
                <p14:nvPr/>
              </p14:nvContentPartPr>
              <p14:xfrm>
                <a:off x="8161153" y="3661354"/>
                <a:ext cx="123840" cy="177120"/>
              </p14:xfrm>
            </p:contentPart>
          </mc:Choice>
          <mc:Fallback>
            <p:pic>
              <p:nvPicPr>
                <p:cNvPr id="600" name="Ink 599">
                  <a:extLst>
                    <a:ext uri="{FF2B5EF4-FFF2-40B4-BE49-F238E27FC236}">
                      <a16:creationId xmlns:a16="http://schemas.microsoft.com/office/drawing/2014/main" id="{7118FE9D-6217-4D57-C039-585A7AFB8919}"/>
                    </a:ext>
                  </a:extLst>
                </p:cNvPr>
                <p:cNvPicPr/>
                <p:nvPr/>
              </p:nvPicPr>
              <p:blipFill>
                <a:blip r:embed="rId828"/>
                <a:stretch>
                  <a:fillRect/>
                </a:stretch>
              </p:blipFill>
              <p:spPr>
                <a:xfrm>
                  <a:off x="8152153" y="3652714"/>
                  <a:ext cx="14148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9">
              <p14:nvContentPartPr>
                <p14:cNvPr id="601" name="Ink 600">
                  <a:extLst>
                    <a:ext uri="{FF2B5EF4-FFF2-40B4-BE49-F238E27FC236}">
                      <a16:creationId xmlns:a16="http://schemas.microsoft.com/office/drawing/2014/main" id="{B1AE5AFF-FACE-FB11-BDBF-C7A449E44F8C}"/>
                    </a:ext>
                  </a:extLst>
                </p14:cNvPr>
                <p14:cNvContentPartPr/>
                <p14:nvPr/>
              </p14:nvContentPartPr>
              <p14:xfrm>
                <a:off x="8284273" y="3685114"/>
                <a:ext cx="196920" cy="61560"/>
              </p14:xfrm>
            </p:contentPart>
          </mc:Choice>
          <mc:Fallback>
            <p:pic>
              <p:nvPicPr>
                <p:cNvPr id="601" name="Ink 600">
                  <a:extLst>
                    <a:ext uri="{FF2B5EF4-FFF2-40B4-BE49-F238E27FC236}">
                      <a16:creationId xmlns:a16="http://schemas.microsoft.com/office/drawing/2014/main" id="{B1AE5AFF-FACE-FB11-BDBF-C7A449E44F8C}"/>
                    </a:ext>
                  </a:extLst>
                </p:cNvPr>
                <p:cNvPicPr/>
                <p:nvPr/>
              </p:nvPicPr>
              <p:blipFill>
                <a:blip r:embed="rId830"/>
                <a:stretch>
                  <a:fillRect/>
                </a:stretch>
              </p:blipFill>
              <p:spPr>
                <a:xfrm>
                  <a:off x="8275273" y="3676474"/>
                  <a:ext cx="21456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1">
              <p14:nvContentPartPr>
                <p14:cNvPr id="602" name="Ink 601">
                  <a:extLst>
                    <a:ext uri="{FF2B5EF4-FFF2-40B4-BE49-F238E27FC236}">
                      <a16:creationId xmlns:a16="http://schemas.microsoft.com/office/drawing/2014/main" id="{822EB967-634B-24EE-9F15-34BDC92225E1}"/>
                    </a:ext>
                  </a:extLst>
                </p14:cNvPr>
                <p14:cNvContentPartPr/>
                <p14:nvPr/>
              </p14:nvContentPartPr>
              <p14:xfrm>
                <a:off x="8369953" y="3683314"/>
                <a:ext cx="19440" cy="48600"/>
              </p14:xfrm>
            </p:contentPart>
          </mc:Choice>
          <mc:Fallback>
            <p:pic>
              <p:nvPicPr>
                <p:cNvPr id="602" name="Ink 601">
                  <a:extLst>
                    <a:ext uri="{FF2B5EF4-FFF2-40B4-BE49-F238E27FC236}">
                      <a16:creationId xmlns:a16="http://schemas.microsoft.com/office/drawing/2014/main" id="{822EB967-634B-24EE-9F15-34BDC92225E1}"/>
                    </a:ext>
                  </a:extLst>
                </p:cNvPr>
                <p:cNvPicPr/>
                <p:nvPr/>
              </p:nvPicPr>
              <p:blipFill>
                <a:blip r:embed="rId832"/>
                <a:stretch>
                  <a:fillRect/>
                </a:stretch>
              </p:blipFill>
              <p:spPr>
                <a:xfrm>
                  <a:off x="8360953" y="3674314"/>
                  <a:ext cx="3708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3">
              <p14:nvContentPartPr>
                <p14:cNvPr id="603" name="Ink 602">
                  <a:extLst>
                    <a:ext uri="{FF2B5EF4-FFF2-40B4-BE49-F238E27FC236}">
                      <a16:creationId xmlns:a16="http://schemas.microsoft.com/office/drawing/2014/main" id="{44CAF1AD-7B7D-416F-EF4B-344149C7ED97}"/>
                    </a:ext>
                  </a:extLst>
                </p14:cNvPr>
                <p14:cNvContentPartPr/>
                <p14:nvPr/>
              </p14:nvContentPartPr>
              <p14:xfrm>
                <a:off x="8475073" y="3672154"/>
                <a:ext cx="114840" cy="102600"/>
              </p14:xfrm>
            </p:contentPart>
          </mc:Choice>
          <mc:Fallback>
            <p:pic>
              <p:nvPicPr>
                <p:cNvPr id="603" name="Ink 602">
                  <a:extLst>
                    <a:ext uri="{FF2B5EF4-FFF2-40B4-BE49-F238E27FC236}">
                      <a16:creationId xmlns:a16="http://schemas.microsoft.com/office/drawing/2014/main" id="{44CAF1AD-7B7D-416F-EF4B-344149C7ED97}"/>
                    </a:ext>
                  </a:extLst>
                </p:cNvPr>
                <p:cNvPicPr/>
                <p:nvPr/>
              </p:nvPicPr>
              <p:blipFill>
                <a:blip r:embed="rId834"/>
                <a:stretch>
                  <a:fillRect/>
                </a:stretch>
              </p:blipFill>
              <p:spPr>
                <a:xfrm>
                  <a:off x="8466073" y="3663154"/>
                  <a:ext cx="13248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5">
              <p14:nvContentPartPr>
                <p14:cNvPr id="604" name="Ink 603">
                  <a:extLst>
                    <a:ext uri="{FF2B5EF4-FFF2-40B4-BE49-F238E27FC236}">
                      <a16:creationId xmlns:a16="http://schemas.microsoft.com/office/drawing/2014/main" id="{005F68BF-6BE7-BDDB-77F7-2F69E1C1EAC5}"/>
                    </a:ext>
                  </a:extLst>
                </p14:cNvPr>
                <p14:cNvContentPartPr/>
                <p14:nvPr/>
              </p14:nvContentPartPr>
              <p14:xfrm>
                <a:off x="8580913" y="3698074"/>
                <a:ext cx="179640" cy="57240"/>
              </p14:xfrm>
            </p:contentPart>
          </mc:Choice>
          <mc:Fallback>
            <p:pic>
              <p:nvPicPr>
                <p:cNvPr id="604" name="Ink 603">
                  <a:extLst>
                    <a:ext uri="{FF2B5EF4-FFF2-40B4-BE49-F238E27FC236}">
                      <a16:creationId xmlns:a16="http://schemas.microsoft.com/office/drawing/2014/main" id="{005F68BF-6BE7-BDDB-77F7-2F69E1C1EAC5}"/>
                    </a:ext>
                  </a:extLst>
                </p:cNvPr>
                <p:cNvPicPr/>
                <p:nvPr/>
              </p:nvPicPr>
              <p:blipFill>
                <a:blip r:embed="rId836"/>
                <a:stretch>
                  <a:fillRect/>
                </a:stretch>
              </p:blipFill>
              <p:spPr>
                <a:xfrm>
                  <a:off x="8571913" y="3689074"/>
                  <a:ext cx="19728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7">
              <p14:nvContentPartPr>
                <p14:cNvPr id="605" name="Ink 604">
                  <a:extLst>
                    <a:ext uri="{FF2B5EF4-FFF2-40B4-BE49-F238E27FC236}">
                      <a16:creationId xmlns:a16="http://schemas.microsoft.com/office/drawing/2014/main" id="{F637E857-56B1-CBF8-84BD-95AC0AF161DE}"/>
                    </a:ext>
                  </a:extLst>
                </p14:cNvPr>
                <p14:cNvContentPartPr/>
                <p14:nvPr/>
              </p14:nvContentPartPr>
              <p14:xfrm>
                <a:off x="8841553" y="3659194"/>
                <a:ext cx="90360" cy="81360"/>
              </p14:xfrm>
            </p:contentPart>
          </mc:Choice>
          <mc:Fallback>
            <p:pic>
              <p:nvPicPr>
                <p:cNvPr id="605" name="Ink 604">
                  <a:extLst>
                    <a:ext uri="{FF2B5EF4-FFF2-40B4-BE49-F238E27FC236}">
                      <a16:creationId xmlns:a16="http://schemas.microsoft.com/office/drawing/2014/main" id="{F637E857-56B1-CBF8-84BD-95AC0AF161DE}"/>
                    </a:ext>
                  </a:extLst>
                </p:cNvPr>
                <p:cNvPicPr/>
                <p:nvPr/>
              </p:nvPicPr>
              <p:blipFill>
                <a:blip r:embed="rId838"/>
                <a:stretch>
                  <a:fillRect/>
                </a:stretch>
              </p:blipFill>
              <p:spPr>
                <a:xfrm>
                  <a:off x="8832553" y="3650194"/>
                  <a:ext cx="10800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9">
              <p14:nvContentPartPr>
                <p14:cNvPr id="606" name="Ink 605">
                  <a:extLst>
                    <a:ext uri="{FF2B5EF4-FFF2-40B4-BE49-F238E27FC236}">
                      <a16:creationId xmlns:a16="http://schemas.microsoft.com/office/drawing/2014/main" id="{86E2654F-6FE5-BAD0-08E0-0FB04182A139}"/>
                    </a:ext>
                  </a:extLst>
                </p14:cNvPr>
                <p14:cNvContentPartPr/>
                <p14:nvPr/>
              </p14:nvContentPartPr>
              <p14:xfrm>
                <a:off x="8967193" y="3667474"/>
                <a:ext cx="114120" cy="210240"/>
              </p14:xfrm>
            </p:contentPart>
          </mc:Choice>
          <mc:Fallback>
            <p:pic>
              <p:nvPicPr>
                <p:cNvPr id="606" name="Ink 605">
                  <a:extLst>
                    <a:ext uri="{FF2B5EF4-FFF2-40B4-BE49-F238E27FC236}">
                      <a16:creationId xmlns:a16="http://schemas.microsoft.com/office/drawing/2014/main" id="{86E2654F-6FE5-BAD0-08E0-0FB04182A139}"/>
                    </a:ext>
                  </a:extLst>
                </p:cNvPr>
                <p:cNvPicPr/>
                <p:nvPr/>
              </p:nvPicPr>
              <p:blipFill>
                <a:blip r:embed="rId840"/>
                <a:stretch>
                  <a:fillRect/>
                </a:stretch>
              </p:blipFill>
              <p:spPr>
                <a:xfrm>
                  <a:off x="8958553" y="3658474"/>
                  <a:ext cx="13176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1">
              <p14:nvContentPartPr>
                <p14:cNvPr id="608" name="Ink 607">
                  <a:extLst>
                    <a:ext uri="{FF2B5EF4-FFF2-40B4-BE49-F238E27FC236}">
                      <a16:creationId xmlns:a16="http://schemas.microsoft.com/office/drawing/2014/main" id="{59A72498-85D5-863C-DE5A-3E25E06B963A}"/>
                    </a:ext>
                  </a:extLst>
                </p14:cNvPr>
                <p14:cNvContentPartPr/>
                <p14:nvPr/>
              </p14:nvContentPartPr>
              <p14:xfrm>
                <a:off x="7473193" y="3879514"/>
                <a:ext cx="103680" cy="182520"/>
              </p14:xfrm>
            </p:contentPart>
          </mc:Choice>
          <mc:Fallback>
            <p:pic>
              <p:nvPicPr>
                <p:cNvPr id="608" name="Ink 607">
                  <a:extLst>
                    <a:ext uri="{FF2B5EF4-FFF2-40B4-BE49-F238E27FC236}">
                      <a16:creationId xmlns:a16="http://schemas.microsoft.com/office/drawing/2014/main" id="{59A72498-85D5-863C-DE5A-3E25E06B963A}"/>
                    </a:ext>
                  </a:extLst>
                </p:cNvPr>
                <p:cNvPicPr/>
                <p:nvPr/>
              </p:nvPicPr>
              <p:blipFill>
                <a:blip r:embed="rId842"/>
                <a:stretch>
                  <a:fillRect/>
                </a:stretch>
              </p:blipFill>
              <p:spPr>
                <a:xfrm>
                  <a:off x="7464553" y="3870874"/>
                  <a:ext cx="12132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3">
              <p14:nvContentPartPr>
                <p14:cNvPr id="609" name="Ink 608">
                  <a:extLst>
                    <a:ext uri="{FF2B5EF4-FFF2-40B4-BE49-F238E27FC236}">
                      <a16:creationId xmlns:a16="http://schemas.microsoft.com/office/drawing/2014/main" id="{3C4EF6D3-DF3B-409C-56B6-4238FA513135}"/>
                    </a:ext>
                  </a:extLst>
                </p14:cNvPr>
                <p14:cNvContentPartPr/>
                <p14:nvPr/>
              </p14:nvContentPartPr>
              <p14:xfrm>
                <a:off x="7617913" y="3973474"/>
                <a:ext cx="101160" cy="67320"/>
              </p14:xfrm>
            </p:contentPart>
          </mc:Choice>
          <mc:Fallback>
            <p:pic>
              <p:nvPicPr>
                <p:cNvPr id="609" name="Ink 608">
                  <a:extLst>
                    <a:ext uri="{FF2B5EF4-FFF2-40B4-BE49-F238E27FC236}">
                      <a16:creationId xmlns:a16="http://schemas.microsoft.com/office/drawing/2014/main" id="{3C4EF6D3-DF3B-409C-56B6-4238FA513135}"/>
                    </a:ext>
                  </a:extLst>
                </p:cNvPr>
                <p:cNvPicPr/>
                <p:nvPr/>
              </p:nvPicPr>
              <p:blipFill>
                <a:blip r:embed="rId844"/>
                <a:stretch>
                  <a:fillRect/>
                </a:stretch>
              </p:blipFill>
              <p:spPr>
                <a:xfrm>
                  <a:off x="7608913" y="3964474"/>
                  <a:ext cx="11880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5">
              <p14:nvContentPartPr>
                <p14:cNvPr id="610" name="Ink 609">
                  <a:extLst>
                    <a:ext uri="{FF2B5EF4-FFF2-40B4-BE49-F238E27FC236}">
                      <a16:creationId xmlns:a16="http://schemas.microsoft.com/office/drawing/2014/main" id="{CC284973-9D28-1977-FF56-74C7F65C27F0}"/>
                    </a:ext>
                  </a:extLst>
                </p14:cNvPr>
                <p14:cNvContentPartPr/>
                <p14:nvPr/>
              </p14:nvContentPartPr>
              <p14:xfrm>
                <a:off x="7760833" y="3985354"/>
                <a:ext cx="224280" cy="59760"/>
              </p14:xfrm>
            </p:contentPart>
          </mc:Choice>
          <mc:Fallback>
            <p:pic>
              <p:nvPicPr>
                <p:cNvPr id="610" name="Ink 609">
                  <a:extLst>
                    <a:ext uri="{FF2B5EF4-FFF2-40B4-BE49-F238E27FC236}">
                      <a16:creationId xmlns:a16="http://schemas.microsoft.com/office/drawing/2014/main" id="{CC284973-9D28-1977-FF56-74C7F65C27F0}"/>
                    </a:ext>
                  </a:extLst>
                </p:cNvPr>
                <p:cNvPicPr/>
                <p:nvPr/>
              </p:nvPicPr>
              <p:blipFill>
                <a:blip r:embed="rId846"/>
                <a:stretch>
                  <a:fillRect/>
                </a:stretch>
              </p:blipFill>
              <p:spPr>
                <a:xfrm>
                  <a:off x="7752193" y="3976354"/>
                  <a:ext cx="24192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7">
              <p14:nvContentPartPr>
                <p14:cNvPr id="611" name="Ink 610">
                  <a:extLst>
                    <a:ext uri="{FF2B5EF4-FFF2-40B4-BE49-F238E27FC236}">
                      <a16:creationId xmlns:a16="http://schemas.microsoft.com/office/drawing/2014/main" id="{E5C5D330-CAA7-D689-FBBF-A7F56D81A5BA}"/>
                    </a:ext>
                  </a:extLst>
                </p14:cNvPr>
                <p14:cNvContentPartPr/>
                <p14:nvPr/>
              </p14:nvContentPartPr>
              <p14:xfrm>
                <a:off x="8057113" y="3975994"/>
                <a:ext cx="104040" cy="62640"/>
              </p14:xfrm>
            </p:contentPart>
          </mc:Choice>
          <mc:Fallback>
            <p:pic>
              <p:nvPicPr>
                <p:cNvPr id="611" name="Ink 610">
                  <a:extLst>
                    <a:ext uri="{FF2B5EF4-FFF2-40B4-BE49-F238E27FC236}">
                      <a16:creationId xmlns:a16="http://schemas.microsoft.com/office/drawing/2014/main" id="{E5C5D330-CAA7-D689-FBBF-A7F56D81A5BA}"/>
                    </a:ext>
                  </a:extLst>
                </p:cNvPr>
                <p:cNvPicPr/>
                <p:nvPr/>
              </p:nvPicPr>
              <p:blipFill>
                <a:blip r:embed="rId848"/>
                <a:stretch>
                  <a:fillRect/>
                </a:stretch>
              </p:blipFill>
              <p:spPr>
                <a:xfrm>
                  <a:off x="8048473" y="3967354"/>
                  <a:ext cx="12168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9">
              <p14:nvContentPartPr>
                <p14:cNvPr id="612" name="Ink 611">
                  <a:extLst>
                    <a:ext uri="{FF2B5EF4-FFF2-40B4-BE49-F238E27FC236}">
                      <a16:creationId xmlns:a16="http://schemas.microsoft.com/office/drawing/2014/main" id="{386A42D0-D4FA-2392-3961-7E4977CE577E}"/>
                    </a:ext>
                  </a:extLst>
                </p14:cNvPr>
                <p14:cNvContentPartPr/>
                <p14:nvPr/>
              </p14:nvContentPartPr>
              <p14:xfrm>
                <a:off x="8228473" y="4013794"/>
                <a:ext cx="30600" cy="43200"/>
              </p14:xfrm>
            </p:contentPart>
          </mc:Choice>
          <mc:Fallback>
            <p:pic>
              <p:nvPicPr>
                <p:cNvPr id="612" name="Ink 611">
                  <a:extLst>
                    <a:ext uri="{FF2B5EF4-FFF2-40B4-BE49-F238E27FC236}">
                      <a16:creationId xmlns:a16="http://schemas.microsoft.com/office/drawing/2014/main" id="{386A42D0-D4FA-2392-3961-7E4977CE577E}"/>
                    </a:ext>
                  </a:extLst>
                </p:cNvPr>
                <p:cNvPicPr/>
                <p:nvPr/>
              </p:nvPicPr>
              <p:blipFill>
                <a:blip r:embed="rId850"/>
                <a:stretch>
                  <a:fillRect/>
                </a:stretch>
              </p:blipFill>
              <p:spPr>
                <a:xfrm>
                  <a:off x="8219473" y="4004794"/>
                  <a:ext cx="4824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1">
              <p14:nvContentPartPr>
                <p14:cNvPr id="613" name="Ink 612">
                  <a:extLst>
                    <a:ext uri="{FF2B5EF4-FFF2-40B4-BE49-F238E27FC236}">
                      <a16:creationId xmlns:a16="http://schemas.microsoft.com/office/drawing/2014/main" id="{AC0C21F6-7E93-2C3D-4631-733CA5BAF9AA}"/>
                    </a:ext>
                  </a:extLst>
                </p14:cNvPr>
                <p14:cNvContentPartPr/>
                <p14:nvPr/>
              </p14:nvContentPartPr>
              <p14:xfrm>
                <a:off x="8182393" y="3882754"/>
                <a:ext cx="23760" cy="36360"/>
              </p14:xfrm>
            </p:contentPart>
          </mc:Choice>
          <mc:Fallback>
            <p:pic>
              <p:nvPicPr>
                <p:cNvPr id="613" name="Ink 612">
                  <a:extLst>
                    <a:ext uri="{FF2B5EF4-FFF2-40B4-BE49-F238E27FC236}">
                      <a16:creationId xmlns:a16="http://schemas.microsoft.com/office/drawing/2014/main" id="{AC0C21F6-7E93-2C3D-4631-733CA5BAF9AA}"/>
                    </a:ext>
                  </a:extLst>
                </p:cNvPr>
                <p:cNvPicPr/>
                <p:nvPr/>
              </p:nvPicPr>
              <p:blipFill>
                <a:blip r:embed="rId852"/>
                <a:stretch>
                  <a:fillRect/>
                </a:stretch>
              </p:blipFill>
              <p:spPr>
                <a:xfrm>
                  <a:off x="8173753" y="3874114"/>
                  <a:ext cx="414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3">
              <p14:nvContentPartPr>
                <p14:cNvPr id="614" name="Ink 613">
                  <a:extLst>
                    <a:ext uri="{FF2B5EF4-FFF2-40B4-BE49-F238E27FC236}">
                      <a16:creationId xmlns:a16="http://schemas.microsoft.com/office/drawing/2014/main" id="{3C82996E-8CA1-BEDB-1E37-197D35C59F7B}"/>
                    </a:ext>
                  </a:extLst>
                </p14:cNvPr>
                <p14:cNvContentPartPr/>
                <p14:nvPr/>
              </p14:nvContentPartPr>
              <p14:xfrm>
                <a:off x="8291473" y="3973114"/>
                <a:ext cx="196920" cy="86040"/>
              </p14:xfrm>
            </p:contentPart>
          </mc:Choice>
          <mc:Fallback>
            <p:pic>
              <p:nvPicPr>
                <p:cNvPr id="614" name="Ink 613">
                  <a:extLst>
                    <a:ext uri="{FF2B5EF4-FFF2-40B4-BE49-F238E27FC236}">
                      <a16:creationId xmlns:a16="http://schemas.microsoft.com/office/drawing/2014/main" id="{3C82996E-8CA1-BEDB-1E37-197D35C59F7B}"/>
                    </a:ext>
                  </a:extLst>
                </p:cNvPr>
                <p:cNvPicPr/>
                <p:nvPr/>
              </p:nvPicPr>
              <p:blipFill>
                <a:blip r:embed="rId854"/>
                <a:stretch>
                  <a:fillRect/>
                </a:stretch>
              </p:blipFill>
              <p:spPr>
                <a:xfrm>
                  <a:off x="8282473" y="3964474"/>
                  <a:ext cx="21456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5">
              <p14:nvContentPartPr>
                <p14:cNvPr id="707" name="Ink 706">
                  <a:extLst>
                    <a:ext uri="{FF2B5EF4-FFF2-40B4-BE49-F238E27FC236}">
                      <a16:creationId xmlns:a16="http://schemas.microsoft.com/office/drawing/2014/main" id="{83E721C4-104D-C9EF-692A-4EB55C24DE1E}"/>
                    </a:ext>
                  </a:extLst>
                </p14:cNvPr>
                <p14:cNvContentPartPr/>
                <p14:nvPr/>
              </p14:nvContentPartPr>
              <p14:xfrm>
                <a:off x="8688062" y="3963163"/>
                <a:ext cx="162000" cy="95040"/>
              </p14:xfrm>
            </p:contentPart>
          </mc:Choice>
          <mc:Fallback>
            <p:pic>
              <p:nvPicPr>
                <p:cNvPr id="707" name="Ink 706">
                  <a:extLst>
                    <a:ext uri="{FF2B5EF4-FFF2-40B4-BE49-F238E27FC236}">
                      <a16:creationId xmlns:a16="http://schemas.microsoft.com/office/drawing/2014/main" id="{83E721C4-104D-C9EF-692A-4EB55C24DE1E}"/>
                    </a:ext>
                  </a:extLst>
                </p:cNvPr>
                <p:cNvPicPr/>
                <p:nvPr/>
              </p:nvPicPr>
              <p:blipFill>
                <a:blip r:embed="rId856"/>
                <a:stretch>
                  <a:fillRect/>
                </a:stretch>
              </p:blipFill>
              <p:spPr>
                <a:xfrm>
                  <a:off x="8679422" y="3954523"/>
                  <a:ext cx="17964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7">
              <p14:nvContentPartPr>
                <p14:cNvPr id="708" name="Ink 707">
                  <a:extLst>
                    <a:ext uri="{FF2B5EF4-FFF2-40B4-BE49-F238E27FC236}">
                      <a16:creationId xmlns:a16="http://schemas.microsoft.com/office/drawing/2014/main" id="{F5AD2B97-1563-3280-93BD-2B95C16D588A}"/>
                    </a:ext>
                  </a:extLst>
                </p14:cNvPr>
                <p14:cNvContentPartPr/>
                <p14:nvPr/>
              </p14:nvContentPartPr>
              <p14:xfrm>
                <a:off x="8858702" y="3854443"/>
                <a:ext cx="133560" cy="189720"/>
              </p14:xfrm>
            </p:contentPart>
          </mc:Choice>
          <mc:Fallback>
            <p:pic>
              <p:nvPicPr>
                <p:cNvPr id="708" name="Ink 707">
                  <a:extLst>
                    <a:ext uri="{FF2B5EF4-FFF2-40B4-BE49-F238E27FC236}">
                      <a16:creationId xmlns:a16="http://schemas.microsoft.com/office/drawing/2014/main" id="{F5AD2B97-1563-3280-93BD-2B95C16D588A}"/>
                    </a:ext>
                  </a:extLst>
                </p:cNvPr>
                <p:cNvPicPr/>
                <p:nvPr/>
              </p:nvPicPr>
              <p:blipFill>
                <a:blip r:embed="rId858"/>
                <a:stretch>
                  <a:fillRect/>
                </a:stretch>
              </p:blipFill>
              <p:spPr>
                <a:xfrm>
                  <a:off x="8850062" y="3845803"/>
                  <a:ext cx="15120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9">
              <p14:nvContentPartPr>
                <p14:cNvPr id="709" name="Ink 708">
                  <a:extLst>
                    <a:ext uri="{FF2B5EF4-FFF2-40B4-BE49-F238E27FC236}">
                      <a16:creationId xmlns:a16="http://schemas.microsoft.com/office/drawing/2014/main" id="{E8E4744F-5160-3676-F9C1-25FA76CB942C}"/>
                    </a:ext>
                  </a:extLst>
                </p14:cNvPr>
                <p14:cNvContentPartPr/>
                <p14:nvPr/>
              </p14:nvContentPartPr>
              <p14:xfrm>
                <a:off x="8861582" y="3976843"/>
                <a:ext cx="108360" cy="14040"/>
              </p14:xfrm>
            </p:contentPart>
          </mc:Choice>
          <mc:Fallback>
            <p:pic>
              <p:nvPicPr>
                <p:cNvPr id="709" name="Ink 708">
                  <a:extLst>
                    <a:ext uri="{FF2B5EF4-FFF2-40B4-BE49-F238E27FC236}">
                      <a16:creationId xmlns:a16="http://schemas.microsoft.com/office/drawing/2014/main" id="{E8E4744F-5160-3676-F9C1-25FA76CB942C}"/>
                    </a:ext>
                  </a:extLst>
                </p:cNvPr>
                <p:cNvPicPr/>
                <p:nvPr/>
              </p:nvPicPr>
              <p:blipFill>
                <a:blip r:embed="rId860"/>
                <a:stretch>
                  <a:fillRect/>
                </a:stretch>
              </p:blipFill>
              <p:spPr>
                <a:xfrm>
                  <a:off x="8852942" y="3967843"/>
                  <a:ext cx="1260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1">
              <p14:nvContentPartPr>
                <p14:cNvPr id="710" name="Ink 709">
                  <a:extLst>
                    <a:ext uri="{FF2B5EF4-FFF2-40B4-BE49-F238E27FC236}">
                      <a16:creationId xmlns:a16="http://schemas.microsoft.com/office/drawing/2014/main" id="{C060F011-7919-3B50-22B0-44E1D5D4E292}"/>
                    </a:ext>
                  </a:extLst>
                </p14:cNvPr>
                <p14:cNvContentPartPr/>
                <p14:nvPr/>
              </p14:nvContentPartPr>
              <p14:xfrm>
                <a:off x="9216902" y="3891883"/>
                <a:ext cx="160920" cy="180720"/>
              </p14:xfrm>
            </p:contentPart>
          </mc:Choice>
          <mc:Fallback>
            <p:pic>
              <p:nvPicPr>
                <p:cNvPr id="710" name="Ink 709">
                  <a:extLst>
                    <a:ext uri="{FF2B5EF4-FFF2-40B4-BE49-F238E27FC236}">
                      <a16:creationId xmlns:a16="http://schemas.microsoft.com/office/drawing/2014/main" id="{C060F011-7919-3B50-22B0-44E1D5D4E292}"/>
                    </a:ext>
                  </a:extLst>
                </p:cNvPr>
                <p:cNvPicPr/>
                <p:nvPr/>
              </p:nvPicPr>
              <p:blipFill>
                <a:blip r:embed="rId862"/>
                <a:stretch>
                  <a:fillRect/>
                </a:stretch>
              </p:blipFill>
              <p:spPr>
                <a:xfrm>
                  <a:off x="9207902" y="3882883"/>
                  <a:ext cx="178560" cy="198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63">
            <p14:nvContentPartPr>
              <p14:cNvPr id="711" name="Ink 710">
                <a:extLst>
                  <a:ext uri="{FF2B5EF4-FFF2-40B4-BE49-F238E27FC236}">
                    <a16:creationId xmlns:a16="http://schemas.microsoft.com/office/drawing/2014/main" id="{83A95197-CDB2-5A4C-E5C9-72FD17E4CBA8}"/>
                  </a:ext>
                </a:extLst>
              </p14:cNvPr>
              <p14:cNvContentPartPr/>
              <p14:nvPr/>
            </p14:nvContentPartPr>
            <p14:xfrm>
              <a:off x="9547742" y="3988723"/>
              <a:ext cx="108360" cy="172080"/>
            </p14:xfrm>
          </p:contentPart>
        </mc:Choice>
        <mc:Fallback>
          <p:pic>
            <p:nvPicPr>
              <p:cNvPr id="711" name="Ink 710">
                <a:extLst>
                  <a:ext uri="{FF2B5EF4-FFF2-40B4-BE49-F238E27FC236}">
                    <a16:creationId xmlns:a16="http://schemas.microsoft.com/office/drawing/2014/main" id="{83A95197-CDB2-5A4C-E5C9-72FD17E4CBA8}"/>
                  </a:ext>
                </a:extLst>
              </p:cNvPr>
              <p:cNvPicPr/>
              <p:nvPr/>
            </p:nvPicPr>
            <p:blipFill>
              <a:blip r:embed="rId864"/>
              <a:stretch>
                <a:fillRect/>
              </a:stretch>
            </p:blipFill>
            <p:spPr>
              <a:xfrm>
                <a:off x="9539102" y="3979723"/>
                <a:ext cx="126000" cy="18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5">
            <p14:nvContentPartPr>
              <p14:cNvPr id="712" name="Ink 711">
                <a:extLst>
                  <a:ext uri="{FF2B5EF4-FFF2-40B4-BE49-F238E27FC236}">
                    <a16:creationId xmlns:a16="http://schemas.microsoft.com/office/drawing/2014/main" id="{3ED6303D-FF3A-6144-DBBA-756C41136C4D}"/>
                  </a:ext>
                </a:extLst>
              </p14:cNvPr>
              <p14:cNvContentPartPr/>
              <p14:nvPr/>
            </p14:nvContentPartPr>
            <p14:xfrm>
              <a:off x="9709742" y="4002403"/>
              <a:ext cx="89280" cy="70560"/>
            </p14:xfrm>
          </p:contentPart>
        </mc:Choice>
        <mc:Fallback>
          <p:pic>
            <p:nvPicPr>
              <p:cNvPr id="712" name="Ink 711">
                <a:extLst>
                  <a:ext uri="{FF2B5EF4-FFF2-40B4-BE49-F238E27FC236}">
                    <a16:creationId xmlns:a16="http://schemas.microsoft.com/office/drawing/2014/main" id="{3ED6303D-FF3A-6144-DBBA-756C41136C4D}"/>
                  </a:ext>
                </a:extLst>
              </p:cNvPr>
              <p:cNvPicPr/>
              <p:nvPr/>
            </p:nvPicPr>
            <p:blipFill>
              <a:blip r:embed="rId866"/>
              <a:stretch>
                <a:fillRect/>
              </a:stretch>
            </p:blipFill>
            <p:spPr>
              <a:xfrm>
                <a:off x="9701102" y="3993763"/>
                <a:ext cx="106920" cy="8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7">
            <p14:nvContentPartPr>
              <p14:cNvPr id="713" name="Ink 712">
                <a:extLst>
                  <a:ext uri="{FF2B5EF4-FFF2-40B4-BE49-F238E27FC236}">
                    <a16:creationId xmlns:a16="http://schemas.microsoft.com/office/drawing/2014/main" id="{ED544945-6BBE-738A-3CDA-EF90512C45CA}"/>
                  </a:ext>
                </a:extLst>
              </p14:cNvPr>
              <p14:cNvContentPartPr/>
              <p14:nvPr/>
            </p14:nvContentPartPr>
            <p14:xfrm>
              <a:off x="9836462" y="4013203"/>
              <a:ext cx="43920" cy="62640"/>
            </p14:xfrm>
          </p:contentPart>
        </mc:Choice>
        <mc:Fallback>
          <p:pic>
            <p:nvPicPr>
              <p:cNvPr id="713" name="Ink 712">
                <a:extLst>
                  <a:ext uri="{FF2B5EF4-FFF2-40B4-BE49-F238E27FC236}">
                    <a16:creationId xmlns:a16="http://schemas.microsoft.com/office/drawing/2014/main" id="{ED544945-6BBE-738A-3CDA-EF90512C45CA}"/>
                  </a:ext>
                </a:extLst>
              </p:cNvPr>
              <p:cNvPicPr/>
              <p:nvPr/>
            </p:nvPicPr>
            <p:blipFill>
              <a:blip r:embed="rId868"/>
              <a:stretch>
                <a:fillRect/>
              </a:stretch>
            </p:blipFill>
            <p:spPr>
              <a:xfrm>
                <a:off x="9827462" y="4004203"/>
                <a:ext cx="61560" cy="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9">
            <p14:nvContentPartPr>
              <p14:cNvPr id="714" name="Ink 713">
                <a:extLst>
                  <a:ext uri="{FF2B5EF4-FFF2-40B4-BE49-F238E27FC236}">
                    <a16:creationId xmlns:a16="http://schemas.microsoft.com/office/drawing/2014/main" id="{2D30AE44-F844-D209-BBB3-F096B158996F}"/>
                  </a:ext>
                </a:extLst>
              </p14:cNvPr>
              <p14:cNvContentPartPr/>
              <p14:nvPr/>
            </p14:nvContentPartPr>
            <p14:xfrm>
              <a:off x="9815942" y="3900163"/>
              <a:ext cx="9720" cy="15480"/>
            </p14:xfrm>
          </p:contentPart>
        </mc:Choice>
        <mc:Fallback>
          <p:pic>
            <p:nvPicPr>
              <p:cNvPr id="714" name="Ink 713">
                <a:extLst>
                  <a:ext uri="{FF2B5EF4-FFF2-40B4-BE49-F238E27FC236}">
                    <a16:creationId xmlns:a16="http://schemas.microsoft.com/office/drawing/2014/main" id="{2D30AE44-F844-D209-BBB3-F096B158996F}"/>
                  </a:ext>
                </a:extLst>
              </p:cNvPr>
              <p:cNvPicPr/>
              <p:nvPr/>
            </p:nvPicPr>
            <p:blipFill>
              <a:blip r:embed="rId870"/>
              <a:stretch>
                <a:fillRect/>
              </a:stretch>
            </p:blipFill>
            <p:spPr>
              <a:xfrm>
                <a:off x="9806942" y="3891523"/>
                <a:ext cx="2736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1">
            <p14:nvContentPartPr>
              <p14:cNvPr id="715" name="Ink 714">
                <a:extLst>
                  <a:ext uri="{FF2B5EF4-FFF2-40B4-BE49-F238E27FC236}">
                    <a16:creationId xmlns:a16="http://schemas.microsoft.com/office/drawing/2014/main" id="{23276FCF-EB36-F66B-248F-54748C955916}"/>
                  </a:ext>
                </a:extLst>
              </p14:cNvPr>
              <p14:cNvContentPartPr/>
              <p14:nvPr/>
            </p14:nvContentPartPr>
            <p14:xfrm>
              <a:off x="9909182" y="3991963"/>
              <a:ext cx="142560" cy="73080"/>
            </p14:xfrm>
          </p:contentPart>
        </mc:Choice>
        <mc:Fallback>
          <p:pic>
            <p:nvPicPr>
              <p:cNvPr id="715" name="Ink 714">
                <a:extLst>
                  <a:ext uri="{FF2B5EF4-FFF2-40B4-BE49-F238E27FC236}">
                    <a16:creationId xmlns:a16="http://schemas.microsoft.com/office/drawing/2014/main" id="{23276FCF-EB36-F66B-248F-54748C955916}"/>
                  </a:ext>
                </a:extLst>
              </p:cNvPr>
              <p:cNvPicPr/>
              <p:nvPr/>
            </p:nvPicPr>
            <p:blipFill>
              <a:blip r:embed="rId872"/>
              <a:stretch>
                <a:fillRect/>
              </a:stretch>
            </p:blipFill>
            <p:spPr>
              <a:xfrm>
                <a:off x="9900542" y="3983323"/>
                <a:ext cx="160200" cy="9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3">
            <p14:nvContentPartPr>
              <p14:cNvPr id="716" name="Ink 715">
                <a:extLst>
                  <a:ext uri="{FF2B5EF4-FFF2-40B4-BE49-F238E27FC236}">
                    <a16:creationId xmlns:a16="http://schemas.microsoft.com/office/drawing/2014/main" id="{79BA807A-52C0-0AFC-FD37-6C5681C907B3}"/>
                  </a:ext>
                </a:extLst>
              </p14:cNvPr>
              <p14:cNvContentPartPr/>
              <p14:nvPr/>
            </p14:nvContentPartPr>
            <p14:xfrm>
              <a:off x="10054982" y="3838243"/>
              <a:ext cx="66600" cy="209160"/>
            </p14:xfrm>
          </p:contentPart>
        </mc:Choice>
        <mc:Fallback>
          <p:pic>
            <p:nvPicPr>
              <p:cNvPr id="716" name="Ink 715">
                <a:extLst>
                  <a:ext uri="{FF2B5EF4-FFF2-40B4-BE49-F238E27FC236}">
                    <a16:creationId xmlns:a16="http://schemas.microsoft.com/office/drawing/2014/main" id="{79BA807A-52C0-0AFC-FD37-6C5681C907B3}"/>
                  </a:ext>
                </a:extLst>
              </p:cNvPr>
              <p:cNvPicPr/>
              <p:nvPr/>
            </p:nvPicPr>
            <p:blipFill>
              <a:blip r:embed="rId874"/>
              <a:stretch>
                <a:fillRect/>
              </a:stretch>
            </p:blipFill>
            <p:spPr>
              <a:xfrm>
                <a:off x="10045982" y="3829603"/>
                <a:ext cx="84240" cy="22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5">
            <p14:nvContentPartPr>
              <p14:cNvPr id="717" name="Ink 716">
                <a:extLst>
                  <a:ext uri="{FF2B5EF4-FFF2-40B4-BE49-F238E27FC236}">
                    <a16:creationId xmlns:a16="http://schemas.microsoft.com/office/drawing/2014/main" id="{AA4D75EC-8775-473D-66E8-CF3A4F80AE98}"/>
                  </a:ext>
                </a:extLst>
              </p14:cNvPr>
              <p14:cNvContentPartPr/>
              <p14:nvPr/>
            </p14:nvContentPartPr>
            <p14:xfrm>
              <a:off x="10009982" y="3957043"/>
              <a:ext cx="128880" cy="12240"/>
            </p14:xfrm>
          </p:contentPart>
        </mc:Choice>
        <mc:Fallback>
          <p:pic>
            <p:nvPicPr>
              <p:cNvPr id="717" name="Ink 716">
                <a:extLst>
                  <a:ext uri="{FF2B5EF4-FFF2-40B4-BE49-F238E27FC236}">
                    <a16:creationId xmlns:a16="http://schemas.microsoft.com/office/drawing/2014/main" id="{AA4D75EC-8775-473D-66E8-CF3A4F80AE98}"/>
                  </a:ext>
                </a:extLst>
              </p:cNvPr>
              <p:cNvPicPr/>
              <p:nvPr/>
            </p:nvPicPr>
            <p:blipFill>
              <a:blip r:embed="rId876"/>
              <a:stretch>
                <a:fillRect/>
              </a:stretch>
            </p:blipFill>
            <p:spPr>
              <a:xfrm>
                <a:off x="10001342" y="3948403"/>
                <a:ext cx="146520" cy="2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7">
            <p14:nvContentPartPr>
              <p14:cNvPr id="718" name="Ink 717">
                <a:extLst>
                  <a:ext uri="{FF2B5EF4-FFF2-40B4-BE49-F238E27FC236}">
                    <a16:creationId xmlns:a16="http://schemas.microsoft.com/office/drawing/2014/main" id="{155240BD-695E-5251-4A42-E140EF11FE37}"/>
                  </a:ext>
                </a:extLst>
              </p14:cNvPr>
              <p14:cNvContentPartPr/>
              <p14:nvPr/>
            </p14:nvContentPartPr>
            <p14:xfrm>
              <a:off x="10150382" y="3923203"/>
              <a:ext cx="88200" cy="118800"/>
            </p14:xfrm>
          </p:contentPart>
        </mc:Choice>
        <mc:Fallback>
          <p:pic>
            <p:nvPicPr>
              <p:cNvPr id="718" name="Ink 717">
                <a:extLst>
                  <a:ext uri="{FF2B5EF4-FFF2-40B4-BE49-F238E27FC236}">
                    <a16:creationId xmlns:a16="http://schemas.microsoft.com/office/drawing/2014/main" id="{155240BD-695E-5251-4A42-E140EF11FE37}"/>
                  </a:ext>
                </a:extLst>
              </p:cNvPr>
              <p:cNvPicPr/>
              <p:nvPr/>
            </p:nvPicPr>
            <p:blipFill>
              <a:blip r:embed="rId878"/>
              <a:stretch>
                <a:fillRect/>
              </a:stretch>
            </p:blipFill>
            <p:spPr>
              <a:xfrm>
                <a:off x="10141742" y="3914203"/>
                <a:ext cx="105840" cy="136440"/>
              </a:xfrm>
              <a:prstGeom prst="rect">
                <a:avLst/>
              </a:prstGeom>
            </p:spPr>
          </p:pic>
        </mc:Fallback>
      </mc:AlternateContent>
      <p:grpSp>
        <p:nvGrpSpPr>
          <p:cNvPr id="722" name="Group 721">
            <a:extLst>
              <a:ext uri="{FF2B5EF4-FFF2-40B4-BE49-F238E27FC236}">
                <a16:creationId xmlns:a16="http://schemas.microsoft.com/office/drawing/2014/main" id="{EC432428-B36E-7EC4-D0AC-51AEF7B9A23F}"/>
              </a:ext>
            </a:extLst>
          </p:cNvPr>
          <p:cNvGrpSpPr/>
          <p:nvPr/>
        </p:nvGrpSpPr>
        <p:grpSpPr>
          <a:xfrm>
            <a:off x="7446913" y="1515754"/>
            <a:ext cx="740749" cy="286689"/>
            <a:chOff x="7446913" y="1515754"/>
            <a:chExt cx="740749" cy="286689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79">
              <p14:nvContentPartPr>
                <p14:cNvPr id="616" name="Ink 615">
                  <a:extLst>
                    <a:ext uri="{FF2B5EF4-FFF2-40B4-BE49-F238E27FC236}">
                      <a16:creationId xmlns:a16="http://schemas.microsoft.com/office/drawing/2014/main" id="{9773A673-E599-56DE-39AB-6270D94B1851}"/>
                    </a:ext>
                  </a:extLst>
                </p14:cNvPr>
                <p14:cNvContentPartPr/>
                <p14:nvPr/>
              </p14:nvContentPartPr>
              <p14:xfrm>
                <a:off x="7478953" y="1571914"/>
                <a:ext cx="39600" cy="163080"/>
              </p14:xfrm>
            </p:contentPart>
          </mc:Choice>
          <mc:Fallback>
            <p:pic>
              <p:nvPicPr>
                <p:cNvPr id="616" name="Ink 615">
                  <a:extLst>
                    <a:ext uri="{FF2B5EF4-FFF2-40B4-BE49-F238E27FC236}">
                      <a16:creationId xmlns:a16="http://schemas.microsoft.com/office/drawing/2014/main" id="{9773A673-E599-56DE-39AB-6270D94B1851}"/>
                    </a:ext>
                  </a:extLst>
                </p:cNvPr>
                <p:cNvPicPr/>
                <p:nvPr/>
              </p:nvPicPr>
              <p:blipFill>
                <a:blip r:embed="rId880"/>
                <a:stretch>
                  <a:fillRect/>
                </a:stretch>
              </p:blipFill>
              <p:spPr>
                <a:xfrm>
                  <a:off x="7470313" y="1563274"/>
                  <a:ext cx="5724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1">
              <p14:nvContentPartPr>
                <p14:cNvPr id="617" name="Ink 616">
                  <a:extLst>
                    <a:ext uri="{FF2B5EF4-FFF2-40B4-BE49-F238E27FC236}">
                      <a16:creationId xmlns:a16="http://schemas.microsoft.com/office/drawing/2014/main" id="{2ACFEBBB-F6EC-2DF3-3B43-8AC898B7EF30}"/>
                    </a:ext>
                  </a:extLst>
                </p14:cNvPr>
                <p14:cNvContentPartPr/>
                <p14:nvPr/>
              </p14:nvContentPartPr>
              <p14:xfrm>
                <a:off x="7446913" y="1547794"/>
                <a:ext cx="181080" cy="176040"/>
              </p14:xfrm>
            </p:contentPart>
          </mc:Choice>
          <mc:Fallback>
            <p:pic>
              <p:nvPicPr>
                <p:cNvPr id="617" name="Ink 616">
                  <a:extLst>
                    <a:ext uri="{FF2B5EF4-FFF2-40B4-BE49-F238E27FC236}">
                      <a16:creationId xmlns:a16="http://schemas.microsoft.com/office/drawing/2014/main" id="{2ACFEBBB-F6EC-2DF3-3B43-8AC898B7EF30}"/>
                    </a:ext>
                  </a:extLst>
                </p:cNvPr>
                <p:cNvPicPr/>
                <p:nvPr/>
              </p:nvPicPr>
              <p:blipFill>
                <a:blip r:embed="rId882"/>
                <a:stretch>
                  <a:fillRect/>
                </a:stretch>
              </p:blipFill>
              <p:spPr>
                <a:xfrm>
                  <a:off x="7438273" y="1539154"/>
                  <a:ext cx="1987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3">
              <p14:nvContentPartPr>
                <p14:cNvPr id="618" name="Ink 617">
                  <a:extLst>
                    <a:ext uri="{FF2B5EF4-FFF2-40B4-BE49-F238E27FC236}">
                      <a16:creationId xmlns:a16="http://schemas.microsoft.com/office/drawing/2014/main" id="{9EADFDDE-8BC3-1E5A-4FBA-EA561D671D83}"/>
                    </a:ext>
                  </a:extLst>
                </p14:cNvPr>
                <p14:cNvContentPartPr/>
                <p14:nvPr/>
              </p14:nvContentPartPr>
              <p14:xfrm>
                <a:off x="7734913" y="1615114"/>
                <a:ext cx="60840" cy="93960"/>
              </p14:xfrm>
            </p:contentPart>
          </mc:Choice>
          <mc:Fallback>
            <p:pic>
              <p:nvPicPr>
                <p:cNvPr id="618" name="Ink 617">
                  <a:extLst>
                    <a:ext uri="{FF2B5EF4-FFF2-40B4-BE49-F238E27FC236}">
                      <a16:creationId xmlns:a16="http://schemas.microsoft.com/office/drawing/2014/main" id="{9EADFDDE-8BC3-1E5A-4FBA-EA561D671D83}"/>
                    </a:ext>
                  </a:extLst>
                </p:cNvPr>
                <p:cNvPicPr/>
                <p:nvPr/>
              </p:nvPicPr>
              <p:blipFill>
                <a:blip r:embed="rId884"/>
                <a:stretch>
                  <a:fillRect/>
                </a:stretch>
              </p:blipFill>
              <p:spPr>
                <a:xfrm>
                  <a:off x="7726273" y="1606474"/>
                  <a:ext cx="7848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5">
              <p14:nvContentPartPr>
                <p14:cNvPr id="619" name="Ink 618">
                  <a:extLst>
                    <a:ext uri="{FF2B5EF4-FFF2-40B4-BE49-F238E27FC236}">
                      <a16:creationId xmlns:a16="http://schemas.microsoft.com/office/drawing/2014/main" id="{3C90BCED-0943-B0F6-41BB-B571D5E4D789}"/>
                    </a:ext>
                  </a:extLst>
                </p14:cNvPr>
                <p14:cNvContentPartPr/>
                <p14:nvPr/>
              </p14:nvContentPartPr>
              <p14:xfrm>
                <a:off x="7725193" y="1547434"/>
                <a:ext cx="124200" cy="29880"/>
              </p14:xfrm>
            </p:contentPart>
          </mc:Choice>
          <mc:Fallback>
            <p:pic>
              <p:nvPicPr>
                <p:cNvPr id="619" name="Ink 618">
                  <a:extLst>
                    <a:ext uri="{FF2B5EF4-FFF2-40B4-BE49-F238E27FC236}">
                      <a16:creationId xmlns:a16="http://schemas.microsoft.com/office/drawing/2014/main" id="{3C90BCED-0943-B0F6-41BB-B571D5E4D789}"/>
                    </a:ext>
                  </a:extLst>
                </p:cNvPr>
                <p:cNvPicPr/>
                <p:nvPr/>
              </p:nvPicPr>
              <p:blipFill>
                <a:blip r:embed="rId886"/>
                <a:stretch>
                  <a:fillRect/>
                </a:stretch>
              </p:blipFill>
              <p:spPr>
                <a:xfrm>
                  <a:off x="7716193" y="1538434"/>
                  <a:ext cx="14184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7">
              <p14:nvContentPartPr>
                <p14:cNvPr id="620" name="Ink 619">
                  <a:extLst>
                    <a:ext uri="{FF2B5EF4-FFF2-40B4-BE49-F238E27FC236}">
                      <a16:creationId xmlns:a16="http://schemas.microsoft.com/office/drawing/2014/main" id="{F81DB0B8-CD0E-4E48-8A16-DA979D44372E}"/>
                    </a:ext>
                  </a:extLst>
                </p14:cNvPr>
                <p14:cNvContentPartPr/>
                <p14:nvPr/>
              </p14:nvContentPartPr>
              <p14:xfrm>
                <a:off x="7783513" y="1624474"/>
                <a:ext cx="72000" cy="11520"/>
              </p14:xfrm>
            </p:contentPart>
          </mc:Choice>
          <mc:Fallback>
            <p:pic>
              <p:nvPicPr>
                <p:cNvPr id="620" name="Ink 619">
                  <a:extLst>
                    <a:ext uri="{FF2B5EF4-FFF2-40B4-BE49-F238E27FC236}">
                      <a16:creationId xmlns:a16="http://schemas.microsoft.com/office/drawing/2014/main" id="{F81DB0B8-CD0E-4E48-8A16-DA979D44372E}"/>
                    </a:ext>
                  </a:extLst>
                </p:cNvPr>
                <p:cNvPicPr/>
                <p:nvPr/>
              </p:nvPicPr>
              <p:blipFill>
                <a:blip r:embed="rId888"/>
                <a:stretch>
                  <a:fillRect/>
                </a:stretch>
              </p:blipFill>
              <p:spPr>
                <a:xfrm>
                  <a:off x="7774873" y="1615474"/>
                  <a:ext cx="896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9">
              <p14:nvContentPartPr>
                <p14:cNvPr id="621" name="Ink 620">
                  <a:extLst>
                    <a:ext uri="{FF2B5EF4-FFF2-40B4-BE49-F238E27FC236}">
                      <a16:creationId xmlns:a16="http://schemas.microsoft.com/office/drawing/2014/main" id="{347DF660-4CAC-5D91-F8ED-F56DF1C4C589}"/>
                    </a:ext>
                  </a:extLst>
                </p14:cNvPr>
                <p14:cNvContentPartPr/>
                <p14:nvPr/>
              </p14:nvContentPartPr>
              <p14:xfrm>
                <a:off x="8053153" y="1593514"/>
                <a:ext cx="37800" cy="88560"/>
              </p14:xfrm>
            </p:contentPart>
          </mc:Choice>
          <mc:Fallback>
            <p:pic>
              <p:nvPicPr>
                <p:cNvPr id="621" name="Ink 620">
                  <a:extLst>
                    <a:ext uri="{FF2B5EF4-FFF2-40B4-BE49-F238E27FC236}">
                      <a16:creationId xmlns:a16="http://schemas.microsoft.com/office/drawing/2014/main" id="{347DF660-4CAC-5D91-F8ED-F56DF1C4C589}"/>
                    </a:ext>
                  </a:extLst>
                </p:cNvPr>
                <p:cNvPicPr/>
                <p:nvPr/>
              </p:nvPicPr>
              <p:blipFill>
                <a:blip r:embed="rId890"/>
                <a:stretch>
                  <a:fillRect/>
                </a:stretch>
              </p:blipFill>
              <p:spPr>
                <a:xfrm>
                  <a:off x="8044513" y="1584874"/>
                  <a:ext cx="5544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1">
              <p14:nvContentPartPr>
                <p14:cNvPr id="622" name="Ink 621">
                  <a:extLst>
                    <a:ext uri="{FF2B5EF4-FFF2-40B4-BE49-F238E27FC236}">
                      <a16:creationId xmlns:a16="http://schemas.microsoft.com/office/drawing/2014/main" id="{657FBFAB-7784-2EB0-7A25-7A91916A4202}"/>
                    </a:ext>
                  </a:extLst>
                </p14:cNvPr>
                <p14:cNvContentPartPr/>
                <p14:nvPr/>
              </p14:nvContentPartPr>
              <p14:xfrm>
                <a:off x="7936153" y="1515754"/>
                <a:ext cx="221040" cy="21240"/>
              </p14:xfrm>
            </p:contentPart>
          </mc:Choice>
          <mc:Fallback>
            <p:pic>
              <p:nvPicPr>
                <p:cNvPr id="622" name="Ink 621">
                  <a:extLst>
                    <a:ext uri="{FF2B5EF4-FFF2-40B4-BE49-F238E27FC236}">
                      <a16:creationId xmlns:a16="http://schemas.microsoft.com/office/drawing/2014/main" id="{657FBFAB-7784-2EB0-7A25-7A91916A4202}"/>
                    </a:ext>
                  </a:extLst>
                </p:cNvPr>
                <p:cNvPicPr/>
                <p:nvPr/>
              </p:nvPicPr>
              <p:blipFill>
                <a:blip r:embed="rId892"/>
                <a:stretch>
                  <a:fillRect/>
                </a:stretch>
              </p:blipFill>
              <p:spPr>
                <a:xfrm>
                  <a:off x="7927153" y="1507114"/>
                  <a:ext cx="2386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3">
              <p14:nvContentPartPr>
                <p14:cNvPr id="721" name="Ink 720">
                  <a:extLst>
                    <a:ext uri="{FF2B5EF4-FFF2-40B4-BE49-F238E27FC236}">
                      <a16:creationId xmlns:a16="http://schemas.microsoft.com/office/drawing/2014/main" id="{D8650AA7-9B32-9BDB-8F95-6CB7FB3D7BC3}"/>
                    </a:ext>
                  </a:extLst>
                </p14:cNvPr>
                <p14:cNvContentPartPr/>
                <p14:nvPr/>
              </p14:nvContentPartPr>
              <p14:xfrm>
                <a:off x="7531382" y="1776883"/>
                <a:ext cx="656280" cy="25560"/>
              </p14:xfrm>
            </p:contentPart>
          </mc:Choice>
          <mc:Fallback>
            <p:pic>
              <p:nvPicPr>
                <p:cNvPr id="721" name="Ink 720">
                  <a:extLst>
                    <a:ext uri="{FF2B5EF4-FFF2-40B4-BE49-F238E27FC236}">
                      <a16:creationId xmlns:a16="http://schemas.microsoft.com/office/drawing/2014/main" id="{D8650AA7-9B32-9BDB-8F95-6CB7FB3D7BC3}"/>
                    </a:ext>
                  </a:extLst>
                </p:cNvPr>
                <p:cNvPicPr/>
                <p:nvPr/>
              </p:nvPicPr>
              <p:blipFill>
                <a:blip r:embed="rId894"/>
                <a:stretch>
                  <a:fillRect/>
                </a:stretch>
              </p:blipFill>
              <p:spPr>
                <a:xfrm>
                  <a:off x="7522742" y="1768243"/>
                  <a:ext cx="673920" cy="43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95354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63100-96A2-A4B4-4737-E98E2E6A2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D2499-9B18-DE7F-DDEB-5B66326CB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4981"/>
          </a:xfrm>
        </p:spPr>
        <p:txBody>
          <a:bodyPr/>
          <a:lstStyle/>
          <a:p>
            <a:r>
              <a:rPr lang="en-US" dirty="0"/>
              <a:t>Discrete Fourier Transform (DFT)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A81EED5-2753-7CD5-F6C1-2E64D67EA1B7}"/>
              </a:ext>
            </a:extLst>
          </p:cNvPr>
          <p:cNvGrpSpPr/>
          <p:nvPr/>
        </p:nvGrpSpPr>
        <p:grpSpPr>
          <a:xfrm>
            <a:off x="1069742" y="2249563"/>
            <a:ext cx="505080" cy="113040"/>
            <a:chOff x="1069742" y="2249563"/>
            <a:chExt cx="505080" cy="11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4C6AC55-0B38-7598-34C8-C03068EBD899}"/>
                    </a:ext>
                  </a:extLst>
                </p14:cNvPr>
                <p14:cNvContentPartPr/>
                <p14:nvPr/>
              </p14:nvContentPartPr>
              <p14:xfrm>
                <a:off x="1069742" y="2284843"/>
                <a:ext cx="100440" cy="777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4C6AC55-0B38-7598-34C8-C03068EBD89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60742" y="2275843"/>
                  <a:ext cx="11808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8E1A046-C924-A7E2-0141-2F37B6DED015}"/>
                    </a:ext>
                  </a:extLst>
                </p14:cNvPr>
                <p14:cNvContentPartPr/>
                <p14:nvPr/>
              </p14:nvContentPartPr>
              <p14:xfrm>
                <a:off x="1258742" y="2321203"/>
                <a:ext cx="70200" cy="75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8E1A046-C924-A7E2-0141-2F37B6DED01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249742" y="2312203"/>
                  <a:ext cx="8784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95FCD39-3853-6BB6-AA0F-82C5FBC3ABCD}"/>
                    </a:ext>
                  </a:extLst>
                </p14:cNvPr>
                <p14:cNvContentPartPr/>
                <p14:nvPr/>
              </p14:nvContentPartPr>
              <p14:xfrm>
                <a:off x="1248302" y="2257483"/>
                <a:ext cx="75960" cy="262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95FCD39-3853-6BB6-AA0F-82C5FBC3ABC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39302" y="2248843"/>
                  <a:ext cx="9360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45FB5D2-CCB6-515E-C53C-82ED50080667}"/>
                    </a:ext>
                  </a:extLst>
                </p14:cNvPr>
                <p14:cNvContentPartPr/>
                <p14:nvPr/>
              </p14:nvContentPartPr>
              <p14:xfrm>
                <a:off x="1474742" y="2249563"/>
                <a:ext cx="100080" cy="842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45FB5D2-CCB6-515E-C53C-82ED5008066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66102" y="2240923"/>
                  <a:ext cx="117720" cy="10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268FBCB-EF10-5F2B-1D62-BC5BAD2E8F56}"/>
              </a:ext>
            </a:extLst>
          </p:cNvPr>
          <p:cNvGrpSpPr/>
          <p:nvPr/>
        </p:nvGrpSpPr>
        <p:grpSpPr>
          <a:xfrm>
            <a:off x="1079822" y="1545403"/>
            <a:ext cx="528840" cy="552240"/>
            <a:chOff x="1079822" y="1545403"/>
            <a:chExt cx="528840" cy="55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C5C8E27-37B2-5721-3B5B-C1E9C249501C}"/>
                    </a:ext>
                  </a:extLst>
                </p14:cNvPr>
                <p14:cNvContentPartPr/>
                <p14:nvPr/>
              </p14:nvContentPartPr>
              <p14:xfrm>
                <a:off x="1086662" y="1749163"/>
                <a:ext cx="522000" cy="3484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C5C8E27-37B2-5721-3B5B-C1E9C249501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78022" y="1740523"/>
                  <a:ext cx="539640" cy="3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8AD1100-94A8-4910-55C9-051CBEFFBE9B}"/>
                    </a:ext>
                  </a:extLst>
                </p14:cNvPr>
                <p14:cNvContentPartPr/>
                <p14:nvPr/>
              </p14:nvContentPartPr>
              <p14:xfrm>
                <a:off x="1430462" y="2054443"/>
                <a:ext cx="54360" cy="291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8AD1100-94A8-4910-55C9-051CBEFFBE9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421462" y="2045803"/>
                  <a:ext cx="7200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18EDE70-D130-70CD-B480-BBEB0E5F09D4}"/>
                    </a:ext>
                  </a:extLst>
                </p14:cNvPr>
                <p14:cNvContentPartPr/>
                <p14:nvPr/>
              </p14:nvContentPartPr>
              <p14:xfrm>
                <a:off x="1542422" y="1807843"/>
                <a:ext cx="6120" cy="439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18EDE70-D130-70CD-B480-BBEB0E5F09D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533422" y="1799203"/>
                  <a:ext cx="2376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9712C9C-3D7F-02CD-96AA-2DFE9828144C}"/>
                    </a:ext>
                  </a:extLst>
                </p14:cNvPr>
                <p14:cNvContentPartPr/>
                <p14:nvPr/>
              </p14:nvContentPartPr>
              <p14:xfrm>
                <a:off x="1079822" y="1545403"/>
                <a:ext cx="140040" cy="1314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9712C9C-3D7F-02CD-96AA-2DFE9828144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71182" y="1536763"/>
                  <a:ext cx="15768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3F0D206-24B4-18D9-508C-DE8E65D576EE}"/>
                    </a:ext>
                  </a:extLst>
                </p14:cNvPr>
                <p14:cNvContentPartPr/>
                <p14:nvPr/>
              </p14:nvContentPartPr>
              <p14:xfrm>
                <a:off x="1291142" y="1603723"/>
                <a:ext cx="93600" cy="75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3F0D206-24B4-18D9-508C-DE8E65D576E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282142" y="1595083"/>
                  <a:ext cx="11124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23D3B38-6AFB-672F-2029-A0ACED4E309C}"/>
                    </a:ext>
                  </a:extLst>
                </p14:cNvPr>
                <p14:cNvContentPartPr/>
                <p14:nvPr/>
              </p14:nvContentPartPr>
              <p14:xfrm>
                <a:off x="1474382" y="1565563"/>
                <a:ext cx="46800" cy="982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23D3B38-6AFB-672F-2029-A0ACED4E309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465382" y="1556923"/>
                  <a:ext cx="64440" cy="11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EFB224C-54B4-A42F-88B3-52689541AE9B}"/>
              </a:ext>
            </a:extLst>
          </p:cNvPr>
          <p:cNvGrpSpPr/>
          <p:nvPr/>
        </p:nvGrpSpPr>
        <p:grpSpPr>
          <a:xfrm>
            <a:off x="1894142" y="1417963"/>
            <a:ext cx="2205360" cy="579240"/>
            <a:chOff x="1894142" y="1417963"/>
            <a:chExt cx="2205360" cy="57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7BEBECA-8C39-6986-1757-EC03151D8082}"/>
                    </a:ext>
                  </a:extLst>
                </p14:cNvPr>
                <p14:cNvContentPartPr/>
                <p14:nvPr/>
              </p14:nvContentPartPr>
              <p14:xfrm>
                <a:off x="1894142" y="1870843"/>
                <a:ext cx="125280" cy="1108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7BEBECA-8C39-6986-1757-EC03151D808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885142" y="1861843"/>
                  <a:ext cx="14292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60CE113-0CD8-A9E2-650F-1AA5B15CFDBE}"/>
                    </a:ext>
                  </a:extLst>
                </p14:cNvPr>
                <p14:cNvContentPartPr/>
                <p14:nvPr/>
              </p14:nvContentPartPr>
              <p14:xfrm>
                <a:off x="1901702" y="1897483"/>
                <a:ext cx="116640" cy="867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60CE113-0CD8-A9E2-650F-1AA5B15CFDB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892702" y="1888843"/>
                  <a:ext cx="13428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B50D940-CAA1-EDD8-A4DE-2035601CB325}"/>
                    </a:ext>
                  </a:extLst>
                </p14:cNvPr>
                <p14:cNvContentPartPr/>
                <p14:nvPr/>
              </p14:nvContentPartPr>
              <p14:xfrm>
                <a:off x="2076302" y="1754563"/>
                <a:ext cx="123840" cy="2311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B50D940-CAA1-EDD8-A4DE-2035601CB32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067662" y="1745923"/>
                  <a:ext cx="14148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53CE529-CB82-2A9B-2A48-8A152178368D}"/>
                    </a:ext>
                  </a:extLst>
                </p14:cNvPr>
                <p14:cNvContentPartPr/>
                <p14:nvPr/>
              </p14:nvContentPartPr>
              <p14:xfrm>
                <a:off x="2231822" y="1876243"/>
                <a:ext cx="176400" cy="716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53CE529-CB82-2A9B-2A48-8A152178368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223182" y="1867603"/>
                  <a:ext cx="19404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5AE9908-C66E-6D23-1666-F1FAF7FECE0F}"/>
                    </a:ext>
                  </a:extLst>
                </p14:cNvPr>
                <p14:cNvContentPartPr/>
                <p14:nvPr/>
              </p14:nvContentPartPr>
              <p14:xfrm>
                <a:off x="2375822" y="1749163"/>
                <a:ext cx="139680" cy="2480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5AE9908-C66E-6D23-1666-F1FAF7FECE0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367182" y="1740523"/>
                  <a:ext cx="15732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4C19B76-0554-A1C2-0FA5-B48E8B176D5E}"/>
                    </a:ext>
                  </a:extLst>
                </p14:cNvPr>
                <p14:cNvContentPartPr/>
                <p14:nvPr/>
              </p14:nvContentPartPr>
              <p14:xfrm>
                <a:off x="2662742" y="1837003"/>
                <a:ext cx="141120" cy="1040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4C19B76-0554-A1C2-0FA5-B48E8B176D5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654102" y="1828003"/>
                  <a:ext cx="15876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92CA59B-E317-F2B1-009C-9BFF15CD6279}"/>
                    </a:ext>
                  </a:extLst>
                </p14:cNvPr>
                <p14:cNvContentPartPr/>
                <p14:nvPr/>
              </p14:nvContentPartPr>
              <p14:xfrm>
                <a:off x="2786942" y="1685083"/>
                <a:ext cx="131040" cy="183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92CA59B-E317-F2B1-009C-9BFF15CD627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778302" y="1676443"/>
                  <a:ext cx="1486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B038713-DECC-FCE2-33CA-440C7407DA5D}"/>
                    </a:ext>
                  </a:extLst>
                </p14:cNvPr>
                <p14:cNvContentPartPr/>
                <p14:nvPr/>
              </p14:nvContentPartPr>
              <p14:xfrm>
                <a:off x="2941742" y="1641883"/>
                <a:ext cx="117360" cy="1465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B038713-DECC-FCE2-33CA-440C7407DA5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932742" y="1632883"/>
                  <a:ext cx="13500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8673003-4C27-AE78-97ED-569D7C06AE0A}"/>
                    </a:ext>
                  </a:extLst>
                </p14:cNvPr>
                <p14:cNvContentPartPr/>
                <p14:nvPr/>
              </p14:nvContentPartPr>
              <p14:xfrm>
                <a:off x="2957222" y="1506163"/>
                <a:ext cx="7920" cy="133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8673003-4C27-AE78-97ED-569D7C06AE0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948582" y="1497163"/>
                  <a:ext cx="255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0DD672E-4E86-2A99-3990-32507AF76D57}"/>
                    </a:ext>
                  </a:extLst>
                </p14:cNvPr>
                <p14:cNvContentPartPr/>
                <p14:nvPr/>
              </p14:nvContentPartPr>
              <p14:xfrm>
                <a:off x="3076022" y="1560523"/>
                <a:ext cx="107280" cy="972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0DD672E-4E86-2A99-3990-32507AF76D5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067382" y="1551883"/>
                  <a:ext cx="12492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8949424-3839-4DF6-67D2-35DC5A30D5AD}"/>
                    </a:ext>
                  </a:extLst>
                </p14:cNvPr>
                <p14:cNvContentPartPr/>
                <p14:nvPr/>
              </p14:nvContentPartPr>
              <p14:xfrm>
                <a:off x="3253502" y="1610923"/>
                <a:ext cx="45720" cy="615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8949424-3839-4DF6-67D2-35DC5A30D5A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244862" y="1602283"/>
                  <a:ext cx="6336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776A585-B6F3-8512-070E-558EF9F704BE}"/>
                    </a:ext>
                  </a:extLst>
                </p14:cNvPr>
                <p14:cNvContentPartPr/>
                <p14:nvPr/>
              </p14:nvContentPartPr>
              <p14:xfrm>
                <a:off x="3310742" y="1591483"/>
                <a:ext cx="37440" cy="810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776A585-B6F3-8512-070E-558EF9F704B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302102" y="1582483"/>
                  <a:ext cx="5508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CC3159D-3BD7-4618-C24F-0943CAC48DC6}"/>
                    </a:ext>
                  </a:extLst>
                </p14:cNvPr>
                <p14:cNvContentPartPr/>
                <p14:nvPr/>
              </p14:nvContentPartPr>
              <p14:xfrm>
                <a:off x="3178262" y="1541443"/>
                <a:ext cx="147600" cy="208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CC3159D-3BD7-4618-C24F-0943CAC48DC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169262" y="1532803"/>
                  <a:ext cx="16524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FA83F49-E08F-4B42-C79D-1BAE40E1F333}"/>
                    </a:ext>
                  </a:extLst>
                </p14:cNvPr>
                <p14:cNvContentPartPr/>
                <p14:nvPr/>
              </p14:nvContentPartPr>
              <p14:xfrm>
                <a:off x="3374462" y="1490683"/>
                <a:ext cx="86760" cy="1789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FA83F49-E08F-4B42-C79D-1BAE40E1F33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365462" y="1482043"/>
                  <a:ext cx="10440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45776EC-4D5F-E5E8-70AB-FF4502D7617C}"/>
                    </a:ext>
                  </a:extLst>
                </p14:cNvPr>
                <p14:cNvContentPartPr/>
                <p14:nvPr/>
              </p14:nvContentPartPr>
              <p14:xfrm>
                <a:off x="3453662" y="1580323"/>
                <a:ext cx="110880" cy="507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45776EC-4D5F-E5E8-70AB-FF4502D7617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444662" y="1571323"/>
                  <a:ext cx="12852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9550ACC-9C24-A4DE-66AA-2CA3FC976D44}"/>
                    </a:ext>
                  </a:extLst>
                </p14:cNvPr>
                <p14:cNvContentPartPr/>
                <p14:nvPr/>
              </p14:nvContentPartPr>
              <p14:xfrm>
                <a:off x="3591902" y="1584283"/>
                <a:ext cx="133560" cy="626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9550ACC-9C24-A4DE-66AA-2CA3FC976D4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582902" y="1575643"/>
                  <a:ext cx="15120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4ED04D9-6962-464A-7B3B-9E4673E38295}"/>
                    </a:ext>
                  </a:extLst>
                </p14:cNvPr>
                <p14:cNvContentPartPr/>
                <p14:nvPr/>
              </p14:nvContentPartPr>
              <p14:xfrm>
                <a:off x="3779462" y="1417963"/>
                <a:ext cx="113760" cy="2815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4ED04D9-6962-464A-7B3B-9E4673E3829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770822" y="1408963"/>
                  <a:ext cx="13140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528FF64-84AD-7B7D-BB77-347EC32703F0}"/>
                    </a:ext>
                  </a:extLst>
                </p14:cNvPr>
                <p14:cNvContentPartPr/>
                <p14:nvPr/>
              </p14:nvContentPartPr>
              <p14:xfrm>
                <a:off x="3918782" y="1577803"/>
                <a:ext cx="180720" cy="1112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528FF64-84AD-7B7D-BB77-347EC32703F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909782" y="1569163"/>
                  <a:ext cx="198360" cy="12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221596F0-CCEB-C550-EEBE-FF2D2A9EF170}"/>
              </a:ext>
            </a:extLst>
          </p:cNvPr>
          <p:cNvGrpSpPr/>
          <p:nvPr/>
        </p:nvGrpSpPr>
        <p:grpSpPr>
          <a:xfrm>
            <a:off x="4352942" y="1825483"/>
            <a:ext cx="140400" cy="96480"/>
            <a:chOff x="4352942" y="1825483"/>
            <a:chExt cx="140400" cy="9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0C87DB8-D130-23E7-380A-3D532FAC9913}"/>
                    </a:ext>
                  </a:extLst>
                </p14:cNvPr>
                <p14:cNvContentPartPr/>
                <p14:nvPr/>
              </p14:nvContentPartPr>
              <p14:xfrm>
                <a:off x="4352942" y="1904323"/>
                <a:ext cx="140400" cy="176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0C87DB8-D130-23E7-380A-3D532FAC991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343942" y="1895323"/>
                  <a:ext cx="1580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3753437-2915-808C-F2E5-C454F829796F}"/>
                    </a:ext>
                  </a:extLst>
                </p14:cNvPr>
                <p14:cNvContentPartPr/>
                <p14:nvPr/>
              </p14:nvContentPartPr>
              <p14:xfrm>
                <a:off x="4374542" y="1825483"/>
                <a:ext cx="100800" cy="248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3753437-2915-808C-F2E5-C454F829796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365542" y="1816843"/>
                  <a:ext cx="118440" cy="42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D5D31001-6B13-6F3D-627D-D09D5D0DC0C3}"/>
                  </a:ext>
                </a:extLst>
              </p14:cNvPr>
              <p14:cNvContentPartPr/>
              <p14:nvPr/>
            </p14:nvContentPartPr>
            <p14:xfrm>
              <a:off x="4736702" y="1627843"/>
              <a:ext cx="505440" cy="34272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D5D31001-6B13-6F3D-627D-D09D5D0DC0C3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4727702" y="1619203"/>
                <a:ext cx="523080" cy="360360"/>
              </a:xfrm>
              <a:prstGeom prst="rect">
                <a:avLst/>
              </a:prstGeom>
            </p:spPr>
          </p:pic>
        </mc:Fallback>
      </mc:AlternateContent>
      <p:grpSp>
        <p:nvGrpSpPr>
          <p:cNvPr id="52" name="Group 51">
            <a:extLst>
              <a:ext uri="{FF2B5EF4-FFF2-40B4-BE49-F238E27FC236}">
                <a16:creationId xmlns:a16="http://schemas.microsoft.com/office/drawing/2014/main" id="{E3E8D196-B065-05ED-5306-82C8AF1091E2}"/>
              </a:ext>
            </a:extLst>
          </p:cNvPr>
          <p:cNvGrpSpPr/>
          <p:nvPr/>
        </p:nvGrpSpPr>
        <p:grpSpPr>
          <a:xfrm>
            <a:off x="4672982" y="2104123"/>
            <a:ext cx="493200" cy="101160"/>
            <a:chOff x="4672982" y="2104123"/>
            <a:chExt cx="493200" cy="10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61FB1BD-3F8E-FFA8-BF04-E791371E23E6}"/>
                    </a:ext>
                  </a:extLst>
                </p14:cNvPr>
                <p14:cNvContentPartPr/>
                <p14:nvPr/>
              </p14:nvContentPartPr>
              <p14:xfrm>
                <a:off x="4672982" y="2114563"/>
                <a:ext cx="119880" cy="907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61FB1BD-3F8E-FFA8-BF04-E791371E23E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664342" y="2105923"/>
                  <a:ext cx="13752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99CBC9A-0321-32F5-DE5C-501C621F22B7}"/>
                    </a:ext>
                  </a:extLst>
                </p14:cNvPr>
                <p14:cNvContentPartPr/>
                <p14:nvPr/>
              </p14:nvContentPartPr>
              <p14:xfrm>
                <a:off x="4860902" y="2171083"/>
                <a:ext cx="109080" cy="198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99CBC9A-0321-32F5-DE5C-501C621F22B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851902" y="2162443"/>
                  <a:ext cx="1267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3525867-1578-AF37-E392-4542238CC5DB}"/>
                    </a:ext>
                  </a:extLst>
                </p14:cNvPr>
                <p14:cNvContentPartPr/>
                <p14:nvPr/>
              </p14:nvContentPartPr>
              <p14:xfrm>
                <a:off x="4860902" y="2114923"/>
                <a:ext cx="142560" cy="187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3525867-1578-AF37-E392-4542238CC5D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852262" y="2106283"/>
                  <a:ext cx="1602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5B43DDE-08B1-D2F7-83ED-EBE5000E3F97}"/>
                    </a:ext>
                  </a:extLst>
                </p14:cNvPr>
                <p14:cNvContentPartPr/>
                <p14:nvPr/>
              </p14:nvContentPartPr>
              <p14:xfrm>
                <a:off x="5080862" y="2104123"/>
                <a:ext cx="85320" cy="806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5B43DDE-08B1-D2F7-83ED-EBE5000E3F9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071862" y="2095483"/>
                  <a:ext cx="102960" cy="9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D8F104BD-2586-F891-7318-597A9ECEEA4E}"/>
              </a:ext>
            </a:extLst>
          </p:cNvPr>
          <p:cNvGrpSpPr/>
          <p:nvPr/>
        </p:nvGrpSpPr>
        <p:grpSpPr>
          <a:xfrm>
            <a:off x="4841462" y="1373323"/>
            <a:ext cx="370080" cy="140400"/>
            <a:chOff x="4841462" y="1373323"/>
            <a:chExt cx="370080" cy="140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A35DD63-8597-4812-4A46-FC1C810F434A}"/>
                    </a:ext>
                  </a:extLst>
                </p14:cNvPr>
                <p14:cNvContentPartPr/>
                <p14:nvPr/>
              </p14:nvContentPartPr>
              <p14:xfrm>
                <a:off x="4841462" y="1373323"/>
                <a:ext cx="128160" cy="1317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A35DD63-8597-4812-4A46-FC1C810F434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832462" y="1364323"/>
                  <a:ext cx="14580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3812750-AA05-EAE0-A366-6934EE8DC343}"/>
                    </a:ext>
                  </a:extLst>
                </p14:cNvPr>
                <p14:cNvContentPartPr/>
                <p14:nvPr/>
              </p14:nvContentPartPr>
              <p14:xfrm>
                <a:off x="5042342" y="1438123"/>
                <a:ext cx="100800" cy="252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3812750-AA05-EAE0-A366-6934EE8DC34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033702" y="1429483"/>
                  <a:ext cx="1184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9CC1015-60DB-3833-194F-DAEC40E4D197}"/>
                    </a:ext>
                  </a:extLst>
                </p14:cNvPr>
                <p14:cNvContentPartPr/>
                <p14:nvPr/>
              </p14:nvContentPartPr>
              <p14:xfrm>
                <a:off x="5160062" y="1385563"/>
                <a:ext cx="51480" cy="1281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9CC1015-60DB-3833-194F-DAEC40E4D19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151062" y="1376923"/>
                  <a:ext cx="69120" cy="14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5292B7BE-405F-F17E-2608-D43985A66640}"/>
              </a:ext>
            </a:extLst>
          </p:cNvPr>
          <p:cNvGrpSpPr/>
          <p:nvPr/>
        </p:nvGrpSpPr>
        <p:grpSpPr>
          <a:xfrm>
            <a:off x="5664422" y="1457923"/>
            <a:ext cx="946800" cy="595080"/>
            <a:chOff x="5664422" y="1457923"/>
            <a:chExt cx="946800" cy="59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C183D34-9286-9FBE-01F0-C0D28E201AEB}"/>
                    </a:ext>
                  </a:extLst>
                </p14:cNvPr>
                <p14:cNvContentPartPr/>
                <p14:nvPr/>
              </p14:nvContentPartPr>
              <p14:xfrm>
                <a:off x="5773502" y="1457923"/>
                <a:ext cx="31680" cy="1659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C183D34-9286-9FBE-01F0-C0D28E201AE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764502" y="1449283"/>
                  <a:ext cx="4932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89089A1-730C-767C-A265-54624994B4D1}"/>
                    </a:ext>
                  </a:extLst>
                </p14:cNvPr>
                <p14:cNvContentPartPr/>
                <p14:nvPr/>
              </p14:nvContentPartPr>
              <p14:xfrm>
                <a:off x="5664422" y="1751323"/>
                <a:ext cx="292680" cy="136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89089A1-730C-767C-A265-54624994B4D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655782" y="1742323"/>
                  <a:ext cx="31032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343EFC6-D271-E230-5F7B-B6F0032F7E8C}"/>
                    </a:ext>
                  </a:extLst>
                </p14:cNvPr>
                <p14:cNvContentPartPr/>
                <p14:nvPr/>
              </p14:nvContentPartPr>
              <p14:xfrm>
                <a:off x="5725622" y="1891723"/>
                <a:ext cx="212400" cy="1612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343EFC6-D271-E230-5F7B-B6F0032F7E8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716982" y="1883083"/>
                  <a:ext cx="23004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6DCDD7F-67A7-205E-553F-78BD41E16693}"/>
                    </a:ext>
                  </a:extLst>
                </p14:cNvPr>
                <p14:cNvContentPartPr/>
                <p14:nvPr/>
              </p14:nvContentPartPr>
              <p14:xfrm>
                <a:off x="6137822" y="1590763"/>
                <a:ext cx="428400" cy="3157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6DCDD7F-67A7-205E-553F-78BD41E1669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128822" y="1582123"/>
                  <a:ext cx="44604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9D610BC-B0F2-9330-1689-DBD0274CD8C5}"/>
                    </a:ext>
                  </a:extLst>
                </p14:cNvPr>
                <p14:cNvContentPartPr/>
                <p14:nvPr/>
              </p14:nvContentPartPr>
              <p14:xfrm>
                <a:off x="6499982" y="1881643"/>
                <a:ext cx="55800" cy="482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9D610BC-B0F2-9330-1689-DBD0274CD8C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491342" y="1872643"/>
                  <a:ext cx="7344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3012184-2BD9-040F-08DB-45FA6C4C401C}"/>
                    </a:ext>
                  </a:extLst>
                </p14:cNvPr>
                <p14:cNvContentPartPr/>
                <p14:nvPr/>
              </p14:nvContentPartPr>
              <p14:xfrm>
                <a:off x="6579542" y="1613083"/>
                <a:ext cx="31680" cy="637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3012184-2BD9-040F-08DB-45FA6C4C401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570542" y="1604443"/>
                  <a:ext cx="49320" cy="8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6079BF2F-C078-C8E4-E70F-E477FB1EE8EE}"/>
              </a:ext>
            </a:extLst>
          </p:cNvPr>
          <p:cNvGrpSpPr/>
          <p:nvPr/>
        </p:nvGrpSpPr>
        <p:grpSpPr>
          <a:xfrm>
            <a:off x="6191102" y="1363963"/>
            <a:ext cx="452880" cy="154080"/>
            <a:chOff x="6191102" y="1363963"/>
            <a:chExt cx="452880" cy="154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D89D26D-8904-DDCF-A7DB-B35B6BEEF6D7}"/>
                    </a:ext>
                  </a:extLst>
                </p14:cNvPr>
                <p14:cNvContentPartPr/>
                <p14:nvPr/>
              </p14:nvContentPartPr>
              <p14:xfrm>
                <a:off x="6191102" y="1363963"/>
                <a:ext cx="131400" cy="1540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D89D26D-8904-DDCF-A7DB-B35B6BEEF6D7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182462" y="1354963"/>
                  <a:ext cx="14904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DDD8DE8-0DF5-8312-DC8C-950AAE758468}"/>
                    </a:ext>
                  </a:extLst>
                </p14:cNvPr>
                <p14:cNvContentPartPr/>
                <p14:nvPr/>
              </p14:nvContentPartPr>
              <p14:xfrm>
                <a:off x="6425102" y="1434883"/>
                <a:ext cx="87120" cy="97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DDD8DE8-0DF5-8312-DC8C-950AAE758468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416462" y="1426243"/>
                  <a:ext cx="1047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B409852-FFBC-407B-54DA-9D455D5E2D4C}"/>
                    </a:ext>
                  </a:extLst>
                </p14:cNvPr>
                <p14:cNvContentPartPr/>
                <p14:nvPr/>
              </p14:nvContentPartPr>
              <p14:xfrm>
                <a:off x="6588902" y="1367563"/>
                <a:ext cx="55080" cy="1134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B409852-FFBC-407B-54DA-9D455D5E2D4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579902" y="1358563"/>
                  <a:ext cx="72720" cy="13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156EBBAC-A20A-7C5E-C11E-26CF6C7F1205}"/>
              </a:ext>
            </a:extLst>
          </p:cNvPr>
          <p:cNvGrpSpPr/>
          <p:nvPr/>
        </p:nvGrpSpPr>
        <p:grpSpPr>
          <a:xfrm>
            <a:off x="6919742" y="1356043"/>
            <a:ext cx="2152800" cy="680040"/>
            <a:chOff x="6919742" y="1356043"/>
            <a:chExt cx="2152800" cy="68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9044885B-84CE-8A3D-090B-DC310B133D6F}"/>
                    </a:ext>
                  </a:extLst>
                </p14:cNvPr>
                <p14:cNvContentPartPr/>
                <p14:nvPr/>
              </p14:nvContentPartPr>
              <p14:xfrm>
                <a:off x="6919742" y="1635403"/>
                <a:ext cx="230760" cy="2368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044885B-84CE-8A3D-090B-DC310B133D6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910742" y="1626763"/>
                  <a:ext cx="24840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42D4AEF-8449-C451-B6A9-41B03A1BE6E4}"/>
                    </a:ext>
                  </a:extLst>
                </p14:cNvPr>
                <p14:cNvContentPartPr/>
                <p14:nvPr/>
              </p14:nvContentPartPr>
              <p14:xfrm>
                <a:off x="6980942" y="1645483"/>
                <a:ext cx="112320" cy="2876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42D4AEF-8449-C451-B6A9-41B03A1BE6E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971942" y="1636843"/>
                  <a:ext cx="12996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3DABAF6A-2CDE-BF63-A51B-95D4D91A017A}"/>
                    </a:ext>
                  </a:extLst>
                </p14:cNvPr>
                <p14:cNvContentPartPr/>
                <p14:nvPr/>
              </p14:nvContentPartPr>
              <p14:xfrm>
                <a:off x="7254542" y="1844923"/>
                <a:ext cx="97560" cy="1911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3DABAF6A-2CDE-BF63-A51B-95D4D91A017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245542" y="1836283"/>
                  <a:ext cx="11520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3FD67A5-84BD-1D67-A0D2-4534F45207EA}"/>
                    </a:ext>
                  </a:extLst>
                </p14:cNvPr>
                <p14:cNvContentPartPr/>
                <p14:nvPr/>
              </p14:nvContentPartPr>
              <p14:xfrm>
                <a:off x="7465862" y="1752043"/>
                <a:ext cx="168840" cy="1353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3FD67A5-84BD-1D67-A0D2-4534F45207E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457222" y="1743403"/>
                  <a:ext cx="18648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E1F8981C-3F47-4754-BBD9-B9343064AE53}"/>
                    </a:ext>
                  </a:extLst>
                </p14:cNvPr>
                <p14:cNvContentPartPr/>
                <p14:nvPr/>
              </p14:nvContentPartPr>
              <p14:xfrm>
                <a:off x="7676102" y="1617403"/>
                <a:ext cx="94320" cy="1742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E1F8981C-3F47-4754-BBD9-B9343064AE5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667462" y="1608403"/>
                  <a:ext cx="11196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8153543-7F4F-3F32-EC1E-B99A24339748}"/>
                    </a:ext>
                  </a:extLst>
                </p14:cNvPr>
                <p14:cNvContentPartPr/>
                <p14:nvPr/>
              </p14:nvContentPartPr>
              <p14:xfrm>
                <a:off x="7662062" y="1479523"/>
                <a:ext cx="2160" cy="90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8153543-7F4F-3F32-EC1E-B99A2433974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653422" y="1470523"/>
                  <a:ext cx="1980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5BB6209-8364-454E-F1C4-1EEEE195FE69}"/>
                    </a:ext>
                  </a:extLst>
                </p14:cNvPr>
                <p14:cNvContentPartPr/>
                <p14:nvPr/>
              </p14:nvContentPartPr>
              <p14:xfrm>
                <a:off x="7821182" y="1529203"/>
                <a:ext cx="122040" cy="1011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5BB6209-8364-454E-F1C4-1EEEE195FE6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812542" y="1520563"/>
                  <a:ext cx="13968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DD454F61-C621-352B-F76B-CFE5E5B97DA1}"/>
                    </a:ext>
                  </a:extLst>
                </p14:cNvPr>
                <p14:cNvContentPartPr/>
                <p14:nvPr/>
              </p14:nvContentPartPr>
              <p14:xfrm>
                <a:off x="7985702" y="1568083"/>
                <a:ext cx="55440" cy="6444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DD454F61-C621-352B-F76B-CFE5E5B97DA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976702" y="1559443"/>
                  <a:ext cx="7308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2623544-852D-3201-544F-656036B2A2A8}"/>
                    </a:ext>
                  </a:extLst>
                </p14:cNvPr>
                <p14:cNvContentPartPr/>
                <p14:nvPr/>
              </p14:nvContentPartPr>
              <p14:xfrm>
                <a:off x="8032142" y="1557643"/>
                <a:ext cx="82800" cy="1072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2623544-852D-3201-544F-656036B2A2A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023142" y="1548643"/>
                  <a:ext cx="10044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5665C97-2DA7-FCD7-5DA3-53DFD03A61A7}"/>
                    </a:ext>
                  </a:extLst>
                </p14:cNvPr>
                <p14:cNvContentPartPr/>
                <p14:nvPr/>
              </p14:nvContentPartPr>
              <p14:xfrm>
                <a:off x="7887422" y="1499323"/>
                <a:ext cx="188640" cy="118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5665C97-2DA7-FCD7-5DA3-53DFD03A61A7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878422" y="1490683"/>
                  <a:ext cx="20628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4A9A5B91-8E4B-2174-6B4B-FBD4F783E3E2}"/>
                    </a:ext>
                  </a:extLst>
                </p14:cNvPr>
                <p14:cNvContentPartPr/>
                <p14:nvPr/>
              </p14:nvContentPartPr>
              <p14:xfrm>
                <a:off x="8165342" y="1426243"/>
                <a:ext cx="37440" cy="2084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4A9A5B91-8E4B-2174-6B4B-FBD4F783E3E2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156702" y="1417243"/>
                  <a:ext cx="5508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C3776FAA-97D6-1229-B9B8-192AF2F3C736}"/>
                    </a:ext>
                  </a:extLst>
                </p14:cNvPr>
                <p14:cNvContentPartPr/>
                <p14:nvPr/>
              </p14:nvContentPartPr>
              <p14:xfrm>
                <a:off x="8170742" y="1415803"/>
                <a:ext cx="153720" cy="2563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C3776FAA-97D6-1229-B9B8-192AF2F3C73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161742" y="1406803"/>
                  <a:ext cx="17136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8AED459D-FD78-2461-84BF-8F90CC5329BB}"/>
                    </a:ext>
                  </a:extLst>
                </p14:cNvPr>
                <p14:cNvContentPartPr/>
                <p14:nvPr/>
              </p14:nvContentPartPr>
              <p14:xfrm>
                <a:off x="8437142" y="1561603"/>
                <a:ext cx="198720" cy="914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8AED459D-FD78-2461-84BF-8F90CC5329BB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428502" y="1552963"/>
                  <a:ext cx="21636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9EDC2822-2162-F3A0-BDB5-4BC41FDC0971}"/>
                    </a:ext>
                  </a:extLst>
                </p14:cNvPr>
                <p14:cNvContentPartPr/>
                <p14:nvPr/>
              </p14:nvContentPartPr>
              <p14:xfrm>
                <a:off x="8760062" y="1356043"/>
                <a:ext cx="92160" cy="2937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9EDC2822-2162-F3A0-BDB5-4BC41FDC097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751422" y="1347403"/>
                  <a:ext cx="10980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CA0A4280-3E04-D9D4-1DB4-BCE9B1AC04C3}"/>
                    </a:ext>
                  </a:extLst>
                </p14:cNvPr>
                <p14:cNvContentPartPr/>
                <p14:nvPr/>
              </p14:nvContentPartPr>
              <p14:xfrm>
                <a:off x="8881742" y="1487443"/>
                <a:ext cx="190800" cy="1789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CA0A4280-3E04-D9D4-1DB4-BCE9B1AC04C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873102" y="1478803"/>
                  <a:ext cx="208440" cy="19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2C406F4F-89C1-E3F7-49C4-5FFD7B051937}"/>
              </a:ext>
            </a:extLst>
          </p:cNvPr>
          <p:cNvGrpSpPr/>
          <p:nvPr/>
        </p:nvGrpSpPr>
        <p:grpSpPr>
          <a:xfrm>
            <a:off x="5661542" y="2050483"/>
            <a:ext cx="3200400" cy="412200"/>
            <a:chOff x="5661542" y="2050483"/>
            <a:chExt cx="3200400" cy="412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1FD435CB-C060-C95C-4268-50F57682FE4E}"/>
                    </a:ext>
                  </a:extLst>
                </p14:cNvPr>
                <p14:cNvContentPartPr/>
                <p14:nvPr/>
              </p14:nvContentPartPr>
              <p14:xfrm>
                <a:off x="6231422" y="2050483"/>
                <a:ext cx="136800" cy="2358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1FD435CB-C060-C95C-4268-50F57682FE4E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222782" y="2041483"/>
                  <a:ext cx="15444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E77D52C0-BBE3-7E72-0F5A-8F5FC24FCF81}"/>
                    </a:ext>
                  </a:extLst>
                </p14:cNvPr>
                <p14:cNvContentPartPr/>
                <p14:nvPr/>
              </p14:nvContentPartPr>
              <p14:xfrm>
                <a:off x="6424022" y="2194123"/>
                <a:ext cx="47520" cy="3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E77D52C0-BBE3-7E72-0F5A-8F5FC24FCF81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415022" y="2185483"/>
                  <a:ext cx="651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A69301C-EDE2-A22A-93B8-4079AAB4CE47}"/>
                    </a:ext>
                  </a:extLst>
                </p14:cNvPr>
                <p14:cNvContentPartPr/>
                <p14:nvPr/>
              </p14:nvContentPartPr>
              <p14:xfrm>
                <a:off x="6388022" y="2119603"/>
                <a:ext cx="90000" cy="136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A69301C-EDE2-A22A-93B8-4079AAB4CE47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379022" y="2110963"/>
                  <a:ext cx="10764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FF854209-AB98-6AB3-CF0B-39498EEEFE83}"/>
                    </a:ext>
                  </a:extLst>
                </p14:cNvPr>
                <p14:cNvContentPartPr/>
                <p14:nvPr/>
              </p14:nvContentPartPr>
              <p14:xfrm>
                <a:off x="6615902" y="2112403"/>
                <a:ext cx="107280" cy="1292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FF854209-AB98-6AB3-CF0B-39498EEEFE83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606902" y="2103763"/>
                  <a:ext cx="12492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1A8594F2-59E2-CAFA-44D4-C0F8F4DFA7EB}"/>
                    </a:ext>
                  </a:extLst>
                </p14:cNvPr>
                <p14:cNvContentPartPr/>
                <p14:nvPr/>
              </p14:nvContentPartPr>
              <p14:xfrm>
                <a:off x="5661542" y="2270443"/>
                <a:ext cx="3200400" cy="1922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1A8594F2-59E2-CAFA-44D4-C0F8F4DFA7E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652902" y="2261443"/>
                  <a:ext cx="3218040" cy="20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EACD2557-BE87-B6B2-FC90-841B91D84EC0}"/>
              </a:ext>
            </a:extLst>
          </p:cNvPr>
          <p:cNvGrpSpPr/>
          <p:nvPr/>
        </p:nvGrpSpPr>
        <p:grpSpPr>
          <a:xfrm>
            <a:off x="6641822" y="2603083"/>
            <a:ext cx="1032840" cy="238680"/>
            <a:chOff x="6641822" y="2603083"/>
            <a:chExt cx="1032840" cy="23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924C87ED-86C4-190B-0E79-10FE7482313D}"/>
                    </a:ext>
                  </a:extLst>
                </p14:cNvPr>
                <p14:cNvContentPartPr/>
                <p14:nvPr/>
              </p14:nvContentPartPr>
              <p14:xfrm>
                <a:off x="6668822" y="2766883"/>
                <a:ext cx="147600" cy="187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924C87ED-86C4-190B-0E79-10FE7482313D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660182" y="2757883"/>
                  <a:ext cx="16524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51CDC43A-139D-A307-95E1-260CD6D46A7F}"/>
                    </a:ext>
                  </a:extLst>
                </p14:cNvPr>
                <p14:cNvContentPartPr/>
                <p14:nvPr/>
              </p14:nvContentPartPr>
              <p14:xfrm>
                <a:off x="6641822" y="2703523"/>
                <a:ext cx="162720" cy="136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51CDC43A-139D-A307-95E1-260CD6D46A7F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632822" y="2694883"/>
                  <a:ext cx="18036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8A467FF0-28EA-D88A-E5B2-21E6013A24DB}"/>
                    </a:ext>
                  </a:extLst>
                </p14:cNvPr>
                <p14:cNvContentPartPr/>
                <p14:nvPr/>
              </p14:nvContentPartPr>
              <p14:xfrm>
                <a:off x="6970862" y="2693803"/>
                <a:ext cx="157320" cy="11808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8A467FF0-28EA-D88A-E5B2-21E6013A24D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962222" y="2684803"/>
                  <a:ext cx="17496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394757D-14E3-68EB-7BFE-8E9214310631}"/>
                    </a:ext>
                  </a:extLst>
                </p14:cNvPr>
                <p14:cNvContentPartPr/>
                <p14:nvPr/>
              </p14:nvContentPartPr>
              <p14:xfrm>
                <a:off x="7010462" y="2715763"/>
                <a:ext cx="92880" cy="1155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394757D-14E3-68EB-7BFE-8E921431063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001822" y="2707123"/>
                  <a:ext cx="11052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99356D70-8237-21D9-27B9-670D737D8271}"/>
                    </a:ext>
                  </a:extLst>
                </p14:cNvPr>
                <p14:cNvContentPartPr/>
                <p14:nvPr/>
              </p14:nvContentPartPr>
              <p14:xfrm>
                <a:off x="7187582" y="2620003"/>
                <a:ext cx="157320" cy="2185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99356D70-8237-21D9-27B9-670D737D8271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178582" y="2611363"/>
                  <a:ext cx="17496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77850BD-E0E0-3D9A-98C7-998B183D9349}"/>
                    </a:ext>
                  </a:extLst>
                </p14:cNvPr>
                <p14:cNvContentPartPr/>
                <p14:nvPr/>
              </p14:nvContentPartPr>
              <p14:xfrm>
                <a:off x="7380182" y="2726563"/>
                <a:ext cx="156600" cy="644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77850BD-E0E0-3D9A-98C7-998B183D9349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371542" y="2717563"/>
                  <a:ext cx="17424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EDCB7CF1-A254-D19F-5D39-6AD96E248A73}"/>
                    </a:ext>
                  </a:extLst>
                </p14:cNvPr>
                <p14:cNvContentPartPr/>
                <p14:nvPr/>
              </p14:nvContentPartPr>
              <p14:xfrm>
                <a:off x="7555862" y="2603083"/>
                <a:ext cx="118800" cy="23868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EDCB7CF1-A254-D19F-5D39-6AD96E248A73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546862" y="2594443"/>
                  <a:ext cx="136440" cy="25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DC2F524A-0E67-F47B-781E-4C6AB98418CA}"/>
              </a:ext>
            </a:extLst>
          </p:cNvPr>
          <p:cNvGrpSpPr/>
          <p:nvPr/>
        </p:nvGrpSpPr>
        <p:grpSpPr>
          <a:xfrm>
            <a:off x="9374222" y="1516603"/>
            <a:ext cx="1635480" cy="511920"/>
            <a:chOff x="9374222" y="1516603"/>
            <a:chExt cx="1635480" cy="511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64475B6A-6A4F-B2DA-4E43-3BFEB53AA8AF}"/>
                    </a:ext>
                  </a:extLst>
                </p14:cNvPr>
                <p14:cNvContentPartPr/>
                <p14:nvPr/>
              </p14:nvContentPartPr>
              <p14:xfrm>
                <a:off x="9374222" y="1892443"/>
                <a:ext cx="197280" cy="13608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64475B6A-6A4F-B2DA-4E43-3BFEB53AA8AF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365582" y="1883443"/>
                  <a:ext cx="21492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E23FCB31-2240-B850-8DFE-5E97905EF233}"/>
                    </a:ext>
                  </a:extLst>
                </p14:cNvPr>
                <p14:cNvContentPartPr/>
                <p14:nvPr/>
              </p14:nvContentPartPr>
              <p14:xfrm>
                <a:off x="9530462" y="1735483"/>
                <a:ext cx="106200" cy="118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E23FCB31-2240-B850-8DFE-5E97905EF23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521822" y="1726843"/>
                  <a:ext cx="12384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218BD966-6878-21B8-272D-33239E0CF9B7}"/>
                    </a:ext>
                  </a:extLst>
                </p14:cNvPr>
                <p14:cNvContentPartPr/>
                <p14:nvPr/>
              </p14:nvContentPartPr>
              <p14:xfrm>
                <a:off x="9714782" y="1703443"/>
                <a:ext cx="89640" cy="16524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218BD966-6878-21B8-272D-33239E0CF9B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705782" y="1694803"/>
                  <a:ext cx="10728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CF21C708-611B-853D-A335-7A6CA2C5E3BE}"/>
                    </a:ext>
                  </a:extLst>
                </p14:cNvPr>
                <p14:cNvContentPartPr/>
                <p14:nvPr/>
              </p14:nvContentPartPr>
              <p14:xfrm>
                <a:off x="9692462" y="1576723"/>
                <a:ext cx="11160" cy="237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CF21C708-611B-853D-A335-7A6CA2C5E3B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683822" y="1568083"/>
                  <a:ext cx="288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85A80A5B-1FED-0AD5-B94D-7B77375D6DC5}"/>
                    </a:ext>
                  </a:extLst>
                </p14:cNvPr>
                <p14:cNvContentPartPr/>
                <p14:nvPr/>
              </p14:nvContentPartPr>
              <p14:xfrm>
                <a:off x="9849782" y="1608043"/>
                <a:ext cx="101880" cy="982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85A80A5B-1FED-0AD5-B94D-7B77375D6DC5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841142" y="1599043"/>
                  <a:ext cx="11952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353D23B6-7F0F-09B8-F6EA-3BDFC7170AC0}"/>
                    </a:ext>
                  </a:extLst>
                </p14:cNvPr>
                <p14:cNvContentPartPr/>
                <p14:nvPr/>
              </p14:nvContentPartPr>
              <p14:xfrm>
                <a:off x="10073702" y="1629283"/>
                <a:ext cx="29160" cy="698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353D23B6-7F0F-09B8-F6EA-3BDFC7170AC0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065062" y="1620283"/>
                  <a:ext cx="4680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863A9725-FE89-D23D-5D85-CF80FB3CED90}"/>
                    </a:ext>
                  </a:extLst>
                </p14:cNvPr>
                <p14:cNvContentPartPr/>
                <p14:nvPr/>
              </p14:nvContentPartPr>
              <p14:xfrm>
                <a:off x="10103942" y="1630363"/>
                <a:ext cx="59400" cy="932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863A9725-FE89-D23D-5D85-CF80FB3CED9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0095302" y="1621723"/>
                  <a:ext cx="7704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95B2861E-951A-E64A-067E-820B0BBE5B1C}"/>
                    </a:ext>
                  </a:extLst>
                </p14:cNvPr>
                <p14:cNvContentPartPr/>
                <p14:nvPr/>
              </p14:nvContentPartPr>
              <p14:xfrm>
                <a:off x="10024382" y="1590763"/>
                <a:ext cx="130320" cy="151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95B2861E-951A-E64A-067E-820B0BBE5B1C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0015382" y="1582123"/>
                  <a:ext cx="14796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F6A56DC8-22C2-1261-6496-BEA1670E58E6}"/>
                    </a:ext>
                  </a:extLst>
                </p14:cNvPr>
                <p14:cNvContentPartPr/>
                <p14:nvPr/>
              </p14:nvContentPartPr>
              <p14:xfrm>
                <a:off x="10182782" y="1527763"/>
                <a:ext cx="90360" cy="1807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F6A56DC8-22C2-1261-6496-BEA1670E58E6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0173782" y="1519123"/>
                  <a:ext cx="10800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38841D4D-A556-AEB3-A1F8-3E227DEF222C}"/>
                    </a:ext>
                  </a:extLst>
                </p14:cNvPr>
                <p14:cNvContentPartPr/>
                <p14:nvPr/>
              </p14:nvContentPartPr>
              <p14:xfrm>
                <a:off x="10268102" y="1643683"/>
                <a:ext cx="114120" cy="5328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38841D4D-A556-AEB3-A1F8-3E227DEF222C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0259462" y="1635043"/>
                  <a:ext cx="13176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339F364C-C51B-C10E-9BED-276E58FEAE06}"/>
                    </a:ext>
                  </a:extLst>
                </p14:cNvPr>
                <p14:cNvContentPartPr/>
                <p14:nvPr/>
              </p14:nvContentPartPr>
              <p14:xfrm>
                <a:off x="10433702" y="1643323"/>
                <a:ext cx="162720" cy="673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339F364C-C51B-C10E-9BED-276E58FEAE06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0424702" y="1634683"/>
                  <a:ext cx="18036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DE6D343E-8B65-5CA2-2BC3-CD4104137BD5}"/>
                    </a:ext>
                  </a:extLst>
                </p14:cNvPr>
                <p14:cNvContentPartPr/>
                <p14:nvPr/>
              </p14:nvContentPartPr>
              <p14:xfrm>
                <a:off x="10680302" y="1516603"/>
                <a:ext cx="93960" cy="23724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DE6D343E-8B65-5CA2-2BC3-CD4104137BD5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671302" y="1507963"/>
                  <a:ext cx="11160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846FB680-D223-0CE4-C1C2-CA771E858237}"/>
                    </a:ext>
                  </a:extLst>
                </p14:cNvPr>
                <p14:cNvContentPartPr/>
                <p14:nvPr/>
              </p14:nvContentPartPr>
              <p14:xfrm>
                <a:off x="10837622" y="1578163"/>
                <a:ext cx="172080" cy="16308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846FB680-D223-0CE4-C1C2-CA771E858237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828622" y="1569523"/>
                  <a:ext cx="189720" cy="180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05EE391D-109F-7BAD-B32F-D5122264E822}"/>
                  </a:ext>
                </a:extLst>
              </p14:cNvPr>
              <p14:cNvContentPartPr/>
              <p14:nvPr/>
            </p14:nvContentPartPr>
            <p14:xfrm>
              <a:off x="1857422" y="2133283"/>
              <a:ext cx="707040" cy="64080"/>
            </p14:xfrm>
          </p:contentPart>
        </mc:Choice>
        <mc:Fallback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05EE391D-109F-7BAD-B32F-D5122264E822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1848782" y="2124283"/>
                <a:ext cx="72468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CB0ED4B4-4C47-AFE2-9110-7A4136003456}"/>
                  </a:ext>
                </a:extLst>
              </p14:cNvPr>
              <p14:cNvContentPartPr/>
              <p14:nvPr/>
            </p14:nvContentPartPr>
            <p14:xfrm>
              <a:off x="2286182" y="2369803"/>
              <a:ext cx="3189960" cy="403560"/>
            </p14:xfrm>
          </p:contentPart>
        </mc:Choice>
        <mc:Fallback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CB0ED4B4-4C47-AFE2-9110-7A4136003456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2277542" y="2361163"/>
                <a:ext cx="3207600" cy="421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3" name="Group 132">
            <a:extLst>
              <a:ext uri="{FF2B5EF4-FFF2-40B4-BE49-F238E27FC236}">
                <a16:creationId xmlns:a16="http://schemas.microsoft.com/office/drawing/2014/main" id="{98BD82D9-5CD2-8C56-623C-4D062E33DC9E}"/>
              </a:ext>
            </a:extLst>
          </p:cNvPr>
          <p:cNvGrpSpPr/>
          <p:nvPr/>
        </p:nvGrpSpPr>
        <p:grpSpPr>
          <a:xfrm>
            <a:off x="1071902" y="3054523"/>
            <a:ext cx="1403280" cy="677520"/>
            <a:chOff x="1071902" y="3054523"/>
            <a:chExt cx="1403280" cy="67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F61D2613-2251-D518-D90F-3052CC049AB1}"/>
                    </a:ext>
                  </a:extLst>
                </p14:cNvPr>
                <p14:cNvContentPartPr/>
                <p14:nvPr/>
              </p14:nvContentPartPr>
              <p14:xfrm>
                <a:off x="1093142" y="3298603"/>
                <a:ext cx="123120" cy="1872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F61D2613-2251-D518-D90F-3052CC049AB1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84142" y="3289603"/>
                  <a:ext cx="1407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4628C152-81A5-9CDA-1806-362F185739AB}"/>
                    </a:ext>
                  </a:extLst>
                </p14:cNvPr>
                <p14:cNvContentPartPr/>
                <p14:nvPr/>
              </p14:nvContentPartPr>
              <p14:xfrm>
                <a:off x="1071902" y="3232363"/>
                <a:ext cx="138600" cy="1008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4628C152-81A5-9CDA-1806-362F185739AB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63262" y="3223363"/>
                  <a:ext cx="15624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5494B9A4-D7F8-30B8-21CE-ABF780AB1C87}"/>
                    </a:ext>
                  </a:extLst>
                </p14:cNvPr>
                <p14:cNvContentPartPr/>
                <p14:nvPr/>
              </p14:nvContentPartPr>
              <p14:xfrm>
                <a:off x="1491302" y="3054523"/>
                <a:ext cx="38880" cy="15012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5494B9A4-D7F8-30B8-21CE-ABF780AB1C87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482302" y="3045883"/>
                  <a:ext cx="5652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3786BCDC-C612-D6DC-BD0C-6FAE6D62648C}"/>
                    </a:ext>
                  </a:extLst>
                </p14:cNvPr>
                <p14:cNvContentPartPr/>
                <p14:nvPr/>
              </p14:nvContentPartPr>
              <p14:xfrm>
                <a:off x="1458542" y="3285283"/>
                <a:ext cx="186480" cy="792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3786BCDC-C612-D6DC-BD0C-6FAE6D62648C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449902" y="3276283"/>
                  <a:ext cx="20412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B0C89FC1-C7C3-3538-116D-8D8A70F1E0ED}"/>
                    </a:ext>
                  </a:extLst>
                </p14:cNvPr>
                <p14:cNvContentPartPr/>
                <p14:nvPr/>
              </p14:nvContentPartPr>
              <p14:xfrm>
                <a:off x="1484822" y="3444403"/>
                <a:ext cx="186840" cy="1756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B0C89FC1-C7C3-3538-116D-8D8A70F1E0ED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476182" y="3435763"/>
                  <a:ext cx="20448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00B239E2-8313-3FC2-08E6-C579BD0829E9}"/>
                    </a:ext>
                  </a:extLst>
                </p14:cNvPr>
                <p14:cNvContentPartPr/>
                <p14:nvPr/>
              </p14:nvContentPartPr>
              <p14:xfrm>
                <a:off x="1915382" y="3153163"/>
                <a:ext cx="402480" cy="27900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00B239E2-8313-3FC2-08E6-C579BD0829E9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906382" y="3144163"/>
                  <a:ext cx="42012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29236C1B-9735-DB89-A157-55B568A970A8}"/>
                    </a:ext>
                  </a:extLst>
                </p14:cNvPr>
                <p14:cNvContentPartPr/>
                <p14:nvPr/>
              </p14:nvContentPartPr>
              <p14:xfrm>
                <a:off x="2006102" y="3563203"/>
                <a:ext cx="127080" cy="16884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29236C1B-9735-DB89-A157-55B568A970A8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997102" y="3554203"/>
                  <a:ext cx="14472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A6011734-57E7-BF20-CA91-75DF8898D414}"/>
                    </a:ext>
                  </a:extLst>
                </p14:cNvPr>
                <p14:cNvContentPartPr/>
                <p14:nvPr/>
              </p14:nvContentPartPr>
              <p14:xfrm>
                <a:off x="2188262" y="3673003"/>
                <a:ext cx="99000" cy="205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A6011734-57E7-BF20-CA91-75DF8898D414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179262" y="3664003"/>
                  <a:ext cx="1166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06CE5F7F-4677-1123-4EDC-1BF06FF750DD}"/>
                    </a:ext>
                  </a:extLst>
                </p14:cNvPr>
                <p14:cNvContentPartPr/>
                <p14:nvPr/>
              </p14:nvContentPartPr>
              <p14:xfrm>
                <a:off x="2170982" y="3616123"/>
                <a:ext cx="109080" cy="1224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06CE5F7F-4677-1123-4EDC-1BF06FF750DD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161982" y="3607483"/>
                  <a:ext cx="12672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ED19E44B-50EF-4F42-290D-AA8A392FF200}"/>
                    </a:ext>
                  </a:extLst>
                </p14:cNvPr>
                <p14:cNvContentPartPr/>
                <p14:nvPr/>
              </p14:nvContentPartPr>
              <p14:xfrm>
                <a:off x="2369342" y="3610003"/>
                <a:ext cx="105840" cy="10188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ED19E44B-50EF-4F42-290D-AA8A392FF200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360702" y="3601003"/>
                  <a:ext cx="123480" cy="11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DFB42AD3-47D2-1E9B-CCE9-7E4638FF72FA}"/>
              </a:ext>
            </a:extLst>
          </p:cNvPr>
          <p:cNvGrpSpPr/>
          <p:nvPr/>
        </p:nvGrpSpPr>
        <p:grpSpPr>
          <a:xfrm>
            <a:off x="1799102" y="2917723"/>
            <a:ext cx="487080" cy="142560"/>
            <a:chOff x="1799102" y="2917723"/>
            <a:chExt cx="487080" cy="14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E1903201-61C2-F2F3-5EAB-5385578E1749}"/>
                    </a:ext>
                  </a:extLst>
                </p14:cNvPr>
                <p14:cNvContentPartPr/>
                <p14:nvPr/>
              </p14:nvContentPartPr>
              <p14:xfrm>
                <a:off x="1799102" y="2919523"/>
                <a:ext cx="194040" cy="1407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E1903201-61C2-F2F3-5EAB-5385578E1749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790102" y="2910883"/>
                  <a:ext cx="21168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DCFD858A-7ACB-DD90-791F-438FD6750BF6}"/>
                    </a:ext>
                  </a:extLst>
                </p14:cNvPr>
                <p14:cNvContentPartPr/>
                <p14:nvPr/>
              </p14:nvContentPartPr>
              <p14:xfrm>
                <a:off x="2042462" y="2995483"/>
                <a:ext cx="93240" cy="1116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DCFD858A-7ACB-DD90-791F-438FD6750BF6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033822" y="2986843"/>
                  <a:ext cx="1108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AA08B728-115E-9A44-2E37-BCE42E0AC746}"/>
                    </a:ext>
                  </a:extLst>
                </p14:cNvPr>
                <p14:cNvContentPartPr/>
                <p14:nvPr/>
              </p14:nvContentPartPr>
              <p14:xfrm>
                <a:off x="2212382" y="2917723"/>
                <a:ext cx="73800" cy="11484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AA08B728-115E-9A44-2E37-BCE42E0AC746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203382" y="2909083"/>
                  <a:ext cx="91440" cy="13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90362766-A87A-7849-470F-EB016718C75B}"/>
              </a:ext>
            </a:extLst>
          </p:cNvPr>
          <p:cNvGrpSpPr/>
          <p:nvPr/>
        </p:nvGrpSpPr>
        <p:grpSpPr>
          <a:xfrm>
            <a:off x="2620262" y="3214723"/>
            <a:ext cx="426600" cy="409680"/>
            <a:chOff x="2620262" y="3214723"/>
            <a:chExt cx="426600" cy="40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D7A88A7C-5326-4A3D-6F9A-E87088A63D54}"/>
                    </a:ext>
                  </a:extLst>
                </p14:cNvPr>
                <p14:cNvContentPartPr/>
                <p14:nvPr/>
              </p14:nvContentPartPr>
              <p14:xfrm>
                <a:off x="2620262" y="3221563"/>
                <a:ext cx="221760" cy="25236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D7A88A7C-5326-4A3D-6F9A-E87088A63D54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611622" y="3212563"/>
                  <a:ext cx="23940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DC354A0D-E36A-1F49-38A0-4C2131394E15}"/>
                    </a:ext>
                  </a:extLst>
                </p14:cNvPr>
                <p14:cNvContentPartPr/>
                <p14:nvPr/>
              </p14:nvContentPartPr>
              <p14:xfrm>
                <a:off x="2681822" y="3214723"/>
                <a:ext cx="97920" cy="28476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DC354A0D-E36A-1F49-38A0-4C2131394E15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672822" y="3206083"/>
                  <a:ext cx="11556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0269780F-A898-FEFC-0E1F-4DDC8FF0BC32}"/>
                    </a:ext>
                  </a:extLst>
                </p14:cNvPr>
                <p14:cNvContentPartPr/>
                <p14:nvPr/>
              </p14:nvContentPartPr>
              <p14:xfrm>
                <a:off x="2916902" y="3431803"/>
                <a:ext cx="129960" cy="19260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0269780F-A898-FEFC-0E1F-4DDC8FF0BC32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908262" y="3423163"/>
                  <a:ext cx="14760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38C729E8-4E73-DBC8-E3D7-AAAD4D3881B5}"/>
                    </a:ext>
                  </a:extLst>
                </p14:cNvPr>
                <p14:cNvContentPartPr/>
                <p14:nvPr/>
              </p14:nvContentPartPr>
              <p14:xfrm>
                <a:off x="2919422" y="3424963"/>
                <a:ext cx="70920" cy="13248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38C729E8-4E73-DBC8-E3D7-AAAD4D3881B5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910782" y="3415963"/>
                  <a:ext cx="88560" cy="150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4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9538CD4A-DBB2-5312-B18C-F38A47BB9AF6}"/>
                  </a:ext>
                </a:extLst>
              </p14:cNvPr>
              <p14:cNvContentPartPr/>
              <p14:nvPr/>
            </p14:nvContentPartPr>
            <p14:xfrm>
              <a:off x="3300302" y="3145603"/>
              <a:ext cx="389160" cy="317520"/>
            </p14:xfrm>
          </p:contentPart>
        </mc:Choice>
        <mc:Fallback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9538CD4A-DBB2-5312-B18C-F38A47BB9AF6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3291662" y="3136603"/>
                <a:ext cx="406800" cy="335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52" name="Group 151">
            <a:extLst>
              <a:ext uri="{FF2B5EF4-FFF2-40B4-BE49-F238E27FC236}">
                <a16:creationId xmlns:a16="http://schemas.microsoft.com/office/drawing/2014/main" id="{1D1D002B-ACE9-375A-A732-231ADCFE582A}"/>
              </a:ext>
            </a:extLst>
          </p:cNvPr>
          <p:cNvGrpSpPr/>
          <p:nvPr/>
        </p:nvGrpSpPr>
        <p:grpSpPr>
          <a:xfrm>
            <a:off x="3342782" y="3574723"/>
            <a:ext cx="524520" cy="110160"/>
            <a:chOff x="3342782" y="3574723"/>
            <a:chExt cx="524520" cy="110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BD3872F1-D77D-7B03-37E8-586AF21FBDA6}"/>
                    </a:ext>
                  </a:extLst>
                </p14:cNvPr>
                <p14:cNvContentPartPr/>
                <p14:nvPr/>
              </p14:nvContentPartPr>
              <p14:xfrm>
                <a:off x="3342782" y="3608563"/>
                <a:ext cx="138960" cy="7632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BD3872F1-D77D-7B03-37E8-586AF21FBDA6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3333782" y="3599923"/>
                  <a:ext cx="15660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A576B3E8-2C56-B82A-B374-F66704FDA4A0}"/>
                    </a:ext>
                  </a:extLst>
                </p14:cNvPr>
                <p14:cNvContentPartPr/>
                <p14:nvPr/>
              </p14:nvContentPartPr>
              <p14:xfrm>
                <a:off x="3568142" y="3651043"/>
                <a:ext cx="76320" cy="2088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A576B3E8-2C56-B82A-B374-F66704FDA4A0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3559502" y="3642403"/>
                  <a:ext cx="9396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C103A963-AD03-4A07-0B0B-7CAD251F1981}"/>
                    </a:ext>
                  </a:extLst>
                </p14:cNvPr>
                <p14:cNvContentPartPr/>
                <p14:nvPr/>
              </p14:nvContentPartPr>
              <p14:xfrm>
                <a:off x="3549782" y="3594523"/>
                <a:ext cx="104400" cy="1044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C103A963-AD03-4A07-0B0B-7CAD251F1981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3541142" y="3585883"/>
                  <a:ext cx="12204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8D8210F9-06AB-57C1-F2BA-A09F9D15EC93}"/>
                    </a:ext>
                  </a:extLst>
                </p14:cNvPr>
                <p14:cNvContentPartPr/>
                <p14:nvPr/>
              </p14:nvContentPartPr>
              <p14:xfrm>
                <a:off x="3751382" y="3574723"/>
                <a:ext cx="115920" cy="8892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8D8210F9-06AB-57C1-F2BA-A09F9D15EC93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3742742" y="3565723"/>
                  <a:ext cx="133560" cy="10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A1E9A01A-F9D6-C7A1-AE99-89DAA5DBFA13}"/>
              </a:ext>
            </a:extLst>
          </p:cNvPr>
          <p:cNvGrpSpPr/>
          <p:nvPr/>
        </p:nvGrpSpPr>
        <p:grpSpPr>
          <a:xfrm>
            <a:off x="3232982" y="2919163"/>
            <a:ext cx="440280" cy="138600"/>
            <a:chOff x="3232982" y="2919163"/>
            <a:chExt cx="440280" cy="138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24E02D03-B9BD-898D-A24A-D2462BF80DC8}"/>
                    </a:ext>
                  </a:extLst>
                </p14:cNvPr>
                <p14:cNvContentPartPr/>
                <p14:nvPr/>
              </p14:nvContentPartPr>
              <p14:xfrm>
                <a:off x="3232982" y="2937163"/>
                <a:ext cx="128880" cy="12060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24E02D03-B9BD-898D-A24A-D2462BF80DC8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3223982" y="2928523"/>
                  <a:ext cx="14652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05E203E3-D139-7985-D679-5C4898D1D433}"/>
                    </a:ext>
                  </a:extLst>
                </p14:cNvPr>
                <p14:cNvContentPartPr/>
                <p14:nvPr/>
              </p14:nvContentPartPr>
              <p14:xfrm>
                <a:off x="3427022" y="2985763"/>
                <a:ext cx="146520" cy="900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05E203E3-D139-7985-D679-5C4898D1D433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3418382" y="2977123"/>
                  <a:ext cx="16416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B4BA441E-0EBC-5EDC-ABF7-C1D0DDF01BD5}"/>
                    </a:ext>
                  </a:extLst>
                </p14:cNvPr>
                <p14:cNvContentPartPr/>
                <p14:nvPr/>
              </p14:nvContentPartPr>
              <p14:xfrm>
                <a:off x="3616022" y="2919163"/>
                <a:ext cx="57240" cy="11016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B4BA441E-0EBC-5EDC-ABF7-C1D0DDF01BD5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3607022" y="2910163"/>
                  <a:ext cx="74880" cy="12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76340113-EB64-EBCE-987C-C606F0B75192}"/>
              </a:ext>
            </a:extLst>
          </p:cNvPr>
          <p:cNvGrpSpPr/>
          <p:nvPr/>
        </p:nvGrpSpPr>
        <p:grpSpPr>
          <a:xfrm>
            <a:off x="4046942" y="2861923"/>
            <a:ext cx="2206440" cy="534240"/>
            <a:chOff x="4046942" y="2861923"/>
            <a:chExt cx="2206440" cy="53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8EE4C34C-B231-2C82-BA6B-7BA1EDB900F4}"/>
                    </a:ext>
                  </a:extLst>
                </p14:cNvPr>
                <p14:cNvContentPartPr/>
                <p14:nvPr/>
              </p14:nvContentPartPr>
              <p14:xfrm>
                <a:off x="4046942" y="3264403"/>
                <a:ext cx="179640" cy="13176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8EE4C34C-B231-2C82-BA6B-7BA1EDB900F4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4038302" y="3255763"/>
                  <a:ext cx="19728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0A9E061E-AFC7-075C-0C82-09408B94B080}"/>
                    </a:ext>
                  </a:extLst>
                </p14:cNvPr>
                <p14:cNvContentPartPr/>
                <p14:nvPr/>
              </p14:nvContentPartPr>
              <p14:xfrm>
                <a:off x="4266542" y="3098083"/>
                <a:ext cx="115200" cy="21276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0A9E061E-AFC7-075C-0C82-09408B94B080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4257542" y="3089083"/>
                  <a:ext cx="13284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1E581FD7-4AB1-57D9-B1BF-7C0B95841368}"/>
                    </a:ext>
                  </a:extLst>
                </p14:cNvPr>
                <p14:cNvContentPartPr/>
                <p14:nvPr/>
              </p14:nvContentPartPr>
              <p14:xfrm>
                <a:off x="4238102" y="2955883"/>
                <a:ext cx="3960" cy="2124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1E581FD7-4AB1-57D9-B1BF-7C0B95841368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4229102" y="2947243"/>
                  <a:ext cx="216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CCA939FC-3872-F98B-7A4B-F834A24201E2}"/>
                    </a:ext>
                  </a:extLst>
                </p14:cNvPr>
                <p14:cNvContentPartPr/>
                <p14:nvPr/>
              </p14:nvContentPartPr>
              <p14:xfrm>
                <a:off x="4397942" y="3030043"/>
                <a:ext cx="149760" cy="11376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CCA939FC-3872-F98B-7A4B-F834A24201E2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4389302" y="3021403"/>
                  <a:ext cx="16740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9F41DE90-8F69-C656-66F9-164794F6EE63}"/>
                    </a:ext>
                  </a:extLst>
                </p14:cNvPr>
                <p14:cNvContentPartPr/>
                <p14:nvPr/>
              </p14:nvContentPartPr>
              <p14:xfrm>
                <a:off x="4615742" y="3083323"/>
                <a:ext cx="37800" cy="6192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9F41DE90-8F69-C656-66F9-164794F6EE63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4606742" y="3074323"/>
                  <a:ext cx="5544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0DA95257-271D-A291-E8B0-256DBFB36F8C}"/>
                    </a:ext>
                  </a:extLst>
                </p14:cNvPr>
                <p14:cNvContentPartPr/>
                <p14:nvPr/>
              </p14:nvContentPartPr>
              <p14:xfrm>
                <a:off x="4664702" y="3054883"/>
                <a:ext cx="92880" cy="1018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0DA95257-271D-A291-E8B0-256DBFB36F8C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4656062" y="3046243"/>
                  <a:ext cx="11052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D4640DF2-D2B8-9278-0DE3-9D6865173019}"/>
                    </a:ext>
                  </a:extLst>
                </p14:cNvPr>
                <p14:cNvContentPartPr/>
                <p14:nvPr/>
              </p14:nvContentPartPr>
              <p14:xfrm>
                <a:off x="4487582" y="3021763"/>
                <a:ext cx="210960" cy="2088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D4640DF2-D2B8-9278-0DE3-9D6865173019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478582" y="3013123"/>
                  <a:ext cx="2286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C911330B-45FD-C75E-0A29-30E567594D06}"/>
                    </a:ext>
                  </a:extLst>
                </p14:cNvPr>
                <p14:cNvContentPartPr/>
                <p14:nvPr/>
              </p14:nvContentPartPr>
              <p14:xfrm>
                <a:off x="4935782" y="2908363"/>
                <a:ext cx="151560" cy="25200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C911330B-45FD-C75E-0A29-30E567594D06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4926782" y="2899363"/>
                  <a:ext cx="16920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E7B62005-F36B-7785-7CB8-5C279FE53095}"/>
                    </a:ext>
                  </a:extLst>
                </p14:cNvPr>
                <p14:cNvContentPartPr/>
                <p14:nvPr/>
              </p14:nvContentPartPr>
              <p14:xfrm>
                <a:off x="5098502" y="3066403"/>
                <a:ext cx="118800" cy="2016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E7B62005-F36B-7785-7CB8-5C279FE53095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5089502" y="3057763"/>
                  <a:ext cx="1364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A710C6F3-237C-3965-D90D-E0CA44F52A74}"/>
                    </a:ext>
                  </a:extLst>
                </p14:cNvPr>
                <p14:cNvContentPartPr/>
                <p14:nvPr/>
              </p14:nvContentPartPr>
              <p14:xfrm>
                <a:off x="5296502" y="2968123"/>
                <a:ext cx="64440" cy="13608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A710C6F3-237C-3965-D90D-E0CA44F52A74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5287862" y="2959123"/>
                  <a:ext cx="8208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8849493B-A962-1838-B628-3C3A0BE73D22}"/>
                    </a:ext>
                  </a:extLst>
                </p14:cNvPr>
                <p14:cNvContentPartPr/>
                <p14:nvPr/>
              </p14:nvContentPartPr>
              <p14:xfrm>
                <a:off x="5368142" y="3032203"/>
                <a:ext cx="112680" cy="6228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8849493B-A962-1838-B628-3C3A0BE73D22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5359502" y="3023563"/>
                  <a:ext cx="13032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E16CF151-BBF4-C935-85E9-84A7D4E9B484}"/>
                    </a:ext>
                  </a:extLst>
                </p14:cNvPr>
                <p14:cNvContentPartPr/>
                <p14:nvPr/>
              </p14:nvContentPartPr>
              <p14:xfrm>
                <a:off x="5436182" y="2912683"/>
                <a:ext cx="177840" cy="25380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E16CF151-BBF4-C935-85E9-84A7D4E9B484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5427542" y="2904043"/>
                  <a:ext cx="19548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AE7D9CF5-D7C6-A5F4-F4C5-73C41ECE17CA}"/>
                    </a:ext>
                  </a:extLst>
                </p14:cNvPr>
                <p14:cNvContentPartPr/>
                <p14:nvPr/>
              </p14:nvContentPartPr>
              <p14:xfrm>
                <a:off x="4806182" y="2915923"/>
                <a:ext cx="194760" cy="29448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AE7D9CF5-D7C6-A5F4-F4C5-73C41ECE17CA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797542" y="2906923"/>
                  <a:ext cx="21240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A1E0F0E9-91EE-1AA8-5B14-1EDB449696A4}"/>
                    </a:ext>
                  </a:extLst>
                </p14:cNvPr>
                <p14:cNvContentPartPr/>
                <p14:nvPr/>
              </p14:nvContentPartPr>
              <p14:xfrm>
                <a:off x="5701142" y="3054883"/>
                <a:ext cx="135720" cy="9036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A1E0F0E9-91EE-1AA8-5B14-1EDB449696A4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5692142" y="3046243"/>
                  <a:ext cx="15336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7294AEE7-FF01-3549-B65D-F8EDA27C42EF}"/>
                    </a:ext>
                  </a:extLst>
                </p14:cNvPr>
                <p14:cNvContentPartPr/>
                <p14:nvPr/>
              </p14:nvContentPartPr>
              <p14:xfrm>
                <a:off x="5935862" y="2861923"/>
                <a:ext cx="118440" cy="34740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7294AEE7-FF01-3549-B65D-F8EDA27C42EF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5926862" y="2852923"/>
                  <a:ext cx="136080" cy="3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32723679-6FFC-67C3-D6A6-C335A4840815}"/>
                    </a:ext>
                  </a:extLst>
                </p14:cNvPr>
                <p14:cNvContentPartPr/>
                <p14:nvPr/>
              </p14:nvContentPartPr>
              <p14:xfrm>
                <a:off x="6042782" y="3032563"/>
                <a:ext cx="210600" cy="15732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32723679-6FFC-67C3-D6A6-C335A4840815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6033782" y="3023563"/>
                  <a:ext cx="228240" cy="174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2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713470A1-17A4-BEA3-2969-A9B33B4D6EE0}"/>
                  </a:ext>
                </a:extLst>
              </p14:cNvPr>
              <p14:cNvContentPartPr/>
              <p14:nvPr/>
            </p14:nvContentPartPr>
            <p14:xfrm>
              <a:off x="3198062" y="3716203"/>
              <a:ext cx="2955240" cy="186120"/>
            </p14:xfrm>
          </p:contentPart>
        </mc:Choice>
        <mc:Fallback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713470A1-17A4-BEA3-2969-A9B33B4D6EE0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3189062" y="3707203"/>
                <a:ext cx="2972880" cy="203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88" name="Group 187">
            <a:extLst>
              <a:ext uri="{FF2B5EF4-FFF2-40B4-BE49-F238E27FC236}">
                <a16:creationId xmlns:a16="http://schemas.microsoft.com/office/drawing/2014/main" id="{13D39AF9-9164-2737-7045-186A5F356D7B}"/>
              </a:ext>
            </a:extLst>
          </p:cNvPr>
          <p:cNvGrpSpPr/>
          <p:nvPr/>
        </p:nvGrpSpPr>
        <p:grpSpPr>
          <a:xfrm>
            <a:off x="4066022" y="3913843"/>
            <a:ext cx="1605600" cy="293040"/>
            <a:chOff x="4066022" y="3913843"/>
            <a:chExt cx="1605600" cy="29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1BBD0C34-CB09-2497-C941-757815B75AE6}"/>
                    </a:ext>
                  </a:extLst>
                </p14:cNvPr>
                <p14:cNvContentPartPr/>
                <p14:nvPr/>
              </p14:nvContentPartPr>
              <p14:xfrm>
                <a:off x="4066022" y="4040203"/>
                <a:ext cx="89280" cy="15840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1BBD0C34-CB09-2497-C941-757815B75AE6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4057022" y="4031563"/>
                  <a:ext cx="10692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2DDC3EB8-E3FF-F159-C595-E962FDE130BA}"/>
                    </a:ext>
                  </a:extLst>
                </p14:cNvPr>
                <p14:cNvContentPartPr/>
                <p14:nvPr/>
              </p14:nvContentPartPr>
              <p14:xfrm>
                <a:off x="4066742" y="3932563"/>
                <a:ext cx="4680" cy="1872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2DDC3EB8-E3FF-F159-C595-E962FDE130BA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4057742" y="3923923"/>
                  <a:ext cx="2232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2D9D692C-A905-1CEA-5908-492901B5A97F}"/>
                    </a:ext>
                  </a:extLst>
                </p14:cNvPr>
                <p14:cNvContentPartPr/>
                <p14:nvPr/>
              </p14:nvContentPartPr>
              <p14:xfrm>
                <a:off x="4198502" y="3979003"/>
                <a:ext cx="139320" cy="9504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2D9D692C-A905-1CEA-5908-492901B5A97F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4189862" y="3970003"/>
                  <a:ext cx="15696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99389830-1C41-29AC-C78D-4BDE16682D06}"/>
                    </a:ext>
                  </a:extLst>
                </p14:cNvPr>
                <p14:cNvContentPartPr/>
                <p14:nvPr/>
              </p14:nvContentPartPr>
              <p14:xfrm>
                <a:off x="4392182" y="4019323"/>
                <a:ext cx="73440" cy="7308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99389830-1C41-29AC-C78D-4BDE16682D06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4383542" y="4010683"/>
                  <a:ext cx="9108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70023374-F410-C2FC-87D8-744F1FCCD4AA}"/>
                    </a:ext>
                  </a:extLst>
                </p14:cNvPr>
                <p14:cNvContentPartPr/>
                <p14:nvPr/>
              </p14:nvContentPartPr>
              <p14:xfrm>
                <a:off x="4445102" y="4013203"/>
                <a:ext cx="62640" cy="6660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70023374-F410-C2FC-87D8-744F1FCCD4AA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4436462" y="4004203"/>
                  <a:ext cx="8028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663B9E9E-26C2-8D40-AD5A-D068387DC8E9}"/>
                    </a:ext>
                  </a:extLst>
                </p14:cNvPr>
                <p14:cNvContentPartPr/>
                <p14:nvPr/>
              </p14:nvContentPartPr>
              <p14:xfrm>
                <a:off x="4292822" y="3965683"/>
                <a:ext cx="177840" cy="2088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663B9E9E-26C2-8D40-AD5A-D068387DC8E9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4284182" y="3956683"/>
                  <a:ext cx="19548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45B952F0-BA4D-9886-4C8E-B173E5AB8F7B}"/>
                    </a:ext>
                  </a:extLst>
                </p14:cNvPr>
                <p14:cNvContentPartPr/>
                <p14:nvPr/>
              </p14:nvContentPartPr>
              <p14:xfrm>
                <a:off x="4582982" y="3913843"/>
                <a:ext cx="95400" cy="27072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45B952F0-BA4D-9886-4C8E-B173E5AB8F7B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4574342" y="3904843"/>
                  <a:ext cx="11304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79FCA753-73AD-70F7-DE3E-D1938E9B5563}"/>
                    </a:ext>
                  </a:extLst>
                </p14:cNvPr>
                <p14:cNvContentPartPr/>
                <p14:nvPr/>
              </p14:nvContentPartPr>
              <p14:xfrm>
                <a:off x="4757942" y="3951283"/>
                <a:ext cx="132120" cy="21528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79FCA753-73AD-70F7-DE3E-D1938E9B5563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4749302" y="3942283"/>
                  <a:ext cx="14976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E1893DC2-82C4-CC8C-70EA-823C0F203C1B}"/>
                    </a:ext>
                  </a:extLst>
                </p14:cNvPr>
                <p14:cNvContentPartPr/>
                <p14:nvPr/>
              </p14:nvContentPartPr>
              <p14:xfrm>
                <a:off x="4935422" y="4075843"/>
                <a:ext cx="107280" cy="1908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E1893DC2-82C4-CC8C-70EA-823C0F203C1B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4926422" y="4066843"/>
                  <a:ext cx="1249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3C691086-1B0A-53D0-365E-51D1B4B8B231}"/>
                    </a:ext>
                  </a:extLst>
                </p14:cNvPr>
                <p14:cNvContentPartPr/>
                <p14:nvPr/>
              </p14:nvContentPartPr>
              <p14:xfrm>
                <a:off x="5097782" y="3978643"/>
                <a:ext cx="46800" cy="16308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3C691086-1B0A-53D0-365E-51D1B4B8B231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5089142" y="3970003"/>
                  <a:ext cx="6444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335E68D1-39F8-FD64-747F-5AB958F765E6}"/>
                    </a:ext>
                  </a:extLst>
                </p14:cNvPr>
                <p14:cNvContentPartPr/>
                <p14:nvPr/>
              </p14:nvContentPartPr>
              <p14:xfrm>
                <a:off x="5141702" y="4065403"/>
                <a:ext cx="128520" cy="6192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335E68D1-39F8-FD64-747F-5AB958F765E6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5133062" y="4056403"/>
                  <a:ext cx="14616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0D29D418-B86E-326B-FC58-247598C79038}"/>
                    </a:ext>
                  </a:extLst>
                </p14:cNvPr>
                <p14:cNvContentPartPr/>
                <p14:nvPr/>
              </p14:nvContentPartPr>
              <p14:xfrm>
                <a:off x="5250062" y="3934003"/>
                <a:ext cx="159840" cy="27288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0D29D418-B86E-326B-FC58-247598C79038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5241062" y="3925003"/>
                  <a:ext cx="17748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BD782808-6536-A225-65CF-3CB55DAFCA72}"/>
                    </a:ext>
                  </a:extLst>
                </p14:cNvPr>
                <p14:cNvContentPartPr/>
                <p14:nvPr/>
              </p14:nvContentPartPr>
              <p14:xfrm>
                <a:off x="5479022" y="3931123"/>
                <a:ext cx="192600" cy="16524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BD782808-6536-A225-65CF-3CB55DAFCA72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5470022" y="3922483"/>
                  <a:ext cx="210240" cy="182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0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46C6517A-E590-3D82-70BC-11BBF853E9B2}"/>
                  </a:ext>
                </a:extLst>
              </p14:cNvPr>
              <p14:cNvContentPartPr/>
              <p14:nvPr/>
            </p14:nvContentPartPr>
            <p14:xfrm>
              <a:off x="3873782" y="4298323"/>
              <a:ext cx="179640" cy="155160"/>
            </p14:xfrm>
          </p:contentPart>
        </mc:Choice>
        <mc:Fallback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46C6517A-E590-3D82-70BC-11BBF853E9B2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3864782" y="4289323"/>
                <a:ext cx="197280" cy="172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92" name="Group 191">
            <a:extLst>
              <a:ext uri="{FF2B5EF4-FFF2-40B4-BE49-F238E27FC236}">
                <a16:creationId xmlns:a16="http://schemas.microsoft.com/office/drawing/2014/main" id="{E7C1BC69-821F-F326-2AEC-C98AC54F33C4}"/>
              </a:ext>
            </a:extLst>
          </p:cNvPr>
          <p:cNvGrpSpPr/>
          <p:nvPr/>
        </p:nvGrpSpPr>
        <p:grpSpPr>
          <a:xfrm>
            <a:off x="5776022" y="3889363"/>
            <a:ext cx="384120" cy="270000"/>
            <a:chOff x="5776022" y="3889363"/>
            <a:chExt cx="384120" cy="270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612F04E6-1736-7B41-C9CC-529701999DB1}"/>
                    </a:ext>
                  </a:extLst>
                </p14:cNvPr>
                <p14:cNvContentPartPr/>
                <p14:nvPr/>
              </p14:nvContentPartPr>
              <p14:xfrm>
                <a:off x="5776022" y="3889363"/>
                <a:ext cx="121320" cy="27000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612F04E6-1736-7B41-C9CC-529701999DB1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5767022" y="3880723"/>
                  <a:ext cx="13896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8B9A5FEF-97C7-DEE5-6265-89E66DF5FDB3}"/>
                    </a:ext>
                  </a:extLst>
                </p14:cNvPr>
                <p14:cNvContentPartPr/>
                <p14:nvPr/>
              </p14:nvContentPartPr>
              <p14:xfrm>
                <a:off x="5936942" y="3976123"/>
                <a:ext cx="223200" cy="15012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8B9A5FEF-97C7-DEE5-6265-89E66DF5FDB3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5927942" y="3967483"/>
                  <a:ext cx="240840" cy="167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49E92C43-38CE-34F3-3B88-8F0087F4336A}"/>
              </a:ext>
            </a:extLst>
          </p:cNvPr>
          <p:cNvGrpSpPr/>
          <p:nvPr/>
        </p:nvGrpSpPr>
        <p:grpSpPr>
          <a:xfrm>
            <a:off x="3719702" y="4465003"/>
            <a:ext cx="2327760" cy="464400"/>
            <a:chOff x="3719702" y="4465003"/>
            <a:chExt cx="2327760" cy="464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8E9021EC-BD41-3AD5-DAA6-7E28AF66BD43}"/>
                    </a:ext>
                  </a:extLst>
                </p14:cNvPr>
                <p14:cNvContentPartPr/>
                <p14:nvPr/>
              </p14:nvContentPartPr>
              <p14:xfrm>
                <a:off x="3719702" y="4465003"/>
                <a:ext cx="2326680" cy="6624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8E9021EC-BD41-3AD5-DAA6-7E28AF66BD43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3710702" y="4456003"/>
                  <a:ext cx="234432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767C2577-768A-2DBE-CA07-4CB40B842E3C}"/>
                    </a:ext>
                  </a:extLst>
                </p14:cNvPr>
                <p14:cNvContentPartPr/>
                <p14:nvPr/>
              </p14:nvContentPartPr>
              <p14:xfrm>
                <a:off x="4325222" y="4804843"/>
                <a:ext cx="181800" cy="12456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767C2577-768A-2DBE-CA07-4CB40B842E3C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4316582" y="4796203"/>
                  <a:ext cx="19944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9E0C5603-5219-6DA5-AFFF-B0B74BEC9E67}"/>
                    </a:ext>
                  </a:extLst>
                </p14:cNvPr>
                <p14:cNvContentPartPr/>
                <p14:nvPr/>
              </p14:nvContentPartPr>
              <p14:xfrm>
                <a:off x="4443302" y="4704763"/>
                <a:ext cx="117000" cy="15048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9E0C5603-5219-6DA5-AFFF-B0B74BEC9E67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4434662" y="4695763"/>
                  <a:ext cx="13464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BBE36D0C-62E7-BB59-E447-ECC5F11A9E62}"/>
                    </a:ext>
                  </a:extLst>
                </p14:cNvPr>
                <p14:cNvContentPartPr/>
                <p14:nvPr/>
              </p14:nvContentPartPr>
              <p14:xfrm>
                <a:off x="4428902" y="4617283"/>
                <a:ext cx="14040" cy="1224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BBE36D0C-62E7-BB59-E447-ECC5F11A9E62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4419902" y="4608283"/>
                  <a:ext cx="3168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64854918-1CE6-B756-B525-D823FE3F6BB9}"/>
                    </a:ext>
                  </a:extLst>
                </p14:cNvPr>
                <p14:cNvContentPartPr/>
                <p14:nvPr/>
              </p14:nvContentPartPr>
              <p14:xfrm>
                <a:off x="4545182" y="4623763"/>
                <a:ext cx="115560" cy="12168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64854918-1CE6-B756-B525-D823FE3F6BB9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4536542" y="4615123"/>
                  <a:ext cx="13320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418EFB13-667C-7DCB-94E2-3389B8864B33}"/>
                    </a:ext>
                  </a:extLst>
                </p14:cNvPr>
                <p14:cNvContentPartPr/>
                <p14:nvPr/>
              </p14:nvContentPartPr>
              <p14:xfrm>
                <a:off x="4711862" y="4676323"/>
                <a:ext cx="50760" cy="6912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418EFB13-667C-7DCB-94E2-3389B8864B33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4703222" y="4667323"/>
                  <a:ext cx="6840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FC839CA6-F611-395E-A2F2-3A944D567C12}"/>
                    </a:ext>
                  </a:extLst>
                </p14:cNvPr>
                <p14:cNvContentPartPr/>
                <p14:nvPr/>
              </p14:nvContentPartPr>
              <p14:xfrm>
                <a:off x="4757222" y="4666963"/>
                <a:ext cx="63000" cy="7668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FC839CA6-F611-395E-A2F2-3A944D567C12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4748582" y="4657963"/>
                  <a:ext cx="8064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CCDDC3EC-7B62-7A96-ED9C-6BA2A543892B}"/>
                    </a:ext>
                  </a:extLst>
                </p14:cNvPr>
                <p14:cNvContentPartPr/>
                <p14:nvPr/>
              </p14:nvContentPartPr>
              <p14:xfrm>
                <a:off x="4624742" y="4598563"/>
                <a:ext cx="172080" cy="2268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CCDDC3EC-7B62-7A96-ED9C-6BA2A543892B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4615742" y="4589923"/>
                  <a:ext cx="1897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61949EBA-D560-D6C7-7196-092CEFD668B8}"/>
                    </a:ext>
                  </a:extLst>
                </p14:cNvPr>
                <p14:cNvContentPartPr/>
                <p14:nvPr/>
              </p14:nvContentPartPr>
              <p14:xfrm>
                <a:off x="4911302" y="4537363"/>
                <a:ext cx="75600" cy="26172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61949EBA-D560-D6C7-7196-092CEFD668B8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4902662" y="4528363"/>
                  <a:ext cx="9324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0220A76C-6637-94C8-8369-6142F99160DB}"/>
                    </a:ext>
                  </a:extLst>
                </p14:cNvPr>
                <p14:cNvContentPartPr/>
                <p14:nvPr/>
              </p14:nvContentPartPr>
              <p14:xfrm>
                <a:off x="5034062" y="4589923"/>
                <a:ext cx="107640" cy="17280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0220A76C-6637-94C8-8369-6142F99160DB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5025422" y="4580923"/>
                  <a:ext cx="12528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39D825DC-57F0-59DE-D81E-39BC2CC140EE}"/>
                    </a:ext>
                  </a:extLst>
                </p14:cNvPr>
                <p14:cNvContentPartPr/>
                <p14:nvPr/>
              </p14:nvContentPartPr>
              <p14:xfrm>
                <a:off x="5212262" y="4687123"/>
                <a:ext cx="92160" cy="1836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39D825DC-57F0-59DE-D81E-39BC2CC140EE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5203622" y="4678483"/>
                  <a:ext cx="1098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34CFC67F-FE4B-1A5F-B5C0-0B257EA419C5}"/>
                    </a:ext>
                  </a:extLst>
                </p14:cNvPr>
                <p14:cNvContentPartPr/>
                <p14:nvPr/>
              </p14:nvContentPartPr>
              <p14:xfrm>
                <a:off x="5358422" y="4599643"/>
                <a:ext cx="57600" cy="12564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34CFC67F-FE4B-1A5F-B5C0-0B257EA419C5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5349422" y="4590643"/>
                  <a:ext cx="7524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CE1BBEA1-72FA-1DAC-0924-047866C62751}"/>
                    </a:ext>
                  </a:extLst>
                </p14:cNvPr>
                <p14:cNvContentPartPr/>
                <p14:nvPr/>
              </p14:nvContentPartPr>
              <p14:xfrm>
                <a:off x="5444462" y="4669483"/>
                <a:ext cx="124560" cy="4392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CE1BBEA1-72FA-1DAC-0924-047866C62751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5435462" y="4660483"/>
                  <a:ext cx="14220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3D28F6C6-1EF8-D079-8934-1BB9E84093C8}"/>
                    </a:ext>
                  </a:extLst>
                </p14:cNvPr>
                <p14:cNvContentPartPr/>
                <p14:nvPr/>
              </p14:nvContentPartPr>
              <p14:xfrm>
                <a:off x="5507462" y="4565443"/>
                <a:ext cx="111600" cy="18000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3D28F6C6-1EF8-D079-8934-1BB9E84093C8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5498462" y="4556803"/>
                  <a:ext cx="12924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1454BAAD-FC3A-D388-992C-5CB848D12E04}"/>
                    </a:ext>
                  </a:extLst>
                </p14:cNvPr>
                <p14:cNvContentPartPr/>
                <p14:nvPr/>
              </p14:nvContentPartPr>
              <p14:xfrm>
                <a:off x="5706902" y="4551043"/>
                <a:ext cx="126720" cy="21348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1454BAAD-FC3A-D388-992C-5CB848D12E04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5697902" y="4542403"/>
                  <a:ext cx="14436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7CC8D19C-0415-47B2-E264-17CB46C47334}"/>
                    </a:ext>
                  </a:extLst>
                </p14:cNvPr>
                <p14:cNvContentPartPr/>
                <p14:nvPr/>
              </p14:nvContentPartPr>
              <p14:xfrm>
                <a:off x="5841902" y="4603603"/>
                <a:ext cx="205560" cy="15444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7CC8D19C-0415-47B2-E264-17CB46C47334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5833262" y="4594603"/>
                  <a:ext cx="223200" cy="172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8">
            <p14:nvContentPartPr>
              <p14:cNvPr id="211" name="Ink 210">
                <a:extLst>
                  <a:ext uri="{FF2B5EF4-FFF2-40B4-BE49-F238E27FC236}">
                    <a16:creationId xmlns:a16="http://schemas.microsoft.com/office/drawing/2014/main" id="{B2628FEB-C780-4BBB-C4C9-B6494A80B20B}"/>
                  </a:ext>
                </a:extLst>
              </p14:cNvPr>
              <p14:cNvContentPartPr/>
              <p14:nvPr/>
            </p14:nvContentPartPr>
            <p14:xfrm>
              <a:off x="5967902" y="4481203"/>
              <a:ext cx="277920" cy="9720"/>
            </p14:xfrm>
          </p:contentPart>
        </mc:Choice>
        <mc:Fallback>
          <p:pic>
            <p:nvPicPr>
              <p:cNvPr id="211" name="Ink 210">
                <a:extLst>
                  <a:ext uri="{FF2B5EF4-FFF2-40B4-BE49-F238E27FC236}">
                    <a16:creationId xmlns:a16="http://schemas.microsoft.com/office/drawing/2014/main" id="{B2628FEB-C780-4BBB-C4C9-B6494A80B20B}"/>
                  </a:ext>
                </a:extLst>
              </p:cNvPr>
              <p:cNvPicPr/>
              <p:nvPr/>
            </p:nvPicPr>
            <p:blipFill>
              <a:blip r:embed="rId329"/>
              <a:stretch>
                <a:fillRect/>
              </a:stretch>
            </p:blipFill>
            <p:spPr>
              <a:xfrm>
                <a:off x="5958902" y="4472563"/>
                <a:ext cx="295560" cy="27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14" name="Group 213">
            <a:extLst>
              <a:ext uri="{FF2B5EF4-FFF2-40B4-BE49-F238E27FC236}">
                <a16:creationId xmlns:a16="http://schemas.microsoft.com/office/drawing/2014/main" id="{6D2402D6-CCCF-0922-7237-AF158035BECD}"/>
              </a:ext>
            </a:extLst>
          </p:cNvPr>
          <p:cNvGrpSpPr/>
          <p:nvPr/>
        </p:nvGrpSpPr>
        <p:grpSpPr>
          <a:xfrm>
            <a:off x="6496382" y="4412443"/>
            <a:ext cx="181440" cy="95040"/>
            <a:chOff x="6496382" y="4412443"/>
            <a:chExt cx="181440" cy="9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9BDDBAA1-1BA3-FE5B-881E-15D5CB66B01B}"/>
                    </a:ext>
                  </a:extLst>
                </p14:cNvPr>
                <p14:cNvContentPartPr/>
                <p14:nvPr/>
              </p14:nvContentPartPr>
              <p14:xfrm>
                <a:off x="6542822" y="4485163"/>
                <a:ext cx="135000" cy="2232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9BDDBAA1-1BA3-FE5B-881E-15D5CB66B01B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6534182" y="4476163"/>
                  <a:ext cx="1526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066A20CB-6DC2-E738-E34A-50DCBDD65F04}"/>
                    </a:ext>
                  </a:extLst>
                </p14:cNvPr>
                <p14:cNvContentPartPr/>
                <p14:nvPr/>
              </p14:nvContentPartPr>
              <p14:xfrm>
                <a:off x="6496382" y="4412443"/>
                <a:ext cx="141840" cy="1044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066A20CB-6DC2-E738-E34A-50DCBDD65F04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6487382" y="4403803"/>
                  <a:ext cx="159480" cy="2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2" name="Group 221">
            <a:extLst>
              <a:ext uri="{FF2B5EF4-FFF2-40B4-BE49-F238E27FC236}">
                <a16:creationId xmlns:a16="http://schemas.microsoft.com/office/drawing/2014/main" id="{BF942E4B-1CA5-50E5-179F-E745DBFBF67B}"/>
              </a:ext>
            </a:extLst>
          </p:cNvPr>
          <p:cNvGrpSpPr/>
          <p:nvPr/>
        </p:nvGrpSpPr>
        <p:grpSpPr>
          <a:xfrm>
            <a:off x="6881942" y="4106803"/>
            <a:ext cx="507240" cy="804240"/>
            <a:chOff x="6881942" y="4106803"/>
            <a:chExt cx="507240" cy="80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BE39F7EA-EBFD-BAE5-F48D-AC77460477B7}"/>
                    </a:ext>
                  </a:extLst>
                </p14:cNvPr>
                <p14:cNvContentPartPr/>
                <p14:nvPr/>
              </p14:nvContentPartPr>
              <p14:xfrm>
                <a:off x="6881942" y="4106803"/>
                <a:ext cx="244080" cy="80424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BE39F7EA-EBFD-BAE5-F48D-AC77460477B7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6873302" y="4097803"/>
                  <a:ext cx="261720" cy="82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62BE840F-E61C-606F-06D5-CC8ECE369BEB}"/>
                    </a:ext>
                  </a:extLst>
                </p14:cNvPr>
                <p14:cNvContentPartPr/>
                <p14:nvPr/>
              </p14:nvContentPartPr>
              <p14:xfrm>
                <a:off x="7245542" y="4163323"/>
                <a:ext cx="143640" cy="11916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62BE840F-E61C-606F-06D5-CC8ECE369BEB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7236542" y="4154683"/>
                  <a:ext cx="161280" cy="13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A315966F-DD9F-948C-86DE-30DA9AD4BC02}"/>
              </a:ext>
            </a:extLst>
          </p:cNvPr>
          <p:cNvGrpSpPr/>
          <p:nvPr/>
        </p:nvGrpSpPr>
        <p:grpSpPr>
          <a:xfrm>
            <a:off x="7820102" y="4020043"/>
            <a:ext cx="1155240" cy="301680"/>
            <a:chOff x="7820102" y="4020043"/>
            <a:chExt cx="1155240" cy="301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49466503-C814-8ADB-8668-02E7B1245BFF}"/>
                    </a:ext>
                  </a:extLst>
                </p14:cNvPr>
                <p14:cNvContentPartPr/>
                <p14:nvPr/>
              </p14:nvContentPartPr>
              <p14:xfrm>
                <a:off x="7840262" y="4206163"/>
                <a:ext cx="18360" cy="5832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49466503-C814-8ADB-8668-02E7B1245BFF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7831622" y="4197523"/>
                  <a:ext cx="3600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0910CE8A-97CC-2B36-EF4E-129F612108F0}"/>
                    </a:ext>
                  </a:extLst>
                </p14:cNvPr>
                <p14:cNvContentPartPr/>
                <p14:nvPr/>
              </p14:nvContentPartPr>
              <p14:xfrm>
                <a:off x="7820102" y="4094923"/>
                <a:ext cx="21960" cy="2088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0910CE8A-97CC-2B36-EF4E-129F612108F0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7811102" y="4086283"/>
                  <a:ext cx="396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A0F4E8AF-E8E2-4016-D803-F62B448DB9C7}"/>
                    </a:ext>
                  </a:extLst>
                </p14:cNvPr>
                <p14:cNvContentPartPr/>
                <p14:nvPr/>
              </p14:nvContentPartPr>
              <p14:xfrm>
                <a:off x="7888502" y="4043083"/>
                <a:ext cx="138600" cy="27864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A0F4E8AF-E8E2-4016-D803-F62B448DB9C7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7879862" y="4034083"/>
                  <a:ext cx="15624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81676281-844C-2F0E-A833-4CB5161F9799}"/>
                    </a:ext>
                  </a:extLst>
                </p14:cNvPr>
                <p14:cNvContentPartPr/>
                <p14:nvPr/>
              </p14:nvContentPartPr>
              <p14:xfrm>
                <a:off x="7896062" y="4218043"/>
                <a:ext cx="136080" cy="1980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81676281-844C-2F0E-A833-4CB5161F9799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7887422" y="4209043"/>
                  <a:ext cx="1537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9C5E495E-F17C-0D14-9BCA-6AAF2DB0F265}"/>
                    </a:ext>
                  </a:extLst>
                </p14:cNvPr>
                <p14:cNvContentPartPr/>
                <p14:nvPr/>
              </p14:nvContentPartPr>
              <p14:xfrm>
                <a:off x="8208902" y="4020043"/>
                <a:ext cx="176400" cy="24084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9C5E495E-F17C-0D14-9BCA-6AAF2DB0F265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8200262" y="4011043"/>
                  <a:ext cx="19404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33213AA1-11F7-0113-9165-B233B2E94D1B}"/>
                    </a:ext>
                  </a:extLst>
                </p14:cNvPr>
                <p14:cNvContentPartPr/>
                <p14:nvPr/>
              </p14:nvContentPartPr>
              <p14:xfrm>
                <a:off x="8517782" y="4214443"/>
                <a:ext cx="103680" cy="504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33213AA1-11F7-0113-9165-B233B2E94D1B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8509142" y="4205803"/>
                  <a:ext cx="12132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D6EB0D29-85AE-715B-B226-EE44357548EB}"/>
                    </a:ext>
                  </a:extLst>
                </p14:cNvPr>
                <p14:cNvContentPartPr/>
                <p14:nvPr/>
              </p14:nvContentPartPr>
              <p14:xfrm>
                <a:off x="8477102" y="4136683"/>
                <a:ext cx="141120" cy="1764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D6EB0D29-85AE-715B-B226-EE44357548EB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8468102" y="4128043"/>
                  <a:ext cx="15876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A4AA1F2D-28C1-AF5B-F306-D9D3FF34AF5C}"/>
                    </a:ext>
                  </a:extLst>
                </p14:cNvPr>
                <p14:cNvContentPartPr/>
                <p14:nvPr/>
              </p14:nvContentPartPr>
              <p14:xfrm>
                <a:off x="8482142" y="4025803"/>
                <a:ext cx="140040" cy="23760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A4AA1F2D-28C1-AF5B-F306-D9D3FF34AF5C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8473142" y="4016803"/>
                  <a:ext cx="15768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A97FDB1C-B0F6-88F2-CBCE-042258E54606}"/>
                    </a:ext>
                  </a:extLst>
                </p14:cNvPr>
                <p14:cNvContentPartPr/>
                <p14:nvPr/>
              </p14:nvContentPartPr>
              <p14:xfrm>
                <a:off x="8748182" y="4058563"/>
                <a:ext cx="60120" cy="17964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A97FDB1C-B0F6-88F2-CBCE-042258E54606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8739182" y="4049923"/>
                  <a:ext cx="7776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0D476824-DD0D-3452-2E29-D1033C3B67BF}"/>
                    </a:ext>
                  </a:extLst>
                </p14:cNvPr>
                <p14:cNvContentPartPr/>
                <p14:nvPr/>
              </p14:nvContentPartPr>
              <p14:xfrm>
                <a:off x="8803622" y="4131283"/>
                <a:ext cx="171720" cy="9180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0D476824-DD0D-3452-2E29-D1033C3B67BF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8794982" y="4122643"/>
                  <a:ext cx="189360" cy="109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58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18E26C1A-4F6B-87B3-E37C-93762601C17F}"/>
                  </a:ext>
                </a:extLst>
              </p14:cNvPr>
              <p14:cNvContentPartPr/>
              <p14:nvPr/>
            </p14:nvContentPartPr>
            <p14:xfrm>
              <a:off x="7263902" y="4626643"/>
              <a:ext cx="240840" cy="198360"/>
            </p14:xfrm>
          </p:contentPart>
        </mc:Choice>
        <mc:Fallback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18E26C1A-4F6B-87B3-E37C-93762601C17F}"/>
                  </a:ext>
                </a:extLst>
              </p:cNvPr>
              <p:cNvPicPr/>
              <p:nvPr/>
            </p:nvPicPr>
            <p:blipFill>
              <a:blip r:embed="rId359"/>
              <a:stretch>
                <a:fillRect/>
              </a:stretch>
            </p:blipFill>
            <p:spPr>
              <a:xfrm>
                <a:off x="7255262" y="4618003"/>
                <a:ext cx="258480" cy="21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35" name="Group 234">
            <a:extLst>
              <a:ext uri="{FF2B5EF4-FFF2-40B4-BE49-F238E27FC236}">
                <a16:creationId xmlns:a16="http://schemas.microsoft.com/office/drawing/2014/main" id="{C897FFD2-CC6C-3B3F-DE6C-C7BB724A803C}"/>
              </a:ext>
            </a:extLst>
          </p:cNvPr>
          <p:cNvGrpSpPr/>
          <p:nvPr/>
        </p:nvGrpSpPr>
        <p:grpSpPr>
          <a:xfrm>
            <a:off x="7929542" y="4569043"/>
            <a:ext cx="224280" cy="282960"/>
            <a:chOff x="7929542" y="4569043"/>
            <a:chExt cx="224280" cy="28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9B155241-DEC4-401C-93F3-AC1B904FD32C}"/>
                    </a:ext>
                  </a:extLst>
                </p14:cNvPr>
                <p14:cNvContentPartPr/>
                <p14:nvPr/>
              </p14:nvContentPartPr>
              <p14:xfrm>
                <a:off x="7948262" y="4764523"/>
                <a:ext cx="36720" cy="7272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9B155241-DEC4-401C-93F3-AC1B904FD32C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7939622" y="4755523"/>
                  <a:ext cx="5436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4019BB41-A56F-D2B0-1FB3-A467B73D3C19}"/>
                    </a:ext>
                  </a:extLst>
                </p14:cNvPr>
                <p14:cNvContentPartPr/>
                <p14:nvPr/>
              </p14:nvContentPartPr>
              <p14:xfrm>
                <a:off x="7929542" y="4640323"/>
                <a:ext cx="11160" cy="540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4019BB41-A56F-D2B0-1FB3-A467B73D3C19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7920902" y="4631683"/>
                  <a:ext cx="2880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F6337004-4DAA-F3E6-5B63-C1977AB0EDEA}"/>
                    </a:ext>
                  </a:extLst>
                </p14:cNvPr>
                <p14:cNvContentPartPr/>
                <p14:nvPr/>
              </p14:nvContentPartPr>
              <p14:xfrm>
                <a:off x="8024582" y="4569043"/>
                <a:ext cx="115920" cy="28296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F6337004-4DAA-F3E6-5B63-C1977AB0EDEA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8015942" y="4560403"/>
                  <a:ext cx="13356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379D8075-1268-A97F-9454-2931928D2F5E}"/>
                    </a:ext>
                  </a:extLst>
                </p14:cNvPr>
                <p14:cNvContentPartPr/>
                <p14:nvPr/>
              </p14:nvContentPartPr>
              <p14:xfrm>
                <a:off x="8000102" y="4778203"/>
                <a:ext cx="153720" cy="612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379D8075-1268-A97F-9454-2931928D2F5E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7991102" y="4769563"/>
                  <a:ext cx="171360" cy="2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7B22A9EB-186D-B8C8-611E-9F6B1E1C223D}"/>
              </a:ext>
            </a:extLst>
          </p:cNvPr>
          <p:cNvGrpSpPr/>
          <p:nvPr/>
        </p:nvGrpSpPr>
        <p:grpSpPr>
          <a:xfrm>
            <a:off x="8372342" y="4539163"/>
            <a:ext cx="683280" cy="280800"/>
            <a:chOff x="8372342" y="4539163"/>
            <a:chExt cx="683280" cy="280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08C9CE13-D4BD-BFBC-1D4B-3C1677B029A1}"/>
                    </a:ext>
                  </a:extLst>
                </p14:cNvPr>
                <p14:cNvContentPartPr/>
                <p14:nvPr/>
              </p14:nvContentPartPr>
              <p14:xfrm>
                <a:off x="8372342" y="4539163"/>
                <a:ext cx="144000" cy="27468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08C9CE13-D4BD-BFBC-1D4B-3C1677B029A1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8363702" y="4530523"/>
                  <a:ext cx="16164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B4EED35F-8431-9F11-C26B-E92ED75C8D87}"/>
                    </a:ext>
                  </a:extLst>
                </p14:cNvPr>
                <p14:cNvContentPartPr/>
                <p14:nvPr/>
              </p14:nvContentPartPr>
              <p14:xfrm>
                <a:off x="8592302" y="4755883"/>
                <a:ext cx="151920" cy="1872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B4EED35F-8431-9F11-C26B-E92ED75C8D87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8583302" y="4747243"/>
                  <a:ext cx="1695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5D73C8A9-32F1-733A-6F1F-58CA76A9EA5E}"/>
                    </a:ext>
                  </a:extLst>
                </p14:cNvPr>
                <p14:cNvContentPartPr/>
                <p14:nvPr/>
              </p14:nvContentPartPr>
              <p14:xfrm>
                <a:off x="8572502" y="4687483"/>
                <a:ext cx="121320" cy="1404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5D73C8A9-32F1-733A-6F1F-58CA76A9EA5E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8563502" y="4678843"/>
                  <a:ext cx="1389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E052E1F0-DF4A-47E8-A72D-D6F809097DF5}"/>
                    </a:ext>
                  </a:extLst>
                </p14:cNvPr>
                <p14:cNvContentPartPr/>
                <p14:nvPr/>
              </p14:nvContentPartPr>
              <p14:xfrm>
                <a:off x="8830262" y="4635643"/>
                <a:ext cx="53280" cy="17280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E052E1F0-DF4A-47E8-A72D-D6F809097DF5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8821622" y="4627003"/>
                  <a:ext cx="7092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1F308403-A457-AF88-3575-A1FF486AC421}"/>
                    </a:ext>
                  </a:extLst>
                </p14:cNvPr>
                <p14:cNvContentPartPr/>
                <p14:nvPr/>
              </p14:nvContentPartPr>
              <p14:xfrm>
                <a:off x="8884622" y="4716643"/>
                <a:ext cx="171000" cy="10332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1F308403-A457-AF88-3575-A1FF486AC421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8875622" y="4708003"/>
                  <a:ext cx="188640" cy="12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DAF3F761-8D63-BB0F-0EF5-DB4DFDB1F984}"/>
              </a:ext>
            </a:extLst>
          </p:cNvPr>
          <p:cNvGrpSpPr/>
          <p:nvPr/>
        </p:nvGrpSpPr>
        <p:grpSpPr>
          <a:xfrm>
            <a:off x="9498782" y="4497763"/>
            <a:ext cx="161280" cy="68760"/>
            <a:chOff x="9498782" y="4497763"/>
            <a:chExt cx="161280" cy="6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31D1CF5B-1269-4602-12C7-C171E1A32FF8}"/>
                    </a:ext>
                  </a:extLst>
                </p14:cNvPr>
                <p14:cNvContentPartPr/>
                <p14:nvPr/>
              </p14:nvContentPartPr>
              <p14:xfrm>
                <a:off x="9519302" y="4548523"/>
                <a:ext cx="136080" cy="1800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31D1CF5B-1269-4602-12C7-C171E1A32FF8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9510662" y="4539883"/>
                  <a:ext cx="1537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0DD0A091-65EE-117F-6008-D7FB2AA32C7F}"/>
                    </a:ext>
                  </a:extLst>
                </p14:cNvPr>
                <p14:cNvContentPartPr/>
                <p14:nvPr/>
              </p14:nvContentPartPr>
              <p14:xfrm>
                <a:off x="9498782" y="4497763"/>
                <a:ext cx="161280" cy="1152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0DD0A091-65EE-117F-6008-D7FB2AA32C7F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9489782" y="4489123"/>
                  <a:ext cx="178920" cy="29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82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99EC177F-3F1C-CA14-0D0C-C2D292CB12DF}"/>
                  </a:ext>
                </a:extLst>
              </p14:cNvPr>
              <p14:cNvContentPartPr/>
              <p14:nvPr/>
            </p14:nvContentPartPr>
            <p14:xfrm>
              <a:off x="9852302" y="4415323"/>
              <a:ext cx="242640" cy="175320"/>
            </p14:xfrm>
          </p:contentPart>
        </mc:Choice>
        <mc:Fallback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99EC177F-3F1C-CA14-0D0C-C2D292CB12DF}"/>
                  </a:ext>
                </a:extLst>
              </p:cNvPr>
              <p:cNvPicPr/>
              <p:nvPr/>
            </p:nvPicPr>
            <p:blipFill>
              <a:blip r:embed="rId383"/>
              <a:stretch>
                <a:fillRect/>
              </a:stretch>
            </p:blipFill>
            <p:spPr>
              <a:xfrm>
                <a:off x="9843302" y="4406683"/>
                <a:ext cx="260280" cy="192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54" name="Group 253">
            <a:extLst>
              <a:ext uri="{FF2B5EF4-FFF2-40B4-BE49-F238E27FC236}">
                <a16:creationId xmlns:a16="http://schemas.microsoft.com/office/drawing/2014/main" id="{86CAA299-56D1-FDE8-A36C-237C1953DB78}"/>
              </a:ext>
            </a:extLst>
          </p:cNvPr>
          <p:cNvGrpSpPr/>
          <p:nvPr/>
        </p:nvGrpSpPr>
        <p:grpSpPr>
          <a:xfrm>
            <a:off x="10318502" y="4305883"/>
            <a:ext cx="1154160" cy="329400"/>
            <a:chOff x="10318502" y="4305883"/>
            <a:chExt cx="1154160" cy="32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5C4920E0-13E8-D1A9-520C-A3CC1FCBE736}"/>
                    </a:ext>
                  </a:extLst>
                </p14:cNvPr>
                <p14:cNvContentPartPr/>
                <p14:nvPr/>
              </p14:nvContentPartPr>
              <p14:xfrm>
                <a:off x="10318502" y="4350523"/>
                <a:ext cx="120960" cy="23256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5C4920E0-13E8-D1A9-520C-A3CC1FCBE736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10309862" y="4341883"/>
                  <a:ext cx="13860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F585716D-A226-53AF-7B73-8C9FB846BF98}"/>
                    </a:ext>
                  </a:extLst>
                </p14:cNvPr>
                <p14:cNvContentPartPr/>
                <p14:nvPr/>
              </p14:nvContentPartPr>
              <p14:xfrm>
                <a:off x="10537022" y="4305883"/>
                <a:ext cx="123120" cy="32184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F585716D-A226-53AF-7B73-8C9FB846BF98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10528022" y="4296883"/>
                  <a:ext cx="14076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8369D631-D805-1548-98E4-327C4CB7EAE3}"/>
                    </a:ext>
                  </a:extLst>
                </p14:cNvPr>
                <p14:cNvContentPartPr/>
                <p14:nvPr/>
              </p14:nvContentPartPr>
              <p14:xfrm>
                <a:off x="10738262" y="4378243"/>
                <a:ext cx="131040" cy="20052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8369D631-D805-1548-98E4-327C4CB7EAE3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10729262" y="4369243"/>
                  <a:ext cx="14868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07E02938-BCBE-6E0F-263F-27033B390493}"/>
                    </a:ext>
                  </a:extLst>
                </p14:cNvPr>
                <p14:cNvContentPartPr/>
                <p14:nvPr/>
              </p14:nvContentPartPr>
              <p14:xfrm>
                <a:off x="10949222" y="4503163"/>
                <a:ext cx="133560" cy="432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07E02938-BCBE-6E0F-263F-27033B390493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10940582" y="4494523"/>
                  <a:ext cx="15120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1485801C-0E50-E581-6C5D-F17D06E85673}"/>
                    </a:ext>
                  </a:extLst>
                </p14:cNvPr>
                <p14:cNvContentPartPr/>
                <p14:nvPr/>
              </p14:nvContentPartPr>
              <p14:xfrm>
                <a:off x="11152262" y="4386883"/>
                <a:ext cx="32760" cy="16668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1485801C-0E50-E581-6C5D-F17D06E85673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11143262" y="4378243"/>
                  <a:ext cx="5040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56159F70-D5C9-64F0-316D-E296BEBE23D8}"/>
                    </a:ext>
                  </a:extLst>
                </p14:cNvPr>
                <p14:cNvContentPartPr/>
                <p14:nvPr/>
              </p14:nvContentPartPr>
              <p14:xfrm>
                <a:off x="11193662" y="4481923"/>
                <a:ext cx="128520" cy="5904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56159F70-D5C9-64F0-316D-E296BEBE23D8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11185022" y="4472923"/>
                  <a:ext cx="14616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52FA2490-7EA5-0604-7938-364B63614C07}"/>
                    </a:ext>
                  </a:extLst>
                </p14:cNvPr>
                <p14:cNvContentPartPr/>
                <p14:nvPr/>
              </p14:nvContentPartPr>
              <p14:xfrm>
                <a:off x="11332622" y="4327483"/>
                <a:ext cx="140040" cy="30780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52FA2490-7EA5-0604-7938-364B63614C07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11323982" y="4318483"/>
                  <a:ext cx="157680" cy="32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1" name="Group 260">
            <a:extLst>
              <a:ext uri="{FF2B5EF4-FFF2-40B4-BE49-F238E27FC236}">
                <a16:creationId xmlns:a16="http://schemas.microsoft.com/office/drawing/2014/main" id="{FE35F4B3-1295-F86B-0ED6-955806E11468}"/>
              </a:ext>
            </a:extLst>
          </p:cNvPr>
          <p:cNvGrpSpPr/>
          <p:nvPr/>
        </p:nvGrpSpPr>
        <p:grpSpPr>
          <a:xfrm>
            <a:off x="6985982" y="3310843"/>
            <a:ext cx="119880" cy="87480"/>
            <a:chOff x="6985982" y="3310843"/>
            <a:chExt cx="119880" cy="8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605E521B-FC3B-F11B-EF6A-2C5884D24368}"/>
                    </a:ext>
                  </a:extLst>
                </p14:cNvPr>
                <p14:cNvContentPartPr/>
                <p14:nvPr/>
              </p14:nvContentPartPr>
              <p14:xfrm>
                <a:off x="7009022" y="3387883"/>
                <a:ext cx="96840" cy="1044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605E521B-FC3B-F11B-EF6A-2C5884D24368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7000022" y="3378883"/>
                  <a:ext cx="11448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005AB509-B82D-7040-07AE-C41CF89DE70D}"/>
                    </a:ext>
                  </a:extLst>
                </p14:cNvPr>
                <p14:cNvContentPartPr/>
                <p14:nvPr/>
              </p14:nvContentPartPr>
              <p14:xfrm>
                <a:off x="6985982" y="3310843"/>
                <a:ext cx="118440" cy="1908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005AB509-B82D-7040-07AE-C41CF89DE70D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6976982" y="3301843"/>
                  <a:ext cx="136080" cy="3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0" name="Group 259">
            <a:extLst>
              <a:ext uri="{FF2B5EF4-FFF2-40B4-BE49-F238E27FC236}">
                <a16:creationId xmlns:a16="http://schemas.microsoft.com/office/drawing/2014/main" id="{A5EBD22B-E49B-5541-DCBA-0E0B90A86F6B}"/>
              </a:ext>
            </a:extLst>
          </p:cNvPr>
          <p:cNvGrpSpPr/>
          <p:nvPr/>
        </p:nvGrpSpPr>
        <p:grpSpPr>
          <a:xfrm>
            <a:off x="7387382" y="3135523"/>
            <a:ext cx="262800" cy="228240"/>
            <a:chOff x="7387382" y="3135523"/>
            <a:chExt cx="262800" cy="22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F4E57985-23F9-2250-FFDE-299E0CF37683}"/>
                    </a:ext>
                  </a:extLst>
                </p14:cNvPr>
                <p14:cNvContentPartPr/>
                <p14:nvPr/>
              </p14:nvContentPartPr>
              <p14:xfrm>
                <a:off x="7477382" y="3135523"/>
                <a:ext cx="48240" cy="15048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F4E57985-23F9-2250-FFDE-299E0CF37683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7468382" y="3126523"/>
                  <a:ext cx="6588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E6C7B3FC-173B-3A14-AA95-96221DDA5891}"/>
                    </a:ext>
                  </a:extLst>
                </p14:cNvPr>
                <p14:cNvContentPartPr/>
                <p14:nvPr/>
              </p14:nvContentPartPr>
              <p14:xfrm>
                <a:off x="7387382" y="3358363"/>
                <a:ext cx="262800" cy="540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E6C7B3FC-173B-3A14-AA95-96221DDA5891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7378382" y="3349363"/>
                  <a:ext cx="280440" cy="23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06">
            <p14:nvContentPartPr>
              <p14:cNvPr id="259" name="Ink 258">
                <a:extLst>
                  <a:ext uri="{FF2B5EF4-FFF2-40B4-BE49-F238E27FC236}">
                    <a16:creationId xmlns:a16="http://schemas.microsoft.com/office/drawing/2014/main" id="{1CF65019-4CA8-EBB8-B41C-E6B92698B8B6}"/>
                  </a:ext>
                </a:extLst>
              </p14:cNvPr>
              <p14:cNvContentPartPr/>
              <p14:nvPr/>
            </p14:nvContentPartPr>
            <p14:xfrm>
              <a:off x="7483142" y="3494083"/>
              <a:ext cx="188280" cy="133920"/>
            </p14:xfrm>
          </p:contentPart>
        </mc:Choice>
        <mc:Fallback>
          <p:pic>
            <p:nvPicPr>
              <p:cNvPr id="259" name="Ink 258">
                <a:extLst>
                  <a:ext uri="{FF2B5EF4-FFF2-40B4-BE49-F238E27FC236}">
                    <a16:creationId xmlns:a16="http://schemas.microsoft.com/office/drawing/2014/main" id="{1CF65019-4CA8-EBB8-B41C-E6B92698B8B6}"/>
                  </a:ext>
                </a:extLst>
              </p:cNvPr>
              <p:cNvPicPr/>
              <p:nvPr/>
            </p:nvPicPr>
            <p:blipFill>
              <a:blip r:embed="rId407"/>
              <a:stretch>
                <a:fillRect/>
              </a:stretch>
            </p:blipFill>
            <p:spPr>
              <a:xfrm>
                <a:off x="7474502" y="3485443"/>
                <a:ext cx="205920" cy="151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76" name="Group 275">
            <a:extLst>
              <a:ext uri="{FF2B5EF4-FFF2-40B4-BE49-F238E27FC236}">
                <a16:creationId xmlns:a16="http://schemas.microsoft.com/office/drawing/2014/main" id="{042B9DCB-BCE0-CC9E-44ED-8C8814A388E5}"/>
              </a:ext>
            </a:extLst>
          </p:cNvPr>
          <p:cNvGrpSpPr/>
          <p:nvPr/>
        </p:nvGrpSpPr>
        <p:grpSpPr>
          <a:xfrm>
            <a:off x="7916222" y="2938603"/>
            <a:ext cx="1125360" cy="766440"/>
            <a:chOff x="7916222" y="2938603"/>
            <a:chExt cx="1125360" cy="766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4E1D17D9-84E5-1E60-22E0-3B547C7FFAC5}"/>
                    </a:ext>
                  </a:extLst>
                </p14:cNvPr>
                <p14:cNvContentPartPr/>
                <p14:nvPr/>
              </p14:nvContentPartPr>
              <p14:xfrm>
                <a:off x="7975262" y="3529003"/>
                <a:ext cx="96840" cy="17604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4E1D17D9-84E5-1E60-22E0-3B547C7FFAC5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7966622" y="3520003"/>
                  <a:ext cx="11448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BCED7DAE-EA01-D912-8A68-2B8B80619D20}"/>
                    </a:ext>
                  </a:extLst>
                </p14:cNvPr>
                <p14:cNvContentPartPr/>
                <p14:nvPr/>
              </p14:nvContentPartPr>
              <p14:xfrm>
                <a:off x="8160662" y="3643123"/>
                <a:ext cx="98280" cy="1296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BCED7DAE-EA01-D912-8A68-2B8B80619D20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8151662" y="3634483"/>
                  <a:ext cx="11592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656AB7DF-335A-6190-9C2B-6E343FC3FAEB}"/>
                    </a:ext>
                  </a:extLst>
                </p14:cNvPr>
                <p14:cNvContentPartPr/>
                <p14:nvPr/>
              </p14:nvContentPartPr>
              <p14:xfrm>
                <a:off x="8149862" y="3596683"/>
                <a:ext cx="116280" cy="1044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656AB7DF-335A-6190-9C2B-6E343FC3FAEB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8140862" y="3587683"/>
                  <a:ext cx="13392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82F8676D-ABBD-37DA-A16D-1EDE733BDC7D}"/>
                    </a:ext>
                  </a:extLst>
                </p14:cNvPr>
                <p14:cNvContentPartPr/>
                <p14:nvPr/>
              </p14:nvContentPartPr>
              <p14:xfrm>
                <a:off x="8331302" y="3594163"/>
                <a:ext cx="81000" cy="6912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82F8676D-ABBD-37DA-A16D-1EDE733BDC7D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8322662" y="3585163"/>
                  <a:ext cx="986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027F8884-C5FB-C579-66D8-FA06BF2E3BDC}"/>
                    </a:ext>
                  </a:extLst>
                </p14:cNvPr>
                <p14:cNvContentPartPr/>
                <p14:nvPr/>
              </p14:nvContentPartPr>
              <p14:xfrm>
                <a:off x="7916222" y="3146323"/>
                <a:ext cx="358200" cy="27396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027F8884-C5FB-C579-66D8-FA06BF2E3BDC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7907582" y="3137323"/>
                  <a:ext cx="37584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E4D3A097-F373-7A63-8803-A3421C6D722D}"/>
                    </a:ext>
                  </a:extLst>
                </p14:cNvPr>
                <p14:cNvContentPartPr/>
                <p14:nvPr/>
              </p14:nvContentPartPr>
              <p14:xfrm>
                <a:off x="7980302" y="2980723"/>
                <a:ext cx="149040" cy="11304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E4D3A097-F373-7A63-8803-A3421C6D722D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7971662" y="2971723"/>
                  <a:ext cx="16668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DD2EB1AE-A49A-9594-0770-0458BB8CFC81}"/>
                    </a:ext>
                  </a:extLst>
                </p14:cNvPr>
                <p14:cNvContentPartPr/>
                <p14:nvPr/>
              </p14:nvContentPartPr>
              <p14:xfrm>
                <a:off x="8161022" y="3013123"/>
                <a:ext cx="107280" cy="1980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DD2EB1AE-A49A-9594-0770-0458BB8CFC81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8152382" y="3004123"/>
                  <a:ext cx="1249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7823DA22-0FA7-744A-93B7-29E896001E21}"/>
                    </a:ext>
                  </a:extLst>
                </p14:cNvPr>
                <p14:cNvContentPartPr/>
                <p14:nvPr/>
              </p14:nvContentPartPr>
              <p14:xfrm>
                <a:off x="8351822" y="2938603"/>
                <a:ext cx="32040" cy="11268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7823DA22-0FA7-744A-93B7-29E896001E21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8342822" y="2929603"/>
                  <a:ext cx="4968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26B71248-14D1-9CFF-E39C-C6D31BE70CD0}"/>
                    </a:ext>
                  </a:extLst>
                </p14:cNvPr>
                <p14:cNvContentPartPr/>
                <p14:nvPr/>
              </p14:nvContentPartPr>
              <p14:xfrm>
                <a:off x="8594102" y="3173683"/>
                <a:ext cx="218520" cy="23832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26B71248-14D1-9CFF-E39C-C6D31BE70CD0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8585102" y="3165043"/>
                  <a:ext cx="23616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1A813F21-155E-98B2-8408-78F07532CC8B}"/>
                    </a:ext>
                  </a:extLst>
                </p14:cNvPr>
                <p14:cNvContentPartPr/>
                <p14:nvPr/>
              </p14:nvContentPartPr>
              <p14:xfrm>
                <a:off x="8638742" y="3176923"/>
                <a:ext cx="132840" cy="29376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1A813F21-155E-98B2-8408-78F07532CC8B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8630102" y="3168283"/>
                  <a:ext cx="15048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FDB949BE-1AFD-B0DF-E721-D3C0C238AF91}"/>
                    </a:ext>
                  </a:extLst>
                </p14:cNvPr>
                <p14:cNvContentPartPr/>
                <p14:nvPr/>
              </p14:nvContentPartPr>
              <p14:xfrm>
                <a:off x="8910542" y="3371323"/>
                <a:ext cx="131040" cy="20160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FDB949BE-1AFD-B0DF-E721-D3C0C238AF91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8901542" y="3362683"/>
                  <a:ext cx="148680" cy="21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9" name="Group 278">
            <a:extLst>
              <a:ext uri="{FF2B5EF4-FFF2-40B4-BE49-F238E27FC236}">
                <a16:creationId xmlns:a16="http://schemas.microsoft.com/office/drawing/2014/main" id="{F10B7E67-6AF5-638D-10D6-647A7711D2AF}"/>
              </a:ext>
            </a:extLst>
          </p:cNvPr>
          <p:cNvGrpSpPr/>
          <p:nvPr/>
        </p:nvGrpSpPr>
        <p:grpSpPr>
          <a:xfrm>
            <a:off x="9216542" y="3230923"/>
            <a:ext cx="432360" cy="214920"/>
            <a:chOff x="9216542" y="3230923"/>
            <a:chExt cx="432360" cy="21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F8D5739B-060A-FDBF-0852-4A40F055F3E2}"/>
                    </a:ext>
                  </a:extLst>
                </p14:cNvPr>
                <p14:cNvContentPartPr/>
                <p14:nvPr/>
              </p14:nvContentPartPr>
              <p14:xfrm>
                <a:off x="9216542" y="3342523"/>
                <a:ext cx="9000" cy="288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F8D5739B-060A-FDBF-0852-4A40F055F3E2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9207542" y="3333523"/>
                  <a:ext cx="2664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3D56AC7C-9CAC-4A6F-7B10-BBBD4D09DE12}"/>
                    </a:ext>
                  </a:extLst>
                </p14:cNvPr>
                <p14:cNvContentPartPr/>
                <p14:nvPr/>
              </p14:nvContentPartPr>
              <p14:xfrm>
                <a:off x="9376022" y="3230923"/>
                <a:ext cx="272880" cy="21492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3D56AC7C-9CAC-4A6F-7B10-BBBD4D09DE12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9367382" y="3221923"/>
                  <a:ext cx="290520" cy="23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9" name="Group 288">
            <a:extLst>
              <a:ext uri="{FF2B5EF4-FFF2-40B4-BE49-F238E27FC236}">
                <a16:creationId xmlns:a16="http://schemas.microsoft.com/office/drawing/2014/main" id="{18EAD352-0F6C-52EB-8429-6EC14A97F1F5}"/>
              </a:ext>
            </a:extLst>
          </p:cNvPr>
          <p:cNvGrpSpPr/>
          <p:nvPr/>
        </p:nvGrpSpPr>
        <p:grpSpPr>
          <a:xfrm>
            <a:off x="9815582" y="3103843"/>
            <a:ext cx="1233000" cy="383040"/>
            <a:chOff x="9815582" y="3103843"/>
            <a:chExt cx="1233000" cy="38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7D74CCD4-BCAE-AB1B-6EC7-592CCAF28E90}"/>
                    </a:ext>
                  </a:extLst>
                </p14:cNvPr>
                <p14:cNvContentPartPr/>
                <p14:nvPr/>
              </p14:nvContentPartPr>
              <p14:xfrm>
                <a:off x="9815582" y="3358363"/>
                <a:ext cx="7560" cy="36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7D74CCD4-BCAE-AB1B-6EC7-592CCAF28E90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9806942" y="3349363"/>
                  <a:ext cx="252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4320D467-A2FB-7118-2B2E-611C6DC15069}"/>
                    </a:ext>
                  </a:extLst>
                </p14:cNvPr>
                <p14:cNvContentPartPr/>
                <p14:nvPr/>
              </p14:nvContentPartPr>
              <p14:xfrm>
                <a:off x="9914222" y="3170803"/>
                <a:ext cx="144720" cy="24948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4320D467-A2FB-7118-2B2E-611C6DC15069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9905222" y="3161803"/>
                  <a:ext cx="16236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20D26E4C-A8C8-1B75-8AEB-4B5FF8C73574}"/>
                    </a:ext>
                  </a:extLst>
                </p14:cNvPr>
                <p14:cNvContentPartPr/>
                <p14:nvPr/>
              </p14:nvContentPartPr>
              <p14:xfrm>
                <a:off x="10167662" y="3103843"/>
                <a:ext cx="142920" cy="36216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20D26E4C-A8C8-1B75-8AEB-4B5FF8C73574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10158662" y="3094843"/>
                  <a:ext cx="16056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A6982336-666E-A394-184A-BF1DC8FF4B52}"/>
                    </a:ext>
                  </a:extLst>
                </p14:cNvPr>
                <p14:cNvContentPartPr/>
                <p14:nvPr/>
              </p14:nvContentPartPr>
              <p14:xfrm>
                <a:off x="10309862" y="3183763"/>
                <a:ext cx="126360" cy="23256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A6982336-666E-A394-184A-BF1DC8FF4B52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10301222" y="3175123"/>
                  <a:ext cx="14400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4D65101A-784E-0A7A-A5F5-7B9A5D1B0A53}"/>
                    </a:ext>
                  </a:extLst>
                </p14:cNvPr>
                <p14:cNvContentPartPr/>
                <p14:nvPr/>
              </p14:nvContentPartPr>
              <p14:xfrm>
                <a:off x="10494182" y="3335683"/>
                <a:ext cx="123120" cy="2268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4D65101A-784E-0A7A-A5F5-7B9A5D1B0A53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10485182" y="3327043"/>
                  <a:ext cx="1407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8C823305-BC63-274A-C43B-0468228A8D3A}"/>
                    </a:ext>
                  </a:extLst>
                </p14:cNvPr>
                <p14:cNvContentPartPr/>
                <p14:nvPr/>
              </p14:nvContentPartPr>
              <p14:xfrm>
                <a:off x="10704782" y="3203563"/>
                <a:ext cx="45000" cy="22752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8C823305-BC63-274A-C43B-0468228A8D3A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10696142" y="3194563"/>
                  <a:ext cx="6264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53FFA86D-9B28-5A6A-F45D-A3BABB709092}"/>
                    </a:ext>
                  </a:extLst>
                </p14:cNvPr>
                <p14:cNvContentPartPr/>
                <p14:nvPr/>
              </p14:nvContentPartPr>
              <p14:xfrm>
                <a:off x="10765622" y="3354403"/>
                <a:ext cx="120240" cy="5220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53FFA86D-9B28-5A6A-F45D-A3BABB709092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10756982" y="3345763"/>
                  <a:ext cx="13788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E2213067-5FBA-A2BE-785F-27592810C1F1}"/>
                    </a:ext>
                  </a:extLst>
                </p14:cNvPr>
                <p14:cNvContentPartPr/>
                <p14:nvPr/>
              </p14:nvContentPartPr>
              <p14:xfrm>
                <a:off x="10895942" y="3205723"/>
                <a:ext cx="152640" cy="28116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E2213067-5FBA-A2BE-785F-27592810C1F1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10887302" y="3197083"/>
                  <a:ext cx="170280" cy="29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2" name="Group 291">
            <a:extLst>
              <a:ext uri="{FF2B5EF4-FFF2-40B4-BE49-F238E27FC236}">
                <a16:creationId xmlns:a16="http://schemas.microsoft.com/office/drawing/2014/main" id="{1B6BEC37-5BBA-A59E-9F3F-A2C5B755E362}"/>
              </a:ext>
            </a:extLst>
          </p:cNvPr>
          <p:cNvGrpSpPr/>
          <p:nvPr/>
        </p:nvGrpSpPr>
        <p:grpSpPr>
          <a:xfrm>
            <a:off x="11249822" y="3203203"/>
            <a:ext cx="180360" cy="77400"/>
            <a:chOff x="11249822" y="3203203"/>
            <a:chExt cx="180360" cy="77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60698559-AE67-5303-4D91-3702003392E9}"/>
                    </a:ext>
                  </a:extLst>
                </p14:cNvPr>
                <p14:cNvContentPartPr/>
                <p14:nvPr/>
              </p14:nvContentPartPr>
              <p14:xfrm>
                <a:off x="11317142" y="3275203"/>
                <a:ext cx="99720" cy="540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60698559-AE67-5303-4D91-3702003392E9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11308502" y="3266203"/>
                  <a:ext cx="11736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FF1BC10D-A534-63EC-2A6B-471629BCCFAB}"/>
                    </a:ext>
                  </a:extLst>
                </p14:cNvPr>
                <p14:cNvContentPartPr/>
                <p14:nvPr/>
              </p14:nvContentPartPr>
              <p14:xfrm>
                <a:off x="11249822" y="3203203"/>
                <a:ext cx="180360" cy="360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FF1BC10D-A534-63EC-2A6B-471629BCCFAB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11240822" y="3194203"/>
                  <a:ext cx="198000" cy="2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9" name="Group 298">
            <a:extLst>
              <a:ext uri="{FF2B5EF4-FFF2-40B4-BE49-F238E27FC236}">
                <a16:creationId xmlns:a16="http://schemas.microsoft.com/office/drawing/2014/main" id="{1191B085-5249-4EF9-FB43-D45A989D6E4D}"/>
              </a:ext>
            </a:extLst>
          </p:cNvPr>
          <p:cNvGrpSpPr/>
          <p:nvPr/>
        </p:nvGrpSpPr>
        <p:grpSpPr>
          <a:xfrm>
            <a:off x="1089542" y="5014723"/>
            <a:ext cx="697320" cy="390600"/>
            <a:chOff x="1089542" y="5014723"/>
            <a:chExt cx="697320" cy="39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8DAB49C3-C6AF-184E-6EA3-98A7CFB0AF4E}"/>
                    </a:ext>
                  </a:extLst>
                </p14:cNvPr>
                <p14:cNvContentPartPr/>
                <p14:nvPr/>
              </p14:nvContentPartPr>
              <p14:xfrm>
                <a:off x="1125182" y="5291923"/>
                <a:ext cx="154440" cy="1152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8DAB49C3-C6AF-184E-6EA3-98A7CFB0AF4E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1116182" y="5282923"/>
                  <a:ext cx="1720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AF26FBCA-948E-E30C-DAD3-E9BAB833575F}"/>
                    </a:ext>
                  </a:extLst>
                </p14:cNvPr>
                <p14:cNvContentPartPr/>
                <p14:nvPr/>
              </p14:nvContentPartPr>
              <p14:xfrm>
                <a:off x="1089542" y="5243683"/>
                <a:ext cx="122760" cy="1656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AF26FBCA-948E-E30C-DAD3-E9BAB833575F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1080542" y="5235043"/>
                  <a:ext cx="1404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1378C838-D53A-AF6A-FF07-0007CCC407F7}"/>
                    </a:ext>
                  </a:extLst>
                </p14:cNvPr>
                <p14:cNvContentPartPr/>
                <p14:nvPr/>
              </p14:nvContentPartPr>
              <p14:xfrm>
                <a:off x="1516862" y="5014723"/>
                <a:ext cx="209160" cy="21708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1378C838-D53A-AF6A-FF07-0007CCC407F7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1508222" y="5006083"/>
                  <a:ext cx="22680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FBF88635-94E3-6D6F-ABCD-D0078E68E445}"/>
                    </a:ext>
                  </a:extLst>
                </p14:cNvPr>
                <p14:cNvContentPartPr/>
                <p14:nvPr/>
              </p14:nvContentPartPr>
              <p14:xfrm>
                <a:off x="1456742" y="5320003"/>
                <a:ext cx="330120" cy="8532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FBF88635-94E3-6D6F-ABCD-D0078E68E445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1447742" y="5311003"/>
                  <a:ext cx="347760" cy="102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62">
            <p14:nvContentPartPr>
              <p14:cNvPr id="298" name="Ink 297">
                <a:extLst>
                  <a:ext uri="{FF2B5EF4-FFF2-40B4-BE49-F238E27FC236}">
                    <a16:creationId xmlns:a16="http://schemas.microsoft.com/office/drawing/2014/main" id="{20A1C53D-4E74-1894-E213-46CC7314A9E2}"/>
                  </a:ext>
                </a:extLst>
              </p14:cNvPr>
              <p14:cNvContentPartPr/>
              <p14:nvPr/>
            </p14:nvContentPartPr>
            <p14:xfrm>
              <a:off x="1549262" y="5522683"/>
              <a:ext cx="175320" cy="180720"/>
            </p14:xfrm>
          </p:contentPart>
        </mc:Choice>
        <mc:Fallback>
          <p:pic>
            <p:nvPicPr>
              <p:cNvPr id="298" name="Ink 297">
                <a:extLst>
                  <a:ext uri="{FF2B5EF4-FFF2-40B4-BE49-F238E27FC236}">
                    <a16:creationId xmlns:a16="http://schemas.microsoft.com/office/drawing/2014/main" id="{20A1C53D-4E74-1894-E213-46CC7314A9E2}"/>
                  </a:ext>
                </a:extLst>
              </p:cNvPr>
              <p:cNvPicPr/>
              <p:nvPr/>
            </p:nvPicPr>
            <p:blipFill>
              <a:blip r:embed="rId463"/>
              <a:stretch>
                <a:fillRect/>
              </a:stretch>
            </p:blipFill>
            <p:spPr>
              <a:xfrm>
                <a:off x="1540262" y="5514043"/>
                <a:ext cx="192960" cy="198360"/>
              </a:xfrm>
              <a:prstGeom prst="rect">
                <a:avLst/>
              </a:prstGeom>
            </p:spPr>
          </p:pic>
        </mc:Fallback>
      </mc:AlternateContent>
      <p:grpSp>
        <p:nvGrpSpPr>
          <p:cNvPr id="313" name="Group 312">
            <a:extLst>
              <a:ext uri="{FF2B5EF4-FFF2-40B4-BE49-F238E27FC236}">
                <a16:creationId xmlns:a16="http://schemas.microsoft.com/office/drawing/2014/main" id="{3344E86C-F6BA-4788-B7EE-2D3D4CA91117}"/>
              </a:ext>
            </a:extLst>
          </p:cNvPr>
          <p:cNvGrpSpPr/>
          <p:nvPr/>
        </p:nvGrpSpPr>
        <p:grpSpPr>
          <a:xfrm>
            <a:off x="1976582" y="4909603"/>
            <a:ext cx="1074960" cy="905760"/>
            <a:chOff x="1976582" y="4909603"/>
            <a:chExt cx="1074960" cy="90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4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AB47893A-D2C7-8022-9B44-6F59D885E244}"/>
                    </a:ext>
                  </a:extLst>
                </p14:cNvPr>
                <p14:cNvContentPartPr/>
                <p14:nvPr/>
              </p14:nvContentPartPr>
              <p14:xfrm>
                <a:off x="1976582" y="5188963"/>
                <a:ext cx="256680" cy="25164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AB47893A-D2C7-8022-9B44-6F59D885E244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1967582" y="5180323"/>
                  <a:ext cx="27432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6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CE36F4F5-918D-2565-7605-A153E62B228F}"/>
                    </a:ext>
                  </a:extLst>
                </p14:cNvPr>
                <p14:cNvContentPartPr/>
                <p14:nvPr/>
              </p14:nvContentPartPr>
              <p14:xfrm>
                <a:off x="2032382" y="5203363"/>
                <a:ext cx="147600" cy="29628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CE36F4F5-918D-2565-7605-A153E62B228F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2023742" y="5194363"/>
                  <a:ext cx="16524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4433C0A2-CC0F-CBF0-34A3-3F5E40D99189}"/>
                    </a:ext>
                  </a:extLst>
                </p14:cNvPr>
                <p14:cNvContentPartPr/>
                <p14:nvPr/>
              </p14:nvContentPartPr>
              <p14:xfrm>
                <a:off x="2291582" y="5379763"/>
                <a:ext cx="29160" cy="16740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4433C0A2-CC0F-CBF0-34A3-3F5E40D99189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2282942" y="5370763"/>
                  <a:ext cx="4680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9DDE1080-FD48-BF05-459B-6E1A43821143}"/>
                    </a:ext>
                  </a:extLst>
                </p14:cNvPr>
                <p14:cNvContentPartPr/>
                <p14:nvPr/>
              </p14:nvContentPartPr>
              <p14:xfrm>
                <a:off x="2326862" y="5465803"/>
                <a:ext cx="111240" cy="8028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9DDE1080-FD48-BF05-459B-6E1A43821143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2317862" y="5457163"/>
                  <a:ext cx="12888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7AC7D043-D5E8-BA9F-2915-110A1A8665B5}"/>
                    </a:ext>
                  </a:extLst>
                </p14:cNvPr>
                <p14:cNvContentPartPr/>
                <p14:nvPr/>
              </p14:nvContentPartPr>
              <p14:xfrm>
                <a:off x="2601902" y="5156203"/>
                <a:ext cx="428040" cy="32076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7AC7D043-D5E8-BA9F-2915-110A1A8665B5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2592902" y="5147563"/>
                  <a:ext cx="44568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4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474FBF8C-97DB-C0FB-6A85-168D1EB0228D}"/>
                    </a:ext>
                  </a:extLst>
                </p14:cNvPr>
                <p14:cNvContentPartPr/>
                <p14:nvPr/>
              </p14:nvContentPartPr>
              <p14:xfrm>
                <a:off x="2619902" y="5608723"/>
                <a:ext cx="134640" cy="20664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474FBF8C-97DB-C0FB-6A85-168D1EB0228D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2611262" y="5599723"/>
                  <a:ext cx="15228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6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429A7B46-FA7F-FB39-5464-E02682D0CA06}"/>
                    </a:ext>
                  </a:extLst>
                </p14:cNvPr>
                <p14:cNvContentPartPr/>
                <p14:nvPr/>
              </p14:nvContentPartPr>
              <p14:xfrm>
                <a:off x="2798462" y="5758483"/>
                <a:ext cx="76320" cy="864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429A7B46-FA7F-FB39-5464-E02682D0CA06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2789462" y="5749483"/>
                  <a:ext cx="9396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8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0F4A9D06-0B5C-6BA8-149C-A0FB3EBA5FF7}"/>
                    </a:ext>
                  </a:extLst>
                </p14:cNvPr>
                <p14:cNvContentPartPr/>
                <p14:nvPr/>
              </p14:nvContentPartPr>
              <p14:xfrm>
                <a:off x="2776502" y="5687203"/>
                <a:ext cx="98280" cy="1080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0F4A9D06-0B5C-6BA8-149C-A0FB3EBA5FF7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2767502" y="5678203"/>
                  <a:ext cx="1159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0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9D86803D-21DB-7E3B-7DFE-D80AC3C56E1F}"/>
                    </a:ext>
                  </a:extLst>
                </p14:cNvPr>
                <p14:cNvContentPartPr/>
                <p14:nvPr/>
              </p14:nvContentPartPr>
              <p14:xfrm>
                <a:off x="2956862" y="5684323"/>
                <a:ext cx="94680" cy="9720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9D86803D-21DB-7E3B-7DFE-D80AC3C56E1F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2947862" y="5675323"/>
                  <a:ext cx="11232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2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E5BE5DE0-24AE-3D80-A681-AA4AA8067432}"/>
                    </a:ext>
                  </a:extLst>
                </p14:cNvPr>
                <p14:cNvContentPartPr/>
                <p14:nvPr/>
              </p14:nvContentPartPr>
              <p14:xfrm>
                <a:off x="2564462" y="4976563"/>
                <a:ext cx="149760" cy="115920"/>
              </p14:xfrm>
            </p:contentPart>
          </mc:Choice>
          <mc:Fallback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E5BE5DE0-24AE-3D80-A681-AA4AA8067432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2555822" y="4967563"/>
                  <a:ext cx="16740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4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0A26AEB1-C146-B61C-D270-D28CD6DEB0D5}"/>
                    </a:ext>
                  </a:extLst>
                </p14:cNvPr>
                <p14:cNvContentPartPr/>
                <p14:nvPr/>
              </p14:nvContentPartPr>
              <p14:xfrm>
                <a:off x="2809262" y="5012563"/>
                <a:ext cx="71640" cy="1404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0A26AEB1-C146-B61C-D270-D28CD6DEB0D5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2800262" y="5003923"/>
                  <a:ext cx="892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6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E562FA8A-4DE2-8FDB-13A5-C84F95B2F763}"/>
                    </a:ext>
                  </a:extLst>
                </p14:cNvPr>
                <p14:cNvContentPartPr/>
                <p14:nvPr/>
              </p14:nvContentPartPr>
              <p14:xfrm>
                <a:off x="2953622" y="4909603"/>
                <a:ext cx="61920" cy="12960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E562FA8A-4DE2-8FDB-13A5-C84F95B2F763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2944622" y="4900963"/>
                  <a:ext cx="79560" cy="14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1" name="Group 320">
            <a:extLst>
              <a:ext uri="{FF2B5EF4-FFF2-40B4-BE49-F238E27FC236}">
                <a16:creationId xmlns:a16="http://schemas.microsoft.com/office/drawing/2014/main" id="{499CBA0C-B823-47F5-66BB-5F675267A1DF}"/>
              </a:ext>
            </a:extLst>
          </p:cNvPr>
          <p:cNvGrpSpPr/>
          <p:nvPr/>
        </p:nvGrpSpPr>
        <p:grpSpPr>
          <a:xfrm>
            <a:off x="3308222" y="5123443"/>
            <a:ext cx="1202400" cy="315720"/>
            <a:chOff x="3308222" y="5123443"/>
            <a:chExt cx="1202400" cy="31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8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87A8EB54-478C-3487-0CA6-EA0DBE8F6CCD}"/>
                    </a:ext>
                  </a:extLst>
                </p14:cNvPr>
                <p14:cNvContentPartPr/>
                <p14:nvPr/>
              </p14:nvContentPartPr>
              <p14:xfrm>
                <a:off x="3308222" y="5188603"/>
                <a:ext cx="210240" cy="248760"/>
              </p14:xfrm>
            </p:contentPart>
          </mc:Choice>
          <mc:Fallback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87A8EB54-478C-3487-0CA6-EA0DBE8F6CCD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3299582" y="5179603"/>
                  <a:ext cx="22788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0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A57220D8-EC32-69C4-65F2-AE612DF2DF43}"/>
                    </a:ext>
                  </a:extLst>
                </p14:cNvPr>
                <p14:cNvContentPartPr/>
                <p14:nvPr/>
              </p14:nvContentPartPr>
              <p14:xfrm>
                <a:off x="3586502" y="5123443"/>
                <a:ext cx="140040" cy="315720"/>
              </p14:xfrm>
            </p:contentPart>
          </mc:Choice>
          <mc:Fallback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A57220D8-EC32-69C4-65F2-AE612DF2DF43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3577502" y="5114443"/>
                  <a:ext cx="15768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2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90AADA35-FB9C-E529-045D-36B116B56BE4}"/>
                    </a:ext>
                  </a:extLst>
                </p14:cNvPr>
                <p14:cNvContentPartPr/>
                <p14:nvPr/>
              </p14:nvContentPartPr>
              <p14:xfrm>
                <a:off x="3791342" y="5191123"/>
                <a:ext cx="123120" cy="20880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90AADA35-FB9C-E529-045D-36B116B56BE4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3782702" y="5182123"/>
                  <a:ext cx="14076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4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54E575C1-948D-359E-5600-24A43B416AC6}"/>
                    </a:ext>
                  </a:extLst>
                </p14:cNvPr>
                <p14:cNvContentPartPr/>
                <p14:nvPr/>
              </p14:nvContentPartPr>
              <p14:xfrm>
                <a:off x="3953702" y="5285083"/>
                <a:ext cx="135000" cy="1944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54E575C1-948D-359E-5600-24A43B416AC6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3945062" y="5276083"/>
                  <a:ext cx="15264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6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98BAC71E-14E3-36E1-C45C-147A7DE9B8FD}"/>
                    </a:ext>
                  </a:extLst>
                </p14:cNvPr>
                <p14:cNvContentPartPr/>
                <p14:nvPr/>
              </p14:nvContentPartPr>
              <p14:xfrm>
                <a:off x="4208942" y="5170963"/>
                <a:ext cx="34200" cy="19908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98BAC71E-14E3-36E1-C45C-147A7DE9B8FD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4199942" y="5161963"/>
                  <a:ext cx="5184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8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EE3F113F-C8F4-36D3-C363-E7DC6D77EB5C}"/>
                    </a:ext>
                  </a:extLst>
                </p14:cNvPr>
                <p14:cNvContentPartPr/>
                <p14:nvPr/>
              </p14:nvContentPartPr>
              <p14:xfrm>
                <a:off x="4258262" y="5294083"/>
                <a:ext cx="131760" cy="58680"/>
              </p14:xfrm>
            </p:contentPart>
          </mc:Choice>
          <mc:Fallback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EE3F113F-C8F4-36D3-C363-E7DC6D77EB5C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4249622" y="5285443"/>
                  <a:ext cx="14940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0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37F350E0-7CD4-6079-8448-6B47F66D8EFE}"/>
                    </a:ext>
                  </a:extLst>
                </p14:cNvPr>
                <p14:cNvContentPartPr/>
                <p14:nvPr/>
              </p14:nvContentPartPr>
              <p14:xfrm>
                <a:off x="4384982" y="5190763"/>
                <a:ext cx="125640" cy="24084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37F350E0-7CD4-6079-8448-6B47F66D8EFE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4375982" y="5181763"/>
                  <a:ext cx="143280" cy="258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02">
            <p14:nvContentPartPr>
              <p14:cNvPr id="322" name="Ink 321">
                <a:extLst>
                  <a:ext uri="{FF2B5EF4-FFF2-40B4-BE49-F238E27FC236}">
                    <a16:creationId xmlns:a16="http://schemas.microsoft.com/office/drawing/2014/main" id="{49D24003-D4EB-D64C-DA42-1C8E2614C355}"/>
                  </a:ext>
                </a:extLst>
              </p14:cNvPr>
              <p14:cNvContentPartPr/>
              <p14:nvPr/>
            </p14:nvContentPartPr>
            <p14:xfrm>
              <a:off x="2512622" y="5929483"/>
              <a:ext cx="1914120" cy="231840"/>
            </p14:xfrm>
          </p:contentPart>
        </mc:Choice>
        <mc:Fallback>
          <p:pic>
            <p:nvPicPr>
              <p:cNvPr id="322" name="Ink 321">
                <a:extLst>
                  <a:ext uri="{FF2B5EF4-FFF2-40B4-BE49-F238E27FC236}">
                    <a16:creationId xmlns:a16="http://schemas.microsoft.com/office/drawing/2014/main" id="{49D24003-D4EB-D64C-DA42-1C8E2614C355}"/>
                  </a:ext>
                </a:extLst>
              </p:cNvPr>
              <p:cNvPicPr/>
              <p:nvPr/>
            </p:nvPicPr>
            <p:blipFill>
              <a:blip r:embed="rId503"/>
              <a:stretch>
                <a:fillRect/>
              </a:stretch>
            </p:blipFill>
            <p:spPr>
              <a:xfrm>
                <a:off x="2503982" y="5920843"/>
                <a:ext cx="1931760" cy="249480"/>
              </a:xfrm>
              <a:prstGeom prst="rect">
                <a:avLst/>
              </a:prstGeom>
            </p:spPr>
          </p:pic>
        </mc:Fallback>
      </mc:AlternateContent>
      <p:grpSp>
        <p:nvGrpSpPr>
          <p:cNvPr id="326" name="Group 325">
            <a:extLst>
              <a:ext uri="{FF2B5EF4-FFF2-40B4-BE49-F238E27FC236}">
                <a16:creationId xmlns:a16="http://schemas.microsoft.com/office/drawing/2014/main" id="{8CE8CC6F-D11F-4398-AF10-BA7C3D465533}"/>
              </a:ext>
            </a:extLst>
          </p:cNvPr>
          <p:cNvGrpSpPr/>
          <p:nvPr/>
        </p:nvGrpSpPr>
        <p:grpSpPr>
          <a:xfrm>
            <a:off x="3193742" y="6302443"/>
            <a:ext cx="384480" cy="162360"/>
            <a:chOff x="3193742" y="6302443"/>
            <a:chExt cx="384480" cy="162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4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BF8CC248-D27A-0350-31FF-BA7F4128151E}"/>
                    </a:ext>
                  </a:extLst>
                </p14:cNvPr>
                <p14:cNvContentPartPr/>
                <p14:nvPr/>
              </p14:nvContentPartPr>
              <p14:xfrm>
                <a:off x="3193742" y="6385243"/>
                <a:ext cx="174960" cy="33840"/>
              </p14:xfrm>
            </p:contentPart>
          </mc:Choice>
          <mc:Fallback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BF8CC248-D27A-0350-31FF-BA7F4128151E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3185102" y="6376243"/>
                  <a:ext cx="19260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6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E951FCFF-A597-4430-4019-27F244A16DE4}"/>
                    </a:ext>
                  </a:extLst>
                </p14:cNvPr>
                <p14:cNvContentPartPr/>
                <p14:nvPr/>
              </p14:nvContentPartPr>
              <p14:xfrm>
                <a:off x="3202742" y="6349243"/>
                <a:ext cx="134280" cy="1620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E951FCFF-A597-4430-4019-27F244A16DE4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3193742" y="6340603"/>
                  <a:ext cx="1519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8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BD3A867C-4E46-FEBD-6978-FDEE2EB010CA}"/>
                    </a:ext>
                  </a:extLst>
                </p14:cNvPr>
                <p14:cNvContentPartPr/>
                <p14:nvPr/>
              </p14:nvContentPartPr>
              <p14:xfrm>
                <a:off x="3534302" y="6302443"/>
                <a:ext cx="43920" cy="162360"/>
              </p14:xfrm>
            </p:contentPart>
          </mc:Choice>
          <mc:Fallback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BD3A867C-4E46-FEBD-6978-FDEE2EB010CA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3525302" y="6293443"/>
                  <a:ext cx="61560" cy="18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6" name="Group 335">
            <a:extLst>
              <a:ext uri="{FF2B5EF4-FFF2-40B4-BE49-F238E27FC236}">
                <a16:creationId xmlns:a16="http://schemas.microsoft.com/office/drawing/2014/main" id="{92626B5E-AA23-E034-C6B6-8C860A2E2F3F}"/>
              </a:ext>
            </a:extLst>
          </p:cNvPr>
          <p:cNvGrpSpPr/>
          <p:nvPr/>
        </p:nvGrpSpPr>
        <p:grpSpPr>
          <a:xfrm>
            <a:off x="4799342" y="5235763"/>
            <a:ext cx="942480" cy="465480"/>
            <a:chOff x="4799342" y="5235763"/>
            <a:chExt cx="942480" cy="46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0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FB3ED1FF-DE91-8B3F-3706-6AF9129E8EA3}"/>
                    </a:ext>
                  </a:extLst>
                </p14:cNvPr>
                <p14:cNvContentPartPr/>
                <p14:nvPr/>
              </p14:nvContentPartPr>
              <p14:xfrm>
                <a:off x="4799342" y="5426203"/>
                <a:ext cx="172080" cy="19080"/>
              </p14:xfrm>
            </p:contentPart>
          </mc:Choice>
          <mc:Fallback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FB3ED1FF-DE91-8B3F-3706-6AF9129E8EA3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4790702" y="5417563"/>
                  <a:ext cx="1897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2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53B22555-04D7-1ABB-450B-5A89DC8EF025}"/>
                    </a:ext>
                  </a:extLst>
                </p14:cNvPr>
                <p14:cNvContentPartPr/>
                <p14:nvPr/>
              </p14:nvContentPartPr>
              <p14:xfrm>
                <a:off x="4803662" y="5368963"/>
                <a:ext cx="133920" cy="6840"/>
              </p14:xfrm>
            </p:contentPart>
          </mc:Choice>
          <mc:Fallback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53B22555-04D7-1ABB-450B-5A89DC8EF025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4795022" y="5360323"/>
                  <a:ext cx="1515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4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181D5593-07D5-405F-706C-728C12DADF01}"/>
                    </a:ext>
                  </a:extLst>
                </p14:cNvPr>
                <p14:cNvContentPartPr/>
                <p14:nvPr/>
              </p14:nvContentPartPr>
              <p14:xfrm>
                <a:off x="5125862" y="5235763"/>
                <a:ext cx="285840" cy="345960"/>
              </p14:xfrm>
            </p:contentPart>
          </mc:Choice>
          <mc:Fallback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181D5593-07D5-405F-706C-728C12DADF01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5117222" y="5226763"/>
                  <a:ext cx="30348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6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2484FCEB-22C6-D341-68E5-D7F35C541B88}"/>
                    </a:ext>
                  </a:extLst>
                </p14:cNvPr>
                <p14:cNvContentPartPr/>
                <p14:nvPr/>
              </p14:nvContentPartPr>
              <p14:xfrm>
                <a:off x="5198222" y="5250163"/>
                <a:ext cx="147960" cy="354240"/>
              </p14:xfrm>
            </p:contentPart>
          </mc:Choice>
          <mc:Fallback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2484FCEB-22C6-D341-68E5-D7F35C541B88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5189222" y="5241163"/>
                  <a:ext cx="16560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8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E677BEE2-A20B-EE4F-C1DE-1FB0CBE40934}"/>
                    </a:ext>
                  </a:extLst>
                </p14:cNvPr>
                <p14:cNvContentPartPr/>
                <p14:nvPr/>
              </p14:nvContentPartPr>
              <p14:xfrm>
                <a:off x="5509262" y="5467243"/>
                <a:ext cx="48600" cy="219240"/>
              </p14:xfrm>
            </p:contentPart>
          </mc:Choice>
          <mc:Fallback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E677BEE2-A20B-EE4F-C1DE-1FB0CBE40934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5500262" y="5458243"/>
                  <a:ext cx="6624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0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F4F7B353-C351-DD52-F11C-A943E232C7AB}"/>
                    </a:ext>
                  </a:extLst>
                </p14:cNvPr>
                <p14:cNvContentPartPr/>
                <p14:nvPr/>
              </p14:nvContentPartPr>
              <p14:xfrm>
                <a:off x="5549942" y="5591083"/>
                <a:ext cx="191880" cy="110160"/>
              </p14:xfrm>
            </p:contentPart>
          </mc:Choice>
          <mc:Fallback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F4F7B353-C351-DD52-F11C-A943E232C7AB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5541302" y="5582443"/>
                  <a:ext cx="209520" cy="127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22">
            <p14:nvContentPartPr>
              <p14:cNvPr id="337" name="Ink 336">
                <a:extLst>
                  <a:ext uri="{FF2B5EF4-FFF2-40B4-BE49-F238E27FC236}">
                    <a16:creationId xmlns:a16="http://schemas.microsoft.com/office/drawing/2014/main" id="{3F6B37DB-A7C6-BD30-5F0F-F02DAF932717}"/>
                  </a:ext>
                </a:extLst>
              </p14:cNvPr>
              <p14:cNvContentPartPr/>
              <p14:nvPr/>
            </p14:nvContentPartPr>
            <p14:xfrm>
              <a:off x="921782" y="2355403"/>
              <a:ext cx="3303720" cy="135000"/>
            </p14:xfrm>
          </p:contentPart>
        </mc:Choice>
        <mc:Fallback>
          <p:pic>
            <p:nvPicPr>
              <p:cNvPr id="337" name="Ink 336">
                <a:extLst>
                  <a:ext uri="{FF2B5EF4-FFF2-40B4-BE49-F238E27FC236}">
                    <a16:creationId xmlns:a16="http://schemas.microsoft.com/office/drawing/2014/main" id="{3F6B37DB-A7C6-BD30-5F0F-F02DAF932717}"/>
                  </a:ext>
                </a:extLst>
              </p:cNvPr>
              <p:cNvPicPr/>
              <p:nvPr/>
            </p:nvPicPr>
            <p:blipFill>
              <a:blip r:embed="rId523"/>
              <a:stretch>
                <a:fillRect/>
              </a:stretch>
            </p:blipFill>
            <p:spPr>
              <a:xfrm>
                <a:off x="915662" y="2349283"/>
                <a:ext cx="3315960" cy="14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4">
            <p14:nvContentPartPr>
              <p14:cNvPr id="338" name="Ink 337">
                <a:extLst>
                  <a:ext uri="{FF2B5EF4-FFF2-40B4-BE49-F238E27FC236}">
                    <a16:creationId xmlns:a16="http://schemas.microsoft.com/office/drawing/2014/main" id="{168A8328-C463-8F0F-5707-387B76BFF228}"/>
                  </a:ext>
                </a:extLst>
              </p14:cNvPr>
              <p14:cNvContentPartPr/>
              <p14:nvPr/>
            </p14:nvContentPartPr>
            <p14:xfrm>
              <a:off x="5054942" y="5793403"/>
              <a:ext cx="677160" cy="126360"/>
            </p14:xfrm>
          </p:contentPart>
        </mc:Choice>
        <mc:Fallback>
          <p:pic>
            <p:nvPicPr>
              <p:cNvPr id="338" name="Ink 337">
                <a:extLst>
                  <a:ext uri="{FF2B5EF4-FFF2-40B4-BE49-F238E27FC236}">
                    <a16:creationId xmlns:a16="http://schemas.microsoft.com/office/drawing/2014/main" id="{168A8328-C463-8F0F-5707-387B76BFF228}"/>
                  </a:ext>
                </a:extLst>
              </p:cNvPr>
              <p:cNvPicPr/>
              <p:nvPr/>
            </p:nvPicPr>
            <p:blipFill>
              <a:blip r:embed="rId525"/>
              <a:stretch>
                <a:fillRect/>
              </a:stretch>
            </p:blipFill>
            <p:spPr>
              <a:xfrm>
                <a:off x="5048822" y="5787283"/>
                <a:ext cx="689400" cy="138600"/>
              </a:xfrm>
              <a:prstGeom prst="rect">
                <a:avLst/>
              </a:prstGeom>
            </p:spPr>
          </p:pic>
        </mc:Fallback>
      </mc:AlternateContent>
      <p:grpSp>
        <p:nvGrpSpPr>
          <p:cNvPr id="351" name="Group 350">
            <a:extLst>
              <a:ext uri="{FF2B5EF4-FFF2-40B4-BE49-F238E27FC236}">
                <a16:creationId xmlns:a16="http://schemas.microsoft.com/office/drawing/2014/main" id="{52614915-ADE6-1FBE-4AE0-105495AD3604}"/>
              </a:ext>
            </a:extLst>
          </p:cNvPr>
          <p:cNvGrpSpPr/>
          <p:nvPr/>
        </p:nvGrpSpPr>
        <p:grpSpPr>
          <a:xfrm>
            <a:off x="7024862" y="5408203"/>
            <a:ext cx="702360" cy="212040"/>
            <a:chOff x="7024862" y="5408203"/>
            <a:chExt cx="702360" cy="21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6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4F6FAEC6-122D-B3E7-06B6-86A5ADECD828}"/>
                    </a:ext>
                  </a:extLst>
                </p14:cNvPr>
                <p14:cNvContentPartPr/>
                <p14:nvPr/>
              </p14:nvContentPartPr>
              <p14:xfrm>
                <a:off x="7182902" y="5427643"/>
                <a:ext cx="49680" cy="157320"/>
              </p14:xfrm>
            </p:contentPart>
          </mc:Choice>
          <mc:Fallback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4F6FAEC6-122D-B3E7-06B6-86A5ADECD828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7176782" y="5421523"/>
                  <a:ext cx="6192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8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B5B255B7-424D-8347-4E21-9EB60EF9DF9F}"/>
                    </a:ext>
                  </a:extLst>
                </p14:cNvPr>
                <p14:cNvContentPartPr/>
                <p14:nvPr/>
              </p14:nvContentPartPr>
              <p14:xfrm>
                <a:off x="7024862" y="5409283"/>
                <a:ext cx="270360" cy="28800"/>
              </p14:xfrm>
            </p:contentPart>
          </mc:Choice>
          <mc:Fallback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B5B255B7-424D-8347-4E21-9EB60EF9DF9F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7018742" y="5403163"/>
                  <a:ext cx="2826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0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F44A2174-66FB-82F6-02FA-E3FC77C3C192}"/>
                    </a:ext>
                  </a:extLst>
                </p14:cNvPr>
                <p14:cNvContentPartPr/>
                <p14:nvPr/>
              </p14:nvContentPartPr>
              <p14:xfrm>
                <a:off x="7299902" y="5408203"/>
                <a:ext cx="265680" cy="186480"/>
              </p14:xfrm>
            </p:contentPart>
          </mc:Choice>
          <mc:Fallback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F44A2174-66FB-82F6-02FA-E3FC77C3C192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7293782" y="5402083"/>
                  <a:ext cx="27792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2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CD0A16B0-872E-B212-A813-D7A1414FC1B9}"/>
                    </a:ext>
                  </a:extLst>
                </p14:cNvPr>
                <p14:cNvContentPartPr/>
                <p14:nvPr/>
              </p14:nvContentPartPr>
              <p14:xfrm>
                <a:off x="7514102" y="5436643"/>
                <a:ext cx="7560" cy="24480"/>
              </p14:xfrm>
            </p:contentPart>
          </mc:Choice>
          <mc:Fallback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CD0A16B0-872E-B212-A813-D7A1414FC1B9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7507982" y="5430523"/>
                  <a:ext cx="198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4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22B2CD80-043B-E4D0-C15F-BFF9153049D6}"/>
                    </a:ext>
                  </a:extLst>
                </p14:cNvPr>
                <p14:cNvContentPartPr/>
                <p14:nvPr/>
              </p14:nvContentPartPr>
              <p14:xfrm>
                <a:off x="7577822" y="5500723"/>
                <a:ext cx="149400" cy="119520"/>
              </p14:xfrm>
            </p:contentPart>
          </mc:Choice>
          <mc:Fallback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22B2CD80-043B-E4D0-C15F-BFF9153049D6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7571702" y="5494603"/>
                  <a:ext cx="161640" cy="13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0" name="Group 349">
            <a:extLst>
              <a:ext uri="{FF2B5EF4-FFF2-40B4-BE49-F238E27FC236}">
                <a16:creationId xmlns:a16="http://schemas.microsoft.com/office/drawing/2014/main" id="{9D8EB113-27B9-BF48-FECA-A4FED3362D20}"/>
              </a:ext>
            </a:extLst>
          </p:cNvPr>
          <p:cNvGrpSpPr/>
          <p:nvPr/>
        </p:nvGrpSpPr>
        <p:grpSpPr>
          <a:xfrm>
            <a:off x="8099822" y="5367883"/>
            <a:ext cx="917280" cy="223920"/>
            <a:chOff x="8099822" y="5367883"/>
            <a:chExt cx="917280" cy="223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6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9F054C4E-C8A6-AD5B-E4E6-347979592085}"/>
                    </a:ext>
                  </a:extLst>
                </p14:cNvPr>
                <p14:cNvContentPartPr/>
                <p14:nvPr/>
              </p14:nvContentPartPr>
              <p14:xfrm>
                <a:off x="8099822" y="5482363"/>
                <a:ext cx="227160" cy="109440"/>
              </p14:xfrm>
            </p:contentPart>
          </mc:Choice>
          <mc:Fallback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9F054C4E-C8A6-AD5B-E4E6-347979592085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8093702" y="5476243"/>
                  <a:ext cx="23940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8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256B36F9-BDF7-0F46-D6BB-56E276E7E471}"/>
                    </a:ext>
                  </a:extLst>
                </p14:cNvPr>
                <p14:cNvContentPartPr/>
                <p14:nvPr/>
              </p14:nvContentPartPr>
              <p14:xfrm>
                <a:off x="8377022" y="5504683"/>
                <a:ext cx="88200" cy="63720"/>
              </p14:xfrm>
            </p:contentPart>
          </mc:Choice>
          <mc:Fallback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256B36F9-BDF7-0F46-D6BB-56E276E7E471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8370902" y="5498563"/>
                  <a:ext cx="10044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0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5AF5666D-859A-1FDD-2882-8399536C1203}"/>
                    </a:ext>
                  </a:extLst>
                </p14:cNvPr>
                <p14:cNvContentPartPr/>
                <p14:nvPr/>
              </p14:nvContentPartPr>
              <p14:xfrm>
                <a:off x="8513462" y="5475523"/>
                <a:ext cx="84240" cy="115200"/>
              </p14:xfrm>
            </p:contentPart>
          </mc:Choice>
          <mc:Fallback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5AF5666D-859A-1FDD-2882-8399536C1203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8507342" y="5469403"/>
                  <a:ext cx="9648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2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A2CD7E53-12DC-9B05-091B-A828B8CE47B4}"/>
                    </a:ext>
                  </a:extLst>
                </p14:cNvPr>
                <p14:cNvContentPartPr/>
                <p14:nvPr/>
              </p14:nvContentPartPr>
              <p14:xfrm>
                <a:off x="8642342" y="5367883"/>
                <a:ext cx="90360" cy="203400"/>
              </p14:xfrm>
            </p:contentPart>
          </mc:Choice>
          <mc:Fallback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A2CD7E53-12DC-9B05-091B-A828B8CE47B4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8636222" y="5361763"/>
                  <a:ext cx="10260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4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32C06CC8-7177-78E3-661A-DFD9CADDCF7E}"/>
                    </a:ext>
                  </a:extLst>
                </p14:cNvPr>
                <p14:cNvContentPartPr/>
                <p14:nvPr/>
              </p14:nvContentPartPr>
              <p14:xfrm>
                <a:off x="8716502" y="5477323"/>
                <a:ext cx="191520" cy="79200"/>
              </p14:xfrm>
            </p:contentPart>
          </mc:Choice>
          <mc:Fallback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32C06CC8-7177-78E3-661A-DFD9CADDCF7E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8710382" y="5471203"/>
                  <a:ext cx="20376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6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EAF78D93-F54A-F1FF-B870-E66CD94E67A4}"/>
                    </a:ext>
                  </a:extLst>
                </p14:cNvPr>
                <p14:cNvContentPartPr/>
                <p14:nvPr/>
              </p14:nvContentPartPr>
              <p14:xfrm>
                <a:off x="8891102" y="5422243"/>
                <a:ext cx="126000" cy="153360"/>
              </p14:xfrm>
            </p:contentPart>
          </mc:Choice>
          <mc:Fallback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EAF78D93-F54A-F1FF-B870-E66CD94E67A4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8884982" y="5416123"/>
                  <a:ext cx="138240" cy="165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48">
            <p14:nvContentPartPr>
              <p14:cNvPr id="352" name="Ink 351">
                <a:extLst>
                  <a:ext uri="{FF2B5EF4-FFF2-40B4-BE49-F238E27FC236}">
                    <a16:creationId xmlns:a16="http://schemas.microsoft.com/office/drawing/2014/main" id="{6F3DD6D0-6C9D-B66E-F974-777B237133E4}"/>
                  </a:ext>
                </a:extLst>
              </p14:cNvPr>
              <p14:cNvContentPartPr/>
              <p14:nvPr/>
            </p14:nvContentPartPr>
            <p14:xfrm>
              <a:off x="9265142" y="5279323"/>
              <a:ext cx="31680" cy="149040"/>
            </p14:xfrm>
          </p:contentPart>
        </mc:Choice>
        <mc:Fallback>
          <p:pic>
            <p:nvPicPr>
              <p:cNvPr id="352" name="Ink 351">
                <a:extLst>
                  <a:ext uri="{FF2B5EF4-FFF2-40B4-BE49-F238E27FC236}">
                    <a16:creationId xmlns:a16="http://schemas.microsoft.com/office/drawing/2014/main" id="{6F3DD6D0-6C9D-B66E-F974-777B237133E4}"/>
                  </a:ext>
                </a:extLst>
              </p:cNvPr>
              <p:cNvPicPr/>
              <p:nvPr/>
            </p:nvPicPr>
            <p:blipFill>
              <a:blip r:embed="rId549"/>
              <a:stretch>
                <a:fillRect/>
              </a:stretch>
            </p:blipFill>
            <p:spPr>
              <a:xfrm>
                <a:off x="9259022" y="5273203"/>
                <a:ext cx="43920" cy="16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0">
            <p14:nvContentPartPr>
              <p14:cNvPr id="353" name="Ink 352">
                <a:extLst>
                  <a:ext uri="{FF2B5EF4-FFF2-40B4-BE49-F238E27FC236}">
                    <a16:creationId xmlns:a16="http://schemas.microsoft.com/office/drawing/2014/main" id="{EEC5802A-B7FD-788A-E72C-B27815B11386}"/>
                  </a:ext>
                </a:extLst>
              </p14:cNvPr>
              <p14:cNvContentPartPr/>
              <p14:nvPr/>
            </p14:nvContentPartPr>
            <p14:xfrm>
              <a:off x="9293582" y="5550763"/>
              <a:ext cx="25560" cy="30960"/>
            </p14:xfrm>
          </p:contentPart>
        </mc:Choice>
        <mc:Fallback>
          <p:pic>
            <p:nvPicPr>
              <p:cNvPr id="353" name="Ink 352">
                <a:extLst>
                  <a:ext uri="{FF2B5EF4-FFF2-40B4-BE49-F238E27FC236}">
                    <a16:creationId xmlns:a16="http://schemas.microsoft.com/office/drawing/2014/main" id="{EEC5802A-B7FD-788A-E72C-B27815B11386}"/>
                  </a:ext>
                </a:extLst>
              </p:cNvPr>
              <p:cNvPicPr/>
              <p:nvPr/>
            </p:nvPicPr>
            <p:blipFill>
              <a:blip r:embed="rId551"/>
              <a:stretch>
                <a:fillRect/>
              </a:stretch>
            </p:blipFill>
            <p:spPr>
              <a:xfrm>
                <a:off x="9287462" y="5544643"/>
                <a:ext cx="37800" cy="43200"/>
              </a:xfrm>
              <a:prstGeom prst="rect">
                <a:avLst/>
              </a:prstGeom>
            </p:spPr>
          </p:pic>
        </mc:Fallback>
      </mc:AlternateContent>
      <p:grpSp>
        <p:nvGrpSpPr>
          <p:cNvPr id="357" name="Group 356">
            <a:extLst>
              <a:ext uri="{FF2B5EF4-FFF2-40B4-BE49-F238E27FC236}">
                <a16:creationId xmlns:a16="http://schemas.microsoft.com/office/drawing/2014/main" id="{2068AF21-B860-670B-F52A-60F26CE7B26A}"/>
              </a:ext>
            </a:extLst>
          </p:cNvPr>
          <p:cNvGrpSpPr/>
          <p:nvPr/>
        </p:nvGrpSpPr>
        <p:grpSpPr>
          <a:xfrm>
            <a:off x="975782" y="1169923"/>
            <a:ext cx="1228320" cy="221760"/>
            <a:chOff x="975782" y="1169923"/>
            <a:chExt cx="1228320" cy="221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E6AAD5F-55A8-8EBD-1135-B9CD23583E4B}"/>
                    </a:ext>
                  </a:extLst>
                </p14:cNvPr>
                <p14:cNvContentPartPr/>
                <p14:nvPr/>
              </p14:nvContentPartPr>
              <p14:xfrm>
                <a:off x="975782" y="1217803"/>
                <a:ext cx="200160" cy="1738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E6AAD5F-55A8-8EBD-1135-B9CD23583E4B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967142" y="1208803"/>
                  <a:ext cx="21780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54980753-C5FA-E255-F707-62BA987A052F}"/>
                    </a:ext>
                  </a:extLst>
                </p14:cNvPr>
                <p14:cNvContentPartPr/>
                <p14:nvPr/>
              </p14:nvContentPartPr>
              <p14:xfrm>
                <a:off x="1211942" y="1169923"/>
                <a:ext cx="246240" cy="2116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54980753-C5FA-E255-F707-62BA987A052F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1203302" y="1161283"/>
                  <a:ext cx="26388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89647E6-71D5-8422-4328-0BC01C6D812B}"/>
                    </a:ext>
                  </a:extLst>
                </p14:cNvPr>
                <p14:cNvContentPartPr/>
                <p14:nvPr/>
              </p14:nvContentPartPr>
              <p14:xfrm>
                <a:off x="1726742" y="1284043"/>
                <a:ext cx="110880" cy="867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89647E6-71D5-8422-4328-0BC01C6D812B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1717742" y="1275403"/>
                  <a:ext cx="12852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6A67268-C2C8-0738-8045-97EB244EA353}"/>
                    </a:ext>
                  </a:extLst>
                </p14:cNvPr>
                <p14:cNvContentPartPr/>
                <p14:nvPr/>
              </p14:nvContentPartPr>
              <p14:xfrm>
                <a:off x="1848062" y="1176043"/>
                <a:ext cx="90360" cy="1962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6A67268-C2C8-0738-8045-97EB244EA353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1839422" y="1167043"/>
                  <a:ext cx="10800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45D16C9-4601-E50A-5282-13BDDC349D9C}"/>
                    </a:ext>
                  </a:extLst>
                </p14:cNvPr>
                <p14:cNvContentPartPr/>
                <p14:nvPr/>
              </p14:nvContentPartPr>
              <p14:xfrm>
                <a:off x="1932662" y="1278283"/>
                <a:ext cx="205920" cy="954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45D16C9-4601-E50A-5282-13BDDC349D9C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1923662" y="1269283"/>
                  <a:ext cx="22356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968DBFE-5BD8-124C-E81F-D5318540128B}"/>
                    </a:ext>
                  </a:extLst>
                </p14:cNvPr>
                <p14:cNvContentPartPr/>
                <p14:nvPr/>
              </p14:nvContentPartPr>
              <p14:xfrm>
                <a:off x="2178542" y="1216003"/>
                <a:ext cx="3960" cy="14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968DBFE-5BD8-124C-E81F-D5318540128B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2169542" y="1207003"/>
                  <a:ext cx="216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F2C476B-2DE1-29E6-3605-5B594F98E0A8}"/>
                    </a:ext>
                  </a:extLst>
                </p14:cNvPr>
                <p14:cNvContentPartPr/>
                <p14:nvPr/>
              </p14:nvContentPartPr>
              <p14:xfrm>
                <a:off x="2202662" y="1351003"/>
                <a:ext cx="1440" cy="28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F2C476B-2DE1-29E6-3605-5B594F98E0A8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2193662" y="1342363"/>
                  <a:ext cx="1908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6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9C32BEFD-3035-FC66-22B7-C99720F79C50}"/>
                    </a:ext>
                  </a:extLst>
                </p14:cNvPr>
                <p14:cNvContentPartPr/>
                <p14:nvPr/>
              </p14:nvContentPartPr>
              <p14:xfrm>
                <a:off x="1503182" y="1275763"/>
                <a:ext cx="115560" cy="102240"/>
              </p14:xfrm>
            </p:contentPart>
          </mc:Choice>
          <mc:Fallback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9C32BEFD-3035-FC66-22B7-C99720F79C50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1494542" y="1266763"/>
                  <a:ext cx="133200" cy="119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634844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532C1-3692-893D-0D90-11939675E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3923"/>
          </a:xfrm>
        </p:spPr>
        <p:txBody>
          <a:bodyPr/>
          <a:lstStyle/>
          <a:p>
            <a:r>
              <a:rPr lang="en-US" dirty="0"/>
              <a:t>DFT indexes </a:t>
            </a:r>
            <a:r>
              <a:rPr lang="en-US" dirty="0" err="1"/>
              <a:t>k,n</a:t>
            </a:r>
            <a:r>
              <a:rPr lang="en-US" dirty="0"/>
              <a:t>, taken Modulo N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6D61B92-4316-1E96-8B14-F208F976509B}"/>
              </a:ext>
            </a:extLst>
          </p:cNvPr>
          <p:cNvGrpSpPr/>
          <p:nvPr/>
        </p:nvGrpSpPr>
        <p:grpSpPr>
          <a:xfrm>
            <a:off x="1102502" y="1319505"/>
            <a:ext cx="1452600" cy="528840"/>
            <a:chOff x="1102502" y="1319505"/>
            <a:chExt cx="1452600" cy="52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B8E88A3-DA91-7757-3782-F56B427FBDD9}"/>
                    </a:ext>
                  </a:extLst>
                </p14:cNvPr>
                <p14:cNvContentPartPr/>
                <p14:nvPr/>
              </p14:nvContentPartPr>
              <p14:xfrm>
                <a:off x="1102502" y="1677345"/>
                <a:ext cx="177120" cy="1710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B8E88A3-DA91-7757-3782-F56B427FBDD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93862" y="1668705"/>
                  <a:ext cx="19476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DA55326-6FB5-08D7-4A68-829F33A2DF76}"/>
                    </a:ext>
                  </a:extLst>
                </p14:cNvPr>
                <p14:cNvContentPartPr/>
                <p14:nvPr/>
              </p14:nvContentPartPr>
              <p14:xfrm>
                <a:off x="1316342" y="1543785"/>
                <a:ext cx="118440" cy="1620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DA55326-6FB5-08D7-4A68-829F33A2DF7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307342" y="1535145"/>
                  <a:ext cx="13608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F3CA66B-C226-88B5-89EA-01BC52C534F6}"/>
                    </a:ext>
                  </a:extLst>
                </p14:cNvPr>
                <p14:cNvContentPartPr/>
                <p14:nvPr/>
              </p14:nvContentPartPr>
              <p14:xfrm>
                <a:off x="1290422" y="1397985"/>
                <a:ext cx="18000" cy="313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F3CA66B-C226-88B5-89EA-01BC52C534F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81422" y="1388985"/>
                  <a:ext cx="3564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EAA1CF9-660D-3B17-746C-D315BF4DEDFE}"/>
                    </a:ext>
                  </a:extLst>
                </p14:cNvPr>
                <p14:cNvContentPartPr/>
                <p14:nvPr/>
              </p14:nvContentPartPr>
              <p14:xfrm>
                <a:off x="1452422" y="1444425"/>
                <a:ext cx="170640" cy="1195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EAA1CF9-660D-3B17-746C-D315BF4DEDF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43782" y="1435425"/>
                  <a:ext cx="18828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D029660-CCC2-C732-4D11-470724B564FB}"/>
                    </a:ext>
                  </a:extLst>
                </p14:cNvPr>
                <p14:cNvContentPartPr/>
                <p14:nvPr/>
              </p14:nvContentPartPr>
              <p14:xfrm>
                <a:off x="1657622" y="1492305"/>
                <a:ext cx="65880" cy="799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D029660-CCC2-C732-4D11-470724B564F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48622" y="1483665"/>
                  <a:ext cx="8352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B899076-68EA-A7A6-6AD2-B86EA06C02B9}"/>
                    </a:ext>
                  </a:extLst>
                </p14:cNvPr>
                <p14:cNvContentPartPr/>
                <p14:nvPr/>
              </p14:nvContentPartPr>
              <p14:xfrm>
                <a:off x="1716662" y="1504185"/>
                <a:ext cx="35640" cy="468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B899076-68EA-A7A6-6AD2-B86EA06C02B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708022" y="1495545"/>
                  <a:ext cx="5328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EF57DE2-406E-5C01-4D94-4313FB3E5AD3}"/>
                    </a:ext>
                  </a:extLst>
                </p14:cNvPr>
                <p14:cNvContentPartPr/>
                <p14:nvPr/>
              </p14:nvContentPartPr>
              <p14:xfrm>
                <a:off x="1561862" y="1430025"/>
                <a:ext cx="162720" cy="212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EF57DE2-406E-5C01-4D94-4313FB3E5AD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553222" y="1421385"/>
                  <a:ext cx="1803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45F470B-B0F8-DEF0-E48B-CBC5A209DFA3}"/>
                    </a:ext>
                  </a:extLst>
                </p14:cNvPr>
                <p14:cNvContentPartPr/>
                <p14:nvPr/>
              </p14:nvContentPartPr>
              <p14:xfrm>
                <a:off x="1772822" y="1361625"/>
                <a:ext cx="100080" cy="1843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45F470B-B0F8-DEF0-E48B-CBC5A209DFA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763822" y="1352625"/>
                  <a:ext cx="11772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502ABAF-0A78-56DC-36E3-EFFF60AF4A35}"/>
                    </a:ext>
                  </a:extLst>
                </p14:cNvPr>
                <p14:cNvContentPartPr/>
                <p14:nvPr/>
              </p14:nvContentPartPr>
              <p14:xfrm>
                <a:off x="1880102" y="1482945"/>
                <a:ext cx="95760" cy="475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502ABAF-0A78-56DC-36E3-EFFF60AF4A3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871102" y="1473945"/>
                  <a:ext cx="1134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8F144C2-74E1-9584-DBFA-6771DE70D521}"/>
                    </a:ext>
                  </a:extLst>
                </p14:cNvPr>
                <p14:cNvContentPartPr/>
                <p14:nvPr/>
              </p14:nvContentPartPr>
              <p14:xfrm>
                <a:off x="1979822" y="1470345"/>
                <a:ext cx="192960" cy="601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8F144C2-74E1-9584-DBFA-6771DE70D52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970822" y="1461705"/>
                  <a:ext cx="21060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7A37EEF-53E4-63C8-AFD7-DD089AF33350}"/>
                    </a:ext>
                  </a:extLst>
                </p14:cNvPr>
                <p14:cNvContentPartPr/>
                <p14:nvPr/>
              </p14:nvContentPartPr>
              <p14:xfrm>
                <a:off x="2200502" y="1319505"/>
                <a:ext cx="108360" cy="2221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7A37EEF-53E4-63C8-AFD7-DD089AF3335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191862" y="1310505"/>
                  <a:ext cx="12600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AA1441A-5E66-61FB-4630-B012E5D8155C}"/>
                    </a:ext>
                  </a:extLst>
                </p14:cNvPr>
                <p14:cNvContentPartPr/>
                <p14:nvPr/>
              </p14:nvContentPartPr>
              <p14:xfrm>
                <a:off x="2357822" y="1352625"/>
                <a:ext cx="197280" cy="1944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AA1441A-5E66-61FB-4630-B012E5D8155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349182" y="1343985"/>
                  <a:ext cx="214920" cy="21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3C54356-5175-F25A-F036-8E7F9DAB019E}"/>
              </a:ext>
            </a:extLst>
          </p:cNvPr>
          <p:cNvGrpSpPr/>
          <p:nvPr/>
        </p:nvGrpSpPr>
        <p:grpSpPr>
          <a:xfrm>
            <a:off x="3136862" y="1632705"/>
            <a:ext cx="489600" cy="128880"/>
            <a:chOff x="3136862" y="1632705"/>
            <a:chExt cx="489600" cy="12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616B621-2958-578A-E235-E4EFA5AABE85}"/>
                    </a:ext>
                  </a:extLst>
                </p14:cNvPr>
                <p14:cNvContentPartPr/>
                <p14:nvPr/>
              </p14:nvContentPartPr>
              <p14:xfrm>
                <a:off x="3136862" y="1655745"/>
                <a:ext cx="171000" cy="946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616B621-2958-578A-E235-E4EFA5AABE8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128222" y="1646745"/>
                  <a:ext cx="18864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C91E2B2-B5AD-4BD9-4CEF-144EBEBD98F4}"/>
                    </a:ext>
                  </a:extLst>
                </p14:cNvPr>
                <p14:cNvContentPartPr/>
                <p14:nvPr/>
              </p14:nvContentPartPr>
              <p14:xfrm>
                <a:off x="3336302" y="1632705"/>
                <a:ext cx="290160" cy="1288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C91E2B2-B5AD-4BD9-4CEF-144EBEBD98F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327302" y="1623705"/>
                  <a:ext cx="307800" cy="14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4112298-813C-58F3-0E93-8CAE58802E31}"/>
              </a:ext>
            </a:extLst>
          </p:cNvPr>
          <p:cNvGrpSpPr/>
          <p:nvPr/>
        </p:nvGrpSpPr>
        <p:grpSpPr>
          <a:xfrm>
            <a:off x="3852902" y="1497345"/>
            <a:ext cx="754920" cy="340200"/>
            <a:chOff x="3852902" y="1497345"/>
            <a:chExt cx="754920" cy="34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608FD4E-B522-5B25-41EC-9B82F3FE29F1}"/>
                    </a:ext>
                  </a:extLst>
                </p14:cNvPr>
                <p14:cNvContentPartPr/>
                <p14:nvPr/>
              </p14:nvContentPartPr>
              <p14:xfrm>
                <a:off x="3852902" y="1648545"/>
                <a:ext cx="372600" cy="1890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608FD4E-B522-5B25-41EC-9B82F3FE29F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844262" y="1639545"/>
                  <a:ext cx="39024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280AF5F-BFCB-A309-4A7D-EFD161F0D6EA}"/>
                    </a:ext>
                  </a:extLst>
                </p14:cNvPr>
                <p14:cNvContentPartPr/>
                <p14:nvPr/>
              </p14:nvContentPartPr>
              <p14:xfrm>
                <a:off x="4268702" y="1697505"/>
                <a:ext cx="23760" cy="770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280AF5F-BFCB-A309-4A7D-EFD161F0D6E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259702" y="1688505"/>
                  <a:ext cx="4140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2E711EF-11E5-C980-A390-4562A455C717}"/>
                    </a:ext>
                  </a:extLst>
                </p14:cNvPr>
                <p14:cNvContentPartPr/>
                <p14:nvPr/>
              </p14:nvContentPartPr>
              <p14:xfrm>
                <a:off x="4262222" y="1565025"/>
                <a:ext cx="4680" cy="579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2E711EF-11E5-C980-A390-4562A455C71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253582" y="1556385"/>
                  <a:ext cx="2232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6087E63-F1C7-5D94-CC1C-A8EF0C1CB253}"/>
                    </a:ext>
                  </a:extLst>
                </p14:cNvPr>
                <p14:cNvContentPartPr/>
                <p14:nvPr/>
              </p14:nvContentPartPr>
              <p14:xfrm>
                <a:off x="4319102" y="1667625"/>
                <a:ext cx="108000" cy="644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6087E63-F1C7-5D94-CC1C-A8EF0C1CB25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310102" y="1658625"/>
                  <a:ext cx="12564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E9B844F-68CD-9152-B8BE-3243FFAE1E80}"/>
                    </a:ext>
                  </a:extLst>
                </p14:cNvPr>
                <p14:cNvContentPartPr/>
                <p14:nvPr/>
              </p14:nvContentPartPr>
              <p14:xfrm>
                <a:off x="4488662" y="1497345"/>
                <a:ext cx="119160" cy="2419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E9B844F-68CD-9152-B8BE-3243FFAE1E8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480022" y="1488705"/>
                  <a:ext cx="136800" cy="25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C7F809A5-759D-2814-03F7-F54E833B015B}"/>
              </a:ext>
            </a:extLst>
          </p:cNvPr>
          <p:cNvGrpSpPr/>
          <p:nvPr/>
        </p:nvGrpSpPr>
        <p:grpSpPr>
          <a:xfrm>
            <a:off x="5206142" y="1544865"/>
            <a:ext cx="241200" cy="174240"/>
            <a:chOff x="5206142" y="1544865"/>
            <a:chExt cx="241200" cy="17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46FED1F-6DE2-20B4-806D-34DE85C08EA4}"/>
                    </a:ext>
                  </a:extLst>
                </p14:cNvPr>
                <p14:cNvContentPartPr/>
                <p14:nvPr/>
              </p14:nvContentPartPr>
              <p14:xfrm>
                <a:off x="5234942" y="1650345"/>
                <a:ext cx="48600" cy="594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46FED1F-6DE2-20B4-806D-34DE85C08EA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226302" y="1641345"/>
                  <a:ext cx="6624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28A3921-182F-0FBC-1487-049A24F5CD23}"/>
                    </a:ext>
                  </a:extLst>
                </p14:cNvPr>
                <p14:cNvContentPartPr/>
                <p14:nvPr/>
              </p14:nvContentPartPr>
              <p14:xfrm>
                <a:off x="5206142" y="1544865"/>
                <a:ext cx="7920" cy="352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28A3921-182F-0FBC-1487-049A24F5CD2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197142" y="1536225"/>
                  <a:ext cx="2556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EA7BDA6-35C1-BAF1-F279-4B22E94EFAEC}"/>
                    </a:ext>
                  </a:extLst>
                </p14:cNvPr>
                <p14:cNvContentPartPr/>
                <p14:nvPr/>
              </p14:nvContentPartPr>
              <p14:xfrm>
                <a:off x="5309102" y="1640985"/>
                <a:ext cx="138240" cy="781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EA7BDA6-35C1-BAF1-F279-4B22E94EFAE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300462" y="1631985"/>
                  <a:ext cx="155880" cy="95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AFC00D3A-8AC0-38BA-98B0-26B8FA51B214}"/>
              </a:ext>
            </a:extLst>
          </p:cNvPr>
          <p:cNvGrpSpPr/>
          <p:nvPr/>
        </p:nvGrpSpPr>
        <p:grpSpPr>
          <a:xfrm>
            <a:off x="6010382" y="1500945"/>
            <a:ext cx="360720" cy="275760"/>
            <a:chOff x="6010382" y="1500945"/>
            <a:chExt cx="360720" cy="27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7F22E32-9364-C017-C466-A45310D5CBC0}"/>
                    </a:ext>
                  </a:extLst>
                </p14:cNvPr>
                <p14:cNvContentPartPr/>
                <p14:nvPr/>
              </p14:nvContentPartPr>
              <p14:xfrm>
                <a:off x="6010382" y="1704345"/>
                <a:ext cx="37080" cy="723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7F22E32-9364-C017-C466-A45310D5CBC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001742" y="1695705"/>
                  <a:ext cx="5472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E2E2F98-2287-0B57-CAFE-CD75E361FEB3}"/>
                    </a:ext>
                  </a:extLst>
                </p14:cNvPr>
                <p14:cNvContentPartPr/>
                <p14:nvPr/>
              </p14:nvContentPartPr>
              <p14:xfrm>
                <a:off x="6159782" y="1500945"/>
                <a:ext cx="71280" cy="1731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E2E2F98-2287-0B57-CAFE-CD75E361FEB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151142" y="1491945"/>
                  <a:ext cx="8892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73C6D65-8891-4D73-478C-65FE436D7F6E}"/>
                    </a:ext>
                  </a:extLst>
                </p14:cNvPr>
                <p14:cNvContentPartPr/>
                <p14:nvPr/>
              </p14:nvContentPartPr>
              <p14:xfrm>
                <a:off x="6219542" y="1607505"/>
                <a:ext cx="151560" cy="770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73C6D65-8891-4D73-478C-65FE436D7F6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210542" y="1598865"/>
                  <a:ext cx="169200" cy="9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32A2963C-B2A9-40D6-285E-3AC4AD1EFBF3}"/>
              </a:ext>
            </a:extLst>
          </p:cNvPr>
          <p:cNvGrpSpPr/>
          <p:nvPr/>
        </p:nvGrpSpPr>
        <p:grpSpPr>
          <a:xfrm>
            <a:off x="6663782" y="1475745"/>
            <a:ext cx="663480" cy="243720"/>
            <a:chOff x="6663782" y="1475745"/>
            <a:chExt cx="663480" cy="24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D4F691A-9F4F-6C8C-8007-62F2D414100D}"/>
                    </a:ext>
                  </a:extLst>
                </p14:cNvPr>
                <p14:cNvContentPartPr/>
                <p14:nvPr/>
              </p14:nvContentPartPr>
              <p14:xfrm>
                <a:off x="6663782" y="1610745"/>
                <a:ext cx="229680" cy="1087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D4F691A-9F4F-6C8C-8007-62F2D414100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655142" y="1601745"/>
                  <a:ext cx="24732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360C416-08A9-C3A6-CE5D-B99513B400E7}"/>
                    </a:ext>
                  </a:extLst>
                </p14:cNvPr>
                <p14:cNvContentPartPr/>
                <p14:nvPr/>
              </p14:nvContentPartPr>
              <p14:xfrm>
                <a:off x="6972662" y="1648545"/>
                <a:ext cx="22320" cy="424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360C416-08A9-C3A6-CE5D-B99513B400E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964022" y="1639545"/>
                  <a:ext cx="3996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DFA3462-664D-E8CB-C272-87671FCC4C59}"/>
                    </a:ext>
                  </a:extLst>
                </p14:cNvPr>
                <p14:cNvContentPartPr/>
                <p14:nvPr/>
              </p14:nvContentPartPr>
              <p14:xfrm>
                <a:off x="6930542" y="1513185"/>
                <a:ext cx="360" cy="198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DFA3462-664D-E8CB-C272-87671FCC4C5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921902" y="1504185"/>
                  <a:ext cx="180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76D478A-0C3E-8ADA-FF22-077E4D147863}"/>
                    </a:ext>
                  </a:extLst>
                </p14:cNvPr>
                <p14:cNvContentPartPr/>
                <p14:nvPr/>
              </p14:nvContentPartPr>
              <p14:xfrm>
                <a:off x="7061582" y="1496265"/>
                <a:ext cx="76320" cy="2041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76D478A-0C3E-8ADA-FF22-077E4D14786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052582" y="1487265"/>
                  <a:ext cx="9396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BB2900A-AFE2-93E2-3937-D1C141A57B87}"/>
                    </a:ext>
                  </a:extLst>
                </p14:cNvPr>
                <p14:cNvContentPartPr/>
                <p14:nvPr/>
              </p14:nvContentPartPr>
              <p14:xfrm>
                <a:off x="7041422" y="1475745"/>
                <a:ext cx="285840" cy="2192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BB2900A-AFE2-93E2-3937-D1C141A57B8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032422" y="1467105"/>
                  <a:ext cx="303480" cy="23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EADBD2AB-5475-F647-C5D3-711C80BE3204}"/>
              </a:ext>
            </a:extLst>
          </p:cNvPr>
          <p:cNvGrpSpPr/>
          <p:nvPr/>
        </p:nvGrpSpPr>
        <p:grpSpPr>
          <a:xfrm>
            <a:off x="7569182" y="1451985"/>
            <a:ext cx="839520" cy="349560"/>
            <a:chOff x="7569182" y="1451985"/>
            <a:chExt cx="839520" cy="34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B961BD7-F892-8548-CA55-96D6493142F8}"/>
                    </a:ext>
                  </a:extLst>
                </p14:cNvPr>
                <p14:cNvContentPartPr/>
                <p14:nvPr/>
              </p14:nvContentPartPr>
              <p14:xfrm>
                <a:off x="7569182" y="1558185"/>
                <a:ext cx="313200" cy="2433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B961BD7-F892-8548-CA55-96D6493142F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560542" y="1549185"/>
                  <a:ext cx="33084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C58EF02-F32A-241F-C3BE-20E346E413AC}"/>
                    </a:ext>
                  </a:extLst>
                </p14:cNvPr>
                <p14:cNvContentPartPr/>
                <p14:nvPr/>
              </p14:nvContentPartPr>
              <p14:xfrm>
                <a:off x="8004782" y="1613265"/>
                <a:ext cx="39240" cy="136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C58EF02-F32A-241F-C3BE-20E346E413A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995782" y="1604265"/>
                  <a:ext cx="5688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5153773-8CEF-4594-360A-BD7F233D0EF1}"/>
                    </a:ext>
                  </a:extLst>
                </p14:cNvPr>
                <p14:cNvContentPartPr/>
                <p14:nvPr/>
              </p14:nvContentPartPr>
              <p14:xfrm>
                <a:off x="7992182" y="1607145"/>
                <a:ext cx="54360" cy="727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5153773-8CEF-4594-360A-BD7F233D0EF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983182" y="1598505"/>
                  <a:ext cx="7200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B38CDF9-8E69-AB55-0868-367992326259}"/>
                    </a:ext>
                  </a:extLst>
                </p14:cNvPr>
                <p14:cNvContentPartPr/>
                <p14:nvPr/>
              </p14:nvContentPartPr>
              <p14:xfrm>
                <a:off x="7957982" y="1487625"/>
                <a:ext cx="21600" cy="572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B38CDF9-8E69-AB55-0868-36799232625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949342" y="1478985"/>
                  <a:ext cx="3924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57D9131-4398-4331-6C52-2EE75EEB1879}"/>
                    </a:ext>
                  </a:extLst>
                </p14:cNvPr>
                <p14:cNvContentPartPr/>
                <p14:nvPr/>
              </p14:nvContentPartPr>
              <p14:xfrm>
                <a:off x="8096582" y="1565385"/>
                <a:ext cx="86040" cy="792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57D9131-4398-4331-6C52-2EE75EEB187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087582" y="1556385"/>
                  <a:ext cx="10368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18B5C0C-ABF3-9A54-A68C-022E904C2A7E}"/>
                    </a:ext>
                  </a:extLst>
                </p14:cNvPr>
                <p14:cNvContentPartPr/>
                <p14:nvPr/>
              </p14:nvContentPartPr>
              <p14:xfrm>
                <a:off x="8323382" y="1451985"/>
                <a:ext cx="85320" cy="2336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18B5C0C-ABF3-9A54-A68C-022E904C2A7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314382" y="1443345"/>
                  <a:ext cx="102960" cy="25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FF165DC4-FD4F-1702-983E-137954BFF5C8}"/>
              </a:ext>
            </a:extLst>
          </p:cNvPr>
          <p:cNvGrpSpPr/>
          <p:nvPr/>
        </p:nvGrpSpPr>
        <p:grpSpPr>
          <a:xfrm>
            <a:off x="8653862" y="1484385"/>
            <a:ext cx="263520" cy="211320"/>
            <a:chOff x="8653862" y="1484385"/>
            <a:chExt cx="263520" cy="211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84F248F-610D-1C94-3586-78331AEB9F82}"/>
                    </a:ext>
                  </a:extLst>
                </p14:cNvPr>
                <p14:cNvContentPartPr/>
                <p14:nvPr/>
              </p14:nvContentPartPr>
              <p14:xfrm>
                <a:off x="8653862" y="1484385"/>
                <a:ext cx="263520" cy="1792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84F248F-610D-1C94-3586-78331AEB9F8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644862" y="1475745"/>
                  <a:ext cx="2811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F1FB16C-9455-70B8-37C2-19B0CB2E97E8}"/>
                    </a:ext>
                  </a:extLst>
                </p14:cNvPr>
                <p14:cNvContentPartPr/>
                <p14:nvPr/>
              </p14:nvContentPartPr>
              <p14:xfrm>
                <a:off x="8714702" y="1601745"/>
                <a:ext cx="21240" cy="939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F1FB16C-9455-70B8-37C2-19B0CB2E97E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706062" y="1593105"/>
                  <a:ext cx="38880" cy="11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3AEFAE86-44AA-E8E2-A71D-1F705EC6067A}"/>
              </a:ext>
            </a:extLst>
          </p:cNvPr>
          <p:cNvGrpSpPr/>
          <p:nvPr/>
        </p:nvGrpSpPr>
        <p:grpSpPr>
          <a:xfrm>
            <a:off x="988742" y="2544945"/>
            <a:ext cx="411840" cy="213120"/>
            <a:chOff x="988742" y="2544945"/>
            <a:chExt cx="411840" cy="21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7A2B636-C231-A128-24FE-F90ECC315E29}"/>
                    </a:ext>
                  </a:extLst>
                </p14:cNvPr>
                <p14:cNvContentPartPr/>
                <p14:nvPr/>
              </p14:nvContentPartPr>
              <p14:xfrm>
                <a:off x="1013222" y="2648265"/>
                <a:ext cx="240840" cy="280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7A2B636-C231-A128-24FE-F90ECC315E2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04222" y="2639265"/>
                  <a:ext cx="2584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6699362-6F75-29FF-37F6-79C17B319DD8}"/>
                    </a:ext>
                  </a:extLst>
                </p14:cNvPr>
                <p14:cNvContentPartPr/>
                <p14:nvPr/>
              </p14:nvContentPartPr>
              <p14:xfrm>
                <a:off x="988742" y="2612265"/>
                <a:ext cx="261000" cy="111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6699362-6F75-29FF-37F6-79C17B319DD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80102" y="2603265"/>
                  <a:ext cx="2786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477EDB9-9028-D138-DD2C-E908F4364CBD}"/>
                    </a:ext>
                  </a:extLst>
                </p14:cNvPr>
                <p14:cNvContentPartPr/>
                <p14:nvPr/>
              </p14:nvContentPartPr>
              <p14:xfrm>
                <a:off x="1192502" y="2544945"/>
                <a:ext cx="208080" cy="2131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477EDB9-9028-D138-DD2C-E908F4364CB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183862" y="2536305"/>
                  <a:ext cx="225720" cy="23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B7E18192-C311-196A-5D9A-90F6815E13E6}"/>
              </a:ext>
            </a:extLst>
          </p:cNvPr>
          <p:cNvGrpSpPr/>
          <p:nvPr/>
        </p:nvGrpSpPr>
        <p:grpSpPr>
          <a:xfrm>
            <a:off x="2147582" y="2468265"/>
            <a:ext cx="651240" cy="353160"/>
            <a:chOff x="2147582" y="2468265"/>
            <a:chExt cx="651240" cy="35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6676755-5D04-9282-4E02-79D77CD00C2A}"/>
                    </a:ext>
                  </a:extLst>
                </p14:cNvPr>
                <p14:cNvContentPartPr/>
                <p14:nvPr/>
              </p14:nvContentPartPr>
              <p14:xfrm>
                <a:off x="2147582" y="2468265"/>
                <a:ext cx="242280" cy="2646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6676755-5D04-9282-4E02-79D77CD00C2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138942" y="2459625"/>
                  <a:ext cx="25992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0F7B601-9F8B-A526-F391-FF5AFEC04CE8}"/>
                    </a:ext>
                  </a:extLst>
                </p14:cNvPr>
                <p14:cNvContentPartPr/>
                <p14:nvPr/>
              </p14:nvContentPartPr>
              <p14:xfrm>
                <a:off x="2205542" y="2479425"/>
                <a:ext cx="106560" cy="2502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0F7B601-9F8B-A526-F391-FF5AFEC04CE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196902" y="2470785"/>
                  <a:ext cx="12420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0FD0158-C10B-C864-1FED-5DF360093CA0}"/>
                    </a:ext>
                  </a:extLst>
                </p14:cNvPr>
                <p14:cNvContentPartPr/>
                <p14:nvPr/>
              </p14:nvContentPartPr>
              <p14:xfrm>
                <a:off x="2426582" y="2650065"/>
                <a:ext cx="52920" cy="1713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0FD0158-C10B-C864-1FED-5DF360093CA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417942" y="2641065"/>
                  <a:ext cx="7056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C052830-0623-0BDB-2A1A-CF4CFD3A3903}"/>
                    </a:ext>
                  </a:extLst>
                </p14:cNvPr>
                <p14:cNvContentPartPr/>
                <p14:nvPr/>
              </p14:nvContentPartPr>
              <p14:xfrm>
                <a:off x="2478422" y="2740785"/>
                <a:ext cx="123480" cy="720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C052830-0623-0BDB-2A1A-CF4CFD3A390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469422" y="2731785"/>
                  <a:ext cx="14112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F8941DB-01DA-8401-41BF-8524434DF616}"/>
                    </a:ext>
                  </a:extLst>
                </p14:cNvPr>
                <p14:cNvContentPartPr/>
                <p14:nvPr/>
              </p14:nvContentPartPr>
              <p14:xfrm>
                <a:off x="2673182" y="2677785"/>
                <a:ext cx="125640" cy="100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F8941DB-01DA-8401-41BF-8524434DF61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664182" y="2668785"/>
                  <a:ext cx="14328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3A8AB1C-3B2D-E278-0D60-EE0B9D366223}"/>
                    </a:ext>
                  </a:extLst>
                </p14:cNvPr>
                <p14:cNvContentPartPr/>
                <p14:nvPr/>
              </p14:nvContentPartPr>
              <p14:xfrm>
                <a:off x="2663462" y="2612625"/>
                <a:ext cx="124200" cy="183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3A8AB1C-3B2D-E278-0D60-EE0B9D36622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654822" y="2603625"/>
                  <a:ext cx="14184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5E42477F-AB6D-76F5-9897-5FCB1AE0938B}"/>
              </a:ext>
            </a:extLst>
          </p:cNvPr>
          <p:cNvGrpSpPr/>
          <p:nvPr/>
        </p:nvGrpSpPr>
        <p:grpSpPr>
          <a:xfrm>
            <a:off x="3037142" y="2427585"/>
            <a:ext cx="381960" cy="316080"/>
            <a:chOff x="3037142" y="2427585"/>
            <a:chExt cx="381960" cy="316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24876D50-8700-1D94-6F9E-FA2A356B0BEC}"/>
                    </a:ext>
                  </a:extLst>
                </p14:cNvPr>
                <p14:cNvContentPartPr/>
                <p14:nvPr/>
              </p14:nvContentPartPr>
              <p14:xfrm>
                <a:off x="3037142" y="2445585"/>
                <a:ext cx="381960" cy="2858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24876D50-8700-1D94-6F9E-FA2A356B0BE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028142" y="2436585"/>
                  <a:ext cx="39960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2AF7DE15-A9E4-5241-0D2C-97EF85455CE1}"/>
                    </a:ext>
                  </a:extLst>
                </p14:cNvPr>
                <p14:cNvContentPartPr/>
                <p14:nvPr/>
              </p14:nvContentPartPr>
              <p14:xfrm>
                <a:off x="3389222" y="2716665"/>
                <a:ext cx="19080" cy="270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2AF7DE15-A9E4-5241-0D2C-97EF85455CE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380222" y="2708025"/>
                  <a:ext cx="3672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282B201-B661-1497-030D-2D36BF491712}"/>
                    </a:ext>
                  </a:extLst>
                </p14:cNvPr>
                <p14:cNvContentPartPr/>
                <p14:nvPr/>
              </p14:nvContentPartPr>
              <p14:xfrm>
                <a:off x="3351782" y="2427585"/>
                <a:ext cx="24840" cy="673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282B201-B661-1497-030D-2D36BF49171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343142" y="2418585"/>
                  <a:ext cx="42480" cy="8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DF2A4112-0D2D-9EBB-4C9D-03A19CA7FB12}"/>
              </a:ext>
            </a:extLst>
          </p:cNvPr>
          <p:cNvGrpSpPr/>
          <p:nvPr/>
        </p:nvGrpSpPr>
        <p:grpSpPr>
          <a:xfrm>
            <a:off x="2988182" y="2851305"/>
            <a:ext cx="1073160" cy="227160"/>
            <a:chOff x="2988182" y="2851305"/>
            <a:chExt cx="1073160" cy="227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3A12745-A9B3-5E52-7397-CADE9B02F631}"/>
                    </a:ext>
                  </a:extLst>
                </p14:cNvPr>
                <p14:cNvContentPartPr/>
                <p14:nvPr/>
              </p14:nvContentPartPr>
              <p14:xfrm>
                <a:off x="2988182" y="2967945"/>
                <a:ext cx="153000" cy="752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3A12745-A9B3-5E52-7397-CADE9B02F63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979542" y="2958945"/>
                  <a:ext cx="1706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6AA848F-C92D-2F38-F903-17798F494ACD}"/>
                    </a:ext>
                  </a:extLst>
                </p14:cNvPr>
                <p14:cNvContentPartPr/>
                <p14:nvPr/>
              </p14:nvContentPartPr>
              <p14:xfrm>
                <a:off x="3223622" y="3006105"/>
                <a:ext cx="109800" cy="176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6AA848F-C92D-2F38-F903-17798F494AC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214982" y="2997465"/>
                  <a:ext cx="1274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C6CB90EA-479C-D4C5-E84C-5E70FD541F44}"/>
                    </a:ext>
                  </a:extLst>
                </p14:cNvPr>
                <p14:cNvContentPartPr/>
                <p14:nvPr/>
              </p14:nvContentPartPr>
              <p14:xfrm>
                <a:off x="3192302" y="2946705"/>
                <a:ext cx="119160" cy="115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C6CB90EA-479C-D4C5-E84C-5E70FD541F4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183302" y="2937705"/>
                  <a:ext cx="1368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8C77CCF-2210-149F-D85D-54A6A84B5FB6}"/>
                    </a:ext>
                  </a:extLst>
                </p14:cNvPr>
                <p14:cNvContentPartPr/>
                <p14:nvPr/>
              </p14:nvContentPartPr>
              <p14:xfrm>
                <a:off x="3418022" y="2851305"/>
                <a:ext cx="181080" cy="2019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8C77CCF-2210-149F-D85D-54A6A84B5FB6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409022" y="2842305"/>
                  <a:ext cx="1987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36471382-A6AF-7C4B-F267-D2D336D05C27}"/>
                    </a:ext>
                  </a:extLst>
                </p14:cNvPr>
                <p14:cNvContentPartPr/>
                <p14:nvPr/>
              </p14:nvContentPartPr>
              <p14:xfrm>
                <a:off x="3639422" y="2908905"/>
                <a:ext cx="187200" cy="1454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36471382-A6AF-7C4B-F267-D2D336D05C27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630782" y="2899905"/>
                  <a:ext cx="20484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6B8BE5A-FBE5-ACD2-B568-039E647E1C5C}"/>
                    </a:ext>
                  </a:extLst>
                </p14:cNvPr>
                <p14:cNvContentPartPr/>
                <p14:nvPr/>
              </p14:nvContentPartPr>
              <p14:xfrm>
                <a:off x="3907982" y="2906025"/>
                <a:ext cx="153360" cy="1724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6B8BE5A-FBE5-ACD2-B568-039E647E1C5C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899342" y="2897385"/>
                  <a:ext cx="171000" cy="19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D3ADCEDC-D32E-4E02-A17E-E002941240DD}"/>
              </a:ext>
            </a:extLst>
          </p:cNvPr>
          <p:cNvGrpSpPr/>
          <p:nvPr/>
        </p:nvGrpSpPr>
        <p:grpSpPr>
          <a:xfrm>
            <a:off x="3924542" y="2188185"/>
            <a:ext cx="2229480" cy="524880"/>
            <a:chOff x="3924542" y="2188185"/>
            <a:chExt cx="2229480" cy="524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D004815E-E45B-37A9-2677-3C2AA3495256}"/>
                    </a:ext>
                  </a:extLst>
                </p14:cNvPr>
                <p14:cNvContentPartPr/>
                <p14:nvPr/>
              </p14:nvContentPartPr>
              <p14:xfrm>
                <a:off x="3924542" y="2596065"/>
                <a:ext cx="164880" cy="1116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D004815E-E45B-37A9-2677-3C2AA3495256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915542" y="2587065"/>
                  <a:ext cx="1825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4F4A8F1-354E-16AE-89E2-8B406ACF1D8D}"/>
                    </a:ext>
                  </a:extLst>
                </p14:cNvPr>
                <p14:cNvContentPartPr/>
                <p14:nvPr/>
              </p14:nvContentPartPr>
              <p14:xfrm>
                <a:off x="3963782" y="2614785"/>
                <a:ext cx="80640" cy="928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4F4A8F1-354E-16AE-89E2-8B406ACF1D8D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954782" y="2606145"/>
                  <a:ext cx="9828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49003535-7890-D685-CE93-F2014C45A35A}"/>
                    </a:ext>
                  </a:extLst>
                </p14:cNvPr>
                <p14:cNvContentPartPr/>
                <p14:nvPr/>
              </p14:nvContentPartPr>
              <p14:xfrm>
                <a:off x="4081862" y="2481225"/>
                <a:ext cx="147600" cy="2156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49003535-7890-D685-CE93-F2014C45A35A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072862" y="2472225"/>
                  <a:ext cx="16524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89D1055-D3C8-D46D-E0D0-65614130CCD5}"/>
                    </a:ext>
                  </a:extLst>
                </p14:cNvPr>
                <p14:cNvContentPartPr/>
                <p14:nvPr/>
              </p14:nvContentPartPr>
              <p14:xfrm>
                <a:off x="4224422" y="2610105"/>
                <a:ext cx="140400" cy="723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89D1055-D3C8-D46D-E0D0-65614130CCD5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215782" y="2601105"/>
                  <a:ext cx="15804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665B604C-54BB-C50F-B404-D2EAA6137163}"/>
                    </a:ext>
                  </a:extLst>
                </p14:cNvPr>
                <p14:cNvContentPartPr/>
                <p14:nvPr/>
              </p14:nvContentPartPr>
              <p14:xfrm>
                <a:off x="4338542" y="2475105"/>
                <a:ext cx="176400" cy="2379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665B604C-54BB-C50F-B404-D2EAA613716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329542" y="2466465"/>
                  <a:ext cx="19404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53AB566-250C-20E6-85AF-8E02723F9F61}"/>
                    </a:ext>
                  </a:extLst>
                </p14:cNvPr>
                <p14:cNvContentPartPr/>
                <p14:nvPr/>
              </p14:nvContentPartPr>
              <p14:xfrm>
                <a:off x="4633382" y="2558265"/>
                <a:ext cx="169560" cy="1209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53AB566-250C-20E6-85AF-8E02723F9F6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624742" y="2549265"/>
                  <a:ext cx="18720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E4AF2F7-AEF0-1E15-F6C7-6DC32DABC395}"/>
                    </a:ext>
                  </a:extLst>
                </p14:cNvPr>
                <p14:cNvContentPartPr/>
                <p14:nvPr/>
              </p14:nvContentPartPr>
              <p14:xfrm>
                <a:off x="4750022" y="2452425"/>
                <a:ext cx="132480" cy="86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E4AF2F7-AEF0-1E15-F6C7-6DC32DABC395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741022" y="2443425"/>
                  <a:ext cx="1501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A2FE7CA9-498E-A915-1DDB-3C4D06E30295}"/>
                    </a:ext>
                  </a:extLst>
                </p14:cNvPr>
                <p14:cNvContentPartPr/>
                <p14:nvPr/>
              </p14:nvContentPartPr>
              <p14:xfrm>
                <a:off x="4945502" y="2426145"/>
                <a:ext cx="110520" cy="1634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A2FE7CA9-498E-A915-1DDB-3C4D06E3029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936502" y="2417145"/>
                  <a:ext cx="12816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61491A8-4D17-9E57-AF6D-38926377DE89}"/>
                    </a:ext>
                  </a:extLst>
                </p14:cNvPr>
                <p14:cNvContentPartPr/>
                <p14:nvPr/>
              </p14:nvContentPartPr>
              <p14:xfrm>
                <a:off x="4944422" y="2290065"/>
                <a:ext cx="2880" cy="187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61491A8-4D17-9E57-AF6D-38926377DE8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935422" y="2281425"/>
                  <a:ext cx="2052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AA0A934-1DBA-A5CE-0D67-347961F2A302}"/>
                    </a:ext>
                  </a:extLst>
                </p14:cNvPr>
                <p14:cNvContentPartPr/>
                <p14:nvPr/>
              </p14:nvContentPartPr>
              <p14:xfrm>
                <a:off x="5075102" y="2321745"/>
                <a:ext cx="125280" cy="889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AA0A934-1DBA-A5CE-0D67-347961F2A30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066462" y="2312745"/>
                  <a:ext cx="14292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ADF41CDB-C1CB-DAE0-5F0C-E5EF40EA50DD}"/>
                    </a:ext>
                  </a:extLst>
                </p14:cNvPr>
                <p14:cNvContentPartPr/>
                <p14:nvPr/>
              </p14:nvContentPartPr>
              <p14:xfrm>
                <a:off x="5252582" y="2362425"/>
                <a:ext cx="43920" cy="532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ADF41CDB-C1CB-DAE0-5F0C-E5EF40EA50DD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243942" y="2353785"/>
                  <a:ext cx="6156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8F2B7058-3406-EC1F-60E5-588D7BAE9F38}"/>
                    </a:ext>
                  </a:extLst>
                </p14:cNvPr>
                <p14:cNvContentPartPr/>
                <p14:nvPr/>
              </p14:nvContentPartPr>
              <p14:xfrm>
                <a:off x="5314862" y="2348025"/>
                <a:ext cx="57960" cy="655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8F2B7058-3406-EC1F-60E5-588D7BAE9F38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306222" y="2339385"/>
                  <a:ext cx="7560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1F297C02-F540-6516-7835-71A0A3D229E1}"/>
                    </a:ext>
                  </a:extLst>
                </p14:cNvPr>
                <p14:cNvContentPartPr/>
                <p14:nvPr/>
              </p14:nvContentPartPr>
              <p14:xfrm>
                <a:off x="5197142" y="2304105"/>
                <a:ext cx="131760" cy="172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1F297C02-F540-6516-7835-71A0A3D229E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188502" y="2295105"/>
                  <a:ext cx="14940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B226C614-0418-7F14-8E84-7DDCAF5B62F3}"/>
                    </a:ext>
                  </a:extLst>
                </p14:cNvPr>
                <p14:cNvContentPartPr/>
                <p14:nvPr/>
              </p14:nvContentPartPr>
              <p14:xfrm>
                <a:off x="5355902" y="2269545"/>
                <a:ext cx="110880" cy="1548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226C614-0418-7F14-8E84-7DDCAF5B62F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346902" y="2260545"/>
                  <a:ext cx="12852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B293CCC-ABE8-C79B-6E0B-ED091C3E9584}"/>
                    </a:ext>
                  </a:extLst>
                </p14:cNvPr>
                <p14:cNvContentPartPr/>
                <p14:nvPr/>
              </p14:nvContentPartPr>
              <p14:xfrm>
                <a:off x="5447702" y="2341905"/>
                <a:ext cx="114120" cy="493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B293CCC-ABE8-C79B-6E0B-ED091C3E9584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438702" y="2332905"/>
                  <a:ext cx="13176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9CAFBB1B-AD2D-BDD0-55E3-0A4FFB115533}"/>
                    </a:ext>
                  </a:extLst>
                </p14:cNvPr>
                <p14:cNvContentPartPr/>
                <p14:nvPr/>
              </p14:nvContentPartPr>
              <p14:xfrm>
                <a:off x="5591702" y="2351985"/>
                <a:ext cx="131760" cy="579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9CAFBB1B-AD2D-BDD0-55E3-0A4FFB11553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583062" y="2343345"/>
                  <a:ext cx="14940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AE98CA86-6443-EAD2-97C2-68E65824DB32}"/>
                    </a:ext>
                  </a:extLst>
                </p14:cNvPr>
                <p14:cNvContentPartPr/>
                <p14:nvPr/>
              </p14:nvContentPartPr>
              <p14:xfrm>
                <a:off x="5774222" y="2188185"/>
                <a:ext cx="117000" cy="2520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AE98CA86-6443-EAD2-97C2-68E65824DB3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765222" y="2179545"/>
                  <a:ext cx="13464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8CF77EB7-809C-48C8-B55D-456FBC20A9F3}"/>
                    </a:ext>
                  </a:extLst>
                </p14:cNvPr>
                <p14:cNvContentPartPr/>
                <p14:nvPr/>
              </p14:nvContentPartPr>
              <p14:xfrm>
                <a:off x="5940182" y="2287545"/>
                <a:ext cx="213840" cy="1728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8CF77EB7-809C-48C8-B55D-456FBC20A9F3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931542" y="2278905"/>
                  <a:ext cx="231480" cy="19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869A8233-9508-E06A-FC96-18F0CE3D9AF6}"/>
              </a:ext>
            </a:extLst>
          </p:cNvPr>
          <p:cNvGrpSpPr/>
          <p:nvPr/>
        </p:nvGrpSpPr>
        <p:grpSpPr>
          <a:xfrm>
            <a:off x="2223902" y="3408945"/>
            <a:ext cx="3021120" cy="696960"/>
            <a:chOff x="2223902" y="3408945"/>
            <a:chExt cx="3021120" cy="69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DE4EF1F7-6E21-4040-70FB-BEB5823623DD}"/>
                    </a:ext>
                  </a:extLst>
                </p14:cNvPr>
                <p14:cNvContentPartPr/>
                <p14:nvPr/>
              </p14:nvContentPartPr>
              <p14:xfrm>
                <a:off x="2223902" y="3621345"/>
                <a:ext cx="132840" cy="1155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DE4EF1F7-6E21-4040-70FB-BEB5823623DD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214902" y="3612705"/>
                  <a:ext cx="15048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D8116578-796A-F8AD-9B7E-2EC820D3343C}"/>
                    </a:ext>
                  </a:extLst>
                </p14:cNvPr>
                <p14:cNvContentPartPr/>
                <p14:nvPr/>
              </p14:nvContentPartPr>
              <p14:xfrm>
                <a:off x="2243342" y="3646545"/>
                <a:ext cx="87120" cy="1371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D8116578-796A-F8AD-9B7E-2EC820D3343C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234342" y="3637905"/>
                  <a:ext cx="10476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50558381-5EF8-89DA-EB44-5B0CA7E66607}"/>
                    </a:ext>
                  </a:extLst>
                </p14:cNvPr>
                <p14:cNvContentPartPr/>
                <p14:nvPr/>
              </p14:nvContentPartPr>
              <p14:xfrm>
                <a:off x="2420462" y="3537825"/>
                <a:ext cx="144720" cy="2692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50558381-5EF8-89DA-EB44-5B0CA7E6660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411822" y="3528825"/>
                  <a:ext cx="16236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249D2010-4BCD-E8AB-EDF9-512CBBC24D0D}"/>
                    </a:ext>
                  </a:extLst>
                </p14:cNvPr>
                <p14:cNvContentPartPr/>
                <p14:nvPr/>
              </p14:nvContentPartPr>
              <p14:xfrm>
                <a:off x="2567342" y="3698745"/>
                <a:ext cx="166680" cy="741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249D2010-4BCD-E8AB-EDF9-512CBBC24D0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558702" y="3690105"/>
                  <a:ext cx="1843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7AE878D1-2D36-E02B-4DE1-8D7CA7AFCFE0}"/>
                    </a:ext>
                  </a:extLst>
                </p14:cNvPr>
                <p14:cNvContentPartPr/>
                <p14:nvPr/>
              </p14:nvContentPartPr>
              <p14:xfrm>
                <a:off x="2712782" y="3562665"/>
                <a:ext cx="179640" cy="26568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7AE878D1-2D36-E02B-4DE1-8D7CA7AFCFE0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703782" y="3554025"/>
                  <a:ext cx="19728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69D22490-AE7F-B887-05A8-3C75D9400427}"/>
                    </a:ext>
                  </a:extLst>
                </p14:cNvPr>
                <p14:cNvContentPartPr/>
                <p14:nvPr/>
              </p14:nvContentPartPr>
              <p14:xfrm>
                <a:off x="3419102" y="3408945"/>
                <a:ext cx="26640" cy="16848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69D22490-AE7F-B887-05A8-3C75D940042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410462" y="3400305"/>
                  <a:ext cx="4428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2EA52EB5-19C5-0A9E-9883-63F417357473}"/>
                    </a:ext>
                  </a:extLst>
                </p14:cNvPr>
                <p14:cNvContentPartPr/>
                <p14:nvPr/>
              </p14:nvContentPartPr>
              <p14:xfrm>
                <a:off x="3075302" y="3728625"/>
                <a:ext cx="126000" cy="230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2EA52EB5-19C5-0A9E-9883-63F417357473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066302" y="3719625"/>
                  <a:ext cx="14364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42F86FAA-E83B-933D-B003-561D1A26D300}"/>
                    </a:ext>
                  </a:extLst>
                </p14:cNvPr>
                <p14:cNvContentPartPr/>
                <p14:nvPr/>
              </p14:nvContentPartPr>
              <p14:xfrm>
                <a:off x="3056582" y="3669945"/>
                <a:ext cx="107640" cy="2412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42F86FAA-E83B-933D-B003-561D1A26D300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047582" y="3660945"/>
                  <a:ext cx="12528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8605CEB5-8997-E837-863C-F21A2A2B900F}"/>
                    </a:ext>
                  </a:extLst>
                </p14:cNvPr>
                <p14:cNvContentPartPr/>
                <p14:nvPr/>
              </p14:nvContentPartPr>
              <p14:xfrm>
                <a:off x="3329462" y="3688305"/>
                <a:ext cx="357120" cy="144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8605CEB5-8997-E837-863C-F21A2A2B900F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320462" y="3679305"/>
                  <a:ext cx="37476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1E62C2FE-9D3F-5A43-E105-89EA483F433D}"/>
                    </a:ext>
                  </a:extLst>
                </p14:cNvPr>
                <p14:cNvContentPartPr/>
                <p14:nvPr/>
              </p14:nvContentPartPr>
              <p14:xfrm>
                <a:off x="3452942" y="3872625"/>
                <a:ext cx="191880" cy="1501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1E62C2FE-9D3F-5A43-E105-89EA483F433D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444302" y="3863625"/>
                  <a:ext cx="20952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E8F5888-4DBB-6BE1-38DE-7B3E36955E9B}"/>
                    </a:ext>
                  </a:extLst>
                </p14:cNvPr>
                <p14:cNvContentPartPr/>
                <p14:nvPr/>
              </p14:nvContentPartPr>
              <p14:xfrm>
                <a:off x="3847142" y="3555825"/>
                <a:ext cx="381600" cy="27612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E8F5888-4DBB-6BE1-38DE-7B3E36955E9B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838142" y="3546825"/>
                  <a:ext cx="39924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FB219873-11D4-EC69-23E8-1D98C404AA4B}"/>
                    </a:ext>
                  </a:extLst>
                </p14:cNvPr>
                <p14:cNvContentPartPr/>
                <p14:nvPr/>
              </p14:nvContentPartPr>
              <p14:xfrm>
                <a:off x="3902942" y="3937785"/>
                <a:ext cx="62280" cy="16812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FB219873-11D4-EC69-23E8-1D98C404AA4B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894302" y="3929145"/>
                  <a:ext cx="7992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03011D70-68E8-C340-386E-A7A9A8ACD7B3}"/>
                    </a:ext>
                  </a:extLst>
                </p14:cNvPr>
                <p14:cNvContentPartPr/>
                <p14:nvPr/>
              </p14:nvContentPartPr>
              <p14:xfrm>
                <a:off x="3960542" y="4030305"/>
                <a:ext cx="111240" cy="468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03011D70-68E8-C340-386E-A7A9A8ACD7B3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951542" y="4021665"/>
                  <a:ext cx="12888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2BB25BE3-121F-CA0A-3743-4BD492F35C7B}"/>
                    </a:ext>
                  </a:extLst>
                </p14:cNvPr>
                <p14:cNvContentPartPr/>
                <p14:nvPr/>
              </p14:nvContentPartPr>
              <p14:xfrm>
                <a:off x="4120382" y="4033185"/>
                <a:ext cx="88200" cy="864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2BB25BE3-121F-CA0A-3743-4BD492F35C7B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111382" y="4024185"/>
                  <a:ext cx="1058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C5AC6E7E-5935-25D0-C01E-AB75CE21EA41}"/>
                    </a:ext>
                  </a:extLst>
                </p14:cNvPr>
                <p14:cNvContentPartPr/>
                <p14:nvPr/>
              </p14:nvContentPartPr>
              <p14:xfrm>
                <a:off x="4081862" y="3978105"/>
                <a:ext cx="135720" cy="1548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C5AC6E7E-5935-25D0-C01E-AB75CE21EA41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072862" y="3969465"/>
                  <a:ext cx="1533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52E8004D-E081-DBB7-70CC-1FB64693E93B}"/>
                    </a:ext>
                  </a:extLst>
                </p14:cNvPr>
                <p14:cNvContentPartPr/>
                <p14:nvPr/>
              </p14:nvContentPartPr>
              <p14:xfrm>
                <a:off x="4257542" y="3924465"/>
                <a:ext cx="217800" cy="1533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52E8004D-E081-DBB7-70CC-1FB64693E93B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248542" y="3915825"/>
                  <a:ext cx="23544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42E1EB32-2D4D-6518-6F3D-582435C31CE3}"/>
                    </a:ext>
                  </a:extLst>
                </p14:cNvPr>
                <p14:cNvContentPartPr/>
                <p14:nvPr/>
              </p14:nvContentPartPr>
              <p14:xfrm>
                <a:off x="4483262" y="3929865"/>
                <a:ext cx="171360" cy="1407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42E1EB32-2D4D-6518-6F3D-582435C31CE3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474262" y="3920865"/>
                  <a:ext cx="18900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34A13B01-F956-CBBF-7DF0-539D5A1291D9}"/>
                    </a:ext>
                  </a:extLst>
                </p14:cNvPr>
                <p14:cNvContentPartPr/>
                <p14:nvPr/>
              </p14:nvContentPartPr>
              <p14:xfrm>
                <a:off x="4702862" y="3915825"/>
                <a:ext cx="169920" cy="14184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34A13B01-F956-CBBF-7DF0-539D5A1291D9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693862" y="3907185"/>
                  <a:ext cx="18756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C1E7151B-6696-5D31-A41F-4BEB82D184C6}"/>
                    </a:ext>
                  </a:extLst>
                </p14:cNvPr>
                <p14:cNvContentPartPr/>
                <p14:nvPr/>
              </p14:nvContentPartPr>
              <p14:xfrm>
                <a:off x="4792862" y="3509025"/>
                <a:ext cx="266400" cy="27144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C1E7151B-6696-5D31-A41F-4BEB82D184C6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784222" y="3500385"/>
                  <a:ext cx="28404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ED23729D-DD35-4CAE-7295-5774603E1767}"/>
                    </a:ext>
                  </a:extLst>
                </p14:cNvPr>
                <p14:cNvContentPartPr/>
                <p14:nvPr/>
              </p14:nvContentPartPr>
              <p14:xfrm>
                <a:off x="4814102" y="3518745"/>
                <a:ext cx="145080" cy="29880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ED23729D-DD35-4CAE-7295-5774603E1767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805462" y="3510105"/>
                  <a:ext cx="16272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D456144D-917D-D9FD-AFC4-47CD998837F9}"/>
                    </a:ext>
                  </a:extLst>
                </p14:cNvPr>
                <p14:cNvContentPartPr/>
                <p14:nvPr/>
              </p14:nvContentPartPr>
              <p14:xfrm>
                <a:off x="5119022" y="3717825"/>
                <a:ext cx="27000" cy="16452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D456144D-917D-D9FD-AFC4-47CD998837F9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110382" y="3708825"/>
                  <a:ext cx="4464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6B963AAE-570F-8FA7-C2D0-F47C0FE48156}"/>
                    </a:ext>
                  </a:extLst>
                </p14:cNvPr>
                <p14:cNvContentPartPr/>
                <p14:nvPr/>
              </p14:nvContentPartPr>
              <p14:xfrm>
                <a:off x="5130542" y="3800265"/>
                <a:ext cx="114480" cy="6840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6B963AAE-570F-8FA7-C2D0-F47C0FE48156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121902" y="3791265"/>
                  <a:ext cx="132120" cy="8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2F6427AA-C2E5-3FEF-6C32-04900C5BF43E}"/>
              </a:ext>
            </a:extLst>
          </p:cNvPr>
          <p:cNvGrpSpPr/>
          <p:nvPr/>
        </p:nvGrpSpPr>
        <p:grpSpPr>
          <a:xfrm>
            <a:off x="5442662" y="3322545"/>
            <a:ext cx="1471320" cy="494640"/>
            <a:chOff x="5442662" y="3322545"/>
            <a:chExt cx="1471320" cy="49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61157E0B-680A-C8F4-3110-E3F9E69E8EE8}"/>
                    </a:ext>
                  </a:extLst>
                </p14:cNvPr>
                <p14:cNvContentPartPr/>
                <p14:nvPr/>
              </p14:nvContentPartPr>
              <p14:xfrm>
                <a:off x="5442662" y="3683625"/>
                <a:ext cx="194040" cy="13356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61157E0B-680A-C8F4-3110-E3F9E69E8EE8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433662" y="3674985"/>
                  <a:ext cx="21168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14D43610-B20A-E006-EA53-521318CEDD1F}"/>
                    </a:ext>
                  </a:extLst>
                </p14:cNvPr>
                <p14:cNvContentPartPr/>
                <p14:nvPr/>
              </p14:nvContentPartPr>
              <p14:xfrm>
                <a:off x="5651462" y="3573105"/>
                <a:ext cx="72000" cy="1360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14D43610-B20A-E006-EA53-521318CEDD1F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642462" y="3564105"/>
                  <a:ext cx="8964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2985161A-C4C0-4622-D031-CA77BF215B24}"/>
                    </a:ext>
                  </a:extLst>
                </p14:cNvPr>
                <p14:cNvContentPartPr/>
                <p14:nvPr/>
              </p14:nvContentPartPr>
              <p14:xfrm>
                <a:off x="5606102" y="3455745"/>
                <a:ext cx="2160" cy="183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2985161A-C4C0-4622-D031-CA77BF215B24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597462" y="3446745"/>
                  <a:ext cx="198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0B693676-AFD6-0CF3-9161-391638D35E11}"/>
                    </a:ext>
                  </a:extLst>
                </p14:cNvPr>
                <p14:cNvContentPartPr/>
                <p14:nvPr/>
              </p14:nvContentPartPr>
              <p14:xfrm>
                <a:off x="5711942" y="3470505"/>
                <a:ext cx="172800" cy="972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0B693676-AFD6-0CF3-9161-391638D35E11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5703302" y="3461505"/>
                  <a:ext cx="19044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E5B796FF-A5A3-8A10-C25D-6F99C41685F9}"/>
                    </a:ext>
                  </a:extLst>
                </p14:cNvPr>
                <p14:cNvContentPartPr/>
                <p14:nvPr/>
              </p14:nvContentPartPr>
              <p14:xfrm>
                <a:off x="5932262" y="3513345"/>
                <a:ext cx="49680" cy="529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E5B796FF-A5A3-8A10-C25D-6F99C41685F9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5923262" y="3504345"/>
                  <a:ext cx="6732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DD32DEFF-C2AA-E16E-231A-3F41CC148727}"/>
                    </a:ext>
                  </a:extLst>
                </p14:cNvPr>
                <p14:cNvContentPartPr/>
                <p14:nvPr/>
              </p14:nvContentPartPr>
              <p14:xfrm>
                <a:off x="5986262" y="3519465"/>
                <a:ext cx="46440" cy="4608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DD32DEFF-C2AA-E16E-231A-3F41CC148727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5977262" y="3510825"/>
                  <a:ext cx="6408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0D0F64C8-4096-CAF7-D56A-20129875F328}"/>
                    </a:ext>
                  </a:extLst>
                </p14:cNvPr>
                <p14:cNvContentPartPr/>
                <p14:nvPr/>
              </p14:nvContentPartPr>
              <p14:xfrm>
                <a:off x="5858822" y="3437745"/>
                <a:ext cx="186840" cy="2556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0D0F64C8-4096-CAF7-D56A-20129875F328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5850182" y="3429105"/>
                  <a:ext cx="2044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961BFD5F-06CA-EA6C-CEC3-024CB8AD7259}"/>
                    </a:ext>
                  </a:extLst>
                </p14:cNvPr>
                <p14:cNvContentPartPr/>
                <p14:nvPr/>
              </p14:nvContentPartPr>
              <p14:xfrm>
                <a:off x="6037742" y="3405705"/>
                <a:ext cx="103680" cy="17676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961BFD5F-06CA-EA6C-CEC3-024CB8AD7259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6029102" y="3396705"/>
                  <a:ext cx="12132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0C2F454F-373C-30E3-9344-D0F9EEC07817}"/>
                    </a:ext>
                  </a:extLst>
                </p14:cNvPr>
                <p14:cNvContentPartPr/>
                <p14:nvPr/>
              </p14:nvContentPartPr>
              <p14:xfrm>
                <a:off x="6122342" y="3496065"/>
                <a:ext cx="121320" cy="4932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0C2F454F-373C-30E3-9344-D0F9EEC07817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6113342" y="3487065"/>
                  <a:ext cx="13896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9BD15A12-7DB2-920C-3588-54EA073251DD}"/>
                    </a:ext>
                  </a:extLst>
                </p14:cNvPr>
                <p14:cNvContentPartPr/>
                <p14:nvPr/>
              </p14:nvContentPartPr>
              <p14:xfrm>
                <a:off x="6271742" y="3496425"/>
                <a:ext cx="208440" cy="8640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9BD15A12-7DB2-920C-3588-54EA073251DD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6262742" y="3487425"/>
                  <a:ext cx="22608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A539D2F3-BCE1-B2EC-AF43-058E4C697EB9}"/>
                    </a:ext>
                  </a:extLst>
                </p14:cNvPr>
                <p14:cNvContentPartPr/>
                <p14:nvPr/>
              </p14:nvContentPartPr>
              <p14:xfrm>
                <a:off x="6469022" y="3322545"/>
                <a:ext cx="122760" cy="28836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A539D2F3-BCE1-B2EC-AF43-058E4C697EB9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6460022" y="3313905"/>
                  <a:ext cx="14040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5C85B9BD-9D59-DD1E-CD84-36AEA7C39889}"/>
                    </a:ext>
                  </a:extLst>
                </p14:cNvPr>
                <p14:cNvContentPartPr/>
                <p14:nvPr/>
              </p14:nvContentPartPr>
              <p14:xfrm>
                <a:off x="6629942" y="3458265"/>
                <a:ext cx="284040" cy="16380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5C85B9BD-9D59-DD1E-CD84-36AEA7C39889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6620942" y="3449265"/>
                  <a:ext cx="301680" cy="18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9F8B1710-6F7D-2EC9-0EB8-39F4D2E470FA}"/>
              </a:ext>
            </a:extLst>
          </p:cNvPr>
          <p:cNvGrpSpPr/>
          <p:nvPr/>
        </p:nvGrpSpPr>
        <p:grpSpPr>
          <a:xfrm>
            <a:off x="4116422" y="4324785"/>
            <a:ext cx="318600" cy="249120"/>
            <a:chOff x="4116422" y="4324785"/>
            <a:chExt cx="318600" cy="24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725D0D08-872B-046D-BBA6-CB63B5D6585A}"/>
                    </a:ext>
                  </a:extLst>
                </p14:cNvPr>
                <p14:cNvContentPartPr/>
                <p14:nvPr/>
              </p14:nvContentPartPr>
              <p14:xfrm>
                <a:off x="4172222" y="4324785"/>
                <a:ext cx="262800" cy="24912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725D0D08-872B-046D-BBA6-CB63B5D6585A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4163582" y="4316145"/>
                  <a:ext cx="28044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10E49130-361A-33A8-E1A9-1FAF57008F6D}"/>
                    </a:ext>
                  </a:extLst>
                </p14:cNvPr>
                <p14:cNvContentPartPr/>
                <p14:nvPr/>
              </p14:nvContentPartPr>
              <p14:xfrm>
                <a:off x="4116422" y="4330905"/>
                <a:ext cx="172440" cy="6336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10E49130-361A-33A8-E1A9-1FAF57008F6D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4107782" y="4322265"/>
                  <a:ext cx="190080" cy="8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A168F38C-9AE5-6B0C-D159-7074EC67A453}"/>
              </a:ext>
            </a:extLst>
          </p:cNvPr>
          <p:cNvGrpSpPr/>
          <p:nvPr/>
        </p:nvGrpSpPr>
        <p:grpSpPr>
          <a:xfrm>
            <a:off x="4708982" y="4520625"/>
            <a:ext cx="1158120" cy="241560"/>
            <a:chOff x="4708982" y="4520625"/>
            <a:chExt cx="1158120" cy="24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CBD1BC8B-2714-4106-0592-6230AF90CC0C}"/>
                    </a:ext>
                  </a:extLst>
                </p14:cNvPr>
                <p14:cNvContentPartPr/>
                <p14:nvPr/>
              </p14:nvContentPartPr>
              <p14:xfrm>
                <a:off x="4708982" y="4520625"/>
                <a:ext cx="48960" cy="2415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CBD1BC8B-2714-4106-0592-6230AF90CC0C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4699982" y="4511625"/>
                  <a:ext cx="6660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21CDCBB5-CE2D-4942-81A5-A7CA3F4595D3}"/>
                    </a:ext>
                  </a:extLst>
                </p14:cNvPr>
                <p14:cNvContentPartPr/>
                <p14:nvPr/>
              </p14:nvContentPartPr>
              <p14:xfrm>
                <a:off x="4740302" y="4672905"/>
                <a:ext cx="119880" cy="6084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21CDCBB5-CE2D-4942-81A5-A7CA3F4595D3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4731302" y="4663905"/>
                  <a:ext cx="13752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83D1E78E-9DF8-A028-54EF-A9B99006682E}"/>
                    </a:ext>
                  </a:extLst>
                </p14:cNvPr>
                <p14:cNvContentPartPr/>
                <p14:nvPr/>
              </p14:nvContentPartPr>
              <p14:xfrm>
                <a:off x="4915262" y="4669665"/>
                <a:ext cx="95400" cy="2592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83D1E78E-9DF8-A028-54EF-A9B99006682E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4906262" y="4661025"/>
                  <a:ext cx="11304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A0A55B08-EE1F-2890-33D5-D378A82D4AB5}"/>
                    </a:ext>
                  </a:extLst>
                </p14:cNvPr>
                <p14:cNvContentPartPr/>
                <p14:nvPr/>
              </p14:nvContentPartPr>
              <p14:xfrm>
                <a:off x="4910942" y="4630065"/>
                <a:ext cx="97200" cy="2124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A0A55B08-EE1F-2890-33D5-D378A82D4AB5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4902302" y="4621065"/>
                  <a:ext cx="1148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DC7CCCCB-686D-5295-73BE-3037B8725238}"/>
                    </a:ext>
                  </a:extLst>
                </p14:cNvPr>
                <p14:cNvContentPartPr/>
                <p14:nvPr/>
              </p14:nvContentPartPr>
              <p14:xfrm>
                <a:off x="5163302" y="4521345"/>
                <a:ext cx="182520" cy="21708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DC7CCCCB-686D-5295-73BE-3037B8725238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5154662" y="4512345"/>
                  <a:ext cx="20016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19FD5696-72D7-604C-7C5B-85DB453861B5}"/>
                    </a:ext>
                  </a:extLst>
                </p14:cNvPr>
                <p14:cNvContentPartPr/>
                <p14:nvPr/>
              </p14:nvContentPartPr>
              <p14:xfrm>
                <a:off x="5430782" y="4559145"/>
                <a:ext cx="183600" cy="15192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19FD5696-72D7-604C-7C5B-85DB453861B5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5421782" y="4550145"/>
                  <a:ext cx="20124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B6CF75A9-A644-09EE-0DEF-AD08A0E2103B}"/>
                    </a:ext>
                  </a:extLst>
                </p14:cNvPr>
                <p14:cNvContentPartPr/>
                <p14:nvPr/>
              </p14:nvContentPartPr>
              <p14:xfrm>
                <a:off x="5659742" y="4541865"/>
                <a:ext cx="207360" cy="19332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B6CF75A9-A644-09EE-0DEF-AD08A0E2103B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5650742" y="4533225"/>
                  <a:ext cx="225000" cy="21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1B73B29C-7F69-F231-4B40-9C8229CDD3E1}"/>
              </a:ext>
            </a:extLst>
          </p:cNvPr>
          <p:cNvGrpSpPr/>
          <p:nvPr/>
        </p:nvGrpSpPr>
        <p:grpSpPr>
          <a:xfrm>
            <a:off x="6256622" y="4548705"/>
            <a:ext cx="962640" cy="153720"/>
            <a:chOff x="6256622" y="4548705"/>
            <a:chExt cx="962640" cy="15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9CFF4536-93FA-A65E-C23E-ED28DB156BD0}"/>
                    </a:ext>
                  </a:extLst>
                </p14:cNvPr>
                <p14:cNvContentPartPr/>
                <p14:nvPr/>
              </p14:nvContentPartPr>
              <p14:xfrm>
                <a:off x="6256622" y="4600545"/>
                <a:ext cx="255600" cy="9000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9CFF4536-93FA-A65E-C23E-ED28DB156BD0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6247982" y="4591545"/>
                  <a:ext cx="27324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6D2C7C23-7FC3-EDFE-EB69-55F4B70745C5}"/>
                    </a:ext>
                  </a:extLst>
                </p14:cNvPr>
                <p14:cNvContentPartPr/>
                <p14:nvPr/>
              </p14:nvContentPartPr>
              <p14:xfrm>
                <a:off x="6534182" y="4548705"/>
                <a:ext cx="207360" cy="12384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6D2C7C23-7FC3-EDFE-EB69-55F4B70745C5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6525542" y="4539705"/>
                  <a:ext cx="22500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3CDAE71C-9135-1E11-E5CF-5D34554F6BE1}"/>
                    </a:ext>
                  </a:extLst>
                </p14:cNvPr>
                <p14:cNvContentPartPr/>
                <p14:nvPr/>
              </p14:nvContentPartPr>
              <p14:xfrm>
                <a:off x="6756302" y="4582905"/>
                <a:ext cx="330120" cy="9180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3CDAE71C-9135-1E11-E5CF-5D34554F6BE1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6747302" y="4573905"/>
                  <a:ext cx="34776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88242BF7-3B36-2E45-C312-F0C4288B73D2}"/>
                    </a:ext>
                  </a:extLst>
                </p14:cNvPr>
                <p14:cNvContentPartPr/>
                <p14:nvPr/>
              </p14:nvContentPartPr>
              <p14:xfrm>
                <a:off x="7052582" y="4588665"/>
                <a:ext cx="166680" cy="11376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88242BF7-3B36-2E45-C312-F0C4288B73D2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7043942" y="4579665"/>
                  <a:ext cx="184320" cy="13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255D16EB-EA5F-E640-A35E-11E44A2738A9}"/>
              </a:ext>
            </a:extLst>
          </p:cNvPr>
          <p:cNvGrpSpPr/>
          <p:nvPr/>
        </p:nvGrpSpPr>
        <p:grpSpPr>
          <a:xfrm>
            <a:off x="7501142" y="4454025"/>
            <a:ext cx="218160" cy="208080"/>
            <a:chOff x="7501142" y="4454025"/>
            <a:chExt cx="218160" cy="20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6BC4C590-6E31-B94C-EE4F-FC7038F1408C}"/>
                    </a:ext>
                  </a:extLst>
                </p14:cNvPr>
                <p14:cNvContentPartPr/>
                <p14:nvPr/>
              </p14:nvContentPartPr>
              <p14:xfrm>
                <a:off x="7501142" y="4454025"/>
                <a:ext cx="77040" cy="20808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6BC4C590-6E31-B94C-EE4F-FC7038F1408C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7492502" y="4445025"/>
                  <a:ext cx="9468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AD8A448A-863F-5CC3-6D83-8D6344C74AD6}"/>
                    </a:ext>
                  </a:extLst>
                </p14:cNvPr>
                <p14:cNvContentPartPr/>
                <p14:nvPr/>
              </p14:nvContentPartPr>
              <p14:xfrm>
                <a:off x="7555502" y="4582185"/>
                <a:ext cx="163800" cy="5940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AD8A448A-863F-5CC3-6D83-8D6344C74AD6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7546502" y="4573545"/>
                  <a:ext cx="181440" cy="7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EAF15D13-9DA6-6210-142C-19094185A4E5}"/>
              </a:ext>
            </a:extLst>
          </p:cNvPr>
          <p:cNvGrpSpPr/>
          <p:nvPr/>
        </p:nvGrpSpPr>
        <p:grpSpPr>
          <a:xfrm>
            <a:off x="7984622" y="4495425"/>
            <a:ext cx="217800" cy="217080"/>
            <a:chOff x="7984622" y="4495425"/>
            <a:chExt cx="217800" cy="21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C91E1C01-C1D1-5188-48DE-0C71C4346BD9}"/>
                    </a:ext>
                  </a:extLst>
                </p14:cNvPr>
                <p14:cNvContentPartPr/>
                <p14:nvPr/>
              </p14:nvContentPartPr>
              <p14:xfrm>
                <a:off x="7984622" y="4495425"/>
                <a:ext cx="360" cy="136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C91E1C01-C1D1-5188-48DE-0C71C4346BD9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7975622" y="4486425"/>
                  <a:ext cx="1800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EC2E9AC6-21C5-4332-E04A-6019859594F1}"/>
                    </a:ext>
                  </a:extLst>
                </p14:cNvPr>
                <p14:cNvContentPartPr/>
                <p14:nvPr/>
              </p14:nvContentPartPr>
              <p14:xfrm>
                <a:off x="8044742" y="4645905"/>
                <a:ext cx="17280" cy="4104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EC2E9AC6-21C5-4332-E04A-6019859594F1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8036102" y="4636905"/>
                  <a:ext cx="3492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17ECBF36-90FA-184E-114E-2907C7BA17DC}"/>
                    </a:ext>
                  </a:extLst>
                </p14:cNvPr>
                <p14:cNvContentPartPr/>
                <p14:nvPr/>
              </p14:nvContentPartPr>
              <p14:xfrm>
                <a:off x="8078582" y="4582545"/>
                <a:ext cx="123840" cy="12996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17ECBF36-90FA-184E-114E-2907C7BA17DC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8069942" y="4573905"/>
                  <a:ext cx="141480" cy="147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3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D9CAC8FE-DDD5-F52D-D792-CF4F34715B65}"/>
                  </a:ext>
                </a:extLst>
              </p14:cNvPr>
              <p14:cNvContentPartPr/>
              <p14:nvPr/>
            </p14:nvContentPartPr>
            <p14:xfrm>
              <a:off x="8451542" y="4610985"/>
              <a:ext cx="157320" cy="92880"/>
            </p14:xfrm>
          </p:contentPart>
        </mc:Choice>
        <mc:Fallback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D9CAC8FE-DDD5-F52D-D792-CF4F34715B65}"/>
                  </a:ext>
                </a:extLst>
              </p:cNvPr>
              <p:cNvPicPr/>
              <p:nvPr/>
            </p:nvPicPr>
            <p:blipFill>
              <a:blip r:embed="rId254"/>
              <a:stretch>
                <a:fillRect/>
              </a:stretch>
            </p:blipFill>
            <p:spPr>
              <a:xfrm>
                <a:off x="8442902" y="4602345"/>
                <a:ext cx="174960" cy="110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70" name="Group 169">
            <a:extLst>
              <a:ext uri="{FF2B5EF4-FFF2-40B4-BE49-F238E27FC236}">
                <a16:creationId xmlns:a16="http://schemas.microsoft.com/office/drawing/2014/main" id="{9CAC837B-DBD1-09E9-DB04-808940B88254}"/>
              </a:ext>
            </a:extLst>
          </p:cNvPr>
          <p:cNvGrpSpPr/>
          <p:nvPr/>
        </p:nvGrpSpPr>
        <p:grpSpPr>
          <a:xfrm>
            <a:off x="8815142" y="4472745"/>
            <a:ext cx="1754640" cy="227160"/>
            <a:chOff x="8815142" y="4472745"/>
            <a:chExt cx="1754640" cy="227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CDDE66F4-7C8D-09D2-B0CE-BB481DA9F1A0}"/>
                    </a:ext>
                  </a:extLst>
                </p14:cNvPr>
                <p14:cNvContentPartPr/>
                <p14:nvPr/>
              </p14:nvContentPartPr>
              <p14:xfrm>
                <a:off x="8815142" y="4583985"/>
                <a:ext cx="151200" cy="8964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CDDE66F4-7C8D-09D2-B0CE-BB481DA9F1A0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8806142" y="4575345"/>
                  <a:ext cx="16884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8EF82A4F-D2C7-9C5E-E202-2F2A6340A38F}"/>
                    </a:ext>
                  </a:extLst>
                </p14:cNvPr>
                <p14:cNvContentPartPr/>
                <p14:nvPr/>
              </p14:nvContentPartPr>
              <p14:xfrm>
                <a:off x="8973902" y="4607385"/>
                <a:ext cx="89640" cy="6840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8EF82A4F-D2C7-9C5E-E202-2F2A6340A38F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8964902" y="4598385"/>
                  <a:ext cx="10728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BDD67659-1FBF-1876-DF93-F2B75FD905DF}"/>
                    </a:ext>
                  </a:extLst>
                </p14:cNvPr>
                <p14:cNvContentPartPr/>
                <p14:nvPr/>
              </p14:nvContentPartPr>
              <p14:xfrm>
                <a:off x="9106382" y="4622865"/>
                <a:ext cx="180360" cy="6588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BDD67659-1FBF-1876-DF93-F2B75FD905DF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9097382" y="4614225"/>
                  <a:ext cx="19800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4D068DE3-D974-4B17-116F-384D4B6ED28C}"/>
                    </a:ext>
                  </a:extLst>
                </p14:cNvPr>
                <p14:cNvContentPartPr/>
                <p14:nvPr/>
              </p14:nvContentPartPr>
              <p14:xfrm>
                <a:off x="9327062" y="4580745"/>
                <a:ext cx="248400" cy="11304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4D068DE3-D974-4B17-116F-384D4B6ED28C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9318422" y="4572105"/>
                  <a:ext cx="26604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45FA760A-0776-EA99-B40D-E9BDE6F9CE19}"/>
                    </a:ext>
                  </a:extLst>
                </p14:cNvPr>
                <p14:cNvContentPartPr/>
                <p14:nvPr/>
              </p14:nvContentPartPr>
              <p14:xfrm>
                <a:off x="9619742" y="4591545"/>
                <a:ext cx="332640" cy="9720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45FA760A-0776-EA99-B40D-E9BDE6F9CE19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9611102" y="4582905"/>
                  <a:ext cx="35028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1B58CBE3-ED7B-A54A-8C45-A680AA1B50F3}"/>
                    </a:ext>
                  </a:extLst>
                </p14:cNvPr>
                <p14:cNvContentPartPr/>
                <p14:nvPr/>
              </p14:nvContentPartPr>
              <p14:xfrm>
                <a:off x="9986582" y="4472745"/>
                <a:ext cx="198000" cy="22140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1B58CBE3-ED7B-A54A-8C45-A680AA1B50F3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9977582" y="4464105"/>
                  <a:ext cx="21564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CC7CBAA7-DD2B-C2A8-40F1-1EAEDBB6B263}"/>
                    </a:ext>
                  </a:extLst>
                </p14:cNvPr>
                <p14:cNvContentPartPr/>
                <p14:nvPr/>
              </p14:nvContentPartPr>
              <p14:xfrm>
                <a:off x="10144982" y="4536465"/>
                <a:ext cx="6480" cy="2052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CC7CBAA7-DD2B-C2A8-40F1-1EAEDBB6B263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10136342" y="4527465"/>
                  <a:ext cx="241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5219B06A-9EAF-12B8-48CA-23DD9C541EBB}"/>
                    </a:ext>
                  </a:extLst>
                </p14:cNvPr>
                <p14:cNvContentPartPr/>
                <p14:nvPr/>
              </p14:nvContentPartPr>
              <p14:xfrm>
                <a:off x="10203662" y="4596585"/>
                <a:ext cx="135000" cy="9036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5219B06A-9EAF-12B8-48CA-23DD9C541EBB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10194662" y="4587945"/>
                  <a:ext cx="15264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4B80EE8C-18F9-022F-F0A8-5589A8E9751B}"/>
                    </a:ext>
                  </a:extLst>
                </p14:cNvPr>
                <p14:cNvContentPartPr/>
                <p14:nvPr/>
              </p14:nvContentPartPr>
              <p14:xfrm>
                <a:off x="10385462" y="4582545"/>
                <a:ext cx="184320" cy="11736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4B80EE8C-18F9-022F-F0A8-5589A8E9751B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10376462" y="4573545"/>
                  <a:ext cx="201960" cy="13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5300344C-73FC-0F57-D3A6-94331E207C76}"/>
              </a:ext>
            </a:extLst>
          </p:cNvPr>
          <p:cNvGrpSpPr/>
          <p:nvPr/>
        </p:nvGrpSpPr>
        <p:grpSpPr>
          <a:xfrm>
            <a:off x="4756862" y="5063505"/>
            <a:ext cx="966600" cy="294840"/>
            <a:chOff x="4756862" y="5063505"/>
            <a:chExt cx="966600" cy="29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32A6D880-1EF6-E64E-3A47-A60EB1DD2497}"/>
                    </a:ext>
                  </a:extLst>
                </p14:cNvPr>
                <p14:cNvContentPartPr/>
                <p14:nvPr/>
              </p14:nvContentPartPr>
              <p14:xfrm>
                <a:off x="4756862" y="5063505"/>
                <a:ext cx="115920" cy="16308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32A6D880-1EF6-E64E-3A47-A60EB1DD2497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4747862" y="5054865"/>
                  <a:ext cx="13356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413121AB-A1CD-231E-78B9-79DD6389392F}"/>
                    </a:ext>
                  </a:extLst>
                </p14:cNvPr>
                <p14:cNvContentPartPr/>
                <p14:nvPr/>
              </p14:nvContentPartPr>
              <p14:xfrm>
                <a:off x="4912382" y="5115705"/>
                <a:ext cx="427320" cy="9360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413121AB-A1CD-231E-78B9-79DD6389392F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4903382" y="5107065"/>
                  <a:ext cx="44496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5D458863-FD42-753F-9231-5A1DB7C67D97}"/>
                    </a:ext>
                  </a:extLst>
                </p14:cNvPr>
                <p14:cNvContentPartPr/>
                <p14:nvPr/>
              </p14:nvContentPartPr>
              <p14:xfrm>
                <a:off x="5391542" y="5109225"/>
                <a:ext cx="331920" cy="24912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5D458863-FD42-753F-9231-5A1DB7C67D97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5382902" y="5100585"/>
                  <a:ext cx="349560" cy="26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1F0A215C-59DD-0938-D5CA-7FC670B5296C}"/>
              </a:ext>
            </a:extLst>
          </p:cNvPr>
          <p:cNvGrpSpPr/>
          <p:nvPr/>
        </p:nvGrpSpPr>
        <p:grpSpPr>
          <a:xfrm>
            <a:off x="5958182" y="4968105"/>
            <a:ext cx="281520" cy="384840"/>
            <a:chOff x="5958182" y="4968105"/>
            <a:chExt cx="281520" cy="38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D280BCD0-B7AE-6AF4-1B76-60F282B4D0A4}"/>
                    </a:ext>
                  </a:extLst>
                </p14:cNvPr>
                <p14:cNvContentPartPr/>
                <p14:nvPr/>
              </p14:nvContentPartPr>
              <p14:xfrm>
                <a:off x="5958182" y="5143785"/>
                <a:ext cx="137880" cy="6912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D280BCD0-B7AE-6AF4-1B76-60F282B4D0A4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5949182" y="5135145"/>
                  <a:ext cx="15552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8AC00358-EA23-31C4-A643-A4F6729A2DDD}"/>
                    </a:ext>
                  </a:extLst>
                </p14:cNvPr>
                <p14:cNvContentPartPr/>
                <p14:nvPr/>
              </p14:nvContentPartPr>
              <p14:xfrm>
                <a:off x="6084902" y="4968105"/>
                <a:ext cx="154800" cy="38484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8AC00358-EA23-31C4-A643-A4F6729A2DDD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6076262" y="4959465"/>
                  <a:ext cx="17244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A025C58A-9767-25EE-4DB6-998EE5CB4898}"/>
                    </a:ext>
                  </a:extLst>
                </p14:cNvPr>
                <p14:cNvContentPartPr/>
                <p14:nvPr/>
              </p14:nvContentPartPr>
              <p14:xfrm>
                <a:off x="6113702" y="5192025"/>
                <a:ext cx="121320" cy="1944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A025C58A-9767-25EE-4DB6-998EE5CB4898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6105062" y="5183385"/>
                  <a:ext cx="138960" cy="37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5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2A963183-9714-F601-6E44-06AF4EDFE311}"/>
                  </a:ext>
                </a:extLst>
              </p14:cNvPr>
              <p14:cNvContentPartPr/>
              <p14:nvPr/>
            </p14:nvContentPartPr>
            <p14:xfrm>
              <a:off x="6596462" y="4971705"/>
              <a:ext cx="218160" cy="181080"/>
            </p14:xfrm>
          </p:contentPart>
        </mc:Choice>
        <mc:Fallback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2A963183-9714-F601-6E44-06AF4EDFE311}"/>
                  </a:ext>
                </a:extLst>
              </p:cNvPr>
              <p:cNvPicPr/>
              <p:nvPr/>
            </p:nvPicPr>
            <p:blipFill>
              <a:blip r:embed="rId286"/>
              <a:stretch>
                <a:fillRect/>
              </a:stretch>
            </p:blipFill>
            <p:spPr>
              <a:xfrm>
                <a:off x="6587822" y="4963065"/>
                <a:ext cx="235800" cy="198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89" name="Group 188">
            <a:extLst>
              <a:ext uri="{FF2B5EF4-FFF2-40B4-BE49-F238E27FC236}">
                <a16:creationId xmlns:a16="http://schemas.microsoft.com/office/drawing/2014/main" id="{455C2D2E-59BC-C702-33D7-5087E92DE8B3}"/>
              </a:ext>
            </a:extLst>
          </p:cNvPr>
          <p:cNvGrpSpPr/>
          <p:nvPr/>
        </p:nvGrpSpPr>
        <p:grpSpPr>
          <a:xfrm>
            <a:off x="7073462" y="4933905"/>
            <a:ext cx="1128240" cy="346680"/>
            <a:chOff x="7073462" y="4933905"/>
            <a:chExt cx="1128240" cy="34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D19FEDCD-3611-4DA5-24F0-53BA78534C24}"/>
                    </a:ext>
                  </a:extLst>
                </p14:cNvPr>
                <p14:cNvContentPartPr/>
                <p14:nvPr/>
              </p14:nvContentPartPr>
              <p14:xfrm>
                <a:off x="7074542" y="5098065"/>
                <a:ext cx="42480" cy="6732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D19FEDCD-3611-4DA5-24F0-53BA78534C24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7065902" y="5089425"/>
                  <a:ext cx="6012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26C0AA27-E91A-717C-8165-B3BC0669CE96}"/>
                    </a:ext>
                  </a:extLst>
                </p14:cNvPr>
                <p14:cNvContentPartPr/>
                <p14:nvPr/>
              </p14:nvContentPartPr>
              <p14:xfrm>
                <a:off x="7073462" y="4982865"/>
                <a:ext cx="2160" cy="1152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26C0AA27-E91A-717C-8165-B3BC0669CE96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7064462" y="4974225"/>
                  <a:ext cx="198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3C0B36C5-02CB-6CBC-2798-C431D0976A9F}"/>
                    </a:ext>
                  </a:extLst>
                </p14:cNvPr>
                <p14:cNvContentPartPr/>
                <p14:nvPr/>
              </p14:nvContentPartPr>
              <p14:xfrm>
                <a:off x="7167422" y="5104545"/>
                <a:ext cx="157680" cy="7164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3C0B36C5-02CB-6CBC-2798-C431D0976A9F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7158422" y="5095545"/>
                  <a:ext cx="17532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0F07A046-4991-2131-42EA-506123F8B884}"/>
                    </a:ext>
                  </a:extLst>
                </p14:cNvPr>
                <p14:cNvContentPartPr/>
                <p14:nvPr/>
              </p14:nvContentPartPr>
              <p14:xfrm>
                <a:off x="7296302" y="4933905"/>
                <a:ext cx="115560" cy="21096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0F07A046-4991-2131-42EA-506123F8B884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7287302" y="4925265"/>
                  <a:ext cx="13320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86C7082E-6B64-B442-E0A5-FF203B18E6BB}"/>
                    </a:ext>
                  </a:extLst>
                </p14:cNvPr>
                <p14:cNvContentPartPr/>
                <p14:nvPr/>
              </p14:nvContentPartPr>
              <p14:xfrm>
                <a:off x="7325822" y="5005545"/>
                <a:ext cx="282960" cy="12600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86C7082E-6B64-B442-E0A5-FF203B18E6BB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7316822" y="4996905"/>
                  <a:ext cx="30060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51013F65-37F5-AA33-7D9F-56CB1911FAF2}"/>
                    </a:ext>
                  </a:extLst>
                </p14:cNvPr>
                <p14:cNvContentPartPr/>
                <p14:nvPr/>
              </p14:nvContentPartPr>
              <p14:xfrm>
                <a:off x="7637942" y="5060985"/>
                <a:ext cx="338400" cy="21960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51013F65-37F5-AA33-7D9F-56CB1911FAF2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7628942" y="5051985"/>
                  <a:ext cx="35604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9CEF1AA0-CBB4-3BE1-494E-917CFB6FC85B}"/>
                    </a:ext>
                  </a:extLst>
                </p14:cNvPr>
                <p14:cNvContentPartPr/>
                <p14:nvPr/>
              </p14:nvContentPartPr>
              <p14:xfrm>
                <a:off x="8062382" y="5050545"/>
                <a:ext cx="139320" cy="17064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9CEF1AA0-CBB4-3BE1-494E-917CFB6FC85B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8053742" y="5041545"/>
                  <a:ext cx="156960" cy="18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4E374C4E-A2B4-C10B-9DF0-CF24B9DDF72E}"/>
              </a:ext>
            </a:extLst>
          </p:cNvPr>
          <p:cNvGrpSpPr/>
          <p:nvPr/>
        </p:nvGrpSpPr>
        <p:grpSpPr>
          <a:xfrm>
            <a:off x="4799205" y="5724570"/>
            <a:ext cx="404640" cy="242280"/>
            <a:chOff x="4799205" y="5724570"/>
            <a:chExt cx="404640" cy="24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10EB5243-DC06-63DF-6631-DE282EFEBBF1}"/>
                    </a:ext>
                  </a:extLst>
                </p14:cNvPr>
                <p14:cNvContentPartPr/>
                <p14:nvPr/>
              </p14:nvContentPartPr>
              <p14:xfrm>
                <a:off x="4799205" y="5724570"/>
                <a:ext cx="113040" cy="13716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10EB5243-DC06-63DF-6631-DE282EFEBBF1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4790205" y="5715930"/>
                  <a:ext cx="1306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D8981F39-C811-9B66-0590-F483C8DAD746}"/>
                    </a:ext>
                  </a:extLst>
                </p14:cNvPr>
                <p14:cNvContentPartPr/>
                <p14:nvPr/>
              </p14:nvContentPartPr>
              <p14:xfrm>
                <a:off x="4951845" y="5862090"/>
                <a:ext cx="360" cy="468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D8981F39-C811-9B66-0590-F483C8DAD746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4943205" y="5853450"/>
                  <a:ext cx="180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50CB263B-45B0-9F3F-FEF2-A44D1C9BA08C}"/>
                    </a:ext>
                  </a:extLst>
                </p14:cNvPr>
                <p14:cNvContentPartPr/>
                <p14:nvPr/>
              </p14:nvContentPartPr>
              <p14:xfrm>
                <a:off x="5005485" y="5769210"/>
                <a:ext cx="106200" cy="19764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50CB263B-45B0-9F3F-FEF2-A44D1C9BA08C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4996485" y="5760210"/>
                  <a:ext cx="12384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A8417E9D-98DA-1E32-7DDE-B6BA56B83C2F}"/>
                    </a:ext>
                  </a:extLst>
                </p14:cNvPr>
                <p14:cNvContentPartPr/>
                <p14:nvPr/>
              </p14:nvContentPartPr>
              <p14:xfrm>
                <a:off x="5196285" y="5889090"/>
                <a:ext cx="7560" cy="612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A8417E9D-98DA-1E32-7DDE-B6BA56B83C2F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5187285" y="5880450"/>
                  <a:ext cx="25200" cy="2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9C60FC07-C6FC-2F44-205C-7F99AEEA0DFF}"/>
              </a:ext>
            </a:extLst>
          </p:cNvPr>
          <p:cNvGrpSpPr/>
          <p:nvPr/>
        </p:nvGrpSpPr>
        <p:grpSpPr>
          <a:xfrm>
            <a:off x="5537565" y="5715570"/>
            <a:ext cx="1190880" cy="186120"/>
            <a:chOff x="5537565" y="5715570"/>
            <a:chExt cx="1190880" cy="186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A020145A-F3F4-8AF4-C373-EBE21A0EBBC4}"/>
                    </a:ext>
                  </a:extLst>
                </p14:cNvPr>
                <p14:cNvContentPartPr/>
                <p14:nvPr/>
              </p14:nvContentPartPr>
              <p14:xfrm>
                <a:off x="5537565" y="5715570"/>
                <a:ext cx="163800" cy="12672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A020145A-F3F4-8AF4-C373-EBE21A0EBBC4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5528565" y="5706570"/>
                  <a:ext cx="18144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3FD5D164-29FE-2E09-F7F2-42F71DD26F57}"/>
                    </a:ext>
                  </a:extLst>
                </p14:cNvPr>
                <p14:cNvContentPartPr/>
                <p14:nvPr/>
              </p14:nvContentPartPr>
              <p14:xfrm>
                <a:off x="5807205" y="5863170"/>
                <a:ext cx="1440" cy="1332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3FD5D164-29FE-2E09-F7F2-42F71DD26F57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5798205" y="5854170"/>
                  <a:ext cx="1908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88BD6D57-01FC-33AB-86EB-0E132814B1B4}"/>
                    </a:ext>
                  </a:extLst>
                </p14:cNvPr>
                <p14:cNvContentPartPr/>
                <p14:nvPr/>
              </p14:nvContentPartPr>
              <p14:xfrm>
                <a:off x="5807565" y="5859570"/>
                <a:ext cx="135360" cy="1692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88BD6D57-01FC-33AB-86EB-0E132814B1B4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5798925" y="5850930"/>
                  <a:ext cx="1530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B7DDF727-EDE2-2B92-305C-A144FCDC1A5A}"/>
                    </a:ext>
                  </a:extLst>
                </p14:cNvPr>
                <p14:cNvContentPartPr/>
                <p14:nvPr/>
              </p14:nvContentPartPr>
              <p14:xfrm>
                <a:off x="6084405" y="5719170"/>
                <a:ext cx="169200" cy="18252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B7DDF727-EDE2-2B92-305C-A144FCDC1A5A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6075765" y="5710170"/>
                  <a:ext cx="18684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E9F0B904-36E9-E05A-210F-CB537F646433}"/>
                    </a:ext>
                  </a:extLst>
                </p14:cNvPr>
                <p14:cNvContentPartPr/>
                <p14:nvPr/>
              </p14:nvContentPartPr>
              <p14:xfrm>
                <a:off x="6409125" y="5793690"/>
                <a:ext cx="175680" cy="4248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E9F0B904-36E9-E05A-210F-CB537F646433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6400485" y="5784690"/>
                  <a:ext cx="19332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945984F6-978D-C886-0091-4F031BA7010A}"/>
                    </a:ext>
                  </a:extLst>
                </p14:cNvPr>
                <p14:cNvContentPartPr/>
                <p14:nvPr/>
              </p14:nvContentPartPr>
              <p14:xfrm>
                <a:off x="6676245" y="5720250"/>
                <a:ext cx="52200" cy="13860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945984F6-978D-C886-0091-4F031BA7010A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6667605" y="5711250"/>
                  <a:ext cx="6984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141D7BC0-CA88-D50E-EF41-FE585609CD5B}"/>
                    </a:ext>
                  </a:extLst>
                </p14:cNvPr>
                <p14:cNvContentPartPr/>
                <p14:nvPr/>
              </p14:nvContentPartPr>
              <p14:xfrm>
                <a:off x="6419205" y="5805930"/>
                <a:ext cx="139320" cy="2160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141D7BC0-CA88-D50E-EF41-FE585609CD5B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6410565" y="5796930"/>
                  <a:ext cx="156960" cy="3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645FA63F-64CB-F766-564D-57D3EC200ADA}"/>
              </a:ext>
            </a:extLst>
          </p:cNvPr>
          <p:cNvGrpSpPr/>
          <p:nvPr/>
        </p:nvGrpSpPr>
        <p:grpSpPr>
          <a:xfrm>
            <a:off x="7257645" y="5759490"/>
            <a:ext cx="245160" cy="122040"/>
            <a:chOff x="7257645" y="5759490"/>
            <a:chExt cx="245160" cy="12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FE41C184-CA11-D133-35F9-CAC71D44FD0E}"/>
                    </a:ext>
                  </a:extLst>
                </p14:cNvPr>
                <p14:cNvContentPartPr/>
                <p14:nvPr/>
              </p14:nvContentPartPr>
              <p14:xfrm>
                <a:off x="7257645" y="5791890"/>
                <a:ext cx="134280" cy="8964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FE41C184-CA11-D133-35F9-CAC71D44FD0E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7249005" y="5782890"/>
                  <a:ext cx="15192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C3764DD3-76B4-6F4F-FFE0-96B2EDA5AC58}"/>
                    </a:ext>
                  </a:extLst>
                </p14:cNvPr>
                <p14:cNvContentPartPr/>
                <p14:nvPr/>
              </p14:nvContentPartPr>
              <p14:xfrm>
                <a:off x="7407045" y="5759490"/>
                <a:ext cx="95760" cy="10512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C3764DD3-76B4-6F4F-FFE0-96B2EDA5AC58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7398045" y="5750850"/>
                  <a:ext cx="113400" cy="12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5CB81B62-1D5B-BAA6-647E-BAC2A5070125}"/>
              </a:ext>
            </a:extLst>
          </p:cNvPr>
          <p:cNvGrpSpPr/>
          <p:nvPr/>
        </p:nvGrpSpPr>
        <p:grpSpPr>
          <a:xfrm>
            <a:off x="7785765" y="5602170"/>
            <a:ext cx="438120" cy="235800"/>
            <a:chOff x="7785765" y="5602170"/>
            <a:chExt cx="438120" cy="23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A332714B-802A-2264-9177-D93431529C67}"/>
                    </a:ext>
                  </a:extLst>
                </p14:cNvPr>
                <p14:cNvContentPartPr/>
                <p14:nvPr/>
              </p14:nvContentPartPr>
              <p14:xfrm>
                <a:off x="7785765" y="5694330"/>
                <a:ext cx="155520" cy="1764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A332714B-802A-2264-9177-D93431529C67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7777125" y="5685330"/>
                  <a:ext cx="17316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63DE4333-0AAC-1E73-1096-A6335160D20C}"/>
                    </a:ext>
                  </a:extLst>
                </p14:cNvPr>
                <p14:cNvContentPartPr/>
                <p14:nvPr/>
              </p14:nvContentPartPr>
              <p14:xfrm>
                <a:off x="8012205" y="5602170"/>
                <a:ext cx="179640" cy="13716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63DE4333-0AAC-1E73-1096-A6335160D20C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8003205" y="5593530"/>
                  <a:ext cx="1972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46916AE2-F963-C2DB-0226-A0CC9221DF37}"/>
                    </a:ext>
                  </a:extLst>
                </p14:cNvPr>
                <p14:cNvContentPartPr/>
                <p14:nvPr/>
              </p14:nvContentPartPr>
              <p14:xfrm>
                <a:off x="7895205" y="5809890"/>
                <a:ext cx="328680" cy="2808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46916AE2-F963-C2DB-0226-A0CC9221DF37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7886205" y="5801250"/>
                  <a:ext cx="346320" cy="45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33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118B559F-6DDB-7550-7D49-4DC7D69A5EB3}"/>
                  </a:ext>
                </a:extLst>
              </p14:cNvPr>
              <p14:cNvContentPartPr/>
              <p14:nvPr/>
            </p14:nvContentPartPr>
            <p14:xfrm>
              <a:off x="8017605" y="5952090"/>
              <a:ext cx="209520" cy="112680"/>
            </p14:xfrm>
          </p:contentPart>
        </mc:Choice>
        <mc:Fallback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118B559F-6DDB-7550-7D49-4DC7D69A5EB3}"/>
                  </a:ext>
                </a:extLst>
              </p:cNvPr>
              <p:cNvPicPr/>
              <p:nvPr/>
            </p:nvPicPr>
            <p:blipFill>
              <a:blip r:embed="rId334"/>
              <a:stretch>
                <a:fillRect/>
              </a:stretch>
            </p:blipFill>
            <p:spPr>
              <a:xfrm>
                <a:off x="8008965" y="5943450"/>
                <a:ext cx="227160" cy="13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5">
            <p14:nvContentPartPr>
              <p14:cNvPr id="211" name="Ink 210">
                <a:extLst>
                  <a:ext uri="{FF2B5EF4-FFF2-40B4-BE49-F238E27FC236}">
                    <a16:creationId xmlns:a16="http://schemas.microsoft.com/office/drawing/2014/main" id="{47C32DF2-30F0-10C3-88FA-B574FAE82FB0}"/>
                  </a:ext>
                </a:extLst>
              </p14:cNvPr>
              <p14:cNvContentPartPr/>
              <p14:nvPr/>
            </p14:nvContentPartPr>
            <p14:xfrm>
              <a:off x="8423685" y="5894490"/>
              <a:ext cx="254880" cy="33120"/>
            </p14:xfrm>
          </p:contentPart>
        </mc:Choice>
        <mc:Fallback>
          <p:pic>
            <p:nvPicPr>
              <p:cNvPr id="211" name="Ink 210">
                <a:extLst>
                  <a:ext uri="{FF2B5EF4-FFF2-40B4-BE49-F238E27FC236}">
                    <a16:creationId xmlns:a16="http://schemas.microsoft.com/office/drawing/2014/main" id="{47C32DF2-30F0-10C3-88FA-B574FAE82FB0}"/>
                  </a:ext>
                </a:extLst>
              </p:cNvPr>
              <p:cNvPicPr/>
              <p:nvPr/>
            </p:nvPicPr>
            <p:blipFill>
              <a:blip r:embed="rId336"/>
              <a:stretch>
                <a:fillRect/>
              </a:stretch>
            </p:blipFill>
            <p:spPr>
              <a:xfrm>
                <a:off x="8414685" y="5885490"/>
                <a:ext cx="272520" cy="50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17" name="Group 216">
            <a:extLst>
              <a:ext uri="{FF2B5EF4-FFF2-40B4-BE49-F238E27FC236}">
                <a16:creationId xmlns:a16="http://schemas.microsoft.com/office/drawing/2014/main" id="{614CCF99-3118-E7B2-1135-355ADB30E6EA}"/>
              </a:ext>
            </a:extLst>
          </p:cNvPr>
          <p:cNvGrpSpPr/>
          <p:nvPr/>
        </p:nvGrpSpPr>
        <p:grpSpPr>
          <a:xfrm>
            <a:off x="8762445" y="5648970"/>
            <a:ext cx="402120" cy="153360"/>
            <a:chOff x="8762445" y="5648970"/>
            <a:chExt cx="402120" cy="153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D3A10434-C972-F48C-342C-BB2C438EA25D}"/>
                    </a:ext>
                  </a:extLst>
                </p14:cNvPr>
                <p14:cNvContentPartPr/>
                <p14:nvPr/>
              </p14:nvContentPartPr>
              <p14:xfrm>
                <a:off x="8844885" y="5695410"/>
                <a:ext cx="34200" cy="8640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D3A10434-C972-F48C-342C-BB2C438EA25D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8835885" y="5686410"/>
                  <a:ext cx="5184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675408D3-EF6C-5753-A830-E1BCE998F0AA}"/>
                    </a:ext>
                  </a:extLst>
                </p14:cNvPr>
                <p14:cNvContentPartPr/>
                <p14:nvPr/>
              </p14:nvContentPartPr>
              <p14:xfrm>
                <a:off x="8762445" y="5750850"/>
                <a:ext cx="160200" cy="1368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675408D3-EF6C-5753-A830-E1BCE998F0AA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8753445" y="5741850"/>
                  <a:ext cx="17784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DB89E08A-9D12-A4F9-AD36-BE3910F0C52D}"/>
                    </a:ext>
                  </a:extLst>
                </p14:cNvPr>
                <p14:cNvContentPartPr/>
                <p14:nvPr/>
              </p14:nvContentPartPr>
              <p14:xfrm>
                <a:off x="8973405" y="5648970"/>
                <a:ext cx="191160" cy="15336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DB89E08A-9D12-A4F9-AD36-BE3910F0C52D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8964765" y="5639970"/>
                  <a:ext cx="208800" cy="171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3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8B2A3D35-A23E-3FAD-DCA0-3C2BA8CBCAB0}"/>
                  </a:ext>
                </a:extLst>
              </p14:cNvPr>
              <p14:cNvContentPartPr/>
              <p14:nvPr/>
            </p14:nvContentPartPr>
            <p14:xfrm>
              <a:off x="8915805" y="5887290"/>
              <a:ext cx="269640" cy="21600"/>
            </p14:xfrm>
          </p:contentPart>
        </mc:Choice>
        <mc:Fallback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8B2A3D35-A23E-3FAD-DCA0-3C2BA8CBCAB0}"/>
                  </a:ext>
                </a:extLst>
              </p:cNvPr>
              <p:cNvPicPr/>
              <p:nvPr/>
            </p:nvPicPr>
            <p:blipFill>
              <a:blip r:embed="rId344"/>
              <a:stretch>
                <a:fillRect/>
              </a:stretch>
            </p:blipFill>
            <p:spPr>
              <a:xfrm>
                <a:off x="8906805" y="5878650"/>
                <a:ext cx="28728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5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3CEE6E5D-ED63-6AB2-DD45-5D5B48FE58F3}"/>
                  </a:ext>
                </a:extLst>
              </p14:cNvPr>
              <p14:cNvContentPartPr/>
              <p14:nvPr/>
            </p14:nvContentPartPr>
            <p14:xfrm>
              <a:off x="9021285" y="6005730"/>
              <a:ext cx="172080" cy="112320"/>
            </p14:xfrm>
          </p:contentPart>
        </mc:Choice>
        <mc:Fallback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3CEE6E5D-ED63-6AB2-DD45-5D5B48FE58F3}"/>
                  </a:ext>
                </a:extLst>
              </p:cNvPr>
              <p:cNvPicPr/>
              <p:nvPr/>
            </p:nvPicPr>
            <p:blipFill>
              <a:blip r:embed="rId346"/>
              <a:stretch>
                <a:fillRect/>
              </a:stretch>
            </p:blipFill>
            <p:spPr>
              <a:xfrm>
                <a:off x="9012645" y="5996730"/>
                <a:ext cx="189720" cy="129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20" name="Group 219">
            <a:extLst>
              <a:ext uri="{FF2B5EF4-FFF2-40B4-BE49-F238E27FC236}">
                <a16:creationId xmlns:a16="http://schemas.microsoft.com/office/drawing/2014/main" id="{0EA24DE4-F807-5F1E-E76B-6EFB64B2388B}"/>
              </a:ext>
            </a:extLst>
          </p:cNvPr>
          <p:cNvGrpSpPr/>
          <p:nvPr/>
        </p:nvGrpSpPr>
        <p:grpSpPr>
          <a:xfrm>
            <a:off x="9398925" y="5810610"/>
            <a:ext cx="285840" cy="171360"/>
            <a:chOff x="9398925" y="5810610"/>
            <a:chExt cx="285840" cy="17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C54FF7BB-6EF2-3C2E-98E8-88CDA7B49A4D}"/>
                    </a:ext>
                  </a:extLst>
                </p14:cNvPr>
                <p14:cNvContentPartPr/>
                <p14:nvPr/>
              </p14:nvContentPartPr>
              <p14:xfrm>
                <a:off x="9398925" y="5899890"/>
                <a:ext cx="128520" cy="1404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C54FF7BB-6EF2-3C2E-98E8-88CDA7B49A4D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9390285" y="5891250"/>
                  <a:ext cx="1461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A1E50737-9972-3D8F-D2EB-2243FA8673A7}"/>
                    </a:ext>
                  </a:extLst>
                </p14:cNvPr>
                <p14:cNvContentPartPr/>
                <p14:nvPr/>
              </p14:nvContentPartPr>
              <p14:xfrm>
                <a:off x="9654165" y="5810610"/>
                <a:ext cx="30600" cy="17136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A1E50737-9972-3D8F-D2EB-2243FA8673A7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9645525" y="5801970"/>
                  <a:ext cx="48240" cy="18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8BB75F90-E2FF-33DB-6A31-B9BFCFF7999E}"/>
              </a:ext>
            </a:extLst>
          </p:cNvPr>
          <p:cNvGrpSpPr/>
          <p:nvPr/>
        </p:nvGrpSpPr>
        <p:grpSpPr>
          <a:xfrm>
            <a:off x="430022" y="4814565"/>
            <a:ext cx="2505240" cy="368640"/>
            <a:chOff x="430022" y="4814565"/>
            <a:chExt cx="2505240" cy="36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1DB3C3F3-227E-B639-4056-B67F4B56FFDB}"/>
                    </a:ext>
                  </a:extLst>
                </p14:cNvPr>
                <p14:cNvContentPartPr/>
                <p14:nvPr/>
              </p14:nvContentPartPr>
              <p14:xfrm>
                <a:off x="430022" y="4961443"/>
                <a:ext cx="298800" cy="8892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1DB3C3F3-227E-B639-4056-B67F4B56FFDB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421382" y="4952443"/>
                  <a:ext cx="31644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AC627934-79D5-5452-6C2F-066C20136F11}"/>
                    </a:ext>
                  </a:extLst>
                </p14:cNvPr>
                <p14:cNvContentPartPr/>
                <p14:nvPr/>
              </p14:nvContentPartPr>
              <p14:xfrm>
                <a:off x="736022" y="4966843"/>
                <a:ext cx="144720" cy="20520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AC627934-79D5-5452-6C2F-066C20136F11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727382" y="4958203"/>
                  <a:ext cx="16236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D8DDCAC7-DE9C-5A24-B518-9AB08E315737}"/>
                    </a:ext>
                  </a:extLst>
                </p14:cNvPr>
                <p14:cNvContentPartPr/>
                <p14:nvPr/>
              </p14:nvContentPartPr>
              <p14:xfrm>
                <a:off x="879662" y="4989523"/>
                <a:ext cx="133560" cy="8640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D8DDCAC7-DE9C-5A24-B518-9AB08E315737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871022" y="4980523"/>
                  <a:ext cx="15120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A4F19C98-8976-FF8F-3092-530E992A1211}"/>
                    </a:ext>
                  </a:extLst>
                </p14:cNvPr>
                <p14:cNvContentPartPr/>
                <p14:nvPr/>
              </p14:nvContentPartPr>
              <p14:xfrm>
                <a:off x="1008542" y="4862083"/>
                <a:ext cx="215280" cy="19440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A4F19C98-8976-FF8F-3092-530E992A1211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999542" y="4853083"/>
                  <a:ext cx="23292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A3BD7D9C-3FA2-AD5E-1BE4-BB3E442AF940}"/>
                    </a:ext>
                  </a:extLst>
                </p14:cNvPr>
                <p14:cNvContentPartPr/>
                <p14:nvPr/>
              </p14:nvContentPartPr>
              <p14:xfrm>
                <a:off x="1123382" y="4876843"/>
                <a:ext cx="27360" cy="3132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A3BD7D9C-3FA2-AD5E-1BE4-BB3E442AF940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1114382" y="4867843"/>
                  <a:ext cx="4500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CEFCCAB2-CAF8-68AF-7FCD-CA721570731F}"/>
                    </a:ext>
                  </a:extLst>
                </p14:cNvPr>
                <p14:cNvContentPartPr/>
                <p14:nvPr/>
              </p14:nvContentPartPr>
              <p14:xfrm>
                <a:off x="1228862" y="4957123"/>
                <a:ext cx="86040" cy="9324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CEFCCAB2-CAF8-68AF-7FCD-CA721570731F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1220222" y="4948123"/>
                  <a:ext cx="10368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6F58048A-6E7E-FA0A-0A6A-1316DFC6BE62}"/>
                    </a:ext>
                  </a:extLst>
                </p14:cNvPr>
                <p14:cNvContentPartPr/>
                <p14:nvPr/>
              </p14:nvContentPartPr>
              <p14:xfrm>
                <a:off x="1367822" y="4925443"/>
                <a:ext cx="135360" cy="14184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6F58048A-6E7E-FA0A-0A6A-1316DFC6BE62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1359182" y="4916803"/>
                  <a:ext cx="15300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84DBB6A3-05E0-A904-5C16-FD2B85B83D22}"/>
                    </a:ext>
                  </a:extLst>
                </p14:cNvPr>
                <p14:cNvContentPartPr/>
                <p14:nvPr/>
              </p14:nvContentPartPr>
              <p14:xfrm>
                <a:off x="1658342" y="4814565"/>
                <a:ext cx="399600" cy="31428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84DBB6A3-05E0-A904-5C16-FD2B85B83D22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1649342" y="4805925"/>
                  <a:ext cx="41724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90EF16AC-3558-FC70-3766-AE69A0555287}"/>
                    </a:ext>
                  </a:extLst>
                </p14:cNvPr>
                <p14:cNvContentPartPr/>
                <p14:nvPr/>
              </p14:nvContentPartPr>
              <p14:xfrm>
                <a:off x="2052902" y="4978005"/>
                <a:ext cx="131400" cy="20520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90EF16AC-3558-FC70-3766-AE69A0555287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2044262" y="4969005"/>
                  <a:ext cx="14904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3E4D0F7A-4543-F301-9C2A-4D594FD2B385}"/>
                    </a:ext>
                  </a:extLst>
                </p14:cNvPr>
                <p14:cNvContentPartPr/>
                <p14:nvPr/>
              </p14:nvContentPartPr>
              <p14:xfrm>
                <a:off x="2161622" y="5002125"/>
                <a:ext cx="126000" cy="4608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3E4D0F7A-4543-F301-9C2A-4D594FD2B385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2152622" y="4993125"/>
                  <a:ext cx="14364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56BA2B7E-4081-0525-156E-75175F09CBD1}"/>
                    </a:ext>
                  </a:extLst>
                </p14:cNvPr>
                <p14:cNvContentPartPr/>
                <p14:nvPr/>
              </p14:nvContentPartPr>
              <p14:xfrm>
                <a:off x="2312462" y="4935885"/>
                <a:ext cx="216000" cy="11772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56BA2B7E-4081-0525-156E-75175F09CBD1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2303822" y="4926885"/>
                  <a:ext cx="23364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A1FEB807-B00B-AC10-CACF-CD788FFA7324}"/>
                    </a:ext>
                  </a:extLst>
                </p14:cNvPr>
                <p14:cNvContentPartPr/>
                <p14:nvPr/>
              </p14:nvContentPartPr>
              <p14:xfrm>
                <a:off x="2533862" y="4944885"/>
                <a:ext cx="213840" cy="12492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A1FEB807-B00B-AC10-CACF-CD788FFA7324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2524862" y="4936245"/>
                  <a:ext cx="23148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A226ED5A-6BDE-8A70-C04B-F92E34CB93C0}"/>
                    </a:ext>
                  </a:extLst>
                </p14:cNvPr>
                <p14:cNvContentPartPr/>
                <p14:nvPr/>
              </p14:nvContentPartPr>
              <p14:xfrm>
                <a:off x="2681102" y="4893765"/>
                <a:ext cx="13680" cy="2160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A226ED5A-6BDE-8A70-C04B-F92E34CB93C0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2672462" y="4884765"/>
                  <a:ext cx="313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28219CE5-6CAE-0CE2-06B0-F349C5EBAED1}"/>
                    </a:ext>
                  </a:extLst>
                </p14:cNvPr>
                <p14:cNvContentPartPr/>
                <p14:nvPr/>
              </p14:nvContentPartPr>
              <p14:xfrm>
                <a:off x="2767142" y="4937685"/>
                <a:ext cx="124560" cy="11844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28219CE5-6CAE-0CE2-06B0-F349C5EBAED1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2758142" y="4928685"/>
                  <a:ext cx="14220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D66C6ED1-2E27-CC94-B3CC-9CD9B88FC07F}"/>
                    </a:ext>
                  </a:extLst>
                </p14:cNvPr>
                <p14:cNvContentPartPr/>
                <p14:nvPr/>
              </p14:nvContentPartPr>
              <p14:xfrm>
                <a:off x="2830502" y="4888725"/>
                <a:ext cx="104760" cy="17388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D66C6ED1-2E27-CC94-B3CC-9CD9B88FC07F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2821502" y="4879725"/>
                  <a:ext cx="122400" cy="19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31D1A166-C3CF-6D43-5D60-A4336BBA06B8}"/>
              </a:ext>
            </a:extLst>
          </p:cNvPr>
          <p:cNvGrpSpPr/>
          <p:nvPr/>
        </p:nvGrpSpPr>
        <p:grpSpPr>
          <a:xfrm>
            <a:off x="458102" y="5330083"/>
            <a:ext cx="1666440" cy="396000"/>
            <a:chOff x="458102" y="5330083"/>
            <a:chExt cx="1666440" cy="39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35B3AADB-E99F-2A93-8BA1-00DFF73F53FB}"/>
                    </a:ext>
                  </a:extLst>
                </p14:cNvPr>
                <p14:cNvContentPartPr/>
                <p14:nvPr/>
              </p14:nvContentPartPr>
              <p14:xfrm>
                <a:off x="458102" y="5363923"/>
                <a:ext cx="184320" cy="26100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35B3AADB-E99F-2A93-8BA1-00DFF73F53FB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449102" y="5355283"/>
                  <a:ext cx="20196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8B7264AA-3DE5-D715-B006-A293941513FB}"/>
                    </a:ext>
                  </a:extLst>
                </p14:cNvPr>
                <p14:cNvContentPartPr/>
                <p14:nvPr/>
              </p14:nvContentPartPr>
              <p14:xfrm>
                <a:off x="475742" y="5361403"/>
                <a:ext cx="131400" cy="27108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8B7264AA-3DE5-D715-B006-A293941513FB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467102" y="5352763"/>
                  <a:ext cx="14904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62EC162F-3FAB-4710-D094-C9E64297BFF9}"/>
                    </a:ext>
                  </a:extLst>
                </p14:cNvPr>
                <p14:cNvContentPartPr/>
                <p14:nvPr/>
              </p14:nvContentPartPr>
              <p14:xfrm>
                <a:off x="701102" y="5657323"/>
                <a:ext cx="106560" cy="468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62EC162F-3FAB-4710-D094-C9E64297BFF9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692102" y="5648683"/>
                  <a:ext cx="1242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03C7129D-8A17-AF26-BE75-C5694AA31FCE}"/>
                    </a:ext>
                  </a:extLst>
                </p14:cNvPr>
                <p14:cNvContentPartPr/>
                <p14:nvPr/>
              </p14:nvContentPartPr>
              <p14:xfrm>
                <a:off x="864182" y="5614483"/>
                <a:ext cx="29160" cy="10368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03C7129D-8A17-AF26-BE75-C5694AA31FCE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855182" y="5605483"/>
                  <a:ext cx="4680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98D4A3E3-7952-952B-B67B-F09EE1D5C0E8}"/>
                    </a:ext>
                  </a:extLst>
                </p14:cNvPr>
                <p14:cNvContentPartPr/>
                <p14:nvPr/>
              </p14:nvContentPartPr>
              <p14:xfrm>
                <a:off x="1110422" y="5559763"/>
                <a:ext cx="115200" cy="1512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98D4A3E3-7952-952B-B67B-F09EE1D5C0E8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1101422" y="5551123"/>
                  <a:ext cx="13284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DE7C90A4-0448-6C0B-48B4-B7314E250D07}"/>
                    </a:ext>
                  </a:extLst>
                </p14:cNvPr>
                <p14:cNvContentPartPr/>
                <p14:nvPr/>
              </p14:nvContentPartPr>
              <p14:xfrm>
                <a:off x="1063622" y="5497843"/>
                <a:ext cx="151200" cy="720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DE7C90A4-0448-6C0B-48B4-B7314E250D07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1054622" y="5489203"/>
                  <a:ext cx="16884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2E48F77B-2B0F-25F7-10FA-D5D29428FF6F}"/>
                    </a:ext>
                  </a:extLst>
                </p14:cNvPr>
                <p14:cNvContentPartPr/>
                <p14:nvPr/>
              </p14:nvContentPartPr>
              <p14:xfrm>
                <a:off x="1350902" y="5330083"/>
                <a:ext cx="197280" cy="24516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2E48F77B-2B0F-25F7-10FA-D5D29428FF6F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1342262" y="5321083"/>
                  <a:ext cx="21492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8259A15E-9D5C-595E-EB49-C66F6505ADFF}"/>
                    </a:ext>
                  </a:extLst>
                </p14:cNvPr>
                <p14:cNvContentPartPr/>
                <p14:nvPr/>
              </p14:nvContentPartPr>
              <p14:xfrm>
                <a:off x="1395542" y="5332603"/>
                <a:ext cx="102960" cy="27612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8259A15E-9D5C-595E-EB49-C66F6505ADFF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1386902" y="5323603"/>
                  <a:ext cx="12060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681EA13B-D358-D803-E595-5A1BBC5F9DA6}"/>
                    </a:ext>
                  </a:extLst>
                </p14:cNvPr>
                <p14:cNvContentPartPr/>
                <p14:nvPr/>
              </p14:nvContentPartPr>
              <p14:xfrm>
                <a:off x="1627382" y="5554363"/>
                <a:ext cx="188640" cy="17172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681EA13B-D358-D803-E595-5A1BBC5F9DA6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1618382" y="5545363"/>
                  <a:ext cx="20628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880D05D5-5457-4E93-6C33-474BFB0C46B8}"/>
                    </a:ext>
                  </a:extLst>
                </p14:cNvPr>
                <p14:cNvContentPartPr/>
                <p14:nvPr/>
              </p14:nvContentPartPr>
              <p14:xfrm>
                <a:off x="1902422" y="5627083"/>
                <a:ext cx="111600" cy="1296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880D05D5-5457-4E93-6C33-474BFB0C46B8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1893422" y="5618083"/>
                  <a:ext cx="12924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ABD09CAF-D6D7-239C-3CB0-4C63BC4A0C44}"/>
                    </a:ext>
                  </a:extLst>
                </p14:cNvPr>
                <p14:cNvContentPartPr/>
                <p14:nvPr/>
              </p14:nvContentPartPr>
              <p14:xfrm>
                <a:off x="2080622" y="5593603"/>
                <a:ext cx="43920" cy="9396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ABD09CAF-D6D7-239C-3CB0-4C63BC4A0C44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2071982" y="5584963"/>
                  <a:ext cx="61560" cy="11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D605D009-74B2-77F1-B2EB-BD6E1CD18286}"/>
              </a:ext>
            </a:extLst>
          </p:cNvPr>
          <p:cNvGrpSpPr/>
          <p:nvPr/>
        </p:nvGrpSpPr>
        <p:grpSpPr>
          <a:xfrm>
            <a:off x="516062" y="5904283"/>
            <a:ext cx="1797480" cy="367200"/>
            <a:chOff x="516062" y="5904283"/>
            <a:chExt cx="1797480" cy="367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43F5920E-82D7-5F05-6639-E7E987FFED67}"/>
                    </a:ext>
                  </a:extLst>
                </p14:cNvPr>
                <p14:cNvContentPartPr/>
                <p14:nvPr/>
              </p14:nvContentPartPr>
              <p14:xfrm>
                <a:off x="516062" y="5905003"/>
                <a:ext cx="149400" cy="21816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43F5920E-82D7-5F05-6639-E7E987FFED67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507422" y="5896363"/>
                  <a:ext cx="16704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45615A1B-74C0-A311-E7F9-B8869D96C0C3}"/>
                    </a:ext>
                  </a:extLst>
                </p14:cNvPr>
                <p14:cNvContentPartPr/>
                <p14:nvPr/>
              </p14:nvContentPartPr>
              <p14:xfrm>
                <a:off x="539102" y="5911843"/>
                <a:ext cx="118800" cy="25452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45615A1B-74C0-A311-E7F9-B8869D96C0C3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530462" y="5903203"/>
                  <a:ext cx="13644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A035CB73-2635-9A2E-7E1F-9287BBFB17D3}"/>
                    </a:ext>
                  </a:extLst>
                </p14:cNvPr>
                <p14:cNvContentPartPr/>
                <p14:nvPr/>
              </p14:nvContentPartPr>
              <p14:xfrm>
                <a:off x="760142" y="6169243"/>
                <a:ext cx="86040" cy="1620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A035CB73-2635-9A2E-7E1F-9287BBFB17D3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751142" y="6160603"/>
                  <a:ext cx="1036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D65DA9D8-98A1-C155-ED89-A68DE270D7AE}"/>
                    </a:ext>
                  </a:extLst>
                </p14:cNvPr>
                <p14:cNvContentPartPr/>
                <p14:nvPr/>
              </p14:nvContentPartPr>
              <p14:xfrm>
                <a:off x="924302" y="6119923"/>
                <a:ext cx="131760" cy="13356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D65DA9D8-98A1-C155-ED89-A68DE270D7AE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915302" y="6111283"/>
                  <a:ext cx="14940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5E618E63-6AD5-04CA-DB4A-D502B585A201}"/>
                    </a:ext>
                  </a:extLst>
                </p14:cNvPr>
                <p14:cNvContentPartPr/>
                <p14:nvPr/>
              </p14:nvContentPartPr>
              <p14:xfrm>
                <a:off x="1216982" y="6128203"/>
                <a:ext cx="75240" cy="684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5E618E63-6AD5-04CA-DB4A-D502B585A201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1208342" y="6119563"/>
                  <a:ext cx="928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0741DEA2-DCD9-0340-5B03-3B904E5AAD2F}"/>
                    </a:ext>
                  </a:extLst>
                </p14:cNvPr>
                <p14:cNvContentPartPr/>
                <p14:nvPr/>
              </p14:nvContentPartPr>
              <p14:xfrm>
                <a:off x="1189262" y="6071683"/>
                <a:ext cx="114120" cy="2448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0741DEA2-DCD9-0340-5B03-3B904E5AAD2F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1180622" y="6063043"/>
                  <a:ext cx="1317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5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C3A17D8A-F8EE-CF92-7092-9DD4235DA1DD}"/>
                    </a:ext>
                  </a:extLst>
                </p14:cNvPr>
                <p14:cNvContentPartPr/>
                <p14:nvPr/>
              </p14:nvContentPartPr>
              <p14:xfrm>
                <a:off x="1370342" y="5904283"/>
                <a:ext cx="228960" cy="29916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C3A17D8A-F8EE-CF92-7092-9DD4235DA1DD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1361342" y="5895643"/>
                  <a:ext cx="24660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7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A42B135C-07B1-54FF-B7B0-2BAD7FD3FCB7}"/>
                    </a:ext>
                  </a:extLst>
                </p14:cNvPr>
                <p14:cNvContentPartPr/>
                <p14:nvPr/>
              </p14:nvContentPartPr>
              <p14:xfrm>
                <a:off x="1438742" y="5937043"/>
                <a:ext cx="97200" cy="26784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A42B135C-07B1-54FF-B7B0-2BAD7FD3FCB7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1429742" y="5928403"/>
                  <a:ext cx="11484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9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E9AAA90A-D3CE-BB12-2A46-F9DC42462EDB}"/>
                    </a:ext>
                  </a:extLst>
                </p14:cNvPr>
                <p14:cNvContentPartPr/>
                <p14:nvPr/>
              </p14:nvContentPartPr>
              <p14:xfrm>
                <a:off x="1668062" y="6109123"/>
                <a:ext cx="174960" cy="16236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E9AAA90A-D3CE-BB12-2A46-F9DC42462EDB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1659062" y="6100123"/>
                  <a:ext cx="19260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1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0EA15C2E-B6C8-3E11-DA11-D2D6CD367C57}"/>
                    </a:ext>
                  </a:extLst>
                </p14:cNvPr>
                <p14:cNvContentPartPr/>
                <p14:nvPr/>
              </p14:nvContentPartPr>
              <p14:xfrm>
                <a:off x="1895942" y="6190123"/>
                <a:ext cx="152640" cy="1224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0EA15C2E-B6C8-3E11-DA11-D2D6CD367C57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1886942" y="6181123"/>
                  <a:ext cx="17028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3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01863400-3396-6923-26C9-EDAE139C3082}"/>
                    </a:ext>
                  </a:extLst>
                </p14:cNvPr>
                <p14:cNvContentPartPr/>
                <p14:nvPr/>
              </p14:nvContentPartPr>
              <p14:xfrm>
                <a:off x="2112302" y="6129283"/>
                <a:ext cx="201240" cy="13536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01863400-3396-6923-26C9-EDAE139C3082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2103662" y="6120283"/>
                  <a:ext cx="218880" cy="153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25">
            <p14:nvContentPartPr>
              <p14:cNvPr id="261" name="Ink 260">
                <a:extLst>
                  <a:ext uri="{FF2B5EF4-FFF2-40B4-BE49-F238E27FC236}">
                    <a16:creationId xmlns:a16="http://schemas.microsoft.com/office/drawing/2014/main" id="{98248BE1-A222-3F76-94A0-CB4FE164AE65}"/>
                  </a:ext>
                </a:extLst>
              </p14:cNvPr>
              <p14:cNvContentPartPr/>
              <p14:nvPr/>
            </p14:nvContentPartPr>
            <p14:xfrm>
              <a:off x="1273142" y="6477043"/>
              <a:ext cx="2880" cy="30600"/>
            </p14:xfrm>
          </p:contentPart>
        </mc:Choice>
        <mc:Fallback>
          <p:pic>
            <p:nvPicPr>
              <p:cNvPr id="261" name="Ink 260">
                <a:extLst>
                  <a:ext uri="{FF2B5EF4-FFF2-40B4-BE49-F238E27FC236}">
                    <a16:creationId xmlns:a16="http://schemas.microsoft.com/office/drawing/2014/main" id="{98248BE1-A222-3F76-94A0-CB4FE164AE65}"/>
                  </a:ext>
                </a:extLst>
              </p:cNvPr>
              <p:cNvPicPr/>
              <p:nvPr/>
            </p:nvPicPr>
            <p:blipFill>
              <a:blip r:embed="rId426"/>
              <a:stretch>
                <a:fillRect/>
              </a:stretch>
            </p:blipFill>
            <p:spPr>
              <a:xfrm>
                <a:off x="1264142" y="6468043"/>
                <a:ext cx="20520" cy="48240"/>
              </a:xfrm>
              <a:prstGeom prst="rect">
                <a:avLst/>
              </a:prstGeom>
            </p:spPr>
          </p:pic>
        </mc:Fallback>
      </mc:AlternateContent>
      <p:grpSp>
        <p:nvGrpSpPr>
          <p:cNvPr id="264" name="Group 263">
            <a:extLst>
              <a:ext uri="{FF2B5EF4-FFF2-40B4-BE49-F238E27FC236}">
                <a16:creationId xmlns:a16="http://schemas.microsoft.com/office/drawing/2014/main" id="{5C9668C6-BE53-1B43-1EE9-34F34A2B0882}"/>
              </a:ext>
            </a:extLst>
          </p:cNvPr>
          <p:cNvGrpSpPr/>
          <p:nvPr/>
        </p:nvGrpSpPr>
        <p:grpSpPr>
          <a:xfrm>
            <a:off x="1197542" y="6592243"/>
            <a:ext cx="33120" cy="109800"/>
            <a:chOff x="1197542" y="6592243"/>
            <a:chExt cx="33120" cy="10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7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F18A23CE-84AB-E962-7664-187D77FFC6C4}"/>
                    </a:ext>
                  </a:extLst>
                </p14:cNvPr>
                <p14:cNvContentPartPr/>
                <p14:nvPr/>
              </p14:nvContentPartPr>
              <p14:xfrm>
                <a:off x="1213382" y="6592243"/>
                <a:ext cx="360" cy="36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F18A23CE-84AB-E962-7664-187D77FFC6C4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1204382" y="658324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9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E54893FB-6805-F4C8-D32A-BC44A36ADDC6}"/>
                    </a:ext>
                  </a:extLst>
                </p14:cNvPr>
                <p14:cNvContentPartPr/>
                <p14:nvPr/>
              </p14:nvContentPartPr>
              <p14:xfrm>
                <a:off x="1197542" y="6592243"/>
                <a:ext cx="33120" cy="10980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E54893FB-6805-F4C8-D32A-BC44A36ADDC6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1188542" y="6583243"/>
                  <a:ext cx="50760" cy="12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" name="Group 276">
            <a:extLst>
              <a:ext uri="{FF2B5EF4-FFF2-40B4-BE49-F238E27FC236}">
                <a16:creationId xmlns:a16="http://schemas.microsoft.com/office/drawing/2014/main" id="{1949B549-FACC-08E3-20F1-666CB1D622B9}"/>
              </a:ext>
            </a:extLst>
          </p:cNvPr>
          <p:cNvGrpSpPr/>
          <p:nvPr/>
        </p:nvGrpSpPr>
        <p:grpSpPr>
          <a:xfrm>
            <a:off x="8323742" y="2351828"/>
            <a:ext cx="2771640" cy="395640"/>
            <a:chOff x="8323742" y="2351828"/>
            <a:chExt cx="2771640" cy="39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1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07B48A58-6C35-F559-5663-8741C6044835}"/>
                    </a:ext>
                  </a:extLst>
                </p14:cNvPr>
                <p14:cNvContentPartPr/>
                <p14:nvPr/>
              </p14:nvContentPartPr>
              <p14:xfrm>
                <a:off x="8323742" y="2514548"/>
                <a:ext cx="192960" cy="21924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07B48A58-6C35-F559-5663-8741C6044835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8314742" y="2505908"/>
                  <a:ext cx="21060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3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16305C33-0500-BB27-15FC-BA373BB39E2B}"/>
                    </a:ext>
                  </a:extLst>
                </p14:cNvPr>
                <p14:cNvContentPartPr/>
                <p14:nvPr/>
              </p14:nvContentPartPr>
              <p14:xfrm>
                <a:off x="8553062" y="2532188"/>
                <a:ext cx="93240" cy="7704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16305C33-0500-BB27-15FC-BA373BB39E2B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8544062" y="2523548"/>
                  <a:ext cx="11088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9E405BB8-6032-ED37-D992-15502485C095}"/>
                    </a:ext>
                  </a:extLst>
                </p14:cNvPr>
                <p14:cNvContentPartPr/>
                <p14:nvPr/>
              </p14:nvContentPartPr>
              <p14:xfrm>
                <a:off x="8702102" y="2567468"/>
                <a:ext cx="161280" cy="5616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9E405BB8-6032-ED37-D992-15502485C095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8693102" y="2558828"/>
                  <a:ext cx="17892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7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2E85D1A7-4195-5D75-D15D-A209697D590F}"/>
                    </a:ext>
                  </a:extLst>
                </p14:cNvPr>
                <p14:cNvContentPartPr/>
                <p14:nvPr/>
              </p14:nvContentPartPr>
              <p14:xfrm>
                <a:off x="9051662" y="2478548"/>
                <a:ext cx="411840" cy="20592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2E85D1A7-4195-5D75-D15D-A209697D590F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9042662" y="2469548"/>
                  <a:ext cx="42948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9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FA142F05-7A18-6B52-153E-83CFEA521C27}"/>
                    </a:ext>
                  </a:extLst>
                </p14:cNvPr>
                <p14:cNvContentPartPr/>
                <p14:nvPr/>
              </p14:nvContentPartPr>
              <p14:xfrm>
                <a:off x="9524702" y="2472788"/>
                <a:ext cx="177480" cy="15120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FA142F05-7A18-6B52-153E-83CFEA521C27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9515702" y="2463788"/>
                  <a:ext cx="19512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1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DE5B1071-D960-0980-EFCF-3E82DF5BF1B9}"/>
                    </a:ext>
                  </a:extLst>
                </p14:cNvPr>
                <p14:cNvContentPartPr/>
                <p14:nvPr/>
              </p14:nvContentPartPr>
              <p14:xfrm>
                <a:off x="9796862" y="2509868"/>
                <a:ext cx="105840" cy="6948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DE5B1071-D960-0980-EFCF-3E82DF5BF1B9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9788222" y="2501228"/>
                  <a:ext cx="12348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3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D6CD3586-C661-A762-3239-C7FBA22606B9}"/>
                    </a:ext>
                  </a:extLst>
                </p14:cNvPr>
                <p14:cNvContentPartPr/>
                <p14:nvPr/>
              </p14:nvContentPartPr>
              <p14:xfrm>
                <a:off x="9915662" y="2368748"/>
                <a:ext cx="391320" cy="37872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D6CD3586-C661-A762-3239-C7FBA22606B9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9906662" y="2359748"/>
                  <a:ext cx="408960" cy="39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5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6AFE8E2E-B3B5-9809-3B14-C6C279B2B622}"/>
                    </a:ext>
                  </a:extLst>
                </p14:cNvPr>
                <p14:cNvContentPartPr/>
                <p14:nvPr/>
              </p14:nvContentPartPr>
              <p14:xfrm>
                <a:off x="10436942" y="2375588"/>
                <a:ext cx="171000" cy="25488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6AFE8E2E-B3B5-9809-3B14-C6C279B2B622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10427942" y="2366948"/>
                  <a:ext cx="18864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7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558944DF-4CFB-D37D-9E73-C5D03740B3A6}"/>
                    </a:ext>
                  </a:extLst>
                </p14:cNvPr>
                <p14:cNvContentPartPr/>
                <p14:nvPr/>
              </p14:nvContentPartPr>
              <p14:xfrm>
                <a:off x="10629542" y="2521028"/>
                <a:ext cx="114480" cy="10440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558944DF-4CFB-D37D-9E73-C5D03740B3A6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10620542" y="2512028"/>
                  <a:ext cx="13212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9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03A3773F-5F7B-8825-0403-668F8E11A3CC}"/>
                    </a:ext>
                  </a:extLst>
                </p14:cNvPr>
                <p14:cNvContentPartPr/>
                <p14:nvPr/>
              </p14:nvContentPartPr>
              <p14:xfrm>
                <a:off x="10752302" y="2351828"/>
                <a:ext cx="110880" cy="27756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03A3773F-5F7B-8825-0403-668F8E11A3CC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10743302" y="2342828"/>
                  <a:ext cx="12852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1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D794A8D0-F700-5109-77F3-55C334E0D1B1}"/>
                    </a:ext>
                  </a:extLst>
                </p14:cNvPr>
                <p14:cNvContentPartPr/>
                <p14:nvPr/>
              </p14:nvContentPartPr>
              <p14:xfrm>
                <a:off x="10846262" y="2473868"/>
                <a:ext cx="249120" cy="11988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D794A8D0-F700-5109-77F3-55C334E0D1B1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10837262" y="2464868"/>
                  <a:ext cx="266760" cy="13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1" name="Group 290">
            <a:extLst>
              <a:ext uri="{FF2B5EF4-FFF2-40B4-BE49-F238E27FC236}">
                <a16:creationId xmlns:a16="http://schemas.microsoft.com/office/drawing/2014/main" id="{E09458CC-4B63-CBA9-C811-D5E714ECE488}"/>
              </a:ext>
            </a:extLst>
          </p:cNvPr>
          <p:cNvGrpSpPr/>
          <p:nvPr/>
        </p:nvGrpSpPr>
        <p:grpSpPr>
          <a:xfrm>
            <a:off x="8565302" y="2893988"/>
            <a:ext cx="649800" cy="260280"/>
            <a:chOff x="8565302" y="2893988"/>
            <a:chExt cx="649800" cy="26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3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D06C3C06-9B37-8830-2B88-BDC4C54DE555}"/>
                    </a:ext>
                  </a:extLst>
                </p14:cNvPr>
                <p14:cNvContentPartPr/>
                <p14:nvPr/>
              </p14:nvContentPartPr>
              <p14:xfrm>
                <a:off x="8565302" y="2983268"/>
                <a:ext cx="146880" cy="8748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D06C3C06-9B37-8830-2B88-BDC4C54DE555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8556302" y="2974268"/>
                  <a:ext cx="16452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5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B1118577-4CC9-2051-9B37-808B44901770}"/>
                    </a:ext>
                  </a:extLst>
                </p14:cNvPr>
                <p14:cNvContentPartPr/>
                <p14:nvPr/>
              </p14:nvContentPartPr>
              <p14:xfrm>
                <a:off x="8778422" y="3080468"/>
                <a:ext cx="34200" cy="7380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B1118577-4CC9-2051-9B37-808B44901770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8769782" y="3071468"/>
                  <a:ext cx="5184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7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CF51513B-8353-8EA0-D4BF-48D48D45DF73}"/>
                    </a:ext>
                  </a:extLst>
                </p14:cNvPr>
                <p14:cNvContentPartPr/>
                <p14:nvPr/>
              </p14:nvContentPartPr>
              <p14:xfrm>
                <a:off x="8975342" y="2893988"/>
                <a:ext cx="87840" cy="18864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CF51513B-8353-8EA0-D4BF-48D48D45DF73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8966702" y="2885348"/>
                  <a:ext cx="10548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9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41592D3F-F893-DBE3-2022-D24753EE1AB0}"/>
                    </a:ext>
                  </a:extLst>
                </p14:cNvPr>
                <p14:cNvContentPartPr/>
                <p14:nvPr/>
              </p14:nvContentPartPr>
              <p14:xfrm>
                <a:off x="9037982" y="2996588"/>
                <a:ext cx="177120" cy="9792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41592D3F-F893-DBE3-2022-D24753EE1AB0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9029342" y="2987948"/>
                  <a:ext cx="19476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1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17506C96-51CA-DAF4-52D5-43875EFAB4BF}"/>
                    </a:ext>
                  </a:extLst>
                </p14:cNvPr>
                <p14:cNvContentPartPr/>
                <p14:nvPr/>
              </p14:nvContentPartPr>
              <p14:xfrm>
                <a:off x="9034742" y="3071468"/>
                <a:ext cx="12240" cy="4860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17506C96-51CA-DAF4-52D5-43875EFAB4BF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9026102" y="3062828"/>
                  <a:ext cx="29880" cy="6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0" name="Group 289">
            <a:extLst>
              <a:ext uri="{FF2B5EF4-FFF2-40B4-BE49-F238E27FC236}">
                <a16:creationId xmlns:a16="http://schemas.microsoft.com/office/drawing/2014/main" id="{60A0C93C-A0E5-BBAD-91CA-00B46A626277}"/>
              </a:ext>
            </a:extLst>
          </p:cNvPr>
          <p:cNvGrpSpPr/>
          <p:nvPr/>
        </p:nvGrpSpPr>
        <p:grpSpPr>
          <a:xfrm>
            <a:off x="9574382" y="2798948"/>
            <a:ext cx="1181160" cy="291600"/>
            <a:chOff x="9574382" y="2798948"/>
            <a:chExt cx="1181160" cy="29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3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6D8EA24F-05EC-6D75-6AF1-71ACB0A6BD66}"/>
                    </a:ext>
                  </a:extLst>
                </p14:cNvPr>
                <p14:cNvContentPartPr/>
                <p14:nvPr/>
              </p14:nvContentPartPr>
              <p14:xfrm>
                <a:off x="9574382" y="2965988"/>
                <a:ext cx="272880" cy="10116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6D8EA24F-05EC-6D75-6AF1-71ACB0A6BD66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9565382" y="2957348"/>
                  <a:ext cx="29052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5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C30DD7CB-09CD-8EBF-3EDA-3201E39EF9E9}"/>
                    </a:ext>
                  </a:extLst>
                </p14:cNvPr>
                <p14:cNvContentPartPr/>
                <p14:nvPr/>
              </p14:nvContentPartPr>
              <p14:xfrm>
                <a:off x="9952022" y="3011708"/>
                <a:ext cx="90360" cy="7884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C30DD7CB-09CD-8EBF-3EDA-3201E39EF9E9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9943022" y="3003068"/>
                  <a:ext cx="10800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7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A0173DAC-17C9-9BBF-255D-A135948C0C68}"/>
                    </a:ext>
                  </a:extLst>
                </p14:cNvPr>
                <p14:cNvContentPartPr/>
                <p14:nvPr/>
              </p14:nvContentPartPr>
              <p14:xfrm>
                <a:off x="10125542" y="2823068"/>
                <a:ext cx="325800" cy="24660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A0173DAC-17C9-9BBF-255D-A135948C0C68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10116542" y="2814055"/>
                  <a:ext cx="343440" cy="2642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9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024F2D0E-3659-0957-346B-E7D45CE4B293}"/>
                    </a:ext>
                  </a:extLst>
                </p14:cNvPr>
                <p14:cNvContentPartPr/>
                <p14:nvPr/>
              </p14:nvContentPartPr>
              <p14:xfrm>
                <a:off x="10507502" y="2798948"/>
                <a:ext cx="121680" cy="26280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024F2D0E-3659-0957-346B-E7D45CE4B293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10498502" y="2790308"/>
                  <a:ext cx="13932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1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70953F28-05BB-E6A9-5D9D-E7CCD63FC91B}"/>
                    </a:ext>
                  </a:extLst>
                </p14:cNvPr>
                <p14:cNvContentPartPr/>
                <p14:nvPr/>
              </p14:nvContentPartPr>
              <p14:xfrm>
                <a:off x="10659062" y="2943668"/>
                <a:ext cx="96480" cy="10440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70953F28-05BB-E6A9-5D9D-E7CCD63FC91B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10650422" y="2935028"/>
                  <a:ext cx="114120" cy="122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73">
            <p14:nvContentPartPr>
              <p14:cNvPr id="289" name="Ink 288">
                <a:extLst>
                  <a:ext uri="{FF2B5EF4-FFF2-40B4-BE49-F238E27FC236}">
                    <a16:creationId xmlns:a16="http://schemas.microsoft.com/office/drawing/2014/main" id="{0B26DA74-3762-DDD2-627F-B1BD7C93CC17}"/>
                  </a:ext>
                </a:extLst>
              </p14:cNvPr>
              <p14:cNvContentPartPr/>
              <p14:nvPr/>
            </p14:nvContentPartPr>
            <p14:xfrm>
              <a:off x="11054702" y="2834948"/>
              <a:ext cx="247680" cy="224280"/>
            </p14:xfrm>
          </p:contentPart>
        </mc:Choice>
        <mc:Fallback>
          <p:pic>
            <p:nvPicPr>
              <p:cNvPr id="289" name="Ink 288">
                <a:extLst>
                  <a:ext uri="{FF2B5EF4-FFF2-40B4-BE49-F238E27FC236}">
                    <a16:creationId xmlns:a16="http://schemas.microsoft.com/office/drawing/2014/main" id="{0B26DA74-3762-DDD2-627F-B1BD7C93CC17}"/>
                  </a:ext>
                </a:extLst>
              </p:cNvPr>
              <p:cNvPicPr/>
              <p:nvPr/>
            </p:nvPicPr>
            <p:blipFill>
              <a:blip r:embed="rId474"/>
              <a:stretch>
                <a:fillRect/>
              </a:stretch>
            </p:blipFill>
            <p:spPr>
              <a:xfrm>
                <a:off x="11046062" y="2826308"/>
                <a:ext cx="265320" cy="241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96" name="Group 295">
            <a:extLst>
              <a:ext uri="{FF2B5EF4-FFF2-40B4-BE49-F238E27FC236}">
                <a16:creationId xmlns:a16="http://schemas.microsoft.com/office/drawing/2014/main" id="{8287BDB0-4353-71A5-08FB-A2E6C7C57A20}"/>
              </a:ext>
            </a:extLst>
          </p:cNvPr>
          <p:cNvGrpSpPr/>
          <p:nvPr/>
        </p:nvGrpSpPr>
        <p:grpSpPr>
          <a:xfrm>
            <a:off x="4644542" y="1524883"/>
            <a:ext cx="207360" cy="179640"/>
            <a:chOff x="4644542" y="1524883"/>
            <a:chExt cx="207360" cy="179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5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E6EFC279-99B9-2DC2-ED28-379380E1C501}"/>
                    </a:ext>
                  </a:extLst>
                </p14:cNvPr>
                <p14:cNvContentPartPr/>
                <p14:nvPr/>
              </p14:nvContentPartPr>
              <p14:xfrm>
                <a:off x="4663622" y="1629643"/>
                <a:ext cx="30960" cy="7488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E6EFC279-99B9-2DC2-ED28-379380E1C501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4654622" y="1620643"/>
                  <a:ext cx="4860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7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C4974CCE-9B7D-D31C-4B42-3D08836D0C57}"/>
                    </a:ext>
                  </a:extLst>
                </p14:cNvPr>
                <p14:cNvContentPartPr/>
                <p14:nvPr/>
              </p14:nvContentPartPr>
              <p14:xfrm>
                <a:off x="4644542" y="1524883"/>
                <a:ext cx="29160" cy="2484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C4974CCE-9B7D-D31C-4B42-3D08836D0C57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4635902" y="1515883"/>
                  <a:ext cx="468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9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C9ACC7E6-DA91-32D4-DF0C-113E6F2E9938}"/>
                    </a:ext>
                  </a:extLst>
                </p14:cNvPr>
                <p14:cNvContentPartPr/>
                <p14:nvPr/>
              </p14:nvContentPartPr>
              <p14:xfrm>
                <a:off x="4764062" y="1614883"/>
                <a:ext cx="87840" cy="8352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C9ACC7E6-DA91-32D4-DF0C-113E6F2E9938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4755422" y="1605883"/>
                  <a:ext cx="105480" cy="101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81">
            <p14:nvContentPartPr>
              <p14:cNvPr id="297" name="Ink 296">
                <a:extLst>
                  <a:ext uri="{FF2B5EF4-FFF2-40B4-BE49-F238E27FC236}">
                    <a16:creationId xmlns:a16="http://schemas.microsoft.com/office/drawing/2014/main" id="{F589FA0F-B19D-2DEE-E592-370A443899BB}"/>
                  </a:ext>
                </a:extLst>
              </p14:cNvPr>
              <p14:cNvContentPartPr/>
              <p14:nvPr/>
            </p14:nvContentPartPr>
            <p14:xfrm>
              <a:off x="5781422" y="1604803"/>
              <a:ext cx="160200" cy="87120"/>
            </p14:xfrm>
          </p:contentPart>
        </mc:Choice>
        <mc:Fallback>
          <p:pic>
            <p:nvPicPr>
              <p:cNvPr id="297" name="Ink 296">
                <a:extLst>
                  <a:ext uri="{FF2B5EF4-FFF2-40B4-BE49-F238E27FC236}">
                    <a16:creationId xmlns:a16="http://schemas.microsoft.com/office/drawing/2014/main" id="{F589FA0F-B19D-2DEE-E592-370A443899BB}"/>
                  </a:ext>
                </a:extLst>
              </p:cNvPr>
              <p:cNvPicPr/>
              <p:nvPr/>
            </p:nvPicPr>
            <p:blipFill>
              <a:blip r:embed="rId482"/>
              <a:stretch>
                <a:fillRect/>
              </a:stretch>
            </p:blipFill>
            <p:spPr>
              <a:xfrm>
                <a:off x="5772782" y="1595803"/>
                <a:ext cx="177840" cy="104760"/>
              </a:xfrm>
              <a:prstGeom prst="rect">
                <a:avLst/>
              </a:prstGeom>
            </p:spPr>
          </p:pic>
        </mc:Fallback>
      </mc:AlternateContent>
      <p:grpSp>
        <p:nvGrpSpPr>
          <p:cNvPr id="301" name="Group 300">
            <a:extLst>
              <a:ext uri="{FF2B5EF4-FFF2-40B4-BE49-F238E27FC236}">
                <a16:creationId xmlns:a16="http://schemas.microsoft.com/office/drawing/2014/main" id="{96F1D977-66AF-C15C-E816-3A1D0D1B3501}"/>
              </a:ext>
            </a:extLst>
          </p:cNvPr>
          <p:cNvGrpSpPr/>
          <p:nvPr/>
        </p:nvGrpSpPr>
        <p:grpSpPr>
          <a:xfrm>
            <a:off x="7495382" y="1778683"/>
            <a:ext cx="1475640" cy="40320"/>
            <a:chOff x="7495382" y="1778683"/>
            <a:chExt cx="1475640" cy="4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3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E8468D8B-1644-AD83-75C3-64AAEF5BEFD3}"/>
                    </a:ext>
                  </a:extLst>
                </p14:cNvPr>
                <p14:cNvContentPartPr/>
                <p14:nvPr/>
              </p14:nvContentPartPr>
              <p14:xfrm>
                <a:off x="7729382" y="1778683"/>
                <a:ext cx="1241640" cy="2016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E8468D8B-1644-AD83-75C3-64AAEF5BEFD3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7720742" y="1770043"/>
                  <a:ext cx="125928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5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F1271862-9C0E-4634-D48F-72CC253F3500}"/>
                    </a:ext>
                  </a:extLst>
                </p14:cNvPr>
                <p14:cNvContentPartPr/>
                <p14:nvPr/>
              </p14:nvContentPartPr>
              <p14:xfrm>
                <a:off x="7495382" y="1807843"/>
                <a:ext cx="105480" cy="1116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F1271862-9C0E-4634-D48F-72CC253F3500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7486742" y="1799203"/>
                  <a:ext cx="123120" cy="28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87">
            <p14:nvContentPartPr>
              <p14:cNvPr id="303" name="Ink 302">
                <a:extLst>
                  <a:ext uri="{FF2B5EF4-FFF2-40B4-BE49-F238E27FC236}">
                    <a16:creationId xmlns:a16="http://schemas.microsoft.com/office/drawing/2014/main" id="{D2801AFA-665E-E27A-8083-423C15605A4F}"/>
                  </a:ext>
                </a:extLst>
              </p14:cNvPr>
              <p14:cNvContentPartPr/>
              <p14:nvPr/>
            </p14:nvContentPartPr>
            <p14:xfrm>
              <a:off x="1107182" y="1906123"/>
              <a:ext cx="1503360" cy="39960"/>
            </p14:xfrm>
          </p:contentPart>
        </mc:Choice>
        <mc:Fallback>
          <p:pic>
            <p:nvPicPr>
              <p:cNvPr id="303" name="Ink 302">
                <a:extLst>
                  <a:ext uri="{FF2B5EF4-FFF2-40B4-BE49-F238E27FC236}">
                    <a16:creationId xmlns:a16="http://schemas.microsoft.com/office/drawing/2014/main" id="{D2801AFA-665E-E27A-8083-423C15605A4F}"/>
                  </a:ext>
                </a:extLst>
              </p:cNvPr>
              <p:cNvPicPr/>
              <p:nvPr/>
            </p:nvPicPr>
            <p:blipFill>
              <a:blip r:embed="rId488"/>
              <a:stretch>
                <a:fillRect/>
              </a:stretch>
            </p:blipFill>
            <p:spPr>
              <a:xfrm>
                <a:off x="1098542" y="1897123"/>
                <a:ext cx="1521000" cy="57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771109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D891554-1558-B20C-2B12-2CBEEC6CB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Clicker Question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80051ED-BD13-02C4-48E6-1459140F4D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What is the DFT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={1, −1}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dirty="0"/>
                  <a:t>?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={−1, 1}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B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2, 0</m:t>
                        </m:r>
                      </m:e>
                    </m:d>
                  </m:oMath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C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 −1</m:t>
                        </m:r>
                      </m:e>
                    </m:d>
                  </m:oMath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D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={0, 2}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80051ED-BD13-02C4-48E6-1459140F4D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1961" r="-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E6D0A7C-FA27-1877-BE3D-F5F87D01F936}"/>
                  </a:ext>
                </a:extLst>
              </p14:cNvPr>
              <p14:cNvContentPartPr/>
              <p14:nvPr/>
            </p14:nvContentPartPr>
            <p14:xfrm>
              <a:off x="5971502" y="2762923"/>
              <a:ext cx="214920" cy="2188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E6D0A7C-FA27-1877-BE3D-F5F87D01F93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62862" y="2753923"/>
                <a:ext cx="232560" cy="23652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2C2A6EE0-7263-EDCC-1094-DF9ED15FACA2}"/>
              </a:ext>
            </a:extLst>
          </p:cNvPr>
          <p:cNvGrpSpPr/>
          <p:nvPr/>
        </p:nvGrpSpPr>
        <p:grpSpPr>
          <a:xfrm>
            <a:off x="7377662" y="2615323"/>
            <a:ext cx="1586880" cy="397800"/>
            <a:chOff x="7377662" y="2615323"/>
            <a:chExt cx="1586880" cy="39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0038791-A77D-0A9E-4962-C1B81E730051}"/>
                    </a:ext>
                  </a:extLst>
                </p14:cNvPr>
                <p14:cNvContentPartPr/>
                <p14:nvPr/>
              </p14:nvContentPartPr>
              <p14:xfrm>
                <a:off x="7377662" y="2887843"/>
                <a:ext cx="198720" cy="1252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0038791-A77D-0A9E-4962-C1B81E73005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369022" y="2878843"/>
                  <a:ext cx="21636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F2C981E-B12D-A4B9-FE5F-65281B64884A}"/>
                    </a:ext>
                  </a:extLst>
                </p14:cNvPr>
                <p14:cNvContentPartPr/>
                <p14:nvPr/>
              </p14:nvContentPartPr>
              <p14:xfrm>
                <a:off x="7570982" y="2842843"/>
                <a:ext cx="133920" cy="122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F2C981E-B12D-A4B9-FE5F-65281B64884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561982" y="2834203"/>
                  <a:ext cx="15156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35B39D2-3BD1-A4BE-D1F1-4B08E60423C1}"/>
                    </a:ext>
                  </a:extLst>
                </p14:cNvPr>
                <p14:cNvContentPartPr/>
                <p14:nvPr/>
              </p14:nvContentPartPr>
              <p14:xfrm>
                <a:off x="7776902" y="2788483"/>
                <a:ext cx="90360" cy="1850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35B39D2-3BD1-A4BE-D1F1-4B08E60423C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767902" y="2779483"/>
                  <a:ext cx="10800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BB0AF0B-EE6E-CE30-9443-C20FD4B0F08C}"/>
                    </a:ext>
                  </a:extLst>
                </p14:cNvPr>
                <p14:cNvContentPartPr/>
                <p14:nvPr/>
              </p14:nvContentPartPr>
              <p14:xfrm>
                <a:off x="7782302" y="2679403"/>
                <a:ext cx="9000" cy="280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BB0AF0B-EE6E-CE30-9443-C20FD4B0F08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773662" y="2670403"/>
                  <a:ext cx="266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7125F8B-4AE9-9C56-39CE-A6AA6ECF707A}"/>
                    </a:ext>
                  </a:extLst>
                </p14:cNvPr>
                <p14:cNvContentPartPr/>
                <p14:nvPr/>
              </p14:nvContentPartPr>
              <p14:xfrm>
                <a:off x="7885982" y="2717203"/>
                <a:ext cx="127800" cy="896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7125F8B-4AE9-9C56-39CE-A6AA6ECF707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877342" y="2708563"/>
                  <a:ext cx="14544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23C42B6-B93C-28E5-8D10-805AC8E682BC}"/>
                    </a:ext>
                  </a:extLst>
                </p14:cNvPr>
                <p14:cNvContentPartPr/>
                <p14:nvPr/>
              </p14:nvContentPartPr>
              <p14:xfrm>
                <a:off x="8053022" y="2766883"/>
                <a:ext cx="60840" cy="687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23C42B6-B93C-28E5-8D10-805AC8E682B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044022" y="2757883"/>
                  <a:ext cx="784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4A225C1-1F28-8510-DA1D-0D093A26980E}"/>
                    </a:ext>
                  </a:extLst>
                </p14:cNvPr>
                <p14:cNvContentPartPr/>
                <p14:nvPr/>
              </p14:nvContentPartPr>
              <p14:xfrm>
                <a:off x="8110262" y="2780563"/>
                <a:ext cx="65520" cy="756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4A225C1-1F28-8510-DA1D-0D093A26980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101262" y="2771923"/>
                  <a:ext cx="831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D589D16-DE50-B5A3-8106-E75A452B82AE}"/>
                    </a:ext>
                  </a:extLst>
                </p14:cNvPr>
                <p14:cNvContentPartPr/>
                <p14:nvPr/>
              </p14:nvContentPartPr>
              <p14:xfrm>
                <a:off x="8004422" y="2723323"/>
                <a:ext cx="142560" cy="165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D589D16-DE50-B5A3-8106-E75A452B82A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995782" y="2714683"/>
                  <a:ext cx="1602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4709FD2-3698-29F0-1231-32A711A38A9D}"/>
                    </a:ext>
                  </a:extLst>
                </p14:cNvPr>
                <p14:cNvContentPartPr/>
                <p14:nvPr/>
              </p14:nvContentPartPr>
              <p14:xfrm>
                <a:off x="8197022" y="2671123"/>
                <a:ext cx="79560" cy="1630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4709FD2-3698-29F0-1231-32A711A38A9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188022" y="2662123"/>
                  <a:ext cx="9720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E769A64-3954-26BE-1A92-FBB4B57B109B}"/>
                    </a:ext>
                  </a:extLst>
                </p14:cNvPr>
                <p14:cNvContentPartPr/>
                <p14:nvPr/>
              </p14:nvContentPartPr>
              <p14:xfrm>
                <a:off x="8275862" y="2772283"/>
                <a:ext cx="100080" cy="640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E769A64-3954-26BE-1A92-FBB4B57B109B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267222" y="2763643"/>
                  <a:ext cx="11772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B63EDA7-23B2-CFF0-6249-E61F8EEB0FD4}"/>
                    </a:ext>
                  </a:extLst>
                </p14:cNvPr>
                <p14:cNvContentPartPr/>
                <p14:nvPr/>
              </p14:nvContentPartPr>
              <p14:xfrm>
                <a:off x="8427782" y="2771203"/>
                <a:ext cx="137880" cy="525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B63EDA7-23B2-CFF0-6249-E61F8EEB0FD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419142" y="2762203"/>
                  <a:ext cx="15552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CA8A50A-3430-A94B-01E5-990BE8E91E5E}"/>
                    </a:ext>
                  </a:extLst>
                </p14:cNvPr>
                <p14:cNvContentPartPr/>
                <p14:nvPr/>
              </p14:nvContentPartPr>
              <p14:xfrm>
                <a:off x="8632622" y="2615323"/>
                <a:ext cx="173520" cy="2685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CA8A50A-3430-A94B-01E5-990BE8E91E5E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623982" y="2606323"/>
                  <a:ext cx="19116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17237C7-E308-E060-B33A-5E48B668A858}"/>
                    </a:ext>
                  </a:extLst>
                </p14:cNvPr>
                <p14:cNvContentPartPr/>
                <p14:nvPr/>
              </p14:nvContentPartPr>
              <p14:xfrm>
                <a:off x="8785262" y="2752483"/>
                <a:ext cx="179280" cy="1242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17237C7-E308-E060-B33A-5E48B668A858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776262" y="2743843"/>
                  <a:ext cx="196920" cy="14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408690E-8CB6-D79B-F18A-84CF2BA4B872}"/>
              </a:ext>
            </a:extLst>
          </p:cNvPr>
          <p:cNvGrpSpPr/>
          <p:nvPr/>
        </p:nvGrpSpPr>
        <p:grpSpPr>
          <a:xfrm>
            <a:off x="10085582" y="2697043"/>
            <a:ext cx="1206360" cy="291600"/>
            <a:chOff x="10085582" y="2697043"/>
            <a:chExt cx="1206360" cy="29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DCCB86A-5A2D-3C8B-838A-F9B83AE67B8F}"/>
                    </a:ext>
                  </a:extLst>
                </p14:cNvPr>
                <p14:cNvContentPartPr/>
                <p14:nvPr/>
              </p14:nvContentPartPr>
              <p14:xfrm>
                <a:off x="10085582" y="2763643"/>
                <a:ext cx="44640" cy="1854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DCCB86A-5A2D-3C8B-838A-F9B83AE67B8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0076582" y="2754643"/>
                  <a:ext cx="6228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C573A2A-7BE9-BE49-5454-18D8A698DEA0}"/>
                    </a:ext>
                  </a:extLst>
                </p14:cNvPr>
                <p14:cNvContentPartPr/>
                <p14:nvPr/>
              </p14:nvContentPartPr>
              <p14:xfrm>
                <a:off x="10126622" y="2868763"/>
                <a:ext cx="135720" cy="644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C573A2A-7BE9-BE49-5454-18D8A698DEA0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117982" y="2859763"/>
                  <a:ext cx="15336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B74FFE3-2DE4-E11A-080F-8B4A42C2107C}"/>
                    </a:ext>
                  </a:extLst>
                </p14:cNvPr>
                <p14:cNvContentPartPr/>
                <p14:nvPr/>
              </p14:nvContentPartPr>
              <p14:xfrm>
                <a:off x="10803062" y="2778763"/>
                <a:ext cx="99720" cy="1098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B74FFE3-2DE4-E11A-080F-8B4A42C2107C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0794062" y="2770123"/>
                  <a:ext cx="11736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0C1AEB4-329C-F50C-B24D-295EB5195A6A}"/>
                    </a:ext>
                  </a:extLst>
                </p14:cNvPr>
                <p14:cNvContentPartPr/>
                <p14:nvPr/>
              </p14:nvContentPartPr>
              <p14:xfrm>
                <a:off x="10949222" y="2926003"/>
                <a:ext cx="27360" cy="626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0C1AEB4-329C-F50C-B24D-295EB5195A6A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940222" y="2917003"/>
                  <a:ext cx="4500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865BC62-352F-9368-489D-8F920527D767}"/>
                    </a:ext>
                  </a:extLst>
                </p14:cNvPr>
                <p14:cNvContentPartPr/>
                <p14:nvPr/>
              </p14:nvContentPartPr>
              <p14:xfrm>
                <a:off x="11048222" y="2788123"/>
                <a:ext cx="69840" cy="1202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865BC62-352F-9368-489D-8F920527D767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1039582" y="2779483"/>
                  <a:ext cx="8748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093526E-30A8-6C97-6CE5-422BEE4E794C}"/>
                    </a:ext>
                  </a:extLst>
                </p14:cNvPr>
                <p14:cNvContentPartPr/>
                <p14:nvPr/>
              </p14:nvContentPartPr>
              <p14:xfrm>
                <a:off x="11165942" y="2697043"/>
                <a:ext cx="126000" cy="2782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093526E-30A8-6C97-6CE5-422BEE4E794C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1157302" y="2688043"/>
                  <a:ext cx="14364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E40CD11-A237-31E4-5584-0535B334F8C8}"/>
                    </a:ext>
                  </a:extLst>
                </p14:cNvPr>
                <p14:cNvContentPartPr/>
                <p14:nvPr/>
              </p14:nvContentPartPr>
              <p14:xfrm>
                <a:off x="10681022" y="2750323"/>
                <a:ext cx="185400" cy="2268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E40CD11-A237-31E4-5584-0535B334F8C8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0672022" y="2741683"/>
                  <a:ext cx="203040" cy="24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F0FA8D7-69E8-9DD3-7E22-1D3F034DA499}"/>
              </a:ext>
            </a:extLst>
          </p:cNvPr>
          <p:cNvGrpSpPr/>
          <p:nvPr/>
        </p:nvGrpSpPr>
        <p:grpSpPr>
          <a:xfrm>
            <a:off x="10160102" y="3225163"/>
            <a:ext cx="1116000" cy="235440"/>
            <a:chOff x="10160102" y="3225163"/>
            <a:chExt cx="1116000" cy="23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D005E0C-A3FF-1D1E-3BDD-E3FF3701B097}"/>
                    </a:ext>
                  </a:extLst>
                </p14:cNvPr>
                <p14:cNvContentPartPr/>
                <p14:nvPr/>
              </p14:nvContentPartPr>
              <p14:xfrm>
                <a:off x="10160102" y="3281323"/>
                <a:ext cx="165240" cy="1004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D005E0C-A3FF-1D1E-3BDD-E3FF3701B097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151102" y="3272683"/>
                  <a:ext cx="18288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055EC29-5B55-4CE2-A2E1-186D8BF27524}"/>
                    </a:ext>
                  </a:extLst>
                </p14:cNvPr>
                <p14:cNvContentPartPr/>
                <p14:nvPr/>
              </p14:nvContentPartPr>
              <p14:xfrm>
                <a:off x="10459982" y="3272683"/>
                <a:ext cx="123480" cy="1494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055EC29-5B55-4CE2-A2E1-186D8BF27524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450982" y="3263683"/>
                  <a:ext cx="14112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EFEA6A6-A723-BEEC-D831-5F2BFA7D329D}"/>
                    </a:ext>
                  </a:extLst>
                </p14:cNvPr>
                <p14:cNvContentPartPr/>
                <p14:nvPr/>
              </p14:nvContentPartPr>
              <p14:xfrm>
                <a:off x="10488422" y="3352243"/>
                <a:ext cx="95400" cy="100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EFEA6A6-A723-BEEC-D831-5F2BFA7D329D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479422" y="3343603"/>
                  <a:ext cx="11304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BF2A99C-5C64-B55C-9633-D9EE1FC4F2D3}"/>
                    </a:ext>
                  </a:extLst>
                </p14:cNvPr>
                <p14:cNvContentPartPr/>
                <p14:nvPr/>
              </p14:nvContentPartPr>
              <p14:xfrm>
                <a:off x="10704062" y="3238483"/>
                <a:ext cx="133560" cy="1785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BF2A99C-5C64-B55C-9633-D9EE1FC4F2D3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695422" y="3229483"/>
                  <a:ext cx="15120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6C07C59-D3C3-FF19-3762-0CFD4D00246E}"/>
                    </a:ext>
                  </a:extLst>
                </p14:cNvPr>
                <p14:cNvContentPartPr/>
                <p14:nvPr/>
              </p14:nvContentPartPr>
              <p14:xfrm>
                <a:off x="10831502" y="3281323"/>
                <a:ext cx="97920" cy="936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6C07C59-D3C3-FF19-3762-0CFD4D00246E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0822502" y="3272683"/>
                  <a:ext cx="11556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DE0E979-7356-7E1F-753B-19CE99EA6504}"/>
                    </a:ext>
                  </a:extLst>
                </p14:cNvPr>
                <p14:cNvContentPartPr/>
                <p14:nvPr/>
              </p14:nvContentPartPr>
              <p14:xfrm>
                <a:off x="10970462" y="3406603"/>
                <a:ext cx="45720" cy="540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DE0E979-7356-7E1F-753B-19CE99EA6504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0961462" y="3397963"/>
                  <a:ext cx="6336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2905C22-4B07-535A-2129-E70CEB4AF17A}"/>
                    </a:ext>
                  </a:extLst>
                </p14:cNvPr>
                <p14:cNvContentPartPr/>
                <p14:nvPr/>
              </p14:nvContentPartPr>
              <p14:xfrm>
                <a:off x="11064062" y="3292843"/>
                <a:ext cx="32400" cy="853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2905C22-4B07-535A-2129-E70CEB4AF17A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1055422" y="3283843"/>
                  <a:ext cx="5004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289F422-6AF5-2E60-0E92-F70F3DD4A0EA}"/>
                    </a:ext>
                  </a:extLst>
                </p14:cNvPr>
                <p14:cNvContentPartPr/>
                <p14:nvPr/>
              </p14:nvContentPartPr>
              <p14:xfrm>
                <a:off x="11119502" y="3225163"/>
                <a:ext cx="156600" cy="2188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289F422-6AF5-2E60-0E92-F70F3DD4A0EA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1110502" y="3216163"/>
                  <a:ext cx="174240" cy="23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18A7DC84-5D5E-DE51-FDB6-2E5562C31AD5}"/>
              </a:ext>
            </a:extLst>
          </p:cNvPr>
          <p:cNvGrpSpPr/>
          <p:nvPr/>
        </p:nvGrpSpPr>
        <p:grpSpPr>
          <a:xfrm>
            <a:off x="6272102" y="3603163"/>
            <a:ext cx="702000" cy="417240"/>
            <a:chOff x="6272102" y="3603163"/>
            <a:chExt cx="702000" cy="41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C6B6A94-6331-A010-CDC3-2D678454FE67}"/>
                    </a:ext>
                  </a:extLst>
                </p14:cNvPr>
                <p14:cNvContentPartPr/>
                <p14:nvPr/>
              </p14:nvContentPartPr>
              <p14:xfrm>
                <a:off x="6272102" y="3603163"/>
                <a:ext cx="237960" cy="3178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C6B6A94-6331-A010-CDC3-2D678454FE67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263102" y="3594163"/>
                  <a:ext cx="25560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E774A78-C65E-7D82-9AA0-B081C9FA17D1}"/>
                    </a:ext>
                  </a:extLst>
                </p14:cNvPr>
                <p14:cNvContentPartPr/>
                <p14:nvPr/>
              </p14:nvContentPartPr>
              <p14:xfrm>
                <a:off x="6340142" y="3629803"/>
                <a:ext cx="113040" cy="2984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E774A78-C65E-7D82-9AA0-B081C9FA17D1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331142" y="3621163"/>
                  <a:ext cx="13068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E189E41-B6FE-EBA4-C8FB-DB854045E60B}"/>
                    </a:ext>
                  </a:extLst>
                </p14:cNvPr>
                <p14:cNvContentPartPr/>
                <p14:nvPr/>
              </p14:nvContentPartPr>
              <p14:xfrm>
                <a:off x="6577382" y="3811963"/>
                <a:ext cx="64440" cy="2084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E189E41-B6FE-EBA4-C8FB-DB854045E60B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568742" y="3802963"/>
                  <a:ext cx="8208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E648C2C-2F3F-9F53-18FE-B18DCE075E37}"/>
                    </a:ext>
                  </a:extLst>
                </p14:cNvPr>
                <p14:cNvContentPartPr/>
                <p14:nvPr/>
              </p14:nvContentPartPr>
              <p14:xfrm>
                <a:off x="6633902" y="3902323"/>
                <a:ext cx="152280" cy="928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E648C2C-2F3F-9F53-18FE-B18DCE075E37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624902" y="3893683"/>
                  <a:ext cx="16992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2B30F5D-B219-9D17-DA8C-2547B998EA5B}"/>
                    </a:ext>
                  </a:extLst>
                </p14:cNvPr>
                <p14:cNvContentPartPr/>
                <p14:nvPr/>
              </p14:nvContentPartPr>
              <p14:xfrm>
                <a:off x="6825422" y="3849403"/>
                <a:ext cx="110520" cy="183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2B30F5D-B219-9D17-DA8C-2547B998EA5B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816782" y="3840403"/>
                  <a:ext cx="1281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668F33D-CC2E-6B74-6F4B-5F93832CA43F}"/>
                    </a:ext>
                  </a:extLst>
                </p14:cNvPr>
                <p14:cNvContentPartPr/>
                <p14:nvPr/>
              </p14:nvContentPartPr>
              <p14:xfrm>
                <a:off x="6838022" y="3777043"/>
                <a:ext cx="136080" cy="212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668F33D-CC2E-6B74-6F4B-5F93832CA43F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829022" y="3768043"/>
                  <a:ext cx="153720" cy="3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7DC8BA97-5333-AF9C-3ACD-17255F9924CB}"/>
              </a:ext>
            </a:extLst>
          </p:cNvPr>
          <p:cNvGrpSpPr/>
          <p:nvPr/>
        </p:nvGrpSpPr>
        <p:grpSpPr>
          <a:xfrm>
            <a:off x="7235822" y="3665803"/>
            <a:ext cx="661320" cy="288360"/>
            <a:chOff x="7235822" y="3665803"/>
            <a:chExt cx="661320" cy="28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50D8BC0-90BE-CA2F-E83F-222EE9C450A2}"/>
                    </a:ext>
                  </a:extLst>
                </p14:cNvPr>
                <p14:cNvContentPartPr/>
                <p14:nvPr/>
              </p14:nvContentPartPr>
              <p14:xfrm>
                <a:off x="7235822" y="3746803"/>
                <a:ext cx="149040" cy="1227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50D8BC0-90BE-CA2F-E83F-222EE9C450A2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227182" y="3737803"/>
                  <a:ext cx="16668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8B67418-DBC5-AEBB-55C1-0CC6288BE3A5}"/>
                    </a:ext>
                  </a:extLst>
                </p14:cNvPr>
                <p14:cNvContentPartPr/>
                <p14:nvPr/>
              </p14:nvContentPartPr>
              <p14:xfrm>
                <a:off x="7290182" y="3772363"/>
                <a:ext cx="76320" cy="957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8B67418-DBC5-AEBB-55C1-0CC6288BE3A5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7281542" y="3763363"/>
                  <a:ext cx="9396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C4CA50C-31BA-B8AF-B46A-751933559828}"/>
                    </a:ext>
                  </a:extLst>
                </p14:cNvPr>
                <p14:cNvContentPartPr/>
                <p14:nvPr/>
              </p14:nvContentPartPr>
              <p14:xfrm>
                <a:off x="7453622" y="3665803"/>
                <a:ext cx="135720" cy="2268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C4CA50C-31BA-B8AF-B46A-751933559828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7444982" y="3656803"/>
                  <a:ext cx="15336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E6314EB-EB78-BD56-4A74-528FB1D3BF4E}"/>
                    </a:ext>
                  </a:extLst>
                </p14:cNvPr>
                <p14:cNvContentPartPr/>
                <p14:nvPr/>
              </p14:nvContentPartPr>
              <p14:xfrm>
                <a:off x="7622462" y="3763003"/>
                <a:ext cx="118440" cy="1036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E6314EB-EB78-BD56-4A74-528FB1D3BF4E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7613462" y="3754363"/>
                  <a:ext cx="13608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6685ADA-3C70-2305-F054-F247BB85E50B}"/>
                    </a:ext>
                  </a:extLst>
                </p14:cNvPr>
                <p14:cNvContentPartPr/>
                <p14:nvPr/>
              </p14:nvContentPartPr>
              <p14:xfrm>
                <a:off x="7753862" y="3695323"/>
                <a:ext cx="143280" cy="2588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6685ADA-3C70-2305-F054-F247BB85E50B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7745222" y="3686683"/>
                  <a:ext cx="160920" cy="27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FB4D83F1-5488-44AF-1528-2BAC046126BB}"/>
              </a:ext>
            </a:extLst>
          </p:cNvPr>
          <p:cNvGrpSpPr/>
          <p:nvPr/>
        </p:nvGrpSpPr>
        <p:grpSpPr>
          <a:xfrm>
            <a:off x="8054822" y="3740683"/>
            <a:ext cx="184680" cy="124200"/>
            <a:chOff x="8054822" y="3740683"/>
            <a:chExt cx="184680" cy="12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74E40DB-4C51-4AB3-3B55-FEE47659FC13}"/>
                    </a:ext>
                  </a:extLst>
                </p14:cNvPr>
                <p14:cNvContentPartPr/>
                <p14:nvPr/>
              </p14:nvContentPartPr>
              <p14:xfrm>
                <a:off x="8166062" y="3740683"/>
                <a:ext cx="22320" cy="1242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74E40DB-4C51-4AB3-3B55-FEE47659FC13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157422" y="3732043"/>
                  <a:ext cx="3996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5256F51-8646-A7A8-9E26-7E9614928FDE}"/>
                    </a:ext>
                  </a:extLst>
                </p14:cNvPr>
                <p14:cNvContentPartPr/>
                <p14:nvPr/>
              </p14:nvContentPartPr>
              <p14:xfrm>
                <a:off x="8054822" y="3803683"/>
                <a:ext cx="184680" cy="198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5256F51-8646-A7A8-9E26-7E9614928FDE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8045822" y="3794683"/>
                  <a:ext cx="202320" cy="3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D1F1853F-5DD8-8A93-6719-85728A2A1193}"/>
              </a:ext>
            </a:extLst>
          </p:cNvPr>
          <p:cNvGrpSpPr/>
          <p:nvPr/>
        </p:nvGrpSpPr>
        <p:grpSpPr>
          <a:xfrm>
            <a:off x="8467742" y="3670483"/>
            <a:ext cx="582840" cy="275760"/>
            <a:chOff x="8467742" y="3670483"/>
            <a:chExt cx="582840" cy="27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EA622B1-45C6-804E-0100-6B053BF64A5D}"/>
                    </a:ext>
                  </a:extLst>
                </p14:cNvPr>
                <p14:cNvContentPartPr/>
                <p14:nvPr/>
              </p14:nvContentPartPr>
              <p14:xfrm>
                <a:off x="8467742" y="3749683"/>
                <a:ext cx="153000" cy="1047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EA622B1-45C6-804E-0100-6B053BF64A5D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8459102" y="3741043"/>
                  <a:ext cx="17064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9F6E0A8-8FB7-E94B-D737-CBC067F30AF3}"/>
                    </a:ext>
                  </a:extLst>
                </p14:cNvPr>
                <p14:cNvContentPartPr/>
                <p14:nvPr/>
              </p14:nvContentPartPr>
              <p14:xfrm>
                <a:off x="8532542" y="3779923"/>
                <a:ext cx="93240" cy="1123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9F6E0A8-8FB7-E94B-D737-CBC067F30AF3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523902" y="3770923"/>
                  <a:ext cx="11088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5D529B29-19B9-5BF8-3389-EEFE71699271}"/>
                    </a:ext>
                  </a:extLst>
                </p14:cNvPr>
                <p14:cNvContentPartPr/>
                <p14:nvPr/>
              </p14:nvContentPartPr>
              <p14:xfrm>
                <a:off x="8716142" y="3670483"/>
                <a:ext cx="135720" cy="2505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5D529B29-19B9-5BF8-3389-EEFE71699271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707502" y="3661483"/>
                  <a:ext cx="15336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0EE4880-1406-51C3-1F22-572197F393E2}"/>
                    </a:ext>
                  </a:extLst>
                </p14:cNvPr>
                <p14:cNvContentPartPr/>
                <p14:nvPr/>
              </p14:nvContentPartPr>
              <p14:xfrm>
                <a:off x="8876702" y="3811963"/>
                <a:ext cx="38160" cy="871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0EE4880-1406-51C3-1F22-572197F393E2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867702" y="3802963"/>
                  <a:ext cx="5580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CF4E652-46E3-4FA1-1A62-F231BB8CF5E1}"/>
                    </a:ext>
                  </a:extLst>
                </p14:cNvPr>
                <p14:cNvContentPartPr/>
                <p14:nvPr/>
              </p14:nvContentPartPr>
              <p14:xfrm>
                <a:off x="8910542" y="3711163"/>
                <a:ext cx="140040" cy="2350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CF4E652-46E3-4FA1-1A62-F231BB8CF5E1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8901542" y="3702523"/>
                  <a:ext cx="157680" cy="25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0A16D0F3-5A58-39E0-4EAE-7FD4B2941D55}"/>
              </a:ext>
            </a:extLst>
          </p:cNvPr>
          <p:cNvGrpSpPr/>
          <p:nvPr/>
        </p:nvGrpSpPr>
        <p:grpSpPr>
          <a:xfrm>
            <a:off x="9188462" y="3502723"/>
            <a:ext cx="867960" cy="464400"/>
            <a:chOff x="9188462" y="3502723"/>
            <a:chExt cx="867960" cy="464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AB56DEFF-7C5F-30E6-A21D-8EC157DD6D42}"/>
                    </a:ext>
                  </a:extLst>
                </p14:cNvPr>
                <p14:cNvContentPartPr/>
                <p14:nvPr/>
              </p14:nvContentPartPr>
              <p14:xfrm>
                <a:off x="9273062" y="3775243"/>
                <a:ext cx="138600" cy="147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AB56DEFF-7C5F-30E6-A21D-8EC157DD6D42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9264062" y="3766603"/>
                  <a:ext cx="15624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EBFEC85-DF72-F7A2-0E62-BB83822BB780}"/>
                    </a:ext>
                  </a:extLst>
                </p14:cNvPr>
                <p14:cNvContentPartPr/>
                <p14:nvPr/>
              </p14:nvContentPartPr>
              <p14:xfrm>
                <a:off x="9541262" y="3721963"/>
                <a:ext cx="26280" cy="1170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EBFEC85-DF72-F7A2-0E62-BB83822BB780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9532622" y="3712963"/>
                  <a:ext cx="4392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64DFA86B-EEEE-BF67-0C33-9E9719FF7E72}"/>
                    </a:ext>
                  </a:extLst>
                </p14:cNvPr>
                <p14:cNvContentPartPr/>
                <p14:nvPr/>
              </p14:nvContentPartPr>
              <p14:xfrm>
                <a:off x="9632702" y="3689203"/>
                <a:ext cx="190440" cy="2779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64DFA86B-EEEE-BF67-0C33-9E9719FF7E72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9624062" y="3680203"/>
                  <a:ext cx="20808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356C1FE1-F827-85F6-A177-84814353DBC3}"/>
                    </a:ext>
                  </a:extLst>
                </p14:cNvPr>
                <p14:cNvContentPartPr/>
                <p14:nvPr/>
              </p14:nvContentPartPr>
              <p14:xfrm>
                <a:off x="9188462" y="3642763"/>
                <a:ext cx="112680" cy="2696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356C1FE1-F827-85F6-A177-84814353DBC3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9179462" y="3633763"/>
                  <a:ext cx="13032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2EA8AFF-BB7C-E143-69F4-8C41B9100304}"/>
                    </a:ext>
                  </a:extLst>
                </p14:cNvPr>
                <p14:cNvContentPartPr/>
                <p14:nvPr/>
              </p14:nvContentPartPr>
              <p14:xfrm>
                <a:off x="9810182" y="3502723"/>
                <a:ext cx="59040" cy="2019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2EA8AFF-BB7C-E143-69F4-8C41B9100304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9801182" y="3493723"/>
                  <a:ext cx="7668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1FEECC79-42B7-DE79-1338-3598EEC35C37}"/>
                    </a:ext>
                  </a:extLst>
                </p14:cNvPr>
                <p14:cNvContentPartPr/>
                <p14:nvPr/>
              </p14:nvContentPartPr>
              <p14:xfrm>
                <a:off x="9896582" y="3615043"/>
                <a:ext cx="159840" cy="644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1FEECC79-42B7-DE79-1338-3598EEC35C37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9887582" y="3606403"/>
                  <a:ext cx="177480" cy="8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C6ACDA5E-5E60-DAB8-51ED-B4F387C496C6}"/>
              </a:ext>
            </a:extLst>
          </p:cNvPr>
          <p:cNvGrpSpPr/>
          <p:nvPr/>
        </p:nvGrpSpPr>
        <p:grpSpPr>
          <a:xfrm>
            <a:off x="6355622" y="4455643"/>
            <a:ext cx="419760" cy="315360"/>
            <a:chOff x="6355622" y="4455643"/>
            <a:chExt cx="419760" cy="31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30AF9A6-5078-CD6C-46E5-FA71CBD3058D}"/>
                    </a:ext>
                  </a:extLst>
                </p14:cNvPr>
                <p14:cNvContentPartPr/>
                <p14:nvPr/>
              </p14:nvContentPartPr>
              <p14:xfrm>
                <a:off x="6355622" y="4455643"/>
                <a:ext cx="213480" cy="2332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30AF9A6-5078-CD6C-46E5-FA71CBD3058D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6346622" y="4446643"/>
                  <a:ext cx="23112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BA2F30AB-148D-AE2B-F0D2-1D2F5090B177}"/>
                    </a:ext>
                  </a:extLst>
                </p14:cNvPr>
                <p14:cNvContentPartPr/>
                <p14:nvPr/>
              </p14:nvContentPartPr>
              <p14:xfrm>
                <a:off x="6433022" y="4484803"/>
                <a:ext cx="97200" cy="2160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BA2F30AB-148D-AE2B-F0D2-1D2F5090B177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6424022" y="4476163"/>
                  <a:ext cx="11484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C9777D5B-F935-760E-D553-10AD28F7A34C}"/>
                    </a:ext>
                  </a:extLst>
                </p14:cNvPr>
                <p14:cNvContentPartPr/>
                <p14:nvPr/>
              </p14:nvContentPartPr>
              <p14:xfrm>
                <a:off x="6663782" y="4683163"/>
                <a:ext cx="111600" cy="878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C9777D5B-F935-760E-D553-10AD28F7A34C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6654782" y="4674523"/>
                  <a:ext cx="129240" cy="10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EDBC1B49-93DF-0E13-4B58-8C19949375A0}"/>
              </a:ext>
            </a:extLst>
          </p:cNvPr>
          <p:cNvGrpSpPr/>
          <p:nvPr/>
        </p:nvGrpSpPr>
        <p:grpSpPr>
          <a:xfrm>
            <a:off x="6953582" y="4609723"/>
            <a:ext cx="126720" cy="81360"/>
            <a:chOff x="6953582" y="4609723"/>
            <a:chExt cx="126720" cy="8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0DD9651C-6B37-93F6-42A5-9CCC5DF92E82}"/>
                    </a:ext>
                  </a:extLst>
                </p14:cNvPr>
                <p14:cNvContentPartPr/>
                <p14:nvPr/>
              </p14:nvContentPartPr>
              <p14:xfrm>
                <a:off x="6965102" y="4684963"/>
                <a:ext cx="113400" cy="61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DD9651C-6B37-93F6-42A5-9CCC5DF92E82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6956102" y="4676323"/>
                  <a:ext cx="1310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02ACBEF-56A8-FF90-98A2-4F3FB387CDBC}"/>
                    </a:ext>
                  </a:extLst>
                </p14:cNvPr>
                <p14:cNvContentPartPr/>
                <p14:nvPr/>
              </p14:nvContentPartPr>
              <p14:xfrm>
                <a:off x="6953582" y="4609723"/>
                <a:ext cx="126720" cy="331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02ACBEF-56A8-FF90-98A2-4F3FB387CDBC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944942" y="4600723"/>
                  <a:ext cx="144360" cy="5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83CA7978-3350-30C2-7FE8-F1FCC47C0542}"/>
              </a:ext>
            </a:extLst>
          </p:cNvPr>
          <p:cNvGrpSpPr/>
          <p:nvPr/>
        </p:nvGrpSpPr>
        <p:grpSpPr>
          <a:xfrm>
            <a:off x="7299542" y="4504243"/>
            <a:ext cx="630360" cy="251640"/>
            <a:chOff x="7299542" y="4504243"/>
            <a:chExt cx="630360" cy="251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BD676064-4A24-1EB7-E018-7189F2D3D357}"/>
                    </a:ext>
                  </a:extLst>
                </p14:cNvPr>
                <p14:cNvContentPartPr/>
                <p14:nvPr/>
              </p14:nvContentPartPr>
              <p14:xfrm>
                <a:off x="7299542" y="4564363"/>
                <a:ext cx="154080" cy="1306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BD676064-4A24-1EB7-E018-7189F2D3D357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7290542" y="4555723"/>
                  <a:ext cx="17172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04FA3951-E7DE-4C5B-CD1F-0DF550D71B8A}"/>
                    </a:ext>
                  </a:extLst>
                </p14:cNvPr>
                <p14:cNvContentPartPr/>
                <p14:nvPr/>
              </p14:nvContentPartPr>
              <p14:xfrm>
                <a:off x="7339862" y="4625203"/>
                <a:ext cx="99360" cy="662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04FA3951-E7DE-4C5B-CD1F-0DF550D71B8A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7331222" y="4616563"/>
                  <a:ext cx="11700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AF9565FC-E71B-76CE-1984-66601113B2CE}"/>
                    </a:ext>
                  </a:extLst>
                </p14:cNvPr>
                <p14:cNvContentPartPr/>
                <p14:nvPr/>
              </p14:nvContentPartPr>
              <p14:xfrm>
                <a:off x="7462982" y="4504243"/>
                <a:ext cx="142920" cy="2516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AF9565FC-E71B-76CE-1984-66601113B2CE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7453982" y="4495603"/>
                  <a:ext cx="16056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9B4AFF14-82F2-1FF3-A4C5-F15A0F4277F6}"/>
                    </a:ext>
                  </a:extLst>
                </p14:cNvPr>
                <p14:cNvContentPartPr/>
                <p14:nvPr/>
              </p14:nvContentPartPr>
              <p14:xfrm>
                <a:off x="7626782" y="4580203"/>
                <a:ext cx="147600" cy="1198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9B4AFF14-82F2-1FF3-A4C5-F15A0F4277F6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7618142" y="4571203"/>
                  <a:ext cx="16524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D5142936-8F07-3460-28C5-B8EB7FE066C1}"/>
                    </a:ext>
                  </a:extLst>
                </p14:cNvPr>
                <p14:cNvContentPartPr/>
                <p14:nvPr/>
              </p14:nvContentPartPr>
              <p14:xfrm>
                <a:off x="7820822" y="4526563"/>
                <a:ext cx="109080" cy="2268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D5142936-8F07-3460-28C5-B8EB7FE066C1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7811822" y="4517923"/>
                  <a:ext cx="126720" cy="24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53EBB528-C5C5-F53E-FF44-FFED9310337B}"/>
              </a:ext>
            </a:extLst>
          </p:cNvPr>
          <p:cNvGrpSpPr/>
          <p:nvPr/>
        </p:nvGrpSpPr>
        <p:grpSpPr>
          <a:xfrm>
            <a:off x="8163542" y="4622323"/>
            <a:ext cx="104760" cy="111240"/>
            <a:chOff x="8163542" y="4622323"/>
            <a:chExt cx="104760" cy="11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01BE72C1-273F-6F37-55C9-FD2092036057}"/>
                    </a:ext>
                  </a:extLst>
                </p14:cNvPr>
                <p14:cNvContentPartPr/>
                <p14:nvPr/>
              </p14:nvContentPartPr>
              <p14:xfrm>
                <a:off x="8188022" y="4622323"/>
                <a:ext cx="32400" cy="1112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01BE72C1-273F-6F37-55C9-FD2092036057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8179382" y="4613323"/>
                  <a:ext cx="500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FB9036FE-149E-4453-DDCB-A5BFEB1C1EF8}"/>
                    </a:ext>
                  </a:extLst>
                </p14:cNvPr>
                <p14:cNvContentPartPr/>
                <p14:nvPr/>
              </p14:nvContentPartPr>
              <p14:xfrm>
                <a:off x="8163542" y="4669483"/>
                <a:ext cx="104760" cy="115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B9036FE-149E-4453-DDCB-A5BFEB1C1EF8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8154902" y="4660483"/>
                  <a:ext cx="122400" cy="2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5C11E3B8-0AA2-F139-7CB5-47857BADDC25}"/>
              </a:ext>
            </a:extLst>
          </p:cNvPr>
          <p:cNvGrpSpPr/>
          <p:nvPr/>
        </p:nvGrpSpPr>
        <p:grpSpPr>
          <a:xfrm>
            <a:off x="8500502" y="4517203"/>
            <a:ext cx="572760" cy="253080"/>
            <a:chOff x="8500502" y="4517203"/>
            <a:chExt cx="572760" cy="25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CAEEAF8-64FC-EC39-C89B-0FCC65B9484B}"/>
                    </a:ext>
                  </a:extLst>
                </p14:cNvPr>
                <p14:cNvContentPartPr/>
                <p14:nvPr/>
              </p14:nvContentPartPr>
              <p14:xfrm>
                <a:off x="8500502" y="4609723"/>
                <a:ext cx="173160" cy="1238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1CAEEAF8-64FC-EC39-C89B-0FCC65B9484B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8491502" y="4601083"/>
                  <a:ext cx="19080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F8225FE-FFD8-40BA-1721-0407C834B4C7}"/>
                    </a:ext>
                  </a:extLst>
                </p14:cNvPr>
                <p14:cNvContentPartPr/>
                <p14:nvPr/>
              </p14:nvContentPartPr>
              <p14:xfrm>
                <a:off x="8523542" y="4625923"/>
                <a:ext cx="119880" cy="1054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F8225FE-FFD8-40BA-1721-0407C834B4C7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8514902" y="4617283"/>
                  <a:ext cx="1375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2EC7DE8-450C-D5D2-3BF7-F26EFDB9F30F}"/>
                    </a:ext>
                  </a:extLst>
                </p14:cNvPr>
                <p14:cNvContentPartPr/>
                <p14:nvPr/>
              </p14:nvContentPartPr>
              <p14:xfrm>
                <a:off x="8698862" y="4517203"/>
                <a:ext cx="165960" cy="2530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2EC7DE8-450C-D5D2-3BF7-F26EFDB9F30F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8690222" y="4508203"/>
                  <a:ext cx="18360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76333945-A09A-5EAE-E410-94E560E62F67}"/>
                    </a:ext>
                  </a:extLst>
                </p14:cNvPr>
                <p14:cNvContentPartPr/>
                <p14:nvPr/>
              </p14:nvContentPartPr>
              <p14:xfrm>
                <a:off x="8886422" y="4648603"/>
                <a:ext cx="37440" cy="939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76333945-A09A-5EAE-E410-94E560E62F67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8877422" y="4639963"/>
                  <a:ext cx="5508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E16FB3B7-38D4-BB48-E0F1-C1B193A29BDC}"/>
                    </a:ext>
                  </a:extLst>
                </p14:cNvPr>
                <p14:cNvContentPartPr/>
                <p14:nvPr/>
              </p14:nvContentPartPr>
              <p14:xfrm>
                <a:off x="8943302" y="4520083"/>
                <a:ext cx="129960" cy="2394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E16FB3B7-38D4-BB48-E0F1-C1B193A29BDC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8934302" y="4511443"/>
                  <a:ext cx="147600" cy="25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181B189F-DAD3-FD47-ED4B-5BFD93D07502}"/>
              </a:ext>
            </a:extLst>
          </p:cNvPr>
          <p:cNvGrpSpPr/>
          <p:nvPr/>
        </p:nvGrpSpPr>
        <p:grpSpPr>
          <a:xfrm>
            <a:off x="6391262" y="5144323"/>
            <a:ext cx="318600" cy="389520"/>
            <a:chOff x="6391262" y="5144323"/>
            <a:chExt cx="318600" cy="38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662CB5A9-ADB1-8E9B-0034-C1E3F385F5E7}"/>
                    </a:ext>
                  </a:extLst>
                </p14:cNvPr>
                <p14:cNvContentPartPr/>
                <p14:nvPr/>
              </p14:nvContentPartPr>
              <p14:xfrm>
                <a:off x="6391262" y="5144323"/>
                <a:ext cx="213120" cy="2642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662CB5A9-ADB1-8E9B-0034-C1E3F385F5E7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6382622" y="5135683"/>
                  <a:ext cx="23076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F1E05514-F1EB-9E57-129C-6FAF9FBDBCEF}"/>
                    </a:ext>
                  </a:extLst>
                </p14:cNvPr>
                <p14:cNvContentPartPr/>
                <p14:nvPr/>
              </p14:nvContentPartPr>
              <p14:xfrm>
                <a:off x="6439502" y="5155843"/>
                <a:ext cx="122040" cy="3027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F1E05514-F1EB-9E57-129C-6FAF9FBDBCEF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6430502" y="5146843"/>
                  <a:ext cx="13968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8D541933-B483-E71A-F521-BFFE5A9F79F3}"/>
                    </a:ext>
                  </a:extLst>
                </p14:cNvPr>
                <p14:cNvContentPartPr/>
                <p14:nvPr/>
              </p14:nvContentPartPr>
              <p14:xfrm>
                <a:off x="6682862" y="5406763"/>
                <a:ext cx="27000" cy="12708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8D541933-B483-E71A-F521-BFFE5A9F79F3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6674222" y="5398123"/>
                  <a:ext cx="44640" cy="14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2F9FEE9A-F98F-F88D-1C44-D05ADEF1071D}"/>
              </a:ext>
            </a:extLst>
          </p:cNvPr>
          <p:cNvGrpSpPr/>
          <p:nvPr/>
        </p:nvGrpSpPr>
        <p:grpSpPr>
          <a:xfrm>
            <a:off x="7014062" y="5365723"/>
            <a:ext cx="135000" cy="61920"/>
            <a:chOff x="7014062" y="5365723"/>
            <a:chExt cx="135000" cy="61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6633B47D-77FD-E560-8C92-41CD5156AA1C}"/>
                    </a:ext>
                  </a:extLst>
                </p14:cNvPr>
                <p14:cNvContentPartPr/>
                <p14:nvPr/>
              </p14:nvContentPartPr>
              <p14:xfrm>
                <a:off x="7024502" y="5421163"/>
                <a:ext cx="124560" cy="648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6633B47D-77FD-E560-8C92-41CD5156AA1C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7015502" y="5412523"/>
                  <a:ext cx="1422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81D31710-483D-3F3E-0A5B-AA6F681C5CE5}"/>
                    </a:ext>
                  </a:extLst>
                </p14:cNvPr>
                <p14:cNvContentPartPr/>
                <p14:nvPr/>
              </p14:nvContentPartPr>
              <p14:xfrm>
                <a:off x="7014062" y="5365723"/>
                <a:ext cx="123120" cy="212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81D31710-483D-3F3E-0A5B-AA6F681C5CE5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7005422" y="5356723"/>
                  <a:ext cx="140760" cy="3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C88C5252-8F26-53B7-8BAE-0042542B9077}"/>
              </a:ext>
            </a:extLst>
          </p:cNvPr>
          <p:cNvGrpSpPr/>
          <p:nvPr/>
        </p:nvGrpSpPr>
        <p:grpSpPr>
          <a:xfrm>
            <a:off x="7408622" y="5234683"/>
            <a:ext cx="613080" cy="243000"/>
            <a:chOff x="7408622" y="5234683"/>
            <a:chExt cx="613080" cy="243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113FE169-115A-F47A-B664-04F0BACB7C6A}"/>
                    </a:ext>
                  </a:extLst>
                </p14:cNvPr>
                <p14:cNvContentPartPr/>
                <p14:nvPr/>
              </p14:nvContentPartPr>
              <p14:xfrm>
                <a:off x="7408622" y="5300563"/>
                <a:ext cx="171720" cy="1130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113FE169-115A-F47A-B664-04F0BACB7C6A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7399622" y="5291923"/>
                  <a:ext cx="18936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F64BEA28-0B17-6961-0A6F-80CECC52151A}"/>
                    </a:ext>
                  </a:extLst>
                </p14:cNvPr>
                <p14:cNvContentPartPr/>
                <p14:nvPr/>
              </p14:nvContentPartPr>
              <p14:xfrm>
                <a:off x="7458662" y="5323603"/>
                <a:ext cx="73440" cy="795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F64BEA28-0B17-6961-0A6F-80CECC52151A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7450022" y="5314963"/>
                  <a:ext cx="9108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E1381C60-1243-6B1C-1E89-AA4CA12B6153}"/>
                    </a:ext>
                  </a:extLst>
                </p14:cNvPr>
                <p14:cNvContentPartPr/>
                <p14:nvPr/>
              </p14:nvContentPartPr>
              <p14:xfrm>
                <a:off x="7580702" y="5246923"/>
                <a:ext cx="165960" cy="2307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E1381C60-1243-6B1C-1E89-AA4CA12B6153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7572062" y="5237923"/>
                  <a:ext cx="18360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FDC44CDE-1401-4555-9736-BE9343875CA4}"/>
                    </a:ext>
                  </a:extLst>
                </p14:cNvPr>
                <p14:cNvContentPartPr/>
                <p14:nvPr/>
              </p14:nvContentPartPr>
              <p14:xfrm>
                <a:off x="7763942" y="5315323"/>
                <a:ext cx="110160" cy="817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FDC44CDE-1401-4555-9736-BE9343875CA4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7754942" y="5306683"/>
                  <a:ext cx="12780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2726DC04-3F60-F29A-BC9D-4FDEF525E03B}"/>
                    </a:ext>
                  </a:extLst>
                </p14:cNvPr>
                <p14:cNvContentPartPr/>
                <p14:nvPr/>
              </p14:nvContentPartPr>
              <p14:xfrm>
                <a:off x="7887422" y="5234683"/>
                <a:ext cx="134280" cy="2214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2726DC04-3F60-F29A-BC9D-4FDEF525E03B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7878422" y="5225683"/>
                  <a:ext cx="151920" cy="239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3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E684422E-4CA3-9020-AD97-7357401DA9F2}"/>
                  </a:ext>
                </a:extLst>
              </p14:cNvPr>
              <p14:cNvContentPartPr/>
              <p14:nvPr/>
            </p14:nvContentPartPr>
            <p14:xfrm>
              <a:off x="8261822" y="5380843"/>
              <a:ext cx="119520" cy="5040"/>
            </p14:xfrm>
          </p:contentPart>
        </mc:Choice>
        <mc:Fallback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E684422E-4CA3-9020-AD97-7357401DA9F2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8252822" y="5371843"/>
                <a:ext cx="137160" cy="22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0" name="Group 119">
            <a:extLst>
              <a:ext uri="{FF2B5EF4-FFF2-40B4-BE49-F238E27FC236}">
                <a16:creationId xmlns:a16="http://schemas.microsoft.com/office/drawing/2014/main" id="{6F0D46DC-4C7D-6AD7-C052-B0F5159322E8}"/>
              </a:ext>
            </a:extLst>
          </p:cNvPr>
          <p:cNvGrpSpPr/>
          <p:nvPr/>
        </p:nvGrpSpPr>
        <p:grpSpPr>
          <a:xfrm>
            <a:off x="8614982" y="5187163"/>
            <a:ext cx="584640" cy="276840"/>
            <a:chOff x="8614982" y="5187163"/>
            <a:chExt cx="584640" cy="276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E1063509-D2E2-400C-18E4-4F384F27FC20}"/>
                    </a:ext>
                  </a:extLst>
                </p14:cNvPr>
                <p14:cNvContentPartPr/>
                <p14:nvPr/>
              </p14:nvContentPartPr>
              <p14:xfrm>
                <a:off x="8614982" y="5284003"/>
                <a:ext cx="158040" cy="11124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E1063509-D2E2-400C-18E4-4F384F27FC20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8605982" y="5275363"/>
                  <a:ext cx="17568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06C58A2D-223A-53F6-6C46-0D8794B231A6}"/>
                    </a:ext>
                  </a:extLst>
                </p14:cNvPr>
                <p14:cNvContentPartPr/>
                <p14:nvPr/>
              </p14:nvContentPartPr>
              <p14:xfrm>
                <a:off x="8647382" y="5290843"/>
                <a:ext cx="91440" cy="867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06C58A2D-223A-53F6-6C46-0D8794B231A6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8638742" y="5282203"/>
                  <a:ext cx="10908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6A9834E7-3198-81F1-6146-5F67F69DCECA}"/>
                    </a:ext>
                  </a:extLst>
                </p14:cNvPr>
                <p14:cNvContentPartPr/>
                <p14:nvPr/>
              </p14:nvContentPartPr>
              <p14:xfrm>
                <a:off x="8793902" y="5187163"/>
                <a:ext cx="187200" cy="27576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6A9834E7-3198-81F1-6146-5F67F69DCECA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8785262" y="5178523"/>
                  <a:ext cx="20484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C640F6C1-6525-A675-4E41-7EC9411050D3}"/>
                    </a:ext>
                  </a:extLst>
                </p14:cNvPr>
                <p14:cNvContentPartPr/>
                <p14:nvPr/>
              </p14:nvContentPartPr>
              <p14:xfrm>
                <a:off x="9007742" y="5320003"/>
                <a:ext cx="41400" cy="867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C640F6C1-6525-A675-4E41-7EC9411050D3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8998742" y="5311003"/>
                  <a:ext cx="5904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B5435944-47BC-B0F2-0EA6-BCB77DAEB530}"/>
                    </a:ext>
                  </a:extLst>
                </p14:cNvPr>
                <p14:cNvContentPartPr/>
                <p14:nvPr/>
              </p14:nvContentPartPr>
              <p14:xfrm>
                <a:off x="9047702" y="5214883"/>
                <a:ext cx="151920" cy="24912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B5435944-47BC-B0F2-0EA6-BCB77DAEB530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9038702" y="5206243"/>
                  <a:ext cx="169560" cy="266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5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3E60570F-9C74-064A-E09F-F2D835B7BE06}"/>
                  </a:ext>
                </a:extLst>
              </p14:cNvPr>
              <p14:cNvContentPartPr/>
              <p14:nvPr/>
            </p14:nvContentPartPr>
            <p14:xfrm>
              <a:off x="9531902" y="4611523"/>
              <a:ext cx="375840" cy="129960"/>
            </p14:xfrm>
          </p:contentPart>
        </mc:Choice>
        <mc:Fallback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3E60570F-9C74-064A-E09F-F2D835B7BE06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9522902" y="4602523"/>
                <a:ext cx="393480" cy="147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4" name="Group 133">
            <a:extLst>
              <a:ext uri="{FF2B5EF4-FFF2-40B4-BE49-F238E27FC236}">
                <a16:creationId xmlns:a16="http://schemas.microsoft.com/office/drawing/2014/main" id="{43500F1F-7266-7EF0-DC4E-0A153F265C97}"/>
              </a:ext>
            </a:extLst>
          </p:cNvPr>
          <p:cNvGrpSpPr/>
          <p:nvPr/>
        </p:nvGrpSpPr>
        <p:grpSpPr>
          <a:xfrm>
            <a:off x="10169822" y="4492723"/>
            <a:ext cx="374040" cy="236160"/>
            <a:chOff x="10169822" y="4492723"/>
            <a:chExt cx="374040" cy="23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3E2141DD-B0FE-ADAE-BF2B-7B7172015B23}"/>
                    </a:ext>
                  </a:extLst>
                </p14:cNvPr>
                <p14:cNvContentPartPr/>
                <p14:nvPr/>
              </p14:nvContentPartPr>
              <p14:xfrm>
                <a:off x="10169822" y="4492723"/>
                <a:ext cx="153720" cy="2361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3E2141DD-B0FE-ADAE-BF2B-7B7172015B23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10161182" y="4484083"/>
                  <a:ext cx="17136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FA3DE906-99C3-E471-E59D-DEB9C3A31F30}"/>
                    </a:ext>
                  </a:extLst>
                </p14:cNvPr>
                <p14:cNvContentPartPr/>
                <p14:nvPr/>
              </p14:nvContentPartPr>
              <p14:xfrm>
                <a:off x="10381502" y="4627363"/>
                <a:ext cx="162360" cy="7740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FA3DE906-99C3-E471-E59D-DEB9C3A31F30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10372862" y="4618723"/>
                  <a:ext cx="180000" cy="9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8D71E3F8-AD9D-CF4F-CB54-8D7E0B39CAB2}"/>
              </a:ext>
            </a:extLst>
          </p:cNvPr>
          <p:cNvGrpSpPr/>
          <p:nvPr/>
        </p:nvGrpSpPr>
        <p:grpSpPr>
          <a:xfrm>
            <a:off x="10743302" y="4467883"/>
            <a:ext cx="1351080" cy="360000"/>
            <a:chOff x="10743302" y="4467883"/>
            <a:chExt cx="1351080" cy="360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0C67AA9B-9C49-DA1A-9FA2-FE8065ED3213}"/>
                    </a:ext>
                  </a:extLst>
                </p14:cNvPr>
                <p14:cNvContentPartPr/>
                <p14:nvPr/>
              </p14:nvContentPartPr>
              <p14:xfrm>
                <a:off x="10743302" y="4629163"/>
                <a:ext cx="147960" cy="9576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0C67AA9B-9C49-DA1A-9FA2-FE8065ED3213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0734302" y="4620523"/>
                  <a:ext cx="16560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843BBD66-9BFF-CEB8-C73E-1F4E5E44B4C6}"/>
                    </a:ext>
                  </a:extLst>
                </p14:cNvPr>
                <p14:cNvContentPartPr/>
                <p14:nvPr/>
              </p14:nvContentPartPr>
              <p14:xfrm>
                <a:off x="10898102" y="4646083"/>
                <a:ext cx="95760" cy="6696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843BBD66-9BFF-CEB8-C73E-1F4E5E44B4C6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0889102" y="4637443"/>
                  <a:ext cx="11340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A77428E6-547E-5AF0-C5D4-B231AC650FE5}"/>
                    </a:ext>
                  </a:extLst>
                </p14:cNvPr>
                <p14:cNvContentPartPr/>
                <p14:nvPr/>
              </p14:nvContentPartPr>
              <p14:xfrm>
                <a:off x="11042822" y="4657603"/>
                <a:ext cx="247680" cy="5400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A77428E6-547E-5AF0-C5D4-B231AC650FE5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1034182" y="4648963"/>
                  <a:ext cx="26532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F0DB25DB-FB2E-F6A9-ACE9-EED09C128C17}"/>
                    </a:ext>
                  </a:extLst>
                </p14:cNvPr>
                <p14:cNvContentPartPr/>
                <p14:nvPr/>
              </p14:nvContentPartPr>
              <p14:xfrm>
                <a:off x="11332622" y="4639243"/>
                <a:ext cx="68760" cy="18864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F0DB25DB-FB2E-F6A9-ACE9-EED09C128C17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1323622" y="4630243"/>
                  <a:ext cx="8640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861A9425-ABBF-91D9-2438-596D34F59ECE}"/>
                    </a:ext>
                  </a:extLst>
                </p14:cNvPr>
                <p14:cNvContentPartPr/>
                <p14:nvPr/>
              </p14:nvContentPartPr>
              <p14:xfrm>
                <a:off x="11476982" y="4639603"/>
                <a:ext cx="72000" cy="7992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861A9425-ABBF-91D9-2438-596D34F59ECE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1467982" y="4630963"/>
                  <a:ext cx="8964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CF9516F6-9D3E-9065-3FEA-4E2113F0B29D}"/>
                    </a:ext>
                  </a:extLst>
                </p14:cNvPr>
                <p14:cNvContentPartPr/>
                <p14:nvPr/>
              </p14:nvContentPartPr>
              <p14:xfrm>
                <a:off x="11599742" y="4667323"/>
                <a:ext cx="168120" cy="5688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CF9516F6-9D3E-9065-3FEA-4E2113F0B29D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1591102" y="4658683"/>
                  <a:ext cx="18576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2EE23779-2F1A-F0FB-08DD-E27716C6890F}"/>
                    </a:ext>
                  </a:extLst>
                </p14:cNvPr>
                <p14:cNvContentPartPr/>
                <p14:nvPr/>
              </p14:nvContentPartPr>
              <p14:xfrm>
                <a:off x="11765702" y="4618003"/>
                <a:ext cx="219960" cy="9324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2EE23779-2F1A-F0FB-08DD-E27716C6890F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11756702" y="4609003"/>
                  <a:ext cx="23760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7A7BA664-2606-AE8C-1008-99FAB820C4E2}"/>
                    </a:ext>
                  </a:extLst>
                </p14:cNvPr>
                <p14:cNvContentPartPr/>
                <p14:nvPr/>
              </p14:nvContentPartPr>
              <p14:xfrm>
                <a:off x="12038582" y="4467883"/>
                <a:ext cx="35640" cy="22428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7A7BA664-2606-AE8C-1008-99FAB820C4E2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2029942" y="4459243"/>
                  <a:ext cx="5328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1A156F8B-806A-E01D-1AD6-2CB6234EAE9C}"/>
                    </a:ext>
                  </a:extLst>
                </p14:cNvPr>
                <p14:cNvContentPartPr/>
                <p14:nvPr/>
              </p14:nvContentPartPr>
              <p14:xfrm>
                <a:off x="11910422" y="4582723"/>
                <a:ext cx="183960" cy="1800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1A156F8B-806A-E01D-1AD6-2CB6234EAE9C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1901422" y="4573723"/>
                  <a:ext cx="201600" cy="3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DB8F5AC5-3C4A-815F-C8BA-CE1B3FB5373E}"/>
              </a:ext>
            </a:extLst>
          </p:cNvPr>
          <p:cNvGrpSpPr/>
          <p:nvPr/>
        </p:nvGrpSpPr>
        <p:grpSpPr>
          <a:xfrm>
            <a:off x="9575822" y="5266363"/>
            <a:ext cx="313920" cy="106200"/>
            <a:chOff x="9575822" y="5266363"/>
            <a:chExt cx="313920" cy="106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A196CF10-572F-F0BD-9247-994DB2CF1A40}"/>
                    </a:ext>
                  </a:extLst>
                </p14:cNvPr>
                <p14:cNvContentPartPr/>
                <p14:nvPr/>
              </p14:nvContentPartPr>
              <p14:xfrm>
                <a:off x="9665102" y="5334403"/>
                <a:ext cx="224640" cy="972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A196CF10-572F-F0BD-9247-994DB2CF1A40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9656462" y="5325763"/>
                  <a:ext cx="24228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656B0A17-E291-3209-618A-73CEEA6C7DE1}"/>
                    </a:ext>
                  </a:extLst>
                </p14:cNvPr>
                <p14:cNvContentPartPr/>
                <p14:nvPr/>
              </p14:nvContentPartPr>
              <p14:xfrm>
                <a:off x="9575822" y="5266363"/>
                <a:ext cx="129240" cy="10620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656B0A17-E291-3209-618A-73CEEA6C7DE1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9566822" y="5257723"/>
                  <a:ext cx="146880" cy="12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4899C0AC-235A-987F-08A8-48F6C29DE96C}"/>
              </a:ext>
            </a:extLst>
          </p:cNvPr>
          <p:cNvGrpSpPr/>
          <p:nvPr/>
        </p:nvGrpSpPr>
        <p:grpSpPr>
          <a:xfrm>
            <a:off x="10054982" y="5129923"/>
            <a:ext cx="1088640" cy="366840"/>
            <a:chOff x="10054982" y="5129923"/>
            <a:chExt cx="1088640" cy="366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5040EE8E-4714-58B3-CF19-24155F1BF2E8}"/>
                    </a:ext>
                  </a:extLst>
                </p14:cNvPr>
                <p14:cNvContentPartPr/>
                <p14:nvPr/>
              </p14:nvContentPartPr>
              <p14:xfrm>
                <a:off x="10054982" y="5181403"/>
                <a:ext cx="277920" cy="20808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5040EE8E-4714-58B3-CF19-24155F1BF2E8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0045982" y="5172763"/>
                  <a:ext cx="29556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B7651494-45D5-6D91-D7FD-18D756C887BE}"/>
                    </a:ext>
                  </a:extLst>
                </p14:cNvPr>
                <p14:cNvContentPartPr/>
                <p14:nvPr/>
              </p14:nvContentPartPr>
              <p14:xfrm>
                <a:off x="10282502" y="5243683"/>
                <a:ext cx="5760" cy="2232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B7651494-45D5-6D91-D7FD-18D756C887BE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0273862" y="5235043"/>
                  <a:ext cx="2340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DEF84E89-EE66-56B0-53B6-831E2643B11E}"/>
                    </a:ext>
                  </a:extLst>
                </p14:cNvPr>
                <p14:cNvContentPartPr/>
                <p14:nvPr/>
              </p14:nvContentPartPr>
              <p14:xfrm>
                <a:off x="10441982" y="5339083"/>
                <a:ext cx="96120" cy="15768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DEF84E89-EE66-56B0-53B6-831E2643B11E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0433342" y="5330083"/>
                  <a:ext cx="11376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BAE6ED41-F1A8-6370-DD1A-ECA4D5201CE1}"/>
                    </a:ext>
                  </a:extLst>
                </p14:cNvPr>
                <p14:cNvContentPartPr/>
                <p14:nvPr/>
              </p14:nvContentPartPr>
              <p14:xfrm>
                <a:off x="10553582" y="5129923"/>
                <a:ext cx="258480" cy="24084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BAE6ED41-F1A8-6370-DD1A-ECA4D5201CE1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0544582" y="5121283"/>
                  <a:ext cx="27612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0D0FBDDF-934E-8831-9D15-4245A565A70A}"/>
                    </a:ext>
                  </a:extLst>
                </p14:cNvPr>
                <p14:cNvContentPartPr/>
                <p14:nvPr/>
              </p14:nvContentPartPr>
              <p14:xfrm>
                <a:off x="10768502" y="5255923"/>
                <a:ext cx="157680" cy="12960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0D0FBDDF-934E-8831-9D15-4245A565A70A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0759502" y="5247283"/>
                  <a:ext cx="17532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21A1FA80-7AB8-288A-63D3-2320E87E9B11}"/>
                    </a:ext>
                  </a:extLst>
                </p14:cNvPr>
                <p14:cNvContentPartPr/>
                <p14:nvPr/>
              </p14:nvContentPartPr>
              <p14:xfrm>
                <a:off x="11063342" y="5187163"/>
                <a:ext cx="69120" cy="17748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21A1FA80-7AB8-288A-63D3-2320E87E9B11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1054702" y="5178523"/>
                  <a:ext cx="8676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7BD5DEA9-27C8-EAC9-D12D-0965C7547D4B}"/>
                    </a:ext>
                  </a:extLst>
                </p14:cNvPr>
                <p14:cNvContentPartPr/>
                <p14:nvPr/>
              </p14:nvContentPartPr>
              <p14:xfrm>
                <a:off x="11009342" y="5295163"/>
                <a:ext cx="134280" cy="1692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7BD5DEA9-27C8-EAC9-D12D-0965C7547D4B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1000342" y="5286523"/>
                  <a:ext cx="151920" cy="3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0A5617D4-355E-1774-0B31-7FA22E6F7CE7}"/>
              </a:ext>
            </a:extLst>
          </p:cNvPr>
          <p:cNvGrpSpPr/>
          <p:nvPr/>
        </p:nvGrpSpPr>
        <p:grpSpPr>
          <a:xfrm>
            <a:off x="10204022" y="5635723"/>
            <a:ext cx="555840" cy="256320"/>
            <a:chOff x="10204022" y="5635723"/>
            <a:chExt cx="555840" cy="25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318FA228-1511-0C19-AD88-443F2828F968}"/>
                    </a:ext>
                  </a:extLst>
                </p14:cNvPr>
                <p14:cNvContentPartPr/>
                <p14:nvPr/>
              </p14:nvContentPartPr>
              <p14:xfrm>
                <a:off x="10204022" y="5635723"/>
                <a:ext cx="124200" cy="21924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318FA228-1511-0C19-AD88-443F2828F968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0195382" y="5626723"/>
                  <a:ext cx="14184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A1B2CA66-D48E-FF1F-9022-8C4D541E13BB}"/>
                    </a:ext>
                  </a:extLst>
                </p14:cNvPr>
                <p14:cNvContentPartPr/>
                <p14:nvPr/>
              </p14:nvContentPartPr>
              <p14:xfrm>
                <a:off x="10215902" y="5785483"/>
                <a:ext cx="96120" cy="1548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A1B2CA66-D48E-FF1F-9022-8C4D541E13BB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0207262" y="5776843"/>
                  <a:ext cx="1137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62E19CD1-B1F4-4301-17DA-FE90E6A4F03D}"/>
                    </a:ext>
                  </a:extLst>
                </p14:cNvPr>
                <p14:cNvContentPartPr/>
                <p14:nvPr/>
              </p14:nvContentPartPr>
              <p14:xfrm>
                <a:off x="10354502" y="5725723"/>
                <a:ext cx="247680" cy="9792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62E19CD1-B1F4-4301-17DA-FE90E6A4F03D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0345502" y="5717083"/>
                  <a:ext cx="2653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3BFABD85-E791-D281-15D5-A8FD750B5736}"/>
                    </a:ext>
                  </a:extLst>
                </p14:cNvPr>
                <p14:cNvContentPartPr/>
                <p14:nvPr/>
              </p14:nvContentPartPr>
              <p14:xfrm>
                <a:off x="10656902" y="5717083"/>
                <a:ext cx="102960" cy="17496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3BFABD85-E791-D281-15D5-A8FD750B5736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0648262" y="5708083"/>
                  <a:ext cx="120600" cy="19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998880C9-EBDF-3D82-8F2E-543283F13B6B}"/>
              </a:ext>
            </a:extLst>
          </p:cNvPr>
          <p:cNvGrpSpPr/>
          <p:nvPr/>
        </p:nvGrpSpPr>
        <p:grpSpPr>
          <a:xfrm>
            <a:off x="11000342" y="5701243"/>
            <a:ext cx="694080" cy="186120"/>
            <a:chOff x="11000342" y="5701243"/>
            <a:chExt cx="694080" cy="186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443145D7-3CC4-430A-1B09-505957EC6AB5}"/>
                    </a:ext>
                  </a:extLst>
                </p14:cNvPr>
                <p14:cNvContentPartPr/>
                <p14:nvPr/>
              </p14:nvContentPartPr>
              <p14:xfrm>
                <a:off x="11000342" y="5744803"/>
                <a:ext cx="100080" cy="5400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443145D7-3CC4-430A-1B09-505957EC6AB5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0991342" y="5735803"/>
                  <a:ext cx="11772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E9631F27-76AE-F9B8-42E5-76AB16BEDC5B}"/>
                    </a:ext>
                  </a:extLst>
                </p14:cNvPr>
                <p14:cNvContentPartPr/>
                <p14:nvPr/>
              </p14:nvContentPartPr>
              <p14:xfrm>
                <a:off x="11125262" y="5729323"/>
                <a:ext cx="86400" cy="6192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E9631F27-76AE-F9B8-42E5-76AB16BEDC5B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11116262" y="5720323"/>
                  <a:ext cx="10404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FA381B79-D3BE-FCE9-DA53-4198D431D764}"/>
                    </a:ext>
                  </a:extLst>
                </p14:cNvPr>
                <p14:cNvContentPartPr/>
                <p14:nvPr/>
              </p14:nvContentPartPr>
              <p14:xfrm>
                <a:off x="11277542" y="5739763"/>
                <a:ext cx="191520" cy="5184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FA381B79-D3BE-FCE9-DA53-4198D431D764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11268542" y="5731123"/>
                  <a:ext cx="20916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CEF278CE-1890-9DDD-3CBA-74E69522C01B}"/>
                    </a:ext>
                  </a:extLst>
                </p14:cNvPr>
                <p14:cNvContentPartPr/>
                <p14:nvPr/>
              </p14:nvContentPartPr>
              <p14:xfrm>
                <a:off x="11606942" y="5701243"/>
                <a:ext cx="87480" cy="18612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CEF278CE-1890-9DDD-3CBA-74E69522C01B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11598302" y="5692243"/>
                  <a:ext cx="10512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815538D1-5C2C-F6ED-EBB6-ACAD0D3F70EA}"/>
                    </a:ext>
                  </a:extLst>
                </p14:cNvPr>
                <p14:cNvContentPartPr/>
                <p14:nvPr/>
              </p14:nvContentPartPr>
              <p14:xfrm>
                <a:off x="11484902" y="5745883"/>
                <a:ext cx="60120" cy="5940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815538D1-5C2C-F6ED-EBB6-ACAD0D3F70EA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11476262" y="5737243"/>
                  <a:ext cx="7776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6213ACF0-F6E4-FD3B-DA38-857789ABFF19}"/>
                    </a:ext>
                  </a:extLst>
                </p14:cNvPr>
                <p14:cNvContentPartPr/>
                <p14:nvPr/>
              </p14:nvContentPartPr>
              <p14:xfrm>
                <a:off x="11464742" y="5747323"/>
                <a:ext cx="40680" cy="2772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6213ACF0-F6E4-FD3B-DA38-857789ABFF19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11456102" y="5738683"/>
                  <a:ext cx="58320" cy="4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BD9E1BFF-7D8C-701B-1A5E-2F1726352C4B}"/>
              </a:ext>
            </a:extLst>
          </p:cNvPr>
          <p:cNvGrpSpPr/>
          <p:nvPr/>
        </p:nvGrpSpPr>
        <p:grpSpPr>
          <a:xfrm>
            <a:off x="224822" y="4546003"/>
            <a:ext cx="498960" cy="124920"/>
            <a:chOff x="224822" y="4546003"/>
            <a:chExt cx="498960" cy="12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BBE137C6-1570-0372-C621-771B8D57EC1B}"/>
                    </a:ext>
                  </a:extLst>
                </p14:cNvPr>
                <p14:cNvContentPartPr/>
                <p14:nvPr/>
              </p14:nvContentPartPr>
              <p14:xfrm>
                <a:off x="224822" y="4602163"/>
                <a:ext cx="390240" cy="1260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BBE137C6-1570-0372-C621-771B8D57EC1B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216182" y="4593163"/>
                  <a:ext cx="4078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0D6F96A4-29EB-47CF-C485-CBE1C156C762}"/>
                    </a:ext>
                  </a:extLst>
                </p14:cNvPr>
                <p14:cNvContentPartPr/>
                <p14:nvPr/>
              </p14:nvContentPartPr>
              <p14:xfrm>
                <a:off x="458822" y="4546003"/>
                <a:ext cx="264960" cy="12492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0D6F96A4-29EB-47CF-C485-CBE1C156C762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450182" y="4537363"/>
                  <a:ext cx="282600" cy="14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E4A2CFB2-7259-1E99-58A8-A3A04A29AFB5}"/>
              </a:ext>
            </a:extLst>
          </p:cNvPr>
          <p:cNvGrpSpPr/>
          <p:nvPr/>
        </p:nvGrpSpPr>
        <p:grpSpPr>
          <a:xfrm>
            <a:off x="10769929" y="6110915"/>
            <a:ext cx="1106640" cy="381960"/>
            <a:chOff x="10769929" y="6110915"/>
            <a:chExt cx="1106640" cy="38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79B0768F-9396-6E6B-6B46-A6264DCE32D4}"/>
                    </a:ext>
                  </a:extLst>
                </p14:cNvPr>
                <p14:cNvContentPartPr/>
                <p14:nvPr/>
              </p14:nvContentPartPr>
              <p14:xfrm>
                <a:off x="10769929" y="6267155"/>
                <a:ext cx="172440" cy="22572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79B0768F-9396-6E6B-6B46-A6264DCE32D4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10761289" y="6258155"/>
                  <a:ext cx="19008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6A88B21B-E980-9E17-3B28-A0653AD72FD6}"/>
                    </a:ext>
                  </a:extLst>
                </p14:cNvPr>
                <p14:cNvContentPartPr/>
                <p14:nvPr/>
              </p14:nvContentPartPr>
              <p14:xfrm>
                <a:off x="10983409" y="6250235"/>
                <a:ext cx="272880" cy="12600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6A88B21B-E980-9E17-3B28-A0653AD72FD6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10974769" y="6241595"/>
                  <a:ext cx="29052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D49089F3-F5D0-D25E-F548-F5B097E473B0}"/>
                    </a:ext>
                  </a:extLst>
                </p14:cNvPr>
                <p14:cNvContentPartPr/>
                <p14:nvPr/>
              </p14:nvContentPartPr>
              <p14:xfrm>
                <a:off x="11137129" y="6311795"/>
                <a:ext cx="35640" cy="6408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D49089F3-F5D0-D25E-F548-F5B097E473B0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11128129" y="6302795"/>
                  <a:ext cx="5328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9BDFE098-38C3-02EE-6DD2-01A27EC9FF1C}"/>
                    </a:ext>
                  </a:extLst>
                </p14:cNvPr>
                <p14:cNvContentPartPr/>
                <p14:nvPr/>
              </p14:nvContentPartPr>
              <p14:xfrm>
                <a:off x="11301289" y="6259595"/>
                <a:ext cx="218520" cy="10548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9BDFE098-38C3-02EE-6DD2-01A27EC9FF1C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11292289" y="6250595"/>
                  <a:ext cx="23616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199E4E5E-07BF-6636-9117-1E39C7C69D9A}"/>
                    </a:ext>
                  </a:extLst>
                </p14:cNvPr>
                <p14:cNvContentPartPr/>
                <p14:nvPr/>
              </p14:nvContentPartPr>
              <p14:xfrm>
                <a:off x="11610169" y="6284435"/>
                <a:ext cx="102960" cy="9144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199E4E5E-07BF-6636-9117-1E39C7C69D9A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11601529" y="6275795"/>
                  <a:ext cx="12060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93D915FE-6CD6-C5DD-FA8E-4E9E8973FA81}"/>
                    </a:ext>
                  </a:extLst>
                </p14:cNvPr>
                <p14:cNvContentPartPr/>
                <p14:nvPr/>
              </p14:nvContentPartPr>
              <p14:xfrm>
                <a:off x="11751289" y="6110915"/>
                <a:ext cx="125280" cy="26892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93D915FE-6CD6-C5DD-FA8E-4E9E8973FA81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11742649" y="6102275"/>
                  <a:ext cx="14292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4D2323E1-8E10-98B7-9563-EBBCA36AEC1B}"/>
                    </a:ext>
                  </a:extLst>
                </p14:cNvPr>
                <p14:cNvContentPartPr/>
                <p14:nvPr/>
              </p14:nvContentPartPr>
              <p14:xfrm>
                <a:off x="11717089" y="6354275"/>
                <a:ext cx="17280" cy="3852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4D2323E1-8E10-98B7-9563-EBBCA36AEC1B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11708449" y="6345635"/>
                  <a:ext cx="34920" cy="5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CF05BAAC-531F-E103-3341-D041116A010A}"/>
              </a:ext>
            </a:extLst>
          </p:cNvPr>
          <p:cNvGrpSpPr/>
          <p:nvPr/>
        </p:nvGrpSpPr>
        <p:grpSpPr>
          <a:xfrm>
            <a:off x="9459902" y="6079963"/>
            <a:ext cx="1135067" cy="424792"/>
            <a:chOff x="9459902" y="6079963"/>
            <a:chExt cx="1135067" cy="424792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6FF8B97D-A0C2-8996-C331-350CFBCAC3AA}"/>
                    </a:ext>
                  </a:extLst>
                </p14:cNvPr>
                <p14:cNvContentPartPr/>
                <p14:nvPr/>
              </p14:nvContentPartPr>
              <p14:xfrm>
                <a:off x="9599929" y="6142955"/>
                <a:ext cx="143640" cy="21060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6FF8B97D-A0C2-8996-C331-350CFBCAC3AA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9591289" y="6134315"/>
                  <a:ext cx="16128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E7EFC21C-2A02-E1C5-78EF-E1C65A38A79D}"/>
                    </a:ext>
                  </a:extLst>
                </p14:cNvPr>
                <p14:cNvContentPartPr/>
                <p14:nvPr/>
              </p14:nvContentPartPr>
              <p14:xfrm>
                <a:off x="9614689" y="6148715"/>
                <a:ext cx="112320" cy="24804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E7EFC21C-2A02-E1C5-78EF-E1C65A38A79D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9606049" y="6139715"/>
                  <a:ext cx="12996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AB524CF6-E544-4C84-E554-BEB31EE8A9E0}"/>
                    </a:ext>
                  </a:extLst>
                </p14:cNvPr>
                <p14:cNvContentPartPr/>
                <p14:nvPr/>
              </p14:nvContentPartPr>
              <p14:xfrm>
                <a:off x="9820969" y="6284795"/>
                <a:ext cx="123840" cy="10260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AB524CF6-E544-4C84-E554-BEB31EE8A9E0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9811969" y="6276155"/>
                  <a:ext cx="14148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991C3314-76D7-7856-F582-E210B060FBEB}"/>
                    </a:ext>
                  </a:extLst>
                </p14:cNvPr>
                <p14:cNvContentPartPr/>
                <p14:nvPr/>
              </p14:nvContentPartPr>
              <p14:xfrm>
                <a:off x="9960289" y="6284075"/>
                <a:ext cx="90360" cy="15660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991C3314-76D7-7856-F582-E210B060FBEB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9951649" y="6275075"/>
                  <a:ext cx="10800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BBC201DB-196E-0D1F-8716-8D170BD9C4B1}"/>
                    </a:ext>
                  </a:extLst>
                </p14:cNvPr>
                <p14:cNvContentPartPr/>
                <p14:nvPr/>
              </p14:nvContentPartPr>
              <p14:xfrm>
                <a:off x="10030489" y="6410795"/>
                <a:ext cx="123120" cy="9396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BBC201DB-196E-0D1F-8716-8D170BD9C4B1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10021489" y="6401795"/>
                  <a:ext cx="14076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4F40A357-8F6F-C3F4-6A3D-142BAD8726E7}"/>
                    </a:ext>
                  </a:extLst>
                </p14:cNvPr>
                <p14:cNvContentPartPr/>
                <p14:nvPr/>
              </p14:nvContentPartPr>
              <p14:xfrm>
                <a:off x="10309129" y="6177155"/>
                <a:ext cx="6480" cy="1728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4F40A357-8F6F-C3F4-6A3D-142BAD8726E7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10300489" y="6168155"/>
                  <a:ext cx="2412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AFD01C2C-48AD-6114-6573-EF54A18122DD}"/>
                    </a:ext>
                  </a:extLst>
                </p14:cNvPr>
                <p14:cNvContentPartPr/>
                <p14:nvPr/>
              </p14:nvContentPartPr>
              <p14:xfrm>
                <a:off x="10319929" y="6291995"/>
                <a:ext cx="24840" cy="7848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AFD01C2C-48AD-6114-6573-EF54A18122DD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10310929" y="6283355"/>
                  <a:ext cx="4248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142ADBD4-649E-3A42-D386-1C55D85CDE68}"/>
                    </a:ext>
                  </a:extLst>
                </p14:cNvPr>
                <p14:cNvContentPartPr/>
                <p14:nvPr/>
              </p14:nvContentPartPr>
              <p14:xfrm>
                <a:off x="10403809" y="6299195"/>
                <a:ext cx="191160" cy="6516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142ADBD4-649E-3A42-D386-1C55D85CDE68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10395169" y="6290195"/>
                  <a:ext cx="20880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1D30C389-E5A0-F8E1-9F29-FBB2B1C4F410}"/>
                    </a:ext>
                  </a:extLst>
                </p14:cNvPr>
                <p14:cNvContentPartPr/>
                <p14:nvPr/>
              </p14:nvContentPartPr>
              <p14:xfrm>
                <a:off x="9682009" y="6231875"/>
                <a:ext cx="82800" cy="15480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1D30C389-E5A0-F8E1-9F29-FBB2B1C4F410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9673009" y="6222875"/>
                  <a:ext cx="10044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DC9C7EBB-4280-C216-28B7-3C536049ED82}"/>
                    </a:ext>
                  </a:extLst>
                </p14:cNvPr>
                <p14:cNvContentPartPr/>
                <p14:nvPr/>
              </p14:nvContentPartPr>
              <p14:xfrm>
                <a:off x="9702889" y="6321875"/>
                <a:ext cx="72720" cy="7740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DC9C7EBB-4280-C216-28B7-3C536049ED82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9693889" y="6313235"/>
                  <a:ext cx="9036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BFDA7120-E30C-725A-A5AE-7DCFA2E49DFE}"/>
                    </a:ext>
                  </a:extLst>
                </p14:cNvPr>
                <p14:cNvContentPartPr/>
                <p14:nvPr/>
              </p14:nvContentPartPr>
              <p14:xfrm>
                <a:off x="9459902" y="6079963"/>
                <a:ext cx="81000" cy="36504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BFDA7120-E30C-725A-A5AE-7DCFA2E49DFE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9451262" y="6070963"/>
                  <a:ext cx="98640" cy="382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7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9BA5B0B0-D91D-5F27-7633-DDAC2923AE97}"/>
                  </a:ext>
                </a:extLst>
              </p14:cNvPr>
              <p14:cNvContentPartPr/>
              <p14:nvPr/>
            </p14:nvContentPartPr>
            <p14:xfrm>
              <a:off x="11919782" y="6104083"/>
              <a:ext cx="127800" cy="385920"/>
            </p14:xfrm>
          </p:contentPart>
        </mc:Choice>
        <mc:Fallback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9BA5B0B0-D91D-5F27-7633-DDAC2923AE97}"/>
                  </a:ext>
                </a:extLst>
              </p:cNvPr>
              <p:cNvPicPr/>
              <p:nvPr/>
            </p:nvPicPr>
            <p:blipFill>
              <a:blip r:embed="rId278"/>
              <a:stretch>
                <a:fillRect/>
              </a:stretch>
            </p:blipFill>
            <p:spPr>
              <a:xfrm>
                <a:off x="11910782" y="6095083"/>
                <a:ext cx="145440" cy="403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91" name="Group 190">
            <a:extLst>
              <a:ext uri="{FF2B5EF4-FFF2-40B4-BE49-F238E27FC236}">
                <a16:creationId xmlns:a16="http://schemas.microsoft.com/office/drawing/2014/main" id="{ED8DFDA7-40B6-BC62-8FFF-7EB8A4CC58FC}"/>
              </a:ext>
            </a:extLst>
          </p:cNvPr>
          <p:cNvGrpSpPr/>
          <p:nvPr/>
        </p:nvGrpSpPr>
        <p:grpSpPr>
          <a:xfrm>
            <a:off x="6331502" y="2762203"/>
            <a:ext cx="367200" cy="184680"/>
            <a:chOff x="6331502" y="2762203"/>
            <a:chExt cx="367200" cy="184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DBD53EDA-05C8-2423-D0EE-9668BB028183}"/>
                    </a:ext>
                  </a:extLst>
                </p14:cNvPr>
                <p14:cNvContentPartPr/>
                <p14:nvPr/>
              </p14:nvContentPartPr>
              <p14:xfrm>
                <a:off x="6331502" y="2871283"/>
                <a:ext cx="101520" cy="684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DBD53EDA-05C8-2423-D0EE-9668BB028183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6322502" y="2862283"/>
                  <a:ext cx="1191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4743E929-DEFB-8ACE-27B2-5220B02F6A6C}"/>
                    </a:ext>
                  </a:extLst>
                </p14:cNvPr>
                <p14:cNvContentPartPr/>
                <p14:nvPr/>
              </p14:nvContentPartPr>
              <p14:xfrm>
                <a:off x="6332582" y="2814043"/>
                <a:ext cx="92520" cy="612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4743E929-DEFB-8ACE-27B2-5220B02F6A6C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6323582" y="2805043"/>
                  <a:ext cx="11016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5D6D15D3-DE7E-48EE-C54B-3241D584958E}"/>
                    </a:ext>
                  </a:extLst>
                </p14:cNvPr>
                <p14:cNvContentPartPr/>
                <p14:nvPr/>
              </p14:nvContentPartPr>
              <p14:xfrm>
                <a:off x="6569462" y="2762203"/>
                <a:ext cx="129240" cy="18468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5D6D15D3-DE7E-48EE-C54B-3241D584958E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6560462" y="2753563"/>
                  <a:ext cx="146880" cy="20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B4FB2E56-0332-4C63-F648-EDC877607928}"/>
              </a:ext>
            </a:extLst>
          </p:cNvPr>
          <p:cNvGrpSpPr/>
          <p:nvPr/>
        </p:nvGrpSpPr>
        <p:grpSpPr>
          <a:xfrm>
            <a:off x="10477262" y="2837803"/>
            <a:ext cx="112680" cy="140040"/>
            <a:chOff x="10477262" y="2837803"/>
            <a:chExt cx="112680" cy="14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72565EDF-252D-7C47-B43C-2D4FEBD4F128}"/>
                    </a:ext>
                  </a:extLst>
                </p14:cNvPr>
                <p14:cNvContentPartPr/>
                <p14:nvPr/>
              </p14:nvContentPartPr>
              <p14:xfrm>
                <a:off x="10477262" y="2837803"/>
                <a:ext cx="112680" cy="14004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72565EDF-252D-7C47-B43C-2D4FEBD4F128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10468262" y="2828803"/>
                  <a:ext cx="13032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5DB96945-4F32-CB8B-FB47-7D34E92512B0}"/>
                    </a:ext>
                  </a:extLst>
                </p14:cNvPr>
                <p14:cNvContentPartPr/>
                <p14:nvPr/>
              </p14:nvContentPartPr>
              <p14:xfrm>
                <a:off x="10516862" y="2899003"/>
                <a:ext cx="61920" cy="1152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5DB96945-4F32-CB8B-FB47-7D34E92512B0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10507862" y="2890003"/>
                  <a:ext cx="795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DFD21453-FDDB-D421-285A-1F70BAC89865}"/>
                    </a:ext>
                  </a:extLst>
                </p14:cNvPr>
                <p14:cNvContentPartPr/>
                <p14:nvPr/>
              </p14:nvContentPartPr>
              <p14:xfrm>
                <a:off x="10483382" y="2912323"/>
                <a:ext cx="56880" cy="648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DFD21453-FDDB-D421-285A-1F70BAC89865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10474382" y="2903323"/>
                  <a:ext cx="74520" cy="24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666392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1C16B-209C-3AEC-25C1-606E5A172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E5ACE-05F7-3E3A-BD78-065D9B4D4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4981"/>
          </a:xfrm>
        </p:spPr>
        <p:txBody>
          <a:bodyPr/>
          <a:lstStyle/>
          <a:p>
            <a:r>
              <a:rPr lang="en-US" dirty="0"/>
              <a:t>DFT Computation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A97BAA3-69B2-889A-9C5E-84BB9EE55FA7}"/>
              </a:ext>
            </a:extLst>
          </p:cNvPr>
          <p:cNvGrpSpPr/>
          <p:nvPr/>
        </p:nvGrpSpPr>
        <p:grpSpPr>
          <a:xfrm>
            <a:off x="6399902" y="488443"/>
            <a:ext cx="855000" cy="279720"/>
            <a:chOff x="6399902" y="488443"/>
            <a:chExt cx="855000" cy="279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C4AE1FB-316C-D7B4-A3A8-24758D5356D3}"/>
                    </a:ext>
                  </a:extLst>
                </p14:cNvPr>
                <p14:cNvContentPartPr/>
                <p14:nvPr/>
              </p14:nvContentPartPr>
              <p14:xfrm>
                <a:off x="6399902" y="531283"/>
                <a:ext cx="288000" cy="2368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C4AE1FB-316C-D7B4-A3A8-24758D5356D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391262" y="522643"/>
                  <a:ext cx="30564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3FD0A77-BC8E-480C-86D0-41865E852C9D}"/>
                    </a:ext>
                  </a:extLst>
                </p14:cNvPr>
                <p14:cNvContentPartPr/>
                <p14:nvPr/>
              </p14:nvContentPartPr>
              <p14:xfrm>
                <a:off x="6760262" y="652963"/>
                <a:ext cx="171720" cy="201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3FD0A77-BC8E-480C-86D0-41865E852C9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751622" y="644323"/>
                  <a:ext cx="18936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8F1BCB1-DDD0-BB64-5E69-F23F9FEE1EBF}"/>
                    </a:ext>
                  </a:extLst>
                </p14:cNvPr>
                <p14:cNvContentPartPr/>
                <p14:nvPr/>
              </p14:nvContentPartPr>
              <p14:xfrm>
                <a:off x="6756662" y="595003"/>
                <a:ext cx="198000" cy="187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8F1BCB1-DDD0-BB64-5E69-F23F9FEE1EB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748022" y="586003"/>
                  <a:ext cx="21564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FBB54EE-DAFF-25CE-2173-98BBAEEA270B}"/>
                    </a:ext>
                  </a:extLst>
                </p14:cNvPr>
                <p14:cNvContentPartPr/>
                <p14:nvPr/>
              </p14:nvContentPartPr>
              <p14:xfrm>
                <a:off x="7053662" y="488443"/>
                <a:ext cx="201240" cy="1479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FBB54EE-DAFF-25CE-2173-98BBAEEA270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045022" y="479443"/>
                  <a:ext cx="21888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9E0C9D6-65D9-CF81-42CB-6CA18D9D88BE}"/>
                    </a:ext>
                  </a:extLst>
                </p14:cNvPr>
                <p14:cNvContentPartPr/>
                <p14:nvPr/>
              </p14:nvContentPartPr>
              <p14:xfrm>
                <a:off x="7190462" y="553963"/>
                <a:ext cx="33840" cy="1731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9E0C9D6-65D9-CF81-42CB-6CA18D9D88B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181462" y="545323"/>
                  <a:ext cx="51480" cy="190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1FCF898-4568-69B4-1CA8-CACA3C255087}"/>
                  </a:ext>
                </a:extLst>
              </p14:cNvPr>
              <p14:cNvContentPartPr/>
              <p14:nvPr/>
            </p14:nvContentPartPr>
            <p14:xfrm>
              <a:off x="8569982" y="467563"/>
              <a:ext cx="272160" cy="3045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1FCF898-4568-69B4-1CA8-CACA3C25508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561342" y="458563"/>
                <a:ext cx="289800" cy="32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3BC6D349-A99A-D733-8ED8-FCC463FB1EDE}"/>
                  </a:ext>
                </a:extLst>
              </p14:cNvPr>
              <p14:cNvContentPartPr/>
              <p14:nvPr/>
            </p14:nvContentPartPr>
            <p14:xfrm>
              <a:off x="8954462" y="716683"/>
              <a:ext cx="172800" cy="1389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3BC6D349-A99A-D733-8ED8-FCC463FB1ED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945822" y="707683"/>
                <a:ext cx="190440" cy="15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80386BC-075F-B470-5E3B-986C51DC07AF}"/>
                  </a:ext>
                </a:extLst>
              </p14:cNvPr>
              <p14:cNvContentPartPr/>
              <p14:nvPr/>
            </p14:nvContentPartPr>
            <p14:xfrm>
              <a:off x="9288542" y="715963"/>
              <a:ext cx="103680" cy="219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80386BC-075F-B470-5E3B-986C51DC07A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279542" y="707323"/>
                <a:ext cx="12132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0F35B8F-0D46-B2C2-4500-84D1AADA5118}"/>
                  </a:ext>
                </a:extLst>
              </p14:cNvPr>
              <p14:cNvContentPartPr/>
              <p14:nvPr/>
            </p14:nvContentPartPr>
            <p14:xfrm>
              <a:off x="9276662" y="662683"/>
              <a:ext cx="114840" cy="864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0F35B8F-0D46-B2C2-4500-84D1AADA511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267662" y="654043"/>
                <a:ext cx="132480" cy="26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B1B07087-DC8B-85BA-92B8-E46EDF333928}"/>
              </a:ext>
            </a:extLst>
          </p:cNvPr>
          <p:cNvGrpSpPr/>
          <p:nvPr/>
        </p:nvGrpSpPr>
        <p:grpSpPr>
          <a:xfrm>
            <a:off x="9570782" y="241123"/>
            <a:ext cx="1284840" cy="504720"/>
            <a:chOff x="9570782" y="241123"/>
            <a:chExt cx="1284840" cy="50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F39B9E1-26C5-9AD7-71FC-48E5A43EC6A9}"/>
                    </a:ext>
                  </a:extLst>
                </p14:cNvPr>
                <p14:cNvContentPartPr/>
                <p14:nvPr/>
              </p14:nvContentPartPr>
              <p14:xfrm>
                <a:off x="9570782" y="615523"/>
                <a:ext cx="185760" cy="1303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F39B9E1-26C5-9AD7-71FC-48E5A43EC6A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561782" y="606883"/>
                  <a:ext cx="20340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6A9D915-3F7C-01CF-70CE-FD5E9FD60B56}"/>
                    </a:ext>
                  </a:extLst>
                </p14:cNvPr>
                <p14:cNvContentPartPr/>
                <p14:nvPr/>
              </p14:nvContentPartPr>
              <p14:xfrm>
                <a:off x="9705782" y="467923"/>
                <a:ext cx="154440" cy="93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6A9D915-3F7C-01CF-70CE-FD5E9FD60B5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696782" y="458923"/>
                  <a:ext cx="17208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F51DA87-381C-3D38-D566-5BDF6CC0E202}"/>
                    </a:ext>
                  </a:extLst>
                </p14:cNvPr>
                <p14:cNvContentPartPr/>
                <p14:nvPr/>
              </p14:nvContentPartPr>
              <p14:xfrm>
                <a:off x="9926462" y="408523"/>
                <a:ext cx="78840" cy="2005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F51DA87-381C-3D38-D566-5BDF6CC0E20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917822" y="399883"/>
                  <a:ext cx="9648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0AD5E6C-2CAC-FD42-F2B2-7458DBFAD9B5}"/>
                    </a:ext>
                  </a:extLst>
                </p14:cNvPr>
                <p14:cNvContentPartPr/>
                <p14:nvPr/>
              </p14:nvContentPartPr>
              <p14:xfrm>
                <a:off x="9902702" y="314203"/>
                <a:ext cx="2160" cy="140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0AD5E6C-2CAC-FD42-F2B2-7458DBFAD9B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893702" y="305563"/>
                  <a:ext cx="198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2146271-6F9C-03F2-E498-C7BB58CA34E8}"/>
                    </a:ext>
                  </a:extLst>
                </p14:cNvPr>
                <p14:cNvContentPartPr/>
                <p14:nvPr/>
              </p14:nvContentPartPr>
              <p14:xfrm>
                <a:off x="10051742" y="356323"/>
                <a:ext cx="146160" cy="982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2146271-6F9C-03F2-E498-C7BB58CA34E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043102" y="347323"/>
                  <a:ext cx="16380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1880155-3629-A906-A45C-691E4C564274}"/>
                    </a:ext>
                  </a:extLst>
                </p14:cNvPr>
                <p14:cNvContentPartPr/>
                <p14:nvPr/>
              </p14:nvContentPartPr>
              <p14:xfrm>
                <a:off x="10249382" y="375763"/>
                <a:ext cx="75600" cy="824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1880155-3629-A906-A45C-691E4C56427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240382" y="367123"/>
                  <a:ext cx="9324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85560E4-4685-573A-FC6F-15D0A840507F}"/>
                    </a:ext>
                  </a:extLst>
                </p14:cNvPr>
                <p14:cNvContentPartPr/>
                <p14:nvPr/>
              </p14:nvContentPartPr>
              <p14:xfrm>
                <a:off x="10326782" y="389083"/>
                <a:ext cx="50760" cy="676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85560E4-4685-573A-FC6F-15D0A840507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317782" y="380443"/>
                  <a:ext cx="6840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F37BE62-F9DA-EC53-F024-73383738AB09}"/>
                    </a:ext>
                  </a:extLst>
                </p14:cNvPr>
                <p14:cNvContentPartPr/>
                <p14:nvPr/>
              </p14:nvContentPartPr>
              <p14:xfrm>
                <a:off x="10220222" y="329323"/>
                <a:ext cx="165960" cy="338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F37BE62-F9DA-EC53-F024-73383738AB0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211582" y="320323"/>
                  <a:ext cx="18360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75F467E-7328-0581-6D99-C7C43122CB1D}"/>
                    </a:ext>
                  </a:extLst>
                </p14:cNvPr>
                <p14:cNvContentPartPr/>
                <p14:nvPr/>
              </p14:nvContentPartPr>
              <p14:xfrm>
                <a:off x="10477262" y="241123"/>
                <a:ext cx="122040" cy="3052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75F467E-7328-0581-6D99-C7C43122CB1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468622" y="232483"/>
                  <a:ext cx="13968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EDE5E93-189B-CE4F-188C-9E3D9B1E7E84}"/>
                    </a:ext>
                  </a:extLst>
                </p14:cNvPr>
                <p14:cNvContentPartPr/>
                <p14:nvPr/>
              </p14:nvContentPartPr>
              <p14:xfrm>
                <a:off x="10664462" y="339403"/>
                <a:ext cx="191160" cy="1771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EDE5E93-189B-CE4F-188C-9E3D9B1E7E8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655462" y="330763"/>
                  <a:ext cx="208800" cy="19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E6E1420-3D47-9C25-6075-C2A7323A09BB}"/>
              </a:ext>
            </a:extLst>
          </p:cNvPr>
          <p:cNvGrpSpPr/>
          <p:nvPr/>
        </p:nvGrpSpPr>
        <p:grpSpPr>
          <a:xfrm>
            <a:off x="1025822" y="1348123"/>
            <a:ext cx="519120" cy="387000"/>
            <a:chOff x="1025822" y="1348123"/>
            <a:chExt cx="519120" cy="387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315C69E-C5D2-1FBB-387D-C5A8F023F5F7}"/>
                    </a:ext>
                  </a:extLst>
                </p14:cNvPr>
                <p14:cNvContentPartPr/>
                <p14:nvPr/>
              </p14:nvContentPartPr>
              <p14:xfrm>
                <a:off x="1025822" y="1368283"/>
                <a:ext cx="232560" cy="2664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315C69E-C5D2-1FBB-387D-C5A8F023F5F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16822" y="1359643"/>
                  <a:ext cx="25020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21215D2-D4A5-B7B0-4966-5B9A0E93298F}"/>
                    </a:ext>
                  </a:extLst>
                </p14:cNvPr>
                <p14:cNvContentPartPr/>
                <p14:nvPr/>
              </p14:nvContentPartPr>
              <p14:xfrm>
                <a:off x="1057862" y="1348123"/>
                <a:ext cx="119880" cy="2941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21215D2-D4A5-B7B0-4966-5B9A0E93298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49222" y="1339123"/>
                  <a:ext cx="13752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4BE7239-FA96-A08B-5EB8-034AE2E78EC9}"/>
                    </a:ext>
                  </a:extLst>
                </p14:cNvPr>
                <p14:cNvContentPartPr/>
                <p14:nvPr/>
              </p14:nvContentPartPr>
              <p14:xfrm>
                <a:off x="1303022" y="1538563"/>
                <a:ext cx="63360" cy="1965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4BE7239-FA96-A08B-5EB8-034AE2E78EC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294382" y="1529563"/>
                  <a:ext cx="8100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D82A884-BEBA-316F-E6D6-58E486EF2481}"/>
                    </a:ext>
                  </a:extLst>
                </p14:cNvPr>
                <p14:cNvContentPartPr/>
                <p14:nvPr/>
              </p14:nvContentPartPr>
              <p14:xfrm>
                <a:off x="1372862" y="1642603"/>
                <a:ext cx="172080" cy="813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D82A884-BEBA-316F-E6D6-58E486EF248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363862" y="1633603"/>
                  <a:ext cx="189720" cy="99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65945E2E-FB9A-11AA-ADE8-07A32BC9227C}"/>
                  </a:ext>
                </a:extLst>
              </p14:cNvPr>
              <p14:cNvContentPartPr/>
              <p14:nvPr/>
            </p14:nvContentPartPr>
            <p14:xfrm>
              <a:off x="6438782" y="856723"/>
              <a:ext cx="752400" cy="3816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65945E2E-FB9A-11AA-ADE8-07A32BC9227C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430142" y="847723"/>
                <a:ext cx="770040" cy="55800"/>
              </a:xfrm>
              <a:prstGeom prst="rect">
                <a:avLst/>
              </a:prstGeom>
            </p:spPr>
          </p:pic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03C331BF-3BA2-5EDC-93AD-020B9E11070A}"/>
              </a:ext>
            </a:extLst>
          </p:cNvPr>
          <p:cNvGrpSpPr/>
          <p:nvPr/>
        </p:nvGrpSpPr>
        <p:grpSpPr>
          <a:xfrm>
            <a:off x="1643942" y="1361443"/>
            <a:ext cx="1624680" cy="333360"/>
            <a:chOff x="1643942" y="1361443"/>
            <a:chExt cx="1624680" cy="333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BB14FE4-9245-A1B6-744A-6A4D14ED53C7}"/>
                    </a:ext>
                  </a:extLst>
                </p14:cNvPr>
                <p14:cNvContentPartPr/>
                <p14:nvPr/>
              </p14:nvContentPartPr>
              <p14:xfrm>
                <a:off x="1695782" y="1578883"/>
                <a:ext cx="96480" cy="90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BB14FE4-9245-A1B6-744A-6A4D14ED53C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687142" y="1570243"/>
                  <a:ext cx="1141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E889EEE-A66E-29D1-7D81-8FB0968C8E1A}"/>
                    </a:ext>
                  </a:extLst>
                </p14:cNvPr>
                <p14:cNvContentPartPr/>
                <p14:nvPr/>
              </p14:nvContentPartPr>
              <p14:xfrm>
                <a:off x="1643942" y="1519123"/>
                <a:ext cx="109440" cy="126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E889EEE-A66E-29D1-7D81-8FB0968C8E1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635302" y="1510123"/>
                  <a:ext cx="1270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85CF5A1-B947-8462-BD14-48E67BA3028A}"/>
                    </a:ext>
                  </a:extLst>
                </p14:cNvPr>
                <p14:cNvContentPartPr/>
                <p14:nvPr/>
              </p14:nvContentPartPr>
              <p14:xfrm>
                <a:off x="1911782" y="1472683"/>
                <a:ext cx="177480" cy="1350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85CF5A1-B947-8462-BD14-48E67BA3028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902782" y="1463683"/>
                  <a:ext cx="1951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5E530C7-CEF8-912F-A036-19222137AE83}"/>
                    </a:ext>
                  </a:extLst>
                </p14:cNvPr>
                <p14:cNvContentPartPr/>
                <p14:nvPr/>
              </p14:nvContentPartPr>
              <p14:xfrm>
                <a:off x="1973342" y="1520923"/>
                <a:ext cx="70200" cy="979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5E530C7-CEF8-912F-A036-19222137AE8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964702" y="1512283"/>
                  <a:ext cx="8784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4F0979F-204C-80C4-7003-872C92555AE3}"/>
                    </a:ext>
                  </a:extLst>
                </p14:cNvPr>
                <p14:cNvContentPartPr/>
                <p14:nvPr/>
              </p14:nvContentPartPr>
              <p14:xfrm>
                <a:off x="2136062" y="1397083"/>
                <a:ext cx="128160" cy="2264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4F0979F-204C-80C4-7003-872C92555AE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127422" y="1388443"/>
                  <a:ext cx="14580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E2F8155-754B-C970-4069-6A234277C0F3}"/>
                    </a:ext>
                  </a:extLst>
                </p14:cNvPr>
                <p14:cNvContentPartPr/>
                <p14:nvPr/>
              </p14:nvContentPartPr>
              <p14:xfrm>
                <a:off x="2242262" y="1490323"/>
                <a:ext cx="124200" cy="896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E2F8155-754B-C970-4069-6A234277C0F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233262" y="1481683"/>
                  <a:ext cx="14184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E45A0F8-9EB9-09F5-BCAA-312F876B799C}"/>
                    </a:ext>
                  </a:extLst>
                </p14:cNvPr>
                <p14:cNvContentPartPr/>
                <p14:nvPr/>
              </p14:nvContentPartPr>
              <p14:xfrm>
                <a:off x="2363222" y="1361443"/>
                <a:ext cx="163080" cy="2775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E45A0F8-9EB9-09F5-BCAA-312F876B799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354582" y="1352803"/>
                  <a:ext cx="18072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1038800-73FA-ECB7-0C20-A479C5726608}"/>
                    </a:ext>
                  </a:extLst>
                </p14:cNvPr>
                <p14:cNvContentPartPr/>
                <p14:nvPr/>
              </p14:nvContentPartPr>
              <p14:xfrm>
                <a:off x="2653382" y="1517323"/>
                <a:ext cx="16200" cy="21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1038800-73FA-ECB7-0C20-A479C572660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644742" y="1508323"/>
                  <a:ext cx="3384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1DF23EA-1E54-8036-A579-4096A4A905BC}"/>
                    </a:ext>
                  </a:extLst>
                </p14:cNvPr>
                <p14:cNvContentPartPr/>
                <p14:nvPr/>
              </p14:nvContentPartPr>
              <p14:xfrm>
                <a:off x="2763542" y="1398523"/>
                <a:ext cx="271800" cy="2160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1DF23EA-1E54-8036-A579-4096A4A905B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754542" y="1389883"/>
                  <a:ext cx="28944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EB11309-8B86-DAB6-EEAC-402E867EE3EC}"/>
                    </a:ext>
                  </a:extLst>
                </p14:cNvPr>
                <p14:cNvContentPartPr/>
                <p14:nvPr/>
              </p14:nvContentPartPr>
              <p14:xfrm>
                <a:off x="3115262" y="1583563"/>
                <a:ext cx="153360" cy="669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EB11309-8B86-DAB6-EEAC-402E867EE3E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106262" y="1574563"/>
                  <a:ext cx="17100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3EE402E-D82D-6C09-4272-4B3A0DB9F47E}"/>
                    </a:ext>
                  </a:extLst>
                </p14:cNvPr>
                <p14:cNvContentPartPr/>
                <p14:nvPr/>
              </p14:nvContentPartPr>
              <p14:xfrm>
                <a:off x="3199502" y="1590043"/>
                <a:ext cx="19800" cy="1047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3EE402E-D82D-6C09-4272-4B3A0DB9F47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190862" y="1581403"/>
                  <a:ext cx="37440" cy="12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B876AF5-E38D-6320-F284-C91FB5042BD4}"/>
              </a:ext>
            </a:extLst>
          </p:cNvPr>
          <p:cNvGrpSpPr/>
          <p:nvPr/>
        </p:nvGrpSpPr>
        <p:grpSpPr>
          <a:xfrm>
            <a:off x="3015182" y="1085683"/>
            <a:ext cx="319320" cy="165240"/>
            <a:chOff x="3015182" y="1085683"/>
            <a:chExt cx="319320" cy="16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B3572F9-B67C-BDCE-E245-52FD7A2927FD}"/>
                    </a:ext>
                  </a:extLst>
                </p14:cNvPr>
                <p14:cNvContentPartPr/>
                <p14:nvPr/>
              </p14:nvContentPartPr>
              <p14:xfrm>
                <a:off x="3015182" y="1171723"/>
                <a:ext cx="92880" cy="792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B3572F9-B67C-BDCE-E245-52FD7A2927F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006182" y="1162723"/>
                  <a:ext cx="11052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C08E1E5-529B-FB4E-A9AB-107AF2ACAD35}"/>
                    </a:ext>
                  </a:extLst>
                </p14:cNvPr>
                <p14:cNvContentPartPr/>
                <p14:nvPr/>
              </p14:nvContentPartPr>
              <p14:xfrm>
                <a:off x="3171782" y="1085683"/>
                <a:ext cx="54720" cy="1432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C08E1E5-529B-FB4E-A9AB-107AF2ACAD3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163142" y="1076683"/>
                  <a:ext cx="7236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5E2E314-7660-9BF3-B169-C76C34DF0C71}"/>
                    </a:ext>
                  </a:extLst>
                </p14:cNvPr>
                <p14:cNvContentPartPr/>
                <p14:nvPr/>
              </p14:nvContentPartPr>
              <p14:xfrm>
                <a:off x="3210302" y="1161643"/>
                <a:ext cx="124200" cy="694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5E2E314-7660-9BF3-B169-C76C34DF0C7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201662" y="1153003"/>
                  <a:ext cx="141840" cy="8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89A7306-8A3D-AC5C-DD6F-FA20669772D9}"/>
              </a:ext>
            </a:extLst>
          </p:cNvPr>
          <p:cNvGrpSpPr/>
          <p:nvPr/>
        </p:nvGrpSpPr>
        <p:grpSpPr>
          <a:xfrm>
            <a:off x="3577862" y="1321843"/>
            <a:ext cx="1452960" cy="309600"/>
            <a:chOff x="3577862" y="1321843"/>
            <a:chExt cx="1452960" cy="309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4B09443-D53C-63A9-226D-4A3CD7CC6E1A}"/>
                    </a:ext>
                  </a:extLst>
                </p14:cNvPr>
                <p14:cNvContentPartPr/>
                <p14:nvPr/>
              </p14:nvContentPartPr>
              <p14:xfrm>
                <a:off x="3594782" y="1428763"/>
                <a:ext cx="76320" cy="1299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4B09443-D53C-63A9-226D-4A3CD7CC6E1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586142" y="1419763"/>
                  <a:ext cx="9396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6F0BFA5-39FE-32D0-7567-E6511135A5CB}"/>
                    </a:ext>
                  </a:extLst>
                </p14:cNvPr>
                <p14:cNvContentPartPr/>
                <p14:nvPr/>
              </p14:nvContentPartPr>
              <p14:xfrm>
                <a:off x="3577862" y="1473763"/>
                <a:ext cx="129240" cy="104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6F0BFA5-39FE-32D0-7567-E6511135A5C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568862" y="1464763"/>
                  <a:ext cx="14688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FE5158E-35C3-A37D-ECE0-7FA2B902FDF8}"/>
                    </a:ext>
                  </a:extLst>
                </p14:cNvPr>
                <p14:cNvContentPartPr/>
                <p14:nvPr/>
              </p14:nvContentPartPr>
              <p14:xfrm>
                <a:off x="3821222" y="1461163"/>
                <a:ext cx="167040" cy="802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FE5158E-35C3-A37D-ECE0-7FA2B902FDF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812222" y="1452523"/>
                  <a:ext cx="18468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BE4AE0F-7E82-DAEE-42D7-CD9F2528FF91}"/>
                    </a:ext>
                  </a:extLst>
                </p14:cNvPr>
                <p14:cNvContentPartPr/>
                <p14:nvPr/>
              </p14:nvContentPartPr>
              <p14:xfrm>
                <a:off x="3894302" y="1466923"/>
                <a:ext cx="53640" cy="979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BE4AE0F-7E82-DAEE-42D7-CD9F2528FF9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885662" y="1457923"/>
                  <a:ext cx="7128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86C881D-EC2C-C7EB-E752-458ABBC3B137}"/>
                    </a:ext>
                  </a:extLst>
                </p14:cNvPr>
                <p14:cNvContentPartPr/>
                <p14:nvPr/>
              </p14:nvContentPartPr>
              <p14:xfrm>
                <a:off x="4025342" y="1321843"/>
                <a:ext cx="123840" cy="2365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86C881D-EC2C-C7EB-E752-458ABBC3B13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016702" y="1312843"/>
                  <a:ext cx="14148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7B0AD67-E9B0-DE07-C9C0-138E8B1D3264}"/>
                    </a:ext>
                  </a:extLst>
                </p14:cNvPr>
                <p14:cNvContentPartPr/>
                <p14:nvPr/>
              </p14:nvContentPartPr>
              <p14:xfrm>
                <a:off x="4184822" y="1445683"/>
                <a:ext cx="52560" cy="860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7B0AD67-E9B0-DE07-C9C0-138E8B1D326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175822" y="1436683"/>
                  <a:ext cx="7020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7DE66B5-B3FA-5215-FE15-22200FF1FC99}"/>
                    </a:ext>
                  </a:extLst>
                </p14:cNvPr>
                <p14:cNvContentPartPr/>
                <p14:nvPr/>
              </p14:nvContentPartPr>
              <p14:xfrm>
                <a:off x="4225142" y="1338403"/>
                <a:ext cx="157320" cy="2311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7DE66B5-B3FA-5215-FE15-22200FF1FC9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216142" y="1329763"/>
                  <a:ext cx="17496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2437319-C7E7-7681-484F-A26ECA7E7DBA}"/>
                    </a:ext>
                  </a:extLst>
                </p14:cNvPr>
                <p14:cNvContentPartPr/>
                <p14:nvPr/>
              </p14:nvContentPartPr>
              <p14:xfrm>
                <a:off x="4531502" y="1338763"/>
                <a:ext cx="273600" cy="2232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2437319-C7E7-7681-484F-A26ECA7E7DB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522502" y="1329763"/>
                  <a:ext cx="29124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7301628-415C-44A8-0741-085EC4714C9E}"/>
                    </a:ext>
                  </a:extLst>
                </p14:cNvPr>
                <p14:cNvContentPartPr/>
                <p14:nvPr/>
              </p14:nvContentPartPr>
              <p14:xfrm>
                <a:off x="4871342" y="1510843"/>
                <a:ext cx="159480" cy="734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7301628-415C-44A8-0741-085EC4714C9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862342" y="1502203"/>
                  <a:ext cx="17712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3EC0DD4-D614-0E26-BACE-EF971D00B8F1}"/>
                    </a:ext>
                  </a:extLst>
                </p14:cNvPr>
                <p14:cNvContentPartPr/>
                <p14:nvPr/>
              </p14:nvContentPartPr>
              <p14:xfrm>
                <a:off x="4968542" y="1538563"/>
                <a:ext cx="18360" cy="928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3EC0DD4-D614-0E26-BACE-EF971D00B8F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959902" y="1529923"/>
                  <a:ext cx="36000" cy="11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87B303A5-0A58-00C6-860F-B7A282C2EB11}"/>
              </a:ext>
            </a:extLst>
          </p:cNvPr>
          <p:cNvGrpSpPr/>
          <p:nvPr/>
        </p:nvGrpSpPr>
        <p:grpSpPr>
          <a:xfrm>
            <a:off x="5292902" y="1123483"/>
            <a:ext cx="1619280" cy="486360"/>
            <a:chOff x="5292902" y="1123483"/>
            <a:chExt cx="1619280" cy="486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A386961-FEB5-8CA8-CBC6-0681DE899E0C}"/>
                    </a:ext>
                  </a:extLst>
                </p14:cNvPr>
                <p14:cNvContentPartPr/>
                <p14:nvPr/>
              </p14:nvContentPartPr>
              <p14:xfrm>
                <a:off x="5324582" y="1383763"/>
                <a:ext cx="52560" cy="1252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A386961-FEB5-8CA8-CBC6-0681DE899E0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315942" y="1375123"/>
                  <a:ext cx="7020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35EC662-709C-D734-49FE-15031910F049}"/>
                    </a:ext>
                  </a:extLst>
                </p14:cNvPr>
                <p14:cNvContentPartPr/>
                <p14:nvPr/>
              </p14:nvContentPartPr>
              <p14:xfrm>
                <a:off x="5292902" y="1459363"/>
                <a:ext cx="104400" cy="104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35EC662-709C-D734-49FE-15031910F04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284262" y="1450363"/>
                  <a:ext cx="12204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0C7C0C9-12A1-6F0F-AC8B-05B6D09752CE}"/>
                    </a:ext>
                  </a:extLst>
                </p14:cNvPr>
                <p14:cNvContentPartPr/>
                <p14:nvPr/>
              </p14:nvContentPartPr>
              <p14:xfrm>
                <a:off x="5542382" y="1407883"/>
                <a:ext cx="172080" cy="864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0C7C0C9-12A1-6F0F-AC8B-05B6D09752C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533742" y="1399243"/>
                  <a:ext cx="1897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244EEF93-8782-8C1F-1374-05A790BDE18F}"/>
                    </a:ext>
                  </a:extLst>
                </p14:cNvPr>
                <p14:cNvContentPartPr/>
                <p14:nvPr/>
              </p14:nvContentPartPr>
              <p14:xfrm>
                <a:off x="5590982" y="1419763"/>
                <a:ext cx="71640" cy="1008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244EEF93-8782-8C1F-1374-05A790BDE18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581982" y="1410763"/>
                  <a:ext cx="8928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8FD8CB4A-EBD6-A792-2A0B-A14A1AF6495C}"/>
                    </a:ext>
                  </a:extLst>
                </p14:cNvPr>
                <p14:cNvContentPartPr/>
                <p14:nvPr/>
              </p14:nvContentPartPr>
              <p14:xfrm>
                <a:off x="5767382" y="1309243"/>
                <a:ext cx="146520" cy="2329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8FD8CB4A-EBD6-A792-2A0B-A14A1AF6495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758382" y="1300243"/>
                  <a:ext cx="16416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14C4B027-3C99-2F4F-F3EB-0F0EA29CA348}"/>
                    </a:ext>
                  </a:extLst>
                </p14:cNvPr>
                <p14:cNvContentPartPr/>
                <p14:nvPr/>
              </p14:nvContentPartPr>
              <p14:xfrm>
                <a:off x="5918582" y="1412923"/>
                <a:ext cx="167760" cy="936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14C4B027-3C99-2F4F-F3EB-0F0EA29CA34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909582" y="1403923"/>
                  <a:ext cx="18540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1D68BA42-8AFC-58FE-409C-5B9C369F73C2}"/>
                    </a:ext>
                  </a:extLst>
                </p14:cNvPr>
                <p14:cNvContentPartPr/>
                <p14:nvPr/>
              </p14:nvContentPartPr>
              <p14:xfrm>
                <a:off x="6048902" y="1329763"/>
                <a:ext cx="123840" cy="2300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1D68BA42-8AFC-58FE-409C-5B9C369F73C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040262" y="1320763"/>
                  <a:ext cx="14148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7D7B1A75-255D-FC68-D771-1376BBAC4038}"/>
                    </a:ext>
                  </a:extLst>
                </p14:cNvPr>
                <p14:cNvContentPartPr/>
                <p14:nvPr/>
              </p14:nvContentPartPr>
              <p14:xfrm>
                <a:off x="6287582" y="1451803"/>
                <a:ext cx="6480" cy="273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7D7B1A75-255D-FC68-D771-1376BBAC403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278582" y="1443163"/>
                  <a:ext cx="241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A7D29A2-D71D-E97B-8259-F3571959AB28}"/>
                    </a:ext>
                  </a:extLst>
                </p14:cNvPr>
                <p14:cNvContentPartPr/>
                <p14:nvPr/>
              </p14:nvContentPartPr>
              <p14:xfrm>
                <a:off x="6371822" y="1333363"/>
                <a:ext cx="236880" cy="2131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A7D29A2-D71D-E97B-8259-F3571959AB2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363182" y="1324723"/>
                  <a:ext cx="25452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2C3CFEB-DAB5-84B3-640B-3E8E4FE066A2}"/>
                    </a:ext>
                  </a:extLst>
                </p14:cNvPr>
                <p14:cNvContentPartPr/>
                <p14:nvPr/>
              </p14:nvContentPartPr>
              <p14:xfrm>
                <a:off x="6707342" y="1471243"/>
                <a:ext cx="105480" cy="723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2C3CFEB-DAB5-84B3-640B-3E8E4FE066A2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698702" y="1462603"/>
                  <a:ext cx="12312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C5BD19B7-D5F3-83E3-34F1-888FFF670242}"/>
                    </a:ext>
                  </a:extLst>
                </p14:cNvPr>
                <p14:cNvContentPartPr/>
                <p14:nvPr/>
              </p14:nvContentPartPr>
              <p14:xfrm>
                <a:off x="6776822" y="1513363"/>
                <a:ext cx="34200" cy="964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C5BD19B7-D5F3-83E3-34F1-888FFF67024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768182" y="1504723"/>
                  <a:ext cx="5184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AA72C25-56BF-065A-717F-651F5511A38D}"/>
                    </a:ext>
                  </a:extLst>
                </p14:cNvPr>
                <p14:cNvContentPartPr/>
                <p14:nvPr/>
              </p14:nvContentPartPr>
              <p14:xfrm>
                <a:off x="6546782" y="1152643"/>
                <a:ext cx="153720" cy="950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AA72C25-56BF-065A-717F-651F5511A38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537782" y="1144003"/>
                  <a:ext cx="17136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FF58DEEE-E3C3-A05D-CC2F-6A48C9D1C87C}"/>
                    </a:ext>
                  </a:extLst>
                </p14:cNvPr>
                <p14:cNvContentPartPr/>
                <p14:nvPr/>
              </p14:nvContentPartPr>
              <p14:xfrm>
                <a:off x="6726062" y="1123483"/>
                <a:ext cx="79200" cy="1339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FF58DEEE-E3C3-A05D-CC2F-6A48C9D1C87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717062" y="1114483"/>
                  <a:ext cx="9684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037E3D6-CFA6-6F10-E997-4122CBFDD6A7}"/>
                    </a:ext>
                  </a:extLst>
                </p14:cNvPr>
                <p14:cNvContentPartPr/>
                <p14:nvPr/>
              </p14:nvContentPartPr>
              <p14:xfrm>
                <a:off x="6790862" y="1195843"/>
                <a:ext cx="121320" cy="579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037E3D6-CFA6-6F10-E997-4122CBFDD6A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782222" y="1186843"/>
                  <a:ext cx="138960" cy="7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3215F9F5-8505-45DF-0BDA-C664C517B240}"/>
              </a:ext>
            </a:extLst>
          </p:cNvPr>
          <p:cNvGrpSpPr/>
          <p:nvPr/>
        </p:nvGrpSpPr>
        <p:grpSpPr>
          <a:xfrm>
            <a:off x="7215662" y="1123483"/>
            <a:ext cx="1625760" cy="487080"/>
            <a:chOff x="7215662" y="1123483"/>
            <a:chExt cx="1625760" cy="48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DBBD8FAC-6AEC-42F5-E0A5-5D2795CE66E4}"/>
                    </a:ext>
                  </a:extLst>
                </p14:cNvPr>
                <p14:cNvContentPartPr/>
                <p14:nvPr/>
              </p14:nvContentPartPr>
              <p14:xfrm>
                <a:off x="7226822" y="1380163"/>
                <a:ext cx="48960" cy="1195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DBBD8FAC-6AEC-42F5-E0A5-5D2795CE66E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217822" y="1371163"/>
                  <a:ext cx="6660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CEF443FB-4BE4-832A-9932-B5962A609E36}"/>
                    </a:ext>
                  </a:extLst>
                </p14:cNvPr>
                <p14:cNvContentPartPr/>
                <p14:nvPr/>
              </p14:nvContentPartPr>
              <p14:xfrm>
                <a:off x="7215662" y="1443883"/>
                <a:ext cx="107280" cy="111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CEF443FB-4BE4-832A-9932-B5962A609E36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207022" y="1435243"/>
                  <a:ext cx="1249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012C5866-9227-71C4-7FBF-FEDA0BAFD019}"/>
                    </a:ext>
                  </a:extLst>
                </p14:cNvPr>
                <p14:cNvContentPartPr/>
                <p14:nvPr/>
              </p14:nvContentPartPr>
              <p14:xfrm>
                <a:off x="7447142" y="1407163"/>
                <a:ext cx="145080" cy="748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12C5866-9227-71C4-7FBF-FEDA0BAFD01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438142" y="1398163"/>
                  <a:ext cx="16272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292B695-E73F-86D7-B43F-0891DDFC9DCE}"/>
                    </a:ext>
                  </a:extLst>
                </p14:cNvPr>
                <p14:cNvContentPartPr/>
                <p14:nvPr/>
              </p14:nvContentPartPr>
              <p14:xfrm>
                <a:off x="7488542" y="1394563"/>
                <a:ext cx="65880" cy="1144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B292B695-E73F-86D7-B43F-0891DDFC9DCE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479542" y="1385563"/>
                  <a:ext cx="8352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A1AA389A-6BED-52BD-8692-3E381F8BDEDC}"/>
                    </a:ext>
                  </a:extLst>
                </p14:cNvPr>
                <p14:cNvContentPartPr/>
                <p14:nvPr/>
              </p14:nvContentPartPr>
              <p14:xfrm>
                <a:off x="7643342" y="1282603"/>
                <a:ext cx="120600" cy="2350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A1AA389A-6BED-52BD-8692-3E381F8BDEDC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634342" y="1273603"/>
                  <a:ext cx="13824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B31FDC3A-84FA-B0F0-2D53-3AA9E1541856}"/>
                    </a:ext>
                  </a:extLst>
                </p14:cNvPr>
                <p14:cNvContentPartPr/>
                <p14:nvPr/>
              </p14:nvContentPartPr>
              <p14:xfrm>
                <a:off x="7777982" y="1340563"/>
                <a:ext cx="159120" cy="1753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B31FDC3A-84FA-B0F0-2D53-3AA9E1541856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768982" y="1331563"/>
                  <a:ext cx="17676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1F408BC8-0F5A-4E7C-8CE4-F91827EE6DC0}"/>
                    </a:ext>
                  </a:extLst>
                </p14:cNvPr>
                <p14:cNvContentPartPr/>
                <p14:nvPr/>
              </p14:nvContentPartPr>
              <p14:xfrm>
                <a:off x="7916942" y="1255963"/>
                <a:ext cx="124560" cy="3027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1F408BC8-0F5A-4E7C-8CE4-F91827EE6DC0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908302" y="1247323"/>
                  <a:ext cx="14220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6AC8B6E0-5A46-1BBC-6238-923E26B74E53}"/>
                    </a:ext>
                  </a:extLst>
                </p14:cNvPr>
                <p14:cNvContentPartPr/>
                <p14:nvPr/>
              </p14:nvContentPartPr>
              <p14:xfrm>
                <a:off x="8179382" y="1320043"/>
                <a:ext cx="239400" cy="1861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6AC8B6E0-5A46-1BBC-6238-923E26B74E5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170382" y="1311043"/>
                  <a:ext cx="25704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A15C308D-92A4-CB69-B4BD-8C62AE3CE53D}"/>
                    </a:ext>
                  </a:extLst>
                </p14:cNvPr>
                <p14:cNvContentPartPr/>
                <p14:nvPr/>
              </p14:nvContentPartPr>
              <p14:xfrm>
                <a:off x="8546582" y="1463683"/>
                <a:ext cx="135000" cy="716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A15C308D-92A4-CB69-B4BD-8C62AE3CE53D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537942" y="1454683"/>
                  <a:ext cx="15264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09F00B17-328C-1B67-BD00-FD128A55D151}"/>
                    </a:ext>
                  </a:extLst>
                </p14:cNvPr>
                <p14:cNvContentPartPr/>
                <p14:nvPr/>
              </p14:nvContentPartPr>
              <p14:xfrm>
                <a:off x="8643062" y="1512283"/>
                <a:ext cx="23040" cy="982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09F00B17-328C-1B67-BD00-FD128A55D151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634062" y="1503283"/>
                  <a:ext cx="4068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4A8D8D87-5114-5699-AED9-5BC7606611CF}"/>
                    </a:ext>
                  </a:extLst>
                </p14:cNvPr>
                <p14:cNvContentPartPr/>
                <p14:nvPr/>
              </p14:nvContentPartPr>
              <p14:xfrm>
                <a:off x="8475662" y="1140763"/>
                <a:ext cx="127080" cy="1260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4A8D8D87-5114-5699-AED9-5BC7606611CF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467022" y="1131763"/>
                  <a:ext cx="14472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87E631D-201C-B019-0FCB-FDCA25B4E53C}"/>
                    </a:ext>
                  </a:extLst>
                </p14:cNvPr>
                <p14:cNvContentPartPr/>
                <p14:nvPr/>
              </p14:nvContentPartPr>
              <p14:xfrm>
                <a:off x="8652422" y="1123483"/>
                <a:ext cx="85320" cy="1670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87E631D-201C-B019-0FCB-FDCA25B4E53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643782" y="1114483"/>
                  <a:ext cx="1029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FFE74EB4-C3AA-3C08-B4A8-40F14A776371}"/>
                    </a:ext>
                  </a:extLst>
                </p14:cNvPr>
                <p14:cNvContentPartPr/>
                <p14:nvPr/>
              </p14:nvContentPartPr>
              <p14:xfrm>
                <a:off x="8710382" y="1211323"/>
                <a:ext cx="131040" cy="727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FFE74EB4-C3AA-3C08-B4A8-40F14A776371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701382" y="1202683"/>
                  <a:ext cx="148680" cy="9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62148AE6-366E-5C68-C485-FF8AC3D41C98}"/>
              </a:ext>
            </a:extLst>
          </p:cNvPr>
          <p:cNvGrpSpPr/>
          <p:nvPr/>
        </p:nvGrpSpPr>
        <p:grpSpPr>
          <a:xfrm>
            <a:off x="9886862" y="1536403"/>
            <a:ext cx="485640" cy="283680"/>
            <a:chOff x="9886862" y="1536403"/>
            <a:chExt cx="485640" cy="283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27FC7A33-50F7-5D83-B50A-3DE4889DB313}"/>
                    </a:ext>
                  </a:extLst>
                </p14:cNvPr>
                <p14:cNvContentPartPr/>
                <p14:nvPr/>
              </p14:nvContentPartPr>
              <p14:xfrm>
                <a:off x="9886862" y="1536403"/>
                <a:ext cx="262800" cy="2044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27FC7A33-50F7-5D83-B50A-3DE4889DB31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878222" y="1527763"/>
                  <a:ext cx="28044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7499A265-3627-0599-0DBE-E5272F363232}"/>
                    </a:ext>
                  </a:extLst>
                </p14:cNvPr>
                <p14:cNvContentPartPr/>
                <p14:nvPr/>
              </p14:nvContentPartPr>
              <p14:xfrm>
                <a:off x="10225982" y="1680403"/>
                <a:ext cx="146520" cy="763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7499A265-3627-0599-0DBE-E5272F363232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0217342" y="1671403"/>
                  <a:ext cx="16416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F62C6F06-CCE2-6EF3-4B4B-A79C54C5C89E}"/>
                    </a:ext>
                  </a:extLst>
                </p14:cNvPr>
                <p14:cNvContentPartPr/>
                <p14:nvPr/>
              </p14:nvContentPartPr>
              <p14:xfrm>
                <a:off x="10309142" y="1720363"/>
                <a:ext cx="25920" cy="997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F62C6F06-CCE2-6EF3-4B4B-A79C54C5C89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300502" y="1711723"/>
                  <a:ext cx="43560" cy="117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972C42EF-A422-69EC-4C95-4141A4D8728A}"/>
                  </a:ext>
                </a:extLst>
              </p14:cNvPr>
              <p14:cNvContentPartPr/>
              <p14:nvPr/>
            </p14:nvContentPartPr>
            <p14:xfrm>
              <a:off x="10187462" y="1325803"/>
              <a:ext cx="139680" cy="98640"/>
            </p14:xfrm>
          </p:contentPart>
        </mc:Choice>
        <mc:Fallback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972C42EF-A422-69EC-4C95-4141A4D8728A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10178822" y="1317163"/>
                <a:ext cx="157320" cy="116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3" name="Group 102">
            <a:extLst>
              <a:ext uri="{FF2B5EF4-FFF2-40B4-BE49-F238E27FC236}">
                <a16:creationId xmlns:a16="http://schemas.microsoft.com/office/drawing/2014/main" id="{E6AE2F27-A78C-9B68-D2EE-0C7777FEC016}"/>
              </a:ext>
            </a:extLst>
          </p:cNvPr>
          <p:cNvGrpSpPr/>
          <p:nvPr/>
        </p:nvGrpSpPr>
        <p:grpSpPr>
          <a:xfrm>
            <a:off x="10548182" y="1610563"/>
            <a:ext cx="195840" cy="80640"/>
            <a:chOff x="10548182" y="1610563"/>
            <a:chExt cx="195840" cy="80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CB1D3D19-C3EE-619A-0589-F5D63A73CD28}"/>
                    </a:ext>
                  </a:extLst>
                </p14:cNvPr>
                <p14:cNvContentPartPr/>
                <p14:nvPr/>
              </p14:nvContentPartPr>
              <p14:xfrm>
                <a:off x="10583822" y="1668163"/>
                <a:ext cx="160200" cy="2304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CB1D3D19-C3EE-619A-0589-F5D63A73CD28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574822" y="1659523"/>
                  <a:ext cx="17784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AAFF37BA-5794-8082-5B65-4997926C2C53}"/>
                    </a:ext>
                  </a:extLst>
                </p14:cNvPr>
                <p14:cNvContentPartPr/>
                <p14:nvPr/>
              </p14:nvContentPartPr>
              <p14:xfrm>
                <a:off x="10548182" y="1610563"/>
                <a:ext cx="161640" cy="126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AAFF37BA-5794-8082-5B65-4997926C2C53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0539182" y="1601923"/>
                  <a:ext cx="179280" cy="30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8BAEF699-B257-65AA-450A-0A6AE0A8269B}"/>
                  </a:ext>
                </a:extLst>
              </p14:cNvPr>
              <p14:cNvContentPartPr/>
              <p14:nvPr/>
            </p14:nvContentPartPr>
            <p14:xfrm>
              <a:off x="10921862" y="1537843"/>
              <a:ext cx="65160" cy="17496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8BAEF699-B257-65AA-450A-0A6AE0A8269B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10913222" y="1528843"/>
                <a:ext cx="82800" cy="19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1" name="Group 120">
            <a:extLst>
              <a:ext uri="{FF2B5EF4-FFF2-40B4-BE49-F238E27FC236}">
                <a16:creationId xmlns:a16="http://schemas.microsoft.com/office/drawing/2014/main" id="{0801EFD0-63CE-24BB-DF1D-4798047A18D4}"/>
              </a:ext>
            </a:extLst>
          </p:cNvPr>
          <p:cNvGrpSpPr/>
          <p:nvPr/>
        </p:nvGrpSpPr>
        <p:grpSpPr>
          <a:xfrm>
            <a:off x="9959942" y="1915843"/>
            <a:ext cx="1480320" cy="465840"/>
            <a:chOff x="9959942" y="1915843"/>
            <a:chExt cx="1480320" cy="46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361D3A40-7461-3781-3741-E7FA0EB6FBB9}"/>
                    </a:ext>
                  </a:extLst>
                </p14:cNvPr>
                <p14:cNvContentPartPr/>
                <p14:nvPr/>
              </p14:nvContentPartPr>
              <p14:xfrm>
                <a:off x="9959942" y="2114203"/>
                <a:ext cx="266400" cy="1742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361D3A40-7461-3781-3741-E7FA0EB6FBB9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950942" y="2105563"/>
                  <a:ext cx="28404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92404F63-B585-FE9C-DB84-358710471B73}"/>
                    </a:ext>
                  </a:extLst>
                </p14:cNvPr>
                <p14:cNvContentPartPr/>
                <p14:nvPr/>
              </p14:nvContentPartPr>
              <p14:xfrm>
                <a:off x="10287542" y="2242003"/>
                <a:ext cx="151200" cy="946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92404F63-B585-FE9C-DB84-358710471B73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0278902" y="2233363"/>
                  <a:ext cx="16884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92454A98-7212-C0E4-7E6E-9704566D774D}"/>
                    </a:ext>
                  </a:extLst>
                </p14:cNvPr>
                <p14:cNvContentPartPr/>
                <p14:nvPr/>
              </p14:nvContentPartPr>
              <p14:xfrm>
                <a:off x="10417862" y="2268643"/>
                <a:ext cx="42480" cy="11304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92454A98-7212-C0E4-7E6E-9704566D774D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0408862" y="2259643"/>
                  <a:ext cx="6012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923B2861-3EC8-E9F7-45C4-67DB695DE59C}"/>
                    </a:ext>
                  </a:extLst>
                </p14:cNvPr>
                <p14:cNvContentPartPr/>
                <p14:nvPr/>
              </p14:nvContentPartPr>
              <p14:xfrm>
                <a:off x="10229942" y="1964803"/>
                <a:ext cx="140040" cy="8964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923B2861-3EC8-E9F7-45C4-67DB695DE59C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220942" y="1955803"/>
                  <a:ext cx="15768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663AE04C-115D-D085-7C9E-1643053438D6}"/>
                    </a:ext>
                  </a:extLst>
                </p14:cNvPr>
                <p14:cNvContentPartPr/>
                <p14:nvPr/>
              </p14:nvContentPartPr>
              <p14:xfrm>
                <a:off x="10578422" y="2193763"/>
                <a:ext cx="102600" cy="1980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663AE04C-115D-D085-7C9E-1643053438D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569782" y="2184763"/>
                  <a:ext cx="1202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928A6971-1704-F2E7-EAE2-983D34CB259A}"/>
                    </a:ext>
                  </a:extLst>
                </p14:cNvPr>
                <p14:cNvContentPartPr/>
                <p14:nvPr/>
              </p14:nvContentPartPr>
              <p14:xfrm>
                <a:off x="10578062" y="2152363"/>
                <a:ext cx="79200" cy="104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928A6971-1704-F2E7-EAE2-983D34CB259A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569422" y="2143363"/>
                  <a:ext cx="9684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260FB495-CB6C-B349-F972-56434BE04333}"/>
                    </a:ext>
                  </a:extLst>
                </p14:cNvPr>
                <p14:cNvContentPartPr/>
                <p14:nvPr/>
              </p14:nvContentPartPr>
              <p14:xfrm>
                <a:off x="10809182" y="2159923"/>
                <a:ext cx="142920" cy="1375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260FB495-CB6C-B349-F972-56434BE04333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800542" y="2151283"/>
                  <a:ext cx="16056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32DBADF4-FA03-98D2-562D-9F036664CE26}"/>
                    </a:ext>
                  </a:extLst>
                </p14:cNvPr>
                <p14:cNvContentPartPr/>
                <p14:nvPr/>
              </p14:nvContentPartPr>
              <p14:xfrm>
                <a:off x="10854542" y="2052643"/>
                <a:ext cx="108720" cy="2124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32DBADF4-FA03-98D2-562D-9F036664CE26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845902" y="2044003"/>
                  <a:ext cx="1263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8259E68E-DF07-7639-78D3-E619A56BA3AB}"/>
                    </a:ext>
                  </a:extLst>
                </p14:cNvPr>
                <p14:cNvContentPartPr/>
                <p14:nvPr/>
              </p14:nvContentPartPr>
              <p14:xfrm>
                <a:off x="11042462" y="2004043"/>
                <a:ext cx="75960" cy="15768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8259E68E-DF07-7639-78D3-E619A56BA3AB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1033822" y="1995403"/>
                  <a:ext cx="9360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C27443A0-511D-632B-A65D-A2A1B841E74A}"/>
                    </a:ext>
                  </a:extLst>
                </p14:cNvPr>
                <p14:cNvContentPartPr/>
                <p14:nvPr/>
              </p14:nvContentPartPr>
              <p14:xfrm>
                <a:off x="11049662" y="1961563"/>
                <a:ext cx="6480" cy="90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C27443A0-511D-632B-A65D-A2A1B841E74A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1040662" y="1952563"/>
                  <a:ext cx="241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8E3AB76A-1B9F-CF83-2652-D0E6AC874860}"/>
                    </a:ext>
                  </a:extLst>
                </p14:cNvPr>
                <p14:cNvContentPartPr/>
                <p14:nvPr/>
              </p14:nvContentPartPr>
              <p14:xfrm>
                <a:off x="11152262" y="1942843"/>
                <a:ext cx="131040" cy="9576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8E3AB76A-1B9F-CF83-2652-D0E6AC874860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1143262" y="1934203"/>
                  <a:ext cx="14868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B7BA82BE-4160-D4C7-1DB4-F8A3B29DF8C3}"/>
                    </a:ext>
                  </a:extLst>
                </p14:cNvPr>
                <p14:cNvContentPartPr/>
                <p14:nvPr/>
              </p14:nvContentPartPr>
              <p14:xfrm>
                <a:off x="11330102" y="1959403"/>
                <a:ext cx="41760" cy="6552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B7BA82BE-4160-D4C7-1DB4-F8A3B29DF8C3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1321462" y="1950403"/>
                  <a:ext cx="5940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B22E241A-6A0D-4F38-0734-83A3F6515602}"/>
                    </a:ext>
                  </a:extLst>
                </p14:cNvPr>
                <p14:cNvContentPartPr/>
                <p14:nvPr/>
              </p14:nvContentPartPr>
              <p14:xfrm>
                <a:off x="11379422" y="1960843"/>
                <a:ext cx="60840" cy="6480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B22E241A-6A0D-4F38-0734-83A3F6515602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1370422" y="1951843"/>
                  <a:ext cx="7848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D69C29BF-5DBC-AE76-3CF2-9874EEFEA249}"/>
                    </a:ext>
                  </a:extLst>
                </p14:cNvPr>
                <p14:cNvContentPartPr/>
                <p14:nvPr/>
              </p14:nvContentPartPr>
              <p14:xfrm>
                <a:off x="11287982" y="1915843"/>
                <a:ext cx="136440" cy="1260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D69C29BF-5DBC-AE76-3CF2-9874EEFEA249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1279342" y="1906843"/>
                  <a:ext cx="154080" cy="30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4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56F3D4CC-3745-1381-E722-5B76B06D286C}"/>
                  </a:ext>
                </a:extLst>
              </p14:cNvPr>
              <p14:cNvContentPartPr/>
              <p14:nvPr/>
            </p14:nvContentPartPr>
            <p14:xfrm>
              <a:off x="11568422" y="1964443"/>
              <a:ext cx="3240" cy="4680"/>
            </p14:xfrm>
          </p:contentPart>
        </mc:Choice>
        <mc:Fallback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56F3D4CC-3745-1381-E722-5B76B06D286C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11559782" y="1955803"/>
                <a:ext cx="20880" cy="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6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73439D44-3E97-4BD2-3078-BB8D7627CA36}"/>
                  </a:ext>
                </a:extLst>
              </p14:cNvPr>
              <p14:cNvContentPartPr/>
              <p14:nvPr/>
            </p14:nvContentPartPr>
            <p14:xfrm>
              <a:off x="11599382" y="1886683"/>
              <a:ext cx="141840" cy="96480"/>
            </p14:xfrm>
          </p:contentPart>
        </mc:Choice>
        <mc:Fallback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73439D44-3E97-4BD2-3078-BB8D7627CA36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11590742" y="1877683"/>
                <a:ext cx="15948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8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B5B0E2F9-46D6-B52F-D3E1-C14C61636B1B}"/>
                  </a:ext>
                </a:extLst>
              </p14:cNvPr>
              <p14:cNvContentPartPr/>
              <p14:nvPr/>
            </p14:nvContentPartPr>
            <p14:xfrm>
              <a:off x="11772902" y="1871923"/>
              <a:ext cx="121320" cy="249120"/>
            </p14:xfrm>
          </p:contentPart>
        </mc:Choice>
        <mc:Fallback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B5B0E2F9-46D6-B52F-D3E1-C14C61636B1B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11764262" y="1862923"/>
                <a:ext cx="138960" cy="266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9" name="Group 128">
            <a:extLst>
              <a:ext uri="{FF2B5EF4-FFF2-40B4-BE49-F238E27FC236}">
                <a16:creationId xmlns:a16="http://schemas.microsoft.com/office/drawing/2014/main" id="{467C5F8F-C559-0F23-0539-DAAE302B368C}"/>
              </a:ext>
            </a:extLst>
          </p:cNvPr>
          <p:cNvGrpSpPr/>
          <p:nvPr/>
        </p:nvGrpSpPr>
        <p:grpSpPr>
          <a:xfrm>
            <a:off x="11935982" y="2041483"/>
            <a:ext cx="118080" cy="130680"/>
            <a:chOff x="11935982" y="2041483"/>
            <a:chExt cx="118080" cy="130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DF2E0AA5-D1EF-141A-96BD-227F7D249B27}"/>
                    </a:ext>
                  </a:extLst>
                </p14:cNvPr>
                <p14:cNvContentPartPr/>
                <p14:nvPr/>
              </p14:nvContentPartPr>
              <p14:xfrm>
                <a:off x="11935982" y="2041483"/>
                <a:ext cx="118080" cy="7488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DF2E0AA5-D1EF-141A-96BD-227F7D249B27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1927342" y="2032483"/>
                  <a:ext cx="13572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B9AC590F-5421-D1D5-127B-A50FFBE101E7}"/>
                    </a:ext>
                  </a:extLst>
                </p14:cNvPr>
                <p14:cNvContentPartPr/>
                <p14:nvPr/>
              </p14:nvContentPartPr>
              <p14:xfrm>
                <a:off x="12009782" y="2066683"/>
                <a:ext cx="39960" cy="10548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B9AC590F-5421-D1D5-127B-A50FFBE101E7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2000782" y="2057683"/>
                  <a:ext cx="57600" cy="12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CF6AE11E-7377-6693-A189-E6EC403D7FE5}"/>
              </a:ext>
            </a:extLst>
          </p:cNvPr>
          <p:cNvGrpSpPr/>
          <p:nvPr/>
        </p:nvGrpSpPr>
        <p:grpSpPr>
          <a:xfrm>
            <a:off x="10521542" y="2413003"/>
            <a:ext cx="1215720" cy="410400"/>
            <a:chOff x="10521542" y="2413003"/>
            <a:chExt cx="1215720" cy="410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B426480F-2AB8-8BA9-A589-2FF30813C8E9}"/>
                    </a:ext>
                  </a:extLst>
                </p14:cNvPr>
                <p14:cNvContentPartPr/>
                <p14:nvPr/>
              </p14:nvContentPartPr>
              <p14:xfrm>
                <a:off x="10531262" y="2767963"/>
                <a:ext cx="68400" cy="1800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B426480F-2AB8-8BA9-A589-2FF30813C8E9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522262" y="2759323"/>
                  <a:ext cx="8604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BCC3FC06-3A68-A98B-DC2C-682FFC21EEBF}"/>
                    </a:ext>
                  </a:extLst>
                </p14:cNvPr>
                <p14:cNvContentPartPr/>
                <p14:nvPr/>
              </p14:nvContentPartPr>
              <p14:xfrm>
                <a:off x="10521542" y="2690203"/>
                <a:ext cx="69120" cy="194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BCC3FC06-3A68-A98B-DC2C-682FFC21EEBF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512902" y="2681563"/>
                  <a:ext cx="867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B321D8CB-AC8D-B9C5-711C-BB306535EEAF}"/>
                    </a:ext>
                  </a:extLst>
                </p14:cNvPr>
                <p14:cNvContentPartPr/>
                <p14:nvPr/>
              </p14:nvContentPartPr>
              <p14:xfrm>
                <a:off x="10745102" y="2711083"/>
                <a:ext cx="136080" cy="11232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B321D8CB-AC8D-B9C5-711C-BB306535EEAF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736102" y="2702443"/>
                  <a:ext cx="1537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18586CD3-C0A3-1E79-292B-49DB3AD1DCFD}"/>
                    </a:ext>
                  </a:extLst>
                </p14:cNvPr>
                <p14:cNvContentPartPr/>
                <p14:nvPr/>
              </p14:nvContentPartPr>
              <p14:xfrm>
                <a:off x="10789022" y="2624323"/>
                <a:ext cx="120600" cy="684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18586CD3-C0A3-1E79-292B-49DB3AD1DCFD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780382" y="2615683"/>
                  <a:ext cx="1382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78689480-73A8-9342-4F81-DC01193BC950}"/>
                    </a:ext>
                  </a:extLst>
                </p14:cNvPr>
                <p14:cNvContentPartPr/>
                <p14:nvPr/>
              </p14:nvContentPartPr>
              <p14:xfrm>
                <a:off x="10999262" y="2597683"/>
                <a:ext cx="70920" cy="13248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78689480-73A8-9342-4F81-DC01193BC950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0990622" y="2588683"/>
                  <a:ext cx="8856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76074637-6D9B-D652-E796-FABF8B855EAC}"/>
                    </a:ext>
                  </a:extLst>
                </p14:cNvPr>
                <p14:cNvContentPartPr/>
                <p14:nvPr/>
              </p14:nvContentPartPr>
              <p14:xfrm>
                <a:off x="11008622" y="2501923"/>
                <a:ext cx="7920" cy="1728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76074637-6D9B-D652-E796-FABF8B855EAC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0999982" y="2492923"/>
                  <a:ext cx="2556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6E968772-AB7C-8075-25B3-C26434D00272}"/>
                    </a:ext>
                  </a:extLst>
                </p14:cNvPr>
                <p14:cNvContentPartPr/>
                <p14:nvPr/>
              </p14:nvContentPartPr>
              <p14:xfrm>
                <a:off x="11151542" y="2487883"/>
                <a:ext cx="120240" cy="9612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6E968772-AB7C-8075-25B3-C26434D00272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1142542" y="2479243"/>
                  <a:ext cx="13788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B0A844D7-B83E-A2AC-79BC-E75246A52B0E}"/>
                    </a:ext>
                  </a:extLst>
                </p14:cNvPr>
                <p14:cNvContentPartPr/>
                <p14:nvPr/>
              </p14:nvContentPartPr>
              <p14:xfrm>
                <a:off x="11321462" y="2516323"/>
                <a:ext cx="48960" cy="6480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B0A844D7-B83E-A2AC-79BC-E75246A52B0E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1312462" y="2507683"/>
                  <a:ext cx="6660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18E517D6-FB2F-B9C8-9ECF-C9AC77B99D16}"/>
                    </a:ext>
                  </a:extLst>
                </p14:cNvPr>
                <p14:cNvContentPartPr/>
                <p14:nvPr/>
              </p14:nvContentPartPr>
              <p14:xfrm>
                <a:off x="11363582" y="2511283"/>
                <a:ext cx="54000" cy="5868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18E517D6-FB2F-B9C8-9ECF-C9AC77B99D16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1354582" y="2502643"/>
                  <a:ext cx="7164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A3ADEACC-2059-6435-0C23-F9CC64C11E57}"/>
                    </a:ext>
                  </a:extLst>
                </p14:cNvPr>
                <p14:cNvContentPartPr/>
                <p14:nvPr/>
              </p14:nvContentPartPr>
              <p14:xfrm>
                <a:off x="11288342" y="2456203"/>
                <a:ext cx="109440" cy="1620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A3ADEACC-2059-6435-0C23-F9CC64C11E57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1279702" y="2447563"/>
                  <a:ext cx="1270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5CD5D093-35F7-ACF8-A269-09F2CE186CE8}"/>
                    </a:ext>
                  </a:extLst>
                </p14:cNvPr>
                <p14:cNvContentPartPr/>
                <p14:nvPr/>
              </p14:nvContentPartPr>
              <p14:xfrm>
                <a:off x="11421902" y="2413003"/>
                <a:ext cx="144360" cy="21600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5CD5D093-35F7-ACF8-A269-09F2CE186CE8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1413262" y="2404363"/>
                  <a:ext cx="16200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5648863F-6527-BDCE-A94F-3C57E9E8CA1A}"/>
                    </a:ext>
                  </a:extLst>
                </p14:cNvPr>
                <p14:cNvContentPartPr/>
                <p14:nvPr/>
              </p14:nvContentPartPr>
              <p14:xfrm>
                <a:off x="11553662" y="2558083"/>
                <a:ext cx="183600" cy="13140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5648863F-6527-BDCE-A94F-3C57E9E8CA1A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1544662" y="2549443"/>
                  <a:ext cx="201240" cy="14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1B5D994B-9CCE-EB6A-60DB-23A7FB321587}"/>
              </a:ext>
            </a:extLst>
          </p:cNvPr>
          <p:cNvGrpSpPr/>
          <p:nvPr/>
        </p:nvGrpSpPr>
        <p:grpSpPr>
          <a:xfrm>
            <a:off x="10557182" y="3226963"/>
            <a:ext cx="114840" cy="69840"/>
            <a:chOff x="10557182" y="3226963"/>
            <a:chExt cx="114840" cy="69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BB46B646-4FC0-68E0-9BD3-DE9910D4490A}"/>
                    </a:ext>
                  </a:extLst>
                </p14:cNvPr>
                <p14:cNvContentPartPr/>
                <p14:nvPr/>
              </p14:nvContentPartPr>
              <p14:xfrm>
                <a:off x="10566182" y="3289603"/>
                <a:ext cx="105840" cy="720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BB46B646-4FC0-68E0-9BD3-DE9910D4490A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557542" y="3280603"/>
                  <a:ext cx="12348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32AB3350-11D0-68F0-99B8-FD6E75253BCE}"/>
                    </a:ext>
                  </a:extLst>
                </p14:cNvPr>
                <p14:cNvContentPartPr/>
                <p14:nvPr/>
              </p14:nvContentPartPr>
              <p14:xfrm>
                <a:off x="10557182" y="3226963"/>
                <a:ext cx="108720" cy="1008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32AB3350-11D0-68F0-99B8-FD6E75253BCE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548182" y="3218323"/>
                  <a:ext cx="126360" cy="27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2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77B30F2A-B28F-8FBB-544A-1FB33C940FB7}"/>
                  </a:ext>
                </a:extLst>
              </p14:cNvPr>
              <p14:cNvContentPartPr/>
              <p14:nvPr/>
            </p14:nvContentPartPr>
            <p14:xfrm>
              <a:off x="10220222" y="5034883"/>
              <a:ext cx="18000" cy="36720"/>
            </p14:xfrm>
          </p:contentPart>
        </mc:Choice>
        <mc:Fallback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77B30F2A-B28F-8FBB-544A-1FB33C940FB7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10211582" y="5026243"/>
                <a:ext cx="35640" cy="54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18" name="Group 217">
            <a:extLst>
              <a:ext uri="{FF2B5EF4-FFF2-40B4-BE49-F238E27FC236}">
                <a16:creationId xmlns:a16="http://schemas.microsoft.com/office/drawing/2014/main" id="{AF71F93A-D35F-F315-A914-3B4ECFAADC8A}"/>
              </a:ext>
            </a:extLst>
          </p:cNvPr>
          <p:cNvGrpSpPr/>
          <p:nvPr/>
        </p:nvGrpSpPr>
        <p:grpSpPr>
          <a:xfrm>
            <a:off x="10942022" y="4850563"/>
            <a:ext cx="1115640" cy="485280"/>
            <a:chOff x="10942022" y="4850563"/>
            <a:chExt cx="1115640" cy="48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5AE77C76-715E-FA17-BC66-FDF8FBE67424}"/>
                    </a:ext>
                  </a:extLst>
                </p14:cNvPr>
                <p14:cNvContentPartPr/>
                <p14:nvPr/>
              </p14:nvContentPartPr>
              <p14:xfrm>
                <a:off x="10942022" y="5131363"/>
                <a:ext cx="99000" cy="1476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5AE77C76-715E-FA17-BC66-FDF8FBE67424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0933382" y="5122363"/>
                  <a:ext cx="11664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CC4594B8-9230-F1C0-174F-5E543E8720D2}"/>
                    </a:ext>
                  </a:extLst>
                </p14:cNvPr>
                <p14:cNvContentPartPr/>
                <p14:nvPr/>
              </p14:nvContentPartPr>
              <p14:xfrm>
                <a:off x="10943462" y="5061883"/>
                <a:ext cx="87120" cy="2124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CC4594B8-9230-F1C0-174F-5E543E8720D2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0934462" y="5053243"/>
                  <a:ext cx="1047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A88B1937-6066-E182-95E5-917855A597D4}"/>
                    </a:ext>
                  </a:extLst>
                </p14:cNvPr>
                <p14:cNvContentPartPr/>
                <p14:nvPr/>
              </p14:nvContentPartPr>
              <p14:xfrm>
                <a:off x="11158742" y="5009323"/>
                <a:ext cx="206640" cy="22104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A88B1937-6066-E182-95E5-917855A597D4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1150102" y="5000323"/>
                  <a:ext cx="22428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67171358-BB15-65AB-64BD-5E1366B93C91}"/>
                    </a:ext>
                  </a:extLst>
                </p14:cNvPr>
                <p14:cNvContentPartPr/>
                <p14:nvPr/>
              </p14:nvContentPartPr>
              <p14:xfrm>
                <a:off x="11420102" y="5194723"/>
                <a:ext cx="122400" cy="5904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67171358-BB15-65AB-64BD-5E1366B93C91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1411462" y="5186083"/>
                  <a:ext cx="14004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F2EE2740-3654-6621-36ED-72192E38DCB1}"/>
                    </a:ext>
                  </a:extLst>
                </p14:cNvPr>
                <p14:cNvContentPartPr/>
                <p14:nvPr/>
              </p14:nvContentPartPr>
              <p14:xfrm>
                <a:off x="11484902" y="5214883"/>
                <a:ext cx="21960" cy="9900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F2EE2740-3654-6621-36ED-72192E38DCB1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1475902" y="5206243"/>
                  <a:ext cx="396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22DA672C-48FF-775D-4BA0-6F3A28A75144}"/>
                    </a:ext>
                  </a:extLst>
                </p14:cNvPr>
                <p14:cNvContentPartPr/>
                <p14:nvPr/>
              </p14:nvContentPartPr>
              <p14:xfrm>
                <a:off x="11376182" y="4850563"/>
                <a:ext cx="33120" cy="7056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22DA672C-48FF-775D-4BA0-6F3A28A75144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1367182" y="4841563"/>
                  <a:ext cx="5076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8E407F06-F8CA-0B7F-DADF-165346CA6896}"/>
                    </a:ext>
                  </a:extLst>
                </p14:cNvPr>
                <p14:cNvContentPartPr/>
                <p14:nvPr/>
              </p14:nvContentPartPr>
              <p14:xfrm>
                <a:off x="11566262" y="5099683"/>
                <a:ext cx="23040" cy="1224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8E407F06-F8CA-0B7F-DADF-165346CA6896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1557262" y="5091043"/>
                  <a:ext cx="4068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F209E8CA-D4D3-6400-B8F8-A17BFA05025A}"/>
                    </a:ext>
                  </a:extLst>
                </p14:cNvPr>
                <p14:cNvContentPartPr/>
                <p14:nvPr/>
              </p14:nvContentPartPr>
              <p14:xfrm>
                <a:off x="11667422" y="5041363"/>
                <a:ext cx="206280" cy="20664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F209E8CA-D4D3-6400-B8F8-A17BFA05025A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1658782" y="5032363"/>
                  <a:ext cx="22392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72DFFFB1-0F58-6864-02E4-633FCE18E050}"/>
                    </a:ext>
                  </a:extLst>
                </p14:cNvPr>
                <p14:cNvContentPartPr/>
                <p14:nvPr/>
              </p14:nvContentPartPr>
              <p14:xfrm>
                <a:off x="11952182" y="5198683"/>
                <a:ext cx="105480" cy="6768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72DFFFB1-0F58-6864-02E4-633FCE18E050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1943182" y="5190043"/>
                  <a:ext cx="12312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DE35479E-0482-5179-3D70-20F7CA2CC242}"/>
                    </a:ext>
                  </a:extLst>
                </p14:cNvPr>
                <p14:cNvContentPartPr/>
                <p14:nvPr/>
              </p14:nvContentPartPr>
              <p14:xfrm>
                <a:off x="12026702" y="5244403"/>
                <a:ext cx="17280" cy="9144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DE35479E-0482-5179-3D70-20F7CA2CC242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2017702" y="5235763"/>
                  <a:ext cx="3492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EC19DE08-BB0D-7D68-80C6-3F76A35BAC07}"/>
                    </a:ext>
                  </a:extLst>
                </p14:cNvPr>
                <p14:cNvContentPartPr/>
                <p14:nvPr/>
              </p14:nvContentPartPr>
              <p14:xfrm>
                <a:off x="11849222" y="4909243"/>
                <a:ext cx="181080" cy="8100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EC19DE08-BB0D-7D68-80C6-3F76A35BAC07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1840582" y="4900243"/>
                  <a:ext cx="198720" cy="9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68D9CFDA-44BB-B71E-C906-5817FA7719AA}"/>
              </a:ext>
            </a:extLst>
          </p:cNvPr>
          <p:cNvGrpSpPr/>
          <p:nvPr/>
        </p:nvGrpSpPr>
        <p:grpSpPr>
          <a:xfrm>
            <a:off x="10669502" y="5514403"/>
            <a:ext cx="1261800" cy="379080"/>
            <a:chOff x="10669502" y="5514403"/>
            <a:chExt cx="1261800" cy="37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85E48EDA-3A69-DB6B-8EC5-04CF2FC693E9}"/>
                    </a:ext>
                  </a:extLst>
                </p14:cNvPr>
                <p14:cNvContentPartPr/>
                <p14:nvPr/>
              </p14:nvContentPartPr>
              <p14:xfrm>
                <a:off x="10685702" y="5735083"/>
                <a:ext cx="105480" cy="1044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85E48EDA-3A69-DB6B-8EC5-04CF2FC693E9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0676702" y="5726443"/>
                  <a:ext cx="12312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0C7440D5-2FD0-A972-7C69-AFB9A407DDBA}"/>
                    </a:ext>
                  </a:extLst>
                </p14:cNvPr>
                <p14:cNvContentPartPr/>
                <p14:nvPr/>
              </p14:nvContentPartPr>
              <p14:xfrm>
                <a:off x="10669502" y="5667763"/>
                <a:ext cx="119160" cy="3816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0C7440D5-2FD0-A972-7C69-AFB9A407DDBA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0660862" y="5659123"/>
                  <a:ext cx="13680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84675E87-36D2-AE7C-3BA9-AFE558F28BF4}"/>
                    </a:ext>
                  </a:extLst>
                </p14:cNvPr>
                <p14:cNvContentPartPr/>
                <p14:nvPr/>
              </p14:nvContentPartPr>
              <p14:xfrm>
                <a:off x="10904942" y="5639683"/>
                <a:ext cx="219240" cy="18396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84675E87-36D2-AE7C-3BA9-AFE558F28BF4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0895942" y="5630683"/>
                  <a:ext cx="23688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27EFAEB9-CA1E-F48C-EC7D-87E8F6F7474A}"/>
                    </a:ext>
                  </a:extLst>
                </p14:cNvPr>
                <p14:cNvContentPartPr/>
                <p14:nvPr/>
              </p14:nvContentPartPr>
              <p14:xfrm>
                <a:off x="11177462" y="5758123"/>
                <a:ext cx="149040" cy="7704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27EFAEB9-CA1E-F48C-EC7D-87E8F6F7474A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1168462" y="5749123"/>
                  <a:ext cx="16668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FFF848FE-797D-2BEE-E391-999A2025C6C1}"/>
                    </a:ext>
                  </a:extLst>
                </p14:cNvPr>
                <p14:cNvContentPartPr/>
                <p14:nvPr/>
              </p14:nvContentPartPr>
              <p14:xfrm>
                <a:off x="11299502" y="5811403"/>
                <a:ext cx="17280" cy="8208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FFF848FE-797D-2BEE-E391-999A2025C6C1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1290502" y="5802403"/>
                  <a:ext cx="3492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1B98A170-AC64-A153-B550-FF9B4D024175}"/>
                    </a:ext>
                  </a:extLst>
                </p14:cNvPr>
                <p14:cNvContentPartPr/>
                <p14:nvPr/>
              </p14:nvContentPartPr>
              <p14:xfrm>
                <a:off x="11165942" y="5514403"/>
                <a:ext cx="44280" cy="9468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1B98A170-AC64-A153-B550-FF9B4D024175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1157302" y="5505403"/>
                  <a:ext cx="6192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7505F5D8-5F1B-D1E1-8B6E-63F1701D7649}"/>
                    </a:ext>
                  </a:extLst>
                </p14:cNvPr>
                <p14:cNvContentPartPr/>
                <p14:nvPr/>
              </p14:nvContentPartPr>
              <p14:xfrm>
                <a:off x="11432702" y="5704483"/>
                <a:ext cx="6840" cy="1260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7505F5D8-5F1B-D1E1-8B6E-63F1701D7649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1424062" y="5695483"/>
                  <a:ext cx="244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192A8B83-7473-567B-F526-DEBB7D8DE374}"/>
                    </a:ext>
                  </a:extLst>
                </p14:cNvPr>
                <p14:cNvContentPartPr/>
                <p14:nvPr/>
              </p14:nvContentPartPr>
              <p14:xfrm>
                <a:off x="11510102" y="5627803"/>
                <a:ext cx="190440" cy="15984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192A8B83-7473-567B-F526-DEBB7D8DE374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1501462" y="5618803"/>
                  <a:ext cx="20808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E80A311A-7672-E7C8-E867-1EDBE16DAF71}"/>
                    </a:ext>
                  </a:extLst>
                </p14:cNvPr>
                <p14:cNvContentPartPr/>
                <p14:nvPr/>
              </p14:nvContentPartPr>
              <p14:xfrm>
                <a:off x="11766062" y="5753803"/>
                <a:ext cx="165240" cy="10152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E80A311A-7672-E7C8-E867-1EDBE16DAF71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1757422" y="5744803"/>
                  <a:ext cx="18288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91408565-9337-74A7-C543-41EA29635984}"/>
                    </a:ext>
                  </a:extLst>
                </p14:cNvPr>
                <p14:cNvContentPartPr/>
                <p14:nvPr/>
              </p14:nvContentPartPr>
              <p14:xfrm>
                <a:off x="11773622" y="5516923"/>
                <a:ext cx="48240" cy="7956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91408565-9337-74A7-C543-41EA29635984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1764982" y="5507923"/>
                  <a:ext cx="65880" cy="9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C91F18DC-AFD5-1B25-1443-91D4D0D22FB2}"/>
              </a:ext>
            </a:extLst>
          </p:cNvPr>
          <p:cNvGrpSpPr/>
          <p:nvPr/>
        </p:nvGrpSpPr>
        <p:grpSpPr>
          <a:xfrm>
            <a:off x="886502" y="2341363"/>
            <a:ext cx="715680" cy="414720"/>
            <a:chOff x="886502" y="2341363"/>
            <a:chExt cx="715680" cy="41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E042509B-9211-FCF6-A263-16CFDCA53826}"/>
                    </a:ext>
                  </a:extLst>
                </p14:cNvPr>
                <p14:cNvContentPartPr/>
                <p14:nvPr/>
              </p14:nvContentPartPr>
              <p14:xfrm>
                <a:off x="886502" y="2350723"/>
                <a:ext cx="253800" cy="30096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E042509B-9211-FCF6-A263-16CFDCA53826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877862" y="2342083"/>
                  <a:ext cx="27144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9D920FC7-0CC3-E536-93A8-AEB6AF87EBD1}"/>
                    </a:ext>
                  </a:extLst>
                </p14:cNvPr>
                <p14:cNvContentPartPr/>
                <p14:nvPr/>
              </p14:nvContentPartPr>
              <p14:xfrm>
                <a:off x="936902" y="2341363"/>
                <a:ext cx="125640" cy="32328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9D920FC7-0CC3-E536-93A8-AEB6AF87EBD1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928262" y="2332723"/>
                  <a:ext cx="14328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C4992A06-A782-FCB6-7D84-6C536D162B92}"/>
                    </a:ext>
                  </a:extLst>
                </p14:cNvPr>
                <p14:cNvContentPartPr/>
                <p14:nvPr/>
              </p14:nvContentPartPr>
              <p14:xfrm>
                <a:off x="1200782" y="2552323"/>
                <a:ext cx="47520" cy="20376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C4992A06-A782-FCB6-7D84-6C536D162B92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191782" y="2543323"/>
                  <a:ext cx="6516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659B8A35-2700-5D58-13AE-D6F8D3CCBF44}"/>
                    </a:ext>
                  </a:extLst>
                </p14:cNvPr>
                <p14:cNvContentPartPr/>
                <p14:nvPr/>
              </p14:nvContentPartPr>
              <p14:xfrm>
                <a:off x="1254422" y="2663203"/>
                <a:ext cx="154440" cy="8640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659B8A35-2700-5D58-13AE-D6F8D3CCBF44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245422" y="2654203"/>
                  <a:ext cx="17208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F91BB27D-BD64-09FE-9CD6-F00C19DC8721}"/>
                    </a:ext>
                  </a:extLst>
                </p14:cNvPr>
                <p14:cNvContentPartPr/>
                <p14:nvPr/>
              </p14:nvContentPartPr>
              <p14:xfrm>
                <a:off x="1452782" y="2598403"/>
                <a:ext cx="149400" cy="1548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F91BB27D-BD64-09FE-9CD6-F00C19DC8721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444142" y="2589403"/>
                  <a:ext cx="1670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7D0F271A-9841-129A-67A1-94FE232AD8F6}"/>
                    </a:ext>
                  </a:extLst>
                </p14:cNvPr>
                <p14:cNvContentPartPr/>
                <p14:nvPr/>
              </p14:nvContentPartPr>
              <p14:xfrm>
                <a:off x="1412822" y="2533243"/>
                <a:ext cx="143640" cy="720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7D0F271A-9841-129A-67A1-94FE232AD8F6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403822" y="2524603"/>
                  <a:ext cx="161280" cy="2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B3F442F1-1C13-2ECE-AFCC-C97592C898ED}"/>
              </a:ext>
            </a:extLst>
          </p:cNvPr>
          <p:cNvGrpSpPr/>
          <p:nvPr/>
        </p:nvGrpSpPr>
        <p:grpSpPr>
          <a:xfrm>
            <a:off x="1815302" y="2378083"/>
            <a:ext cx="568800" cy="269640"/>
            <a:chOff x="1815302" y="2378083"/>
            <a:chExt cx="568800" cy="269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4C11B693-3940-4E72-7E82-3ED90212088E}"/>
                    </a:ext>
                  </a:extLst>
                </p14:cNvPr>
                <p14:cNvContentPartPr/>
                <p14:nvPr/>
              </p14:nvContentPartPr>
              <p14:xfrm>
                <a:off x="1815302" y="2487883"/>
                <a:ext cx="151200" cy="12960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4C11B693-3940-4E72-7E82-3ED90212088E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806662" y="2479243"/>
                  <a:ext cx="16884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5A488A93-48C8-4E17-D92B-DAC9C23D8183}"/>
                    </a:ext>
                  </a:extLst>
                </p14:cNvPr>
                <p14:cNvContentPartPr/>
                <p14:nvPr/>
              </p14:nvContentPartPr>
              <p14:xfrm>
                <a:off x="1875422" y="2515603"/>
                <a:ext cx="70560" cy="10800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5A488A93-48C8-4E17-D92B-DAC9C23D8183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866422" y="2506963"/>
                  <a:ext cx="8820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F7674ED7-C1EA-9954-27CE-5759D754ED9E}"/>
                    </a:ext>
                  </a:extLst>
                </p14:cNvPr>
                <p14:cNvContentPartPr/>
                <p14:nvPr/>
              </p14:nvContentPartPr>
              <p14:xfrm>
                <a:off x="1968302" y="2409403"/>
                <a:ext cx="140400" cy="20808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F7674ED7-C1EA-9954-27CE-5759D754ED9E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959302" y="2400763"/>
                  <a:ext cx="1580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0051A5A6-6608-CAA8-B982-159EC6FD6817}"/>
                    </a:ext>
                  </a:extLst>
                </p14:cNvPr>
                <p14:cNvContentPartPr/>
                <p14:nvPr/>
              </p14:nvContentPartPr>
              <p14:xfrm>
                <a:off x="2103302" y="2488243"/>
                <a:ext cx="140040" cy="9864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0051A5A6-6608-CAA8-B982-159EC6FD6817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2094302" y="2479243"/>
                  <a:ext cx="1576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62A1236C-DFA8-A80D-D52A-08A2634BF425}"/>
                    </a:ext>
                  </a:extLst>
                </p14:cNvPr>
                <p14:cNvContentPartPr/>
                <p14:nvPr/>
              </p14:nvContentPartPr>
              <p14:xfrm>
                <a:off x="2213102" y="2378083"/>
                <a:ext cx="171000" cy="26964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62A1236C-DFA8-A80D-D52A-08A2634BF425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2204102" y="2369443"/>
                  <a:ext cx="188640" cy="28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8" name="Group 257">
            <a:extLst>
              <a:ext uri="{FF2B5EF4-FFF2-40B4-BE49-F238E27FC236}">
                <a16:creationId xmlns:a16="http://schemas.microsoft.com/office/drawing/2014/main" id="{47E46B45-D5D0-04A8-417E-E2FA66E35882}"/>
              </a:ext>
            </a:extLst>
          </p:cNvPr>
          <p:cNvGrpSpPr/>
          <p:nvPr/>
        </p:nvGrpSpPr>
        <p:grpSpPr>
          <a:xfrm>
            <a:off x="2626022" y="2341363"/>
            <a:ext cx="1454400" cy="255240"/>
            <a:chOff x="2626022" y="2341363"/>
            <a:chExt cx="1454400" cy="25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F84DCDD6-2A5D-635C-9FFD-AB4A9DC0A9CA}"/>
                    </a:ext>
                  </a:extLst>
                </p14:cNvPr>
                <p14:cNvContentPartPr/>
                <p14:nvPr/>
              </p14:nvContentPartPr>
              <p14:xfrm>
                <a:off x="2692982" y="2433163"/>
                <a:ext cx="21600" cy="15372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F84DCDD6-2A5D-635C-9FFD-AB4A9DC0A9CA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2684342" y="2424523"/>
                  <a:ext cx="3924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871ABA8F-78F3-CB92-2241-0D07AC2323E3}"/>
                    </a:ext>
                  </a:extLst>
                </p14:cNvPr>
                <p14:cNvContentPartPr/>
                <p14:nvPr/>
              </p14:nvContentPartPr>
              <p14:xfrm>
                <a:off x="2626022" y="2512723"/>
                <a:ext cx="173160" cy="1116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871ABA8F-78F3-CB92-2241-0D07AC2323E3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2617022" y="2503723"/>
                  <a:ext cx="1908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1DA6FF50-7CF3-1FAA-B432-B61A8DBCAA8F}"/>
                    </a:ext>
                  </a:extLst>
                </p14:cNvPr>
                <p14:cNvContentPartPr/>
                <p14:nvPr/>
              </p14:nvContentPartPr>
              <p14:xfrm>
                <a:off x="2910422" y="2427763"/>
                <a:ext cx="158400" cy="11124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1DA6FF50-7CF3-1FAA-B432-B61A8DBCAA8F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2901782" y="2418763"/>
                  <a:ext cx="1760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16212907-CB7A-05B4-AF35-371F8C8D4FDD}"/>
                    </a:ext>
                  </a:extLst>
                </p14:cNvPr>
                <p14:cNvContentPartPr/>
                <p14:nvPr/>
              </p14:nvContentPartPr>
              <p14:xfrm>
                <a:off x="2959022" y="2454763"/>
                <a:ext cx="100440" cy="11088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16212907-CB7A-05B4-AF35-371F8C8D4FDD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2950382" y="2445763"/>
                  <a:ext cx="11808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B75EA15E-1BFB-2FF3-CBA0-B8938A012512}"/>
                    </a:ext>
                  </a:extLst>
                </p14:cNvPr>
                <p14:cNvContentPartPr/>
                <p14:nvPr/>
              </p14:nvContentPartPr>
              <p14:xfrm>
                <a:off x="3130022" y="2341363"/>
                <a:ext cx="133560" cy="25524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B75EA15E-1BFB-2FF3-CBA0-B8938A012512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3121022" y="2332723"/>
                  <a:ext cx="15120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9B9D844B-1CC8-A9D9-AAD4-1FF027918A43}"/>
                    </a:ext>
                  </a:extLst>
                </p14:cNvPr>
                <p14:cNvContentPartPr/>
                <p14:nvPr/>
              </p14:nvContentPartPr>
              <p14:xfrm>
                <a:off x="3262862" y="2444683"/>
                <a:ext cx="40680" cy="10044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9B9D844B-1CC8-A9D9-AAD4-1FF027918A43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3254222" y="2435683"/>
                  <a:ext cx="5832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78AECA51-8EC1-9B84-286D-35D89BAB3333}"/>
                    </a:ext>
                  </a:extLst>
                </p14:cNvPr>
                <p14:cNvContentPartPr/>
                <p14:nvPr/>
              </p14:nvContentPartPr>
              <p14:xfrm>
                <a:off x="3334142" y="2355403"/>
                <a:ext cx="136440" cy="21240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78AECA51-8EC1-9B84-286D-35D89BAB3333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3325502" y="2346763"/>
                  <a:ext cx="15408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21137716-454F-F9D3-D133-59756A2FA212}"/>
                    </a:ext>
                  </a:extLst>
                </p14:cNvPr>
                <p14:cNvContentPartPr/>
                <p14:nvPr/>
              </p14:nvContentPartPr>
              <p14:xfrm>
                <a:off x="3604142" y="2500483"/>
                <a:ext cx="3960" cy="144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21137716-454F-F9D3-D133-59756A2FA212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3595142" y="2491843"/>
                  <a:ext cx="216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16C66C30-B7ED-AB88-2BD2-92D4BAEDE0CA}"/>
                    </a:ext>
                  </a:extLst>
                </p14:cNvPr>
                <p14:cNvContentPartPr/>
                <p14:nvPr/>
              </p14:nvContentPartPr>
              <p14:xfrm>
                <a:off x="3670742" y="2351083"/>
                <a:ext cx="233280" cy="22824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16C66C30-B7ED-AB88-2BD2-92D4BAEDE0CA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3661742" y="2342443"/>
                  <a:ext cx="25092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606B11F6-CA33-8CA2-1350-929623123C2F}"/>
                    </a:ext>
                  </a:extLst>
                </p14:cNvPr>
                <p14:cNvContentPartPr/>
                <p14:nvPr/>
              </p14:nvContentPartPr>
              <p14:xfrm>
                <a:off x="3986102" y="2461243"/>
                <a:ext cx="94320" cy="8820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606B11F6-CA33-8CA2-1350-929623123C2F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3977102" y="2452243"/>
                  <a:ext cx="1119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53549054-A4B8-5C7E-1379-DFDD4789CA52}"/>
                    </a:ext>
                  </a:extLst>
                </p14:cNvPr>
                <p14:cNvContentPartPr/>
                <p14:nvPr/>
              </p14:nvContentPartPr>
              <p14:xfrm>
                <a:off x="4042622" y="2491123"/>
                <a:ext cx="16920" cy="10404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53549054-A4B8-5C7E-1379-DFDD4789CA52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4033622" y="2482483"/>
                  <a:ext cx="34560" cy="12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2" name="Group 261">
            <a:extLst>
              <a:ext uri="{FF2B5EF4-FFF2-40B4-BE49-F238E27FC236}">
                <a16:creationId xmlns:a16="http://schemas.microsoft.com/office/drawing/2014/main" id="{54D9D535-783B-1B5D-9DE4-C503CDD517AC}"/>
              </a:ext>
            </a:extLst>
          </p:cNvPr>
          <p:cNvGrpSpPr/>
          <p:nvPr/>
        </p:nvGrpSpPr>
        <p:grpSpPr>
          <a:xfrm>
            <a:off x="3919862" y="2094763"/>
            <a:ext cx="150120" cy="140400"/>
            <a:chOff x="3919862" y="2094763"/>
            <a:chExt cx="150120" cy="140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43FB904E-87F4-5A29-C8C4-F7D720486B8F}"/>
                    </a:ext>
                  </a:extLst>
                </p14:cNvPr>
                <p14:cNvContentPartPr/>
                <p14:nvPr/>
              </p14:nvContentPartPr>
              <p14:xfrm>
                <a:off x="3919862" y="2094763"/>
                <a:ext cx="42480" cy="12636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43FB904E-87F4-5A29-C8C4-F7D720486B8F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3911222" y="2085763"/>
                  <a:ext cx="6012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E50BF99A-934E-9EA4-C853-328C7831804C}"/>
                    </a:ext>
                  </a:extLst>
                </p14:cNvPr>
                <p14:cNvContentPartPr/>
                <p14:nvPr/>
              </p14:nvContentPartPr>
              <p14:xfrm>
                <a:off x="3943982" y="2145883"/>
                <a:ext cx="126000" cy="6264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E50BF99A-934E-9EA4-C853-328C7831804C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3934982" y="2136883"/>
                  <a:ext cx="14364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5B0D5AD1-E4B2-88AB-ACC9-63EC7DBFE32B}"/>
                    </a:ext>
                  </a:extLst>
                </p14:cNvPr>
                <p14:cNvContentPartPr/>
                <p14:nvPr/>
              </p14:nvContentPartPr>
              <p14:xfrm>
                <a:off x="3954062" y="2209963"/>
                <a:ext cx="12960" cy="2520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5B0D5AD1-E4B2-88AB-ACC9-63EC7DBFE32B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3945062" y="2200963"/>
                  <a:ext cx="30600" cy="4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1" name="Group 270">
            <a:extLst>
              <a:ext uri="{FF2B5EF4-FFF2-40B4-BE49-F238E27FC236}">
                <a16:creationId xmlns:a16="http://schemas.microsoft.com/office/drawing/2014/main" id="{51B2A842-31A7-69FC-9FEA-E60465646798}"/>
              </a:ext>
            </a:extLst>
          </p:cNvPr>
          <p:cNvGrpSpPr/>
          <p:nvPr/>
        </p:nvGrpSpPr>
        <p:grpSpPr>
          <a:xfrm>
            <a:off x="4431422" y="2317243"/>
            <a:ext cx="1067760" cy="264600"/>
            <a:chOff x="4431422" y="2317243"/>
            <a:chExt cx="1067760" cy="264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2C0A5AD0-CB4E-B9E5-9D1A-5D3FF8A82077}"/>
                    </a:ext>
                  </a:extLst>
                </p14:cNvPr>
                <p14:cNvContentPartPr/>
                <p14:nvPr/>
              </p14:nvContentPartPr>
              <p14:xfrm>
                <a:off x="4481102" y="2405083"/>
                <a:ext cx="55800" cy="11808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2C0A5AD0-CB4E-B9E5-9D1A-5D3FF8A82077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4472462" y="2396443"/>
                  <a:ext cx="7344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74CAEF52-3584-53DD-893F-9EED2BBA9D7A}"/>
                    </a:ext>
                  </a:extLst>
                </p14:cNvPr>
                <p14:cNvContentPartPr/>
                <p14:nvPr/>
              </p14:nvContentPartPr>
              <p14:xfrm>
                <a:off x="4431422" y="2462683"/>
                <a:ext cx="164520" cy="1656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74CAEF52-3584-53DD-893F-9EED2BBA9D7A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4422782" y="2454043"/>
                  <a:ext cx="1821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E5FFA0C0-A043-664A-41BA-61EDF780C165}"/>
                    </a:ext>
                  </a:extLst>
                </p14:cNvPr>
                <p14:cNvContentPartPr/>
                <p14:nvPr/>
              </p14:nvContentPartPr>
              <p14:xfrm>
                <a:off x="4696742" y="2437123"/>
                <a:ext cx="196200" cy="12816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E5FFA0C0-A043-664A-41BA-61EDF780C165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4688102" y="2428123"/>
                  <a:ext cx="21384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5216424B-826D-2DF8-38EF-23DA0B641691}"/>
                    </a:ext>
                  </a:extLst>
                </p14:cNvPr>
                <p14:cNvContentPartPr/>
                <p14:nvPr/>
              </p14:nvContentPartPr>
              <p14:xfrm>
                <a:off x="4756502" y="2456563"/>
                <a:ext cx="100440" cy="10152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5216424B-826D-2DF8-38EF-23DA0B641691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4747862" y="2447563"/>
                  <a:ext cx="11808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6192A45D-62C2-EEA0-BC7A-B9572F4AA914}"/>
                    </a:ext>
                  </a:extLst>
                </p14:cNvPr>
                <p14:cNvContentPartPr/>
                <p14:nvPr/>
              </p14:nvContentPartPr>
              <p14:xfrm>
                <a:off x="4926782" y="2333443"/>
                <a:ext cx="136080" cy="24840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6192A45D-62C2-EEA0-BC7A-B9572F4AA914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4918142" y="2324443"/>
                  <a:ext cx="15372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374219C4-5D72-5BE4-2DA3-63E23BC01FE8}"/>
                    </a:ext>
                  </a:extLst>
                </p14:cNvPr>
                <p14:cNvContentPartPr/>
                <p14:nvPr/>
              </p14:nvContentPartPr>
              <p14:xfrm>
                <a:off x="5076182" y="2426323"/>
                <a:ext cx="158760" cy="9720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374219C4-5D72-5BE4-2DA3-63E23BC01FE8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5067542" y="2417683"/>
                  <a:ext cx="17640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800DDE04-35B7-758A-C9CB-FB4820F32A57}"/>
                    </a:ext>
                  </a:extLst>
                </p14:cNvPr>
                <p14:cNvContentPartPr/>
                <p14:nvPr/>
              </p14:nvContentPartPr>
              <p14:xfrm>
                <a:off x="5206502" y="2317243"/>
                <a:ext cx="151920" cy="25164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800DDE04-35B7-758A-C9CB-FB4820F32A57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5197862" y="2308243"/>
                  <a:ext cx="16956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02FEA0CF-0184-F94B-9524-33E0846A7639}"/>
                    </a:ext>
                  </a:extLst>
                </p14:cNvPr>
                <p14:cNvContentPartPr/>
                <p14:nvPr/>
              </p14:nvContentPartPr>
              <p14:xfrm>
                <a:off x="5498462" y="2438203"/>
                <a:ext cx="720" cy="288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02FEA0CF-0184-F94B-9524-33E0846A7639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5489822" y="2429563"/>
                  <a:ext cx="18360" cy="2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" name="Group 275">
            <a:extLst>
              <a:ext uri="{FF2B5EF4-FFF2-40B4-BE49-F238E27FC236}">
                <a16:creationId xmlns:a16="http://schemas.microsoft.com/office/drawing/2014/main" id="{5C080623-4EB4-E469-BA0B-9BFA36BE956E}"/>
              </a:ext>
            </a:extLst>
          </p:cNvPr>
          <p:cNvGrpSpPr/>
          <p:nvPr/>
        </p:nvGrpSpPr>
        <p:grpSpPr>
          <a:xfrm>
            <a:off x="5615102" y="2131843"/>
            <a:ext cx="494280" cy="475560"/>
            <a:chOff x="5615102" y="2131843"/>
            <a:chExt cx="494280" cy="475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69AE564D-AAAC-BD78-A1D9-F6F9DD902A43}"/>
                    </a:ext>
                  </a:extLst>
                </p14:cNvPr>
                <p14:cNvContentPartPr/>
                <p14:nvPr/>
              </p14:nvContentPartPr>
              <p14:xfrm>
                <a:off x="5615102" y="2329843"/>
                <a:ext cx="272520" cy="21960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69AE564D-AAAC-BD78-A1D9-F6F9DD902A43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5606462" y="2320843"/>
                  <a:ext cx="29016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881C9775-D8AE-48E6-5603-D78C3D71D27F}"/>
                    </a:ext>
                  </a:extLst>
                </p14:cNvPr>
                <p14:cNvContentPartPr/>
                <p14:nvPr/>
              </p14:nvContentPartPr>
              <p14:xfrm>
                <a:off x="5981222" y="2508043"/>
                <a:ext cx="113760" cy="9936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881C9775-D8AE-48E6-5603-D78C3D71D27F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5972222" y="2499043"/>
                  <a:ext cx="13140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C6CB4DB2-5E41-5518-FDA1-7E060852BAA2}"/>
                    </a:ext>
                  </a:extLst>
                </p14:cNvPr>
                <p14:cNvContentPartPr/>
                <p14:nvPr/>
              </p14:nvContentPartPr>
              <p14:xfrm>
                <a:off x="5927582" y="2131843"/>
                <a:ext cx="49320" cy="19728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C6CB4DB2-5E41-5518-FDA1-7E060852BAA2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5918582" y="2123203"/>
                  <a:ext cx="6696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1D499310-E5F2-58E5-8981-BC5A55EF3D44}"/>
                    </a:ext>
                  </a:extLst>
                </p14:cNvPr>
                <p14:cNvContentPartPr/>
                <p14:nvPr/>
              </p14:nvContentPartPr>
              <p14:xfrm>
                <a:off x="5975462" y="2262883"/>
                <a:ext cx="133920" cy="6084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1D499310-E5F2-58E5-8981-BC5A55EF3D44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5966462" y="2253883"/>
                  <a:ext cx="151560" cy="7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6" name="Group 285">
            <a:extLst>
              <a:ext uri="{FF2B5EF4-FFF2-40B4-BE49-F238E27FC236}">
                <a16:creationId xmlns:a16="http://schemas.microsoft.com/office/drawing/2014/main" id="{8A84EAEB-E5B6-8C40-CF81-DA2455545886}"/>
              </a:ext>
            </a:extLst>
          </p:cNvPr>
          <p:cNvGrpSpPr/>
          <p:nvPr/>
        </p:nvGrpSpPr>
        <p:grpSpPr>
          <a:xfrm>
            <a:off x="6427622" y="2389603"/>
            <a:ext cx="155880" cy="144000"/>
            <a:chOff x="6427622" y="2389603"/>
            <a:chExt cx="155880" cy="144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BB95F35C-89E5-96A8-F0A4-0CF3A590BE69}"/>
                    </a:ext>
                  </a:extLst>
                </p14:cNvPr>
                <p14:cNvContentPartPr/>
                <p14:nvPr/>
              </p14:nvContentPartPr>
              <p14:xfrm>
                <a:off x="6472622" y="2389603"/>
                <a:ext cx="57240" cy="14400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BB95F35C-89E5-96A8-F0A4-0CF3A590BE69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6463982" y="2380603"/>
                  <a:ext cx="7488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DE2BC38B-51A0-5F30-BAAC-F8A69A7CE22F}"/>
                    </a:ext>
                  </a:extLst>
                </p14:cNvPr>
                <p14:cNvContentPartPr/>
                <p14:nvPr/>
              </p14:nvContentPartPr>
              <p14:xfrm>
                <a:off x="6427622" y="2470603"/>
                <a:ext cx="155880" cy="1260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DE2BC38B-51A0-5F30-BAAC-F8A69A7CE22F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6418982" y="2461603"/>
                  <a:ext cx="173520" cy="3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5" name="Group 284">
            <a:extLst>
              <a:ext uri="{FF2B5EF4-FFF2-40B4-BE49-F238E27FC236}">
                <a16:creationId xmlns:a16="http://schemas.microsoft.com/office/drawing/2014/main" id="{E1292235-27AB-5CFA-257C-D156BC77DCC9}"/>
              </a:ext>
            </a:extLst>
          </p:cNvPr>
          <p:cNvGrpSpPr/>
          <p:nvPr/>
        </p:nvGrpSpPr>
        <p:grpSpPr>
          <a:xfrm>
            <a:off x="6752342" y="2286643"/>
            <a:ext cx="873000" cy="304200"/>
            <a:chOff x="6752342" y="2286643"/>
            <a:chExt cx="873000" cy="30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50C76CF7-2033-6E2D-08D2-ABC208651D2D}"/>
                    </a:ext>
                  </a:extLst>
                </p14:cNvPr>
                <p14:cNvContentPartPr/>
                <p14:nvPr/>
              </p14:nvContentPartPr>
              <p14:xfrm>
                <a:off x="6752342" y="2410483"/>
                <a:ext cx="163080" cy="10368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50C76CF7-2033-6E2D-08D2-ABC208651D2D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6743702" y="2401843"/>
                  <a:ext cx="18072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4A090033-397B-AAAB-A7B2-C038C429FA55}"/>
                    </a:ext>
                  </a:extLst>
                </p14:cNvPr>
                <p14:cNvContentPartPr/>
                <p14:nvPr/>
              </p14:nvContentPartPr>
              <p14:xfrm>
                <a:off x="6831902" y="2442163"/>
                <a:ext cx="51840" cy="8964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4A090033-397B-AAAB-A7B2-C038C429FA55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6822902" y="2433523"/>
                  <a:ext cx="6948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4CF6756D-ED79-0F3D-BCE2-F1CCBE122B91}"/>
                    </a:ext>
                  </a:extLst>
                </p14:cNvPr>
                <p14:cNvContentPartPr/>
                <p14:nvPr/>
              </p14:nvContentPartPr>
              <p14:xfrm>
                <a:off x="6957182" y="2286643"/>
                <a:ext cx="146520" cy="27288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4CF6756D-ED79-0F3D-BCE2-F1CCBE122B91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6948542" y="2277643"/>
                  <a:ext cx="16416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35A8A102-1966-7BC8-1E03-1430A24B5136}"/>
                    </a:ext>
                  </a:extLst>
                </p14:cNvPr>
                <p14:cNvContentPartPr/>
                <p14:nvPr/>
              </p14:nvContentPartPr>
              <p14:xfrm>
                <a:off x="7124222" y="2384563"/>
                <a:ext cx="181440" cy="14796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35A8A102-1966-7BC8-1E03-1430A24B5136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7115222" y="2375563"/>
                  <a:ext cx="19908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AD9AC50F-179B-3291-5505-B76B6DDAE1F9}"/>
                    </a:ext>
                  </a:extLst>
                </p14:cNvPr>
                <p14:cNvContentPartPr/>
                <p14:nvPr/>
              </p14:nvContentPartPr>
              <p14:xfrm>
                <a:off x="7274702" y="2307163"/>
                <a:ext cx="189000" cy="28368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AD9AC50F-179B-3291-5505-B76B6DDAE1F9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7265702" y="2298523"/>
                  <a:ext cx="20664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D72D3D86-1CE6-411D-AAA8-03F476233A5C}"/>
                    </a:ext>
                  </a:extLst>
                </p14:cNvPr>
                <p14:cNvContentPartPr/>
                <p14:nvPr/>
              </p14:nvContentPartPr>
              <p14:xfrm>
                <a:off x="7613462" y="2431363"/>
                <a:ext cx="11880" cy="108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D72D3D86-1CE6-411D-AAA8-03F476233A5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604822" y="2422723"/>
                  <a:ext cx="29520" cy="1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8" name="Group 297">
            <a:extLst>
              <a:ext uri="{FF2B5EF4-FFF2-40B4-BE49-F238E27FC236}">
                <a16:creationId xmlns:a16="http://schemas.microsoft.com/office/drawing/2014/main" id="{987C2AE9-2FB9-B6DB-5353-CBF434CF1EE6}"/>
              </a:ext>
            </a:extLst>
          </p:cNvPr>
          <p:cNvGrpSpPr/>
          <p:nvPr/>
        </p:nvGrpSpPr>
        <p:grpSpPr>
          <a:xfrm>
            <a:off x="7709942" y="2109523"/>
            <a:ext cx="1189440" cy="470880"/>
            <a:chOff x="7709942" y="2109523"/>
            <a:chExt cx="1189440" cy="47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51D60903-1559-5633-87B3-82BE0F719DB8}"/>
                    </a:ext>
                  </a:extLst>
                </p14:cNvPr>
                <p14:cNvContentPartPr/>
                <p14:nvPr/>
              </p14:nvContentPartPr>
              <p14:xfrm>
                <a:off x="7709942" y="2321203"/>
                <a:ext cx="267480" cy="20808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51D60903-1559-5633-87B3-82BE0F719DB8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7701302" y="2312563"/>
                  <a:ext cx="28512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E4F44DD1-2B06-B5B3-710B-86228DBFB3CB}"/>
                    </a:ext>
                  </a:extLst>
                </p14:cNvPr>
                <p14:cNvContentPartPr/>
                <p14:nvPr/>
              </p14:nvContentPartPr>
              <p14:xfrm>
                <a:off x="8059862" y="2472403"/>
                <a:ext cx="111960" cy="6372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E4F44DD1-2B06-B5B3-710B-86228DBFB3CB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8050862" y="2463403"/>
                  <a:ext cx="12960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F8BA836B-A084-A269-F9F4-831A5DBA8861}"/>
                    </a:ext>
                  </a:extLst>
                </p14:cNvPr>
                <p14:cNvContentPartPr/>
                <p14:nvPr/>
              </p14:nvContentPartPr>
              <p14:xfrm>
                <a:off x="8135822" y="2482483"/>
                <a:ext cx="26280" cy="9792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F8BA836B-A084-A269-F9F4-831A5DBA8861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8127182" y="2473483"/>
                  <a:ext cx="439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3AE02347-A8AA-CFA3-87A6-086C60C508EF}"/>
                    </a:ext>
                  </a:extLst>
                </p14:cNvPr>
                <p14:cNvContentPartPr/>
                <p14:nvPr/>
              </p14:nvContentPartPr>
              <p14:xfrm>
                <a:off x="8016302" y="2109523"/>
                <a:ext cx="48240" cy="16740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3AE02347-A8AA-CFA3-87A6-086C60C508EF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8007662" y="2100883"/>
                  <a:ext cx="6588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A6295F89-B1AE-31CB-DD42-51B86A27CB54}"/>
                    </a:ext>
                  </a:extLst>
                </p14:cNvPr>
                <p14:cNvContentPartPr/>
                <p14:nvPr/>
              </p14:nvContentPartPr>
              <p14:xfrm>
                <a:off x="8069582" y="2203843"/>
                <a:ext cx="110160" cy="5760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A6295F89-B1AE-31CB-DD42-51B86A27CB54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8060582" y="2194843"/>
                  <a:ext cx="12780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1937B6C6-8733-1628-992B-16CD29A0C0AF}"/>
                    </a:ext>
                  </a:extLst>
                </p14:cNvPr>
                <p14:cNvContentPartPr/>
                <p14:nvPr/>
              </p14:nvContentPartPr>
              <p14:xfrm>
                <a:off x="8299262" y="2418763"/>
                <a:ext cx="3600" cy="1764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1937B6C6-8733-1628-992B-16CD29A0C0AF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8290622" y="2410123"/>
                  <a:ext cx="212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090561D0-E929-C7FD-6725-94A5AA6454F4}"/>
                    </a:ext>
                  </a:extLst>
                </p14:cNvPr>
                <p14:cNvContentPartPr/>
                <p14:nvPr/>
              </p14:nvContentPartPr>
              <p14:xfrm>
                <a:off x="8412302" y="2340283"/>
                <a:ext cx="265680" cy="16524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090561D0-E929-C7FD-6725-94A5AA6454F4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8403662" y="2331283"/>
                  <a:ext cx="28332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6BC9ED3A-BF1B-B6C1-E1B8-7FAE7B3DD6FB}"/>
                    </a:ext>
                  </a:extLst>
                </p14:cNvPr>
                <p14:cNvContentPartPr/>
                <p14:nvPr/>
              </p14:nvContentPartPr>
              <p14:xfrm>
                <a:off x="8723702" y="2483563"/>
                <a:ext cx="162000" cy="8532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6BC9ED3A-BF1B-B6C1-E1B8-7FAE7B3DD6FB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8714702" y="2474563"/>
                  <a:ext cx="17964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1911E9F2-6E71-7124-B2F7-CB57BCFC53F7}"/>
                    </a:ext>
                  </a:extLst>
                </p14:cNvPr>
                <p14:cNvContentPartPr/>
                <p14:nvPr/>
              </p14:nvContentPartPr>
              <p14:xfrm>
                <a:off x="8722262" y="2154523"/>
                <a:ext cx="48960" cy="14076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1911E9F2-6E71-7124-B2F7-CB57BCFC53F7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8713622" y="2145523"/>
                  <a:ext cx="6660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70F6043B-39AE-960D-E584-79B87E28077C}"/>
                    </a:ext>
                  </a:extLst>
                </p14:cNvPr>
                <p14:cNvContentPartPr/>
                <p14:nvPr/>
              </p14:nvContentPartPr>
              <p14:xfrm>
                <a:off x="8782022" y="2225083"/>
                <a:ext cx="117360" cy="6516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70F6043B-39AE-960D-E584-79B87E28077C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8773382" y="2216083"/>
                  <a:ext cx="135000" cy="8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1" name="Group 300">
            <a:extLst>
              <a:ext uri="{FF2B5EF4-FFF2-40B4-BE49-F238E27FC236}">
                <a16:creationId xmlns:a16="http://schemas.microsoft.com/office/drawing/2014/main" id="{B005CB5A-DB7E-E937-6C4F-CC7C12B0717E}"/>
              </a:ext>
            </a:extLst>
          </p:cNvPr>
          <p:cNvGrpSpPr/>
          <p:nvPr/>
        </p:nvGrpSpPr>
        <p:grpSpPr>
          <a:xfrm>
            <a:off x="1466462" y="3292123"/>
            <a:ext cx="162360" cy="69120"/>
            <a:chOff x="1466462" y="3292123"/>
            <a:chExt cx="162360" cy="6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AAFC27EA-A6D7-66C9-AE1E-7672661C26FA}"/>
                    </a:ext>
                  </a:extLst>
                </p14:cNvPr>
                <p14:cNvContentPartPr/>
                <p14:nvPr/>
              </p14:nvContentPartPr>
              <p14:xfrm>
                <a:off x="1497062" y="3354403"/>
                <a:ext cx="131760" cy="684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AAFC27EA-A6D7-66C9-AE1E-7672661C26FA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1488062" y="3345403"/>
                  <a:ext cx="1494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9AC7B046-7698-1D50-3554-7D9848A5DD38}"/>
                    </a:ext>
                  </a:extLst>
                </p14:cNvPr>
                <p14:cNvContentPartPr/>
                <p14:nvPr/>
              </p14:nvContentPartPr>
              <p14:xfrm>
                <a:off x="1466462" y="3292123"/>
                <a:ext cx="155520" cy="1080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9AC7B046-7698-1D50-3554-7D9848A5DD38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1457822" y="3283483"/>
                  <a:ext cx="173160" cy="2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0" name="Group 319">
            <a:extLst>
              <a:ext uri="{FF2B5EF4-FFF2-40B4-BE49-F238E27FC236}">
                <a16:creationId xmlns:a16="http://schemas.microsoft.com/office/drawing/2014/main" id="{BB6FB563-F774-33BD-3D11-DC461866E2D0}"/>
              </a:ext>
            </a:extLst>
          </p:cNvPr>
          <p:cNvGrpSpPr/>
          <p:nvPr/>
        </p:nvGrpSpPr>
        <p:grpSpPr>
          <a:xfrm>
            <a:off x="1939862" y="3061723"/>
            <a:ext cx="2178360" cy="311760"/>
            <a:chOff x="1939862" y="3061723"/>
            <a:chExt cx="2178360" cy="311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A2A4B028-1ECC-C10D-D506-E98CE8105020}"/>
                    </a:ext>
                  </a:extLst>
                </p14:cNvPr>
                <p14:cNvContentPartPr/>
                <p14:nvPr/>
              </p14:nvContentPartPr>
              <p14:xfrm>
                <a:off x="1939862" y="3251803"/>
                <a:ext cx="155880" cy="11628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A2A4B028-1ECC-C10D-D506-E98CE8105020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1931222" y="3243163"/>
                  <a:ext cx="17352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A7B7AEDE-F23B-FE9F-88CA-23155355AB25}"/>
                    </a:ext>
                  </a:extLst>
                </p14:cNvPr>
                <p14:cNvContentPartPr/>
                <p14:nvPr/>
              </p14:nvContentPartPr>
              <p14:xfrm>
                <a:off x="1972262" y="3263323"/>
                <a:ext cx="84960" cy="10476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A7B7AEDE-F23B-FE9F-88CA-23155355AB25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1963622" y="3254323"/>
                  <a:ext cx="10260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04056E94-E9DB-CB50-DDF2-F0ED1B21A4A5}"/>
                    </a:ext>
                  </a:extLst>
                </p14:cNvPr>
                <p14:cNvContentPartPr/>
                <p14:nvPr/>
              </p14:nvContentPartPr>
              <p14:xfrm>
                <a:off x="2124902" y="3140203"/>
                <a:ext cx="159480" cy="23328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04056E94-E9DB-CB50-DDF2-F0ED1B21A4A5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2115902" y="3131563"/>
                  <a:ext cx="17712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2F39B8AB-AC91-551B-1DE8-2E8ADD96652C}"/>
                    </a:ext>
                  </a:extLst>
                </p14:cNvPr>
                <p14:cNvContentPartPr/>
                <p14:nvPr/>
              </p14:nvContentPartPr>
              <p14:xfrm>
                <a:off x="2269622" y="3223003"/>
                <a:ext cx="136080" cy="9648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2F39B8AB-AC91-551B-1DE8-2E8ADD96652C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2260622" y="3214003"/>
                  <a:ext cx="15372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CDFBC808-7A08-23BE-7F82-0220C1885711}"/>
                    </a:ext>
                  </a:extLst>
                </p14:cNvPr>
                <p14:cNvContentPartPr/>
                <p14:nvPr/>
              </p14:nvContentPartPr>
              <p14:xfrm>
                <a:off x="2369702" y="3142723"/>
                <a:ext cx="154800" cy="22788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CDFBC808-7A08-23BE-7F82-0220C1885711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2360702" y="3133723"/>
                  <a:ext cx="17244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81BDA9FD-B291-B324-5E6B-8A7CC12366DD}"/>
                    </a:ext>
                  </a:extLst>
                </p14:cNvPr>
                <p14:cNvContentPartPr/>
                <p14:nvPr/>
              </p14:nvContentPartPr>
              <p14:xfrm>
                <a:off x="2708102" y="3199963"/>
                <a:ext cx="23400" cy="9972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81BDA9FD-B291-B324-5E6B-8A7CC12366DD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2699102" y="3190963"/>
                  <a:ext cx="410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D189FF9F-AF8E-7F04-1F06-6CCBC043E6F6}"/>
                    </a:ext>
                  </a:extLst>
                </p14:cNvPr>
                <p14:cNvContentPartPr/>
                <p14:nvPr/>
              </p14:nvContentPartPr>
              <p14:xfrm>
                <a:off x="2650862" y="3250003"/>
                <a:ext cx="147600" cy="288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D189FF9F-AF8E-7F04-1F06-6CCBC043E6F6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2642222" y="3241003"/>
                  <a:ext cx="16524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668C959A-5EE9-6B2B-F54C-BA1356445C57}"/>
                    </a:ext>
                  </a:extLst>
                </p14:cNvPr>
                <p14:cNvContentPartPr/>
                <p14:nvPr/>
              </p14:nvContentPartPr>
              <p14:xfrm>
                <a:off x="2952182" y="3195283"/>
                <a:ext cx="163440" cy="112680"/>
              </p14:xfrm>
            </p:contentPart>
          </mc:Choice>
          <mc:Fallback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668C959A-5EE9-6B2B-F54C-BA1356445C57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2943542" y="3186283"/>
                  <a:ext cx="18108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4C4D8C8B-5CD8-ED59-7247-6A347EAE0FDF}"/>
                    </a:ext>
                  </a:extLst>
                </p14:cNvPr>
                <p14:cNvContentPartPr/>
                <p14:nvPr/>
              </p14:nvContentPartPr>
              <p14:xfrm>
                <a:off x="3004382" y="3233083"/>
                <a:ext cx="70920" cy="9252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4C4D8C8B-5CD8-ED59-7247-6A347EAE0FDF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2995382" y="3224083"/>
                  <a:ext cx="8856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D3702CED-8B19-044E-586F-2EED61E02FAC}"/>
                    </a:ext>
                  </a:extLst>
                </p14:cNvPr>
                <p14:cNvContentPartPr/>
                <p14:nvPr/>
              </p14:nvContentPartPr>
              <p14:xfrm>
                <a:off x="3161702" y="3092683"/>
                <a:ext cx="90000" cy="23652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D3702CED-8B19-044E-586F-2EED61E02FAC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3153062" y="3084043"/>
                  <a:ext cx="10764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38363FFF-F9DB-70BF-B38B-79C095665BBC}"/>
                    </a:ext>
                  </a:extLst>
                </p14:cNvPr>
                <p14:cNvContentPartPr/>
                <p14:nvPr/>
              </p14:nvContentPartPr>
              <p14:xfrm>
                <a:off x="3286982" y="3181963"/>
                <a:ext cx="115920" cy="110520"/>
              </p14:xfrm>
            </p:contentPart>
          </mc:Choice>
          <mc:Fallback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38363FFF-F9DB-70BF-B38B-79C095665BBC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3277982" y="3173323"/>
                  <a:ext cx="13356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C02FDC13-4751-1834-C1F6-8B8839816CA8}"/>
                    </a:ext>
                  </a:extLst>
                </p14:cNvPr>
                <p14:cNvContentPartPr/>
                <p14:nvPr/>
              </p14:nvContentPartPr>
              <p14:xfrm>
                <a:off x="3360422" y="3104563"/>
                <a:ext cx="167040" cy="223200"/>
              </p14:xfrm>
            </p:contentPart>
          </mc:Choice>
          <mc:Fallback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C02FDC13-4751-1834-C1F6-8B8839816CA8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3351782" y="3095563"/>
                  <a:ext cx="18468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15712E5A-2076-E633-EEB1-E4C82F60D3E9}"/>
                    </a:ext>
                  </a:extLst>
                </p14:cNvPr>
                <p14:cNvContentPartPr/>
                <p14:nvPr/>
              </p14:nvContentPartPr>
              <p14:xfrm>
                <a:off x="3695222" y="3205363"/>
                <a:ext cx="107640" cy="1656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15712E5A-2076-E633-EEB1-E4C82F60D3E9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3686582" y="3196363"/>
                  <a:ext cx="1252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9DB1AC0E-C633-C0D1-426E-CB4488183A27}"/>
                    </a:ext>
                  </a:extLst>
                </p14:cNvPr>
                <p14:cNvContentPartPr/>
                <p14:nvPr/>
              </p14:nvContentPartPr>
              <p14:xfrm>
                <a:off x="3898622" y="3135523"/>
                <a:ext cx="27720" cy="11196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9DB1AC0E-C633-C0D1-426E-CB4488183A27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3889622" y="3126523"/>
                  <a:ext cx="4536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AF496E03-C7A6-470A-14C6-72DDECD36518}"/>
                    </a:ext>
                  </a:extLst>
                </p14:cNvPr>
                <p14:cNvContentPartPr/>
                <p14:nvPr/>
              </p14:nvContentPartPr>
              <p14:xfrm>
                <a:off x="3958742" y="3066403"/>
                <a:ext cx="159480" cy="24876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AF496E03-C7A6-470A-14C6-72DDECD36518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3950102" y="3057403"/>
                  <a:ext cx="17712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D712A329-9868-D60A-8885-4A9DC1DD940B}"/>
                    </a:ext>
                  </a:extLst>
                </p14:cNvPr>
                <p14:cNvContentPartPr/>
                <p14:nvPr/>
              </p14:nvContentPartPr>
              <p14:xfrm>
                <a:off x="3563822" y="3061723"/>
                <a:ext cx="128160" cy="295920"/>
              </p14:xfrm>
            </p:contentPart>
          </mc:Choice>
          <mc:Fallback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D712A329-9868-D60A-8885-4A9DC1DD940B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3555182" y="3053083"/>
                  <a:ext cx="145800" cy="31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3" name="Group 322">
            <a:extLst>
              <a:ext uri="{FF2B5EF4-FFF2-40B4-BE49-F238E27FC236}">
                <a16:creationId xmlns:a16="http://schemas.microsoft.com/office/drawing/2014/main" id="{8C0FDBBD-79B0-CFB5-82BB-A26CB119D61E}"/>
              </a:ext>
            </a:extLst>
          </p:cNvPr>
          <p:cNvGrpSpPr/>
          <p:nvPr/>
        </p:nvGrpSpPr>
        <p:grpSpPr>
          <a:xfrm>
            <a:off x="4394702" y="3106003"/>
            <a:ext cx="198000" cy="147240"/>
            <a:chOff x="4394702" y="3106003"/>
            <a:chExt cx="198000" cy="14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9D351ED0-D4A6-92BD-878A-CA7D48E53116}"/>
                    </a:ext>
                  </a:extLst>
                </p14:cNvPr>
                <p14:cNvContentPartPr/>
                <p14:nvPr/>
              </p14:nvContentPartPr>
              <p14:xfrm>
                <a:off x="4447622" y="3106003"/>
                <a:ext cx="67680" cy="147240"/>
              </p14:xfrm>
            </p:contentPart>
          </mc:Choice>
          <mc:Fallback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9D351ED0-D4A6-92BD-878A-CA7D48E53116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4438982" y="3097363"/>
                  <a:ext cx="8532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75AFFC90-130C-DC0E-A13D-02E050645880}"/>
                    </a:ext>
                  </a:extLst>
                </p14:cNvPr>
                <p14:cNvContentPartPr/>
                <p14:nvPr/>
              </p14:nvContentPartPr>
              <p14:xfrm>
                <a:off x="4394702" y="3199243"/>
                <a:ext cx="198000" cy="3960"/>
              </p14:xfrm>
            </p:contentPart>
          </mc:Choice>
          <mc:Fallback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75AFFC90-130C-DC0E-A13D-02E050645880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4386062" y="3190243"/>
                  <a:ext cx="215640" cy="2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8" name="Group 337">
            <a:extLst>
              <a:ext uri="{FF2B5EF4-FFF2-40B4-BE49-F238E27FC236}">
                <a16:creationId xmlns:a16="http://schemas.microsoft.com/office/drawing/2014/main" id="{25B1ED48-869F-324A-5BED-0E6C4B5652BC}"/>
              </a:ext>
            </a:extLst>
          </p:cNvPr>
          <p:cNvGrpSpPr/>
          <p:nvPr/>
        </p:nvGrpSpPr>
        <p:grpSpPr>
          <a:xfrm>
            <a:off x="4792502" y="2932843"/>
            <a:ext cx="1920600" cy="422280"/>
            <a:chOff x="4792502" y="2932843"/>
            <a:chExt cx="1920600" cy="42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B38AB3B5-585F-55F4-8DCB-CB49E843F434}"/>
                    </a:ext>
                  </a:extLst>
                </p14:cNvPr>
                <p14:cNvContentPartPr/>
                <p14:nvPr/>
              </p14:nvContentPartPr>
              <p14:xfrm>
                <a:off x="4792502" y="2932843"/>
                <a:ext cx="111600" cy="42228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B38AB3B5-585F-55F4-8DCB-CB49E843F434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4783862" y="2924203"/>
                  <a:ext cx="129240" cy="43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ABF7A505-B6B1-B4F0-9A11-94E822449E3B}"/>
                    </a:ext>
                  </a:extLst>
                </p14:cNvPr>
                <p14:cNvContentPartPr/>
                <p14:nvPr/>
              </p14:nvContentPartPr>
              <p14:xfrm>
                <a:off x="4983302" y="3118963"/>
                <a:ext cx="148320" cy="111600"/>
              </p14:xfrm>
            </p:contentPart>
          </mc:Choice>
          <mc:Fallback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ABF7A505-B6B1-B4F0-9A11-94E822449E3B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4974302" y="3110323"/>
                  <a:ext cx="16596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B935CF4B-4E94-ACF5-FC44-9EE0BA78BA92}"/>
                    </a:ext>
                  </a:extLst>
                </p14:cNvPr>
                <p14:cNvContentPartPr/>
                <p14:nvPr/>
              </p14:nvContentPartPr>
              <p14:xfrm>
                <a:off x="5046662" y="3143803"/>
                <a:ext cx="56520" cy="104400"/>
              </p14:xfrm>
            </p:contentPart>
          </mc:Choice>
          <mc:Fallback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B935CF4B-4E94-ACF5-FC44-9EE0BA78BA92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5038022" y="3134803"/>
                  <a:ext cx="7416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E44ECC9F-6FBF-59AE-0E42-7638F8DDF16B}"/>
                    </a:ext>
                  </a:extLst>
                </p14:cNvPr>
                <p14:cNvContentPartPr/>
                <p14:nvPr/>
              </p14:nvContentPartPr>
              <p14:xfrm>
                <a:off x="5196062" y="3013843"/>
                <a:ext cx="114120" cy="251640"/>
              </p14:xfrm>
            </p:contentPart>
          </mc:Choice>
          <mc:Fallback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E44ECC9F-6FBF-59AE-0E42-7638F8DDF16B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5187062" y="3004843"/>
                  <a:ext cx="13176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5596DEA5-1A30-DA63-0FA2-9B161C58C131}"/>
                    </a:ext>
                  </a:extLst>
                </p14:cNvPr>
                <p14:cNvContentPartPr/>
                <p14:nvPr/>
              </p14:nvContentPartPr>
              <p14:xfrm>
                <a:off x="5337542" y="3116803"/>
                <a:ext cx="50760" cy="9972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5596DEA5-1A30-DA63-0FA2-9B161C58C131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5328542" y="3107803"/>
                  <a:ext cx="6840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87BB31D3-218F-FD66-CCFD-2536652A4D6B}"/>
                    </a:ext>
                  </a:extLst>
                </p14:cNvPr>
                <p14:cNvContentPartPr/>
                <p14:nvPr/>
              </p14:nvContentPartPr>
              <p14:xfrm>
                <a:off x="5394062" y="3019243"/>
                <a:ext cx="171720" cy="24696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87BB31D3-218F-FD66-CCFD-2536652A4D6B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5385062" y="3010243"/>
                  <a:ext cx="18936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82C64F58-9171-5195-055D-68BFA83D90CB}"/>
                    </a:ext>
                  </a:extLst>
                </p14:cNvPr>
                <p14:cNvContentPartPr/>
                <p14:nvPr/>
              </p14:nvContentPartPr>
              <p14:xfrm>
                <a:off x="5804822" y="3073963"/>
                <a:ext cx="28800" cy="123840"/>
              </p14:xfrm>
            </p:contentPart>
          </mc:Choice>
          <mc:Fallback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82C64F58-9171-5195-055D-68BFA83D90CB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5796182" y="3064963"/>
                  <a:ext cx="4644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9AA8F671-0583-5174-FE24-4BFF03C87DB6}"/>
                    </a:ext>
                  </a:extLst>
                </p14:cNvPr>
                <p14:cNvContentPartPr/>
                <p14:nvPr/>
              </p14:nvContentPartPr>
              <p14:xfrm>
                <a:off x="5702222" y="3143803"/>
                <a:ext cx="201240" cy="10800"/>
              </p14:xfrm>
            </p:contentPart>
          </mc:Choice>
          <mc:Fallback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9AA8F671-0583-5174-FE24-4BFF03C87DB6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5693582" y="3134803"/>
                  <a:ext cx="2188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F5403BF3-AC69-3F57-7DAE-7CE982330812}"/>
                    </a:ext>
                  </a:extLst>
                </p14:cNvPr>
                <p14:cNvContentPartPr/>
                <p14:nvPr/>
              </p14:nvContentPartPr>
              <p14:xfrm>
                <a:off x="6020822" y="3096283"/>
                <a:ext cx="149400" cy="99720"/>
              </p14:xfrm>
            </p:contentPart>
          </mc:Choice>
          <mc:Fallback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F5403BF3-AC69-3F57-7DAE-7CE982330812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6011822" y="3087643"/>
                  <a:ext cx="1670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90EE610E-6EFA-F874-B080-4BD718AF94A7}"/>
                    </a:ext>
                  </a:extLst>
                </p14:cNvPr>
                <p14:cNvContentPartPr/>
                <p14:nvPr/>
              </p14:nvContentPartPr>
              <p14:xfrm>
                <a:off x="6051782" y="3114643"/>
                <a:ext cx="99720" cy="97920"/>
              </p14:xfrm>
            </p:contentPart>
          </mc:Choice>
          <mc:Fallback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90EE610E-6EFA-F874-B080-4BD718AF94A7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6042782" y="3106003"/>
                  <a:ext cx="11736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62071A4D-8B75-4895-62DA-70E724DC2E6F}"/>
                    </a:ext>
                  </a:extLst>
                </p14:cNvPr>
                <p14:cNvContentPartPr/>
                <p14:nvPr/>
              </p14:nvContentPartPr>
              <p14:xfrm>
                <a:off x="6220982" y="2971363"/>
                <a:ext cx="151920" cy="294840"/>
              </p14:xfrm>
            </p:contentPart>
          </mc:Choice>
          <mc:Fallback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62071A4D-8B75-4895-62DA-70E724DC2E6F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6212342" y="2962723"/>
                  <a:ext cx="16956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8DC67FAC-C04B-7611-BE36-C1864F70BF89}"/>
                    </a:ext>
                  </a:extLst>
                </p14:cNvPr>
                <p14:cNvContentPartPr/>
                <p14:nvPr/>
              </p14:nvContentPartPr>
              <p14:xfrm>
                <a:off x="6387662" y="3062083"/>
                <a:ext cx="122760" cy="141840"/>
              </p14:xfrm>
            </p:contentPart>
          </mc:Choice>
          <mc:Fallback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8DC67FAC-C04B-7611-BE36-C1864F70BF89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6378662" y="3053083"/>
                  <a:ext cx="14040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3BE4C1E3-6A05-3214-84BB-6D22DA4FE989}"/>
                    </a:ext>
                  </a:extLst>
                </p14:cNvPr>
                <p14:cNvContentPartPr/>
                <p14:nvPr/>
              </p14:nvContentPartPr>
              <p14:xfrm>
                <a:off x="6582422" y="3004483"/>
                <a:ext cx="130680" cy="274680"/>
              </p14:xfrm>
            </p:contentPart>
          </mc:Choice>
          <mc:Fallback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3BE4C1E3-6A05-3214-84BB-6D22DA4FE989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6573782" y="2995843"/>
                  <a:ext cx="148320" cy="29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1" name="Group 340">
            <a:extLst>
              <a:ext uri="{FF2B5EF4-FFF2-40B4-BE49-F238E27FC236}">
                <a16:creationId xmlns:a16="http://schemas.microsoft.com/office/drawing/2014/main" id="{EE8DAD5C-7994-9184-EF7F-4DDF7EFF23FE}"/>
              </a:ext>
            </a:extLst>
          </p:cNvPr>
          <p:cNvGrpSpPr/>
          <p:nvPr/>
        </p:nvGrpSpPr>
        <p:grpSpPr>
          <a:xfrm>
            <a:off x="4001222" y="2850403"/>
            <a:ext cx="212040" cy="182160"/>
            <a:chOff x="4001222" y="2850403"/>
            <a:chExt cx="212040" cy="182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036D24E2-04AE-BDBE-83D9-5B749D67EF94}"/>
                    </a:ext>
                  </a:extLst>
                </p14:cNvPr>
                <p14:cNvContentPartPr/>
                <p14:nvPr/>
              </p14:nvContentPartPr>
              <p14:xfrm>
                <a:off x="4001222" y="2850403"/>
                <a:ext cx="84600" cy="182160"/>
              </p14:xfrm>
            </p:contentPart>
          </mc:Choice>
          <mc:Fallback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036D24E2-04AE-BDBE-83D9-5B749D67EF94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3992222" y="2841763"/>
                  <a:ext cx="10224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265B9968-C27E-488F-FA39-9A27D3165C06}"/>
                    </a:ext>
                  </a:extLst>
                </p14:cNvPr>
                <p14:cNvContentPartPr/>
                <p14:nvPr/>
              </p14:nvContentPartPr>
              <p14:xfrm>
                <a:off x="4075382" y="2933203"/>
                <a:ext cx="137880" cy="84960"/>
              </p14:xfrm>
            </p:contentPart>
          </mc:Choice>
          <mc:Fallback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265B9968-C27E-488F-FA39-9A27D3165C06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4066742" y="2924203"/>
                  <a:ext cx="155520" cy="10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5" name="Group 354">
            <a:extLst>
              <a:ext uri="{FF2B5EF4-FFF2-40B4-BE49-F238E27FC236}">
                <a16:creationId xmlns:a16="http://schemas.microsoft.com/office/drawing/2014/main" id="{3BE1687D-19C8-FEFA-4DD1-8C882F930F67}"/>
              </a:ext>
            </a:extLst>
          </p:cNvPr>
          <p:cNvGrpSpPr/>
          <p:nvPr/>
        </p:nvGrpSpPr>
        <p:grpSpPr>
          <a:xfrm>
            <a:off x="6832622" y="2883883"/>
            <a:ext cx="1598040" cy="382680"/>
            <a:chOff x="6832622" y="2883883"/>
            <a:chExt cx="1598040" cy="38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37CCF147-BA43-C587-FEB2-25EF69729FA6}"/>
                    </a:ext>
                  </a:extLst>
                </p14:cNvPr>
                <p14:cNvContentPartPr/>
                <p14:nvPr/>
              </p14:nvContentPartPr>
              <p14:xfrm>
                <a:off x="6832622" y="2999443"/>
                <a:ext cx="101160" cy="241200"/>
              </p14:xfrm>
            </p:contentPart>
          </mc:Choice>
          <mc:Fallback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37CCF147-BA43-C587-FEB2-25EF69729FA6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6823982" y="2990803"/>
                  <a:ext cx="11880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FE52F459-3363-7022-1CFA-2FA9506292D9}"/>
                    </a:ext>
                  </a:extLst>
                </p14:cNvPr>
                <p14:cNvContentPartPr/>
                <p14:nvPr/>
              </p14:nvContentPartPr>
              <p14:xfrm>
                <a:off x="6958982" y="3145603"/>
                <a:ext cx="99720" cy="11880"/>
              </p14:xfrm>
            </p:contentPart>
          </mc:Choice>
          <mc:Fallback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FE52F459-3363-7022-1CFA-2FA9506292D9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6949982" y="3136603"/>
                  <a:ext cx="11736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B297B03D-9510-2B5E-B15F-8886E89E36B3}"/>
                    </a:ext>
                  </a:extLst>
                </p14:cNvPr>
                <p14:cNvContentPartPr/>
                <p14:nvPr/>
              </p14:nvContentPartPr>
              <p14:xfrm>
                <a:off x="7181822" y="3076483"/>
                <a:ext cx="44640" cy="123480"/>
              </p14:xfrm>
            </p:contentPart>
          </mc:Choice>
          <mc:Fallback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B297B03D-9510-2B5E-B15F-8886E89E36B3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7173182" y="3067483"/>
                  <a:ext cx="622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17A9353A-B41F-C00F-885D-EB71B06FB451}"/>
                    </a:ext>
                  </a:extLst>
                </p14:cNvPr>
                <p14:cNvContentPartPr/>
                <p14:nvPr/>
              </p14:nvContentPartPr>
              <p14:xfrm>
                <a:off x="7219982" y="3000883"/>
                <a:ext cx="165960" cy="233280"/>
              </p14:xfrm>
            </p:contentPart>
          </mc:Choice>
          <mc:Fallback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17A9353A-B41F-C00F-885D-EB71B06FB451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7210982" y="2991883"/>
                  <a:ext cx="18360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46F2B9E7-0DE0-F55E-B316-95F9D7F5D8D9}"/>
                    </a:ext>
                  </a:extLst>
                </p14:cNvPr>
                <p14:cNvContentPartPr/>
                <p14:nvPr/>
              </p14:nvContentPartPr>
              <p14:xfrm>
                <a:off x="7398542" y="2883883"/>
                <a:ext cx="45000" cy="164520"/>
              </p14:xfrm>
            </p:contentPart>
          </mc:Choice>
          <mc:Fallback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46F2B9E7-0DE0-F55E-B316-95F9D7F5D8D9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7389902" y="2874883"/>
                  <a:ext cx="6264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4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72A209A8-8AC3-7910-999D-466FB7C21515}"/>
                    </a:ext>
                  </a:extLst>
                </p14:cNvPr>
                <p14:cNvContentPartPr/>
                <p14:nvPr/>
              </p14:nvContentPartPr>
              <p14:xfrm>
                <a:off x="7436342" y="2968123"/>
                <a:ext cx="151920" cy="76320"/>
              </p14:xfrm>
            </p:contentPart>
          </mc:Choice>
          <mc:Fallback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72A209A8-8AC3-7910-999D-466FB7C21515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7427342" y="2959123"/>
                  <a:ext cx="16956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6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4BD60401-E4E4-8721-B4A1-45B05FE37FBD}"/>
                    </a:ext>
                  </a:extLst>
                </p14:cNvPr>
                <p14:cNvContentPartPr/>
                <p14:nvPr/>
              </p14:nvContentPartPr>
              <p14:xfrm>
                <a:off x="7624262" y="2948683"/>
                <a:ext cx="145440" cy="304920"/>
              </p14:xfrm>
            </p:contentPart>
          </mc:Choice>
          <mc:Fallback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4BD60401-E4E4-8721-B4A1-45B05FE37FBD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7615622" y="2939683"/>
                  <a:ext cx="16308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B4833637-08CC-A7BC-ADE8-C695D3ADFE93}"/>
                    </a:ext>
                  </a:extLst>
                </p14:cNvPr>
                <p14:cNvContentPartPr/>
                <p14:nvPr/>
              </p14:nvContentPartPr>
              <p14:xfrm>
                <a:off x="7587182" y="2895403"/>
                <a:ext cx="193680" cy="369360"/>
              </p14:xfrm>
            </p:contentPart>
          </mc:Choice>
          <mc:Fallback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B4833637-08CC-A7BC-ADE8-C695D3ADFE93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7578542" y="2886403"/>
                  <a:ext cx="21132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3538FF14-992D-16AC-D38C-A0629EACB26E}"/>
                    </a:ext>
                  </a:extLst>
                </p14:cNvPr>
                <p14:cNvContentPartPr/>
                <p14:nvPr/>
              </p14:nvContentPartPr>
              <p14:xfrm>
                <a:off x="7873742" y="2960923"/>
                <a:ext cx="298800" cy="252720"/>
              </p14:xfrm>
            </p:contentPart>
          </mc:Choice>
          <mc:Fallback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3538FF14-992D-16AC-D38C-A0629EACB26E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7864742" y="2951923"/>
                  <a:ext cx="31644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2CF6E9C8-3DB8-06C4-9BD8-12A51CBE6D9E}"/>
                    </a:ext>
                  </a:extLst>
                </p14:cNvPr>
                <p14:cNvContentPartPr/>
                <p14:nvPr/>
              </p14:nvContentPartPr>
              <p14:xfrm>
                <a:off x="8260022" y="3105283"/>
                <a:ext cx="170640" cy="108720"/>
              </p14:xfrm>
            </p:contentPart>
          </mc:Choice>
          <mc:Fallback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2CF6E9C8-3DB8-06C4-9BD8-12A51CBE6D9E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8251022" y="3096643"/>
                  <a:ext cx="18828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4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1582A15D-9FD5-DE4F-898B-0030679D71C5}"/>
                    </a:ext>
                  </a:extLst>
                </p14:cNvPr>
                <p14:cNvContentPartPr/>
                <p14:nvPr/>
              </p14:nvContentPartPr>
              <p14:xfrm>
                <a:off x="8348582" y="3138043"/>
                <a:ext cx="56520" cy="128520"/>
              </p14:xfrm>
            </p:contentPart>
          </mc:Choice>
          <mc:Fallback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1582A15D-9FD5-DE4F-898B-0030679D71C5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8339942" y="3129043"/>
                  <a:ext cx="74160" cy="14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8" name="Group 357">
            <a:extLst>
              <a:ext uri="{FF2B5EF4-FFF2-40B4-BE49-F238E27FC236}">
                <a16:creationId xmlns:a16="http://schemas.microsoft.com/office/drawing/2014/main" id="{4EB3DABA-BB19-4A63-79AD-08610FD70EEE}"/>
              </a:ext>
            </a:extLst>
          </p:cNvPr>
          <p:cNvGrpSpPr/>
          <p:nvPr/>
        </p:nvGrpSpPr>
        <p:grpSpPr>
          <a:xfrm>
            <a:off x="8283062" y="2742403"/>
            <a:ext cx="195840" cy="172080"/>
            <a:chOff x="8283062" y="2742403"/>
            <a:chExt cx="195840" cy="17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6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5E29C9A7-2244-D68C-71F6-CBEDD6F906AB}"/>
                    </a:ext>
                  </a:extLst>
                </p14:cNvPr>
                <p14:cNvContentPartPr/>
                <p14:nvPr/>
              </p14:nvContentPartPr>
              <p14:xfrm>
                <a:off x="8283062" y="2742403"/>
                <a:ext cx="55080" cy="158400"/>
              </p14:xfrm>
            </p:contentPart>
          </mc:Choice>
          <mc:Fallback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5E29C9A7-2244-D68C-71F6-CBEDD6F906AB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8274422" y="2733403"/>
                  <a:ext cx="7272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8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7F77FA3D-4C88-BB46-0D89-54AD4A54339F}"/>
                    </a:ext>
                  </a:extLst>
                </p14:cNvPr>
                <p14:cNvContentPartPr/>
                <p14:nvPr/>
              </p14:nvContentPartPr>
              <p14:xfrm>
                <a:off x="8336702" y="2836003"/>
                <a:ext cx="142200" cy="78480"/>
              </p14:xfrm>
            </p:contentPart>
          </mc:Choice>
          <mc:Fallback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7F77FA3D-4C88-BB46-0D89-54AD4A54339F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8328062" y="2827363"/>
                  <a:ext cx="159840" cy="9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4" name="Group 363">
            <a:extLst>
              <a:ext uri="{FF2B5EF4-FFF2-40B4-BE49-F238E27FC236}">
                <a16:creationId xmlns:a16="http://schemas.microsoft.com/office/drawing/2014/main" id="{8A6A06E4-E526-5F52-9EF7-96B978837A1F}"/>
              </a:ext>
            </a:extLst>
          </p:cNvPr>
          <p:cNvGrpSpPr/>
          <p:nvPr/>
        </p:nvGrpSpPr>
        <p:grpSpPr>
          <a:xfrm>
            <a:off x="941222" y="3982243"/>
            <a:ext cx="670680" cy="350640"/>
            <a:chOff x="941222" y="3982243"/>
            <a:chExt cx="670680" cy="350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0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29460445-8584-164C-F17D-4ED89F41E4A6}"/>
                    </a:ext>
                  </a:extLst>
                </p14:cNvPr>
                <p14:cNvContentPartPr/>
                <p14:nvPr/>
              </p14:nvContentPartPr>
              <p14:xfrm>
                <a:off x="941222" y="3998443"/>
                <a:ext cx="239400" cy="243720"/>
              </p14:xfrm>
            </p:contentPart>
          </mc:Choice>
          <mc:Fallback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29460445-8584-164C-F17D-4ED89F41E4A6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932582" y="3989803"/>
                  <a:ext cx="25704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2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6A243160-684E-429F-2FD8-697E2422B25B}"/>
                    </a:ext>
                  </a:extLst>
                </p14:cNvPr>
                <p14:cNvContentPartPr/>
                <p14:nvPr/>
              </p14:nvContentPartPr>
              <p14:xfrm>
                <a:off x="946622" y="3982243"/>
                <a:ext cx="141120" cy="282240"/>
              </p14:xfrm>
            </p:contentPart>
          </mc:Choice>
          <mc:Fallback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6A243160-684E-429F-2FD8-697E2422B25B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937622" y="3973603"/>
                  <a:ext cx="15876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4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3A4EDB8C-6D3E-B4C7-F7F6-3AF2A2A50457}"/>
                    </a:ext>
                  </a:extLst>
                </p14:cNvPr>
                <p14:cNvContentPartPr/>
                <p14:nvPr/>
              </p14:nvContentPartPr>
              <p14:xfrm>
                <a:off x="1235702" y="4233523"/>
                <a:ext cx="137520" cy="99360"/>
              </p14:xfrm>
            </p:contentPart>
          </mc:Choice>
          <mc:Fallback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3A4EDB8C-6D3E-B4C7-F7F6-3AF2A2A50457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1227062" y="4224883"/>
                  <a:ext cx="15516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6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BB85B9FE-8CA1-79F1-1D67-0CDBDF68DF7D}"/>
                    </a:ext>
                  </a:extLst>
                </p14:cNvPr>
                <p14:cNvContentPartPr/>
                <p14:nvPr/>
              </p14:nvContentPartPr>
              <p14:xfrm>
                <a:off x="1482302" y="4199323"/>
                <a:ext cx="129600" cy="12960"/>
              </p14:xfrm>
            </p:contentPart>
          </mc:Choice>
          <mc:Fallback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BB85B9FE-8CA1-79F1-1D67-0CDBDF68DF7D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1473302" y="4190683"/>
                  <a:ext cx="14724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8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0C0F8A3F-A725-B7F6-AF43-A93ADD0176B9}"/>
                    </a:ext>
                  </a:extLst>
                </p14:cNvPr>
                <p14:cNvContentPartPr/>
                <p14:nvPr/>
              </p14:nvContentPartPr>
              <p14:xfrm>
                <a:off x="1443422" y="4126243"/>
                <a:ext cx="150480" cy="15840"/>
              </p14:xfrm>
            </p:contentPart>
          </mc:Choice>
          <mc:Fallback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0C0F8A3F-A725-B7F6-AF43-A93ADD0176B9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1434422" y="4117603"/>
                  <a:ext cx="168120" cy="3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3" name="Group 372">
            <a:extLst>
              <a:ext uri="{FF2B5EF4-FFF2-40B4-BE49-F238E27FC236}">
                <a16:creationId xmlns:a16="http://schemas.microsoft.com/office/drawing/2014/main" id="{8EE4E73C-74FD-B0CA-77CD-C87555A05E48}"/>
              </a:ext>
            </a:extLst>
          </p:cNvPr>
          <p:cNvGrpSpPr/>
          <p:nvPr/>
        </p:nvGrpSpPr>
        <p:grpSpPr>
          <a:xfrm>
            <a:off x="2699102" y="4042723"/>
            <a:ext cx="113760" cy="119880"/>
            <a:chOff x="2699102" y="4042723"/>
            <a:chExt cx="113760" cy="11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0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41AF01B0-8F22-F5BA-76C6-16ACE1B242B6}"/>
                    </a:ext>
                  </a:extLst>
                </p14:cNvPr>
                <p14:cNvContentPartPr/>
                <p14:nvPr/>
              </p14:nvContentPartPr>
              <p14:xfrm>
                <a:off x="2736542" y="4042723"/>
                <a:ext cx="38880" cy="119880"/>
              </p14:xfrm>
            </p:contentPart>
          </mc:Choice>
          <mc:Fallback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41AF01B0-8F22-F5BA-76C6-16ACE1B242B6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2727902" y="4034083"/>
                  <a:ext cx="5652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2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ECB17EB9-884E-85CB-4B01-8E40D3A448CC}"/>
                    </a:ext>
                  </a:extLst>
                </p14:cNvPr>
                <p14:cNvContentPartPr/>
                <p14:nvPr/>
              </p14:nvContentPartPr>
              <p14:xfrm>
                <a:off x="2699102" y="4107163"/>
                <a:ext cx="113760" cy="11880"/>
              </p14:xfrm>
            </p:contentPart>
          </mc:Choice>
          <mc:Fallback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ECB17EB9-884E-85CB-4B01-8E40D3A448CC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2690462" y="4098523"/>
                  <a:ext cx="131400" cy="29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94">
            <p14:nvContentPartPr>
              <p14:cNvPr id="381" name="Ink 380">
                <a:extLst>
                  <a:ext uri="{FF2B5EF4-FFF2-40B4-BE49-F238E27FC236}">
                    <a16:creationId xmlns:a16="http://schemas.microsoft.com/office/drawing/2014/main" id="{9AEE6883-BD04-7A29-0460-9985533858C0}"/>
                  </a:ext>
                </a:extLst>
              </p14:cNvPr>
              <p14:cNvContentPartPr/>
              <p14:nvPr/>
            </p14:nvContentPartPr>
            <p14:xfrm>
              <a:off x="3614222" y="3931483"/>
              <a:ext cx="112320" cy="286560"/>
            </p14:xfrm>
          </p:contentPart>
        </mc:Choice>
        <mc:Fallback>
          <p:pic>
            <p:nvPicPr>
              <p:cNvPr id="381" name="Ink 380">
                <a:extLst>
                  <a:ext uri="{FF2B5EF4-FFF2-40B4-BE49-F238E27FC236}">
                    <a16:creationId xmlns:a16="http://schemas.microsoft.com/office/drawing/2014/main" id="{9AEE6883-BD04-7A29-0460-9985533858C0}"/>
                  </a:ext>
                </a:extLst>
              </p:cNvPr>
              <p:cNvPicPr/>
              <p:nvPr/>
            </p:nvPicPr>
            <p:blipFill>
              <a:blip r:embed="rId495"/>
              <a:stretch>
                <a:fillRect/>
              </a:stretch>
            </p:blipFill>
            <p:spPr>
              <a:xfrm>
                <a:off x="3605582" y="3922483"/>
                <a:ext cx="129960" cy="304200"/>
              </a:xfrm>
              <a:prstGeom prst="rect">
                <a:avLst/>
              </a:prstGeom>
            </p:spPr>
          </p:pic>
        </mc:Fallback>
      </mc:AlternateContent>
      <p:grpSp>
        <p:nvGrpSpPr>
          <p:cNvPr id="386" name="Group 385">
            <a:extLst>
              <a:ext uri="{FF2B5EF4-FFF2-40B4-BE49-F238E27FC236}">
                <a16:creationId xmlns:a16="http://schemas.microsoft.com/office/drawing/2014/main" id="{CA39B186-17D2-5F07-C294-0A2DF4B41287}"/>
              </a:ext>
            </a:extLst>
          </p:cNvPr>
          <p:cNvGrpSpPr/>
          <p:nvPr/>
        </p:nvGrpSpPr>
        <p:grpSpPr>
          <a:xfrm>
            <a:off x="1841222" y="3948403"/>
            <a:ext cx="653040" cy="336960"/>
            <a:chOff x="1841222" y="3948403"/>
            <a:chExt cx="653040" cy="33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6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E57F91C9-7029-27DB-0157-8920B0823791}"/>
                    </a:ext>
                  </a:extLst>
                </p14:cNvPr>
                <p14:cNvContentPartPr/>
                <p14:nvPr/>
              </p14:nvContentPartPr>
              <p14:xfrm>
                <a:off x="1997102" y="4101403"/>
                <a:ext cx="144720" cy="98280"/>
              </p14:xfrm>
            </p:contentPart>
          </mc:Choice>
          <mc:Fallback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E57F91C9-7029-27DB-0157-8920B0823791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1988462" y="4092403"/>
                  <a:ext cx="16236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8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452B478D-F801-65C4-8EE0-99E0A0BD4AC4}"/>
                    </a:ext>
                  </a:extLst>
                </p14:cNvPr>
                <p14:cNvContentPartPr/>
                <p14:nvPr/>
              </p14:nvContentPartPr>
              <p14:xfrm>
                <a:off x="2047862" y="4101403"/>
                <a:ext cx="61560" cy="96480"/>
              </p14:xfrm>
            </p:contentPart>
          </mc:Choice>
          <mc:Fallback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452B478D-F801-65C4-8EE0-99E0A0BD4AC4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2039222" y="4092403"/>
                  <a:ext cx="7920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0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648858BE-A2EC-1F22-C012-2FB2DA9E3991}"/>
                    </a:ext>
                  </a:extLst>
                </p14:cNvPr>
                <p14:cNvContentPartPr/>
                <p14:nvPr/>
              </p14:nvContentPartPr>
              <p14:xfrm>
                <a:off x="2180702" y="3986923"/>
                <a:ext cx="123480" cy="227160"/>
              </p14:xfrm>
            </p:contentPart>
          </mc:Choice>
          <mc:Fallback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648858BE-A2EC-1F22-C012-2FB2DA9E3991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2171702" y="3977923"/>
                  <a:ext cx="14112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2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53BB675E-3C26-FE36-E46B-07E7F7E6AE9D}"/>
                    </a:ext>
                  </a:extLst>
                </p14:cNvPr>
                <p14:cNvContentPartPr/>
                <p14:nvPr/>
              </p14:nvContentPartPr>
              <p14:xfrm>
                <a:off x="2293022" y="4083763"/>
                <a:ext cx="100800" cy="72360"/>
              </p14:xfrm>
            </p:contentPart>
          </mc:Choice>
          <mc:Fallback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53BB675E-3C26-FE36-E46B-07E7F7E6AE9D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2284022" y="4074763"/>
                  <a:ext cx="11844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4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9980B88A-E2FF-6CD7-EDB5-1F66B632B465}"/>
                    </a:ext>
                  </a:extLst>
                </p14:cNvPr>
                <p14:cNvContentPartPr/>
                <p14:nvPr/>
              </p14:nvContentPartPr>
              <p14:xfrm>
                <a:off x="2410022" y="3982603"/>
                <a:ext cx="84240" cy="201600"/>
              </p14:xfrm>
            </p:contentPart>
          </mc:Choice>
          <mc:Fallback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9980B88A-E2FF-6CD7-EDB5-1F66B632B465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2401022" y="3973603"/>
                  <a:ext cx="10188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6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4ECA7463-AF2C-A1DD-88A9-80CC8BAF379F}"/>
                    </a:ext>
                  </a:extLst>
                </p14:cNvPr>
                <p14:cNvContentPartPr/>
                <p14:nvPr/>
              </p14:nvContentPartPr>
              <p14:xfrm>
                <a:off x="1841222" y="3948403"/>
                <a:ext cx="109800" cy="336960"/>
              </p14:xfrm>
            </p:contentPart>
          </mc:Choice>
          <mc:Fallback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4ECA7463-AF2C-A1DD-88A9-80CC8BAF379F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1832222" y="3939403"/>
                  <a:ext cx="127440" cy="35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5" name="Group 384">
            <a:extLst>
              <a:ext uri="{FF2B5EF4-FFF2-40B4-BE49-F238E27FC236}">
                <a16:creationId xmlns:a16="http://schemas.microsoft.com/office/drawing/2014/main" id="{13715568-3DC2-2FE8-0AFD-A87B699175D0}"/>
              </a:ext>
            </a:extLst>
          </p:cNvPr>
          <p:cNvGrpSpPr/>
          <p:nvPr/>
        </p:nvGrpSpPr>
        <p:grpSpPr>
          <a:xfrm>
            <a:off x="3920222" y="3997723"/>
            <a:ext cx="124200" cy="113040"/>
            <a:chOff x="3920222" y="3997723"/>
            <a:chExt cx="124200" cy="11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8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B9E645F0-2314-25B6-3A47-752538989510}"/>
                    </a:ext>
                  </a:extLst>
                </p14:cNvPr>
                <p14:cNvContentPartPr/>
                <p14:nvPr/>
              </p14:nvContentPartPr>
              <p14:xfrm>
                <a:off x="3954422" y="3997723"/>
                <a:ext cx="28440" cy="113040"/>
              </p14:xfrm>
            </p:contentPart>
          </mc:Choice>
          <mc:Fallback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B9E645F0-2314-25B6-3A47-752538989510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3945782" y="3988723"/>
                  <a:ext cx="4608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0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EEB57CD2-2CFD-5D7C-1303-21A54CFB5D0A}"/>
                    </a:ext>
                  </a:extLst>
                </p14:cNvPr>
                <p14:cNvContentPartPr/>
                <p14:nvPr/>
              </p14:nvContentPartPr>
              <p14:xfrm>
                <a:off x="3920222" y="4044883"/>
                <a:ext cx="124200" cy="17640"/>
              </p14:xfrm>
            </p:contentPart>
          </mc:Choice>
          <mc:Fallback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EEB57CD2-2CFD-5D7C-1303-21A54CFB5D0A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3911222" y="4036243"/>
                  <a:ext cx="141840" cy="35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12">
            <p14:nvContentPartPr>
              <p14:cNvPr id="387" name="Ink 386">
                <a:extLst>
                  <a:ext uri="{FF2B5EF4-FFF2-40B4-BE49-F238E27FC236}">
                    <a16:creationId xmlns:a16="http://schemas.microsoft.com/office/drawing/2014/main" id="{5CE7ED47-4357-D0F9-F160-DD034CBB22F6}"/>
                  </a:ext>
                </a:extLst>
              </p14:cNvPr>
              <p14:cNvContentPartPr/>
              <p14:nvPr/>
            </p14:nvContentPartPr>
            <p14:xfrm>
              <a:off x="4313702" y="3882163"/>
              <a:ext cx="117720" cy="300960"/>
            </p14:xfrm>
          </p:contentPart>
        </mc:Choice>
        <mc:Fallback>
          <p:pic>
            <p:nvPicPr>
              <p:cNvPr id="387" name="Ink 386">
                <a:extLst>
                  <a:ext uri="{FF2B5EF4-FFF2-40B4-BE49-F238E27FC236}">
                    <a16:creationId xmlns:a16="http://schemas.microsoft.com/office/drawing/2014/main" id="{5CE7ED47-4357-D0F9-F160-DD034CBB22F6}"/>
                  </a:ext>
                </a:extLst>
              </p:cNvPr>
              <p:cNvPicPr/>
              <p:nvPr/>
            </p:nvPicPr>
            <p:blipFill>
              <a:blip r:embed="rId513"/>
              <a:stretch>
                <a:fillRect/>
              </a:stretch>
            </p:blipFill>
            <p:spPr>
              <a:xfrm>
                <a:off x="4304702" y="3873523"/>
                <a:ext cx="135360" cy="318600"/>
              </a:xfrm>
              <a:prstGeom prst="rect">
                <a:avLst/>
              </a:prstGeom>
            </p:spPr>
          </p:pic>
        </mc:Fallback>
      </mc:AlternateContent>
      <p:grpSp>
        <p:nvGrpSpPr>
          <p:cNvPr id="390" name="Group 389">
            <a:extLst>
              <a:ext uri="{FF2B5EF4-FFF2-40B4-BE49-F238E27FC236}">
                <a16:creationId xmlns:a16="http://schemas.microsoft.com/office/drawing/2014/main" id="{121C7950-DC8F-16A3-1D64-477370E75815}"/>
              </a:ext>
            </a:extLst>
          </p:cNvPr>
          <p:cNvGrpSpPr/>
          <p:nvPr/>
        </p:nvGrpSpPr>
        <p:grpSpPr>
          <a:xfrm>
            <a:off x="2981702" y="3931123"/>
            <a:ext cx="537120" cy="237600"/>
            <a:chOff x="2981702" y="3931123"/>
            <a:chExt cx="537120" cy="237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4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1F14CD27-4453-24B8-F322-545490F4ECD8}"/>
                    </a:ext>
                  </a:extLst>
                </p14:cNvPr>
                <p14:cNvContentPartPr/>
                <p14:nvPr/>
              </p14:nvContentPartPr>
              <p14:xfrm>
                <a:off x="2981702" y="4058923"/>
                <a:ext cx="153000" cy="97200"/>
              </p14:xfrm>
            </p:contentPart>
          </mc:Choice>
          <mc:Fallback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1F14CD27-4453-24B8-F322-545490F4ECD8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2973062" y="4050283"/>
                  <a:ext cx="17064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6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C6AD0FE7-C58B-C9DF-E149-B10B554357C2}"/>
                    </a:ext>
                  </a:extLst>
                </p14:cNvPr>
                <p14:cNvContentPartPr/>
                <p14:nvPr/>
              </p14:nvContentPartPr>
              <p14:xfrm>
                <a:off x="3021302" y="4089163"/>
                <a:ext cx="86040" cy="75600"/>
              </p14:xfrm>
            </p:contentPart>
          </mc:Choice>
          <mc:Fallback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C6AD0FE7-C58B-C9DF-E149-B10B554357C2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3012662" y="4080523"/>
                  <a:ext cx="10368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8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293226CA-1EA4-93FA-8C70-15251090FDCC}"/>
                    </a:ext>
                  </a:extLst>
                </p14:cNvPr>
                <p14:cNvContentPartPr/>
                <p14:nvPr/>
              </p14:nvContentPartPr>
              <p14:xfrm>
                <a:off x="3163142" y="3931123"/>
                <a:ext cx="129600" cy="211680"/>
              </p14:xfrm>
            </p:contentPart>
          </mc:Choice>
          <mc:Fallback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293226CA-1EA4-93FA-8C70-15251090FDCC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3154142" y="3922123"/>
                  <a:ext cx="14724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0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55E1EE3E-FED3-00EF-82E0-F663F0302FED}"/>
                    </a:ext>
                  </a:extLst>
                </p14:cNvPr>
                <p14:cNvContentPartPr/>
                <p14:nvPr/>
              </p14:nvContentPartPr>
              <p14:xfrm>
                <a:off x="3240542" y="4018243"/>
                <a:ext cx="173520" cy="96480"/>
              </p14:xfrm>
            </p:contentPart>
          </mc:Choice>
          <mc:Fallback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55E1EE3E-FED3-00EF-82E0-F663F0302FED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3231542" y="4009603"/>
                  <a:ext cx="19116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2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1D3D0EE4-E292-8D52-29BA-CEC0317B8929}"/>
                    </a:ext>
                  </a:extLst>
                </p14:cNvPr>
                <p14:cNvContentPartPr/>
                <p14:nvPr/>
              </p14:nvContentPartPr>
              <p14:xfrm>
                <a:off x="3370142" y="3967123"/>
                <a:ext cx="148680" cy="201600"/>
              </p14:xfrm>
            </p:contentPart>
          </mc:Choice>
          <mc:Fallback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1D3D0EE4-E292-8D52-29BA-CEC0317B8929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3361142" y="3958483"/>
                  <a:ext cx="166320" cy="21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6" name="Group 395">
            <a:extLst>
              <a:ext uri="{FF2B5EF4-FFF2-40B4-BE49-F238E27FC236}">
                <a16:creationId xmlns:a16="http://schemas.microsoft.com/office/drawing/2014/main" id="{368481F3-74B1-541A-20A6-BAE1AF605848}"/>
              </a:ext>
            </a:extLst>
          </p:cNvPr>
          <p:cNvGrpSpPr/>
          <p:nvPr/>
        </p:nvGrpSpPr>
        <p:grpSpPr>
          <a:xfrm>
            <a:off x="4499462" y="3896923"/>
            <a:ext cx="511920" cy="232920"/>
            <a:chOff x="4499462" y="3896923"/>
            <a:chExt cx="511920" cy="23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4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560029E7-E210-7D1F-6532-D88533F69A16}"/>
                    </a:ext>
                  </a:extLst>
                </p14:cNvPr>
                <p14:cNvContentPartPr/>
                <p14:nvPr/>
              </p14:nvContentPartPr>
              <p14:xfrm>
                <a:off x="4499462" y="4016803"/>
                <a:ext cx="143640" cy="86400"/>
              </p14:xfrm>
            </p:contentPart>
          </mc:Choice>
          <mc:Fallback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560029E7-E210-7D1F-6532-D88533F69A16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4490462" y="4008163"/>
                  <a:ext cx="16128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6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6AD35553-CBAC-5FC7-3E90-65376F37F21C}"/>
                    </a:ext>
                  </a:extLst>
                </p14:cNvPr>
                <p14:cNvContentPartPr/>
                <p14:nvPr/>
              </p14:nvContentPartPr>
              <p14:xfrm>
                <a:off x="4555622" y="4040563"/>
                <a:ext cx="66960" cy="78120"/>
              </p14:xfrm>
            </p:contentPart>
          </mc:Choice>
          <mc:Fallback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6AD35553-CBAC-5FC7-3E90-65376F37F21C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4546622" y="4031563"/>
                  <a:ext cx="8460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8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07B541FA-6990-0A8F-7F26-3C778B94BF34}"/>
                    </a:ext>
                  </a:extLst>
                </p14:cNvPr>
                <p14:cNvContentPartPr/>
                <p14:nvPr/>
              </p14:nvContentPartPr>
              <p14:xfrm>
                <a:off x="4681622" y="3896923"/>
                <a:ext cx="101520" cy="232920"/>
              </p14:xfrm>
            </p:contentPart>
          </mc:Choice>
          <mc:Fallback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07B541FA-6990-0A8F-7F26-3C778B94BF34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4672622" y="3888283"/>
                  <a:ext cx="11916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0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03518152-DAE5-4D53-E064-D3168AAC6574}"/>
                    </a:ext>
                  </a:extLst>
                </p14:cNvPr>
                <p14:cNvContentPartPr/>
                <p14:nvPr/>
              </p14:nvContentPartPr>
              <p14:xfrm>
                <a:off x="4816262" y="4006723"/>
                <a:ext cx="38160" cy="70560"/>
              </p14:xfrm>
            </p:contentPart>
          </mc:Choice>
          <mc:Fallback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03518152-DAE5-4D53-E064-D3168AAC6574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4807622" y="3998083"/>
                  <a:ext cx="5580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2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C62BCBC8-D953-660F-1D99-4F3CDB2D993C}"/>
                    </a:ext>
                  </a:extLst>
                </p14:cNvPr>
                <p14:cNvContentPartPr/>
                <p14:nvPr/>
              </p14:nvContentPartPr>
              <p14:xfrm>
                <a:off x="4876382" y="3931123"/>
                <a:ext cx="135000" cy="198000"/>
              </p14:xfrm>
            </p:contentPart>
          </mc:Choice>
          <mc:Fallback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C62BCBC8-D953-660F-1D99-4F3CDB2D993C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4867382" y="3922483"/>
                  <a:ext cx="152640" cy="21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5" name="Group 404">
            <a:extLst>
              <a:ext uri="{FF2B5EF4-FFF2-40B4-BE49-F238E27FC236}">
                <a16:creationId xmlns:a16="http://schemas.microsoft.com/office/drawing/2014/main" id="{ADBBBDE6-217E-E3F7-0CB7-97BB2336BC00}"/>
              </a:ext>
            </a:extLst>
          </p:cNvPr>
          <p:cNvGrpSpPr/>
          <p:nvPr/>
        </p:nvGrpSpPr>
        <p:grpSpPr>
          <a:xfrm>
            <a:off x="5187422" y="3775243"/>
            <a:ext cx="1150200" cy="318960"/>
            <a:chOff x="5187422" y="3775243"/>
            <a:chExt cx="1150200" cy="31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4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20A60CAA-6101-1743-24C5-B50103784EF1}"/>
                    </a:ext>
                  </a:extLst>
                </p14:cNvPr>
                <p14:cNvContentPartPr/>
                <p14:nvPr/>
              </p14:nvContentPartPr>
              <p14:xfrm>
                <a:off x="5236382" y="3981883"/>
                <a:ext cx="45000" cy="97200"/>
              </p14:xfrm>
            </p:contentPart>
          </mc:Choice>
          <mc:Fallback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20A60CAA-6101-1743-24C5-B50103784EF1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5227742" y="3973243"/>
                  <a:ext cx="6264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6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B64EABB3-5355-246D-C26C-E89447273F86}"/>
                    </a:ext>
                  </a:extLst>
                </p14:cNvPr>
                <p14:cNvContentPartPr/>
                <p14:nvPr/>
              </p14:nvContentPartPr>
              <p14:xfrm>
                <a:off x="5187422" y="4027243"/>
                <a:ext cx="127800" cy="8280"/>
              </p14:xfrm>
            </p:contentPart>
          </mc:Choice>
          <mc:Fallback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B64EABB3-5355-246D-C26C-E89447273F86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5178422" y="4018243"/>
                  <a:ext cx="14544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8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5263BBB5-446D-A492-EF4A-6BF0D4C1B535}"/>
                    </a:ext>
                  </a:extLst>
                </p14:cNvPr>
                <p14:cNvContentPartPr/>
                <p14:nvPr/>
              </p14:nvContentPartPr>
              <p14:xfrm>
                <a:off x="5444462" y="3999883"/>
                <a:ext cx="154080" cy="81000"/>
              </p14:xfrm>
            </p:contentPart>
          </mc:Choice>
          <mc:Fallback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5263BBB5-446D-A492-EF4A-6BF0D4C1B535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5435462" y="3990883"/>
                  <a:ext cx="17172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0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A05F24B8-0DD4-BDC0-A13D-508C3F63B34B}"/>
                    </a:ext>
                  </a:extLst>
                </p14:cNvPr>
                <p14:cNvContentPartPr/>
                <p14:nvPr/>
              </p14:nvContentPartPr>
              <p14:xfrm>
                <a:off x="5460302" y="3993763"/>
                <a:ext cx="97200" cy="93960"/>
              </p14:xfrm>
            </p:contentPart>
          </mc:Choice>
          <mc:Fallback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A05F24B8-0DD4-BDC0-A13D-508C3F63B34B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5451302" y="3984763"/>
                  <a:ext cx="11484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2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58477F86-AC1A-F458-2E32-1808D406E83A}"/>
                    </a:ext>
                  </a:extLst>
                </p14:cNvPr>
                <p14:cNvContentPartPr/>
                <p14:nvPr/>
              </p14:nvContentPartPr>
              <p14:xfrm>
                <a:off x="5687462" y="3874243"/>
                <a:ext cx="124920" cy="219960"/>
              </p14:xfrm>
            </p:contentPart>
          </mc:Choice>
          <mc:Fallback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58477F86-AC1A-F458-2E32-1808D406E83A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5678822" y="3865243"/>
                  <a:ext cx="14256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4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D7831BA6-0265-85A1-71CD-0404943B524E}"/>
                    </a:ext>
                  </a:extLst>
                </p14:cNvPr>
                <p14:cNvContentPartPr/>
                <p14:nvPr/>
              </p14:nvContentPartPr>
              <p14:xfrm>
                <a:off x="5823902" y="3950563"/>
                <a:ext cx="109080" cy="101160"/>
              </p14:xfrm>
            </p:contentPart>
          </mc:Choice>
          <mc:Fallback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D7831BA6-0265-85A1-71CD-0404943B524E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5814902" y="3941563"/>
                  <a:ext cx="12672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6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7D71DA78-953C-CF8D-567D-0D55C8451242}"/>
                    </a:ext>
                  </a:extLst>
                </p14:cNvPr>
                <p14:cNvContentPartPr/>
                <p14:nvPr/>
              </p14:nvContentPartPr>
              <p14:xfrm>
                <a:off x="5968622" y="3834643"/>
                <a:ext cx="156960" cy="240480"/>
              </p14:xfrm>
            </p:contentPart>
          </mc:Choice>
          <mc:Fallback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7D71DA78-953C-CF8D-567D-0D55C8451242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5959622" y="3826003"/>
                  <a:ext cx="17460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8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B7FB8765-BC21-11D2-8FF8-19204EF42E0B}"/>
                    </a:ext>
                  </a:extLst>
                </p14:cNvPr>
                <p14:cNvContentPartPr/>
                <p14:nvPr/>
              </p14:nvContentPartPr>
              <p14:xfrm>
                <a:off x="6172382" y="3775243"/>
                <a:ext cx="165240" cy="309960"/>
              </p14:xfrm>
            </p:contentPart>
          </mc:Choice>
          <mc:Fallback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B7FB8765-BC21-11D2-8FF8-19204EF42E0B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6163382" y="3766243"/>
                  <a:ext cx="182880" cy="32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2" name="Group 411">
            <a:extLst>
              <a:ext uri="{FF2B5EF4-FFF2-40B4-BE49-F238E27FC236}">
                <a16:creationId xmlns:a16="http://schemas.microsoft.com/office/drawing/2014/main" id="{71488ED2-8659-D23F-8BFA-2817D9B36F21}"/>
              </a:ext>
            </a:extLst>
          </p:cNvPr>
          <p:cNvGrpSpPr/>
          <p:nvPr/>
        </p:nvGrpSpPr>
        <p:grpSpPr>
          <a:xfrm>
            <a:off x="889382" y="4670203"/>
            <a:ext cx="676440" cy="378360"/>
            <a:chOff x="889382" y="4670203"/>
            <a:chExt cx="676440" cy="37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0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B9CB3CCD-9E4B-DF8B-B0AA-31CEE86C6051}"/>
                    </a:ext>
                  </a:extLst>
                </p14:cNvPr>
                <p14:cNvContentPartPr/>
                <p14:nvPr/>
              </p14:nvContentPartPr>
              <p14:xfrm>
                <a:off x="889382" y="4670203"/>
                <a:ext cx="257400" cy="281160"/>
              </p14:xfrm>
            </p:contentPart>
          </mc:Choice>
          <mc:Fallback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B9CB3CCD-9E4B-DF8B-B0AA-31CEE86C6051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880382" y="4661203"/>
                  <a:ext cx="27504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2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3873A4E7-8BA2-6512-2F26-05E5546EAF80}"/>
                    </a:ext>
                  </a:extLst>
                </p14:cNvPr>
                <p14:cNvContentPartPr/>
                <p14:nvPr/>
              </p14:nvContentPartPr>
              <p14:xfrm>
                <a:off x="935102" y="4710883"/>
                <a:ext cx="154440" cy="246960"/>
              </p14:xfrm>
            </p:contentPart>
          </mc:Choice>
          <mc:Fallback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3873A4E7-8BA2-6512-2F26-05E5546EAF80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926462" y="4702243"/>
                  <a:ext cx="17208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4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BDDF2B8B-47E7-0F9F-921C-4AC27A150C0E}"/>
                    </a:ext>
                  </a:extLst>
                </p14:cNvPr>
                <p14:cNvContentPartPr/>
                <p14:nvPr/>
              </p14:nvContentPartPr>
              <p14:xfrm>
                <a:off x="1233542" y="4922203"/>
                <a:ext cx="48960" cy="126360"/>
              </p14:xfrm>
            </p:contentPart>
          </mc:Choice>
          <mc:Fallback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BDDF2B8B-47E7-0F9F-921C-4AC27A150C0E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1224902" y="4913563"/>
                  <a:ext cx="666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6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B0759318-5DDD-23E3-DB24-13587F448038}"/>
                    </a:ext>
                  </a:extLst>
                </p14:cNvPr>
                <p14:cNvContentPartPr/>
                <p14:nvPr/>
              </p14:nvContentPartPr>
              <p14:xfrm>
                <a:off x="1444142" y="4927603"/>
                <a:ext cx="103680" cy="10800"/>
              </p14:xfrm>
            </p:contentPart>
          </mc:Choice>
          <mc:Fallback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B0759318-5DDD-23E3-DB24-13587F448038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1435142" y="4918963"/>
                  <a:ext cx="1213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8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7BDAB447-BABB-E53C-4909-08A870E5515E}"/>
                    </a:ext>
                  </a:extLst>
                </p14:cNvPr>
                <p14:cNvContentPartPr/>
                <p14:nvPr/>
              </p14:nvContentPartPr>
              <p14:xfrm>
                <a:off x="1420382" y="4850203"/>
                <a:ext cx="145440" cy="19440"/>
              </p14:xfrm>
            </p:contentPart>
          </mc:Choice>
          <mc:Fallback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7BDAB447-BABB-E53C-4909-08A870E5515E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1411382" y="4841563"/>
                  <a:ext cx="163080" cy="3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6" name="Group 425">
            <a:extLst>
              <a:ext uri="{FF2B5EF4-FFF2-40B4-BE49-F238E27FC236}">
                <a16:creationId xmlns:a16="http://schemas.microsoft.com/office/drawing/2014/main" id="{4E8C0C5E-D9C3-01FC-D98A-F51918F581B2}"/>
              </a:ext>
            </a:extLst>
          </p:cNvPr>
          <p:cNvGrpSpPr/>
          <p:nvPr/>
        </p:nvGrpSpPr>
        <p:grpSpPr>
          <a:xfrm>
            <a:off x="1796222" y="4646083"/>
            <a:ext cx="771840" cy="330120"/>
            <a:chOff x="1796222" y="4646083"/>
            <a:chExt cx="771840" cy="330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0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CDB08641-0E09-7F99-2B5E-EF2BBA0F5EAE}"/>
                    </a:ext>
                  </a:extLst>
                </p14:cNvPr>
                <p14:cNvContentPartPr/>
                <p14:nvPr/>
              </p14:nvContentPartPr>
              <p14:xfrm>
                <a:off x="1796222" y="4646083"/>
                <a:ext cx="145440" cy="330120"/>
              </p14:xfrm>
            </p:contentPart>
          </mc:Choice>
          <mc:Fallback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CDB08641-0E09-7F99-2B5E-EF2BBA0F5EAE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1787222" y="4637443"/>
                  <a:ext cx="16308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2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97FA4535-973B-119A-52FE-EBFDEE08EF8C}"/>
                    </a:ext>
                  </a:extLst>
                </p14:cNvPr>
                <p14:cNvContentPartPr/>
                <p14:nvPr/>
              </p14:nvContentPartPr>
              <p14:xfrm>
                <a:off x="1975862" y="4755523"/>
                <a:ext cx="151200" cy="91440"/>
              </p14:xfrm>
            </p:contentPart>
          </mc:Choice>
          <mc:Fallback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97FA4535-973B-119A-52FE-EBFDEE08EF8C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1966862" y="4746883"/>
                  <a:ext cx="1688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4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D2803E5A-8BA4-A9F1-2DFF-122CF590458B}"/>
                    </a:ext>
                  </a:extLst>
                </p14:cNvPr>
                <p14:cNvContentPartPr/>
                <p14:nvPr/>
              </p14:nvContentPartPr>
              <p14:xfrm>
                <a:off x="2039222" y="4789003"/>
                <a:ext cx="69480" cy="76320"/>
              </p14:xfrm>
            </p:contentPart>
          </mc:Choice>
          <mc:Fallback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D2803E5A-8BA4-A9F1-2DFF-122CF590458B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2030582" y="4780003"/>
                  <a:ext cx="8712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6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FDA6655D-5D37-C70E-F04B-B46DBF5C1847}"/>
                    </a:ext>
                  </a:extLst>
                </p14:cNvPr>
                <p14:cNvContentPartPr/>
                <p14:nvPr/>
              </p14:nvContentPartPr>
              <p14:xfrm>
                <a:off x="2198342" y="4680643"/>
                <a:ext cx="105480" cy="252720"/>
              </p14:xfrm>
            </p:contentPart>
          </mc:Choice>
          <mc:Fallback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FDA6655D-5D37-C70E-F04B-B46DBF5C1847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2189702" y="4672003"/>
                  <a:ext cx="12312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8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CF11F27B-82AA-44AD-5E21-FFB8385CF18F}"/>
                    </a:ext>
                  </a:extLst>
                </p14:cNvPr>
                <p14:cNvContentPartPr/>
                <p14:nvPr/>
              </p14:nvContentPartPr>
              <p14:xfrm>
                <a:off x="2320382" y="4784683"/>
                <a:ext cx="105120" cy="87840"/>
              </p14:xfrm>
            </p:contentPart>
          </mc:Choice>
          <mc:Fallback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CF11F27B-82AA-44AD-5E21-FFB8385CF18F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2311742" y="4775683"/>
                  <a:ext cx="12276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0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93CBEF40-8119-808F-5806-C29DDEE67502}"/>
                    </a:ext>
                  </a:extLst>
                </p14:cNvPr>
                <p14:cNvContentPartPr/>
                <p14:nvPr/>
              </p14:nvContentPartPr>
              <p14:xfrm>
                <a:off x="2392382" y="4662643"/>
                <a:ext cx="175680" cy="226080"/>
              </p14:xfrm>
            </p:contentPart>
          </mc:Choice>
          <mc:Fallback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93CBEF40-8119-808F-5806-C29DDEE67502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2383382" y="4654003"/>
                  <a:ext cx="193320" cy="24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5" name="Group 424">
            <a:extLst>
              <a:ext uri="{FF2B5EF4-FFF2-40B4-BE49-F238E27FC236}">
                <a16:creationId xmlns:a16="http://schemas.microsoft.com/office/drawing/2014/main" id="{66DB9D11-C798-DC37-CB3E-D3A7D14E49EF}"/>
              </a:ext>
            </a:extLst>
          </p:cNvPr>
          <p:cNvGrpSpPr/>
          <p:nvPr/>
        </p:nvGrpSpPr>
        <p:grpSpPr>
          <a:xfrm>
            <a:off x="2771822" y="4574443"/>
            <a:ext cx="995760" cy="361440"/>
            <a:chOff x="2771822" y="4574443"/>
            <a:chExt cx="995760" cy="36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2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F67B346B-99EC-0DCB-FFC9-F11A99AA5FBD}"/>
                    </a:ext>
                  </a:extLst>
                </p14:cNvPr>
                <p14:cNvContentPartPr/>
                <p14:nvPr/>
              </p14:nvContentPartPr>
              <p14:xfrm>
                <a:off x="2771822" y="4775683"/>
                <a:ext cx="106920" cy="14400"/>
              </p14:xfrm>
            </p:contentPart>
          </mc:Choice>
          <mc:Fallback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F67B346B-99EC-0DCB-FFC9-F11A99AA5FBD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2763182" y="4767043"/>
                  <a:ext cx="12456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4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9AF29848-3EE7-2DE5-2BF6-1825F3B486E6}"/>
                    </a:ext>
                  </a:extLst>
                </p14:cNvPr>
                <p14:cNvContentPartPr/>
                <p14:nvPr/>
              </p14:nvContentPartPr>
              <p14:xfrm>
                <a:off x="3003662" y="4726363"/>
                <a:ext cx="165960" cy="100440"/>
              </p14:xfrm>
            </p:contentPart>
          </mc:Choice>
          <mc:Fallback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9AF29848-3EE7-2DE5-2BF6-1825F3B486E6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2995022" y="4717363"/>
                  <a:ext cx="18360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6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CF6DE66A-658F-F419-7FC9-52206609F75A}"/>
                    </a:ext>
                  </a:extLst>
                </p14:cNvPr>
                <p14:cNvContentPartPr/>
                <p14:nvPr/>
              </p14:nvContentPartPr>
              <p14:xfrm>
                <a:off x="3080702" y="4758763"/>
                <a:ext cx="62640" cy="73080"/>
              </p14:xfrm>
            </p:contentPart>
          </mc:Choice>
          <mc:Fallback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CF6DE66A-658F-F419-7FC9-52206609F75A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3071702" y="4749763"/>
                  <a:ext cx="8028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8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FE95ECA5-CDA3-043A-42F8-DD4C512C0CF7}"/>
                    </a:ext>
                  </a:extLst>
                </p14:cNvPr>
                <p14:cNvContentPartPr/>
                <p14:nvPr/>
              </p14:nvContentPartPr>
              <p14:xfrm>
                <a:off x="3171422" y="4602523"/>
                <a:ext cx="143640" cy="266400"/>
              </p14:xfrm>
            </p:contentPart>
          </mc:Choice>
          <mc:Fallback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FE95ECA5-CDA3-043A-42F8-DD4C512C0CF7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3162782" y="4593883"/>
                  <a:ext cx="16128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0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4AA502AA-4AC1-56E4-BCE9-3D8A8BAD5489}"/>
                    </a:ext>
                  </a:extLst>
                </p14:cNvPr>
                <p14:cNvContentPartPr/>
                <p14:nvPr/>
              </p14:nvContentPartPr>
              <p14:xfrm>
                <a:off x="3291302" y="4709083"/>
                <a:ext cx="182160" cy="106920"/>
              </p14:xfrm>
            </p:contentPart>
          </mc:Choice>
          <mc:Fallback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4AA502AA-4AC1-56E4-BCE9-3D8A8BAD5489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3282662" y="4700443"/>
                  <a:ext cx="19980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2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D52B0B1C-5D07-1318-B06D-CFD454521C19}"/>
                    </a:ext>
                  </a:extLst>
                </p14:cNvPr>
                <p14:cNvContentPartPr/>
                <p14:nvPr/>
              </p14:nvContentPartPr>
              <p14:xfrm>
                <a:off x="3420902" y="4623043"/>
                <a:ext cx="131400" cy="241200"/>
              </p14:xfrm>
            </p:contentPart>
          </mc:Choice>
          <mc:Fallback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D52B0B1C-5D07-1318-B06D-CFD454521C19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3412262" y="4614403"/>
                  <a:ext cx="14904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4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A75FA450-59F6-B271-BDC9-D360B036988F}"/>
                    </a:ext>
                  </a:extLst>
                </p14:cNvPr>
                <p14:cNvContentPartPr/>
                <p14:nvPr/>
              </p14:nvContentPartPr>
              <p14:xfrm>
                <a:off x="3642302" y="4574443"/>
                <a:ext cx="125280" cy="361440"/>
              </p14:xfrm>
            </p:contentPart>
          </mc:Choice>
          <mc:Fallback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A75FA450-59F6-B271-BDC9-D360B036988F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3633662" y="4565443"/>
                  <a:ext cx="142920" cy="37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8" name="Group 437">
            <a:extLst>
              <a:ext uri="{FF2B5EF4-FFF2-40B4-BE49-F238E27FC236}">
                <a16:creationId xmlns:a16="http://schemas.microsoft.com/office/drawing/2014/main" id="{B5EEB792-CFC9-4DD7-3A41-FA59936B7ABD}"/>
              </a:ext>
            </a:extLst>
          </p:cNvPr>
          <p:cNvGrpSpPr/>
          <p:nvPr/>
        </p:nvGrpSpPr>
        <p:grpSpPr>
          <a:xfrm>
            <a:off x="4045142" y="4514323"/>
            <a:ext cx="1260720" cy="410040"/>
            <a:chOff x="4045142" y="4514323"/>
            <a:chExt cx="1260720" cy="41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6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C1E91B31-56E8-7B9C-7DE6-6E479DFD6CE7}"/>
                    </a:ext>
                  </a:extLst>
                </p14:cNvPr>
                <p14:cNvContentPartPr/>
                <p14:nvPr/>
              </p14:nvContentPartPr>
              <p14:xfrm>
                <a:off x="4045142" y="4749763"/>
                <a:ext cx="139320" cy="15480"/>
              </p14:xfrm>
            </p:contentPart>
          </mc:Choice>
          <mc:Fallback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C1E91B31-56E8-7B9C-7DE6-6E479DFD6CE7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4036502" y="4741123"/>
                  <a:ext cx="1569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8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A977A1D4-7A1A-AB4C-8CB8-7530C104FBEE}"/>
                    </a:ext>
                  </a:extLst>
                </p14:cNvPr>
                <p14:cNvContentPartPr/>
                <p14:nvPr/>
              </p14:nvContentPartPr>
              <p14:xfrm>
                <a:off x="4324862" y="4684603"/>
                <a:ext cx="129240" cy="239760"/>
              </p14:xfrm>
            </p:contentPart>
          </mc:Choice>
          <mc:Fallback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A977A1D4-7A1A-AB4C-8CB8-7530C104FBEE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4315862" y="4675603"/>
                  <a:ext cx="14688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0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763B3BE1-EEB8-FDBB-F96D-F40D8D5935CF}"/>
                    </a:ext>
                  </a:extLst>
                </p14:cNvPr>
                <p14:cNvContentPartPr/>
                <p14:nvPr/>
              </p14:nvContentPartPr>
              <p14:xfrm>
                <a:off x="4292822" y="4562563"/>
                <a:ext cx="5400" cy="18000"/>
              </p14:xfrm>
            </p:contentPart>
          </mc:Choice>
          <mc:Fallback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763B3BE1-EEB8-FDBB-F96D-F40D8D5935CF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4284182" y="4553563"/>
                  <a:ext cx="2304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1">
              <p14:nvContentPartPr>
                <p14:cNvPr id="430" name="Ink 429">
                  <a:extLst>
                    <a:ext uri="{FF2B5EF4-FFF2-40B4-BE49-F238E27FC236}">
                      <a16:creationId xmlns:a16="http://schemas.microsoft.com/office/drawing/2014/main" id="{039C60E3-8D4B-1716-A70F-F7D0BA351198}"/>
                    </a:ext>
                  </a:extLst>
                </p14:cNvPr>
                <p14:cNvContentPartPr/>
                <p14:nvPr/>
              </p14:nvContentPartPr>
              <p14:xfrm>
                <a:off x="4517822" y="4514323"/>
                <a:ext cx="133560" cy="300600"/>
              </p14:xfrm>
            </p:contentPart>
          </mc:Choice>
          <mc:Fallback>
            <p:pic>
              <p:nvPicPr>
                <p:cNvPr id="430" name="Ink 429">
                  <a:extLst>
                    <a:ext uri="{FF2B5EF4-FFF2-40B4-BE49-F238E27FC236}">
                      <a16:creationId xmlns:a16="http://schemas.microsoft.com/office/drawing/2014/main" id="{039C60E3-8D4B-1716-A70F-F7D0BA351198}"/>
                    </a:ext>
                  </a:extLst>
                </p:cNvPr>
                <p:cNvPicPr/>
                <p:nvPr/>
              </p:nvPicPr>
              <p:blipFill>
                <a:blip r:embed="rId592"/>
                <a:stretch>
                  <a:fillRect/>
                </a:stretch>
              </p:blipFill>
              <p:spPr>
                <a:xfrm>
                  <a:off x="4509182" y="4505683"/>
                  <a:ext cx="15120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3">
              <p14:nvContentPartPr>
                <p14:cNvPr id="432" name="Ink 431">
                  <a:extLst>
                    <a:ext uri="{FF2B5EF4-FFF2-40B4-BE49-F238E27FC236}">
                      <a16:creationId xmlns:a16="http://schemas.microsoft.com/office/drawing/2014/main" id="{461D55D2-2D80-CC29-2838-78D59E3A18CD}"/>
                    </a:ext>
                  </a:extLst>
                </p14:cNvPr>
                <p14:cNvContentPartPr/>
                <p14:nvPr/>
              </p14:nvContentPartPr>
              <p14:xfrm>
                <a:off x="4734542" y="4699723"/>
                <a:ext cx="158400" cy="89280"/>
              </p14:xfrm>
            </p:contentPart>
          </mc:Choice>
          <mc:Fallback>
            <p:pic>
              <p:nvPicPr>
                <p:cNvPr id="432" name="Ink 431">
                  <a:extLst>
                    <a:ext uri="{FF2B5EF4-FFF2-40B4-BE49-F238E27FC236}">
                      <a16:creationId xmlns:a16="http://schemas.microsoft.com/office/drawing/2014/main" id="{461D55D2-2D80-CC29-2838-78D59E3A18CD}"/>
                    </a:ext>
                  </a:extLst>
                </p:cNvPr>
                <p:cNvPicPr/>
                <p:nvPr/>
              </p:nvPicPr>
              <p:blipFill>
                <a:blip r:embed="rId594"/>
                <a:stretch>
                  <a:fillRect/>
                </a:stretch>
              </p:blipFill>
              <p:spPr>
                <a:xfrm>
                  <a:off x="4725902" y="4690723"/>
                  <a:ext cx="17604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5">
              <p14:nvContentPartPr>
                <p14:cNvPr id="433" name="Ink 432">
                  <a:extLst>
                    <a:ext uri="{FF2B5EF4-FFF2-40B4-BE49-F238E27FC236}">
                      <a16:creationId xmlns:a16="http://schemas.microsoft.com/office/drawing/2014/main" id="{53789291-BFD7-4A3E-A4B4-CEB8BC7FA682}"/>
                    </a:ext>
                  </a:extLst>
                </p14:cNvPr>
                <p14:cNvContentPartPr/>
                <p14:nvPr/>
              </p14:nvContentPartPr>
              <p14:xfrm>
                <a:off x="4814102" y="4711603"/>
                <a:ext cx="51480" cy="88200"/>
              </p14:xfrm>
            </p:contentPart>
          </mc:Choice>
          <mc:Fallback>
            <p:pic>
              <p:nvPicPr>
                <p:cNvPr id="433" name="Ink 432">
                  <a:extLst>
                    <a:ext uri="{FF2B5EF4-FFF2-40B4-BE49-F238E27FC236}">
                      <a16:creationId xmlns:a16="http://schemas.microsoft.com/office/drawing/2014/main" id="{53789291-BFD7-4A3E-A4B4-CEB8BC7FA682}"/>
                    </a:ext>
                  </a:extLst>
                </p:cNvPr>
                <p:cNvPicPr/>
                <p:nvPr/>
              </p:nvPicPr>
              <p:blipFill>
                <a:blip r:embed="rId596"/>
                <a:stretch>
                  <a:fillRect/>
                </a:stretch>
              </p:blipFill>
              <p:spPr>
                <a:xfrm>
                  <a:off x="4805102" y="4702603"/>
                  <a:ext cx="691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7">
              <p14:nvContentPartPr>
                <p14:cNvPr id="434" name="Ink 433">
                  <a:extLst>
                    <a:ext uri="{FF2B5EF4-FFF2-40B4-BE49-F238E27FC236}">
                      <a16:creationId xmlns:a16="http://schemas.microsoft.com/office/drawing/2014/main" id="{B45FEFDD-0607-605D-AE21-2E756DDB6D77}"/>
                    </a:ext>
                  </a:extLst>
                </p14:cNvPr>
                <p14:cNvContentPartPr/>
                <p14:nvPr/>
              </p14:nvContentPartPr>
              <p14:xfrm>
                <a:off x="4931462" y="4583803"/>
                <a:ext cx="147600" cy="240480"/>
              </p14:xfrm>
            </p:contentPart>
          </mc:Choice>
          <mc:Fallback>
            <p:pic>
              <p:nvPicPr>
                <p:cNvPr id="434" name="Ink 433">
                  <a:extLst>
                    <a:ext uri="{FF2B5EF4-FFF2-40B4-BE49-F238E27FC236}">
                      <a16:creationId xmlns:a16="http://schemas.microsoft.com/office/drawing/2014/main" id="{B45FEFDD-0607-605D-AE21-2E756DDB6D77}"/>
                    </a:ext>
                  </a:extLst>
                </p:cNvPr>
                <p:cNvPicPr/>
                <p:nvPr/>
              </p:nvPicPr>
              <p:blipFill>
                <a:blip r:embed="rId598"/>
                <a:stretch>
                  <a:fillRect/>
                </a:stretch>
              </p:blipFill>
              <p:spPr>
                <a:xfrm>
                  <a:off x="4922822" y="4575163"/>
                  <a:ext cx="16524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9">
              <p14:nvContentPartPr>
                <p14:cNvPr id="435" name="Ink 434">
                  <a:extLst>
                    <a:ext uri="{FF2B5EF4-FFF2-40B4-BE49-F238E27FC236}">
                      <a16:creationId xmlns:a16="http://schemas.microsoft.com/office/drawing/2014/main" id="{ADD01B40-C14A-7482-7C81-4B2BF6B8AEB8}"/>
                    </a:ext>
                  </a:extLst>
                </p14:cNvPr>
                <p14:cNvContentPartPr/>
                <p14:nvPr/>
              </p14:nvContentPartPr>
              <p14:xfrm>
                <a:off x="5109662" y="4648603"/>
                <a:ext cx="44280" cy="108360"/>
              </p14:xfrm>
            </p:contentPart>
          </mc:Choice>
          <mc:Fallback>
            <p:pic>
              <p:nvPicPr>
                <p:cNvPr id="435" name="Ink 434">
                  <a:extLst>
                    <a:ext uri="{FF2B5EF4-FFF2-40B4-BE49-F238E27FC236}">
                      <a16:creationId xmlns:a16="http://schemas.microsoft.com/office/drawing/2014/main" id="{ADD01B40-C14A-7482-7C81-4B2BF6B8AEB8}"/>
                    </a:ext>
                  </a:extLst>
                </p:cNvPr>
                <p:cNvPicPr/>
                <p:nvPr/>
              </p:nvPicPr>
              <p:blipFill>
                <a:blip r:embed="rId600"/>
                <a:stretch>
                  <a:fillRect/>
                </a:stretch>
              </p:blipFill>
              <p:spPr>
                <a:xfrm>
                  <a:off x="5101022" y="4639963"/>
                  <a:ext cx="619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1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4BFE470B-B76B-5CF8-CDBB-8762DB7AD5C7}"/>
                    </a:ext>
                  </a:extLst>
                </p14:cNvPr>
                <p14:cNvContentPartPr/>
                <p14:nvPr/>
              </p14:nvContentPartPr>
              <p14:xfrm>
                <a:off x="5142422" y="4575883"/>
                <a:ext cx="163440" cy="217800"/>
              </p14:xfrm>
            </p:contentPart>
          </mc:Choice>
          <mc:Fallback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4BFE470B-B76B-5CF8-CDBB-8762DB7AD5C7}"/>
                    </a:ext>
                  </a:extLst>
                </p:cNvPr>
                <p:cNvPicPr/>
                <p:nvPr/>
              </p:nvPicPr>
              <p:blipFill>
                <a:blip r:embed="rId602"/>
                <a:stretch>
                  <a:fillRect/>
                </a:stretch>
              </p:blipFill>
              <p:spPr>
                <a:xfrm>
                  <a:off x="5133422" y="4567243"/>
                  <a:ext cx="181080" cy="23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6" name="Group 445">
            <a:extLst>
              <a:ext uri="{FF2B5EF4-FFF2-40B4-BE49-F238E27FC236}">
                <a16:creationId xmlns:a16="http://schemas.microsoft.com/office/drawing/2014/main" id="{8BD8547D-A2C1-2B41-F7C6-C280E8E406CB}"/>
              </a:ext>
            </a:extLst>
          </p:cNvPr>
          <p:cNvGrpSpPr/>
          <p:nvPr/>
        </p:nvGrpSpPr>
        <p:grpSpPr>
          <a:xfrm>
            <a:off x="5466422" y="4493083"/>
            <a:ext cx="1091160" cy="330480"/>
            <a:chOff x="5466422" y="4493083"/>
            <a:chExt cx="1091160" cy="330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3">
              <p14:nvContentPartPr>
                <p14:cNvPr id="439" name="Ink 438">
                  <a:extLst>
                    <a:ext uri="{FF2B5EF4-FFF2-40B4-BE49-F238E27FC236}">
                      <a16:creationId xmlns:a16="http://schemas.microsoft.com/office/drawing/2014/main" id="{CE5EA088-2F52-08CC-06ED-0266206CE1FD}"/>
                    </a:ext>
                  </a:extLst>
                </p14:cNvPr>
                <p14:cNvContentPartPr/>
                <p14:nvPr/>
              </p14:nvContentPartPr>
              <p14:xfrm>
                <a:off x="5466422" y="4715563"/>
                <a:ext cx="131040" cy="11160"/>
              </p14:xfrm>
            </p:contentPart>
          </mc:Choice>
          <mc:Fallback>
            <p:pic>
              <p:nvPicPr>
                <p:cNvPr id="439" name="Ink 438">
                  <a:extLst>
                    <a:ext uri="{FF2B5EF4-FFF2-40B4-BE49-F238E27FC236}">
                      <a16:creationId xmlns:a16="http://schemas.microsoft.com/office/drawing/2014/main" id="{CE5EA088-2F52-08CC-06ED-0266206CE1FD}"/>
                    </a:ext>
                  </a:extLst>
                </p:cNvPr>
                <p:cNvPicPr/>
                <p:nvPr/>
              </p:nvPicPr>
              <p:blipFill>
                <a:blip r:embed="rId604"/>
                <a:stretch>
                  <a:fillRect/>
                </a:stretch>
              </p:blipFill>
              <p:spPr>
                <a:xfrm>
                  <a:off x="5457782" y="4706923"/>
                  <a:ext cx="1486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5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35E3A9F5-1652-28D2-175B-0702FFD6156C}"/>
                    </a:ext>
                  </a:extLst>
                </p14:cNvPr>
                <p14:cNvContentPartPr/>
                <p14:nvPr/>
              </p14:nvContentPartPr>
              <p14:xfrm>
                <a:off x="5708702" y="4639243"/>
                <a:ext cx="181080" cy="118440"/>
              </p14:xfrm>
            </p:contentPart>
          </mc:Choice>
          <mc:Fallback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35E3A9F5-1652-28D2-175B-0702FFD6156C}"/>
                    </a:ext>
                  </a:extLst>
                </p:cNvPr>
                <p:cNvPicPr/>
                <p:nvPr/>
              </p:nvPicPr>
              <p:blipFill>
                <a:blip r:embed="rId606"/>
                <a:stretch>
                  <a:fillRect/>
                </a:stretch>
              </p:blipFill>
              <p:spPr>
                <a:xfrm>
                  <a:off x="5700062" y="4630243"/>
                  <a:ext cx="19872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7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0448FDBD-1167-CBEC-DEA0-2427D9C0D079}"/>
                    </a:ext>
                  </a:extLst>
                </p14:cNvPr>
                <p14:cNvContentPartPr/>
                <p14:nvPr/>
              </p14:nvContentPartPr>
              <p14:xfrm>
                <a:off x="5766302" y="4683883"/>
                <a:ext cx="110160" cy="84600"/>
              </p14:xfrm>
            </p:contentPart>
          </mc:Choice>
          <mc:Fallback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0448FDBD-1167-CBEC-DEA0-2427D9C0D079}"/>
                    </a:ext>
                  </a:extLst>
                </p:cNvPr>
                <p:cNvPicPr/>
                <p:nvPr/>
              </p:nvPicPr>
              <p:blipFill>
                <a:blip r:embed="rId608"/>
                <a:stretch>
                  <a:fillRect/>
                </a:stretch>
              </p:blipFill>
              <p:spPr>
                <a:xfrm>
                  <a:off x="5757302" y="4674883"/>
                  <a:ext cx="12780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9">
              <p14:nvContentPartPr>
                <p14:cNvPr id="442" name="Ink 441">
                  <a:extLst>
                    <a:ext uri="{FF2B5EF4-FFF2-40B4-BE49-F238E27FC236}">
                      <a16:creationId xmlns:a16="http://schemas.microsoft.com/office/drawing/2014/main" id="{20153FA0-4AD1-8F43-5401-F0651DCEEB2C}"/>
                    </a:ext>
                  </a:extLst>
                </p14:cNvPr>
                <p14:cNvContentPartPr/>
                <p14:nvPr/>
              </p14:nvContentPartPr>
              <p14:xfrm>
                <a:off x="5957102" y="4531963"/>
                <a:ext cx="143280" cy="258120"/>
              </p14:xfrm>
            </p:contentPart>
          </mc:Choice>
          <mc:Fallback>
            <p:pic>
              <p:nvPicPr>
                <p:cNvPr id="442" name="Ink 441">
                  <a:extLst>
                    <a:ext uri="{FF2B5EF4-FFF2-40B4-BE49-F238E27FC236}">
                      <a16:creationId xmlns:a16="http://schemas.microsoft.com/office/drawing/2014/main" id="{20153FA0-4AD1-8F43-5401-F0651DCEEB2C}"/>
                    </a:ext>
                  </a:extLst>
                </p:cNvPr>
                <p:cNvPicPr/>
                <p:nvPr/>
              </p:nvPicPr>
              <p:blipFill>
                <a:blip r:embed="rId610"/>
                <a:stretch>
                  <a:fillRect/>
                </a:stretch>
              </p:blipFill>
              <p:spPr>
                <a:xfrm>
                  <a:off x="5948462" y="4522963"/>
                  <a:ext cx="16092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1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8EA7A023-9C78-76C6-F53C-58E9C442ADF1}"/>
                    </a:ext>
                  </a:extLst>
                </p14:cNvPr>
                <p14:cNvContentPartPr/>
                <p14:nvPr/>
              </p14:nvContentPartPr>
              <p14:xfrm>
                <a:off x="6093542" y="4623043"/>
                <a:ext cx="145080" cy="139320"/>
              </p14:xfrm>
            </p:contentPart>
          </mc:Choice>
          <mc:Fallback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8EA7A023-9C78-76C6-F53C-58E9C442ADF1}"/>
                    </a:ext>
                  </a:extLst>
                </p:cNvPr>
                <p:cNvPicPr/>
                <p:nvPr/>
              </p:nvPicPr>
              <p:blipFill>
                <a:blip r:embed="rId612"/>
                <a:stretch>
                  <a:fillRect/>
                </a:stretch>
              </p:blipFill>
              <p:spPr>
                <a:xfrm>
                  <a:off x="6084902" y="4614043"/>
                  <a:ext cx="16272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3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5293B8D3-E37B-528E-EAA9-3943B5D84653}"/>
                    </a:ext>
                  </a:extLst>
                </p14:cNvPr>
                <p14:cNvContentPartPr/>
                <p14:nvPr/>
              </p14:nvContentPartPr>
              <p14:xfrm>
                <a:off x="6265262" y="4554643"/>
                <a:ext cx="133920" cy="222840"/>
              </p14:xfrm>
            </p:contentPart>
          </mc:Choice>
          <mc:Fallback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5293B8D3-E37B-528E-EAA9-3943B5D84653}"/>
                    </a:ext>
                  </a:extLst>
                </p:cNvPr>
                <p:cNvPicPr/>
                <p:nvPr/>
              </p:nvPicPr>
              <p:blipFill>
                <a:blip r:embed="rId614"/>
                <a:stretch>
                  <a:fillRect/>
                </a:stretch>
              </p:blipFill>
              <p:spPr>
                <a:xfrm>
                  <a:off x="6256622" y="4545643"/>
                  <a:ext cx="15156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5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AA02EB0B-BD1B-0824-4BF6-71168A7BEC1B}"/>
                    </a:ext>
                  </a:extLst>
                </p14:cNvPr>
                <p14:cNvContentPartPr/>
                <p14:nvPr/>
              </p14:nvContentPartPr>
              <p14:xfrm>
                <a:off x="6420062" y="4493083"/>
                <a:ext cx="137520" cy="330480"/>
              </p14:xfrm>
            </p:contentPart>
          </mc:Choice>
          <mc:Fallback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AA02EB0B-BD1B-0824-4BF6-71168A7BEC1B}"/>
                    </a:ext>
                  </a:extLst>
                </p:cNvPr>
                <p:cNvPicPr/>
                <p:nvPr/>
              </p:nvPicPr>
              <p:blipFill>
                <a:blip r:embed="rId616"/>
                <a:stretch>
                  <a:fillRect/>
                </a:stretch>
              </p:blipFill>
              <p:spPr>
                <a:xfrm>
                  <a:off x="6411422" y="4484443"/>
                  <a:ext cx="155160" cy="34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3" name="Group 452">
            <a:extLst>
              <a:ext uri="{FF2B5EF4-FFF2-40B4-BE49-F238E27FC236}">
                <a16:creationId xmlns:a16="http://schemas.microsoft.com/office/drawing/2014/main" id="{CE045451-BFDE-1D39-3B04-3E8F20FB5D81}"/>
              </a:ext>
            </a:extLst>
          </p:cNvPr>
          <p:cNvGrpSpPr/>
          <p:nvPr/>
        </p:nvGrpSpPr>
        <p:grpSpPr>
          <a:xfrm>
            <a:off x="948422" y="5354923"/>
            <a:ext cx="632520" cy="371880"/>
            <a:chOff x="948422" y="5354923"/>
            <a:chExt cx="632520" cy="37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17">
              <p14:nvContentPartPr>
                <p14:cNvPr id="447" name="Ink 446">
                  <a:extLst>
                    <a:ext uri="{FF2B5EF4-FFF2-40B4-BE49-F238E27FC236}">
                      <a16:creationId xmlns:a16="http://schemas.microsoft.com/office/drawing/2014/main" id="{F16A680D-4D9A-F9FE-9D6E-FC78B03C8B60}"/>
                    </a:ext>
                  </a:extLst>
                </p14:cNvPr>
                <p14:cNvContentPartPr/>
                <p14:nvPr/>
              </p14:nvContentPartPr>
              <p14:xfrm>
                <a:off x="948422" y="5354923"/>
                <a:ext cx="253080" cy="249840"/>
              </p14:xfrm>
            </p:contentPart>
          </mc:Choice>
          <mc:Fallback>
            <p:pic>
              <p:nvPicPr>
                <p:cNvPr id="447" name="Ink 446">
                  <a:extLst>
                    <a:ext uri="{FF2B5EF4-FFF2-40B4-BE49-F238E27FC236}">
                      <a16:creationId xmlns:a16="http://schemas.microsoft.com/office/drawing/2014/main" id="{F16A680D-4D9A-F9FE-9D6E-FC78B03C8B60}"/>
                    </a:ext>
                  </a:extLst>
                </p:cNvPr>
                <p:cNvPicPr/>
                <p:nvPr/>
              </p:nvPicPr>
              <p:blipFill>
                <a:blip r:embed="rId618"/>
                <a:stretch>
                  <a:fillRect/>
                </a:stretch>
              </p:blipFill>
              <p:spPr>
                <a:xfrm>
                  <a:off x="939782" y="5346283"/>
                  <a:ext cx="27072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9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D3CF6ECA-DFAF-57CE-C451-AC9B3E371B2B}"/>
                    </a:ext>
                  </a:extLst>
                </p14:cNvPr>
                <p14:cNvContentPartPr/>
                <p14:nvPr/>
              </p14:nvContentPartPr>
              <p14:xfrm>
                <a:off x="1016102" y="5390923"/>
                <a:ext cx="102960" cy="268560"/>
              </p14:xfrm>
            </p:contentPart>
          </mc:Choice>
          <mc:Fallback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D3CF6ECA-DFAF-57CE-C451-AC9B3E371B2B}"/>
                    </a:ext>
                  </a:extLst>
                </p:cNvPr>
                <p:cNvPicPr/>
                <p:nvPr/>
              </p:nvPicPr>
              <p:blipFill>
                <a:blip r:embed="rId620"/>
                <a:stretch>
                  <a:fillRect/>
                </a:stretch>
              </p:blipFill>
              <p:spPr>
                <a:xfrm>
                  <a:off x="1007102" y="5382283"/>
                  <a:ext cx="12060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1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48033905-8837-8944-C59F-9F7688A4024F}"/>
                    </a:ext>
                  </a:extLst>
                </p14:cNvPr>
                <p14:cNvContentPartPr/>
                <p14:nvPr/>
              </p14:nvContentPartPr>
              <p14:xfrm>
                <a:off x="1229582" y="5621683"/>
                <a:ext cx="145800" cy="105120"/>
              </p14:xfrm>
            </p:contentPart>
          </mc:Choice>
          <mc:Fallback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48033905-8837-8944-C59F-9F7688A4024F}"/>
                    </a:ext>
                  </a:extLst>
                </p:cNvPr>
                <p:cNvPicPr/>
                <p:nvPr/>
              </p:nvPicPr>
              <p:blipFill>
                <a:blip r:embed="rId622"/>
                <a:stretch>
                  <a:fillRect/>
                </a:stretch>
              </p:blipFill>
              <p:spPr>
                <a:xfrm>
                  <a:off x="1220942" y="5613043"/>
                  <a:ext cx="16344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3">
              <p14:nvContentPartPr>
                <p14:cNvPr id="450" name="Ink 449">
                  <a:extLst>
                    <a:ext uri="{FF2B5EF4-FFF2-40B4-BE49-F238E27FC236}">
                      <a16:creationId xmlns:a16="http://schemas.microsoft.com/office/drawing/2014/main" id="{B2D659D3-B0E9-E8D1-08E6-6894E2884EBD}"/>
                    </a:ext>
                  </a:extLst>
                </p14:cNvPr>
                <p14:cNvContentPartPr/>
                <p14:nvPr/>
              </p14:nvContentPartPr>
              <p14:xfrm>
                <a:off x="1457102" y="5556163"/>
                <a:ext cx="123840" cy="19440"/>
              </p14:xfrm>
            </p:contentPart>
          </mc:Choice>
          <mc:Fallback>
            <p:pic>
              <p:nvPicPr>
                <p:cNvPr id="450" name="Ink 449">
                  <a:extLst>
                    <a:ext uri="{FF2B5EF4-FFF2-40B4-BE49-F238E27FC236}">
                      <a16:creationId xmlns:a16="http://schemas.microsoft.com/office/drawing/2014/main" id="{B2D659D3-B0E9-E8D1-08E6-6894E2884EBD}"/>
                    </a:ext>
                  </a:extLst>
                </p:cNvPr>
                <p:cNvPicPr/>
                <p:nvPr/>
              </p:nvPicPr>
              <p:blipFill>
                <a:blip r:embed="rId624"/>
                <a:stretch>
                  <a:fillRect/>
                </a:stretch>
              </p:blipFill>
              <p:spPr>
                <a:xfrm>
                  <a:off x="1448462" y="5547523"/>
                  <a:ext cx="1414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5">
              <p14:nvContentPartPr>
                <p14:cNvPr id="451" name="Ink 450">
                  <a:extLst>
                    <a:ext uri="{FF2B5EF4-FFF2-40B4-BE49-F238E27FC236}">
                      <a16:creationId xmlns:a16="http://schemas.microsoft.com/office/drawing/2014/main" id="{5DA1EE95-AAEC-7C8D-E3E2-8896BB13F26B}"/>
                    </a:ext>
                  </a:extLst>
                </p14:cNvPr>
                <p14:cNvContentPartPr/>
                <p14:nvPr/>
              </p14:nvContentPartPr>
              <p14:xfrm>
                <a:off x="1465742" y="5485243"/>
                <a:ext cx="103320" cy="24480"/>
              </p14:xfrm>
            </p:contentPart>
          </mc:Choice>
          <mc:Fallback>
            <p:pic>
              <p:nvPicPr>
                <p:cNvPr id="451" name="Ink 450">
                  <a:extLst>
                    <a:ext uri="{FF2B5EF4-FFF2-40B4-BE49-F238E27FC236}">
                      <a16:creationId xmlns:a16="http://schemas.microsoft.com/office/drawing/2014/main" id="{5DA1EE95-AAEC-7C8D-E3E2-8896BB13F26B}"/>
                    </a:ext>
                  </a:extLst>
                </p:cNvPr>
                <p:cNvPicPr/>
                <p:nvPr/>
              </p:nvPicPr>
              <p:blipFill>
                <a:blip r:embed="rId626"/>
                <a:stretch>
                  <a:fillRect/>
                </a:stretch>
              </p:blipFill>
              <p:spPr>
                <a:xfrm>
                  <a:off x="1457102" y="5476603"/>
                  <a:ext cx="120960" cy="4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9" name="Group 468">
            <a:extLst>
              <a:ext uri="{FF2B5EF4-FFF2-40B4-BE49-F238E27FC236}">
                <a16:creationId xmlns:a16="http://schemas.microsoft.com/office/drawing/2014/main" id="{BA72055B-CDCD-F6A5-4F31-42DD5C9D7AB7}"/>
              </a:ext>
            </a:extLst>
          </p:cNvPr>
          <p:cNvGrpSpPr/>
          <p:nvPr/>
        </p:nvGrpSpPr>
        <p:grpSpPr>
          <a:xfrm>
            <a:off x="1836542" y="5299483"/>
            <a:ext cx="772560" cy="362880"/>
            <a:chOff x="1836542" y="5299483"/>
            <a:chExt cx="772560" cy="362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7">
              <p14:nvContentPartPr>
                <p14:cNvPr id="452" name="Ink 451">
                  <a:extLst>
                    <a:ext uri="{FF2B5EF4-FFF2-40B4-BE49-F238E27FC236}">
                      <a16:creationId xmlns:a16="http://schemas.microsoft.com/office/drawing/2014/main" id="{B6F87371-34CB-85E3-2F8C-1751985D7CF2}"/>
                    </a:ext>
                  </a:extLst>
                </p14:cNvPr>
                <p14:cNvContentPartPr/>
                <p14:nvPr/>
              </p14:nvContentPartPr>
              <p14:xfrm>
                <a:off x="1836542" y="5299483"/>
                <a:ext cx="79200" cy="337680"/>
              </p14:xfrm>
            </p:contentPart>
          </mc:Choice>
          <mc:Fallback>
            <p:pic>
              <p:nvPicPr>
                <p:cNvPr id="452" name="Ink 451">
                  <a:extLst>
                    <a:ext uri="{FF2B5EF4-FFF2-40B4-BE49-F238E27FC236}">
                      <a16:creationId xmlns:a16="http://schemas.microsoft.com/office/drawing/2014/main" id="{B6F87371-34CB-85E3-2F8C-1751985D7CF2}"/>
                    </a:ext>
                  </a:extLst>
                </p:cNvPr>
                <p:cNvPicPr/>
                <p:nvPr/>
              </p:nvPicPr>
              <p:blipFill>
                <a:blip r:embed="rId628"/>
                <a:stretch>
                  <a:fillRect/>
                </a:stretch>
              </p:blipFill>
              <p:spPr>
                <a:xfrm>
                  <a:off x="1827902" y="5290843"/>
                  <a:ext cx="9684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9">
              <p14:nvContentPartPr>
                <p14:cNvPr id="454" name="Ink 453">
                  <a:extLst>
                    <a:ext uri="{FF2B5EF4-FFF2-40B4-BE49-F238E27FC236}">
                      <a16:creationId xmlns:a16="http://schemas.microsoft.com/office/drawing/2014/main" id="{DBD23B8A-DCBA-08E0-3133-B7D21985A82F}"/>
                    </a:ext>
                  </a:extLst>
                </p14:cNvPr>
                <p14:cNvContentPartPr/>
                <p14:nvPr/>
              </p14:nvContentPartPr>
              <p14:xfrm>
                <a:off x="2016542" y="5470483"/>
                <a:ext cx="153360" cy="111600"/>
              </p14:xfrm>
            </p:contentPart>
          </mc:Choice>
          <mc:Fallback>
            <p:pic>
              <p:nvPicPr>
                <p:cNvPr id="454" name="Ink 453">
                  <a:extLst>
                    <a:ext uri="{FF2B5EF4-FFF2-40B4-BE49-F238E27FC236}">
                      <a16:creationId xmlns:a16="http://schemas.microsoft.com/office/drawing/2014/main" id="{DBD23B8A-DCBA-08E0-3133-B7D21985A82F}"/>
                    </a:ext>
                  </a:extLst>
                </p:cNvPr>
                <p:cNvPicPr/>
                <p:nvPr/>
              </p:nvPicPr>
              <p:blipFill>
                <a:blip r:embed="rId630"/>
                <a:stretch>
                  <a:fillRect/>
                </a:stretch>
              </p:blipFill>
              <p:spPr>
                <a:xfrm>
                  <a:off x="2007542" y="5461483"/>
                  <a:ext cx="17100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1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0BC1652D-A964-BBAF-354D-9F799E82AC34}"/>
                    </a:ext>
                  </a:extLst>
                </p14:cNvPr>
                <p14:cNvContentPartPr/>
                <p14:nvPr/>
              </p14:nvContentPartPr>
              <p14:xfrm>
                <a:off x="2079182" y="5511163"/>
                <a:ext cx="66960" cy="80280"/>
              </p14:xfrm>
            </p:contentPart>
          </mc:Choice>
          <mc:Fallback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0BC1652D-A964-BBAF-354D-9F799E82AC34}"/>
                    </a:ext>
                  </a:extLst>
                </p:cNvPr>
                <p:cNvPicPr/>
                <p:nvPr/>
              </p:nvPicPr>
              <p:blipFill>
                <a:blip r:embed="rId632"/>
                <a:stretch>
                  <a:fillRect/>
                </a:stretch>
              </p:blipFill>
              <p:spPr>
                <a:xfrm>
                  <a:off x="2070542" y="5502523"/>
                  <a:ext cx="8460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3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1B36C6B9-AFE5-F87A-DF1B-D82EF00838F7}"/>
                    </a:ext>
                  </a:extLst>
                </p14:cNvPr>
                <p14:cNvContentPartPr/>
                <p14:nvPr/>
              </p14:nvContentPartPr>
              <p14:xfrm>
                <a:off x="2196542" y="5368963"/>
                <a:ext cx="162720" cy="293400"/>
              </p14:xfrm>
            </p:contentPart>
          </mc:Choice>
          <mc:Fallback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1B36C6B9-AFE5-F87A-DF1B-D82EF00838F7}"/>
                    </a:ext>
                  </a:extLst>
                </p:cNvPr>
                <p:cNvPicPr/>
                <p:nvPr/>
              </p:nvPicPr>
              <p:blipFill>
                <a:blip r:embed="rId634"/>
                <a:stretch>
                  <a:fillRect/>
                </a:stretch>
              </p:blipFill>
              <p:spPr>
                <a:xfrm>
                  <a:off x="2187542" y="5359963"/>
                  <a:ext cx="18036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5">
              <p14:nvContentPartPr>
                <p14:cNvPr id="457" name="Ink 456">
                  <a:extLst>
                    <a:ext uri="{FF2B5EF4-FFF2-40B4-BE49-F238E27FC236}">
                      <a16:creationId xmlns:a16="http://schemas.microsoft.com/office/drawing/2014/main" id="{C0D583C4-B7FF-6F60-3766-2FAF870E1C52}"/>
                    </a:ext>
                  </a:extLst>
                </p14:cNvPr>
                <p14:cNvContentPartPr/>
                <p14:nvPr/>
              </p14:nvContentPartPr>
              <p14:xfrm>
                <a:off x="2357102" y="5461843"/>
                <a:ext cx="128520" cy="115200"/>
              </p14:xfrm>
            </p:contentPart>
          </mc:Choice>
          <mc:Fallback>
            <p:pic>
              <p:nvPicPr>
                <p:cNvPr id="457" name="Ink 456">
                  <a:extLst>
                    <a:ext uri="{FF2B5EF4-FFF2-40B4-BE49-F238E27FC236}">
                      <a16:creationId xmlns:a16="http://schemas.microsoft.com/office/drawing/2014/main" id="{C0D583C4-B7FF-6F60-3766-2FAF870E1C52}"/>
                    </a:ext>
                  </a:extLst>
                </p:cNvPr>
                <p:cNvPicPr/>
                <p:nvPr/>
              </p:nvPicPr>
              <p:blipFill>
                <a:blip r:embed="rId636"/>
                <a:stretch>
                  <a:fillRect/>
                </a:stretch>
              </p:blipFill>
              <p:spPr>
                <a:xfrm>
                  <a:off x="2348102" y="5452843"/>
                  <a:ext cx="14616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7">
              <p14:nvContentPartPr>
                <p14:cNvPr id="458" name="Ink 457">
                  <a:extLst>
                    <a:ext uri="{FF2B5EF4-FFF2-40B4-BE49-F238E27FC236}">
                      <a16:creationId xmlns:a16="http://schemas.microsoft.com/office/drawing/2014/main" id="{57ECB7E1-05C8-2566-DE77-2F1D730B7CC2}"/>
                    </a:ext>
                  </a:extLst>
                </p14:cNvPr>
                <p14:cNvContentPartPr/>
                <p14:nvPr/>
              </p14:nvContentPartPr>
              <p14:xfrm>
                <a:off x="2462222" y="5346643"/>
                <a:ext cx="146880" cy="262800"/>
              </p14:xfrm>
            </p:contentPart>
          </mc:Choice>
          <mc:Fallback>
            <p:pic>
              <p:nvPicPr>
                <p:cNvPr id="458" name="Ink 457">
                  <a:extLst>
                    <a:ext uri="{FF2B5EF4-FFF2-40B4-BE49-F238E27FC236}">
                      <a16:creationId xmlns:a16="http://schemas.microsoft.com/office/drawing/2014/main" id="{57ECB7E1-05C8-2566-DE77-2F1D730B7CC2}"/>
                    </a:ext>
                  </a:extLst>
                </p:cNvPr>
                <p:cNvPicPr/>
                <p:nvPr/>
              </p:nvPicPr>
              <p:blipFill>
                <a:blip r:embed="rId638"/>
                <a:stretch>
                  <a:fillRect/>
                </a:stretch>
              </p:blipFill>
              <p:spPr>
                <a:xfrm>
                  <a:off x="2453222" y="5338003"/>
                  <a:ext cx="164520" cy="28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8" name="Group 467">
            <a:extLst>
              <a:ext uri="{FF2B5EF4-FFF2-40B4-BE49-F238E27FC236}">
                <a16:creationId xmlns:a16="http://schemas.microsoft.com/office/drawing/2014/main" id="{F2D9022B-9775-5528-1687-9BEC14CFE0A5}"/>
              </a:ext>
            </a:extLst>
          </p:cNvPr>
          <p:cNvGrpSpPr/>
          <p:nvPr/>
        </p:nvGrpSpPr>
        <p:grpSpPr>
          <a:xfrm>
            <a:off x="2777582" y="5449603"/>
            <a:ext cx="105480" cy="127080"/>
            <a:chOff x="2777582" y="5449603"/>
            <a:chExt cx="105480" cy="12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9">
              <p14:nvContentPartPr>
                <p14:cNvPr id="459" name="Ink 458">
                  <a:extLst>
                    <a:ext uri="{FF2B5EF4-FFF2-40B4-BE49-F238E27FC236}">
                      <a16:creationId xmlns:a16="http://schemas.microsoft.com/office/drawing/2014/main" id="{E1DD3162-223A-9015-8887-2C348A0A4D05}"/>
                    </a:ext>
                  </a:extLst>
                </p14:cNvPr>
                <p14:cNvContentPartPr/>
                <p14:nvPr/>
              </p14:nvContentPartPr>
              <p14:xfrm>
                <a:off x="2817542" y="5449603"/>
                <a:ext cx="42480" cy="127080"/>
              </p14:xfrm>
            </p:contentPart>
          </mc:Choice>
          <mc:Fallback>
            <p:pic>
              <p:nvPicPr>
                <p:cNvPr id="459" name="Ink 458">
                  <a:extLst>
                    <a:ext uri="{FF2B5EF4-FFF2-40B4-BE49-F238E27FC236}">
                      <a16:creationId xmlns:a16="http://schemas.microsoft.com/office/drawing/2014/main" id="{E1DD3162-223A-9015-8887-2C348A0A4D05}"/>
                    </a:ext>
                  </a:extLst>
                </p:cNvPr>
                <p:cNvPicPr/>
                <p:nvPr/>
              </p:nvPicPr>
              <p:blipFill>
                <a:blip r:embed="rId640"/>
                <a:stretch>
                  <a:fillRect/>
                </a:stretch>
              </p:blipFill>
              <p:spPr>
                <a:xfrm>
                  <a:off x="2808902" y="5440603"/>
                  <a:ext cx="6012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1">
              <p14:nvContentPartPr>
                <p14:cNvPr id="460" name="Ink 459">
                  <a:extLst>
                    <a:ext uri="{FF2B5EF4-FFF2-40B4-BE49-F238E27FC236}">
                      <a16:creationId xmlns:a16="http://schemas.microsoft.com/office/drawing/2014/main" id="{E793E0A0-10C2-A940-8783-273430A5ADCA}"/>
                    </a:ext>
                  </a:extLst>
                </p14:cNvPr>
                <p14:cNvContentPartPr/>
                <p14:nvPr/>
              </p14:nvContentPartPr>
              <p14:xfrm>
                <a:off x="2777582" y="5515483"/>
                <a:ext cx="105480" cy="14760"/>
              </p14:xfrm>
            </p:contentPart>
          </mc:Choice>
          <mc:Fallback>
            <p:pic>
              <p:nvPicPr>
                <p:cNvPr id="460" name="Ink 459">
                  <a:extLst>
                    <a:ext uri="{FF2B5EF4-FFF2-40B4-BE49-F238E27FC236}">
                      <a16:creationId xmlns:a16="http://schemas.microsoft.com/office/drawing/2014/main" id="{E793E0A0-10C2-A940-8783-273430A5ADCA}"/>
                    </a:ext>
                  </a:extLst>
                </p:cNvPr>
                <p:cNvPicPr/>
                <p:nvPr/>
              </p:nvPicPr>
              <p:blipFill>
                <a:blip r:embed="rId642"/>
                <a:stretch>
                  <a:fillRect/>
                </a:stretch>
              </p:blipFill>
              <p:spPr>
                <a:xfrm>
                  <a:off x="2768942" y="5506843"/>
                  <a:ext cx="123120" cy="3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7" name="Group 466">
            <a:extLst>
              <a:ext uri="{FF2B5EF4-FFF2-40B4-BE49-F238E27FC236}">
                <a16:creationId xmlns:a16="http://schemas.microsoft.com/office/drawing/2014/main" id="{085AE304-23EF-F5DB-D807-6753ECBF0365}"/>
              </a:ext>
            </a:extLst>
          </p:cNvPr>
          <p:cNvGrpSpPr/>
          <p:nvPr/>
        </p:nvGrpSpPr>
        <p:grpSpPr>
          <a:xfrm>
            <a:off x="3047222" y="5307403"/>
            <a:ext cx="690120" cy="317520"/>
            <a:chOff x="3047222" y="5307403"/>
            <a:chExt cx="690120" cy="31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3">
              <p14:nvContentPartPr>
                <p14:cNvPr id="461" name="Ink 460">
                  <a:extLst>
                    <a:ext uri="{FF2B5EF4-FFF2-40B4-BE49-F238E27FC236}">
                      <a16:creationId xmlns:a16="http://schemas.microsoft.com/office/drawing/2014/main" id="{30C3AE3B-B5A3-7DC3-94A9-E92D47E9BC89}"/>
                    </a:ext>
                  </a:extLst>
                </p14:cNvPr>
                <p14:cNvContentPartPr/>
                <p14:nvPr/>
              </p14:nvContentPartPr>
              <p14:xfrm>
                <a:off x="3047222" y="5470483"/>
                <a:ext cx="127080" cy="102240"/>
              </p14:xfrm>
            </p:contentPart>
          </mc:Choice>
          <mc:Fallback>
            <p:pic>
              <p:nvPicPr>
                <p:cNvPr id="461" name="Ink 460">
                  <a:extLst>
                    <a:ext uri="{FF2B5EF4-FFF2-40B4-BE49-F238E27FC236}">
                      <a16:creationId xmlns:a16="http://schemas.microsoft.com/office/drawing/2014/main" id="{30C3AE3B-B5A3-7DC3-94A9-E92D47E9BC89}"/>
                    </a:ext>
                  </a:extLst>
                </p:cNvPr>
                <p:cNvPicPr/>
                <p:nvPr/>
              </p:nvPicPr>
              <p:blipFill>
                <a:blip r:embed="rId644"/>
                <a:stretch>
                  <a:fillRect/>
                </a:stretch>
              </p:blipFill>
              <p:spPr>
                <a:xfrm>
                  <a:off x="3038582" y="5461483"/>
                  <a:ext cx="14472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5">
              <p14:nvContentPartPr>
                <p14:cNvPr id="462" name="Ink 461">
                  <a:extLst>
                    <a:ext uri="{FF2B5EF4-FFF2-40B4-BE49-F238E27FC236}">
                      <a16:creationId xmlns:a16="http://schemas.microsoft.com/office/drawing/2014/main" id="{45EA3FD0-429F-44A3-38FF-41C31A0CD063}"/>
                    </a:ext>
                  </a:extLst>
                </p14:cNvPr>
                <p14:cNvContentPartPr/>
                <p14:nvPr/>
              </p14:nvContentPartPr>
              <p14:xfrm>
                <a:off x="3079262" y="5492443"/>
                <a:ext cx="73440" cy="90360"/>
              </p14:xfrm>
            </p:contentPart>
          </mc:Choice>
          <mc:Fallback>
            <p:pic>
              <p:nvPicPr>
                <p:cNvPr id="462" name="Ink 461">
                  <a:extLst>
                    <a:ext uri="{FF2B5EF4-FFF2-40B4-BE49-F238E27FC236}">
                      <a16:creationId xmlns:a16="http://schemas.microsoft.com/office/drawing/2014/main" id="{45EA3FD0-429F-44A3-38FF-41C31A0CD063}"/>
                    </a:ext>
                  </a:extLst>
                </p:cNvPr>
                <p:cNvPicPr/>
                <p:nvPr/>
              </p:nvPicPr>
              <p:blipFill>
                <a:blip r:embed="rId646"/>
                <a:stretch>
                  <a:fillRect/>
                </a:stretch>
              </p:blipFill>
              <p:spPr>
                <a:xfrm>
                  <a:off x="3070262" y="5483443"/>
                  <a:ext cx="9108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7">
              <p14:nvContentPartPr>
                <p14:cNvPr id="463" name="Ink 462">
                  <a:extLst>
                    <a:ext uri="{FF2B5EF4-FFF2-40B4-BE49-F238E27FC236}">
                      <a16:creationId xmlns:a16="http://schemas.microsoft.com/office/drawing/2014/main" id="{CC2681C4-03DB-1CCB-A043-3C157CC2FE91}"/>
                    </a:ext>
                  </a:extLst>
                </p14:cNvPr>
                <p14:cNvContentPartPr/>
                <p14:nvPr/>
              </p14:nvContentPartPr>
              <p14:xfrm>
                <a:off x="3177902" y="5347363"/>
                <a:ext cx="134640" cy="243360"/>
              </p14:xfrm>
            </p:contentPart>
          </mc:Choice>
          <mc:Fallback>
            <p:pic>
              <p:nvPicPr>
                <p:cNvPr id="463" name="Ink 462">
                  <a:extLst>
                    <a:ext uri="{FF2B5EF4-FFF2-40B4-BE49-F238E27FC236}">
                      <a16:creationId xmlns:a16="http://schemas.microsoft.com/office/drawing/2014/main" id="{CC2681C4-03DB-1CCB-A043-3C157CC2FE91}"/>
                    </a:ext>
                  </a:extLst>
                </p:cNvPr>
                <p:cNvPicPr/>
                <p:nvPr/>
              </p:nvPicPr>
              <p:blipFill>
                <a:blip r:embed="rId648"/>
                <a:stretch>
                  <a:fillRect/>
                </a:stretch>
              </p:blipFill>
              <p:spPr>
                <a:xfrm>
                  <a:off x="3168902" y="5338363"/>
                  <a:ext cx="15228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9">
              <p14:nvContentPartPr>
                <p14:cNvPr id="464" name="Ink 463">
                  <a:extLst>
                    <a:ext uri="{FF2B5EF4-FFF2-40B4-BE49-F238E27FC236}">
                      <a16:creationId xmlns:a16="http://schemas.microsoft.com/office/drawing/2014/main" id="{66832D97-5893-8D3A-AA1D-5D4DEB36D186}"/>
                    </a:ext>
                  </a:extLst>
                </p14:cNvPr>
                <p14:cNvContentPartPr/>
                <p14:nvPr/>
              </p14:nvContentPartPr>
              <p14:xfrm>
                <a:off x="3314702" y="5438443"/>
                <a:ext cx="153360" cy="103680"/>
              </p14:xfrm>
            </p:contentPart>
          </mc:Choice>
          <mc:Fallback>
            <p:pic>
              <p:nvPicPr>
                <p:cNvPr id="464" name="Ink 463">
                  <a:extLst>
                    <a:ext uri="{FF2B5EF4-FFF2-40B4-BE49-F238E27FC236}">
                      <a16:creationId xmlns:a16="http://schemas.microsoft.com/office/drawing/2014/main" id="{66832D97-5893-8D3A-AA1D-5D4DEB36D186}"/>
                    </a:ext>
                  </a:extLst>
                </p:cNvPr>
                <p:cNvPicPr/>
                <p:nvPr/>
              </p:nvPicPr>
              <p:blipFill>
                <a:blip r:embed="rId650"/>
                <a:stretch>
                  <a:fillRect/>
                </a:stretch>
              </p:blipFill>
              <p:spPr>
                <a:xfrm>
                  <a:off x="3305702" y="5429443"/>
                  <a:ext cx="17100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1">
              <p14:nvContentPartPr>
                <p14:cNvPr id="465" name="Ink 464">
                  <a:extLst>
                    <a:ext uri="{FF2B5EF4-FFF2-40B4-BE49-F238E27FC236}">
                      <a16:creationId xmlns:a16="http://schemas.microsoft.com/office/drawing/2014/main" id="{4D872125-CB79-27B3-FE15-EF05D8F801CC}"/>
                    </a:ext>
                  </a:extLst>
                </p14:cNvPr>
                <p14:cNvContentPartPr/>
                <p14:nvPr/>
              </p14:nvContentPartPr>
              <p14:xfrm>
                <a:off x="3456902" y="5367163"/>
                <a:ext cx="144360" cy="257760"/>
              </p14:xfrm>
            </p:contentPart>
          </mc:Choice>
          <mc:Fallback>
            <p:pic>
              <p:nvPicPr>
                <p:cNvPr id="465" name="Ink 464">
                  <a:extLst>
                    <a:ext uri="{FF2B5EF4-FFF2-40B4-BE49-F238E27FC236}">
                      <a16:creationId xmlns:a16="http://schemas.microsoft.com/office/drawing/2014/main" id="{4D872125-CB79-27B3-FE15-EF05D8F801CC}"/>
                    </a:ext>
                  </a:extLst>
                </p:cNvPr>
                <p:cNvPicPr/>
                <p:nvPr/>
              </p:nvPicPr>
              <p:blipFill>
                <a:blip r:embed="rId652"/>
                <a:stretch>
                  <a:fillRect/>
                </a:stretch>
              </p:blipFill>
              <p:spPr>
                <a:xfrm>
                  <a:off x="3447902" y="5358163"/>
                  <a:ext cx="16200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3">
              <p14:nvContentPartPr>
                <p14:cNvPr id="466" name="Ink 465">
                  <a:extLst>
                    <a:ext uri="{FF2B5EF4-FFF2-40B4-BE49-F238E27FC236}">
                      <a16:creationId xmlns:a16="http://schemas.microsoft.com/office/drawing/2014/main" id="{88BA8E45-B73F-4425-D409-A2F1FCCF17AE}"/>
                    </a:ext>
                  </a:extLst>
                </p14:cNvPr>
                <p14:cNvContentPartPr/>
                <p14:nvPr/>
              </p14:nvContentPartPr>
              <p14:xfrm>
                <a:off x="3616022" y="5307403"/>
                <a:ext cx="121320" cy="306720"/>
              </p14:xfrm>
            </p:contentPart>
          </mc:Choice>
          <mc:Fallback>
            <p:pic>
              <p:nvPicPr>
                <p:cNvPr id="466" name="Ink 465">
                  <a:extLst>
                    <a:ext uri="{FF2B5EF4-FFF2-40B4-BE49-F238E27FC236}">
                      <a16:creationId xmlns:a16="http://schemas.microsoft.com/office/drawing/2014/main" id="{88BA8E45-B73F-4425-D409-A2F1FCCF17AE}"/>
                    </a:ext>
                  </a:extLst>
                </p:cNvPr>
                <p:cNvPicPr/>
                <p:nvPr/>
              </p:nvPicPr>
              <p:blipFill>
                <a:blip r:embed="rId654"/>
                <a:stretch>
                  <a:fillRect/>
                </a:stretch>
              </p:blipFill>
              <p:spPr>
                <a:xfrm>
                  <a:off x="3607022" y="5298403"/>
                  <a:ext cx="138960" cy="32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9" name="Group 478">
            <a:extLst>
              <a:ext uri="{FF2B5EF4-FFF2-40B4-BE49-F238E27FC236}">
                <a16:creationId xmlns:a16="http://schemas.microsoft.com/office/drawing/2014/main" id="{9C4154E7-6CB9-D91D-068F-44D5EB3D3E38}"/>
              </a:ext>
            </a:extLst>
          </p:cNvPr>
          <p:cNvGrpSpPr/>
          <p:nvPr/>
        </p:nvGrpSpPr>
        <p:grpSpPr>
          <a:xfrm>
            <a:off x="4375622" y="5263843"/>
            <a:ext cx="804600" cy="344520"/>
            <a:chOff x="4375622" y="5263843"/>
            <a:chExt cx="804600" cy="344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55">
              <p14:nvContentPartPr>
                <p14:cNvPr id="473" name="Ink 472">
                  <a:extLst>
                    <a:ext uri="{FF2B5EF4-FFF2-40B4-BE49-F238E27FC236}">
                      <a16:creationId xmlns:a16="http://schemas.microsoft.com/office/drawing/2014/main" id="{978F2B87-67B9-F634-5B56-7223380B0E1C}"/>
                    </a:ext>
                  </a:extLst>
                </p14:cNvPr>
                <p14:cNvContentPartPr/>
                <p14:nvPr/>
              </p14:nvContentPartPr>
              <p14:xfrm>
                <a:off x="4375622" y="5263843"/>
                <a:ext cx="131400" cy="344520"/>
              </p14:xfrm>
            </p:contentPart>
          </mc:Choice>
          <mc:Fallback>
            <p:pic>
              <p:nvPicPr>
                <p:cNvPr id="473" name="Ink 472">
                  <a:extLst>
                    <a:ext uri="{FF2B5EF4-FFF2-40B4-BE49-F238E27FC236}">
                      <a16:creationId xmlns:a16="http://schemas.microsoft.com/office/drawing/2014/main" id="{978F2B87-67B9-F634-5B56-7223380B0E1C}"/>
                    </a:ext>
                  </a:extLst>
                </p:cNvPr>
                <p:cNvPicPr/>
                <p:nvPr/>
              </p:nvPicPr>
              <p:blipFill>
                <a:blip r:embed="rId656"/>
                <a:stretch>
                  <a:fillRect/>
                </a:stretch>
              </p:blipFill>
              <p:spPr>
                <a:xfrm>
                  <a:off x="4366982" y="5255203"/>
                  <a:ext cx="14904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7">
              <p14:nvContentPartPr>
                <p14:cNvPr id="474" name="Ink 473">
                  <a:extLst>
                    <a:ext uri="{FF2B5EF4-FFF2-40B4-BE49-F238E27FC236}">
                      <a16:creationId xmlns:a16="http://schemas.microsoft.com/office/drawing/2014/main" id="{1AA730F1-1984-6C9B-D757-A7C0DA0B1C36}"/>
                    </a:ext>
                  </a:extLst>
                </p14:cNvPr>
                <p14:cNvContentPartPr/>
                <p14:nvPr/>
              </p14:nvContentPartPr>
              <p14:xfrm>
                <a:off x="4547702" y="5403163"/>
                <a:ext cx="198360" cy="117360"/>
              </p14:xfrm>
            </p:contentPart>
          </mc:Choice>
          <mc:Fallback>
            <p:pic>
              <p:nvPicPr>
                <p:cNvPr id="474" name="Ink 473">
                  <a:extLst>
                    <a:ext uri="{FF2B5EF4-FFF2-40B4-BE49-F238E27FC236}">
                      <a16:creationId xmlns:a16="http://schemas.microsoft.com/office/drawing/2014/main" id="{1AA730F1-1984-6C9B-D757-A7C0DA0B1C36}"/>
                    </a:ext>
                  </a:extLst>
                </p:cNvPr>
                <p:cNvPicPr/>
                <p:nvPr/>
              </p:nvPicPr>
              <p:blipFill>
                <a:blip r:embed="rId658"/>
                <a:stretch>
                  <a:fillRect/>
                </a:stretch>
              </p:blipFill>
              <p:spPr>
                <a:xfrm>
                  <a:off x="4539062" y="5394523"/>
                  <a:ext cx="21600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9">
              <p14:nvContentPartPr>
                <p14:cNvPr id="475" name="Ink 474">
                  <a:extLst>
                    <a:ext uri="{FF2B5EF4-FFF2-40B4-BE49-F238E27FC236}">
                      <a16:creationId xmlns:a16="http://schemas.microsoft.com/office/drawing/2014/main" id="{ACF9E1E9-CF04-84C8-D0E9-77008B7C7A65}"/>
                    </a:ext>
                  </a:extLst>
                </p14:cNvPr>
                <p14:cNvContentPartPr/>
                <p14:nvPr/>
              </p14:nvContentPartPr>
              <p14:xfrm>
                <a:off x="4627982" y="5432683"/>
                <a:ext cx="90720" cy="79920"/>
              </p14:xfrm>
            </p:contentPart>
          </mc:Choice>
          <mc:Fallback>
            <p:pic>
              <p:nvPicPr>
                <p:cNvPr id="475" name="Ink 474">
                  <a:extLst>
                    <a:ext uri="{FF2B5EF4-FFF2-40B4-BE49-F238E27FC236}">
                      <a16:creationId xmlns:a16="http://schemas.microsoft.com/office/drawing/2014/main" id="{ACF9E1E9-CF04-84C8-D0E9-77008B7C7A65}"/>
                    </a:ext>
                  </a:extLst>
                </p:cNvPr>
                <p:cNvPicPr/>
                <p:nvPr/>
              </p:nvPicPr>
              <p:blipFill>
                <a:blip r:embed="rId660"/>
                <a:stretch>
                  <a:fillRect/>
                </a:stretch>
              </p:blipFill>
              <p:spPr>
                <a:xfrm>
                  <a:off x="4618982" y="5423683"/>
                  <a:ext cx="10836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1">
              <p14:nvContentPartPr>
                <p14:cNvPr id="476" name="Ink 475">
                  <a:extLst>
                    <a:ext uri="{FF2B5EF4-FFF2-40B4-BE49-F238E27FC236}">
                      <a16:creationId xmlns:a16="http://schemas.microsoft.com/office/drawing/2014/main" id="{F90E1541-2536-D087-C463-0C36F1B92A44}"/>
                    </a:ext>
                  </a:extLst>
                </p14:cNvPr>
                <p14:cNvContentPartPr/>
                <p14:nvPr/>
              </p14:nvContentPartPr>
              <p14:xfrm>
                <a:off x="4780982" y="5283283"/>
                <a:ext cx="142920" cy="229680"/>
              </p14:xfrm>
            </p:contentPart>
          </mc:Choice>
          <mc:Fallback>
            <p:pic>
              <p:nvPicPr>
                <p:cNvPr id="476" name="Ink 475">
                  <a:extLst>
                    <a:ext uri="{FF2B5EF4-FFF2-40B4-BE49-F238E27FC236}">
                      <a16:creationId xmlns:a16="http://schemas.microsoft.com/office/drawing/2014/main" id="{F90E1541-2536-D087-C463-0C36F1B92A44}"/>
                    </a:ext>
                  </a:extLst>
                </p:cNvPr>
                <p:cNvPicPr/>
                <p:nvPr/>
              </p:nvPicPr>
              <p:blipFill>
                <a:blip r:embed="rId662"/>
                <a:stretch>
                  <a:fillRect/>
                </a:stretch>
              </p:blipFill>
              <p:spPr>
                <a:xfrm>
                  <a:off x="4771982" y="5274283"/>
                  <a:ext cx="16056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3">
              <p14:nvContentPartPr>
                <p14:cNvPr id="477" name="Ink 476">
                  <a:extLst>
                    <a:ext uri="{FF2B5EF4-FFF2-40B4-BE49-F238E27FC236}">
                      <a16:creationId xmlns:a16="http://schemas.microsoft.com/office/drawing/2014/main" id="{B68DE950-B400-BF85-B83B-0FA80CF994D3}"/>
                    </a:ext>
                  </a:extLst>
                </p14:cNvPr>
                <p14:cNvContentPartPr/>
                <p14:nvPr/>
              </p14:nvContentPartPr>
              <p14:xfrm>
                <a:off x="4967822" y="5390923"/>
                <a:ext cx="48960" cy="108000"/>
              </p14:xfrm>
            </p:contentPart>
          </mc:Choice>
          <mc:Fallback>
            <p:pic>
              <p:nvPicPr>
                <p:cNvPr id="477" name="Ink 476">
                  <a:extLst>
                    <a:ext uri="{FF2B5EF4-FFF2-40B4-BE49-F238E27FC236}">
                      <a16:creationId xmlns:a16="http://schemas.microsoft.com/office/drawing/2014/main" id="{B68DE950-B400-BF85-B83B-0FA80CF994D3}"/>
                    </a:ext>
                  </a:extLst>
                </p:cNvPr>
                <p:cNvPicPr/>
                <p:nvPr/>
              </p:nvPicPr>
              <p:blipFill>
                <a:blip r:embed="rId664"/>
                <a:stretch>
                  <a:fillRect/>
                </a:stretch>
              </p:blipFill>
              <p:spPr>
                <a:xfrm>
                  <a:off x="4959182" y="5382283"/>
                  <a:ext cx="6660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5">
              <p14:nvContentPartPr>
                <p14:cNvPr id="478" name="Ink 477">
                  <a:extLst>
                    <a:ext uri="{FF2B5EF4-FFF2-40B4-BE49-F238E27FC236}">
                      <a16:creationId xmlns:a16="http://schemas.microsoft.com/office/drawing/2014/main" id="{29E8E954-1F04-4BA4-30BF-94FC027CDD79}"/>
                    </a:ext>
                  </a:extLst>
                </p14:cNvPr>
                <p14:cNvContentPartPr/>
                <p14:nvPr/>
              </p14:nvContentPartPr>
              <p14:xfrm>
                <a:off x="5036582" y="5303443"/>
                <a:ext cx="143640" cy="219960"/>
              </p14:xfrm>
            </p:contentPart>
          </mc:Choice>
          <mc:Fallback>
            <p:pic>
              <p:nvPicPr>
                <p:cNvPr id="478" name="Ink 477">
                  <a:extLst>
                    <a:ext uri="{FF2B5EF4-FFF2-40B4-BE49-F238E27FC236}">
                      <a16:creationId xmlns:a16="http://schemas.microsoft.com/office/drawing/2014/main" id="{29E8E954-1F04-4BA4-30BF-94FC027CDD79}"/>
                    </a:ext>
                  </a:extLst>
                </p:cNvPr>
                <p:cNvPicPr/>
                <p:nvPr/>
              </p:nvPicPr>
              <p:blipFill>
                <a:blip r:embed="rId666"/>
                <a:stretch>
                  <a:fillRect/>
                </a:stretch>
              </p:blipFill>
              <p:spPr>
                <a:xfrm>
                  <a:off x="5027942" y="5294803"/>
                  <a:ext cx="161280" cy="23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8" name="Group 487">
            <a:extLst>
              <a:ext uri="{FF2B5EF4-FFF2-40B4-BE49-F238E27FC236}">
                <a16:creationId xmlns:a16="http://schemas.microsoft.com/office/drawing/2014/main" id="{D377E689-8D7D-941B-F584-1891CA3A1CBD}"/>
              </a:ext>
            </a:extLst>
          </p:cNvPr>
          <p:cNvGrpSpPr/>
          <p:nvPr/>
        </p:nvGrpSpPr>
        <p:grpSpPr>
          <a:xfrm>
            <a:off x="5432942" y="5217403"/>
            <a:ext cx="1132920" cy="331920"/>
            <a:chOff x="5432942" y="5217403"/>
            <a:chExt cx="1132920" cy="331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7">
              <p14:nvContentPartPr>
                <p14:cNvPr id="480" name="Ink 479">
                  <a:extLst>
                    <a:ext uri="{FF2B5EF4-FFF2-40B4-BE49-F238E27FC236}">
                      <a16:creationId xmlns:a16="http://schemas.microsoft.com/office/drawing/2014/main" id="{0CE619DC-EB9A-151F-BB84-50D4F4661CA0}"/>
                    </a:ext>
                  </a:extLst>
                </p14:cNvPr>
                <p14:cNvContentPartPr/>
                <p14:nvPr/>
              </p14:nvContentPartPr>
              <p14:xfrm>
                <a:off x="5437262" y="5342683"/>
                <a:ext cx="41760" cy="132840"/>
              </p14:xfrm>
            </p:contentPart>
          </mc:Choice>
          <mc:Fallback>
            <p:pic>
              <p:nvPicPr>
                <p:cNvPr id="480" name="Ink 479">
                  <a:extLst>
                    <a:ext uri="{FF2B5EF4-FFF2-40B4-BE49-F238E27FC236}">
                      <a16:creationId xmlns:a16="http://schemas.microsoft.com/office/drawing/2014/main" id="{0CE619DC-EB9A-151F-BB84-50D4F4661CA0}"/>
                    </a:ext>
                  </a:extLst>
                </p:cNvPr>
                <p:cNvPicPr/>
                <p:nvPr/>
              </p:nvPicPr>
              <p:blipFill>
                <a:blip r:embed="rId668"/>
                <a:stretch>
                  <a:fillRect/>
                </a:stretch>
              </p:blipFill>
              <p:spPr>
                <a:xfrm>
                  <a:off x="5428262" y="5333683"/>
                  <a:ext cx="5940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9">
              <p14:nvContentPartPr>
                <p14:cNvPr id="481" name="Ink 480">
                  <a:extLst>
                    <a:ext uri="{FF2B5EF4-FFF2-40B4-BE49-F238E27FC236}">
                      <a16:creationId xmlns:a16="http://schemas.microsoft.com/office/drawing/2014/main" id="{215B5023-A3E3-A1A5-6E79-DD617F2A46A8}"/>
                    </a:ext>
                  </a:extLst>
                </p14:cNvPr>
                <p14:cNvContentPartPr/>
                <p14:nvPr/>
              </p14:nvContentPartPr>
              <p14:xfrm>
                <a:off x="5432942" y="5412163"/>
                <a:ext cx="123840" cy="16920"/>
              </p14:xfrm>
            </p:contentPart>
          </mc:Choice>
          <mc:Fallback>
            <p:pic>
              <p:nvPicPr>
                <p:cNvPr id="481" name="Ink 480">
                  <a:extLst>
                    <a:ext uri="{FF2B5EF4-FFF2-40B4-BE49-F238E27FC236}">
                      <a16:creationId xmlns:a16="http://schemas.microsoft.com/office/drawing/2014/main" id="{215B5023-A3E3-A1A5-6E79-DD617F2A46A8}"/>
                    </a:ext>
                  </a:extLst>
                </p:cNvPr>
                <p:cNvPicPr/>
                <p:nvPr/>
              </p:nvPicPr>
              <p:blipFill>
                <a:blip r:embed="rId670"/>
                <a:stretch>
                  <a:fillRect/>
                </a:stretch>
              </p:blipFill>
              <p:spPr>
                <a:xfrm>
                  <a:off x="5423942" y="5403523"/>
                  <a:ext cx="1414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1">
              <p14:nvContentPartPr>
                <p14:cNvPr id="482" name="Ink 481">
                  <a:extLst>
                    <a:ext uri="{FF2B5EF4-FFF2-40B4-BE49-F238E27FC236}">
                      <a16:creationId xmlns:a16="http://schemas.microsoft.com/office/drawing/2014/main" id="{68CA0C41-173C-AA2D-852C-D0BB24403CE8}"/>
                    </a:ext>
                  </a:extLst>
                </p14:cNvPr>
                <p14:cNvContentPartPr/>
                <p14:nvPr/>
              </p14:nvContentPartPr>
              <p14:xfrm>
                <a:off x="5670182" y="5373643"/>
                <a:ext cx="166680" cy="86760"/>
              </p14:xfrm>
            </p:contentPart>
          </mc:Choice>
          <mc:Fallback>
            <p:pic>
              <p:nvPicPr>
                <p:cNvPr id="482" name="Ink 481">
                  <a:extLst>
                    <a:ext uri="{FF2B5EF4-FFF2-40B4-BE49-F238E27FC236}">
                      <a16:creationId xmlns:a16="http://schemas.microsoft.com/office/drawing/2014/main" id="{68CA0C41-173C-AA2D-852C-D0BB24403CE8}"/>
                    </a:ext>
                  </a:extLst>
                </p:cNvPr>
                <p:cNvPicPr/>
                <p:nvPr/>
              </p:nvPicPr>
              <p:blipFill>
                <a:blip r:embed="rId672"/>
                <a:stretch>
                  <a:fillRect/>
                </a:stretch>
              </p:blipFill>
              <p:spPr>
                <a:xfrm>
                  <a:off x="5661542" y="5365003"/>
                  <a:ext cx="18432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3">
              <p14:nvContentPartPr>
                <p14:cNvPr id="483" name="Ink 482">
                  <a:extLst>
                    <a:ext uri="{FF2B5EF4-FFF2-40B4-BE49-F238E27FC236}">
                      <a16:creationId xmlns:a16="http://schemas.microsoft.com/office/drawing/2014/main" id="{E5DD7481-6A38-3DC0-41CF-214B5671F0CC}"/>
                    </a:ext>
                  </a:extLst>
                </p14:cNvPr>
                <p14:cNvContentPartPr/>
                <p14:nvPr/>
              </p14:nvContentPartPr>
              <p14:xfrm>
                <a:off x="5743982" y="5395963"/>
                <a:ext cx="72000" cy="92520"/>
              </p14:xfrm>
            </p:contentPart>
          </mc:Choice>
          <mc:Fallback>
            <p:pic>
              <p:nvPicPr>
                <p:cNvPr id="483" name="Ink 482">
                  <a:extLst>
                    <a:ext uri="{FF2B5EF4-FFF2-40B4-BE49-F238E27FC236}">
                      <a16:creationId xmlns:a16="http://schemas.microsoft.com/office/drawing/2014/main" id="{E5DD7481-6A38-3DC0-41CF-214B5671F0CC}"/>
                    </a:ext>
                  </a:extLst>
                </p:cNvPr>
                <p:cNvPicPr/>
                <p:nvPr/>
              </p:nvPicPr>
              <p:blipFill>
                <a:blip r:embed="rId674"/>
                <a:stretch>
                  <a:fillRect/>
                </a:stretch>
              </p:blipFill>
              <p:spPr>
                <a:xfrm>
                  <a:off x="5735342" y="5387323"/>
                  <a:ext cx="8964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5">
              <p14:nvContentPartPr>
                <p14:cNvPr id="484" name="Ink 483">
                  <a:extLst>
                    <a:ext uri="{FF2B5EF4-FFF2-40B4-BE49-F238E27FC236}">
                      <a16:creationId xmlns:a16="http://schemas.microsoft.com/office/drawing/2014/main" id="{4936B751-5EC2-3DA7-AAF5-97A466B2C9F3}"/>
                    </a:ext>
                  </a:extLst>
                </p14:cNvPr>
                <p14:cNvContentPartPr/>
                <p14:nvPr/>
              </p14:nvContentPartPr>
              <p14:xfrm>
                <a:off x="5909942" y="5275363"/>
                <a:ext cx="131040" cy="244080"/>
              </p14:xfrm>
            </p:contentPart>
          </mc:Choice>
          <mc:Fallback>
            <p:pic>
              <p:nvPicPr>
                <p:cNvPr id="484" name="Ink 483">
                  <a:extLst>
                    <a:ext uri="{FF2B5EF4-FFF2-40B4-BE49-F238E27FC236}">
                      <a16:creationId xmlns:a16="http://schemas.microsoft.com/office/drawing/2014/main" id="{4936B751-5EC2-3DA7-AAF5-97A466B2C9F3}"/>
                    </a:ext>
                  </a:extLst>
                </p:cNvPr>
                <p:cNvPicPr/>
                <p:nvPr/>
              </p:nvPicPr>
              <p:blipFill>
                <a:blip r:embed="rId676"/>
                <a:stretch>
                  <a:fillRect/>
                </a:stretch>
              </p:blipFill>
              <p:spPr>
                <a:xfrm>
                  <a:off x="5901302" y="5266363"/>
                  <a:ext cx="1486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7">
              <p14:nvContentPartPr>
                <p14:cNvPr id="485" name="Ink 484">
                  <a:extLst>
                    <a:ext uri="{FF2B5EF4-FFF2-40B4-BE49-F238E27FC236}">
                      <a16:creationId xmlns:a16="http://schemas.microsoft.com/office/drawing/2014/main" id="{FF0941EF-C118-A275-B68D-16869CB17CED}"/>
                    </a:ext>
                  </a:extLst>
                </p14:cNvPr>
                <p14:cNvContentPartPr/>
                <p14:nvPr/>
              </p14:nvContentPartPr>
              <p14:xfrm>
                <a:off x="6074822" y="5352043"/>
                <a:ext cx="110880" cy="139320"/>
              </p14:xfrm>
            </p:contentPart>
          </mc:Choice>
          <mc:Fallback>
            <p:pic>
              <p:nvPicPr>
                <p:cNvPr id="485" name="Ink 484">
                  <a:extLst>
                    <a:ext uri="{FF2B5EF4-FFF2-40B4-BE49-F238E27FC236}">
                      <a16:creationId xmlns:a16="http://schemas.microsoft.com/office/drawing/2014/main" id="{FF0941EF-C118-A275-B68D-16869CB17CED}"/>
                    </a:ext>
                  </a:extLst>
                </p:cNvPr>
                <p:cNvPicPr/>
                <p:nvPr/>
              </p:nvPicPr>
              <p:blipFill>
                <a:blip r:embed="rId678"/>
                <a:stretch>
                  <a:fillRect/>
                </a:stretch>
              </p:blipFill>
              <p:spPr>
                <a:xfrm>
                  <a:off x="6065822" y="5343403"/>
                  <a:ext cx="12852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9">
              <p14:nvContentPartPr>
                <p14:cNvPr id="486" name="Ink 485">
                  <a:extLst>
                    <a:ext uri="{FF2B5EF4-FFF2-40B4-BE49-F238E27FC236}">
                      <a16:creationId xmlns:a16="http://schemas.microsoft.com/office/drawing/2014/main" id="{F05D4ACA-3481-135C-2E1C-943CA86CB546}"/>
                    </a:ext>
                  </a:extLst>
                </p14:cNvPr>
                <p14:cNvContentPartPr/>
                <p14:nvPr/>
              </p14:nvContentPartPr>
              <p14:xfrm>
                <a:off x="6211262" y="5276443"/>
                <a:ext cx="131760" cy="235080"/>
              </p14:xfrm>
            </p:contentPart>
          </mc:Choice>
          <mc:Fallback>
            <p:pic>
              <p:nvPicPr>
                <p:cNvPr id="486" name="Ink 485">
                  <a:extLst>
                    <a:ext uri="{FF2B5EF4-FFF2-40B4-BE49-F238E27FC236}">
                      <a16:creationId xmlns:a16="http://schemas.microsoft.com/office/drawing/2014/main" id="{F05D4ACA-3481-135C-2E1C-943CA86CB546}"/>
                    </a:ext>
                  </a:extLst>
                </p:cNvPr>
                <p:cNvPicPr/>
                <p:nvPr/>
              </p:nvPicPr>
              <p:blipFill>
                <a:blip r:embed="rId680"/>
                <a:stretch>
                  <a:fillRect/>
                </a:stretch>
              </p:blipFill>
              <p:spPr>
                <a:xfrm>
                  <a:off x="6202622" y="5267803"/>
                  <a:ext cx="14940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1">
              <p14:nvContentPartPr>
                <p14:cNvPr id="487" name="Ink 486">
                  <a:extLst>
                    <a:ext uri="{FF2B5EF4-FFF2-40B4-BE49-F238E27FC236}">
                      <a16:creationId xmlns:a16="http://schemas.microsoft.com/office/drawing/2014/main" id="{07726348-4214-9028-2D2B-890DABB766F2}"/>
                    </a:ext>
                  </a:extLst>
                </p14:cNvPr>
                <p14:cNvContentPartPr/>
                <p14:nvPr/>
              </p14:nvContentPartPr>
              <p14:xfrm>
                <a:off x="6401342" y="5217403"/>
                <a:ext cx="164520" cy="331920"/>
              </p14:xfrm>
            </p:contentPart>
          </mc:Choice>
          <mc:Fallback>
            <p:pic>
              <p:nvPicPr>
                <p:cNvPr id="487" name="Ink 486">
                  <a:extLst>
                    <a:ext uri="{FF2B5EF4-FFF2-40B4-BE49-F238E27FC236}">
                      <a16:creationId xmlns:a16="http://schemas.microsoft.com/office/drawing/2014/main" id="{07726348-4214-9028-2D2B-890DABB766F2}"/>
                    </a:ext>
                  </a:extLst>
                </p:cNvPr>
                <p:cNvPicPr/>
                <p:nvPr/>
              </p:nvPicPr>
              <p:blipFill>
                <a:blip r:embed="rId682"/>
                <a:stretch>
                  <a:fillRect/>
                </a:stretch>
              </p:blipFill>
              <p:spPr>
                <a:xfrm>
                  <a:off x="6392342" y="5208763"/>
                  <a:ext cx="182160" cy="34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9" name="Group 508">
            <a:extLst>
              <a:ext uri="{FF2B5EF4-FFF2-40B4-BE49-F238E27FC236}">
                <a16:creationId xmlns:a16="http://schemas.microsoft.com/office/drawing/2014/main" id="{D1925CC9-519B-4EAD-F163-18F8E0438E89}"/>
              </a:ext>
            </a:extLst>
          </p:cNvPr>
          <p:cNvGrpSpPr/>
          <p:nvPr/>
        </p:nvGrpSpPr>
        <p:grpSpPr>
          <a:xfrm>
            <a:off x="974702" y="6036763"/>
            <a:ext cx="591120" cy="429480"/>
            <a:chOff x="974702" y="6036763"/>
            <a:chExt cx="591120" cy="42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3">
              <p14:nvContentPartPr>
                <p14:cNvPr id="489" name="Ink 488">
                  <a:extLst>
                    <a:ext uri="{FF2B5EF4-FFF2-40B4-BE49-F238E27FC236}">
                      <a16:creationId xmlns:a16="http://schemas.microsoft.com/office/drawing/2014/main" id="{A6973A10-443C-B1CB-BC54-68C490B41B8D}"/>
                    </a:ext>
                  </a:extLst>
                </p14:cNvPr>
                <p14:cNvContentPartPr/>
                <p14:nvPr/>
              </p14:nvContentPartPr>
              <p14:xfrm>
                <a:off x="974702" y="6036763"/>
                <a:ext cx="264600" cy="271800"/>
              </p14:xfrm>
            </p:contentPart>
          </mc:Choice>
          <mc:Fallback>
            <p:pic>
              <p:nvPicPr>
                <p:cNvPr id="489" name="Ink 488">
                  <a:extLst>
                    <a:ext uri="{FF2B5EF4-FFF2-40B4-BE49-F238E27FC236}">
                      <a16:creationId xmlns:a16="http://schemas.microsoft.com/office/drawing/2014/main" id="{A6973A10-443C-B1CB-BC54-68C490B41B8D}"/>
                    </a:ext>
                  </a:extLst>
                </p:cNvPr>
                <p:cNvPicPr/>
                <p:nvPr/>
              </p:nvPicPr>
              <p:blipFill>
                <a:blip r:embed="rId684"/>
                <a:stretch>
                  <a:fillRect/>
                </a:stretch>
              </p:blipFill>
              <p:spPr>
                <a:xfrm>
                  <a:off x="966062" y="6027763"/>
                  <a:ext cx="28224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5">
              <p14:nvContentPartPr>
                <p14:cNvPr id="490" name="Ink 489">
                  <a:extLst>
                    <a:ext uri="{FF2B5EF4-FFF2-40B4-BE49-F238E27FC236}">
                      <a16:creationId xmlns:a16="http://schemas.microsoft.com/office/drawing/2014/main" id="{B03A80E2-8BA0-A6AE-C309-909ED755009F}"/>
                    </a:ext>
                  </a:extLst>
                </p14:cNvPr>
                <p14:cNvContentPartPr/>
                <p14:nvPr/>
              </p14:nvContentPartPr>
              <p14:xfrm>
                <a:off x="1046342" y="6069883"/>
                <a:ext cx="109800" cy="263520"/>
              </p14:xfrm>
            </p:contentPart>
          </mc:Choice>
          <mc:Fallback>
            <p:pic>
              <p:nvPicPr>
                <p:cNvPr id="490" name="Ink 489">
                  <a:extLst>
                    <a:ext uri="{FF2B5EF4-FFF2-40B4-BE49-F238E27FC236}">
                      <a16:creationId xmlns:a16="http://schemas.microsoft.com/office/drawing/2014/main" id="{B03A80E2-8BA0-A6AE-C309-909ED755009F}"/>
                    </a:ext>
                  </a:extLst>
                </p:cNvPr>
                <p:cNvPicPr/>
                <p:nvPr/>
              </p:nvPicPr>
              <p:blipFill>
                <a:blip r:embed="rId686"/>
                <a:stretch>
                  <a:fillRect/>
                </a:stretch>
              </p:blipFill>
              <p:spPr>
                <a:xfrm>
                  <a:off x="1037702" y="6061243"/>
                  <a:ext cx="12744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7">
              <p14:nvContentPartPr>
                <p14:cNvPr id="491" name="Ink 490">
                  <a:extLst>
                    <a:ext uri="{FF2B5EF4-FFF2-40B4-BE49-F238E27FC236}">
                      <a16:creationId xmlns:a16="http://schemas.microsoft.com/office/drawing/2014/main" id="{0B473A68-31B4-AF0D-0B55-FE24F6B196C8}"/>
                    </a:ext>
                  </a:extLst>
                </p14:cNvPr>
                <p14:cNvContentPartPr/>
                <p14:nvPr/>
              </p14:nvContentPartPr>
              <p14:xfrm>
                <a:off x="1258382" y="6310363"/>
                <a:ext cx="130320" cy="155880"/>
              </p14:xfrm>
            </p:contentPart>
          </mc:Choice>
          <mc:Fallback>
            <p:pic>
              <p:nvPicPr>
                <p:cNvPr id="491" name="Ink 490">
                  <a:extLst>
                    <a:ext uri="{FF2B5EF4-FFF2-40B4-BE49-F238E27FC236}">
                      <a16:creationId xmlns:a16="http://schemas.microsoft.com/office/drawing/2014/main" id="{0B473A68-31B4-AF0D-0B55-FE24F6B196C8}"/>
                    </a:ext>
                  </a:extLst>
                </p:cNvPr>
                <p:cNvPicPr/>
                <p:nvPr/>
              </p:nvPicPr>
              <p:blipFill>
                <a:blip r:embed="rId688"/>
                <a:stretch>
                  <a:fillRect/>
                </a:stretch>
              </p:blipFill>
              <p:spPr>
                <a:xfrm>
                  <a:off x="1249742" y="6301363"/>
                  <a:ext cx="14796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9">
              <p14:nvContentPartPr>
                <p14:cNvPr id="492" name="Ink 491">
                  <a:extLst>
                    <a:ext uri="{FF2B5EF4-FFF2-40B4-BE49-F238E27FC236}">
                      <a16:creationId xmlns:a16="http://schemas.microsoft.com/office/drawing/2014/main" id="{83333DA4-944F-416C-4DEF-242C2550F569}"/>
                    </a:ext>
                  </a:extLst>
                </p14:cNvPr>
                <p14:cNvContentPartPr/>
                <p14:nvPr/>
              </p14:nvContentPartPr>
              <p14:xfrm>
                <a:off x="1426862" y="6277243"/>
                <a:ext cx="126360" cy="19800"/>
              </p14:xfrm>
            </p:contentPart>
          </mc:Choice>
          <mc:Fallback>
            <p:pic>
              <p:nvPicPr>
                <p:cNvPr id="492" name="Ink 491">
                  <a:extLst>
                    <a:ext uri="{FF2B5EF4-FFF2-40B4-BE49-F238E27FC236}">
                      <a16:creationId xmlns:a16="http://schemas.microsoft.com/office/drawing/2014/main" id="{83333DA4-944F-416C-4DEF-242C2550F569}"/>
                    </a:ext>
                  </a:extLst>
                </p:cNvPr>
                <p:cNvPicPr/>
                <p:nvPr/>
              </p:nvPicPr>
              <p:blipFill>
                <a:blip r:embed="rId690"/>
                <a:stretch>
                  <a:fillRect/>
                </a:stretch>
              </p:blipFill>
              <p:spPr>
                <a:xfrm>
                  <a:off x="1417862" y="6268603"/>
                  <a:ext cx="1440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1">
              <p14:nvContentPartPr>
                <p14:cNvPr id="493" name="Ink 492">
                  <a:extLst>
                    <a:ext uri="{FF2B5EF4-FFF2-40B4-BE49-F238E27FC236}">
                      <a16:creationId xmlns:a16="http://schemas.microsoft.com/office/drawing/2014/main" id="{C63DA863-4FE1-FD56-501B-31BA2C095BA6}"/>
                    </a:ext>
                  </a:extLst>
                </p14:cNvPr>
                <p14:cNvContentPartPr/>
                <p14:nvPr/>
              </p14:nvContentPartPr>
              <p14:xfrm>
                <a:off x="1435142" y="6205603"/>
                <a:ext cx="130680" cy="24120"/>
              </p14:xfrm>
            </p:contentPart>
          </mc:Choice>
          <mc:Fallback>
            <p:pic>
              <p:nvPicPr>
                <p:cNvPr id="493" name="Ink 492">
                  <a:extLst>
                    <a:ext uri="{FF2B5EF4-FFF2-40B4-BE49-F238E27FC236}">
                      <a16:creationId xmlns:a16="http://schemas.microsoft.com/office/drawing/2014/main" id="{C63DA863-4FE1-FD56-501B-31BA2C095BA6}"/>
                    </a:ext>
                  </a:extLst>
                </p:cNvPr>
                <p:cNvPicPr/>
                <p:nvPr/>
              </p:nvPicPr>
              <p:blipFill>
                <a:blip r:embed="rId692"/>
                <a:stretch>
                  <a:fillRect/>
                </a:stretch>
              </p:blipFill>
              <p:spPr>
                <a:xfrm>
                  <a:off x="1426142" y="6196603"/>
                  <a:ext cx="148320" cy="4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8" name="Group 507">
            <a:extLst>
              <a:ext uri="{FF2B5EF4-FFF2-40B4-BE49-F238E27FC236}">
                <a16:creationId xmlns:a16="http://schemas.microsoft.com/office/drawing/2014/main" id="{D2D90400-CFF0-BB50-1EBC-339983CAD90C}"/>
              </a:ext>
            </a:extLst>
          </p:cNvPr>
          <p:cNvGrpSpPr/>
          <p:nvPr/>
        </p:nvGrpSpPr>
        <p:grpSpPr>
          <a:xfrm>
            <a:off x="1830422" y="6002563"/>
            <a:ext cx="778680" cy="350280"/>
            <a:chOff x="1830422" y="6002563"/>
            <a:chExt cx="778680" cy="35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93">
              <p14:nvContentPartPr>
                <p14:cNvPr id="494" name="Ink 493">
                  <a:extLst>
                    <a:ext uri="{FF2B5EF4-FFF2-40B4-BE49-F238E27FC236}">
                      <a16:creationId xmlns:a16="http://schemas.microsoft.com/office/drawing/2014/main" id="{198A98B6-BC24-3903-2A80-E655D6300F20}"/>
                    </a:ext>
                  </a:extLst>
                </p14:cNvPr>
                <p14:cNvContentPartPr/>
                <p14:nvPr/>
              </p14:nvContentPartPr>
              <p14:xfrm>
                <a:off x="1830422" y="6002563"/>
                <a:ext cx="143640" cy="350280"/>
              </p14:xfrm>
            </p:contentPart>
          </mc:Choice>
          <mc:Fallback>
            <p:pic>
              <p:nvPicPr>
                <p:cNvPr id="494" name="Ink 493">
                  <a:extLst>
                    <a:ext uri="{FF2B5EF4-FFF2-40B4-BE49-F238E27FC236}">
                      <a16:creationId xmlns:a16="http://schemas.microsoft.com/office/drawing/2014/main" id="{198A98B6-BC24-3903-2A80-E655D6300F20}"/>
                    </a:ext>
                  </a:extLst>
                </p:cNvPr>
                <p:cNvPicPr/>
                <p:nvPr/>
              </p:nvPicPr>
              <p:blipFill>
                <a:blip r:embed="rId694"/>
                <a:stretch>
                  <a:fillRect/>
                </a:stretch>
              </p:blipFill>
              <p:spPr>
                <a:xfrm>
                  <a:off x="1821782" y="5993923"/>
                  <a:ext cx="161280" cy="36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5">
              <p14:nvContentPartPr>
                <p14:cNvPr id="495" name="Ink 494">
                  <a:extLst>
                    <a:ext uri="{FF2B5EF4-FFF2-40B4-BE49-F238E27FC236}">
                      <a16:creationId xmlns:a16="http://schemas.microsoft.com/office/drawing/2014/main" id="{25FD1F9C-A374-F3D1-E787-4F8AFF858D00}"/>
                    </a:ext>
                  </a:extLst>
                </p14:cNvPr>
                <p14:cNvContentPartPr/>
                <p14:nvPr/>
              </p14:nvContentPartPr>
              <p14:xfrm>
                <a:off x="2009702" y="6123523"/>
                <a:ext cx="189000" cy="119160"/>
              </p14:xfrm>
            </p:contentPart>
          </mc:Choice>
          <mc:Fallback>
            <p:pic>
              <p:nvPicPr>
                <p:cNvPr id="495" name="Ink 494">
                  <a:extLst>
                    <a:ext uri="{FF2B5EF4-FFF2-40B4-BE49-F238E27FC236}">
                      <a16:creationId xmlns:a16="http://schemas.microsoft.com/office/drawing/2014/main" id="{25FD1F9C-A374-F3D1-E787-4F8AFF858D00}"/>
                    </a:ext>
                  </a:extLst>
                </p:cNvPr>
                <p:cNvPicPr/>
                <p:nvPr/>
              </p:nvPicPr>
              <p:blipFill>
                <a:blip r:embed="rId696"/>
                <a:stretch>
                  <a:fillRect/>
                </a:stretch>
              </p:blipFill>
              <p:spPr>
                <a:xfrm>
                  <a:off x="2001062" y="6114523"/>
                  <a:ext cx="20664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7">
              <p14:nvContentPartPr>
                <p14:cNvPr id="496" name="Ink 495">
                  <a:extLst>
                    <a:ext uri="{FF2B5EF4-FFF2-40B4-BE49-F238E27FC236}">
                      <a16:creationId xmlns:a16="http://schemas.microsoft.com/office/drawing/2014/main" id="{0AB775C7-E45D-689E-E6AF-F763C2C08E9C}"/>
                    </a:ext>
                  </a:extLst>
                </p14:cNvPr>
                <p14:cNvContentPartPr/>
                <p14:nvPr/>
              </p14:nvContentPartPr>
              <p14:xfrm>
                <a:off x="2108342" y="6157363"/>
                <a:ext cx="69120" cy="110160"/>
              </p14:xfrm>
            </p:contentPart>
          </mc:Choice>
          <mc:Fallback>
            <p:pic>
              <p:nvPicPr>
                <p:cNvPr id="496" name="Ink 495">
                  <a:extLst>
                    <a:ext uri="{FF2B5EF4-FFF2-40B4-BE49-F238E27FC236}">
                      <a16:creationId xmlns:a16="http://schemas.microsoft.com/office/drawing/2014/main" id="{0AB775C7-E45D-689E-E6AF-F763C2C08E9C}"/>
                    </a:ext>
                  </a:extLst>
                </p:cNvPr>
                <p:cNvPicPr/>
                <p:nvPr/>
              </p:nvPicPr>
              <p:blipFill>
                <a:blip r:embed="rId698"/>
                <a:stretch>
                  <a:fillRect/>
                </a:stretch>
              </p:blipFill>
              <p:spPr>
                <a:xfrm>
                  <a:off x="2099702" y="6148723"/>
                  <a:ext cx="8676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9">
              <p14:nvContentPartPr>
                <p14:cNvPr id="497" name="Ink 496">
                  <a:extLst>
                    <a:ext uri="{FF2B5EF4-FFF2-40B4-BE49-F238E27FC236}">
                      <a16:creationId xmlns:a16="http://schemas.microsoft.com/office/drawing/2014/main" id="{CF87171A-36AE-B0AA-111F-4B1FA860CE11}"/>
                    </a:ext>
                  </a:extLst>
                </p14:cNvPr>
                <p14:cNvContentPartPr/>
                <p14:nvPr/>
              </p14:nvContentPartPr>
              <p14:xfrm>
                <a:off x="2228582" y="6051163"/>
                <a:ext cx="153360" cy="216720"/>
              </p14:xfrm>
            </p:contentPart>
          </mc:Choice>
          <mc:Fallback>
            <p:pic>
              <p:nvPicPr>
                <p:cNvPr id="497" name="Ink 496">
                  <a:extLst>
                    <a:ext uri="{FF2B5EF4-FFF2-40B4-BE49-F238E27FC236}">
                      <a16:creationId xmlns:a16="http://schemas.microsoft.com/office/drawing/2014/main" id="{CF87171A-36AE-B0AA-111F-4B1FA860CE11}"/>
                    </a:ext>
                  </a:extLst>
                </p:cNvPr>
                <p:cNvPicPr/>
                <p:nvPr/>
              </p:nvPicPr>
              <p:blipFill>
                <a:blip r:embed="rId700"/>
                <a:stretch>
                  <a:fillRect/>
                </a:stretch>
              </p:blipFill>
              <p:spPr>
                <a:xfrm>
                  <a:off x="2219942" y="6042163"/>
                  <a:ext cx="17100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1">
              <p14:nvContentPartPr>
                <p14:cNvPr id="498" name="Ink 497">
                  <a:extLst>
                    <a:ext uri="{FF2B5EF4-FFF2-40B4-BE49-F238E27FC236}">
                      <a16:creationId xmlns:a16="http://schemas.microsoft.com/office/drawing/2014/main" id="{8AC04942-C9C2-A7E3-9442-208C243F4565}"/>
                    </a:ext>
                  </a:extLst>
                </p14:cNvPr>
                <p14:cNvContentPartPr/>
                <p14:nvPr/>
              </p14:nvContentPartPr>
              <p14:xfrm>
                <a:off x="2399942" y="6132883"/>
                <a:ext cx="104040" cy="94680"/>
              </p14:xfrm>
            </p:contentPart>
          </mc:Choice>
          <mc:Fallback>
            <p:pic>
              <p:nvPicPr>
                <p:cNvPr id="498" name="Ink 497">
                  <a:extLst>
                    <a:ext uri="{FF2B5EF4-FFF2-40B4-BE49-F238E27FC236}">
                      <a16:creationId xmlns:a16="http://schemas.microsoft.com/office/drawing/2014/main" id="{8AC04942-C9C2-A7E3-9442-208C243F4565}"/>
                    </a:ext>
                  </a:extLst>
                </p:cNvPr>
                <p:cNvPicPr/>
                <p:nvPr/>
              </p:nvPicPr>
              <p:blipFill>
                <a:blip r:embed="rId702"/>
                <a:stretch>
                  <a:fillRect/>
                </a:stretch>
              </p:blipFill>
              <p:spPr>
                <a:xfrm>
                  <a:off x="2391302" y="6123883"/>
                  <a:ext cx="12168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3">
              <p14:nvContentPartPr>
                <p14:cNvPr id="499" name="Ink 498">
                  <a:extLst>
                    <a:ext uri="{FF2B5EF4-FFF2-40B4-BE49-F238E27FC236}">
                      <a16:creationId xmlns:a16="http://schemas.microsoft.com/office/drawing/2014/main" id="{CC18BDD5-E853-71D3-7B87-E0964D5934FD}"/>
                    </a:ext>
                  </a:extLst>
                </p14:cNvPr>
                <p14:cNvContentPartPr/>
                <p14:nvPr/>
              </p14:nvContentPartPr>
              <p14:xfrm>
                <a:off x="2475182" y="6013363"/>
                <a:ext cx="133920" cy="246240"/>
              </p14:xfrm>
            </p:contentPart>
          </mc:Choice>
          <mc:Fallback>
            <p:pic>
              <p:nvPicPr>
                <p:cNvPr id="499" name="Ink 498">
                  <a:extLst>
                    <a:ext uri="{FF2B5EF4-FFF2-40B4-BE49-F238E27FC236}">
                      <a16:creationId xmlns:a16="http://schemas.microsoft.com/office/drawing/2014/main" id="{CC18BDD5-E853-71D3-7B87-E0964D5934FD}"/>
                    </a:ext>
                  </a:extLst>
                </p:cNvPr>
                <p:cNvPicPr/>
                <p:nvPr/>
              </p:nvPicPr>
              <p:blipFill>
                <a:blip r:embed="rId704"/>
                <a:stretch>
                  <a:fillRect/>
                </a:stretch>
              </p:blipFill>
              <p:spPr>
                <a:xfrm>
                  <a:off x="2466542" y="6004363"/>
                  <a:ext cx="151560" cy="26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7" name="Group 506">
            <a:extLst>
              <a:ext uri="{FF2B5EF4-FFF2-40B4-BE49-F238E27FC236}">
                <a16:creationId xmlns:a16="http://schemas.microsoft.com/office/drawing/2014/main" id="{E5BD1912-E9A1-B053-42A9-37239E090DAE}"/>
              </a:ext>
            </a:extLst>
          </p:cNvPr>
          <p:cNvGrpSpPr/>
          <p:nvPr/>
        </p:nvGrpSpPr>
        <p:grpSpPr>
          <a:xfrm>
            <a:off x="2843822" y="5932363"/>
            <a:ext cx="1055880" cy="358560"/>
            <a:chOff x="2843822" y="5932363"/>
            <a:chExt cx="1055880" cy="35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5">
              <p14:nvContentPartPr>
                <p14:cNvPr id="500" name="Ink 499">
                  <a:extLst>
                    <a:ext uri="{FF2B5EF4-FFF2-40B4-BE49-F238E27FC236}">
                      <a16:creationId xmlns:a16="http://schemas.microsoft.com/office/drawing/2014/main" id="{A8A82D40-C1A9-6836-DB20-FE0F4F768490}"/>
                    </a:ext>
                  </a:extLst>
                </p14:cNvPr>
                <p14:cNvContentPartPr/>
                <p14:nvPr/>
              </p14:nvContentPartPr>
              <p14:xfrm>
                <a:off x="2843822" y="6154843"/>
                <a:ext cx="100080" cy="6840"/>
              </p14:xfrm>
            </p:contentPart>
          </mc:Choice>
          <mc:Fallback>
            <p:pic>
              <p:nvPicPr>
                <p:cNvPr id="500" name="Ink 499">
                  <a:extLst>
                    <a:ext uri="{FF2B5EF4-FFF2-40B4-BE49-F238E27FC236}">
                      <a16:creationId xmlns:a16="http://schemas.microsoft.com/office/drawing/2014/main" id="{A8A82D40-C1A9-6836-DB20-FE0F4F768490}"/>
                    </a:ext>
                  </a:extLst>
                </p:cNvPr>
                <p:cNvPicPr/>
                <p:nvPr/>
              </p:nvPicPr>
              <p:blipFill>
                <a:blip r:embed="rId706"/>
                <a:stretch>
                  <a:fillRect/>
                </a:stretch>
              </p:blipFill>
              <p:spPr>
                <a:xfrm>
                  <a:off x="2834822" y="6145843"/>
                  <a:ext cx="1177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7">
              <p14:nvContentPartPr>
                <p14:cNvPr id="501" name="Ink 500">
                  <a:extLst>
                    <a:ext uri="{FF2B5EF4-FFF2-40B4-BE49-F238E27FC236}">
                      <a16:creationId xmlns:a16="http://schemas.microsoft.com/office/drawing/2014/main" id="{457DBE64-8CB5-C842-2923-94040D8DBEDC}"/>
                    </a:ext>
                  </a:extLst>
                </p14:cNvPr>
                <p14:cNvContentPartPr/>
                <p14:nvPr/>
              </p14:nvContentPartPr>
              <p14:xfrm>
                <a:off x="3055502" y="6120643"/>
                <a:ext cx="151200" cy="102600"/>
              </p14:xfrm>
            </p:contentPart>
          </mc:Choice>
          <mc:Fallback>
            <p:pic>
              <p:nvPicPr>
                <p:cNvPr id="501" name="Ink 500">
                  <a:extLst>
                    <a:ext uri="{FF2B5EF4-FFF2-40B4-BE49-F238E27FC236}">
                      <a16:creationId xmlns:a16="http://schemas.microsoft.com/office/drawing/2014/main" id="{457DBE64-8CB5-C842-2923-94040D8DBEDC}"/>
                    </a:ext>
                  </a:extLst>
                </p:cNvPr>
                <p:cNvPicPr/>
                <p:nvPr/>
              </p:nvPicPr>
              <p:blipFill>
                <a:blip r:embed="rId708"/>
                <a:stretch>
                  <a:fillRect/>
                </a:stretch>
              </p:blipFill>
              <p:spPr>
                <a:xfrm>
                  <a:off x="3046862" y="6112003"/>
                  <a:ext cx="16884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9">
              <p14:nvContentPartPr>
                <p14:cNvPr id="502" name="Ink 501">
                  <a:extLst>
                    <a:ext uri="{FF2B5EF4-FFF2-40B4-BE49-F238E27FC236}">
                      <a16:creationId xmlns:a16="http://schemas.microsoft.com/office/drawing/2014/main" id="{3A34C93B-74F7-5ACE-942B-A06C74789D46}"/>
                    </a:ext>
                  </a:extLst>
                </p14:cNvPr>
                <p14:cNvContentPartPr/>
                <p14:nvPr/>
              </p14:nvContentPartPr>
              <p14:xfrm>
                <a:off x="3092942" y="6129643"/>
                <a:ext cx="90000" cy="108360"/>
              </p14:xfrm>
            </p:contentPart>
          </mc:Choice>
          <mc:Fallback>
            <p:pic>
              <p:nvPicPr>
                <p:cNvPr id="502" name="Ink 501">
                  <a:extLst>
                    <a:ext uri="{FF2B5EF4-FFF2-40B4-BE49-F238E27FC236}">
                      <a16:creationId xmlns:a16="http://schemas.microsoft.com/office/drawing/2014/main" id="{3A34C93B-74F7-5ACE-942B-A06C74789D46}"/>
                    </a:ext>
                  </a:extLst>
                </p:cNvPr>
                <p:cNvPicPr/>
                <p:nvPr/>
              </p:nvPicPr>
              <p:blipFill>
                <a:blip r:embed="rId710"/>
                <a:stretch>
                  <a:fillRect/>
                </a:stretch>
              </p:blipFill>
              <p:spPr>
                <a:xfrm>
                  <a:off x="3083942" y="6121003"/>
                  <a:ext cx="1076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1">
              <p14:nvContentPartPr>
                <p14:cNvPr id="503" name="Ink 502">
                  <a:extLst>
                    <a:ext uri="{FF2B5EF4-FFF2-40B4-BE49-F238E27FC236}">
                      <a16:creationId xmlns:a16="http://schemas.microsoft.com/office/drawing/2014/main" id="{1E0A72CF-6D9C-991E-087A-55CA3293766F}"/>
                    </a:ext>
                  </a:extLst>
                </p14:cNvPr>
                <p14:cNvContentPartPr/>
                <p14:nvPr/>
              </p14:nvContentPartPr>
              <p14:xfrm>
                <a:off x="3259982" y="6031003"/>
                <a:ext cx="170280" cy="223560"/>
              </p14:xfrm>
            </p:contentPart>
          </mc:Choice>
          <mc:Fallback>
            <p:pic>
              <p:nvPicPr>
                <p:cNvPr id="503" name="Ink 502">
                  <a:extLst>
                    <a:ext uri="{FF2B5EF4-FFF2-40B4-BE49-F238E27FC236}">
                      <a16:creationId xmlns:a16="http://schemas.microsoft.com/office/drawing/2014/main" id="{1E0A72CF-6D9C-991E-087A-55CA3293766F}"/>
                    </a:ext>
                  </a:extLst>
                </p:cNvPr>
                <p:cNvPicPr/>
                <p:nvPr/>
              </p:nvPicPr>
              <p:blipFill>
                <a:blip r:embed="rId712"/>
                <a:stretch>
                  <a:fillRect/>
                </a:stretch>
              </p:blipFill>
              <p:spPr>
                <a:xfrm>
                  <a:off x="3250982" y="6022003"/>
                  <a:ext cx="18792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3">
              <p14:nvContentPartPr>
                <p14:cNvPr id="504" name="Ink 503">
                  <a:extLst>
                    <a:ext uri="{FF2B5EF4-FFF2-40B4-BE49-F238E27FC236}">
                      <a16:creationId xmlns:a16="http://schemas.microsoft.com/office/drawing/2014/main" id="{4BF323F6-3137-522E-586F-BE9286C9197A}"/>
                    </a:ext>
                  </a:extLst>
                </p14:cNvPr>
                <p14:cNvContentPartPr/>
                <p14:nvPr/>
              </p14:nvContentPartPr>
              <p14:xfrm>
                <a:off x="3430982" y="6105883"/>
                <a:ext cx="164880" cy="111600"/>
              </p14:xfrm>
            </p:contentPart>
          </mc:Choice>
          <mc:Fallback>
            <p:pic>
              <p:nvPicPr>
                <p:cNvPr id="504" name="Ink 503">
                  <a:extLst>
                    <a:ext uri="{FF2B5EF4-FFF2-40B4-BE49-F238E27FC236}">
                      <a16:creationId xmlns:a16="http://schemas.microsoft.com/office/drawing/2014/main" id="{4BF323F6-3137-522E-586F-BE9286C9197A}"/>
                    </a:ext>
                  </a:extLst>
                </p:cNvPr>
                <p:cNvPicPr/>
                <p:nvPr/>
              </p:nvPicPr>
              <p:blipFill>
                <a:blip r:embed="rId714"/>
                <a:stretch>
                  <a:fillRect/>
                </a:stretch>
              </p:blipFill>
              <p:spPr>
                <a:xfrm>
                  <a:off x="3422342" y="6096883"/>
                  <a:ext cx="1825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5">
              <p14:nvContentPartPr>
                <p14:cNvPr id="505" name="Ink 504">
                  <a:extLst>
                    <a:ext uri="{FF2B5EF4-FFF2-40B4-BE49-F238E27FC236}">
                      <a16:creationId xmlns:a16="http://schemas.microsoft.com/office/drawing/2014/main" id="{5882E70C-67E4-9D9A-991D-04798BF0888A}"/>
                    </a:ext>
                  </a:extLst>
                </p14:cNvPr>
                <p14:cNvContentPartPr/>
                <p14:nvPr/>
              </p14:nvContentPartPr>
              <p14:xfrm>
                <a:off x="3546182" y="6020203"/>
                <a:ext cx="133560" cy="245880"/>
              </p14:xfrm>
            </p:contentPart>
          </mc:Choice>
          <mc:Fallback>
            <p:pic>
              <p:nvPicPr>
                <p:cNvPr id="505" name="Ink 504">
                  <a:extLst>
                    <a:ext uri="{FF2B5EF4-FFF2-40B4-BE49-F238E27FC236}">
                      <a16:creationId xmlns:a16="http://schemas.microsoft.com/office/drawing/2014/main" id="{5882E70C-67E4-9D9A-991D-04798BF0888A}"/>
                    </a:ext>
                  </a:extLst>
                </p:cNvPr>
                <p:cNvPicPr/>
                <p:nvPr/>
              </p:nvPicPr>
              <p:blipFill>
                <a:blip r:embed="rId716"/>
                <a:stretch>
                  <a:fillRect/>
                </a:stretch>
              </p:blipFill>
              <p:spPr>
                <a:xfrm>
                  <a:off x="3537182" y="6011203"/>
                  <a:ext cx="15120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7">
              <p14:nvContentPartPr>
                <p14:cNvPr id="506" name="Ink 505">
                  <a:extLst>
                    <a:ext uri="{FF2B5EF4-FFF2-40B4-BE49-F238E27FC236}">
                      <a16:creationId xmlns:a16="http://schemas.microsoft.com/office/drawing/2014/main" id="{B4A0D716-0026-DFDE-8E78-CEA11F1C1C3C}"/>
                    </a:ext>
                  </a:extLst>
                </p14:cNvPr>
                <p14:cNvContentPartPr/>
                <p14:nvPr/>
              </p14:nvContentPartPr>
              <p14:xfrm>
                <a:off x="3694142" y="5932363"/>
                <a:ext cx="205560" cy="358560"/>
              </p14:xfrm>
            </p:contentPart>
          </mc:Choice>
          <mc:Fallback>
            <p:pic>
              <p:nvPicPr>
                <p:cNvPr id="506" name="Ink 505">
                  <a:extLst>
                    <a:ext uri="{FF2B5EF4-FFF2-40B4-BE49-F238E27FC236}">
                      <a16:creationId xmlns:a16="http://schemas.microsoft.com/office/drawing/2014/main" id="{B4A0D716-0026-DFDE-8E78-CEA11F1C1C3C}"/>
                    </a:ext>
                  </a:extLst>
                </p:cNvPr>
                <p:cNvPicPr/>
                <p:nvPr/>
              </p:nvPicPr>
              <p:blipFill>
                <a:blip r:embed="rId718"/>
                <a:stretch>
                  <a:fillRect/>
                </a:stretch>
              </p:blipFill>
              <p:spPr>
                <a:xfrm>
                  <a:off x="3685142" y="5923363"/>
                  <a:ext cx="223200" cy="37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6" name="Group 515">
            <a:extLst>
              <a:ext uri="{FF2B5EF4-FFF2-40B4-BE49-F238E27FC236}">
                <a16:creationId xmlns:a16="http://schemas.microsoft.com/office/drawing/2014/main" id="{6007060F-02B2-CDAB-FFD3-FE5F516E94E6}"/>
              </a:ext>
            </a:extLst>
          </p:cNvPr>
          <p:cNvGrpSpPr/>
          <p:nvPr/>
        </p:nvGrpSpPr>
        <p:grpSpPr>
          <a:xfrm>
            <a:off x="4114622" y="6081403"/>
            <a:ext cx="183600" cy="134280"/>
            <a:chOff x="4114622" y="6081403"/>
            <a:chExt cx="183600" cy="13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19">
              <p14:nvContentPartPr>
                <p14:cNvPr id="510" name="Ink 509">
                  <a:extLst>
                    <a:ext uri="{FF2B5EF4-FFF2-40B4-BE49-F238E27FC236}">
                      <a16:creationId xmlns:a16="http://schemas.microsoft.com/office/drawing/2014/main" id="{B926633B-49B5-19A2-B3FD-396C06A1641A}"/>
                    </a:ext>
                  </a:extLst>
                </p14:cNvPr>
                <p14:cNvContentPartPr/>
                <p14:nvPr/>
              </p14:nvContentPartPr>
              <p14:xfrm>
                <a:off x="4206062" y="6081403"/>
                <a:ext cx="46800" cy="134280"/>
              </p14:xfrm>
            </p:contentPart>
          </mc:Choice>
          <mc:Fallback>
            <p:pic>
              <p:nvPicPr>
                <p:cNvPr id="510" name="Ink 509">
                  <a:extLst>
                    <a:ext uri="{FF2B5EF4-FFF2-40B4-BE49-F238E27FC236}">
                      <a16:creationId xmlns:a16="http://schemas.microsoft.com/office/drawing/2014/main" id="{B926633B-49B5-19A2-B3FD-396C06A1641A}"/>
                    </a:ext>
                  </a:extLst>
                </p:cNvPr>
                <p:cNvPicPr/>
                <p:nvPr/>
              </p:nvPicPr>
              <p:blipFill>
                <a:blip r:embed="rId720"/>
                <a:stretch>
                  <a:fillRect/>
                </a:stretch>
              </p:blipFill>
              <p:spPr>
                <a:xfrm>
                  <a:off x="4197422" y="6072403"/>
                  <a:ext cx="6444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1">
              <p14:nvContentPartPr>
                <p14:cNvPr id="511" name="Ink 510">
                  <a:extLst>
                    <a:ext uri="{FF2B5EF4-FFF2-40B4-BE49-F238E27FC236}">
                      <a16:creationId xmlns:a16="http://schemas.microsoft.com/office/drawing/2014/main" id="{178F071E-7D83-7EA4-D629-34EB27FA8988}"/>
                    </a:ext>
                  </a:extLst>
                </p14:cNvPr>
                <p14:cNvContentPartPr/>
                <p14:nvPr/>
              </p14:nvContentPartPr>
              <p14:xfrm>
                <a:off x="4114622" y="6166003"/>
                <a:ext cx="183600" cy="6840"/>
              </p14:xfrm>
            </p:contentPart>
          </mc:Choice>
          <mc:Fallback>
            <p:pic>
              <p:nvPicPr>
                <p:cNvPr id="511" name="Ink 510">
                  <a:extLst>
                    <a:ext uri="{FF2B5EF4-FFF2-40B4-BE49-F238E27FC236}">
                      <a16:creationId xmlns:a16="http://schemas.microsoft.com/office/drawing/2014/main" id="{178F071E-7D83-7EA4-D629-34EB27FA8988}"/>
                    </a:ext>
                  </a:extLst>
                </p:cNvPr>
                <p:cNvPicPr/>
                <p:nvPr/>
              </p:nvPicPr>
              <p:blipFill>
                <a:blip r:embed="rId722"/>
                <a:stretch>
                  <a:fillRect/>
                </a:stretch>
              </p:blipFill>
              <p:spPr>
                <a:xfrm>
                  <a:off x="4105982" y="6157363"/>
                  <a:ext cx="201240" cy="2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5" name="Group 514">
            <a:extLst>
              <a:ext uri="{FF2B5EF4-FFF2-40B4-BE49-F238E27FC236}">
                <a16:creationId xmlns:a16="http://schemas.microsoft.com/office/drawing/2014/main" id="{B2033340-ACBE-C706-1C78-B28E8AFAF0A0}"/>
              </a:ext>
            </a:extLst>
          </p:cNvPr>
          <p:cNvGrpSpPr/>
          <p:nvPr/>
        </p:nvGrpSpPr>
        <p:grpSpPr>
          <a:xfrm>
            <a:off x="4468502" y="5979163"/>
            <a:ext cx="338760" cy="422640"/>
            <a:chOff x="4468502" y="5979163"/>
            <a:chExt cx="338760" cy="422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3">
              <p14:nvContentPartPr>
                <p14:cNvPr id="512" name="Ink 511">
                  <a:extLst>
                    <a:ext uri="{FF2B5EF4-FFF2-40B4-BE49-F238E27FC236}">
                      <a16:creationId xmlns:a16="http://schemas.microsoft.com/office/drawing/2014/main" id="{900F32B5-3FC8-08EE-47A8-6E94F7DFAC05}"/>
                    </a:ext>
                  </a:extLst>
                </p14:cNvPr>
                <p14:cNvContentPartPr/>
                <p14:nvPr/>
              </p14:nvContentPartPr>
              <p14:xfrm>
                <a:off x="4498022" y="6175003"/>
                <a:ext cx="96120" cy="226800"/>
              </p14:xfrm>
            </p:contentPart>
          </mc:Choice>
          <mc:Fallback>
            <p:pic>
              <p:nvPicPr>
                <p:cNvPr id="512" name="Ink 511">
                  <a:extLst>
                    <a:ext uri="{FF2B5EF4-FFF2-40B4-BE49-F238E27FC236}">
                      <a16:creationId xmlns:a16="http://schemas.microsoft.com/office/drawing/2014/main" id="{900F32B5-3FC8-08EE-47A8-6E94F7DFAC05}"/>
                    </a:ext>
                  </a:extLst>
                </p:cNvPr>
                <p:cNvPicPr/>
                <p:nvPr/>
              </p:nvPicPr>
              <p:blipFill>
                <a:blip r:embed="rId724"/>
                <a:stretch>
                  <a:fillRect/>
                </a:stretch>
              </p:blipFill>
              <p:spPr>
                <a:xfrm>
                  <a:off x="4489382" y="6166363"/>
                  <a:ext cx="11376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5">
              <p14:nvContentPartPr>
                <p14:cNvPr id="513" name="Ink 512">
                  <a:extLst>
                    <a:ext uri="{FF2B5EF4-FFF2-40B4-BE49-F238E27FC236}">
                      <a16:creationId xmlns:a16="http://schemas.microsoft.com/office/drawing/2014/main" id="{EC317773-4CEC-2D89-2ADF-788AF7EB134A}"/>
                    </a:ext>
                  </a:extLst>
                </p14:cNvPr>
                <p14:cNvContentPartPr/>
                <p14:nvPr/>
              </p14:nvContentPartPr>
              <p14:xfrm>
                <a:off x="4468502" y="6064483"/>
                <a:ext cx="4320" cy="7200"/>
              </p14:xfrm>
            </p:contentPart>
          </mc:Choice>
          <mc:Fallback>
            <p:pic>
              <p:nvPicPr>
                <p:cNvPr id="513" name="Ink 512">
                  <a:extLst>
                    <a:ext uri="{FF2B5EF4-FFF2-40B4-BE49-F238E27FC236}">
                      <a16:creationId xmlns:a16="http://schemas.microsoft.com/office/drawing/2014/main" id="{EC317773-4CEC-2D89-2ADF-788AF7EB134A}"/>
                    </a:ext>
                  </a:extLst>
                </p:cNvPr>
                <p:cNvPicPr/>
                <p:nvPr/>
              </p:nvPicPr>
              <p:blipFill>
                <a:blip r:embed="rId726"/>
                <a:stretch>
                  <a:fillRect/>
                </a:stretch>
              </p:blipFill>
              <p:spPr>
                <a:xfrm>
                  <a:off x="4459862" y="6055483"/>
                  <a:ext cx="2196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7">
              <p14:nvContentPartPr>
                <p14:cNvPr id="514" name="Ink 513">
                  <a:extLst>
                    <a:ext uri="{FF2B5EF4-FFF2-40B4-BE49-F238E27FC236}">
                      <a16:creationId xmlns:a16="http://schemas.microsoft.com/office/drawing/2014/main" id="{2964E7AA-32CE-EA62-FEA5-356062016459}"/>
                    </a:ext>
                  </a:extLst>
                </p14:cNvPr>
                <p14:cNvContentPartPr/>
                <p14:nvPr/>
              </p14:nvContentPartPr>
              <p14:xfrm>
                <a:off x="4670102" y="5979163"/>
                <a:ext cx="137160" cy="288360"/>
              </p14:xfrm>
            </p:contentPart>
          </mc:Choice>
          <mc:Fallback>
            <p:pic>
              <p:nvPicPr>
                <p:cNvPr id="514" name="Ink 513">
                  <a:extLst>
                    <a:ext uri="{FF2B5EF4-FFF2-40B4-BE49-F238E27FC236}">
                      <a16:creationId xmlns:a16="http://schemas.microsoft.com/office/drawing/2014/main" id="{2964E7AA-32CE-EA62-FEA5-356062016459}"/>
                    </a:ext>
                  </a:extLst>
                </p:cNvPr>
                <p:cNvPicPr/>
                <p:nvPr/>
              </p:nvPicPr>
              <p:blipFill>
                <a:blip r:embed="rId728"/>
                <a:stretch>
                  <a:fillRect/>
                </a:stretch>
              </p:blipFill>
              <p:spPr>
                <a:xfrm>
                  <a:off x="4661102" y="5970523"/>
                  <a:ext cx="154800" cy="30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3" name="Group 522">
            <a:extLst>
              <a:ext uri="{FF2B5EF4-FFF2-40B4-BE49-F238E27FC236}">
                <a16:creationId xmlns:a16="http://schemas.microsoft.com/office/drawing/2014/main" id="{1A261E3B-61FC-4594-3C5B-769EEBF83AC1}"/>
              </a:ext>
            </a:extLst>
          </p:cNvPr>
          <p:cNvGrpSpPr/>
          <p:nvPr/>
        </p:nvGrpSpPr>
        <p:grpSpPr>
          <a:xfrm>
            <a:off x="4921382" y="6044323"/>
            <a:ext cx="575280" cy="205920"/>
            <a:chOff x="4921382" y="6044323"/>
            <a:chExt cx="575280" cy="20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9">
              <p14:nvContentPartPr>
                <p14:cNvPr id="517" name="Ink 516">
                  <a:extLst>
                    <a:ext uri="{FF2B5EF4-FFF2-40B4-BE49-F238E27FC236}">
                      <a16:creationId xmlns:a16="http://schemas.microsoft.com/office/drawing/2014/main" id="{FCFBC8C4-624F-E332-E895-0521032F6AC0}"/>
                    </a:ext>
                  </a:extLst>
                </p14:cNvPr>
                <p14:cNvContentPartPr/>
                <p14:nvPr/>
              </p14:nvContentPartPr>
              <p14:xfrm>
                <a:off x="4921382" y="6110203"/>
                <a:ext cx="135360" cy="95760"/>
              </p14:xfrm>
            </p:contentPart>
          </mc:Choice>
          <mc:Fallback>
            <p:pic>
              <p:nvPicPr>
                <p:cNvPr id="517" name="Ink 516">
                  <a:extLst>
                    <a:ext uri="{FF2B5EF4-FFF2-40B4-BE49-F238E27FC236}">
                      <a16:creationId xmlns:a16="http://schemas.microsoft.com/office/drawing/2014/main" id="{FCFBC8C4-624F-E332-E895-0521032F6AC0}"/>
                    </a:ext>
                  </a:extLst>
                </p:cNvPr>
                <p:cNvPicPr/>
                <p:nvPr/>
              </p:nvPicPr>
              <p:blipFill>
                <a:blip r:embed="rId730"/>
                <a:stretch>
                  <a:fillRect/>
                </a:stretch>
              </p:blipFill>
              <p:spPr>
                <a:xfrm>
                  <a:off x="4912742" y="6101203"/>
                  <a:ext cx="15300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1">
              <p14:nvContentPartPr>
                <p14:cNvPr id="518" name="Ink 517">
                  <a:extLst>
                    <a:ext uri="{FF2B5EF4-FFF2-40B4-BE49-F238E27FC236}">
                      <a16:creationId xmlns:a16="http://schemas.microsoft.com/office/drawing/2014/main" id="{25EC19E5-F6D0-8B92-C68A-5B29D64DE2F1}"/>
                    </a:ext>
                  </a:extLst>
                </p14:cNvPr>
                <p14:cNvContentPartPr/>
                <p14:nvPr/>
              </p14:nvContentPartPr>
              <p14:xfrm>
                <a:off x="4968182" y="6131443"/>
                <a:ext cx="72000" cy="111600"/>
              </p14:xfrm>
            </p:contentPart>
          </mc:Choice>
          <mc:Fallback>
            <p:pic>
              <p:nvPicPr>
                <p:cNvPr id="518" name="Ink 517">
                  <a:extLst>
                    <a:ext uri="{FF2B5EF4-FFF2-40B4-BE49-F238E27FC236}">
                      <a16:creationId xmlns:a16="http://schemas.microsoft.com/office/drawing/2014/main" id="{25EC19E5-F6D0-8B92-C68A-5B29D64DE2F1}"/>
                    </a:ext>
                  </a:extLst>
                </p:cNvPr>
                <p:cNvPicPr/>
                <p:nvPr/>
              </p:nvPicPr>
              <p:blipFill>
                <a:blip r:embed="rId732"/>
                <a:stretch>
                  <a:fillRect/>
                </a:stretch>
              </p:blipFill>
              <p:spPr>
                <a:xfrm>
                  <a:off x="4959182" y="6122803"/>
                  <a:ext cx="8964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3">
              <p14:nvContentPartPr>
                <p14:cNvPr id="519" name="Ink 518">
                  <a:extLst>
                    <a:ext uri="{FF2B5EF4-FFF2-40B4-BE49-F238E27FC236}">
                      <a16:creationId xmlns:a16="http://schemas.microsoft.com/office/drawing/2014/main" id="{C62867D0-5BBD-A375-05A7-B7035CCA3C03}"/>
                    </a:ext>
                  </a:extLst>
                </p14:cNvPr>
                <p14:cNvContentPartPr/>
                <p14:nvPr/>
              </p14:nvContentPartPr>
              <p14:xfrm>
                <a:off x="5142782" y="6065923"/>
                <a:ext cx="122760" cy="184320"/>
              </p14:xfrm>
            </p:contentPart>
          </mc:Choice>
          <mc:Fallback>
            <p:pic>
              <p:nvPicPr>
                <p:cNvPr id="519" name="Ink 518">
                  <a:extLst>
                    <a:ext uri="{FF2B5EF4-FFF2-40B4-BE49-F238E27FC236}">
                      <a16:creationId xmlns:a16="http://schemas.microsoft.com/office/drawing/2014/main" id="{C62867D0-5BBD-A375-05A7-B7035CCA3C03}"/>
                    </a:ext>
                  </a:extLst>
                </p:cNvPr>
                <p:cNvPicPr/>
                <p:nvPr/>
              </p:nvPicPr>
              <p:blipFill>
                <a:blip r:embed="rId734"/>
                <a:stretch>
                  <a:fillRect/>
                </a:stretch>
              </p:blipFill>
              <p:spPr>
                <a:xfrm>
                  <a:off x="5134142" y="6056923"/>
                  <a:ext cx="14040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5">
              <p14:nvContentPartPr>
                <p14:cNvPr id="520" name="Ink 519">
                  <a:extLst>
                    <a:ext uri="{FF2B5EF4-FFF2-40B4-BE49-F238E27FC236}">
                      <a16:creationId xmlns:a16="http://schemas.microsoft.com/office/drawing/2014/main" id="{4C5F953A-C7D3-B843-EADB-3ACF85B61BA4}"/>
                    </a:ext>
                  </a:extLst>
                </p14:cNvPr>
                <p14:cNvContentPartPr/>
                <p14:nvPr/>
              </p14:nvContentPartPr>
              <p14:xfrm>
                <a:off x="5293262" y="6114523"/>
                <a:ext cx="28080" cy="97920"/>
              </p14:xfrm>
            </p:contentPart>
          </mc:Choice>
          <mc:Fallback>
            <p:pic>
              <p:nvPicPr>
                <p:cNvPr id="520" name="Ink 519">
                  <a:extLst>
                    <a:ext uri="{FF2B5EF4-FFF2-40B4-BE49-F238E27FC236}">
                      <a16:creationId xmlns:a16="http://schemas.microsoft.com/office/drawing/2014/main" id="{4C5F953A-C7D3-B843-EADB-3ACF85B61BA4}"/>
                    </a:ext>
                  </a:extLst>
                </p:cNvPr>
                <p:cNvPicPr/>
                <p:nvPr/>
              </p:nvPicPr>
              <p:blipFill>
                <a:blip r:embed="rId736"/>
                <a:stretch>
                  <a:fillRect/>
                </a:stretch>
              </p:blipFill>
              <p:spPr>
                <a:xfrm>
                  <a:off x="5284622" y="6105883"/>
                  <a:ext cx="457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7">
              <p14:nvContentPartPr>
                <p14:cNvPr id="522" name="Ink 521">
                  <a:extLst>
                    <a:ext uri="{FF2B5EF4-FFF2-40B4-BE49-F238E27FC236}">
                      <a16:creationId xmlns:a16="http://schemas.microsoft.com/office/drawing/2014/main" id="{DF4B3322-F819-B1AE-3CDB-BD5A409D0402}"/>
                    </a:ext>
                  </a:extLst>
                </p14:cNvPr>
                <p14:cNvContentPartPr/>
                <p14:nvPr/>
              </p14:nvContentPartPr>
              <p14:xfrm>
                <a:off x="5353022" y="6044323"/>
                <a:ext cx="143640" cy="202680"/>
              </p14:xfrm>
            </p:contentPart>
          </mc:Choice>
          <mc:Fallback>
            <p:pic>
              <p:nvPicPr>
                <p:cNvPr id="522" name="Ink 521">
                  <a:extLst>
                    <a:ext uri="{FF2B5EF4-FFF2-40B4-BE49-F238E27FC236}">
                      <a16:creationId xmlns:a16="http://schemas.microsoft.com/office/drawing/2014/main" id="{DF4B3322-F819-B1AE-3CDB-BD5A409D0402}"/>
                    </a:ext>
                  </a:extLst>
                </p:cNvPr>
                <p:cNvPicPr/>
                <p:nvPr/>
              </p:nvPicPr>
              <p:blipFill>
                <a:blip r:embed="rId738"/>
                <a:stretch>
                  <a:fillRect/>
                </a:stretch>
              </p:blipFill>
              <p:spPr>
                <a:xfrm>
                  <a:off x="5344382" y="6035323"/>
                  <a:ext cx="161280" cy="22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1" name="Group 530">
            <a:extLst>
              <a:ext uri="{FF2B5EF4-FFF2-40B4-BE49-F238E27FC236}">
                <a16:creationId xmlns:a16="http://schemas.microsoft.com/office/drawing/2014/main" id="{DAF6CF7B-7CB9-C582-3019-707514AA2183}"/>
              </a:ext>
            </a:extLst>
          </p:cNvPr>
          <p:cNvGrpSpPr/>
          <p:nvPr/>
        </p:nvGrpSpPr>
        <p:grpSpPr>
          <a:xfrm>
            <a:off x="5674502" y="5943523"/>
            <a:ext cx="1134720" cy="423360"/>
            <a:chOff x="5674502" y="5943523"/>
            <a:chExt cx="1134720" cy="423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39">
              <p14:nvContentPartPr>
                <p14:cNvPr id="524" name="Ink 523">
                  <a:extLst>
                    <a:ext uri="{FF2B5EF4-FFF2-40B4-BE49-F238E27FC236}">
                      <a16:creationId xmlns:a16="http://schemas.microsoft.com/office/drawing/2014/main" id="{76CBFF27-1E67-EAF0-0688-E71D3BC1A666}"/>
                    </a:ext>
                  </a:extLst>
                </p14:cNvPr>
                <p14:cNvContentPartPr/>
                <p14:nvPr/>
              </p14:nvContentPartPr>
              <p14:xfrm>
                <a:off x="5674502" y="6157363"/>
                <a:ext cx="135000" cy="23040"/>
              </p14:xfrm>
            </p:contentPart>
          </mc:Choice>
          <mc:Fallback>
            <p:pic>
              <p:nvPicPr>
                <p:cNvPr id="524" name="Ink 523">
                  <a:extLst>
                    <a:ext uri="{FF2B5EF4-FFF2-40B4-BE49-F238E27FC236}">
                      <a16:creationId xmlns:a16="http://schemas.microsoft.com/office/drawing/2014/main" id="{76CBFF27-1E67-EAF0-0688-E71D3BC1A666}"/>
                    </a:ext>
                  </a:extLst>
                </p:cNvPr>
                <p:cNvPicPr/>
                <p:nvPr/>
              </p:nvPicPr>
              <p:blipFill>
                <a:blip r:embed="rId740"/>
                <a:stretch>
                  <a:fillRect/>
                </a:stretch>
              </p:blipFill>
              <p:spPr>
                <a:xfrm>
                  <a:off x="5665862" y="6148723"/>
                  <a:ext cx="15264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1">
              <p14:nvContentPartPr>
                <p14:cNvPr id="525" name="Ink 524">
                  <a:extLst>
                    <a:ext uri="{FF2B5EF4-FFF2-40B4-BE49-F238E27FC236}">
                      <a16:creationId xmlns:a16="http://schemas.microsoft.com/office/drawing/2014/main" id="{EAA7AD61-88E0-3DFB-AFE5-A5B83EDCDCEB}"/>
                    </a:ext>
                  </a:extLst>
                </p14:cNvPr>
                <p14:cNvContentPartPr/>
                <p14:nvPr/>
              </p14:nvContentPartPr>
              <p14:xfrm>
                <a:off x="5920742" y="6129643"/>
                <a:ext cx="178920" cy="117360"/>
              </p14:xfrm>
            </p:contentPart>
          </mc:Choice>
          <mc:Fallback>
            <p:pic>
              <p:nvPicPr>
                <p:cNvPr id="525" name="Ink 524">
                  <a:extLst>
                    <a:ext uri="{FF2B5EF4-FFF2-40B4-BE49-F238E27FC236}">
                      <a16:creationId xmlns:a16="http://schemas.microsoft.com/office/drawing/2014/main" id="{EAA7AD61-88E0-3DFB-AFE5-A5B83EDCDCEB}"/>
                    </a:ext>
                  </a:extLst>
                </p:cNvPr>
                <p:cNvPicPr/>
                <p:nvPr/>
              </p:nvPicPr>
              <p:blipFill>
                <a:blip r:embed="rId742"/>
                <a:stretch>
                  <a:fillRect/>
                </a:stretch>
              </p:blipFill>
              <p:spPr>
                <a:xfrm>
                  <a:off x="5911742" y="6121003"/>
                  <a:ext cx="19656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3">
              <p14:nvContentPartPr>
                <p14:cNvPr id="526" name="Ink 525">
                  <a:extLst>
                    <a:ext uri="{FF2B5EF4-FFF2-40B4-BE49-F238E27FC236}">
                      <a16:creationId xmlns:a16="http://schemas.microsoft.com/office/drawing/2014/main" id="{577B7558-7B43-2BAE-D48C-184E485C66A2}"/>
                    </a:ext>
                  </a:extLst>
                </p14:cNvPr>
                <p14:cNvContentPartPr/>
                <p14:nvPr/>
              </p14:nvContentPartPr>
              <p14:xfrm>
                <a:off x="5983382" y="6134683"/>
                <a:ext cx="55080" cy="100080"/>
              </p14:xfrm>
            </p:contentPart>
          </mc:Choice>
          <mc:Fallback>
            <p:pic>
              <p:nvPicPr>
                <p:cNvPr id="526" name="Ink 525">
                  <a:extLst>
                    <a:ext uri="{FF2B5EF4-FFF2-40B4-BE49-F238E27FC236}">
                      <a16:creationId xmlns:a16="http://schemas.microsoft.com/office/drawing/2014/main" id="{577B7558-7B43-2BAE-D48C-184E485C66A2}"/>
                    </a:ext>
                  </a:extLst>
                </p:cNvPr>
                <p:cNvPicPr/>
                <p:nvPr/>
              </p:nvPicPr>
              <p:blipFill>
                <a:blip r:embed="rId744"/>
                <a:stretch>
                  <a:fillRect/>
                </a:stretch>
              </p:blipFill>
              <p:spPr>
                <a:xfrm>
                  <a:off x="5974742" y="6126043"/>
                  <a:ext cx="7272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5">
              <p14:nvContentPartPr>
                <p14:cNvPr id="527" name="Ink 526">
                  <a:extLst>
                    <a:ext uri="{FF2B5EF4-FFF2-40B4-BE49-F238E27FC236}">
                      <a16:creationId xmlns:a16="http://schemas.microsoft.com/office/drawing/2014/main" id="{8E730582-C577-64B1-759C-ED9719BA1179}"/>
                    </a:ext>
                  </a:extLst>
                </p14:cNvPr>
                <p14:cNvContentPartPr/>
                <p14:nvPr/>
              </p14:nvContentPartPr>
              <p14:xfrm>
                <a:off x="6132782" y="6006163"/>
                <a:ext cx="141120" cy="241560"/>
              </p14:xfrm>
            </p:contentPart>
          </mc:Choice>
          <mc:Fallback>
            <p:pic>
              <p:nvPicPr>
                <p:cNvPr id="527" name="Ink 526">
                  <a:extLst>
                    <a:ext uri="{FF2B5EF4-FFF2-40B4-BE49-F238E27FC236}">
                      <a16:creationId xmlns:a16="http://schemas.microsoft.com/office/drawing/2014/main" id="{8E730582-C577-64B1-759C-ED9719BA1179}"/>
                    </a:ext>
                  </a:extLst>
                </p:cNvPr>
                <p:cNvPicPr/>
                <p:nvPr/>
              </p:nvPicPr>
              <p:blipFill>
                <a:blip r:embed="rId746"/>
                <a:stretch>
                  <a:fillRect/>
                </a:stretch>
              </p:blipFill>
              <p:spPr>
                <a:xfrm>
                  <a:off x="6123782" y="5997163"/>
                  <a:ext cx="15876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7">
              <p14:nvContentPartPr>
                <p14:cNvPr id="528" name="Ink 527">
                  <a:extLst>
                    <a:ext uri="{FF2B5EF4-FFF2-40B4-BE49-F238E27FC236}">
                      <a16:creationId xmlns:a16="http://schemas.microsoft.com/office/drawing/2014/main" id="{591EC35F-63AD-7DD6-9183-0B1A1D44776B}"/>
                    </a:ext>
                  </a:extLst>
                </p14:cNvPr>
                <p14:cNvContentPartPr/>
                <p14:nvPr/>
              </p14:nvContentPartPr>
              <p14:xfrm>
                <a:off x="6280382" y="6100483"/>
                <a:ext cx="135720" cy="160560"/>
              </p14:xfrm>
            </p:contentPart>
          </mc:Choice>
          <mc:Fallback>
            <p:pic>
              <p:nvPicPr>
                <p:cNvPr id="528" name="Ink 527">
                  <a:extLst>
                    <a:ext uri="{FF2B5EF4-FFF2-40B4-BE49-F238E27FC236}">
                      <a16:creationId xmlns:a16="http://schemas.microsoft.com/office/drawing/2014/main" id="{591EC35F-63AD-7DD6-9183-0B1A1D44776B}"/>
                    </a:ext>
                  </a:extLst>
                </p:cNvPr>
                <p:cNvPicPr/>
                <p:nvPr/>
              </p:nvPicPr>
              <p:blipFill>
                <a:blip r:embed="rId748"/>
                <a:stretch>
                  <a:fillRect/>
                </a:stretch>
              </p:blipFill>
              <p:spPr>
                <a:xfrm>
                  <a:off x="6271382" y="6091843"/>
                  <a:ext cx="15336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9">
              <p14:nvContentPartPr>
                <p14:cNvPr id="529" name="Ink 528">
                  <a:extLst>
                    <a:ext uri="{FF2B5EF4-FFF2-40B4-BE49-F238E27FC236}">
                      <a16:creationId xmlns:a16="http://schemas.microsoft.com/office/drawing/2014/main" id="{B3225981-4EB5-2B05-C190-B7D078098E72}"/>
                    </a:ext>
                  </a:extLst>
                </p14:cNvPr>
                <p14:cNvContentPartPr/>
                <p14:nvPr/>
              </p14:nvContentPartPr>
              <p14:xfrm>
                <a:off x="6457502" y="6029923"/>
                <a:ext cx="110160" cy="243720"/>
              </p14:xfrm>
            </p:contentPart>
          </mc:Choice>
          <mc:Fallback>
            <p:pic>
              <p:nvPicPr>
                <p:cNvPr id="529" name="Ink 528">
                  <a:extLst>
                    <a:ext uri="{FF2B5EF4-FFF2-40B4-BE49-F238E27FC236}">
                      <a16:creationId xmlns:a16="http://schemas.microsoft.com/office/drawing/2014/main" id="{B3225981-4EB5-2B05-C190-B7D078098E72}"/>
                    </a:ext>
                  </a:extLst>
                </p:cNvPr>
                <p:cNvPicPr/>
                <p:nvPr/>
              </p:nvPicPr>
              <p:blipFill>
                <a:blip r:embed="rId750"/>
                <a:stretch>
                  <a:fillRect/>
                </a:stretch>
              </p:blipFill>
              <p:spPr>
                <a:xfrm>
                  <a:off x="6448502" y="6021283"/>
                  <a:ext cx="12780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1">
              <p14:nvContentPartPr>
                <p14:cNvPr id="530" name="Ink 529">
                  <a:extLst>
                    <a:ext uri="{FF2B5EF4-FFF2-40B4-BE49-F238E27FC236}">
                      <a16:creationId xmlns:a16="http://schemas.microsoft.com/office/drawing/2014/main" id="{F3D7A1EE-A54B-6861-8BCA-17A703A97127}"/>
                    </a:ext>
                  </a:extLst>
                </p14:cNvPr>
                <p14:cNvContentPartPr/>
                <p14:nvPr/>
              </p14:nvContentPartPr>
              <p14:xfrm>
                <a:off x="6598262" y="5943523"/>
                <a:ext cx="210960" cy="423360"/>
              </p14:xfrm>
            </p:contentPart>
          </mc:Choice>
          <mc:Fallback>
            <p:pic>
              <p:nvPicPr>
                <p:cNvPr id="530" name="Ink 529">
                  <a:extLst>
                    <a:ext uri="{FF2B5EF4-FFF2-40B4-BE49-F238E27FC236}">
                      <a16:creationId xmlns:a16="http://schemas.microsoft.com/office/drawing/2014/main" id="{F3D7A1EE-A54B-6861-8BCA-17A703A97127}"/>
                    </a:ext>
                  </a:extLst>
                </p:cNvPr>
                <p:cNvPicPr/>
                <p:nvPr/>
              </p:nvPicPr>
              <p:blipFill>
                <a:blip r:embed="rId752"/>
                <a:stretch>
                  <a:fillRect/>
                </a:stretch>
              </p:blipFill>
              <p:spPr>
                <a:xfrm>
                  <a:off x="6589262" y="5934883"/>
                  <a:ext cx="228600" cy="441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53">
            <p14:nvContentPartPr>
              <p14:cNvPr id="532" name="Ink 531">
                <a:extLst>
                  <a:ext uri="{FF2B5EF4-FFF2-40B4-BE49-F238E27FC236}">
                    <a16:creationId xmlns:a16="http://schemas.microsoft.com/office/drawing/2014/main" id="{DEC0AABB-6C82-025D-C898-83F7DCE0D783}"/>
                  </a:ext>
                </a:extLst>
              </p14:cNvPr>
              <p14:cNvContentPartPr/>
              <p14:nvPr/>
            </p14:nvContentPartPr>
            <p14:xfrm>
              <a:off x="3974582" y="5472283"/>
              <a:ext cx="203040" cy="19080"/>
            </p14:xfrm>
          </p:contentPart>
        </mc:Choice>
        <mc:Fallback>
          <p:pic>
            <p:nvPicPr>
              <p:cNvPr id="532" name="Ink 531">
                <a:extLst>
                  <a:ext uri="{FF2B5EF4-FFF2-40B4-BE49-F238E27FC236}">
                    <a16:creationId xmlns:a16="http://schemas.microsoft.com/office/drawing/2014/main" id="{DEC0AABB-6C82-025D-C898-83F7DCE0D783}"/>
                  </a:ext>
                </a:extLst>
              </p:cNvPr>
              <p:cNvPicPr/>
              <p:nvPr/>
            </p:nvPicPr>
            <p:blipFill>
              <a:blip r:embed="rId754"/>
              <a:stretch>
                <a:fillRect/>
              </a:stretch>
            </p:blipFill>
            <p:spPr>
              <a:xfrm>
                <a:off x="3965942" y="5463283"/>
                <a:ext cx="22068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55">
            <p14:nvContentPartPr>
              <p14:cNvPr id="533" name="Ink 532">
                <a:extLst>
                  <a:ext uri="{FF2B5EF4-FFF2-40B4-BE49-F238E27FC236}">
                    <a16:creationId xmlns:a16="http://schemas.microsoft.com/office/drawing/2014/main" id="{E375EE09-42CF-E375-FD1E-99FAD2DD4D32}"/>
                  </a:ext>
                </a:extLst>
              </p14:cNvPr>
              <p14:cNvContentPartPr/>
              <p14:nvPr/>
            </p14:nvContentPartPr>
            <p14:xfrm>
              <a:off x="7154462" y="3453763"/>
              <a:ext cx="242640" cy="336600"/>
            </p14:xfrm>
          </p:contentPart>
        </mc:Choice>
        <mc:Fallback>
          <p:pic>
            <p:nvPicPr>
              <p:cNvPr id="533" name="Ink 532">
                <a:extLst>
                  <a:ext uri="{FF2B5EF4-FFF2-40B4-BE49-F238E27FC236}">
                    <a16:creationId xmlns:a16="http://schemas.microsoft.com/office/drawing/2014/main" id="{E375EE09-42CF-E375-FD1E-99FAD2DD4D32}"/>
                  </a:ext>
                </a:extLst>
              </p:cNvPr>
              <p:cNvPicPr/>
              <p:nvPr/>
            </p:nvPicPr>
            <p:blipFill>
              <a:blip r:embed="rId756"/>
              <a:stretch>
                <a:fillRect/>
              </a:stretch>
            </p:blipFill>
            <p:spPr>
              <a:xfrm>
                <a:off x="7145822" y="3445123"/>
                <a:ext cx="260280" cy="354240"/>
              </a:xfrm>
              <a:prstGeom prst="rect">
                <a:avLst/>
              </a:prstGeom>
            </p:spPr>
          </p:pic>
        </mc:Fallback>
      </mc:AlternateContent>
      <p:grpSp>
        <p:nvGrpSpPr>
          <p:cNvPr id="546" name="Group 545">
            <a:extLst>
              <a:ext uri="{FF2B5EF4-FFF2-40B4-BE49-F238E27FC236}">
                <a16:creationId xmlns:a16="http://schemas.microsoft.com/office/drawing/2014/main" id="{53605441-123C-153A-D4D8-473D31D7FB41}"/>
              </a:ext>
            </a:extLst>
          </p:cNvPr>
          <p:cNvGrpSpPr/>
          <p:nvPr/>
        </p:nvGrpSpPr>
        <p:grpSpPr>
          <a:xfrm>
            <a:off x="7575302" y="3617563"/>
            <a:ext cx="1788480" cy="258120"/>
            <a:chOff x="7575302" y="3617563"/>
            <a:chExt cx="1788480" cy="25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57">
              <p14:nvContentPartPr>
                <p14:cNvPr id="534" name="Ink 533">
                  <a:extLst>
                    <a:ext uri="{FF2B5EF4-FFF2-40B4-BE49-F238E27FC236}">
                      <a16:creationId xmlns:a16="http://schemas.microsoft.com/office/drawing/2014/main" id="{B7B19EB8-7A1E-4993-5F44-C4BFE94D0B69}"/>
                    </a:ext>
                  </a:extLst>
                </p14:cNvPr>
                <p14:cNvContentPartPr/>
                <p14:nvPr/>
              </p14:nvContentPartPr>
              <p14:xfrm>
                <a:off x="7575302" y="3770563"/>
                <a:ext cx="107280" cy="104760"/>
              </p14:xfrm>
            </p:contentPart>
          </mc:Choice>
          <mc:Fallback>
            <p:pic>
              <p:nvPicPr>
                <p:cNvPr id="534" name="Ink 533">
                  <a:extLst>
                    <a:ext uri="{FF2B5EF4-FFF2-40B4-BE49-F238E27FC236}">
                      <a16:creationId xmlns:a16="http://schemas.microsoft.com/office/drawing/2014/main" id="{B7B19EB8-7A1E-4993-5F44-C4BFE94D0B69}"/>
                    </a:ext>
                  </a:extLst>
                </p:cNvPr>
                <p:cNvPicPr/>
                <p:nvPr/>
              </p:nvPicPr>
              <p:blipFill>
                <a:blip r:embed="rId758"/>
                <a:stretch>
                  <a:fillRect/>
                </a:stretch>
              </p:blipFill>
              <p:spPr>
                <a:xfrm>
                  <a:off x="7566662" y="3761923"/>
                  <a:ext cx="1249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9">
              <p14:nvContentPartPr>
                <p14:cNvPr id="535" name="Ink 534">
                  <a:extLst>
                    <a:ext uri="{FF2B5EF4-FFF2-40B4-BE49-F238E27FC236}">
                      <a16:creationId xmlns:a16="http://schemas.microsoft.com/office/drawing/2014/main" id="{193CC64D-5B6D-DDFD-01B9-CEE82BAECA39}"/>
                    </a:ext>
                  </a:extLst>
                </p14:cNvPr>
                <p14:cNvContentPartPr/>
                <p14:nvPr/>
              </p14:nvContentPartPr>
              <p14:xfrm>
                <a:off x="7765382" y="3658963"/>
                <a:ext cx="55440" cy="185040"/>
              </p14:xfrm>
            </p:contentPart>
          </mc:Choice>
          <mc:Fallback>
            <p:pic>
              <p:nvPicPr>
                <p:cNvPr id="535" name="Ink 534">
                  <a:extLst>
                    <a:ext uri="{FF2B5EF4-FFF2-40B4-BE49-F238E27FC236}">
                      <a16:creationId xmlns:a16="http://schemas.microsoft.com/office/drawing/2014/main" id="{193CC64D-5B6D-DDFD-01B9-CEE82BAECA39}"/>
                    </a:ext>
                  </a:extLst>
                </p:cNvPr>
                <p:cNvPicPr/>
                <p:nvPr/>
              </p:nvPicPr>
              <p:blipFill>
                <a:blip r:embed="rId760"/>
                <a:stretch>
                  <a:fillRect/>
                </a:stretch>
              </p:blipFill>
              <p:spPr>
                <a:xfrm>
                  <a:off x="7756382" y="3649963"/>
                  <a:ext cx="7308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1">
              <p14:nvContentPartPr>
                <p14:cNvPr id="536" name="Ink 535">
                  <a:extLst>
                    <a:ext uri="{FF2B5EF4-FFF2-40B4-BE49-F238E27FC236}">
                      <a16:creationId xmlns:a16="http://schemas.microsoft.com/office/drawing/2014/main" id="{74F0D517-EA9B-94CF-2CA0-6D4328497F2D}"/>
                    </a:ext>
                  </a:extLst>
                </p14:cNvPr>
                <p14:cNvContentPartPr/>
                <p14:nvPr/>
              </p14:nvContentPartPr>
              <p14:xfrm>
                <a:off x="7729022" y="3775963"/>
                <a:ext cx="121680" cy="11520"/>
              </p14:xfrm>
            </p:contentPart>
          </mc:Choice>
          <mc:Fallback>
            <p:pic>
              <p:nvPicPr>
                <p:cNvPr id="536" name="Ink 535">
                  <a:extLst>
                    <a:ext uri="{FF2B5EF4-FFF2-40B4-BE49-F238E27FC236}">
                      <a16:creationId xmlns:a16="http://schemas.microsoft.com/office/drawing/2014/main" id="{74F0D517-EA9B-94CF-2CA0-6D4328497F2D}"/>
                    </a:ext>
                  </a:extLst>
                </p:cNvPr>
                <p:cNvPicPr/>
                <p:nvPr/>
              </p:nvPicPr>
              <p:blipFill>
                <a:blip r:embed="rId762"/>
                <a:stretch>
                  <a:fillRect/>
                </a:stretch>
              </p:blipFill>
              <p:spPr>
                <a:xfrm>
                  <a:off x="7720022" y="3767323"/>
                  <a:ext cx="1393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3">
              <p14:nvContentPartPr>
                <p14:cNvPr id="537" name="Ink 536">
                  <a:extLst>
                    <a:ext uri="{FF2B5EF4-FFF2-40B4-BE49-F238E27FC236}">
                      <a16:creationId xmlns:a16="http://schemas.microsoft.com/office/drawing/2014/main" id="{228A6692-15BB-EF69-4BC3-194525A69884}"/>
                    </a:ext>
                  </a:extLst>
                </p14:cNvPr>
                <p14:cNvContentPartPr/>
                <p14:nvPr/>
              </p14:nvContentPartPr>
              <p14:xfrm>
                <a:off x="7891022" y="3754363"/>
                <a:ext cx="132840" cy="94320"/>
              </p14:xfrm>
            </p:contentPart>
          </mc:Choice>
          <mc:Fallback>
            <p:pic>
              <p:nvPicPr>
                <p:cNvPr id="537" name="Ink 536">
                  <a:extLst>
                    <a:ext uri="{FF2B5EF4-FFF2-40B4-BE49-F238E27FC236}">
                      <a16:creationId xmlns:a16="http://schemas.microsoft.com/office/drawing/2014/main" id="{228A6692-15BB-EF69-4BC3-194525A69884}"/>
                    </a:ext>
                  </a:extLst>
                </p:cNvPr>
                <p:cNvPicPr/>
                <p:nvPr/>
              </p:nvPicPr>
              <p:blipFill>
                <a:blip r:embed="rId764"/>
                <a:stretch>
                  <a:fillRect/>
                </a:stretch>
              </p:blipFill>
              <p:spPr>
                <a:xfrm>
                  <a:off x="7882382" y="3745363"/>
                  <a:ext cx="15048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5">
              <p14:nvContentPartPr>
                <p14:cNvPr id="538" name="Ink 537">
                  <a:extLst>
                    <a:ext uri="{FF2B5EF4-FFF2-40B4-BE49-F238E27FC236}">
                      <a16:creationId xmlns:a16="http://schemas.microsoft.com/office/drawing/2014/main" id="{6D5B975E-590A-6DD5-4B4A-CE8224A04EE8}"/>
                    </a:ext>
                  </a:extLst>
                </p14:cNvPr>
                <p14:cNvContentPartPr/>
                <p14:nvPr/>
              </p14:nvContentPartPr>
              <p14:xfrm>
                <a:off x="8047982" y="3777763"/>
                <a:ext cx="150480" cy="97920"/>
              </p14:xfrm>
            </p:contentPart>
          </mc:Choice>
          <mc:Fallback>
            <p:pic>
              <p:nvPicPr>
                <p:cNvPr id="538" name="Ink 537">
                  <a:extLst>
                    <a:ext uri="{FF2B5EF4-FFF2-40B4-BE49-F238E27FC236}">
                      <a16:creationId xmlns:a16="http://schemas.microsoft.com/office/drawing/2014/main" id="{6D5B975E-590A-6DD5-4B4A-CE8224A04EE8}"/>
                    </a:ext>
                  </a:extLst>
                </p:cNvPr>
                <p:cNvPicPr/>
                <p:nvPr/>
              </p:nvPicPr>
              <p:blipFill>
                <a:blip r:embed="rId766"/>
                <a:stretch>
                  <a:fillRect/>
                </a:stretch>
              </p:blipFill>
              <p:spPr>
                <a:xfrm>
                  <a:off x="8038982" y="3769123"/>
                  <a:ext cx="1681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7">
              <p14:nvContentPartPr>
                <p14:cNvPr id="539" name="Ink 538">
                  <a:extLst>
                    <a:ext uri="{FF2B5EF4-FFF2-40B4-BE49-F238E27FC236}">
                      <a16:creationId xmlns:a16="http://schemas.microsoft.com/office/drawing/2014/main" id="{09D0179F-0612-8156-4D18-2CEB9220D5BA}"/>
                    </a:ext>
                  </a:extLst>
                </p14:cNvPr>
                <p14:cNvContentPartPr/>
                <p14:nvPr/>
              </p14:nvContentPartPr>
              <p14:xfrm>
                <a:off x="8222222" y="3765883"/>
                <a:ext cx="147960" cy="97200"/>
              </p14:xfrm>
            </p:contentPart>
          </mc:Choice>
          <mc:Fallback>
            <p:pic>
              <p:nvPicPr>
                <p:cNvPr id="539" name="Ink 538">
                  <a:extLst>
                    <a:ext uri="{FF2B5EF4-FFF2-40B4-BE49-F238E27FC236}">
                      <a16:creationId xmlns:a16="http://schemas.microsoft.com/office/drawing/2014/main" id="{09D0179F-0612-8156-4D18-2CEB9220D5BA}"/>
                    </a:ext>
                  </a:extLst>
                </p:cNvPr>
                <p:cNvPicPr/>
                <p:nvPr/>
              </p:nvPicPr>
              <p:blipFill>
                <a:blip r:embed="rId768"/>
                <a:stretch>
                  <a:fillRect/>
                </a:stretch>
              </p:blipFill>
              <p:spPr>
                <a:xfrm>
                  <a:off x="8213222" y="3757243"/>
                  <a:ext cx="16560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9">
              <p14:nvContentPartPr>
                <p14:cNvPr id="540" name="Ink 539">
                  <a:extLst>
                    <a:ext uri="{FF2B5EF4-FFF2-40B4-BE49-F238E27FC236}">
                      <a16:creationId xmlns:a16="http://schemas.microsoft.com/office/drawing/2014/main" id="{6D0B5E9D-E366-B529-8FF6-FB04E69FECEB}"/>
                    </a:ext>
                  </a:extLst>
                </p14:cNvPr>
                <p14:cNvContentPartPr/>
                <p14:nvPr/>
              </p14:nvContentPartPr>
              <p14:xfrm>
                <a:off x="8407982" y="3792163"/>
                <a:ext cx="219600" cy="76320"/>
              </p14:xfrm>
            </p:contentPart>
          </mc:Choice>
          <mc:Fallback>
            <p:pic>
              <p:nvPicPr>
                <p:cNvPr id="540" name="Ink 539">
                  <a:extLst>
                    <a:ext uri="{FF2B5EF4-FFF2-40B4-BE49-F238E27FC236}">
                      <a16:creationId xmlns:a16="http://schemas.microsoft.com/office/drawing/2014/main" id="{6D0B5E9D-E366-B529-8FF6-FB04E69FECEB}"/>
                    </a:ext>
                  </a:extLst>
                </p:cNvPr>
                <p:cNvPicPr/>
                <p:nvPr/>
              </p:nvPicPr>
              <p:blipFill>
                <a:blip r:embed="rId770"/>
                <a:stretch>
                  <a:fillRect/>
                </a:stretch>
              </p:blipFill>
              <p:spPr>
                <a:xfrm>
                  <a:off x="8398982" y="3783523"/>
                  <a:ext cx="23724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1">
              <p14:nvContentPartPr>
                <p14:cNvPr id="541" name="Ink 540">
                  <a:extLst>
                    <a:ext uri="{FF2B5EF4-FFF2-40B4-BE49-F238E27FC236}">
                      <a16:creationId xmlns:a16="http://schemas.microsoft.com/office/drawing/2014/main" id="{A4F067A6-2280-B43E-F185-16CC21493BDE}"/>
                    </a:ext>
                  </a:extLst>
                </p14:cNvPr>
                <p14:cNvContentPartPr/>
                <p14:nvPr/>
              </p14:nvContentPartPr>
              <p14:xfrm>
                <a:off x="8659982" y="3617563"/>
                <a:ext cx="201960" cy="244440"/>
              </p14:xfrm>
            </p:contentPart>
          </mc:Choice>
          <mc:Fallback>
            <p:pic>
              <p:nvPicPr>
                <p:cNvPr id="541" name="Ink 540">
                  <a:extLst>
                    <a:ext uri="{FF2B5EF4-FFF2-40B4-BE49-F238E27FC236}">
                      <a16:creationId xmlns:a16="http://schemas.microsoft.com/office/drawing/2014/main" id="{A4F067A6-2280-B43E-F185-16CC21493BDE}"/>
                    </a:ext>
                  </a:extLst>
                </p:cNvPr>
                <p:cNvPicPr/>
                <p:nvPr/>
              </p:nvPicPr>
              <p:blipFill>
                <a:blip r:embed="rId772"/>
                <a:stretch>
                  <a:fillRect/>
                </a:stretch>
              </p:blipFill>
              <p:spPr>
                <a:xfrm>
                  <a:off x="8650982" y="3608563"/>
                  <a:ext cx="21960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3">
              <p14:nvContentPartPr>
                <p14:cNvPr id="542" name="Ink 541">
                  <a:extLst>
                    <a:ext uri="{FF2B5EF4-FFF2-40B4-BE49-F238E27FC236}">
                      <a16:creationId xmlns:a16="http://schemas.microsoft.com/office/drawing/2014/main" id="{C903A08A-ED2B-16A3-D7CF-3AD44AEA7BF4}"/>
                    </a:ext>
                  </a:extLst>
                </p14:cNvPr>
                <p14:cNvContentPartPr/>
                <p14:nvPr/>
              </p14:nvContentPartPr>
              <p14:xfrm>
                <a:off x="8820542" y="3664723"/>
                <a:ext cx="9720" cy="33120"/>
              </p14:xfrm>
            </p:contentPart>
          </mc:Choice>
          <mc:Fallback>
            <p:pic>
              <p:nvPicPr>
                <p:cNvPr id="542" name="Ink 541">
                  <a:extLst>
                    <a:ext uri="{FF2B5EF4-FFF2-40B4-BE49-F238E27FC236}">
                      <a16:creationId xmlns:a16="http://schemas.microsoft.com/office/drawing/2014/main" id="{C903A08A-ED2B-16A3-D7CF-3AD44AEA7BF4}"/>
                    </a:ext>
                  </a:extLst>
                </p:cNvPr>
                <p:cNvPicPr/>
                <p:nvPr/>
              </p:nvPicPr>
              <p:blipFill>
                <a:blip r:embed="rId774"/>
                <a:stretch>
                  <a:fillRect/>
                </a:stretch>
              </p:blipFill>
              <p:spPr>
                <a:xfrm>
                  <a:off x="8811542" y="3655723"/>
                  <a:ext cx="2736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5">
              <p14:nvContentPartPr>
                <p14:cNvPr id="543" name="Ink 542">
                  <a:extLst>
                    <a:ext uri="{FF2B5EF4-FFF2-40B4-BE49-F238E27FC236}">
                      <a16:creationId xmlns:a16="http://schemas.microsoft.com/office/drawing/2014/main" id="{4667ECA6-3414-1BC0-509E-37BF274572EF}"/>
                    </a:ext>
                  </a:extLst>
                </p14:cNvPr>
                <p14:cNvContentPartPr/>
                <p14:nvPr/>
              </p14:nvContentPartPr>
              <p14:xfrm>
                <a:off x="8910902" y="3786763"/>
                <a:ext cx="127440" cy="85320"/>
              </p14:xfrm>
            </p:contentPart>
          </mc:Choice>
          <mc:Fallback>
            <p:pic>
              <p:nvPicPr>
                <p:cNvPr id="543" name="Ink 542">
                  <a:extLst>
                    <a:ext uri="{FF2B5EF4-FFF2-40B4-BE49-F238E27FC236}">
                      <a16:creationId xmlns:a16="http://schemas.microsoft.com/office/drawing/2014/main" id="{4667ECA6-3414-1BC0-509E-37BF274572EF}"/>
                    </a:ext>
                  </a:extLst>
                </p:cNvPr>
                <p:cNvPicPr/>
                <p:nvPr/>
              </p:nvPicPr>
              <p:blipFill>
                <a:blip r:embed="rId776"/>
                <a:stretch>
                  <a:fillRect/>
                </a:stretch>
              </p:blipFill>
              <p:spPr>
                <a:xfrm>
                  <a:off x="8901902" y="3777763"/>
                  <a:ext cx="14508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7">
              <p14:nvContentPartPr>
                <p14:cNvPr id="544" name="Ink 543">
                  <a:extLst>
                    <a:ext uri="{FF2B5EF4-FFF2-40B4-BE49-F238E27FC236}">
                      <a16:creationId xmlns:a16="http://schemas.microsoft.com/office/drawing/2014/main" id="{7642B8C9-0288-8534-6024-F9A854DD9000}"/>
                    </a:ext>
                  </a:extLst>
                </p14:cNvPr>
                <p14:cNvContentPartPr/>
                <p14:nvPr/>
              </p14:nvContentPartPr>
              <p14:xfrm>
                <a:off x="9080822" y="3749323"/>
                <a:ext cx="101520" cy="110520"/>
              </p14:xfrm>
            </p:contentPart>
          </mc:Choice>
          <mc:Fallback>
            <p:pic>
              <p:nvPicPr>
                <p:cNvPr id="544" name="Ink 543">
                  <a:extLst>
                    <a:ext uri="{FF2B5EF4-FFF2-40B4-BE49-F238E27FC236}">
                      <a16:creationId xmlns:a16="http://schemas.microsoft.com/office/drawing/2014/main" id="{7642B8C9-0288-8534-6024-F9A854DD9000}"/>
                    </a:ext>
                  </a:extLst>
                </p:cNvPr>
                <p:cNvPicPr/>
                <p:nvPr/>
              </p:nvPicPr>
              <p:blipFill>
                <a:blip r:embed="rId778"/>
                <a:stretch>
                  <a:fillRect/>
                </a:stretch>
              </p:blipFill>
              <p:spPr>
                <a:xfrm>
                  <a:off x="9072182" y="3740683"/>
                  <a:ext cx="11916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9">
              <p14:nvContentPartPr>
                <p14:cNvPr id="545" name="Ink 544">
                  <a:extLst>
                    <a:ext uri="{FF2B5EF4-FFF2-40B4-BE49-F238E27FC236}">
                      <a16:creationId xmlns:a16="http://schemas.microsoft.com/office/drawing/2014/main" id="{893E9297-08D9-8911-50E7-97780A509682}"/>
                    </a:ext>
                  </a:extLst>
                </p14:cNvPr>
                <p14:cNvContentPartPr/>
                <p14:nvPr/>
              </p14:nvContentPartPr>
              <p14:xfrm>
                <a:off x="9249662" y="3633403"/>
                <a:ext cx="114120" cy="227520"/>
              </p14:xfrm>
            </p:contentPart>
          </mc:Choice>
          <mc:Fallback>
            <p:pic>
              <p:nvPicPr>
                <p:cNvPr id="545" name="Ink 544">
                  <a:extLst>
                    <a:ext uri="{FF2B5EF4-FFF2-40B4-BE49-F238E27FC236}">
                      <a16:creationId xmlns:a16="http://schemas.microsoft.com/office/drawing/2014/main" id="{893E9297-08D9-8911-50E7-97780A509682}"/>
                    </a:ext>
                  </a:extLst>
                </p:cNvPr>
                <p:cNvPicPr/>
                <p:nvPr/>
              </p:nvPicPr>
              <p:blipFill>
                <a:blip r:embed="rId780"/>
                <a:stretch>
                  <a:fillRect/>
                </a:stretch>
              </p:blipFill>
              <p:spPr>
                <a:xfrm>
                  <a:off x="9241022" y="3624403"/>
                  <a:ext cx="131760" cy="24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0" name="Group 549">
            <a:extLst>
              <a:ext uri="{FF2B5EF4-FFF2-40B4-BE49-F238E27FC236}">
                <a16:creationId xmlns:a16="http://schemas.microsoft.com/office/drawing/2014/main" id="{05DF991B-EE76-3249-723E-625F3B876A94}"/>
              </a:ext>
            </a:extLst>
          </p:cNvPr>
          <p:cNvGrpSpPr/>
          <p:nvPr/>
        </p:nvGrpSpPr>
        <p:grpSpPr>
          <a:xfrm>
            <a:off x="10283942" y="4833283"/>
            <a:ext cx="499320" cy="469800"/>
            <a:chOff x="10283942" y="4833283"/>
            <a:chExt cx="499320" cy="46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1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2F8282A3-185C-90F2-85A2-EEA8D00EB43C}"/>
                    </a:ext>
                  </a:extLst>
                </p14:cNvPr>
                <p14:cNvContentPartPr/>
                <p14:nvPr/>
              </p14:nvContentPartPr>
              <p14:xfrm>
                <a:off x="10666982" y="5179603"/>
                <a:ext cx="115560" cy="6372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2F8282A3-185C-90F2-85A2-EEA8D00EB43C}"/>
                    </a:ext>
                  </a:extLst>
                </p:cNvPr>
                <p:cNvPicPr/>
                <p:nvPr/>
              </p:nvPicPr>
              <p:blipFill>
                <a:blip r:embed="rId782"/>
                <a:stretch>
                  <a:fillRect/>
                </a:stretch>
              </p:blipFill>
              <p:spPr>
                <a:xfrm>
                  <a:off x="10658342" y="5170963"/>
                  <a:ext cx="13320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3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8915D170-0EEF-7473-B3E9-57A2E9662A91}"/>
                    </a:ext>
                  </a:extLst>
                </p14:cNvPr>
                <p14:cNvContentPartPr/>
                <p14:nvPr/>
              </p14:nvContentPartPr>
              <p14:xfrm>
                <a:off x="10769582" y="5199763"/>
                <a:ext cx="13680" cy="10332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8915D170-0EEF-7473-B3E9-57A2E9662A91}"/>
                    </a:ext>
                  </a:extLst>
                </p:cNvPr>
                <p:cNvPicPr/>
                <p:nvPr/>
              </p:nvPicPr>
              <p:blipFill>
                <a:blip r:embed="rId784"/>
                <a:stretch>
                  <a:fillRect/>
                </a:stretch>
              </p:blipFill>
              <p:spPr>
                <a:xfrm>
                  <a:off x="10760582" y="5191123"/>
                  <a:ext cx="3132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5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9EAAED73-759D-E5ED-3F17-4A6D26FFD982}"/>
                    </a:ext>
                  </a:extLst>
                </p14:cNvPr>
                <p14:cNvContentPartPr/>
                <p14:nvPr/>
              </p14:nvContentPartPr>
              <p14:xfrm>
                <a:off x="10611182" y="4833283"/>
                <a:ext cx="167040" cy="12816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9EAAED73-759D-E5ED-3F17-4A6D26FFD982}"/>
                    </a:ext>
                  </a:extLst>
                </p:cNvPr>
                <p:cNvPicPr/>
                <p:nvPr/>
              </p:nvPicPr>
              <p:blipFill>
                <a:blip r:embed="rId786"/>
                <a:stretch>
                  <a:fillRect/>
                </a:stretch>
              </p:blipFill>
              <p:spPr>
                <a:xfrm>
                  <a:off x="10602182" y="4824643"/>
                  <a:ext cx="18468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7">
              <p14:nvContentPartPr>
                <p14:cNvPr id="547" name="Ink 546">
                  <a:extLst>
                    <a:ext uri="{FF2B5EF4-FFF2-40B4-BE49-F238E27FC236}">
                      <a16:creationId xmlns:a16="http://schemas.microsoft.com/office/drawing/2014/main" id="{59E8A0FF-D41A-9662-CC7A-D502FF31EB5A}"/>
                    </a:ext>
                  </a:extLst>
                </p14:cNvPr>
                <p14:cNvContentPartPr/>
                <p14:nvPr/>
              </p14:nvContentPartPr>
              <p14:xfrm>
                <a:off x="10287542" y="5006083"/>
                <a:ext cx="244080" cy="247680"/>
              </p14:xfrm>
            </p:contentPart>
          </mc:Choice>
          <mc:Fallback>
            <p:pic>
              <p:nvPicPr>
                <p:cNvPr id="547" name="Ink 546">
                  <a:extLst>
                    <a:ext uri="{FF2B5EF4-FFF2-40B4-BE49-F238E27FC236}">
                      <a16:creationId xmlns:a16="http://schemas.microsoft.com/office/drawing/2014/main" id="{59E8A0FF-D41A-9662-CC7A-D502FF31EB5A}"/>
                    </a:ext>
                  </a:extLst>
                </p:cNvPr>
                <p:cNvPicPr/>
                <p:nvPr/>
              </p:nvPicPr>
              <p:blipFill>
                <a:blip r:embed="rId788"/>
                <a:stretch>
                  <a:fillRect/>
                </a:stretch>
              </p:blipFill>
              <p:spPr>
                <a:xfrm>
                  <a:off x="10278542" y="4997083"/>
                  <a:ext cx="26172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9">
              <p14:nvContentPartPr>
                <p14:cNvPr id="548" name="Ink 547">
                  <a:extLst>
                    <a:ext uri="{FF2B5EF4-FFF2-40B4-BE49-F238E27FC236}">
                      <a16:creationId xmlns:a16="http://schemas.microsoft.com/office/drawing/2014/main" id="{3BF7D045-C84A-F456-5F87-FAA32143B45A}"/>
                    </a:ext>
                  </a:extLst>
                </p14:cNvPr>
                <p14:cNvContentPartPr/>
                <p14:nvPr/>
              </p14:nvContentPartPr>
              <p14:xfrm>
                <a:off x="10502102" y="4998523"/>
                <a:ext cx="74520" cy="39960"/>
              </p14:xfrm>
            </p:contentPart>
          </mc:Choice>
          <mc:Fallback>
            <p:pic>
              <p:nvPicPr>
                <p:cNvPr id="548" name="Ink 547">
                  <a:extLst>
                    <a:ext uri="{FF2B5EF4-FFF2-40B4-BE49-F238E27FC236}">
                      <a16:creationId xmlns:a16="http://schemas.microsoft.com/office/drawing/2014/main" id="{3BF7D045-C84A-F456-5F87-FAA32143B45A}"/>
                    </a:ext>
                  </a:extLst>
                </p:cNvPr>
                <p:cNvPicPr/>
                <p:nvPr/>
              </p:nvPicPr>
              <p:blipFill>
                <a:blip r:embed="rId790"/>
                <a:stretch>
                  <a:fillRect/>
                </a:stretch>
              </p:blipFill>
              <p:spPr>
                <a:xfrm>
                  <a:off x="10493462" y="4989523"/>
                  <a:ext cx="9216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1">
              <p14:nvContentPartPr>
                <p14:cNvPr id="549" name="Ink 548">
                  <a:extLst>
                    <a:ext uri="{FF2B5EF4-FFF2-40B4-BE49-F238E27FC236}">
                      <a16:creationId xmlns:a16="http://schemas.microsoft.com/office/drawing/2014/main" id="{4CAF1BC4-BDA7-AAB8-8CB9-04A470ADAC6F}"/>
                    </a:ext>
                  </a:extLst>
                </p14:cNvPr>
                <p14:cNvContentPartPr/>
                <p14:nvPr/>
              </p14:nvContentPartPr>
              <p14:xfrm>
                <a:off x="10283942" y="5015443"/>
                <a:ext cx="52200" cy="10440"/>
              </p14:xfrm>
            </p:contentPart>
          </mc:Choice>
          <mc:Fallback>
            <p:pic>
              <p:nvPicPr>
                <p:cNvPr id="549" name="Ink 548">
                  <a:extLst>
                    <a:ext uri="{FF2B5EF4-FFF2-40B4-BE49-F238E27FC236}">
                      <a16:creationId xmlns:a16="http://schemas.microsoft.com/office/drawing/2014/main" id="{4CAF1BC4-BDA7-AAB8-8CB9-04A470ADAC6F}"/>
                    </a:ext>
                  </a:extLst>
                </p:cNvPr>
                <p:cNvPicPr/>
                <p:nvPr/>
              </p:nvPicPr>
              <p:blipFill>
                <a:blip r:embed="rId792"/>
                <a:stretch>
                  <a:fillRect/>
                </a:stretch>
              </p:blipFill>
              <p:spPr>
                <a:xfrm>
                  <a:off x="10274942" y="5006443"/>
                  <a:ext cx="69840" cy="2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8" name="Group 557">
            <a:extLst>
              <a:ext uri="{FF2B5EF4-FFF2-40B4-BE49-F238E27FC236}">
                <a16:creationId xmlns:a16="http://schemas.microsoft.com/office/drawing/2014/main" id="{E5E59FA2-71C6-6C75-5C6A-50134668E5C6}"/>
              </a:ext>
            </a:extLst>
          </p:cNvPr>
          <p:cNvGrpSpPr/>
          <p:nvPr/>
        </p:nvGrpSpPr>
        <p:grpSpPr>
          <a:xfrm>
            <a:off x="10135262" y="3584803"/>
            <a:ext cx="1884600" cy="990360"/>
            <a:chOff x="10135262" y="3584803"/>
            <a:chExt cx="1884600" cy="990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93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343F4ED1-9FC7-F5A5-16D1-8C3FD947072A}"/>
                    </a:ext>
                  </a:extLst>
                </p14:cNvPr>
                <p14:cNvContentPartPr/>
                <p14:nvPr/>
              </p14:nvContentPartPr>
              <p14:xfrm>
                <a:off x="10165142" y="3757243"/>
                <a:ext cx="240480" cy="22212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343F4ED1-9FC7-F5A5-16D1-8C3FD947072A}"/>
                    </a:ext>
                  </a:extLst>
                </p:cNvPr>
                <p:cNvPicPr/>
                <p:nvPr/>
              </p:nvPicPr>
              <p:blipFill>
                <a:blip r:embed="rId794"/>
                <a:stretch>
                  <a:fillRect/>
                </a:stretch>
              </p:blipFill>
              <p:spPr>
                <a:xfrm>
                  <a:off x="10156142" y="3748243"/>
                  <a:ext cx="25812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5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97492CF2-1CBA-4778-B62B-343272E41CC2}"/>
                    </a:ext>
                  </a:extLst>
                </p14:cNvPr>
                <p14:cNvContentPartPr/>
                <p14:nvPr/>
              </p14:nvContentPartPr>
              <p14:xfrm>
                <a:off x="10476182" y="3926803"/>
                <a:ext cx="89640" cy="7812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97492CF2-1CBA-4778-B62B-343272E41CC2}"/>
                    </a:ext>
                  </a:extLst>
                </p:cNvPr>
                <p:cNvPicPr/>
                <p:nvPr/>
              </p:nvPicPr>
              <p:blipFill>
                <a:blip r:embed="rId796"/>
                <a:stretch>
                  <a:fillRect/>
                </a:stretch>
              </p:blipFill>
              <p:spPr>
                <a:xfrm>
                  <a:off x="10467542" y="3918163"/>
                  <a:ext cx="10728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7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7FB715A5-8D49-69B0-D313-3A06917B790F}"/>
                    </a:ext>
                  </a:extLst>
                </p14:cNvPr>
                <p14:cNvContentPartPr/>
                <p14:nvPr/>
              </p14:nvContentPartPr>
              <p14:xfrm>
                <a:off x="10554302" y="3958483"/>
                <a:ext cx="15480" cy="9756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7FB715A5-8D49-69B0-D313-3A06917B790F}"/>
                    </a:ext>
                  </a:extLst>
                </p:cNvPr>
                <p:cNvPicPr/>
                <p:nvPr/>
              </p:nvPicPr>
              <p:blipFill>
                <a:blip r:embed="rId798"/>
                <a:stretch>
                  <a:fillRect/>
                </a:stretch>
              </p:blipFill>
              <p:spPr>
                <a:xfrm>
                  <a:off x="10545662" y="3949483"/>
                  <a:ext cx="3312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9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0E0CC81A-C754-497B-5C8D-B005F0723BA6}"/>
                    </a:ext>
                  </a:extLst>
                </p14:cNvPr>
                <p14:cNvContentPartPr/>
                <p14:nvPr/>
              </p14:nvContentPartPr>
              <p14:xfrm>
                <a:off x="10668422" y="3913843"/>
                <a:ext cx="103320" cy="1476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0E0CC81A-C754-497B-5C8D-B005F0723BA6}"/>
                    </a:ext>
                  </a:extLst>
                </p:cNvPr>
                <p:cNvPicPr/>
                <p:nvPr/>
              </p:nvPicPr>
              <p:blipFill>
                <a:blip r:embed="rId800"/>
                <a:stretch>
                  <a:fillRect/>
                </a:stretch>
              </p:blipFill>
              <p:spPr>
                <a:xfrm>
                  <a:off x="10659782" y="3905203"/>
                  <a:ext cx="1209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1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A2D26551-60A9-0C62-FE27-5E095B252637}"/>
                    </a:ext>
                  </a:extLst>
                </p14:cNvPr>
                <p14:cNvContentPartPr/>
                <p14:nvPr/>
              </p14:nvContentPartPr>
              <p14:xfrm>
                <a:off x="10654742" y="3854443"/>
                <a:ext cx="104400" cy="1620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A2D26551-60A9-0C62-FE27-5E095B252637}"/>
                    </a:ext>
                  </a:extLst>
                </p:cNvPr>
                <p:cNvPicPr/>
                <p:nvPr/>
              </p:nvPicPr>
              <p:blipFill>
                <a:blip r:embed="rId802"/>
                <a:stretch>
                  <a:fillRect/>
                </a:stretch>
              </p:blipFill>
              <p:spPr>
                <a:xfrm>
                  <a:off x="10646102" y="3845443"/>
                  <a:ext cx="1220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3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251A0408-C3FE-E0BC-0156-010008A13E39}"/>
                    </a:ext>
                  </a:extLst>
                </p14:cNvPr>
                <p14:cNvContentPartPr/>
                <p14:nvPr/>
              </p14:nvContentPartPr>
              <p14:xfrm>
                <a:off x="10890542" y="3858043"/>
                <a:ext cx="137880" cy="10980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251A0408-C3FE-E0BC-0156-010008A13E39}"/>
                    </a:ext>
                  </a:extLst>
                </p:cNvPr>
                <p:cNvPicPr/>
                <p:nvPr/>
              </p:nvPicPr>
              <p:blipFill>
                <a:blip r:embed="rId804"/>
                <a:stretch>
                  <a:fillRect/>
                </a:stretch>
              </p:blipFill>
              <p:spPr>
                <a:xfrm>
                  <a:off x="10881542" y="3849043"/>
                  <a:ext cx="15552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5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CCC39AB8-5FC4-D632-B017-DF73B61019C4}"/>
                    </a:ext>
                  </a:extLst>
                </p14:cNvPr>
                <p14:cNvContentPartPr/>
                <p14:nvPr/>
              </p14:nvContentPartPr>
              <p14:xfrm>
                <a:off x="10989542" y="3760123"/>
                <a:ext cx="89640" cy="540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CCC39AB8-5FC4-D632-B017-DF73B61019C4}"/>
                    </a:ext>
                  </a:extLst>
                </p:cNvPr>
                <p:cNvPicPr/>
                <p:nvPr/>
              </p:nvPicPr>
              <p:blipFill>
                <a:blip r:embed="rId806"/>
                <a:stretch>
                  <a:fillRect/>
                </a:stretch>
              </p:blipFill>
              <p:spPr>
                <a:xfrm>
                  <a:off x="10980542" y="3751483"/>
                  <a:ext cx="1072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7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E3AF7655-10C9-A4A1-0CBD-0084632406AB}"/>
                    </a:ext>
                  </a:extLst>
                </p14:cNvPr>
                <p14:cNvContentPartPr/>
                <p14:nvPr/>
              </p14:nvContentPartPr>
              <p14:xfrm>
                <a:off x="11139662" y="3712963"/>
                <a:ext cx="69120" cy="15876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E3AF7655-10C9-A4A1-0CBD-0084632406AB}"/>
                    </a:ext>
                  </a:extLst>
                </p:cNvPr>
                <p:cNvPicPr/>
                <p:nvPr/>
              </p:nvPicPr>
              <p:blipFill>
                <a:blip r:embed="rId808"/>
                <a:stretch>
                  <a:fillRect/>
                </a:stretch>
              </p:blipFill>
              <p:spPr>
                <a:xfrm>
                  <a:off x="11130662" y="3704323"/>
                  <a:ext cx="8676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9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CAB3F925-FCF8-6D17-35A2-271C04A61E05}"/>
                    </a:ext>
                  </a:extLst>
                </p14:cNvPr>
                <p14:cNvContentPartPr/>
                <p14:nvPr/>
              </p14:nvContentPartPr>
              <p14:xfrm>
                <a:off x="11096822" y="3624403"/>
                <a:ext cx="6480" cy="1800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CAB3F925-FCF8-6D17-35A2-271C04A61E05}"/>
                    </a:ext>
                  </a:extLst>
                </p:cNvPr>
                <p:cNvPicPr/>
                <p:nvPr/>
              </p:nvPicPr>
              <p:blipFill>
                <a:blip r:embed="rId810"/>
                <a:stretch>
                  <a:fillRect/>
                </a:stretch>
              </p:blipFill>
              <p:spPr>
                <a:xfrm>
                  <a:off x="11087822" y="3615403"/>
                  <a:ext cx="241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1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AE504AF9-4DD4-738F-A2CC-F8F458CEA4A0}"/>
                    </a:ext>
                  </a:extLst>
                </p14:cNvPr>
                <p14:cNvContentPartPr/>
                <p14:nvPr/>
              </p14:nvContentPartPr>
              <p14:xfrm>
                <a:off x="11233982" y="3644923"/>
                <a:ext cx="109800" cy="8532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AE504AF9-4DD4-738F-A2CC-F8F458CEA4A0}"/>
                    </a:ext>
                  </a:extLst>
                </p:cNvPr>
                <p:cNvPicPr/>
                <p:nvPr/>
              </p:nvPicPr>
              <p:blipFill>
                <a:blip r:embed="rId812"/>
                <a:stretch>
                  <a:fillRect/>
                </a:stretch>
              </p:blipFill>
              <p:spPr>
                <a:xfrm>
                  <a:off x="11224982" y="3635923"/>
                  <a:ext cx="12744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3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0379E44D-0816-F6FF-EF1C-02087642C93F}"/>
                    </a:ext>
                  </a:extLst>
                </p14:cNvPr>
                <p14:cNvContentPartPr/>
                <p14:nvPr/>
              </p14:nvContentPartPr>
              <p14:xfrm>
                <a:off x="11388062" y="3684883"/>
                <a:ext cx="56520" cy="7308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0379E44D-0816-F6FF-EF1C-02087642C93F}"/>
                    </a:ext>
                  </a:extLst>
                </p:cNvPr>
                <p:cNvPicPr/>
                <p:nvPr/>
              </p:nvPicPr>
              <p:blipFill>
                <a:blip r:embed="rId814"/>
                <a:stretch>
                  <a:fillRect/>
                </a:stretch>
              </p:blipFill>
              <p:spPr>
                <a:xfrm>
                  <a:off x="11379062" y="3675883"/>
                  <a:ext cx="7416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5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EF9B1923-46A6-A277-A319-2DA479C38AA6}"/>
                    </a:ext>
                  </a:extLst>
                </p14:cNvPr>
                <p14:cNvContentPartPr/>
                <p14:nvPr/>
              </p14:nvContentPartPr>
              <p14:xfrm>
                <a:off x="11443502" y="3679123"/>
                <a:ext cx="55080" cy="7020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EF9B1923-46A6-A277-A319-2DA479C38AA6}"/>
                    </a:ext>
                  </a:extLst>
                </p:cNvPr>
                <p:cNvPicPr/>
                <p:nvPr/>
              </p:nvPicPr>
              <p:blipFill>
                <a:blip r:embed="rId816"/>
                <a:stretch>
                  <a:fillRect/>
                </a:stretch>
              </p:blipFill>
              <p:spPr>
                <a:xfrm>
                  <a:off x="11434502" y="3670123"/>
                  <a:ext cx="7272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7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6D151F75-7BA8-916E-3501-01FE9180EEA1}"/>
                    </a:ext>
                  </a:extLst>
                </p14:cNvPr>
                <p14:cNvContentPartPr/>
                <p14:nvPr/>
              </p14:nvContentPartPr>
              <p14:xfrm>
                <a:off x="11306342" y="3619363"/>
                <a:ext cx="173880" cy="1908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6D151F75-7BA8-916E-3501-01FE9180EEA1}"/>
                    </a:ext>
                  </a:extLst>
                </p:cNvPr>
                <p:cNvPicPr/>
                <p:nvPr/>
              </p:nvPicPr>
              <p:blipFill>
                <a:blip r:embed="rId818"/>
                <a:stretch>
                  <a:fillRect/>
                </a:stretch>
              </p:blipFill>
              <p:spPr>
                <a:xfrm>
                  <a:off x="11297342" y="3610723"/>
                  <a:ext cx="1915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9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B769A1CE-4EB0-3222-9AEC-B6364C845AAC}"/>
                    </a:ext>
                  </a:extLst>
                </p14:cNvPr>
                <p14:cNvContentPartPr/>
                <p14:nvPr/>
              </p14:nvContentPartPr>
              <p14:xfrm>
                <a:off x="11561222" y="3584803"/>
                <a:ext cx="93960" cy="19260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B769A1CE-4EB0-3222-9AEC-B6364C845AAC}"/>
                    </a:ext>
                  </a:extLst>
                </p:cNvPr>
                <p:cNvPicPr/>
                <p:nvPr/>
              </p:nvPicPr>
              <p:blipFill>
                <a:blip r:embed="rId820"/>
                <a:stretch>
                  <a:fillRect/>
                </a:stretch>
              </p:blipFill>
              <p:spPr>
                <a:xfrm>
                  <a:off x="11552222" y="3575803"/>
                  <a:ext cx="11160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1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8B7A8687-9D8F-9288-243C-03DB868CC69E}"/>
                    </a:ext>
                  </a:extLst>
                </p14:cNvPr>
                <p14:cNvContentPartPr/>
                <p14:nvPr/>
              </p14:nvContentPartPr>
              <p14:xfrm>
                <a:off x="11691182" y="3701803"/>
                <a:ext cx="136080" cy="6228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8B7A8687-9D8F-9288-243C-03DB868CC69E}"/>
                    </a:ext>
                  </a:extLst>
                </p:cNvPr>
                <p:cNvPicPr/>
                <p:nvPr/>
              </p:nvPicPr>
              <p:blipFill>
                <a:blip r:embed="rId822"/>
                <a:stretch>
                  <a:fillRect/>
                </a:stretch>
              </p:blipFill>
              <p:spPr>
                <a:xfrm>
                  <a:off x="11682542" y="3692803"/>
                  <a:ext cx="15372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3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D0877A30-1453-2C94-77D1-3FAC65AC1D5B}"/>
                    </a:ext>
                  </a:extLst>
                </p14:cNvPr>
                <p14:cNvContentPartPr/>
                <p14:nvPr/>
              </p14:nvContentPartPr>
              <p14:xfrm>
                <a:off x="11791622" y="3732403"/>
                <a:ext cx="28080" cy="12564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D0877A30-1453-2C94-77D1-3FAC65AC1D5B}"/>
                    </a:ext>
                  </a:extLst>
                </p:cNvPr>
                <p:cNvPicPr/>
                <p:nvPr/>
              </p:nvPicPr>
              <p:blipFill>
                <a:blip r:embed="rId824"/>
                <a:stretch>
                  <a:fillRect/>
                </a:stretch>
              </p:blipFill>
              <p:spPr>
                <a:xfrm>
                  <a:off x="11782622" y="3723763"/>
                  <a:ext cx="4572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5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29F9A3A3-B07B-999B-3CD1-7CBB8EFB3D61}"/>
                    </a:ext>
                  </a:extLst>
                </p14:cNvPr>
                <p14:cNvContentPartPr/>
                <p14:nvPr/>
              </p14:nvContentPartPr>
              <p14:xfrm>
                <a:off x="10672022" y="4384003"/>
                <a:ext cx="97560" cy="504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29F9A3A3-B07B-999B-3CD1-7CBB8EFB3D61}"/>
                    </a:ext>
                  </a:extLst>
                </p:cNvPr>
                <p:cNvPicPr/>
                <p:nvPr/>
              </p:nvPicPr>
              <p:blipFill>
                <a:blip r:embed="rId826"/>
                <a:stretch>
                  <a:fillRect/>
                </a:stretch>
              </p:blipFill>
              <p:spPr>
                <a:xfrm>
                  <a:off x="10663022" y="4375363"/>
                  <a:ext cx="11520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7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E56AACB0-8604-C398-FAF7-CDF18B896AEF}"/>
                    </a:ext>
                  </a:extLst>
                </p14:cNvPr>
                <p14:cNvContentPartPr/>
                <p14:nvPr/>
              </p14:nvContentPartPr>
              <p14:xfrm>
                <a:off x="10696502" y="4345483"/>
                <a:ext cx="76320" cy="2304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E56AACB0-8604-C398-FAF7-CDF18B896AEF}"/>
                    </a:ext>
                  </a:extLst>
                </p:cNvPr>
                <p:cNvPicPr/>
                <p:nvPr/>
              </p:nvPicPr>
              <p:blipFill>
                <a:blip r:embed="rId828"/>
                <a:stretch>
                  <a:fillRect/>
                </a:stretch>
              </p:blipFill>
              <p:spPr>
                <a:xfrm>
                  <a:off x="10687862" y="4336483"/>
                  <a:ext cx="939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9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710FD9FD-9BFC-DC6F-DFD2-443A1A2151D3}"/>
                    </a:ext>
                  </a:extLst>
                </p14:cNvPr>
                <p14:cNvContentPartPr/>
                <p14:nvPr/>
              </p14:nvContentPartPr>
              <p14:xfrm>
                <a:off x="10665902" y="4351963"/>
                <a:ext cx="136800" cy="2340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710FD9FD-9BFC-DC6F-DFD2-443A1A2151D3}"/>
                    </a:ext>
                  </a:extLst>
                </p:cNvPr>
                <p:cNvPicPr/>
                <p:nvPr/>
              </p:nvPicPr>
              <p:blipFill>
                <a:blip r:embed="rId830"/>
                <a:stretch>
                  <a:fillRect/>
                </a:stretch>
              </p:blipFill>
              <p:spPr>
                <a:xfrm>
                  <a:off x="10657262" y="4343323"/>
                  <a:ext cx="15444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1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0F9574ED-6FBE-EA9F-B783-E99E6C4D72E1}"/>
                    </a:ext>
                  </a:extLst>
                </p14:cNvPr>
                <p14:cNvContentPartPr/>
                <p14:nvPr/>
              </p14:nvContentPartPr>
              <p14:xfrm>
                <a:off x="10926902" y="4322083"/>
                <a:ext cx="155880" cy="11160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0F9574ED-6FBE-EA9F-B783-E99E6C4D72E1}"/>
                    </a:ext>
                  </a:extLst>
                </p:cNvPr>
                <p:cNvPicPr/>
                <p:nvPr/>
              </p:nvPicPr>
              <p:blipFill>
                <a:blip r:embed="rId832"/>
                <a:stretch>
                  <a:fillRect/>
                </a:stretch>
              </p:blipFill>
              <p:spPr>
                <a:xfrm>
                  <a:off x="10918262" y="4313083"/>
                  <a:ext cx="1735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3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176E0D16-DBB6-C3A5-B90A-D16EAF79DB94}"/>
                    </a:ext>
                  </a:extLst>
                </p14:cNvPr>
                <p14:cNvContentPartPr/>
                <p14:nvPr/>
              </p14:nvContentPartPr>
              <p14:xfrm>
                <a:off x="10993142" y="4238923"/>
                <a:ext cx="83880" cy="1620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176E0D16-DBB6-C3A5-B90A-D16EAF79DB94}"/>
                    </a:ext>
                  </a:extLst>
                </p:cNvPr>
                <p:cNvPicPr/>
                <p:nvPr/>
              </p:nvPicPr>
              <p:blipFill>
                <a:blip r:embed="rId834"/>
                <a:stretch>
                  <a:fillRect/>
                </a:stretch>
              </p:blipFill>
              <p:spPr>
                <a:xfrm>
                  <a:off x="10984502" y="4230283"/>
                  <a:ext cx="1015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5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5D4634D4-E53A-969C-74C7-055DFE4B709E}"/>
                    </a:ext>
                  </a:extLst>
                </p14:cNvPr>
                <p14:cNvContentPartPr/>
                <p14:nvPr/>
              </p14:nvContentPartPr>
              <p14:xfrm>
                <a:off x="11146502" y="4218763"/>
                <a:ext cx="59040" cy="14004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5D4634D4-E53A-969C-74C7-055DFE4B709E}"/>
                    </a:ext>
                  </a:extLst>
                </p:cNvPr>
                <p:cNvPicPr/>
                <p:nvPr/>
              </p:nvPicPr>
              <p:blipFill>
                <a:blip r:embed="rId836"/>
                <a:stretch>
                  <a:fillRect/>
                </a:stretch>
              </p:blipFill>
              <p:spPr>
                <a:xfrm>
                  <a:off x="11137502" y="4210123"/>
                  <a:ext cx="7668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7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B0B6C301-839F-67B8-01E3-0C21FE3DFA3C}"/>
                    </a:ext>
                  </a:extLst>
                </p14:cNvPr>
                <p14:cNvContentPartPr/>
                <p14:nvPr/>
              </p14:nvContentPartPr>
              <p14:xfrm>
                <a:off x="11144702" y="4139563"/>
                <a:ext cx="7200" cy="288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B0B6C301-839F-67B8-01E3-0C21FE3DFA3C}"/>
                    </a:ext>
                  </a:extLst>
                </p:cNvPr>
                <p:cNvPicPr/>
                <p:nvPr/>
              </p:nvPicPr>
              <p:blipFill>
                <a:blip r:embed="rId838"/>
                <a:stretch>
                  <a:fillRect/>
                </a:stretch>
              </p:blipFill>
              <p:spPr>
                <a:xfrm>
                  <a:off x="11135702" y="4130923"/>
                  <a:ext cx="2484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9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9F7000AA-9A6F-EC10-53B0-84C7EDB2A0EE}"/>
                    </a:ext>
                  </a:extLst>
                </p14:cNvPr>
                <p14:cNvContentPartPr/>
                <p14:nvPr/>
              </p14:nvContentPartPr>
              <p14:xfrm>
                <a:off x="11232542" y="4150003"/>
                <a:ext cx="53640" cy="7236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9F7000AA-9A6F-EC10-53B0-84C7EDB2A0EE}"/>
                    </a:ext>
                  </a:extLst>
                </p:cNvPr>
                <p:cNvPicPr/>
                <p:nvPr/>
              </p:nvPicPr>
              <p:blipFill>
                <a:blip r:embed="rId840"/>
                <a:stretch>
                  <a:fillRect/>
                </a:stretch>
              </p:blipFill>
              <p:spPr>
                <a:xfrm>
                  <a:off x="11223902" y="4141363"/>
                  <a:ext cx="7128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1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C7196F4D-5BBB-5C06-FCC5-7E58EEB3B1D4}"/>
                    </a:ext>
                  </a:extLst>
                </p14:cNvPr>
                <p14:cNvContentPartPr/>
                <p14:nvPr/>
              </p14:nvContentPartPr>
              <p14:xfrm>
                <a:off x="11289782" y="4151443"/>
                <a:ext cx="37440" cy="7128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C7196F4D-5BBB-5C06-FCC5-7E58EEB3B1D4}"/>
                    </a:ext>
                  </a:extLst>
                </p:cNvPr>
                <p:cNvPicPr/>
                <p:nvPr/>
              </p:nvPicPr>
              <p:blipFill>
                <a:blip r:embed="rId842"/>
                <a:stretch>
                  <a:fillRect/>
                </a:stretch>
              </p:blipFill>
              <p:spPr>
                <a:xfrm>
                  <a:off x="11281142" y="4142803"/>
                  <a:ext cx="5508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3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154CE25D-6A10-730C-829A-4A3F1907A273}"/>
                    </a:ext>
                  </a:extLst>
                </p14:cNvPr>
                <p14:cNvContentPartPr/>
                <p14:nvPr/>
              </p14:nvContentPartPr>
              <p14:xfrm>
                <a:off x="11176382" y="4102123"/>
                <a:ext cx="139320" cy="1584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154CE25D-6A10-730C-829A-4A3F1907A273}"/>
                    </a:ext>
                  </a:extLst>
                </p:cNvPr>
                <p:cNvPicPr/>
                <p:nvPr/>
              </p:nvPicPr>
              <p:blipFill>
                <a:blip r:embed="rId844"/>
                <a:stretch>
                  <a:fillRect/>
                </a:stretch>
              </p:blipFill>
              <p:spPr>
                <a:xfrm>
                  <a:off x="11167382" y="4093483"/>
                  <a:ext cx="15696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5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345745AA-F5E0-2336-710A-C2250361E3D3}"/>
                    </a:ext>
                  </a:extLst>
                </p14:cNvPr>
                <p14:cNvContentPartPr/>
                <p14:nvPr/>
              </p14:nvContentPartPr>
              <p14:xfrm>
                <a:off x="11356022" y="4103923"/>
                <a:ext cx="82800" cy="15408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345745AA-F5E0-2336-710A-C2250361E3D3}"/>
                    </a:ext>
                  </a:extLst>
                </p:cNvPr>
                <p:cNvPicPr/>
                <p:nvPr/>
              </p:nvPicPr>
              <p:blipFill>
                <a:blip r:embed="rId846"/>
                <a:stretch>
                  <a:fillRect/>
                </a:stretch>
              </p:blipFill>
              <p:spPr>
                <a:xfrm>
                  <a:off x="11347382" y="4094923"/>
                  <a:ext cx="10044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7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B946D328-4D8D-1076-2C93-E82D9E59D322}"/>
                    </a:ext>
                  </a:extLst>
                </p14:cNvPr>
                <p14:cNvContentPartPr/>
                <p14:nvPr/>
              </p14:nvContentPartPr>
              <p14:xfrm>
                <a:off x="11452862" y="4218763"/>
                <a:ext cx="117000" cy="9900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B946D328-4D8D-1076-2C93-E82D9E59D322}"/>
                    </a:ext>
                  </a:extLst>
                </p:cNvPr>
                <p:cNvPicPr/>
                <p:nvPr/>
              </p:nvPicPr>
              <p:blipFill>
                <a:blip r:embed="rId848"/>
                <a:stretch>
                  <a:fillRect/>
                </a:stretch>
              </p:blipFill>
              <p:spPr>
                <a:xfrm>
                  <a:off x="11444222" y="4210123"/>
                  <a:ext cx="13464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9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0CB3059D-69C9-9263-0254-EC74AEB70059}"/>
                    </a:ext>
                  </a:extLst>
                </p14:cNvPr>
                <p14:cNvContentPartPr/>
                <p14:nvPr/>
              </p14:nvContentPartPr>
              <p14:xfrm>
                <a:off x="11528822" y="4452403"/>
                <a:ext cx="120960" cy="2160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0CB3059D-69C9-9263-0254-EC74AEB70059}"/>
                    </a:ext>
                  </a:extLst>
                </p:cNvPr>
                <p:cNvPicPr/>
                <p:nvPr/>
              </p:nvPicPr>
              <p:blipFill>
                <a:blip r:embed="rId850"/>
                <a:stretch>
                  <a:fillRect/>
                </a:stretch>
              </p:blipFill>
              <p:spPr>
                <a:xfrm>
                  <a:off x="11519822" y="4443403"/>
                  <a:ext cx="1386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1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D361CFFB-A40D-410A-3980-811CF2FF1B6F}"/>
                    </a:ext>
                  </a:extLst>
                </p14:cNvPr>
                <p14:cNvContentPartPr/>
                <p14:nvPr/>
              </p14:nvContentPartPr>
              <p14:xfrm>
                <a:off x="11488142" y="4392283"/>
                <a:ext cx="128160" cy="3096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D361CFFB-A40D-410A-3980-811CF2FF1B6F}"/>
                    </a:ext>
                  </a:extLst>
                </p:cNvPr>
                <p:cNvPicPr/>
                <p:nvPr/>
              </p:nvPicPr>
              <p:blipFill>
                <a:blip r:embed="rId852"/>
                <a:stretch>
                  <a:fillRect/>
                </a:stretch>
              </p:blipFill>
              <p:spPr>
                <a:xfrm>
                  <a:off x="11479142" y="4383283"/>
                  <a:ext cx="14580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3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6F79E6A8-20EB-41F3-AC0D-0F6E65233031}"/>
                    </a:ext>
                  </a:extLst>
                </p14:cNvPr>
                <p14:cNvContentPartPr/>
                <p14:nvPr/>
              </p14:nvContentPartPr>
              <p14:xfrm>
                <a:off x="11709542" y="4410283"/>
                <a:ext cx="112320" cy="1656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6F79E6A8-20EB-41F3-AC0D-0F6E65233031}"/>
                    </a:ext>
                  </a:extLst>
                </p:cNvPr>
                <p:cNvPicPr/>
                <p:nvPr/>
              </p:nvPicPr>
              <p:blipFill>
                <a:blip r:embed="rId854"/>
                <a:stretch>
                  <a:fillRect/>
                </a:stretch>
              </p:blipFill>
              <p:spPr>
                <a:xfrm>
                  <a:off x="11700902" y="4401283"/>
                  <a:ext cx="1299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5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77ED0E4A-9844-4944-2EF2-E9D37B40A68B}"/>
                    </a:ext>
                  </a:extLst>
                </p14:cNvPr>
                <p14:cNvContentPartPr/>
                <p14:nvPr/>
              </p14:nvContentPartPr>
              <p14:xfrm>
                <a:off x="11870822" y="4351243"/>
                <a:ext cx="149040" cy="22392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77ED0E4A-9844-4944-2EF2-E9D37B40A68B}"/>
                    </a:ext>
                  </a:extLst>
                </p:cNvPr>
                <p:cNvPicPr/>
                <p:nvPr/>
              </p:nvPicPr>
              <p:blipFill>
                <a:blip r:embed="rId856"/>
                <a:stretch>
                  <a:fillRect/>
                </a:stretch>
              </p:blipFill>
              <p:spPr>
                <a:xfrm>
                  <a:off x="11862182" y="4342603"/>
                  <a:ext cx="16668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7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527C7614-1788-A802-291E-02F8865F367E}"/>
                    </a:ext>
                  </a:extLst>
                </p14:cNvPr>
                <p14:cNvContentPartPr/>
                <p14:nvPr/>
              </p14:nvContentPartPr>
              <p14:xfrm>
                <a:off x="11933102" y="4241083"/>
                <a:ext cx="17280" cy="2988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527C7614-1788-A802-291E-02F8865F367E}"/>
                    </a:ext>
                  </a:extLst>
                </p:cNvPr>
                <p:cNvPicPr/>
                <p:nvPr/>
              </p:nvPicPr>
              <p:blipFill>
                <a:blip r:embed="rId858"/>
                <a:stretch>
                  <a:fillRect/>
                </a:stretch>
              </p:blipFill>
              <p:spPr>
                <a:xfrm>
                  <a:off x="11924102" y="4232083"/>
                  <a:ext cx="3492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9">
              <p14:nvContentPartPr>
                <p14:cNvPr id="551" name="Ink 550">
                  <a:extLst>
                    <a:ext uri="{FF2B5EF4-FFF2-40B4-BE49-F238E27FC236}">
                      <a16:creationId xmlns:a16="http://schemas.microsoft.com/office/drawing/2014/main" id="{EEF6D0B9-0307-906B-7CB7-53D22907E8FB}"/>
                    </a:ext>
                  </a:extLst>
                </p14:cNvPr>
                <p14:cNvContentPartPr/>
                <p14:nvPr/>
              </p14:nvContentPartPr>
              <p14:xfrm>
                <a:off x="10135262" y="3760123"/>
                <a:ext cx="63000" cy="7920"/>
              </p14:xfrm>
            </p:contentPart>
          </mc:Choice>
          <mc:Fallback>
            <p:pic>
              <p:nvPicPr>
                <p:cNvPr id="551" name="Ink 550">
                  <a:extLst>
                    <a:ext uri="{FF2B5EF4-FFF2-40B4-BE49-F238E27FC236}">
                      <a16:creationId xmlns:a16="http://schemas.microsoft.com/office/drawing/2014/main" id="{EEF6D0B9-0307-906B-7CB7-53D22907E8FB}"/>
                    </a:ext>
                  </a:extLst>
                </p:cNvPr>
                <p:cNvPicPr/>
                <p:nvPr/>
              </p:nvPicPr>
              <p:blipFill>
                <a:blip r:embed="rId860"/>
                <a:stretch>
                  <a:fillRect/>
                </a:stretch>
              </p:blipFill>
              <p:spPr>
                <a:xfrm>
                  <a:off x="10126262" y="3751483"/>
                  <a:ext cx="806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1">
              <p14:nvContentPartPr>
                <p14:cNvPr id="552" name="Ink 551">
                  <a:extLst>
                    <a:ext uri="{FF2B5EF4-FFF2-40B4-BE49-F238E27FC236}">
                      <a16:creationId xmlns:a16="http://schemas.microsoft.com/office/drawing/2014/main" id="{7C2E5904-B49C-12DF-1E18-5D6352DE233D}"/>
                    </a:ext>
                  </a:extLst>
                </p14:cNvPr>
                <p14:cNvContentPartPr/>
                <p14:nvPr/>
              </p14:nvContentPartPr>
              <p14:xfrm>
                <a:off x="10354862" y="3778123"/>
                <a:ext cx="50760" cy="10800"/>
              </p14:xfrm>
            </p:contentPart>
          </mc:Choice>
          <mc:Fallback>
            <p:pic>
              <p:nvPicPr>
                <p:cNvPr id="552" name="Ink 551">
                  <a:extLst>
                    <a:ext uri="{FF2B5EF4-FFF2-40B4-BE49-F238E27FC236}">
                      <a16:creationId xmlns:a16="http://schemas.microsoft.com/office/drawing/2014/main" id="{7C2E5904-B49C-12DF-1E18-5D6352DE233D}"/>
                    </a:ext>
                  </a:extLst>
                </p:cNvPr>
                <p:cNvPicPr/>
                <p:nvPr/>
              </p:nvPicPr>
              <p:blipFill>
                <a:blip r:embed="rId862"/>
                <a:stretch>
                  <a:fillRect/>
                </a:stretch>
              </p:blipFill>
              <p:spPr>
                <a:xfrm>
                  <a:off x="10345862" y="3769483"/>
                  <a:ext cx="68400" cy="2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7" name="Group 556">
            <a:extLst>
              <a:ext uri="{FF2B5EF4-FFF2-40B4-BE49-F238E27FC236}">
                <a16:creationId xmlns:a16="http://schemas.microsoft.com/office/drawing/2014/main" id="{64819891-EE7C-BFAC-263B-A68A13A82A7D}"/>
              </a:ext>
            </a:extLst>
          </p:cNvPr>
          <p:cNvGrpSpPr/>
          <p:nvPr/>
        </p:nvGrpSpPr>
        <p:grpSpPr>
          <a:xfrm>
            <a:off x="9964982" y="2083963"/>
            <a:ext cx="251640" cy="25560"/>
            <a:chOff x="9964982" y="2083963"/>
            <a:chExt cx="251640" cy="25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3">
              <p14:nvContentPartPr>
                <p14:cNvPr id="553" name="Ink 552">
                  <a:extLst>
                    <a:ext uri="{FF2B5EF4-FFF2-40B4-BE49-F238E27FC236}">
                      <a16:creationId xmlns:a16="http://schemas.microsoft.com/office/drawing/2014/main" id="{390A5477-CFC9-66E1-F491-983A698920A4}"/>
                    </a:ext>
                  </a:extLst>
                </p14:cNvPr>
                <p14:cNvContentPartPr/>
                <p14:nvPr/>
              </p14:nvContentPartPr>
              <p14:xfrm>
                <a:off x="9964982" y="2083963"/>
                <a:ext cx="73440" cy="13680"/>
              </p14:xfrm>
            </p:contentPart>
          </mc:Choice>
          <mc:Fallback>
            <p:pic>
              <p:nvPicPr>
                <p:cNvPr id="553" name="Ink 552">
                  <a:extLst>
                    <a:ext uri="{FF2B5EF4-FFF2-40B4-BE49-F238E27FC236}">
                      <a16:creationId xmlns:a16="http://schemas.microsoft.com/office/drawing/2014/main" id="{390A5477-CFC9-66E1-F491-983A698920A4}"/>
                    </a:ext>
                  </a:extLst>
                </p:cNvPr>
                <p:cNvPicPr/>
                <p:nvPr/>
              </p:nvPicPr>
              <p:blipFill>
                <a:blip r:embed="rId864"/>
                <a:stretch>
                  <a:fillRect/>
                </a:stretch>
              </p:blipFill>
              <p:spPr>
                <a:xfrm>
                  <a:off x="9955982" y="2074963"/>
                  <a:ext cx="9108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5">
              <p14:nvContentPartPr>
                <p14:cNvPr id="554" name="Ink 553">
                  <a:extLst>
                    <a:ext uri="{FF2B5EF4-FFF2-40B4-BE49-F238E27FC236}">
                      <a16:creationId xmlns:a16="http://schemas.microsoft.com/office/drawing/2014/main" id="{63CDC352-3F30-7BC6-02FC-658159E6F1FF}"/>
                    </a:ext>
                  </a:extLst>
                </p14:cNvPr>
                <p14:cNvContentPartPr/>
                <p14:nvPr/>
              </p14:nvContentPartPr>
              <p14:xfrm>
                <a:off x="10151102" y="2094763"/>
                <a:ext cx="65520" cy="14760"/>
              </p14:xfrm>
            </p:contentPart>
          </mc:Choice>
          <mc:Fallback>
            <p:pic>
              <p:nvPicPr>
                <p:cNvPr id="554" name="Ink 553">
                  <a:extLst>
                    <a:ext uri="{FF2B5EF4-FFF2-40B4-BE49-F238E27FC236}">
                      <a16:creationId xmlns:a16="http://schemas.microsoft.com/office/drawing/2014/main" id="{63CDC352-3F30-7BC6-02FC-658159E6F1FF}"/>
                    </a:ext>
                  </a:extLst>
                </p:cNvPr>
                <p:cNvPicPr/>
                <p:nvPr/>
              </p:nvPicPr>
              <p:blipFill>
                <a:blip r:embed="rId866"/>
                <a:stretch>
                  <a:fillRect/>
                </a:stretch>
              </p:blipFill>
              <p:spPr>
                <a:xfrm>
                  <a:off x="10142102" y="2085763"/>
                  <a:ext cx="83160" cy="32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67">
            <p14:nvContentPartPr>
              <p14:cNvPr id="555" name="Ink 554">
                <a:extLst>
                  <a:ext uri="{FF2B5EF4-FFF2-40B4-BE49-F238E27FC236}">
                    <a16:creationId xmlns:a16="http://schemas.microsoft.com/office/drawing/2014/main" id="{DCA6DC4B-C20A-05EB-B9AF-644027F66786}"/>
                  </a:ext>
                </a:extLst>
              </p14:cNvPr>
              <p14:cNvContentPartPr/>
              <p14:nvPr/>
            </p14:nvContentPartPr>
            <p14:xfrm>
              <a:off x="9874262" y="1528123"/>
              <a:ext cx="64440" cy="17280"/>
            </p14:xfrm>
          </p:contentPart>
        </mc:Choice>
        <mc:Fallback>
          <p:pic>
            <p:nvPicPr>
              <p:cNvPr id="555" name="Ink 554">
                <a:extLst>
                  <a:ext uri="{FF2B5EF4-FFF2-40B4-BE49-F238E27FC236}">
                    <a16:creationId xmlns:a16="http://schemas.microsoft.com/office/drawing/2014/main" id="{DCA6DC4B-C20A-05EB-B9AF-644027F66786}"/>
                  </a:ext>
                </a:extLst>
              </p:cNvPr>
              <p:cNvPicPr/>
              <p:nvPr/>
            </p:nvPicPr>
            <p:blipFill>
              <a:blip r:embed="rId868"/>
              <a:stretch>
                <a:fillRect/>
              </a:stretch>
            </p:blipFill>
            <p:spPr>
              <a:xfrm>
                <a:off x="9865262" y="1519123"/>
                <a:ext cx="82080" cy="3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9">
            <p14:nvContentPartPr>
              <p14:cNvPr id="556" name="Ink 555">
                <a:extLst>
                  <a:ext uri="{FF2B5EF4-FFF2-40B4-BE49-F238E27FC236}">
                    <a16:creationId xmlns:a16="http://schemas.microsoft.com/office/drawing/2014/main" id="{090287F7-040E-372B-FC0D-7D489C375810}"/>
                  </a:ext>
                </a:extLst>
              </p14:cNvPr>
              <p14:cNvContentPartPr/>
              <p14:nvPr/>
            </p14:nvContentPartPr>
            <p14:xfrm>
              <a:off x="10120502" y="1515523"/>
              <a:ext cx="61200" cy="9720"/>
            </p14:xfrm>
          </p:contentPart>
        </mc:Choice>
        <mc:Fallback>
          <p:pic>
            <p:nvPicPr>
              <p:cNvPr id="556" name="Ink 555">
                <a:extLst>
                  <a:ext uri="{FF2B5EF4-FFF2-40B4-BE49-F238E27FC236}">
                    <a16:creationId xmlns:a16="http://schemas.microsoft.com/office/drawing/2014/main" id="{090287F7-040E-372B-FC0D-7D489C375810}"/>
                  </a:ext>
                </a:extLst>
              </p:cNvPr>
              <p:cNvPicPr/>
              <p:nvPr/>
            </p:nvPicPr>
            <p:blipFill>
              <a:blip r:embed="rId870"/>
              <a:stretch>
                <a:fillRect/>
              </a:stretch>
            </p:blipFill>
            <p:spPr>
              <a:xfrm>
                <a:off x="10111502" y="1506523"/>
                <a:ext cx="78840" cy="27360"/>
              </a:xfrm>
              <a:prstGeom prst="rect">
                <a:avLst/>
              </a:prstGeom>
            </p:spPr>
          </p:pic>
        </mc:Fallback>
      </mc:AlternateContent>
      <p:grpSp>
        <p:nvGrpSpPr>
          <p:cNvPr id="567" name="Group 566">
            <a:extLst>
              <a:ext uri="{FF2B5EF4-FFF2-40B4-BE49-F238E27FC236}">
                <a16:creationId xmlns:a16="http://schemas.microsoft.com/office/drawing/2014/main" id="{F57D1AAF-0B6D-098F-8483-DF2CFA6E1709}"/>
              </a:ext>
            </a:extLst>
          </p:cNvPr>
          <p:cNvGrpSpPr/>
          <p:nvPr/>
        </p:nvGrpSpPr>
        <p:grpSpPr>
          <a:xfrm>
            <a:off x="10848782" y="3148123"/>
            <a:ext cx="444600" cy="284400"/>
            <a:chOff x="10848782" y="3148123"/>
            <a:chExt cx="444600" cy="284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71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AEB16A8B-2EBF-7175-DDCB-F70B9002BCE2}"/>
                    </a:ext>
                  </a:extLst>
                </p14:cNvPr>
                <p14:cNvContentPartPr/>
                <p14:nvPr/>
              </p14:nvContentPartPr>
              <p14:xfrm>
                <a:off x="10849502" y="3162163"/>
                <a:ext cx="235800" cy="19836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AEB16A8B-2EBF-7175-DDCB-F70B9002BCE2}"/>
                    </a:ext>
                  </a:extLst>
                </p:cNvPr>
                <p:cNvPicPr/>
                <p:nvPr/>
              </p:nvPicPr>
              <p:blipFill>
                <a:blip r:embed="rId872"/>
                <a:stretch>
                  <a:fillRect/>
                </a:stretch>
              </p:blipFill>
              <p:spPr>
                <a:xfrm>
                  <a:off x="10840862" y="3153163"/>
                  <a:ext cx="25344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3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C3B827DC-B221-DC74-AD10-29489A4DF782}"/>
                    </a:ext>
                  </a:extLst>
                </p14:cNvPr>
                <p14:cNvContentPartPr/>
                <p14:nvPr/>
              </p14:nvContentPartPr>
              <p14:xfrm>
                <a:off x="11170262" y="3323803"/>
                <a:ext cx="123120" cy="10872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C3B827DC-B221-DC74-AD10-29489A4DF782}"/>
                    </a:ext>
                  </a:extLst>
                </p:cNvPr>
                <p:cNvPicPr/>
                <p:nvPr/>
              </p:nvPicPr>
              <p:blipFill>
                <a:blip r:embed="rId874"/>
                <a:stretch>
                  <a:fillRect/>
                </a:stretch>
              </p:blipFill>
              <p:spPr>
                <a:xfrm>
                  <a:off x="11161622" y="3314803"/>
                  <a:ext cx="14076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5">
              <p14:nvContentPartPr>
                <p14:cNvPr id="559" name="Ink 558">
                  <a:extLst>
                    <a:ext uri="{FF2B5EF4-FFF2-40B4-BE49-F238E27FC236}">
                      <a16:creationId xmlns:a16="http://schemas.microsoft.com/office/drawing/2014/main" id="{99EB01E5-25DD-63C4-8651-EEF77F856F75}"/>
                    </a:ext>
                  </a:extLst>
                </p14:cNvPr>
                <p14:cNvContentPartPr/>
                <p14:nvPr/>
              </p14:nvContentPartPr>
              <p14:xfrm>
                <a:off x="10873982" y="3153163"/>
                <a:ext cx="30600" cy="5400"/>
              </p14:xfrm>
            </p:contentPart>
          </mc:Choice>
          <mc:Fallback>
            <p:pic>
              <p:nvPicPr>
                <p:cNvPr id="559" name="Ink 558">
                  <a:extLst>
                    <a:ext uri="{FF2B5EF4-FFF2-40B4-BE49-F238E27FC236}">
                      <a16:creationId xmlns:a16="http://schemas.microsoft.com/office/drawing/2014/main" id="{99EB01E5-25DD-63C4-8651-EEF77F856F75}"/>
                    </a:ext>
                  </a:extLst>
                </p:cNvPr>
                <p:cNvPicPr/>
                <p:nvPr/>
              </p:nvPicPr>
              <p:blipFill>
                <a:blip r:embed="rId876"/>
                <a:stretch>
                  <a:fillRect/>
                </a:stretch>
              </p:blipFill>
              <p:spPr>
                <a:xfrm>
                  <a:off x="10864982" y="3144163"/>
                  <a:ext cx="4824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7">
              <p14:nvContentPartPr>
                <p14:cNvPr id="560" name="Ink 559">
                  <a:extLst>
                    <a:ext uri="{FF2B5EF4-FFF2-40B4-BE49-F238E27FC236}">
                      <a16:creationId xmlns:a16="http://schemas.microsoft.com/office/drawing/2014/main" id="{21BC5F31-3168-3650-955C-2CC9ABA690F8}"/>
                    </a:ext>
                  </a:extLst>
                </p14:cNvPr>
                <p14:cNvContentPartPr/>
                <p14:nvPr/>
              </p14:nvContentPartPr>
              <p14:xfrm>
                <a:off x="11052182" y="3148123"/>
                <a:ext cx="56160" cy="18360"/>
              </p14:xfrm>
            </p:contentPart>
          </mc:Choice>
          <mc:Fallback>
            <p:pic>
              <p:nvPicPr>
                <p:cNvPr id="560" name="Ink 559">
                  <a:extLst>
                    <a:ext uri="{FF2B5EF4-FFF2-40B4-BE49-F238E27FC236}">
                      <a16:creationId xmlns:a16="http://schemas.microsoft.com/office/drawing/2014/main" id="{21BC5F31-3168-3650-955C-2CC9ABA690F8}"/>
                    </a:ext>
                  </a:extLst>
                </p:cNvPr>
                <p:cNvPicPr/>
                <p:nvPr/>
              </p:nvPicPr>
              <p:blipFill>
                <a:blip r:embed="rId878"/>
                <a:stretch>
                  <a:fillRect/>
                </a:stretch>
              </p:blipFill>
              <p:spPr>
                <a:xfrm>
                  <a:off x="11043542" y="3139483"/>
                  <a:ext cx="738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9">
              <p14:nvContentPartPr>
                <p14:cNvPr id="562" name="Ink 561">
                  <a:extLst>
                    <a:ext uri="{FF2B5EF4-FFF2-40B4-BE49-F238E27FC236}">
                      <a16:creationId xmlns:a16="http://schemas.microsoft.com/office/drawing/2014/main" id="{A5EE72B1-F9D6-F597-C70C-9B3D349B1B8C}"/>
                    </a:ext>
                  </a:extLst>
                </p14:cNvPr>
                <p14:cNvContentPartPr/>
                <p14:nvPr/>
              </p14:nvContentPartPr>
              <p14:xfrm>
                <a:off x="10848782" y="3161083"/>
                <a:ext cx="57240" cy="14040"/>
              </p14:xfrm>
            </p:contentPart>
          </mc:Choice>
          <mc:Fallback>
            <p:pic>
              <p:nvPicPr>
                <p:cNvPr id="562" name="Ink 561">
                  <a:extLst>
                    <a:ext uri="{FF2B5EF4-FFF2-40B4-BE49-F238E27FC236}">
                      <a16:creationId xmlns:a16="http://schemas.microsoft.com/office/drawing/2014/main" id="{A5EE72B1-F9D6-F597-C70C-9B3D349B1B8C}"/>
                    </a:ext>
                  </a:extLst>
                </p:cNvPr>
                <p:cNvPicPr/>
                <p:nvPr/>
              </p:nvPicPr>
              <p:blipFill>
                <a:blip r:embed="rId880"/>
                <a:stretch>
                  <a:fillRect/>
                </a:stretch>
              </p:blipFill>
              <p:spPr>
                <a:xfrm>
                  <a:off x="10839782" y="3152083"/>
                  <a:ext cx="74880" cy="31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81">
            <p14:nvContentPartPr>
              <p14:cNvPr id="568" name="Ink 567">
                <a:extLst>
                  <a:ext uri="{FF2B5EF4-FFF2-40B4-BE49-F238E27FC236}">
                    <a16:creationId xmlns:a16="http://schemas.microsoft.com/office/drawing/2014/main" id="{4963942C-409A-692E-57D6-7EF085045926}"/>
                  </a:ext>
                </a:extLst>
              </p14:cNvPr>
              <p14:cNvContentPartPr/>
              <p14:nvPr/>
            </p14:nvContentPartPr>
            <p14:xfrm>
              <a:off x="11193662" y="2991883"/>
              <a:ext cx="33120" cy="131040"/>
            </p14:xfrm>
          </p:contentPart>
        </mc:Choice>
        <mc:Fallback>
          <p:pic>
            <p:nvPicPr>
              <p:cNvPr id="568" name="Ink 567">
                <a:extLst>
                  <a:ext uri="{FF2B5EF4-FFF2-40B4-BE49-F238E27FC236}">
                    <a16:creationId xmlns:a16="http://schemas.microsoft.com/office/drawing/2014/main" id="{4963942C-409A-692E-57D6-7EF085045926}"/>
                  </a:ext>
                </a:extLst>
              </p:cNvPr>
              <p:cNvPicPr/>
              <p:nvPr/>
            </p:nvPicPr>
            <p:blipFill>
              <a:blip r:embed="rId882"/>
              <a:stretch>
                <a:fillRect/>
              </a:stretch>
            </p:blipFill>
            <p:spPr>
              <a:xfrm>
                <a:off x="11185022" y="2983243"/>
                <a:ext cx="50760" cy="14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3">
            <p14:nvContentPartPr>
              <p14:cNvPr id="569" name="Ink 568">
                <a:extLst>
                  <a:ext uri="{FF2B5EF4-FFF2-40B4-BE49-F238E27FC236}">
                    <a16:creationId xmlns:a16="http://schemas.microsoft.com/office/drawing/2014/main" id="{2510241B-7180-7377-50BE-0882D86A2EA2}"/>
                  </a:ext>
                </a:extLst>
              </p14:cNvPr>
              <p14:cNvContentPartPr/>
              <p14:nvPr/>
            </p14:nvContentPartPr>
            <p14:xfrm>
              <a:off x="10492742" y="3626923"/>
              <a:ext cx="40680" cy="138240"/>
            </p14:xfrm>
          </p:contentPart>
        </mc:Choice>
        <mc:Fallback>
          <p:pic>
            <p:nvPicPr>
              <p:cNvPr id="569" name="Ink 568">
                <a:extLst>
                  <a:ext uri="{FF2B5EF4-FFF2-40B4-BE49-F238E27FC236}">
                    <a16:creationId xmlns:a16="http://schemas.microsoft.com/office/drawing/2014/main" id="{2510241B-7180-7377-50BE-0882D86A2EA2}"/>
                  </a:ext>
                </a:extLst>
              </p:cNvPr>
              <p:cNvPicPr/>
              <p:nvPr/>
            </p:nvPicPr>
            <p:blipFill>
              <a:blip r:embed="rId884"/>
              <a:stretch>
                <a:fillRect/>
              </a:stretch>
            </p:blipFill>
            <p:spPr>
              <a:xfrm>
                <a:off x="10484102" y="3618283"/>
                <a:ext cx="58320" cy="155880"/>
              </a:xfrm>
              <a:prstGeom prst="rect">
                <a:avLst/>
              </a:prstGeom>
            </p:spPr>
          </p:pic>
        </mc:Fallback>
      </mc:AlternateContent>
      <p:grpSp>
        <p:nvGrpSpPr>
          <p:cNvPr id="571" name="Group 570">
            <a:extLst>
              <a:ext uri="{FF2B5EF4-FFF2-40B4-BE49-F238E27FC236}">
                <a16:creationId xmlns:a16="http://schemas.microsoft.com/office/drawing/2014/main" id="{4DDC41D9-288B-2F77-DE4F-3BF6928544AD}"/>
              </a:ext>
            </a:extLst>
          </p:cNvPr>
          <p:cNvGrpSpPr/>
          <p:nvPr/>
        </p:nvGrpSpPr>
        <p:grpSpPr>
          <a:xfrm>
            <a:off x="4791422" y="1123483"/>
            <a:ext cx="320760" cy="145080"/>
            <a:chOff x="4791422" y="1123483"/>
            <a:chExt cx="320760" cy="14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8C21B7A-76C9-A8DF-9E3D-8126417FC8E1}"/>
                    </a:ext>
                  </a:extLst>
                </p14:cNvPr>
                <p14:cNvContentPartPr/>
                <p14:nvPr/>
              </p14:nvContentPartPr>
              <p14:xfrm>
                <a:off x="4831742" y="1166323"/>
                <a:ext cx="45000" cy="1022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8C21B7A-76C9-A8DF-9E3D-8126417FC8E1}"/>
                    </a:ext>
                  </a:extLst>
                </p:cNvPr>
                <p:cNvPicPr/>
                <p:nvPr/>
              </p:nvPicPr>
              <p:blipFill>
                <a:blip r:embed="rId886"/>
                <a:stretch>
                  <a:fillRect/>
                </a:stretch>
              </p:blipFill>
              <p:spPr>
                <a:xfrm>
                  <a:off x="4822742" y="1157323"/>
                  <a:ext cx="6264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21EEF73-C1A3-E346-C8E3-B34D98B41977}"/>
                    </a:ext>
                  </a:extLst>
                </p14:cNvPr>
                <p14:cNvContentPartPr/>
                <p14:nvPr/>
              </p14:nvContentPartPr>
              <p14:xfrm>
                <a:off x="4919582" y="1123483"/>
                <a:ext cx="53280" cy="1148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21EEF73-C1A3-E346-C8E3-B34D98B41977}"/>
                    </a:ext>
                  </a:extLst>
                </p:cNvPr>
                <p:cNvPicPr/>
                <p:nvPr/>
              </p:nvPicPr>
              <p:blipFill>
                <a:blip r:embed="rId888"/>
                <a:stretch>
                  <a:fillRect/>
                </a:stretch>
              </p:blipFill>
              <p:spPr>
                <a:xfrm>
                  <a:off x="4910942" y="1114483"/>
                  <a:ext cx="7092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97CA4BB-7E70-4D12-EDF7-09D6CBDAA9CD}"/>
                    </a:ext>
                  </a:extLst>
                </p14:cNvPr>
                <p14:cNvContentPartPr/>
                <p14:nvPr/>
              </p14:nvContentPartPr>
              <p14:xfrm>
                <a:off x="4971062" y="1184323"/>
                <a:ext cx="141120" cy="626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97CA4BB-7E70-4D12-EDF7-09D6CBDAA9CD}"/>
                    </a:ext>
                  </a:extLst>
                </p:cNvPr>
                <p:cNvPicPr/>
                <p:nvPr/>
              </p:nvPicPr>
              <p:blipFill>
                <a:blip r:embed="rId890"/>
                <a:stretch>
                  <a:fillRect/>
                </a:stretch>
              </p:blipFill>
              <p:spPr>
                <a:xfrm>
                  <a:off x="4962422" y="1175683"/>
                  <a:ext cx="15876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1">
              <p14:nvContentPartPr>
                <p14:cNvPr id="570" name="Ink 569">
                  <a:extLst>
                    <a:ext uri="{FF2B5EF4-FFF2-40B4-BE49-F238E27FC236}">
                      <a16:creationId xmlns:a16="http://schemas.microsoft.com/office/drawing/2014/main" id="{47337A05-5511-7ADE-88EE-FFE17C8B02DE}"/>
                    </a:ext>
                  </a:extLst>
                </p14:cNvPr>
                <p14:cNvContentPartPr/>
                <p14:nvPr/>
              </p14:nvContentPartPr>
              <p14:xfrm>
                <a:off x="4791422" y="1151563"/>
                <a:ext cx="22680" cy="36360"/>
              </p14:xfrm>
            </p:contentPart>
          </mc:Choice>
          <mc:Fallback>
            <p:pic>
              <p:nvPicPr>
                <p:cNvPr id="570" name="Ink 569">
                  <a:extLst>
                    <a:ext uri="{FF2B5EF4-FFF2-40B4-BE49-F238E27FC236}">
                      <a16:creationId xmlns:a16="http://schemas.microsoft.com/office/drawing/2014/main" id="{47337A05-5511-7ADE-88EE-FFE17C8B02DE}"/>
                    </a:ext>
                  </a:extLst>
                </p:cNvPr>
                <p:cNvPicPr/>
                <p:nvPr/>
              </p:nvPicPr>
              <p:blipFill>
                <a:blip r:embed="rId892"/>
                <a:stretch>
                  <a:fillRect/>
                </a:stretch>
              </p:blipFill>
              <p:spPr>
                <a:xfrm>
                  <a:off x="4782422" y="1142923"/>
                  <a:ext cx="40320" cy="5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6" name="Group 585">
            <a:extLst>
              <a:ext uri="{FF2B5EF4-FFF2-40B4-BE49-F238E27FC236}">
                <a16:creationId xmlns:a16="http://schemas.microsoft.com/office/drawing/2014/main" id="{871A8ED9-533C-EC90-8553-BA3A8E1FBDD5}"/>
              </a:ext>
            </a:extLst>
          </p:cNvPr>
          <p:cNvGrpSpPr/>
          <p:nvPr/>
        </p:nvGrpSpPr>
        <p:grpSpPr>
          <a:xfrm>
            <a:off x="7677182" y="4010683"/>
            <a:ext cx="1749960" cy="311040"/>
            <a:chOff x="7677182" y="4010683"/>
            <a:chExt cx="1749960" cy="31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93">
              <p14:nvContentPartPr>
                <p14:cNvPr id="572" name="Ink 571">
                  <a:extLst>
                    <a:ext uri="{FF2B5EF4-FFF2-40B4-BE49-F238E27FC236}">
                      <a16:creationId xmlns:a16="http://schemas.microsoft.com/office/drawing/2014/main" id="{3CB3A39B-AE26-86CB-8520-FED906F6F86A}"/>
                    </a:ext>
                  </a:extLst>
                </p14:cNvPr>
                <p14:cNvContentPartPr/>
                <p14:nvPr/>
              </p14:nvContentPartPr>
              <p14:xfrm>
                <a:off x="7677182" y="4115083"/>
                <a:ext cx="110520" cy="101160"/>
              </p14:xfrm>
            </p:contentPart>
          </mc:Choice>
          <mc:Fallback>
            <p:pic>
              <p:nvPicPr>
                <p:cNvPr id="572" name="Ink 571">
                  <a:extLst>
                    <a:ext uri="{FF2B5EF4-FFF2-40B4-BE49-F238E27FC236}">
                      <a16:creationId xmlns:a16="http://schemas.microsoft.com/office/drawing/2014/main" id="{3CB3A39B-AE26-86CB-8520-FED906F6F86A}"/>
                    </a:ext>
                  </a:extLst>
                </p:cNvPr>
                <p:cNvPicPr/>
                <p:nvPr/>
              </p:nvPicPr>
              <p:blipFill>
                <a:blip r:embed="rId894"/>
                <a:stretch>
                  <a:fillRect/>
                </a:stretch>
              </p:blipFill>
              <p:spPr>
                <a:xfrm>
                  <a:off x="7668182" y="4106443"/>
                  <a:ext cx="12816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5">
              <p14:nvContentPartPr>
                <p14:cNvPr id="573" name="Ink 572">
                  <a:extLst>
                    <a:ext uri="{FF2B5EF4-FFF2-40B4-BE49-F238E27FC236}">
                      <a16:creationId xmlns:a16="http://schemas.microsoft.com/office/drawing/2014/main" id="{9D647699-E4DE-C5AB-5105-5358A716F7F3}"/>
                    </a:ext>
                  </a:extLst>
                </p14:cNvPr>
                <p14:cNvContentPartPr/>
                <p14:nvPr/>
              </p14:nvContentPartPr>
              <p14:xfrm>
                <a:off x="7859702" y="4144963"/>
                <a:ext cx="91440" cy="75960"/>
              </p14:xfrm>
            </p:contentPart>
          </mc:Choice>
          <mc:Fallback>
            <p:pic>
              <p:nvPicPr>
                <p:cNvPr id="573" name="Ink 572">
                  <a:extLst>
                    <a:ext uri="{FF2B5EF4-FFF2-40B4-BE49-F238E27FC236}">
                      <a16:creationId xmlns:a16="http://schemas.microsoft.com/office/drawing/2014/main" id="{9D647699-E4DE-C5AB-5105-5358A716F7F3}"/>
                    </a:ext>
                  </a:extLst>
                </p:cNvPr>
                <p:cNvPicPr/>
                <p:nvPr/>
              </p:nvPicPr>
              <p:blipFill>
                <a:blip r:embed="rId896"/>
                <a:stretch>
                  <a:fillRect/>
                </a:stretch>
              </p:blipFill>
              <p:spPr>
                <a:xfrm>
                  <a:off x="7851062" y="4136323"/>
                  <a:ext cx="10908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7">
              <p14:nvContentPartPr>
                <p14:cNvPr id="574" name="Ink 573">
                  <a:extLst>
                    <a:ext uri="{FF2B5EF4-FFF2-40B4-BE49-F238E27FC236}">
                      <a16:creationId xmlns:a16="http://schemas.microsoft.com/office/drawing/2014/main" id="{B5B2A032-74D0-E7CC-FED4-CDF1A1618951}"/>
                    </a:ext>
                  </a:extLst>
                </p14:cNvPr>
                <p14:cNvContentPartPr/>
                <p14:nvPr/>
              </p14:nvContentPartPr>
              <p14:xfrm>
                <a:off x="8035742" y="4152883"/>
                <a:ext cx="177480" cy="64800"/>
              </p14:xfrm>
            </p:contentPart>
          </mc:Choice>
          <mc:Fallback>
            <p:pic>
              <p:nvPicPr>
                <p:cNvPr id="574" name="Ink 573">
                  <a:extLst>
                    <a:ext uri="{FF2B5EF4-FFF2-40B4-BE49-F238E27FC236}">
                      <a16:creationId xmlns:a16="http://schemas.microsoft.com/office/drawing/2014/main" id="{B5B2A032-74D0-E7CC-FED4-CDF1A1618951}"/>
                    </a:ext>
                  </a:extLst>
                </p:cNvPr>
                <p:cNvPicPr/>
                <p:nvPr/>
              </p:nvPicPr>
              <p:blipFill>
                <a:blip r:embed="rId898"/>
                <a:stretch>
                  <a:fillRect/>
                </a:stretch>
              </p:blipFill>
              <p:spPr>
                <a:xfrm>
                  <a:off x="8027102" y="4143883"/>
                  <a:ext cx="1951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9">
              <p14:nvContentPartPr>
                <p14:cNvPr id="575" name="Ink 574">
                  <a:extLst>
                    <a:ext uri="{FF2B5EF4-FFF2-40B4-BE49-F238E27FC236}">
                      <a16:creationId xmlns:a16="http://schemas.microsoft.com/office/drawing/2014/main" id="{90978BE9-248E-5BE9-D794-DDA2A9895575}"/>
                    </a:ext>
                  </a:extLst>
                </p14:cNvPr>
                <p14:cNvContentPartPr/>
                <p14:nvPr/>
              </p14:nvContentPartPr>
              <p14:xfrm>
                <a:off x="8252102" y="4143883"/>
                <a:ext cx="130680" cy="177840"/>
              </p14:xfrm>
            </p:contentPart>
          </mc:Choice>
          <mc:Fallback>
            <p:pic>
              <p:nvPicPr>
                <p:cNvPr id="575" name="Ink 574">
                  <a:extLst>
                    <a:ext uri="{FF2B5EF4-FFF2-40B4-BE49-F238E27FC236}">
                      <a16:creationId xmlns:a16="http://schemas.microsoft.com/office/drawing/2014/main" id="{90978BE9-248E-5BE9-D794-DDA2A9895575}"/>
                    </a:ext>
                  </a:extLst>
                </p:cNvPr>
                <p:cNvPicPr/>
                <p:nvPr/>
              </p:nvPicPr>
              <p:blipFill>
                <a:blip r:embed="rId900"/>
                <a:stretch>
                  <a:fillRect/>
                </a:stretch>
              </p:blipFill>
              <p:spPr>
                <a:xfrm>
                  <a:off x="8243462" y="4135243"/>
                  <a:ext cx="14832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1">
              <p14:nvContentPartPr>
                <p14:cNvPr id="576" name="Ink 575">
                  <a:extLst>
                    <a:ext uri="{FF2B5EF4-FFF2-40B4-BE49-F238E27FC236}">
                      <a16:creationId xmlns:a16="http://schemas.microsoft.com/office/drawing/2014/main" id="{2EDB36F0-A38A-B9BF-F239-8CAC1A5072F3}"/>
                    </a:ext>
                  </a:extLst>
                </p14:cNvPr>
                <p14:cNvContentPartPr/>
                <p14:nvPr/>
              </p14:nvContentPartPr>
              <p14:xfrm>
                <a:off x="8431742" y="4148563"/>
                <a:ext cx="92880" cy="64080"/>
              </p14:xfrm>
            </p:contentPart>
          </mc:Choice>
          <mc:Fallback>
            <p:pic>
              <p:nvPicPr>
                <p:cNvPr id="576" name="Ink 575">
                  <a:extLst>
                    <a:ext uri="{FF2B5EF4-FFF2-40B4-BE49-F238E27FC236}">
                      <a16:creationId xmlns:a16="http://schemas.microsoft.com/office/drawing/2014/main" id="{2EDB36F0-A38A-B9BF-F239-8CAC1A5072F3}"/>
                    </a:ext>
                  </a:extLst>
                </p:cNvPr>
                <p:cNvPicPr/>
                <p:nvPr/>
              </p:nvPicPr>
              <p:blipFill>
                <a:blip r:embed="rId902"/>
                <a:stretch>
                  <a:fillRect/>
                </a:stretch>
              </p:blipFill>
              <p:spPr>
                <a:xfrm>
                  <a:off x="8422742" y="4139563"/>
                  <a:ext cx="11052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3">
              <p14:nvContentPartPr>
                <p14:cNvPr id="577" name="Ink 576">
                  <a:extLst>
                    <a:ext uri="{FF2B5EF4-FFF2-40B4-BE49-F238E27FC236}">
                      <a16:creationId xmlns:a16="http://schemas.microsoft.com/office/drawing/2014/main" id="{E2A1BAFD-1E1C-570C-538A-18DD31191F4A}"/>
                    </a:ext>
                  </a:extLst>
                </p14:cNvPr>
                <p14:cNvContentPartPr/>
                <p14:nvPr/>
              </p14:nvContentPartPr>
              <p14:xfrm>
                <a:off x="8576462" y="4010683"/>
                <a:ext cx="92160" cy="191520"/>
              </p14:xfrm>
            </p:contentPart>
          </mc:Choice>
          <mc:Fallback>
            <p:pic>
              <p:nvPicPr>
                <p:cNvPr id="577" name="Ink 576">
                  <a:extLst>
                    <a:ext uri="{FF2B5EF4-FFF2-40B4-BE49-F238E27FC236}">
                      <a16:creationId xmlns:a16="http://schemas.microsoft.com/office/drawing/2014/main" id="{E2A1BAFD-1E1C-570C-538A-18DD31191F4A}"/>
                    </a:ext>
                  </a:extLst>
                </p:cNvPr>
                <p:cNvPicPr/>
                <p:nvPr/>
              </p:nvPicPr>
              <p:blipFill>
                <a:blip r:embed="rId904"/>
                <a:stretch>
                  <a:fillRect/>
                </a:stretch>
              </p:blipFill>
              <p:spPr>
                <a:xfrm>
                  <a:off x="8567462" y="4001683"/>
                  <a:ext cx="10980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5">
              <p14:nvContentPartPr>
                <p14:cNvPr id="578" name="Ink 577">
                  <a:extLst>
                    <a:ext uri="{FF2B5EF4-FFF2-40B4-BE49-F238E27FC236}">
                      <a16:creationId xmlns:a16="http://schemas.microsoft.com/office/drawing/2014/main" id="{E8C5E4CB-616D-3D77-24C3-A3F664AC5A68}"/>
                    </a:ext>
                  </a:extLst>
                </p14:cNvPr>
                <p14:cNvContentPartPr/>
                <p14:nvPr/>
              </p14:nvContentPartPr>
              <p14:xfrm>
                <a:off x="8529662" y="4128763"/>
                <a:ext cx="121680" cy="18720"/>
              </p14:xfrm>
            </p:contentPart>
          </mc:Choice>
          <mc:Fallback>
            <p:pic>
              <p:nvPicPr>
                <p:cNvPr id="578" name="Ink 577">
                  <a:extLst>
                    <a:ext uri="{FF2B5EF4-FFF2-40B4-BE49-F238E27FC236}">
                      <a16:creationId xmlns:a16="http://schemas.microsoft.com/office/drawing/2014/main" id="{E8C5E4CB-616D-3D77-24C3-A3F664AC5A68}"/>
                    </a:ext>
                  </a:extLst>
                </p:cNvPr>
                <p:cNvPicPr/>
                <p:nvPr/>
              </p:nvPicPr>
              <p:blipFill>
                <a:blip r:embed="rId906"/>
                <a:stretch>
                  <a:fillRect/>
                </a:stretch>
              </p:blipFill>
              <p:spPr>
                <a:xfrm>
                  <a:off x="8521022" y="4120123"/>
                  <a:ext cx="13932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7">
              <p14:nvContentPartPr>
                <p14:cNvPr id="579" name="Ink 578">
                  <a:extLst>
                    <a:ext uri="{FF2B5EF4-FFF2-40B4-BE49-F238E27FC236}">
                      <a16:creationId xmlns:a16="http://schemas.microsoft.com/office/drawing/2014/main" id="{40B45FDD-C24E-B3F1-4151-0FFB1BB99879}"/>
                    </a:ext>
                  </a:extLst>
                </p14:cNvPr>
                <p14:cNvContentPartPr/>
                <p14:nvPr/>
              </p14:nvContentPartPr>
              <p14:xfrm>
                <a:off x="8746742" y="4146403"/>
                <a:ext cx="103320" cy="84240"/>
              </p14:xfrm>
            </p:contentPart>
          </mc:Choice>
          <mc:Fallback>
            <p:pic>
              <p:nvPicPr>
                <p:cNvPr id="579" name="Ink 578">
                  <a:extLst>
                    <a:ext uri="{FF2B5EF4-FFF2-40B4-BE49-F238E27FC236}">
                      <a16:creationId xmlns:a16="http://schemas.microsoft.com/office/drawing/2014/main" id="{40B45FDD-C24E-B3F1-4151-0FFB1BB99879}"/>
                    </a:ext>
                  </a:extLst>
                </p:cNvPr>
                <p:cNvPicPr/>
                <p:nvPr/>
              </p:nvPicPr>
              <p:blipFill>
                <a:blip r:embed="rId908"/>
                <a:stretch>
                  <a:fillRect/>
                </a:stretch>
              </p:blipFill>
              <p:spPr>
                <a:xfrm>
                  <a:off x="8737742" y="4137763"/>
                  <a:ext cx="12096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9">
              <p14:nvContentPartPr>
                <p14:cNvPr id="580" name="Ink 579">
                  <a:extLst>
                    <a:ext uri="{FF2B5EF4-FFF2-40B4-BE49-F238E27FC236}">
                      <a16:creationId xmlns:a16="http://schemas.microsoft.com/office/drawing/2014/main" id="{CF5E5932-B098-B3E5-2E84-D434C8E0C72C}"/>
                    </a:ext>
                  </a:extLst>
                </p14:cNvPr>
                <p14:cNvContentPartPr/>
                <p14:nvPr/>
              </p14:nvContentPartPr>
              <p14:xfrm>
                <a:off x="8927462" y="4044523"/>
                <a:ext cx="53280" cy="147240"/>
              </p14:xfrm>
            </p:contentPart>
          </mc:Choice>
          <mc:Fallback>
            <p:pic>
              <p:nvPicPr>
                <p:cNvPr id="580" name="Ink 579">
                  <a:extLst>
                    <a:ext uri="{FF2B5EF4-FFF2-40B4-BE49-F238E27FC236}">
                      <a16:creationId xmlns:a16="http://schemas.microsoft.com/office/drawing/2014/main" id="{CF5E5932-B098-B3E5-2E84-D434C8E0C72C}"/>
                    </a:ext>
                  </a:extLst>
                </p:cNvPr>
                <p:cNvPicPr/>
                <p:nvPr/>
              </p:nvPicPr>
              <p:blipFill>
                <a:blip r:embed="rId910"/>
                <a:stretch>
                  <a:fillRect/>
                </a:stretch>
              </p:blipFill>
              <p:spPr>
                <a:xfrm>
                  <a:off x="8918822" y="4035883"/>
                  <a:ext cx="7092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1">
              <p14:nvContentPartPr>
                <p14:cNvPr id="581" name="Ink 580">
                  <a:extLst>
                    <a:ext uri="{FF2B5EF4-FFF2-40B4-BE49-F238E27FC236}">
                      <a16:creationId xmlns:a16="http://schemas.microsoft.com/office/drawing/2014/main" id="{0B33FC3E-215D-8CF1-2FEB-2690A2525702}"/>
                    </a:ext>
                  </a:extLst>
                </p14:cNvPr>
                <p14:cNvContentPartPr/>
                <p14:nvPr/>
              </p14:nvContentPartPr>
              <p14:xfrm>
                <a:off x="8894702" y="4142803"/>
                <a:ext cx="87840" cy="4320"/>
              </p14:xfrm>
            </p:contentPart>
          </mc:Choice>
          <mc:Fallback>
            <p:pic>
              <p:nvPicPr>
                <p:cNvPr id="581" name="Ink 580">
                  <a:extLst>
                    <a:ext uri="{FF2B5EF4-FFF2-40B4-BE49-F238E27FC236}">
                      <a16:creationId xmlns:a16="http://schemas.microsoft.com/office/drawing/2014/main" id="{0B33FC3E-215D-8CF1-2FEB-2690A2525702}"/>
                    </a:ext>
                  </a:extLst>
                </p:cNvPr>
                <p:cNvPicPr/>
                <p:nvPr/>
              </p:nvPicPr>
              <p:blipFill>
                <a:blip r:embed="rId912"/>
                <a:stretch>
                  <a:fillRect/>
                </a:stretch>
              </p:blipFill>
              <p:spPr>
                <a:xfrm>
                  <a:off x="8885702" y="4133803"/>
                  <a:ext cx="10548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3">
              <p14:nvContentPartPr>
                <p14:cNvPr id="582" name="Ink 581">
                  <a:extLst>
                    <a:ext uri="{FF2B5EF4-FFF2-40B4-BE49-F238E27FC236}">
                      <a16:creationId xmlns:a16="http://schemas.microsoft.com/office/drawing/2014/main" id="{29E17057-68C7-5253-A560-B9F046E46041}"/>
                    </a:ext>
                  </a:extLst>
                </p14:cNvPr>
                <p14:cNvContentPartPr/>
                <p14:nvPr/>
              </p14:nvContentPartPr>
              <p14:xfrm>
                <a:off x="9059222" y="4178083"/>
                <a:ext cx="16200" cy="38160"/>
              </p14:xfrm>
            </p:contentPart>
          </mc:Choice>
          <mc:Fallback>
            <p:pic>
              <p:nvPicPr>
                <p:cNvPr id="582" name="Ink 581">
                  <a:extLst>
                    <a:ext uri="{FF2B5EF4-FFF2-40B4-BE49-F238E27FC236}">
                      <a16:creationId xmlns:a16="http://schemas.microsoft.com/office/drawing/2014/main" id="{29E17057-68C7-5253-A560-B9F046E46041}"/>
                    </a:ext>
                  </a:extLst>
                </p:cNvPr>
                <p:cNvPicPr/>
                <p:nvPr/>
              </p:nvPicPr>
              <p:blipFill>
                <a:blip r:embed="rId914"/>
                <a:stretch>
                  <a:fillRect/>
                </a:stretch>
              </p:blipFill>
              <p:spPr>
                <a:xfrm>
                  <a:off x="9050582" y="4169083"/>
                  <a:ext cx="338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5">
              <p14:nvContentPartPr>
                <p14:cNvPr id="583" name="Ink 582">
                  <a:extLst>
                    <a:ext uri="{FF2B5EF4-FFF2-40B4-BE49-F238E27FC236}">
                      <a16:creationId xmlns:a16="http://schemas.microsoft.com/office/drawing/2014/main" id="{4F248EA7-3E16-4A62-24A2-DC3AFBEC6049}"/>
                    </a:ext>
                  </a:extLst>
                </p14:cNvPr>
                <p14:cNvContentPartPr/>
                <p14:nvPr/>
              </p14:nvContentPartPr>
              <p14:xfrm>
                <a:off x="9036182" y="4068283"/>
                <a:ext cx="5400" cy="24120"/>
              </p14:xfrm>
            </p:contentPart>
          </mc:Choice>
          <mc:Fallback>
            <p:pic>
              <p:nvPicPr>
                <p:cNvPr id="583" name="Ink 582">
                  <a:extLst>
                    <a:ext uri="{FF2B5EF4-FFF2-40B4-BE49-F238E27FC236}">
                      <a16:creationId xmlns:a16="http://schemas.microsoft.com/office/drawing/2014/main" id="{4F248EA7-3E16-4A62-24A2-DC3AFBEC6049}"/>
                    </a:ext>
                  </a:extLst>
                </p:cNvPr>
                <p:cNvPicPr/>
                <p:nvPr/>
              </p:nvPicPr>
              <p:blipFill>
                <a:blip r:embed="rId916"/>
                <a:stretch>
                  <a:fillRect/>
                </a:stretch>
              </p:blipFill>
              <p:spPr>
                <a:xfrm>
                  <a:off x="9027542" y="4059643"/>
                  <a:ext cx="230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7">
              <p14:nvContentPartPr>
                <p14:cNvPr id="584" name="Ink 583">
                  <a:extLst>
                    <a:ext uri="{FF2B5EF4-FFF2-40B4-BE49-F238E27FC236}">
                      <a16:creationId xmlns:a16="http://schemas.microsoft.com/office/drawing/2014/main" id="{7F45E0CF-CA3B-8F61-F9BD-11736683F6D3}"/>
                    </a:ext>
                  </a:extLst>
                </p14:cNvPr>
                <p14:cNvContentPartPr/>
                <p14:nvPr/>
              </p14:nvContentPartPr>
              <p14:xfrm>
                <a:off x="9152822" y="4155043"/>
                <a:ext cx="80640" cy="78120"/>
              </p14:xfrm>
            </p:contentPart>
          </mc:Choice>
          <mc:Fallback>
            <p:pic>
              <p:nvPicPr>
                <p:cNvPr id="584" name="Ink 583">
                  <a:extLst>
                    <a:ext uri="{FF2B5EF4-FFF2-40B4-BE49-F238E27FC236}">
                      <a16:creationId xmlns:a16="http://schemas.microsoft.com/office/drawing/2014/main" id="{7F45E0CF-CA3B-8F61-F9BD-11736683F6D3}"/>
                    </a:ext>
                  </a:extLst>
                </p:cNvPr>
                <p:cNvPicPr/>
                <p:nvPr/>
              </p:nvPicPr>
              <p:blipFill>
                <a:blip r:embed="rId918"/>
                <a:stretch>
                  <a:fillRect/>
                </a:stretch>
              </p:blipFill>
              <p:spPr>
                <a:xfrm>
                  <a:off x="9143822" y="4146043"/>
                  <a:ext cx="9828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9">
              <p14:nvContentPartPr>
                <p14:cNvPr id="585" name="Ink 584">
                  <a:extLst>
                    <a:ext uri="{FF2B5EF4-FFF2-40B4-BE49-F238E27FC236}">
                      <a16:creationId xmlns:a16="http://schemas.microsoft.com/office/drawing/2014/main" id="{63D385DD-63EC-67B2-F566-2503C76DA588}"/>
                    </a:ext>
                  </a:extLst>
                </p14:cNvPr>
                <p14:cNvContentPartPr/>
                <p14:nvPr/>
              </p14:nvContentPartPr>
              <p14:xfrm>
                <a:off x="9286742" y="4164763"/>
                <a:ext cx="140400" cy="65160"/>
              </p14:xfrm>
            </p:contentPart>
          </mc:Choice>
          <mc:Fallback>
            <p:pic>
              <p:nvPicPr>
                <p:cNvPr id="585" name="Ink 584">
                  <a:extLst>
                    <a:ext uri="{FF2B5EF4-FFF2-40B4-BE49-F238E27FC236}">
                      <a16:creationId xmlns:a16="http://schemas.microsoft.com/office/drawing/2014/main" id="{63D385DD-63EC-67B2-F566-2503C76DA588}"/>
                    </a:ext>
                  </a:extLst>
                </p:cNvPr>
                <p:cNvPicPr/>
                <p:nvPr/>
              </p:nvPicPr>
              <p:blipFill>
                <a:blip r:embed="rId920"/>
                <a:stretch>
                  <a:fillRect/>
                </a:stretch>
              </p:blipFill>
              <p:spPr>
                <a:xfrm>
                  <a:off x="9278102" y="4156123"/>
                  <a:ext cx="158040" cy="8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9" name="Group 598">
            <a:extLst>
              <a:ext uri="{FF2B5EF4-FFF2-40B4-BE49-F238E27FC236}">
                <a16:creationId xmlns:a16="http://schemas.microsoft.com/office/drawing/2014/main" id="{18D3D29B-560F-70C4-F433-1769F98BED83}"/>
              </a:ext>
            </a:extLst>
          </p:cNvPr>
          <p:cNvGrpSpPr/>
          <p:nvPr/>
        </p:nvGrpSpPr>
        <p:grpSpPr>
          <a:xfrm>
            <a:off x="6036662" y="1671043"/>
            <a:ext cx="1752840" cy="308520"/>
            <a:chOff x="6036662" y="1671043"/>
            <a:chExt cx="1752840" cy="30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1">
              <p14:nvContentPartPr>
                <p14:cNvPr id="587" name="Ink 586">
                  <a:extLst>
                    <a:ext uri="{FF2B5EF4-FFF2-40B4-BE49-F238E27FC236}">
                      <a16:creationId xmlns:a16="http://schemas.microsoft.com/office/drawing/2014/main" id="{D0E30984-EA6A-96BB-FB72-B5E925787881}"/>
                    </a:ext>
                  </a:extLst>
                </p14:cNvPr>
                <p14:cNvContentPartPr/>
                <p14:nvPr/>
              </p14:nvContentPartPr>
              <p14:xfrm>
                <a:off x="6036662" y="1671043"/>
                <a:ext cx="173880" cy="181800"/>
              </p14:xfrm>
            </p:contentPart>
          </mc:Choice>
          <mc:Fallback>
            <p:pic>
              <p:nvPicPr>
                <p:cNvPr id="587" name="Ink 586">
                  <a:extLst>
                    <a:ext uri="{FF2B5EF4-FFF2-40B4-BE49-F238E27FC236}">
                      <a16:creationId xmlns:a16="http://schemas.microsoft.com/office/drawing/2014/main" id="{D0E30984-EA6A-96BB-FB72-B5E925787881}"/>
                    </a:ext>
                  </a:extLst>
                </p:cNvPr>
                <p:cNvPicPr/>
                <p:nvPr/>
              </p:nvPicPr>
              <p:blipFill>
                <a:blip r:embed="rId922"/>
                <a:stretch>
                  <a:fillRect/>
                </a:stretch>
              </p:blipFill>
              <p:spPr>
                <a:xfrm>
                  <a:off x="6027662" y="1662403"/>
                  <a:ext cx="19152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3">
              <p14:nvContentPartPr>
                <p14:cNvPr id="588" name="Ink 587">
                  <a:extLst>
                    <a:ext uri="{FF2B5EF4-FFF2-40B4-BE49-F238E27FC236}">
                      <a16:creationId xmlns:a16="http://schemas.microsoft.com/office/drawing/2014/main" id="{9746C85F-465F-5CB5-17A3-60BAB99C6952}"/>
                    </a:ext>
                  </a:extLst>
                </p14:cNvPr>
                <p14:cNvContentPartPr/>
                <p14:nvPr/>
              </p14:nvContentPartPr>
              <p14:xfrm>
                <a:off x="6316382" y="1757083"/>
                <a:ext cx="135000" cy="186120"/>
              </p14:xfrm>
            </p:contentPart>
          </mc:Choice>
          <mc:Fallback>
            <p:pic>
              <p:nvPicPr>
                <p:cNvPr id="588" name="Ink 587">
                  <a:extLst>
                    <a:ext uri="{FF2B5EF4-FFF2-40B4-BE49-F238E27FC236}">
                      <a16:creationId xmlns:a16="http://schemas.microsoft.com/office/drawing/2014/main" id="{9746C85F-465F-5CB5-17A3-60BAB99C6952}"/>
                    </a:ext>
                  </a:extLst>
                </p:cNvPr>
                <p:cNvPicPr/>
                <p:nvPr/>
              </p:nvPicPr>
              <p:blipFill>
                <a:blip r:embed="rId924"/>
                <a:stretch>
                  <a:fillRect/>
                </a:stretch>
              </p:blipFill>
              <p:spPr>
                <a:xfrm>
                  <a:off x="6307382" y="1748443"/>
                  <a:ext cx="15264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5">
              <p14:nvContentPartPr>
                <p14:cNvPr id="589" name="Ink 588">
                  <a:extLst>
                    <a:ext uri="{FF2B5EF4-FFF2-40B4-BE49-F238E27FC236}">
                      <a16:creationId xmlns:a16="http://schemas.microsoft.com/office/drawing/2014/main" id="{83592568-7301-1FE8-F74A-D776493E6696}"/>
                    </a:ext>
                  </a:extLst>
                </p14:cNvPr>
                <p14:cNvContentPartPr/>
                <p14:nvPr/>
              </p14:nvContentPartPr>
              <p14:xfrm>
                <a:off x="6515822" y="1847443"/>
                <a:ext cx="48960" cy="95400"/>
              </p14:xfrm>
            </p:contentPart>
          </mc:Choice>
          <mc:Fallback>
            <p:pic>
              <p:nvPicPr>
                <p:cNvPr id="589" name="Ink 588">
                  <a:extLst>
                    <a:ext uri="{FF2B5EF4-FFF2-40B4-BE49-F238E27FC236}">
                      <a16:creationId xmlns:a16="http://schemas.microsoft.com/office/drawing/2014/main" id="{83592568-7301-1FE8-F74A-D776493E6696}"/>
                    </a:ext>
                  </a:extLst>
                </p:cNvPr>
                <p:cNvPicPr/>
                <p:nvPr/>
              </p:nvPicPr>
              <p:blipFill>
                <a:blip r:embed="rId926"/>
                <a:stretch>
                  <a:fillRect/>
                </a:stretch>
              </p:blipFill>
              <p:spPr>
                <a:xfrm>
                  <a:off x="6507182" y="1838803"/>
                  <a:ext cx="6660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7">
              <p14:nvContentPartPr>
                <p14:cNvPr id="590" name="Ink 589">
                  <a:extLst>
                    <a:ext uri="{FF2B5EF4-FFF2-40B4-BE49-F238E27FC236}">
                      <a16:creationId xmlns:a16="http://schemas.microsoft.com/office/drawing/2014/main" id="{BA51ACE5-1CB5-4CBE-3AEC-9C5A07C4F305}"/>
                    </a:ext>
                  </a:extLst>
                </p14:cNvPr>
                <p14:cNvContentPartPr/>
                <p14:nvPr/>
              </p14:nvContentPartPr>
              <p14:xfrm>
                <a:off x="6606902" y="1889923"/>
                <a:ext cx="101880" cy="45360"/>
              </p14:xfrm>
            </p:contentPart>
          </mc:Choice>
          <mc:Fallback>
            <p:pic>
              <p:nvPicPr>
                <p:cNvPr id="590" name="Ink 589">
                  <a:extLst>
                    <a:ext uri="{FF2B5EF4-FFF2-40B4-BE49-F238E27FC236}">
                      <a16:creationId xmlns:a16="http://schemas.microsoft.com/office/drawing/2014/main" id="{BA51ACE5-1CB5-4CBE-3AEC-9C5A07C4F305}"/>
                    </a:ext>
                  </a:extLst>
                </p:cNvPr>
                <p:cNvPicPr/>
                <p:nvPr/>
              </p:nvPicPr>
              <p:blipFill>
                <a:blip r:embed="rId928"/>
                <a:stretch>
                  <a:fillRect/>
                </a:stretch>
              </p:blipFill>
              <p:spPr>
                <a:xfrm>
                  <a:off x="6598262" y="1880923"/>
                  <a:ext cx="11952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9">
              <p14:nvContentPartPr>
                <p14:cNvPr id="591" name="Ink 590">
                  <a:extLst>
                    <a:ext uri="{FF2B5EF4-FFF2-40B4-BE49-F238E27FC236}">
                      <a16:creationId xmlns:a16="http://schemas.microsoft.com/office/drawing/2014/main" id="{8451DF1A-3675-2911-C17E-7ED4C1929A94}"/>
                    </a:ext>
                  </a:extLst>
                </p14:cNvPr>
                <p14:cNvContentPartPr/>
                <p14:nvPr/>
              </p14:nvContentPartPr>
              <p14:xfrm>
                <a:off x="6730382" y="1775803"/>
                <a:ext cx="46080" cy="165600"/>
              </p14:xfrm>
            </p:contentPart>
          </mc:Choice>
          <mc:Fallback>
            <p:pic>
              <p:nvPicPr>
                <p:cNvPr id="591" name="Ink 590">
                  <a:extLst>
                    <a:ext uri="{FF2B5EF4-FFF2-40B4-BE49-F238E27FC236}">
                      <a16:creationId xmlns:a16="http://schemas.microsoft.com/office/drawing/2014/main" id="{8451DF1A-3675-2911-C17E-7ED4C1929A94}"/>
                    </a:ext>
                  </a:extLst>
                </p:cNvPr>
                <p:cNvPicPr/>
                <p:nvPr/>
              </p:nvPicPr>
              <p:blipFill>
                <a:blip r:embed="rId930"/>
                <a:stretch>
                  <a:fillRect/>
                </a:stretch>
              </p:blipFill>
              <p:spPr>
                <a:xfrm>
                  <a:off x="6721742" y="1767163"/>
                  <a:ext cx="6372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1">
              <p14:nvContentPartPr>
                <p14:cNvPr id="592" name="Ink 591">
                  <a:extLst>
                    <a:ext uri="{FF2B5EF4-FFF2-40B4-BE49-F238E27FC236}">
                      <a16:creationId xmlns:a16="http://schemas.microsoft.com/office/drawing/2014/main" id="{22D0F35D-A5E7-F4F0-1EB3-743282EE6509}"/>
                    </a:ext>
                  </a:extLst>
                </p14:cNvPr>
                <p14:cNvContentPartPr/>
                <p14:nvPr/>
              </p14:nvContentPartPr>
              <p14:xfrm>
                <a:off x="6714902" y="1847803"/>
                <a:ext cx="139680" cy="16200"/>
              </p14:xfrm>
            </p:contentPart>
          </mc:Choice>
          <mc:Fallback>
            <p:pic>
              <p:nvPicPr>
                <p:cNvPr id="592" name="Ink 591">
                  <a:extLst>
                    <a:ext uri="{FF2B5EF4-FFF2-40B4-BE49-F238E27FC236}">
                      <a16:creationId xmlns:a16="http://schemas.microsoft.com/office/drawing/2014/main" id="{22D0F35D-A5E7-F4F0-1EB3-743282EE6509}"/>
                    </a:ext>
                  </a:extLst>
                </p:cNvPr>
                <p:cNvPicPr/>
                <p:nvPr/>
              </p:nvPicPr>
              <p:blipFill>
                <a:blip r:embed="rId932"/>
                <a:stretch>
                  <a:fillRect/>
                </a:stretch>
              </p:blipFill>
              <p:spPr>
                <a:xfrm>
                  <a:off x="6705902" y="1839163"/>
                  <a:ext cx="1573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3">
              <p14:nvContentPartPr>
                <p14:cNvPr id="593" name="Ink 592">
                  <a:extLst>
                    <a:ext uri="{FF2B5EF4-FFF2-40B4-BE49-F238E27FC236}">
                      <a16:creationId xmlns:a16="http://schemas.microsoft.com/office/drawing/2014/main" id="{E8BB1033-E322-0500-7376-7D78C61818AC}"/>
                    </a:ext>
                  </a:extLst>
                </p14:cNvPr>
                <p14:cNvContentPartPr/>
                <p14:nvPr/>
              </p14:nvContentPartPr>
              <p14:xfrm>
                <a:off x="6878702" y="1849603"/>
                <a:ext cx="119880" cy="86040"/>
              </p14:xfrm>
            </p:contentPart>
          </mc:Choice>
          <mc:Fallback>
            <p:pic>
              <p:nvPicPr>
                <p:cNvPr id="593" name="Ink 592">
                  <a:extLst>
                    <a:ext uri="{FF2B5EF4-FFF2-40B4-BE49-F238E27FC236}">
                      <a16:creationId xmlns:a16="http://schemas.microsoft.com/office/drawing/2014/main" id="{E8BB1033-E322-0500-7376-7D78C61818AC}"/>
                    </a:ext>
                  </a:extLst>
                </p:cNvPr>
                <p:cNvPicPr/>
                <p:nvPr/>
              </p:nvPicPr>
              <p:blipFill>
                <a:blip r:embed="rId934"/>
                <a:stretch>
                  <a:fillRect/>
                </a:stretch>
              </p:blipFill>
              <p:spPr>
                <a:xfrm>
                  <a:off x="6870062" y="1840963"/>
                  <a:ext cx="1375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5">
              <p14:nvContentPartPr>
                <p14:cNvPr id="594" name="Ink 593">
                  <a:extLst>
                    <a:ext uri="{FF2B5EF4-FFF2-40B4-BE49-F238E27FC236}">
                      <a16:creationId xmlns:a16="http://schemas.microsoft.com/office/drawing/2014/main" id="{4041FABA-5386-6BF3-6960-8B4322A1D030}"/>
                    </a:ext>
                  </a:extLst>
                </p14:cNvPr>
                <p14:cNvContentPartPr/>
                <p14:nvPr/>
              </p14:nvContentPartPr>
              <p14:xfrm>
                <a:off x="7153742" y="1703083"/>
                <a:ext cx="65520" cy="276480"/>
              </p14:xfrm>
            </p:contentPart>
          </mc:Choice>
          <mc:Fallback>
            <p:pic>
              <p:nvPicPr>
                <p:cNvPr id="594" name="Ink 593">
                  <a:extLst>
                    <a:ext uri="{FF2B5EF4-FFF2-40B4-BE49-F238E27FC236}">
                      <a16:creationId xmlns:a16="http://schemas.microsoft.com/office/drawing/2014/main" id="{4041FABA-5386-6BF3-6960-8B4322A1D030}"/>
                    </a:ext>
                  </a:extLst>
                </p:cNvPr>
                <p:cNvPicPr/>
                <p:nvPr/>
              </p:nvPicPr>
              <p:blipFill>
                <a:blip r:embed="rId936"/>
                <a:stretch>
                  <a:fillRect/>
                </a:stretch>
              </p:blipFill>
              <p:spPr>
                <a:xfrm>
                  <a:off x="7144742" y="1694443"/>
                  <a:ext cx="8316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7">
              <p14:nvContentPartPr>
                <p14:cNvPr id="595" name="Ink 594">
                  <a:extLst>
                    <a:ext uri="{FF2B5EF4-FFF2-40B4-BE49-F238E27FC236}">
                      <a16:creationId xmlns:a16="http://schemas.microsoft.com/office/drawing/2014/main" id="{11AA3E3B-3EC8-6E20-B138-4BD4B5402B39}"/>
                    </a:ext>
                  </a:extLst>
                </p14:cNvPr>
                <p14:cNvContentPartPr/>
                <p14:nvPr/>
              </p14:nvContentPartPr>
              <p14:xfrm>
                <a:off x="7121342" y="1873723"/>
                <a:ext cx="110880" cy="5760"/>
              </p14:xfrm>
            </p:contentPart>
          </mc:Choice>
          <mc:Fallback>
            <p:pic>
              <p:nvPicPr>
                <p:cNvPr id="595" name="Ink 594">
                  <a:extLst>
                    <a:ext uri="{FF2B5EF4-FFF2-40B4-BE49-F238E27FC236}">
                      <a16:creationId xmlns:a16="http://schemas.microsoft.com/office/drawing/2014/main" id="{11AA3E3B-3EC8-6E20-B138-4BD4B5402B39}"/>
                    </a:ext>
                  </a:extLst>
                </p:cNvPr>
                <p:cNvPicPr/>
                <p:nvPr/>
              </p:nvPicPr>
              <p:blipFill>
                <a:blip r:embed="rId938"/>
                <a:stretch>
                  <a:fillRect/>
                </a:stretch>
              </p:blipFill>
              <p:spPr>
                <a:xfrm>
                  <a:off x="7112342" y="1864723"/>
                  <a:ext cx="1285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9">
              <p14:nvContentPartPr>
                <p14:cNvPr id="596" name="Ink 595">
                  <a:extLst>
                    <a:ext uri="{FF2B5EF4-FFF2-40B4-BE49-F238E27FC236}">
                      <a16:creationId xmlns:a16="http://schemas.microsoft.com/office/drawing/2014/main" id="{AA20D752-AFBD-D213-4C41-0528DB33E7B1}"/>
                    </a:ext>
                  </a:extLst>
                </p14:cNvPr>
                <p14:cNvContentPartPr/>
                <p14:nvPr/>
              </p14:nvContentPartPr>
              <p14:xfrm>
                <a:off x="7318982" y="1865083"/>
                <a:ext cx="82440" cy="81360"/>
              </p14:xfrm>
            </p:contentPart>
          </mc:Choice>
          <mc:Fallback>
            <p:pic>
              <p:nvPicPr>
                <p:cNvPr id="596" name="Ink 595">
                  <a:extLst>
                    <a:ext uri="{FF2B5EF4-FFF2-40B4-BE49-F238E27FC236}">
                      <a16:creationId xmlns:a16="http://schemas.microsoft.com/office/drawing/2014/main" id="{AA20D752-AFBD-D213-4C41-0528DB33E7B1}"/>
                    </a:ext>
                  </a:extLst>
                </p:cNvPr>
                <p:cNvPicPr/>
                <p:nvPr/>
              </p:nvPicPr>
              <p:blipFill>
                <a:blip r:embed="rId940"/>
                <a:stretch>
                  <a:fillRect/>
                </a:stretch>
              </p:blipFill>
              <p:spPr>
                <a:xfrm>
                  <a:off x="7309982" y="1856443"/>
                  <a:ext cx="10008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1">
              <p14:nvContentPartPr>
                <p14:cNvPr id="597" name="Ink 596">
                  <a:extLst>
                    <a:ext uri="{FF2B5EF4-FFF2-40B4-BE49-F238E27FC236}">
                      <a16:creationId xmlns:a16="http://schemas.microsoft.com/office/drawing/2014/main" id="{C7DADCDF-E86E-030E-C1C3-1F66CE6C9F30}"/>
                    </a:ext>
                  </a:extLst>
                </p14:cNvPr>
                <p14:cNvContentPartPr/>
                <p14:nvPr/>
              </p14:nvContentPartPr>
              <p14:xfrm>
                <a:off x="7449662" y="1829443"/>
                <a:ext cx="36360" cy="84600"/>
              </p14:xfrm>
            </p:contentPart>
          </mc:Choice>
          <mc:Fallback>
            <p:pic>
              <p:nvPicPr>
                <p:cNvPr id="597" name="Ink 596">
                  <a:extLst>
                    <a:ext uri="{FF2B5EF4-FFF2-40B4-BE49-F238E27FC236}">
                      <a16:creationId xmlns:a16="http://schemas.microsoft.com/office/drawing/2014/main" id="{C7DADCDF-E86E-030E-C1C3-1F66CE6C9F30}"/>
                    </a:ext>
                  </a:extLst>
                </p:cNvPr>
                <p:cNvPicPr/>
                <p:nvPr/>
              </p:nvPicPr>
              <p:blipFill>
                <a:blip r:embed="rId942"/>
                <a:stretch>
                  <a:fillRect/>
                </a:stretch>
              </p:blipFill>
              <p:spPr>
                <a:xfrm>
                  <a:off x="7440662" y="1820443"/>
                  <a:ext cx="5400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3">
              <p14:nvContentPartPr>
                <p14:cNvPr id="598" name="Ink 597">
                  <a:extLst>
                    <a:ext uri="{FF2B5EF4-FFF2-40B4-BE49-F238E27FC236}">
                      <a16:creationId xmlns:a16="http://schemas.microsoft.com/office/drawing/2014/main" id="{C319256D-20D2-3A02-3B52-9A17FCA65454}"/>
                    </a:ext>
                  </a:extLst>
                </p14:cNvPr>
                <p14:cNvContentPartPr/>
                <p14:nvPr/>
              </p14:nvContentPartPr>
              <p14:xfrm>
                <a:off x="7564862" y="1818643"/>
                <a:ext cx="224640" cy="95400"/>
              </p14:xfrm>
            </p:contentPart>
          </mc:Choice>
          <mc:Fallback>
            <p:pic>
              <p:nvPicPr>
                <p:cNvPr id="598" name="Ink 597">
                  <a:extLst>
                    <a:ext uri="{FF2B5EF4-FFF2-40B4-BE49-F238E27FC236}">
                      <a16:creationId xmlns:a16="http://schemas.microsoft.com/office/drawing/2014/main" id="{C319256D-20D2-3A02-3B52-9A17FCA65454}"/>
                    </a:ext>
                  </a:extLst>
                </p:cNvPr>
                <p:cNvPicPr/>
                <p:nvPr/>
              </p:nvPicPr>
              <p:blipFill>
                <a:blip r:embed="rId944"/>
                <a:stretch>
                  <a:fillRect/>
                </a:stretch>
              </p:blipFill>
              <p:spPr>
                <a:xfrm>
                  <a:off x="7555862" y="1809643"/>
                  <a:ext cx="242280" cy="11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4" name="Group 613">
            <a:extLst>
              <a:ext uri="{FF2B5EF4-FFF2-40B4-BE49-F238E27FC236}">
                <a16:creationId xmlns:a16="http://schemas.microsoft.com/office/drawing/2014/main" id="{12161FE7-B316-1FC6-2F64-925178B22F45}"/>
              </a:ext>
            </a:extLst>
          </p:cNvPr>
          <p:cNvGrpSpPr/>
          <p:nvPr/>
        </p:nvGrpSpPr>
        <p:grpSpPr>
          <a:xfrm>
            <a:off x="8001182" y="1682203"/>
            <a:ext cx="1636200" cy="301680"/>
            <a:chOff x="8001182" y="1682203"/>
            <a:chExt cx="1636200" cy="301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5">
              <p14:nvContentPartPr>
                <p14:cNvPr id="600" name="Ink 599">
                  <a:extLst>
                    <a:ext uri="{FF2B5EF4-FFF2-40B4-BE49-F238E27FC236}">
                      <a16:creationId xmlns:a16="http://schemas.microsoft.com/office/drawing/2014/main" id="{671265AA-B890-AF33-E024-AB966754F71D}"/>
                    </a:ext>
                  </a:extLst>
                </p14:cNvPr>
                <p14:cNvContentPartPr/>
                <p14:nvPr/>
              </p14:nvContentPartPr>
              <p14:xfrm>
                <a:off x="8001182" y="1813603"/>
                <a:ext cx="133560" cy="75240"/>
              </p14:xfrm>
            </p:contentPart>
          </mc:Choice>
          <mc:Fallback>
            <p:pic>
              <p:nvPicPr>
                <p:cNvPr id="600" name="Ink 599">
                  <a:extLst>
                    <a:ext uri="{FF2B5EF4-FFF2-40B4-BE49-F238E27FC236}">
                      <a16:creationId xmlns:a16="http://schemas.microsoft.com/office/drawing/2014/main" id="{671265AA-B890-AF33-E024-AB966754F71D}"/>
                    </a:ext>
                  </a:extLst>
                </p:cNvPr>
                <p:cNvPicPr/>
                <p:nvPr/>
              </p:nvPicPr>
              <p:blipFill>
                <a:blip r:embed="rId946"/>
                <a:stretch>
                  <a:fillRect/>
                </a:stretch>
              </p:blipFill>
              <p:spPr>
                <a:xfrm>
                  <a:off x="7992542" y="1804963"/>
                  <a:ext cx="1512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7">
              <p14:nvContentPartPr>
                <p14:cNvPr id="601" name="Ink 600">
                  <a:extLst>
                    <a:ext uri="{FF2B5EF4-FFF2-40B4-BE49-F238E27FC236}">
                      <a16:creationId xmlns:a16="http://schemas.microsoft.com/office/drawing/2014/main" id="{9806006F-0B2A-CE8B-2154-519F5A822392}"/>
                    </a:ext>
                  </a:extLst>
                </p14:cNvPr>
                <p14:cNvContentPartPr/>
                <p14:nvPr/>
              </p14:nvContentPartPr>
              <p14:xfrm>
                <a:off x="8162102" y="1835563"/>
                <a:ext cx="63720" cy="62280"/>
              </p14:xfrm>
            </p:contentPart>
          </mc:Choice>
          <mc:Fallback>
            <p:pic>
              <p:nvPicPr>
                <p:cNvPr id="601" name="Ink 600">
                  <a:extLst>
                    <a:ext uri="{FF2B5EF4-FFF2-40B4-BE49-F238E27FC236}">
                      <a16:creationId xmlns:a16="http://schemas.microsoft.com/office/drawing/2014/main" id="{9806006F-0B2A-CE8B-2154-519F5A822392}"/>
                    </a:ext>
                  </a:extLst>
                </p:cNvPr>
                <p:cNvPicPr/>
                <p:nvPr/>
              </p:nvPicPr>
              <p:blipFill>
                <a:blip r:embed="rId948"/>
                <a:stretch>
                  <a:fillRect/>
                </a:stretch>
              </p:blipFill>
              <p:spPr>
                <a:xfrm>
                  <a:off x="8153102" y="1826923"/>
                  <a:ext cx="8136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9">
              <p14:nvContentPartPr>
                <p14:cNvPr id="602" name="Ink 601">
                  <a:extLst>
                    <a:ext uri="{FF2B5EF4-FFF2-40B4-BE49-F238E27FC236}">
                      <a16:creationId xmlns:a16="http://schemas.microsoft.com/office/drawing/2014/main" id="{DB75D908-9AF7-2552-0E00-94A7F7807BCB}"/>
                    </a:ext>
                  </a:extLst>
                </p14:cNvPr>
                <p14:cNvContentPartPr/>
                <p14:nvPr/>
              </p14:nvContentPartPr>
              <p14:xfrm>
                <a:off x="8299262" y="1834483"/>
                <a:ext cx="191520" cy="57240"/>
              </p14:xfrm>
            </p:contentPart>
          </mc:Choice>
          <mc:Fallback>
            <p:pic>
              <p:nvPicPr>
                <p:cNvPr id="602" name="Ink 601">
                  <a:extLst>
                    <a:ext uri="{FF2B5EF4-FFF2-40B4-BE49-F238E27FC236}">
                      <a16:creationId xmlns:a16="http://schemas.microsoft.com/office/drawing/2014/main" id="{DB75D908-9AF7-2552-0E00-94A7F7807BCB}"/>
                    </a:ext>
                  </a:extLst>
                </p:cNvPr>
                <p:cNvPicPr/>
                <p:nvPr/>
              </p:nvPicPr>
              <p:blipFill>
                <a:blip r:embed="rId950"/>
                <a:stretch>
                  <a:fillRect/>
                </a:stretch>
              </p:blipFill>
              <p:spPr>
                <a:xfrm>
                  <a:off x="8290262" y="1825483"/>
                  <a:ext cx="20916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1">
              <p14:nvContentPartPr>
                <p14:cNvPr id="603" name="Ink 602">
                  <a:extLst>
                    <a:ext uri="{FF2B5EF4-FFF2-40B4-BE49-F238E27FC236}">
                      <a16:creationId xmlns:a16="http://schemas.microsoft.com/office/drawing/2014/main" id="{7AA80F0D-1FA9-5412-639B-DC6A18941774}"/>
                    </a:ext>
                  </a:extLst>
                </p14:cNvPr>
                <p14:cNvContentPartPr/>
                <p14:nvPr/>
              </p14:nvContentPartPr>
              <p14:xfrm>
                <a:off x="8559542" y="1807843"/>
                <a:ext cx="79200" cy="176040"/>
              </p14:xfrm>
            </p:contentPart>
          </mc:Choice>
          <mc:Fallback>
            <p:pic>
              <p:nvPicPr>
                <p:cNvPr id="603" name="Ink 602">
                  <a:extLst>
                    <a:ext uri="{FF2B5EF4-FFF2-40B4-BE49-F238E27FC236}">
                      <a16:creationId xmlns:a16="http://schemas.microsoft.com/office/drawing/2014/main" id="{7AA80F0D-1FA9-5412-639B-DC6A18941774}"/>
                    </a:ext>
                  </a:extLst>
                </p:cNvPr>
                <p:cNvPicPr/>
                <p:nvPr/>
              </p:nvPicPr>
              <p:blipFill>
                <a:blip r:embed="rId952"/>
                <a:stretch>
                  <a:fillRect/>
                </a:stretch>
              </p:blipFill>
              <p:spPr>
                <a:xfrm>
                  <a:off x="8550542" y="1799203"/>
                  <a:ext cx="9684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3">
              <p14:nvContentPartPr>
                <p14:cNvPr id="604" name="Ink 603">
                  <a:extLst>
                    <a:ext uri="{FF2B5EF4-FFF2-40B4-BE49-F238E27FC236}">
                      <a16:creationId xmlns:a16="http://schemas.microsoft.com/office/drawing/2014/main" id="{88DBA2F3-DA45-3DEB-DFA4-2EB7F48C3565}"/>
                    </a:ext>
                  </a:extLst>
                </p14:cNvPr>
                <p14:cNvContentPartPr/>
                <p14:nvPr/>
              </p14:nvContentPartPr>
              <p14:xfrm>
                <a:off x="8737022" y="1826923"/>
                <a:ext cx="90000" cy="59040"/>
              </p14:xfrm>
            </p:contentPart>
          </mc:Choice>
          <mc:Fallback>
            <p:pic>
              <p:nvPicPr>
                <p:cNvPr id="604" name="Ink 603">
                  <a:extLst>
                    <a:ext uri="{FF2B5EF4-FFF2-40B4-BE49-F238E27FC236}">
                      <a16:creationId xmlns:a16="http://schemas.microsoft.com/office/drawing/2014/main" id="{88DBA2F3-DA45-3DEB-DFA4-2EB7F48C3565}"/>
                    </a:ext>
                  </a:extLst>
                </p:cNvPr>
                <p:cNvPicPr/>
                <p:nvPr/>
              </p:nvPicPr>
              <p:blipFill>
                <a:blip r:embed="rId954"/>
                <a:stretch>
                  <a:fillRect/>
                </a:stretch>
              </p:blipFill>
              <p:spPr>
                <a:xfrm>
                  <a:off x="8728382" y="1817923"/>
                  <a:ext cx="10764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5">
              <p14:nvContentPartPr>
                <p14:cNvPr id="605" name="Ink 604">
                  <a:extLst>
                    <a:ext uri="{FF2B5EF4-FFF2-40B4-BE49-F238E27FC236}">
                      <a16:creationId xmlns:a16="http://schemas.microsoft.com/office/drawing/2014/main" id="{7F24D624-51E1-F544-5B5C-5B39DD86A3C4}"/>
                    </a:ext>
                  </a:extLst>
                </p14:cNvPr>
                <p14:cNvContentPartPr/>
                <p14:nvPr/>
              </p14:nvContentPartPr>
              <p14:xfrm>
                <a:off x="8814062" y="1682203"/>
                <a:ext cx="125640" cy="177840"/>
              </p14:xfrm>
            </p:contentPart>
          </mc:Choice>
          <mc:Fallback>
            <p:pic>
              <p:nvPicPr>
                <p:cNvPr id="605" name="Ink 604">
                  <a:extLst>
                    <a:ext uri="{FF2B5EF4-FFF2-40B4-BE49-F238E27FC236}">
                      <a16:creationId xmlns:a16="http://schemas.microsoft.com/office/drawing/2014/main" id="{7F24D624-51E1-F544-5B5C-5B39DD86A3C4}"/>
                    </a:ext>
                  </a:extLst>
                </p:cNvPr>
                <p:cNvPicPr/>
                <p:nvPr/>
              </p:nvPicPr>
              <p:blipFill>
                <a:blip r:embed="rId956"/>
                <a:stretch>
                  <a:fillRect/>
                </a:stretch>
              </p:blipFill>
              <p:spPr>
                <a:xfrm>
                  <a:off x="8805422" y="1673563"/>
                  <a:ext cx="14328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7">
              <p14:nvContentPartPr>
                <p14:cNvPr id="606" name="Ink 605">
                  <a:extLst>
                    <a:ext uri="{FF2B5EF4-FFF2-40B4-BE49-F238E27FC236}">
                      <a16:creationId xmlns:a16="http://schemas.microsoft.com/office/drawing/2014/main" id="{29995508-83E2-A8A2-C02F-201C0CEED9A5}"/>
                    </a:ext>
                  </a:extLst>
                </p14:cNvPr>
                <p14:cNvContentPartPr/>
                <p14:nvPr/>
              </p14:nvContentPartPr>
              <p14:xfrm>
                <a:off x="8829902" y="1762123"/>
                <a:ext cx="59040" cy="19800"/>
              </p14:xfrm>
            </p:contentPart>
          </mc:Choice>
          <mc:Fallback>
            <p:pic>
              <p:nvPicPr>
                <p:cNvPr id="606" name="Ink 605">
                  <a:extLst>
                    <a:ext uri="{FF2B5EF4-FFF2-40B4-BE49-F238E27FC236}">
                      <a16:creationId xmlns:a16="http://schemas.microsoft.com/office/drawing/2014/main" id="{29995508-83E2-A8A2-C02F-201C0CEED9A5}"/>
                    </a:ext>
                  </a:extLst>
                </p:cNvPr>
                <p:cNvPicPr/>
                <p:nvPr/>
              </p:nvPicPr>
              <p:blipFill>
                <a:blip r:embed="rId958"/>
                <a:stretch>
                  <a:fillRect/>
                </a:stretch>
              </p:blipFill>
              <p:spPr>
                <a:xfrm>
                  <a:off x="8821262" y="1753123"/>
                  <a:ext cx="766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9">
              <p14:nvContentPartPr>
                <p14:cNvPr id="607" name="Ink 606">
                  <a:extLst>
                    <a:ext uri="{FF2B5EF4-FFF2-40B4-BE49-F238E27FC236}">
                      <a16:creationId xmlns:a16="http://schemas.microsoft.com/office/drawing/2014/main" id="{9E0AA1B8-2F3E-78CB-D5C8-4971BDD7388A}"/>
                    </a:ext>
                  </a:extLst>
                </p14:cNvPr>
                <p14:cNvContentPartPr/>
                <p14:nvPr/>
              </p14:nvContentPartPr>
              <p14:xfrm>
                <a:off x="8998742" y="1808203"/>
                <a:ext cx="104760" cy="75240"/>
              </p14:xfrm>
            </p:contentPart>
          </mc:Choice>
          <mc:Fallback>
            <p:pic>
              <p:nvPicPr>
                <p:cNvPr id="607" name="Ink 606">
                  <a:extLst>
                    <a:ext uri="{FF2B5EF4-FFF2-40B4-BE49-F238E27FC236}">
                      <a16:creationId xmlns:a16="http://schemas.microsoft.com/office/drawing/2014/main" id="{9E0AA1B8-2F3E-78CB-D5C8-4971BDD7388A}"/>
                    </a:ext>
                  </a:extLst>
                </p:cNvPr>
                <p:cNvPicPr/>
                <p:nvPr/>
              </p:nvPicPr>
              <p:blipFill>
                <a:blip r:embed="rId960"/>
                <a:stretch>
                  <a:fillRect/>
                </a:stretch>
              </p:blipFill>
              <p:spPr>
                <a:xfrm>
                  <a:off x="8989742" y="1799563"/>
                  <a:ext cx="1224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1">
              <p14:nvContentPartPr>
                <p14:cNvPr id="608" name="Ink 607">
                  <a:extLst>
                    <a:ext uri="{FF2B5EF4-FFF2-40B4-BE49-F238E27FC236}">
                      <a16:creationId xmlns:a16="http://schemas.microsoft.com/office/drawing/2014/main" id="{81136C6C-F44B-8093-6EDC-93F5D94D398A}"/>
                    </a:ext>
                  </a:extLst>
                </p14:cNvPr>
                <p14:cNvContentPartPr/>
                <p14:nvPr/>
              </p14:nvContentPartPr>
              <p14:xfrm>
                <a:off x="9116822" y="1685443"/>
                <a:ext cx="107280" cy="206280"/>
              </p14:xfrm>
            </p:contentPart>
          </mc:Choice>
          <mc:Fallback>
            <p:pic>
              <p:nvPicPr>
                <p:cNvPr id="608" name="Ink 607">
                  <a:extLst>
                    <a:ext uri="{FF2B5EF4-FFF2-40B4-BE49-F238E27FC236}">
                      <a16:creationId xmlns:a16="http://schemas.microsoft.com/office/drawing/2014/main" id="{81136C6C-F44B-8093-6EDC-93F5D94D398A}"/>
                    </a:ext>
                  </a:extLst>
                </p:cNvPr>
                <p:cNvPicPr/>
                <p:nvPr/>
              </p:nvPicPr>
              <p:blipFill>
                <a:blip r:embed="rId962"/>
                <a:stretch>
                  <a:fillRect/>
                </a:stretch>
              </p:blipFill>
              <p:spPr>
                <a:xfrm>
                  <a:off x="9107822" y="1676443"/>
                  <a:ext cx="12492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3">
              <p14:nvContentPartPr>
                <p14:cNvPr id="609" name="Ink 608">
                  <a:extLst>
                    <a:ext uri="{FF2B5EF4-FFF2-40B4-BE49-F238E27FC236}">
                      <a16:creationId xmlns:a16="http://schemas.microsoft.com/office/drawing/2014/main" id="{584C2AD0-A692-9334-009E-33CF7E5FD271}"/>
                    </a:ext>
                  </a:extLst>
                </p14:cNvPr>
                <p14:cNvContentPartPr/>
                <p14:nvPr/>
              </p14:nvContentPartPr>
              <p14:xfrm>
                <a:off x="9136262" y="1808563"/>
                <a:ext cx="65880" cy="9000"/>
              </p14:xfrm>
            </p:contentPart>
          </mc:Choice>
          <mc:Fallback>
            <p:pic>
              <p:nvPicPr>
                <p:cNvPr id="609" name="Ink 608">
                  <a:extLst>
                    <a:ext uri="{FF2B5EF4-FFF2-40B4-BE49-F238E27FC236}">
                      <a16:creationId xmlns:a16="http://schemas.microsoft.com/office/drawing/2014/main" id="{584C2AD0-A692-9334-009E-33CF7E5FD271}"/>
                    </a:ext>
                  </a:extLst>
                </p:cNvPr>
                <p:cNvPicPr/>
                <p:nvPr/>
              </p:nvPicPr>
              <p:blipFill>
                <a:blip r:embed="rId964"/>
                <a:stretch>
                  <a:fillRect/>
                </a:stretch>
              </p:blipFill>
              <p:spPr>
                <a:xfrm>
                  <a:off x="9127622" y="1799563"/>
                  <a:ext cx="835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5">
              <p14:nvContentPartPr>
                <p14:cNvPr id="610" name="Ink 609">
                  <a:extLst>
                    <a:ext uri="{FF2B5EF4-FFF2-40B4-BE49-F238E27FC236}">
                      <a16:creationId xmlns:a16="http://schemas.microsoft.com/office/drawing/2014/main" id="{7DF989CE-3215-86D7-0226-C3B5659AFA71}"/>
                    </a:ext>
                  </a:extLst>
                </p14:cNvPr>
                <p14:cNvContentPartPr/>
                <p14:nvPr/>
              </p14:nvContentPartPr>
              <p14:xfrm>
                <a:off x="9270182" y="1833043"/>
                <a:ext cx="18000" cy="52200"/>
              </p14:xfrm>
            </p:contentPart>
          </mc:Choice>
          <mc:Fallback>
            <p:pic>
              <p:nvPicPr>
                <p:cNvPr id="610" name="Ink 609">
                  <a:extLst>
                    <a:ext uri="{FF2B5EF4-FFF2-40B4-BE49-F238E27FC236}">
                      <a16:creationId xmlns:a16="http://schemas.microsoft.com/office/drawing/2014/main" id="{7DF989CE-3215-86D7-0226-C3B5659AFA71}"/>
                    </a:ext>
                  </a:extLst>
                </p:cNvPr>
                <p:cNvPicPr/>
                <p:nvPr/>
              </p:nvPicPr>
              <p:blipFill>
                <a:blip r:embed="rId966"/>
                <a:stretch>
                  <a:fillRect/>
                </a:stretch>
              </p:blipFill>
              <p:spPr>
                <a:xfrm>
                  <a:off x="9261542" y="1824403"/>
                  <a:ext cx="3564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7">
              <p14:nvContentPartPr>
                <p14:cNvPr id="611" name="Ink 610">
                  <a:extLst>
                    <a:ext uri="{FF2B5EF4-FFF2-40B4-BE49-F238E27FC236}">
                      <a16:creationId xmlns:a16="http://schemas.microsoft.com/office/drawing/2014/main" id="{145212C8-A980-E1A1-1EFA-71DC47E6F055}"/>
                    </a:ext>
                  </a:extLst>
                </p14:cNvPr>
                <p14:cNvContentPartPr/>
                <p14:nvPr/>
              </p14:nvContentPartPr>
              <p14:xfrm>
                <a:off x="9249662" y="1713883"/>
                <a:ext cx="6120" cy="40320"/>
              </p14:xfrm>
            </p:contentPart>
          </mc:Choice>
          <mc:Fallback>
            <p:pic>
              <p:nvPicPr>
                <p:cNvPr id="611" name="Ink 610">
                  <a:extLst>
                    <a:ext uri="{FF2B5EF4-FFF2-40B4-BE49-F238E27FC236}">
                      <a16:creationId xmlns:a16="http://schemas.microsoft.com/office/drawing/2014/main" id="{145212C8-A980-E1A1-1EFA-71DC47E6F055}"/>
                    </a:ext>
                  </a:extLst>
                </p:cNvPr>
                <p:cNvPicPr/>
                <p:nvPr/>
              </p:nvPicPr>
              <p:blipFill>
                <a:blip r:embed="rId968"/>
                <a:stretch>
                  <a:fillRect/>
                </a:stretch>
              </p:blipFill>
              <p:spPr>
                <a:xfrm>
                  <a:off x="9240662" y="1704883"/>
                  <a:ext cx="2376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9">
              <p14:nvContentPartPr>
                <p14:cNvPr id="612" name="Ink 611">
                  <a:extLst>
                    <a:ext uri="{FF2B5EF4-FFF2-40B4-BE49-F238E27FC236}">
                      <a16:creationId xmlns:a16="http://schemas.microsoft.com/office/drawing/2014/main" id="{54996A51-B613-1C31-1492-00DD8D39AE5C}"/>
                    </a:ext>
                  </a:extLst>
                </p14:cNvPr>
                <p14:cNvContentPartPr/>
                <p14:nvPr/>
              </p14:nvContentPartPr>
              <p14:xfrm>
                <a:off x="9370982" y="1772563"/>
                <a:ext cx="70200" cy="87480"/>
              </p14:xfrm>
            </p:contentPart>
          </mc:Choice>
          <mc:Fallback>
            <p:pic>
              <p:nvPicPr>
                <p:cNvPr id="612" name="Ink 611">
                  <a:extLst>
                    <a:ext uri="{FF2B5EF4-FFF2-40B4-BE49-F238E27FC236}">
                      <a16:creationId xmlns:a16="http://schemas.microsoft.com/office/drawing/2014/main" id="{54996A51-B613-1C31-1492-00DD8D39AE5C}"/>
                    </a:ext>
                  </a:extLst>
                </p:cNvPr>
                <p:cNvPicPr/>
                <p:nvPr/>
              </p:nvPicPr>
              <p:blipFill>
                <a:blip r:embed="rId970"/>
                <a:stretch>
                  <a:fillRect/>
                </a:stretch>
              </p:blipFill>
              <p:spPr>
                <a:xfrm>
                  <a:off x="9361982" y="1763923"/>
                  <a:ext cx="8784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1">
              <p14:nvContentPartPr>
                <p14:cNvPr id="613" name="Ink 612">
                  <a:extLst>
                    <a:ext uri="{FF2B5EF4-FFF2-40B4-BE49-F238E27FC236}">
                      <a16:creationId xmlns:a16="http://schemas.microsoft.com/office/drawing/2014/main" id="{86D03B8C-AF9D-C727-9057-2D72E25BDA82}"/>
                    </a:ext>
                  </a:extLst>
                </p14:cNvPr>
                <p14:cNvContentPartPr/>
                <p14:nvPr/>
              </p14:nvContentPartPr>
              <p14:xfrm>
                <a:off x="9502382" y="1789843"/>
                <a:ext cx="135000" cy="66960"/>
              </p14:xfrm>
            </p:contentPart>
          </mc:Choice>
          <mc:Fallback>
            <p:pic>
              <p:nvPicPr>
                <p:cNvPr id="613" name="Ink 612">
                  <a:extLst>
                    <a:ext uri="{FF2B5EF4-FFF2-40B4-BE49-F238E27FC236}">
                      <a16:creationId xmlns:a16="http://schemas.microsoft.com/office/drawing/2014/main" id="{86D03B8C-AF9D-C727-9057-2D72E25BDA82}"/>
                    </a:ext>
                  </a:extLst>
                </p:cNvPr>
                <p:cNvPicPr/>
                <p:nvPr/>
              </p:nvPicPr>
              <p:blipFill>
                <a:blip r:embed="rId972"/>
                <a:stretch>
                  <a:fillRect/>
                </a:stretch>
              </p:blipFill>
              <p:spPr>
                <a:xfrm>
                  <a:off x="9493742" y="1780843"/>
                  <a:ext cx="152640" cy="84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5596915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AFAE5-B65F-0C41-5DD3-A42E1364D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EEB26-A737-E978-2D75-5BB805267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4981"/>
          </a:xfrm>
        </p:spPr>
        <p:txBody>
          <a:bodyPr/>
          <a:lstStyle/>
          <a:p>
            <a:r>
              <a:rPr lang="en-US" dirty="0"/>
              <a:t>DFT Computation</a:t>
            </a:r>
          </a:p>
        </p:txBody>
      </p: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75CCA65C-2B34-1C50-2495-C16DA782FD1D}"/>
              </a:ext>
            </a:extLst>
          </p:cNvPr>
          <p:cNvGrpSpPr/>
          <p:nvPr/>
        </p:nvGrpSpPr>
        <p:grpSpPr>
          <a:xfrm>
            <a:off x="5952341" y="245374"/>
            <a:ext cx="5401459" cy="2455358"/>
            <a:chOff x="999341" y="1038240"/>
            <a:chExt cx="5919840" cy="269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FD4F195-C86A-EF3E-1F86-D6789BBA48AC}"/>
                    </a:ext>
                  </a:extLst>
                </p14:cNvPr>
                <p14:cNvContentPartPr/>
                <p14:nvPr/>
              </p14:nvContentPartPr>
              <p14:xfrm>
                <a:off x="1051181" y="1261440"/>
                <a:ext cx="239400" cy="2437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FD4F195-C86A-EF3E-1F86-D6789BBA48A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41700" y="1251975"/>
                  <a:ext cx="258757" cy="26304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7A6C830-E6FC-90CC-04F5-44502279BF9C}"/>
                    </a:ext>
                  </a:extLst>
                </p14:cNvPr>
                <p14:cNvContentPartPr/>
                <p14:nvPr/>
              </p14:nvContentPartPr>
              <p14:xfrm>
                <a:off x="1056581" y="1245240"/>
                <a:ext cx="141120" cy="2822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7A6C830-E6FC-90CC-04F5-44502279BF9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46726" y="1235766"/>
                  <a:ext cx="160435" cy="30158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EC67C9C-2637-706A-5F60-0C04C18806AE}"/>
                    </a:ext>
                  </a:extLst>
                </p14:cNvPr>
                <p14:cNvContentPartPr/>
                <p14:nvPr/>
              </p14:nvContentPartPr>
              <p14:xfrm>
                <a:off x="1345661" y="1496520"/>
                <a:ext cx="137520" cy="993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EC67C9C-2637-706A-5F60-0C04C18806A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36204" y="1487057"/>
                  <a:ext cx="156828" cy="11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F56093D-95EF-3E6A-4A6A-F4BC9E056843}"/>
                    </a:ext>
                  </a:extLst>
                </p14:cNvPr>
                <p14:cNvContentPartPr/>
                <p14:nvPr/>
              </p14:nvContentPartPr>
              <p14:xfrm>
                <a:off x="1592261" y="1462320"/>
                <a:ext cx="129600" cy="129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F56093D-95EF-3E6A-4A6A-F4BC9E05684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82413" y="1452895"/>
                  <a:ext cx="148902" cy="3220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629DDA5-5B16-8E24-A5C2-248CC534D7A2}"/>
                    </a:ext>
                  </a:extLst>
                </p14:cNvPr>
                <p14:cNvContentPartPr/>
                <p14:nvPr/>
              </p14:nvContentPartPr>
              <p14:xfrm>
                <a:off x="1553381" y="1389240"/>
                <a:ext cx="150480" cy="158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629DDA5-5B16-8E24-A5C2-248CC534D7A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543507" y="1379736"/>
                  <a:ext cx="169833" cy="3524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C20CC87-A22E-8BA1-54BC-8030565E55D4}"/>
                    </a:ext>
                  </a:extLst>
                </p14:cNvPr>
                <p14:cNvContentPartPr/>
                <p14:nvPr/>
              </p14:nvContentPartPr>
              <p14:xfrm>
                <a:off x="2846501" y="1305720"/>
                <a:ext cx="38880" cy="1198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C20CC87-A22E-8BA1-54BC-8030565E55D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837076" y="1295861"/>
                  <a:ext cx="58124" cy="13920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4CC5380-CAF2-A3FD-A142-740CC561246F}"/>
                    </a:ext>
                  </a:extLst>
                </p14:cNvPr>
                <p14:cNvContentPartPr/>
                <p14:nvPr/>
              </p14:nvContentPartPr>
              <p14:xfrm>
                <a:off x="2809061" y="1370160"/>
                <a:ext cx="113760" cy="118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4CC5380-CAF2-A3FD-A142-740CC561246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799581" y="1360656"/>
                  <a:ext cx="133115" cy="312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ACABCB6-61DF-5F79-D9BE-D41FB5F7449A}"/>
                    </a:ext>
                  </a:extLst>
                </p14:cNvPr>
                <p14:cNvContentPartPr/>
                <p14:nvPr/>
              </p14:nvContentPartPr>
              <p14:xfrm>
                <a:off x="3724181" y="1194480"/>
                <a:ext cx="112320" cy="2865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ACABCB6-61DF-5F79-D9BE-D41FB5F7449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714722" y="1184626"/>
                  <a:ext cx="131631" cy="3058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65BF6D0-9AF9-0203-7915-A7028DF04421}"/>
                    </a:ext>
                  </a:extLst>
                </p14:cNvPr>
                <p14:cNvContentPartPr/>
                <p14:nvPr/>
              </p14:nvContentPartPr>
              <p14:xfrm>
                <a:off x="2107061" y="1364400"/>
                <a:ext cx="144720" cy="982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65BF6D0-9AF9-0203-7915-A7028DF0442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097597" y="1354533"/>
                  <a:ext cx="164042" cy="1176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ED76C54-1398-0801-64BE-58CE41F388AB}"/>
                    </a:ext>
                  </a:extLst>
                </p14:cNvPr>
                <p14:cNvContentPartPr/>
                <p14:nvPr/>
              </p14:nvContentPartPr>
              <p14:xfrm>
                <a:off x="2157821" y="1364400"/>
                <a:ext cx="61560" cy="964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ED76C54-1398-0801-64BE-58CE41F388A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148350" y="1354515"/>
                  <a:ext cx="80896" cy="1158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DF3874B-A213-5CCE-7C29-57CC351F0BB0}"/>
                    </a:ext>
                  </a:extLst>
                </p14:cNvPr>
                <p14:cNvContentPartPr/>
                <p14:nvPr/>
              </p14:nvContentPartPr>
              <p14:xfrm>
                <a:off x="2290661" y="1249920"/>
                <a:ext cx="123480" cy="2271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DF3874B-A213-5CCE-7C29-57CC351F0BB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280798" y="1240061"/>
                  <a:ext cx="142811" cy="2464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2FD0890-200B-AB16-B95B-944D78D8AD6B}"/>
                    </a:ext>
                  </a:extLst>
                </p14:cNvPr>
                <p14:cNvContentPartPr/>
                <p14:nvPr/>
              </p14:nvContentPartPr>
              <p14:xfrm>
                <a:off x="2402981" y="1346760"/>
                <a:ext cx="100800" cy="723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2FD0890-200B-AB16-B95B-944D78D8AD6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393137" y="1336928"/>
                  <a:ext cx="120094" cy="916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22FCCDF-6D58-CF9A-8EE4-858E2BEAD647}"/>
                    </a:ext>
                  </a:extLst>
                </p14:cNvPr>
                <p14:cNvContentPartPr/>
                <p14:nvPr/>
              </p14:nvContentPartPr>
              <p14:xfrm>
                <a:off x="2519981" y="1245600"/>
                <a:ext cx="84240" cy="2016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22FCCDF-6D58-CF9A-8EE4-858E2BEAD64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510140" y="1235737"/>
                  <a:ext cx="103529" cy="22093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1CA3CD0-504D-0E1B-8489-2D0D76AC314A}"/>
                    </a:ext>
                  </a:extLst>
                </p14:cNvPr>
                <p14:cNvContentPartPr/>
                <p14:nvPr/>
              </p14:nvContentPartPr>
              <p14:xfrm>
                <a:off x="1951181" y="1211400"/>
                <a:ext cx="109800" cy="3369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1CA3CD0-504D-0E1B-8489-2D0D76AC314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941342" y="1201536"/>
                  <a:ext cx="129084" cy="3562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266433A-B90F-BE16-2C95-71D77FF260F8}"/>
                    </a:ext>
                  </a:extLst>
                </p14:cNvPr>
                <p14:cNvContentPartPr/>
                <p14:nvPr/>
              </p14:nvContentPartPr>
              <p14:xfrm>
                <a:off x="4064381" y="1260720"/>
                <a:ext cx="28440" cy="1130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266433A-B90F-BE16-2C95-71D77FF260F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054901" y="1250839"/>
                  <a:ext cx="47795" cy="13240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78CA27B-926D-0EF8-AEFD-BF724A507407}"/>
                    </a:ext>
                  </a:extLst>
                </p14:cNvPr>
                <p14:cNvContentPartPr/>
                <p14:nvPr/>
              </p14:nvContentPartPr>
              <p14:xfrm>
                <a:off x="4030181" y="1307880"/>
                <a:ext cx="124200" cy="176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78CA27B-926D-0EF8-AEFD-BF724A50740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020324" y="1298472"/>
                  <a:ext cx="143520" cy="3684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F59EA6E-5C34-CCD0-6156-2B5C92700DB5}"/>
                    </a:ext>
                  </a:extLst>
                </p14:cNvPr>
                <p14:cNvContentPartPr/>
                <p14:nvPr/>
              </p14:nvContentPartPr>
              <p14:xfrm>
                <a:off x="4423661" y="1145160"/>
                <a:ext cx="117720" cy="3009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F59EA6E-5C34-CCD0-6156-2B5C92700DB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413818" y="1135693"/>
                  <a:ext cx="137012" cy="32028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EDA7ADD-F7EE-2B6A-C3E6-734C5E1F4F37}"/>
                    </a:ext>
                  </a:extLst>
                </p14:cNvPr>
                <p14:cNvContentPartPr/>
                <p14:nvPr/>
              </p14:nvContentPartPr>
              <p14:xfrm>
                <a:off x="3091661" y="1321920"/>
                <a:ext cx="153000" cy="972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EDA7ADD-F7EE-2B6A-C3E6-734C5E1F4F3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082197" y="1312475"/>
                  <a:ext cx="172322" cy="1164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942C896-0C18-F18B-B95F-5CAA1142EF01}"/>
                    </a:ext>
                  </a:extLst>
                </p14:cNvPr>
                <p14:cNvContentPartPr/>
                <p14:nvPr/>
              </p14:nvContentPartPr>
              <p14:xfrm>
                <a:off x="3131261" y="1352160"/>
                <a:ext cx="86040" cy="756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942C896-0C18-F18B-B95F-5CAA1142EF0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121789" y="1342710"/>
                  <a:ext cx="105379" cy="948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36EF5EB-76F2-E76D-8C66-8B15549258BA}"/>
                    </a:ext>
                  </a:extLst>
                </p14:cNvPr>
                <p14:cNvContentPartPr/>
                <p14:nvPr/>
              </p14:nvContentPartPr>
              <p14:xfrm>
                <a:off x="3273101" y="1194120"/>
                <a:ext cx="129600" cy="2116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36EF5EB-76F2-E76D-8C66-8B15549258B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263253" y="1184265"/>
                  <a:ext cx="148902" cy="2309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E277C4E-DB30-A563-B529-63DC888FA04C}"/>
                    </a:ext>
                  </a:extLst>
                </p14:cNvPr>
                <p14:cNvContentPartPr/>
                <p14:nvPr/>
              </p14:nvContentPartPr>
              <p14:xfrm>
                <a:off x="3350501" y="1281240"/>
                <a:ext cx="173520" cy="964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E277C4E-DB30-A563-B529-63DC888FA04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340642" y="1271750"/>
                  <a:ext cx="192844" cy="1158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359B286-C540-8133-CEBA-B0E5ADBEAB1A}"/>
                    </a:ext>
                  </a:extLst>
                </p14:cNvPr>
                <p14:cNvContentPartPr/>
                <p14:nvPr/>
              </p14:nvContentPartPr>
              <p14:xfrm>
                <a:off x="3480101" y="1230120"/>
                <a:ext cx="148680" cy="2016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359B286-C540-8133-CEBA-B0E5ADBEAB1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470242" y="1220652"/>
                  <a:ext cx="168004" cy="22093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EAC71B0-94FC-C14B-C442-3F974383B323}"/>
                    </a:ext>
                  </a:extLst>
                </p14:cNvPr>
                <p14:cNvContentPartPr/>
                <p14:nvPr/>
              </p14:nvContentPartPr>
              <p14:xfrm>
                <a:off x="4609421" y="1279800"/>
                <a:ext cx="143640" cy="864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EAC71B0-94FC-C14B-C442-3F974383B32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599583" y="1270332"/>
                  <a:ext cx="162923" cy="10573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475DF9F-05B8-2A51-FE31-961BEE54ED7E}"/>
                    </a:ext>
                  </a:extLst>
                </p14:cNvPr>
                <p14:cNvContentPartPr/>
                <p14:nvPr/>
              </p14:nvContentPartPr>
              <p14:xfrm>
                <a:off x="4665581" y="1303560"/>
                <a:ext cx="66960" cy="781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475DF9F-05B8-2A51-FE31-961BEE54ED7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655734" y="1293696"/>
                  <a:ext cx="86260" cy="9745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7666696-1FA9-2EFA-FD9B-FE3E00D51E3D}"/>
                    </a:ext>
                  </a:extLst>
                </p14:cNvPr>
                <p14:cNvContentPartPr/>
                <p14:nvPr/>
              </p14:nvContentPartPr>
              <p14:xfrm>
                <a:off x="4791581" y="1159920"/>
                <a:ext cx="101520" cy="2329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7666696-1FA9-2EFA-FD9B-FE3E00D51E3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781744" y="1150461"/>
                  <a:ext cx="120801" cy="2522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2292FB1-52C0-2332-0240-01AA33F71F83}"/>
                    </a:ext>
                  </a:extLst>
                </p14:cNvPr>
                <p14:cNvContentPartPr/>
                <p14:nvPr/>
              </p14:nvContentPartPr>
              <p14:xfrm>
                <a:off x="4926221" y="1269720"/>
                <a:ext cx="38160" cy="705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2292FB1-52C0-2332-0240-01AA33F71F8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916779" y="1260259"/>
                  <a:ext cx="57437" cy="898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5BF878F-69BD-FD39-FB18-29C05480C992}"/>
                    </a:ext>
                  </a:extLst>
                </p14:cNvPr>
                <p14:cNvContentPartPr/>
                <p14:nvPr/>
              </p14:nvContentPartPr>
              <p14:xfrm>
                <a:off x="4986341" y="1194120"/>
                <a:ext cx="135000" cy="1980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5BF878F-69BD-FD39-FB18-29C05480C99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976501" y="1184654"/>
                  <a:ext cx="154286" cy="21732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D31193E-0D19-2A79-AD86-3788550E868A}"/>
                    </a:ext>
                  </a:extLst>
                </p14:cNvPr>
                <p14:cNvContentPartPr/>
                <p14:nvPr/>
              </p14:nvContentPartPr>
              <p14:xfrm>
                <a:off x="5346341" y="1244880"/>
                <a:ext cx="45000" cy="972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D31193E-0D19-2A79-AD86-3788550E868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336867" y="1235397"/>
                  <a:ext cx="64342" cy="11656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D94841D-AE61-0ADA-77BC-A502DF5F14F3}"/>
                    </a:ext>
                  </a:extLst>
                </p14:cNvPr>
                <p14:cNvContentPartPr/>
                <p14:nvPr/>
              </p14:nvContentPartPr>
              <p14:xfrm>
                <a:off x="5297381" y="1290240"/>
                <a:ext cx="127800" cy="82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D94841D-AE61-0ADA-77BC-A502DF5F14F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287520" y="1280383"/>
                  <a:ext cx="147128" cy="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988624C-3E12-A90F-306A-1F7D76EF5564}"/>
                    </a:ext>
                  </a:extLst>
                </p14:cNvPr>
                <p14:cNvContentPartPr/>
                <p14:nvPr/>
              </p14:nvContentPartPr>
              <p14:xfrm>
                <a:off x="5554421" y="1262880"/>
                <a:ext cx="154080" cy="810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988624C-3E12-A90F-306A-1F7D76EF556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544569" y="1253050"/>
                  <a:ext cx="173389" cy="1002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061B811-AD5A-BA4F-5AE1-942BBFCAC57E}"/>
                    </a:ext>
                  </a:extLst>
                </p14:cNvPr>
                <p14:cNvContentPartPr/>
                <p14:nvPr/>
              </p14:nvContentPartPr>
              <p14:xfrm>
                <a:off x="5570261" y="1256760"/>
                <a:ext cx="97200" cy="939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061B811-AD5A-BA4F-5AE1-942BBFCAC57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560383" y="1246932"/>
                  <a:ext cx="116561" cy="1132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F4442A2-9911-94E2-CA2A-6B7FDBCE52F1}"/>
                    </a:ext>
                  </a:extLst>
                </p14:cNvPr>
                <p14:cNvContentPartPr/>
                <p14:nvPr/>
              </p14:nvContentPartPr>
              <p14:xfrm>
                <a:off x="5797421" y="1137240"/>
                <a:ext cx="124920" cy="2199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F4442A2-9911-94E2-CA2A-6B7FDBCE52F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787963" y="1127385"/>
                  <a:ext cx="144229" cy="2392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4B7B76A-0205-F99B-1DC4-9ECE835EED60}"/>
                    </a:ext>
                  </a:extLst>
                </p14:cNvPr>
                <p14:cNvContentPartPr/>
                <p14:nvPr/>
              </p14:nvContentPartPr>
              <p14:xfrm>
                <a:off x="5933861" y="1213560"/>
                <a:ext cx="109080" cy="1011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4B7B76A-0205-F99B-1DC4-9ECE835EED6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924016" y="1203720"/>
                  <a:ext cx="128376" cy="12044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F55B2DE-62D6-0028-8340-A98D6F6FCBA1}"/>
                    </a:ext>
                  </a:extLst>
                </p14:cNvPr>
                <p14:cNvContentPartPr/>
                <p14:nvPr/>
              </p14:nvContentPartPr>
              <p14:xfrm>
                <a:off x="6078581" y="1097640"/>
                <a:ext cx="156960" cy="2404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F55B2DE-62D6-0028-8340-A98D6F6FCBA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068722" y="1088163"/>
                  <a:ext cx="176284" cy="2598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A1CF94F-AE58-426C-3D5F-9623C6A6BD50}"/>
                    </a:ext>
                  </a:extLst>
                </p14:cNvPr>
                <p14:cNvContentPartPr/>
                <p14:nvPr/>
              </p14:nvContentPartPr>
              <p14:xfrm>
                <a:off x="6282341" y="1038240"/>
                <a:ext cx="165240" cy="3099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A1CF94F-AE58-426C-3D5F-9623C6A6BD5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272482" y="1028381"/>
                  <a:ext cx="184564" cy="3292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2B27342-29F5-2ED1-1D02-254203E3C2A7}"/>
                    </a:ext>
                  </a:extLst>
                </p14:cNvPr>
                <p14:cNvContentPartPr/>
                <p14:nvPr/>
              </p14:nvContentPartPr>
              <p14:xfrm>
                <a:off x="999341" y="1933200"/>
                <a:ext cx="257400" cy="2811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2B27342-29F5-2ED1-1D02-254203E3C2A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89471" y="1923328"/>
                  <a:ext cx="276744" cy="30050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7F03999-10FE-0378-1275-B5E043990D85}"/>
                    </a:ext>
                  </a:extLst>
                </p14:cNvPr>
                <p14:cNvContentPartPr/>
                <p14:nvPr/>
              </p14:nvContentPartPr>
              <p14:xfrm>
                <a:off x="1045061" y="1973880"/>
                <a:ext cx="154440" cy="2469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7F03999-10FE-0378-1275-B5E043990D8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35581" y="1964412"/>
                  <a:ext cx="173794" cy="2662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4374302-D598-DA12-7052-4422CED58E7A}"/>
                    </a:ext>
                  </a:extLst>
                </p14:cNvPr>
                <p14:cNvContentPartPr/>
                <p14:nvPr/>
              </p14:nvContentPartPr>
              <p14:xfrm>
                <a:off x="1343501" y="2185200"/>
                <a:ext cx="48960" cy="1263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4374302-D598-DA12-7052-4422CED58E7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333630" y="2175753"/>
                  <a:ext cx="68307" cy="14564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E88F55D-4954-3E83-B3EB-37670138CA31}"/>
                    </a:ext>
                  </a:extLst>
                </p14:cNvPr>
                <p14:cNvContentPartPr/>
                <p14:nvPr/>
              </p14:nvContentPartPr>
              <p14:xfrm>
                <a:off x="1554101" y="2190600"/>
                <a:ext cx="103680" cy="108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E88F55D-4954-3E83-B3EB-37670138CA3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544245" y="2180957"/>
                  <a:ext cx="122997" cy="297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05FC38A-CE89-899D-CB86-7F57010FF2AE}"/>
                    </a:ext>
                  </a:extLst>
                </p14:cNvPr>
                <p14:cNvContentPartPr/>
                <p14:nvPr/>
              </p14:nvContentPartPr>
              <p14:xfrm>
                <a:off x="1530341" y="2113200"/>
                <a:ext cx="145440" cy="194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05FC38A-CE89-899D-CB86-7F57010FF2A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520487" y="2103678"/>
                  <a:ext cx="164753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0C9420E-FC16-824C-D7CD-273AA53DEE15}"/>
                    </a:ext>
                  </a:extLst>
                </p14:cNvPr>
                <p14:cNvContentPartPr/>
                <p14:nvPr/>
              </p14:nvContentPartPr>
              <p14:xfrm>
                <a:off x="1906181" y="1909080"/>
                <a:ext cx="145440" cy="3301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0C9420E-FC16-824C-D7CD-273AA53DEE1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896327" y="1899614"/>
                  <a:ext cx="164753" cy="34944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9863E84-CC15-3278-0643-A69C7C19861C}"/>
                    </a:ext>
                  </a:extLst>
                </p14:cNvPr>
                <p14:cNvContentPartPr/>
                <p14:nvPr/>
              </p14:nvContentPartPr>
              <p14:xfrm>
                <a:off x="2085821" y="2018520"/>
                <a:ext cx="151200" cy="914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9863E84-CC15-3278-0643-A69C7C19861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075952" y="2009061"/>
                  <a:ext cx="170544" cy="11075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8F66CA9-957C-1AD4-9867-A9D33B6570BB}"/>
                    </a:ext>
                  </a:extLst>
                </p14:cNvPr>
                <p14:cNvContentPartPr/>
                <p14:nvPr/>
              </p14:nvContentPartPr>
              <p14:xfrm>
                <a:off x="2149181" y="2052000"/>
                <a:ext cx="69480" cy="763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8F66CA9-957C-1AD4-9867-A9D33B6570B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139706" y="2042165"/>
                  <a:ext cx="88824" cy="9559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C04804A-0165-3A7A-06BC-9B96FBA56077}"/>
                    </a:ext>
                  </a:extLst>
                </p14:cNvPr>
                <p14:cNvContentPartPr/>
                <p14:nvPr/>
              </p14:nvContentPartPr>
              <p14:xfrm>
                <a:off x="2308301" y="1943640"/>
                <a:ext cx="105480" cy="2527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C04804A-0165-3A7A-06BC-9B96FBA5607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298855" y="1934178"/>
                  <a:ext cx="124766" cy="27203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5193EFD-038E-C978-4D72-BFDE5D2F7066}"/>
                    </a:ext>
                  </a:extLst>
                </p14:cNvPr>
                <p14:cNvContentPartPr/>
                <p14:nvPr/>
              </p14:nvContentPartPr>
              <p14:xfrm>
                <a:off x="2430341" y="2047680"/>
                <a:ext cx="105120" cy="878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5193EFD-038E-C978-4D72-BFDE5D2F706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420856" y="2037832"/>
                  <a:ext cx="124484" cy="1071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9806535-3E03-E1E9-00C5-5E9F80804508}"/>
                    </a:ext>
                  </a:extLst>
                </p14:cNvPr>
                <p14:cNvContentPartPr/>
                <p14:nvPr/>
              </p14:nvContentPartPr>
              <p14:xfrm>
                <a:off x="2502341" y="1925640"/>
                <a:ext cx="175680" cy="2260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9806535-3E03-E1E9-00C5-5E9F80804508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492493" y="1916171"/>
                  <a:ext cx="194981" cy="24541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DA78422-F951-7FCA-F4B8-C5AB762FA976}"/>
                    </a:ext>
                  </a:extLst>
                </p14:cNvPr>
                <p14:cNvContentPartPr/>
                <p14:nvPr/>
              </p14:nvContentPartPr>
              <p14:xfrm>
                <a:off x="2881781" y="2038680"/>
                <a:ext cx="106920" cy="144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DA78422-F951-7FCA-F4B8-C5AB762FA97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872312" y="2028680"/>
                  <a:ext cx="126252" cy="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BB358A1-4837-290B-E1C5-82D0253244A1}"/>
                    </a:ext>
                  </a:extLst>
                </p14:cNvPr>
                <p14:cNvContentPartPr/>
                <p14:nvPr/>
              </p14:nvContentPartPr>
              <p14:xfrm>
                <a:off x="3113621" y="1989360"/>
                <a:ext cx="165960" cy="1004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BB358A1-4837-290B-E1C5-82D0253244A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104160" y="1979474"/>
                  <a:ext cx="185276" cy="11981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175D00B-90E0-5257-D35B-5AC4FB3C25B3}"/>
                    </a:ext>
                  </a:extLst>
                </p14:cNvPr>
                <p14:cNvContentPartPr/>
                <p14:nvPr/>
              </p14:nvContentPartPr>
              <p14:xfrm>
                <a:off x="3190661" y="2021760"/>
                <a:ext cx="62640" cy="730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175D00B-90E0-5257-D35B-5AC4FB3C25B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180812" y="2011884"/>
                  <a:ext cx="81944" cy="9243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CEDC658-9B48-ED95-20C8-E4308ED0D625}"/>
                    </a:ext>
                  </a:extLst>
                </p14:cNvPr>
                <p14:cNvContentPartPr/>
                <p14:nvPr/>
              </p14:nvContentPartPr>
              <p14:xfrm>
                <a:off x="3281381" y="1865520"/>
                <a:ext cx="143640" cy="2664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CEDC658-9B48-ED95-20C8-E4308ED0D62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271910" y="1856062"/>
                  <a:ext cx="162976" cy="28571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0AB5873-62BB-12A3-06C3-AAB55FA62D04}"/>
                    </a:ext>
                  </a:extLst>
                </p14:cNvPr>
                <p14:cNvContentPartPr/>
                <p14:nvPr/>
              </p14:nvContentPartPr>
              <p14:xfrm>
                <a:off x="3401261" y="1972080"/>
                <a:ext cx="182160" cy="1069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0AB5873-62BB-12A3-06C3-AAB55FA62D04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391798" y="1962611"/>
                  <a:ext cx="201480" cy="1262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9117ABA-31C6-3DE9-6CC6-F970A8283803}"/>
                    </a:ext>
                  </a:extLst>
                </p14:cNvPr>
                <p14:cNvContentPartPr/>
                <p14:nvPr/>
              </p14:nvContentPartPr>
              <p14:xfrm>
                <a:off x="3530861" y="1886040"/>
                <a:ext cx="131400" cy="2412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9117ABA-31C6-3DE9-6CC6-F970A828380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521391" y="1876581"/>
                  <a:ext cx="150735" cy="26051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087D5B5-412C-164E-932F-BB05F1E28476}"/>
                    </a:ext>
                  </a:extLst>
                </p14:cNvPr>
                <p14:cNvContentPartPr/>
                <p14:nvPr/>
              </p14:nvContentPartPr>
              <p14:xfrm>
                <a:off x="3752261" y="1837440"/>
                <a:ext cx="125280" cy="3614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087D5B5-412C-164E-932F-BB05F1E2847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742806" y="1827575"/>
                  <a:ext cx="144584" cy="3807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FC1216F-CBC2-0681-B64F-CF6E85493DEE}"/>
                    </a:ext>
                  </a:extLst>
                </p14:cNvPr>
                <p14:cNvContentPartPr/>
                <p14:nvPr/>
              </p14:nvContentPartPr>
              <p14:xfrm>
                <a:off x="4155101" y="2012760"/>
                <a:ext cx="139320" cy="154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FC1216F-CBC2-0681-B64F-CF6E85493DE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145629" y="2003234"/>
                  <a:ext cx="158659" cy="349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4EF7833-86F0-BF46-87E5-FD4F8A39FDCC}"/>
                    </a:ext>
                  </a:extLst>
                </p14:cNvPr>
                <p14:cNvContentPartPr/>
                <p14:nvPr/>
              </p14:nvContentPartPr>
              <p14:xfrm>
                <a:off x="4434821" y="1947600"/>
                <a:ext cx="129240" cy="2397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4EF7833-86F0-BF46-87E5-FD4F8A39FDC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424970" y="1937725"/>
                  <a:ext cx="148547" cy="25911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A30A5B0-5F3D-A638-8F71-E71D23B80CF2}"/>
                    </a:ext>
                  </a:extLst>
                </p14:cNvPr>
                <p14:cNvContentPartPr/>
                <p14:nvPr/>
              </p14:nvContentPartPr>
              <p14:xfrm>
                <a:off x="4402781" y="1825560"/>
                <a:ext cx="5400" cy="180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A30A5B0-5F3D-A638-8F71-E71D23B80CF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393524" y="1815777"/>
                  <a:ext cx="24300" cy="371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0A6DF71-CD69-792A-EB93-72F1DF96366D}"/>
                    </a:ext>
                  </a:extLst>
                </p14:cNvPr>
                <p14:cNvContentPartPr/>
                <p14:nvPr/>
              </p14:nvContentPartPr>
              <p14:xfrm>
                <a:off x="4627781" y="1777320"/>
                <a:ext cx="133560" cy="3006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0A6DF71-CD69-792A-EB93-72F1DF96366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618325" y="1767852"/>
                  <a:ext cx="152865" cy="3199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7AB0C8C-8752-651B-42B7-590C804CD787}"/>
                    </a:ext>
                  </a:extLst>
                </p14:cNvPr>
                <p14:cNvContentPartPr/>
                <p14:nvPr/>
              </p14:nvContentPartPr>
              <p14:xfrm>
                <a:off x="4844501" y="1962720"/>
                <a:ext cx="158400" cy="892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7AB0C8C-8752-651B-42B7-590C804CD78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835044" y="1952844"/>
                  <a:ext cx="177707" cy="10863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B4F2206-DB2A-A43E-A42E-2618B219AE58}"/>
                    </a:ext>
                  </a:extLst>
                </p14:cNvPr>
                <p14:cNvContentPartPr/>
                <p14:nvPr/>
              </p14:nvContentPartPr>
              <p14:xfrm>
                <a:off x="4924061" y="1974600"/>
                <a:ext cx="51480" cy="882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B4F2206-DB2A-A43E-A42E-2618B219AE58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914161" y="1964712"/>
                  <a:ext cx="70884" cy="1075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E9B14C5-8997-CF59-5CFB-A61685524DDA}"/>
                    </a:ext>
                  </a:extLst>
                </p14:cNvPr>
                <p14:cNvContentPartPr/>
                <p14:nvPr/>
              </p14:nvContentPartPr>
              <p14:xfrm>
                <a:off x="5041421" y="1846800"/>
                <a:ext cx="147600" cy="2404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E9B14C5-8997-CF59-5CFB-A61685524DD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031949" y="1836944"/>
                  <a:ext cx="166938" cy="25979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E65A8BA-EC0F-1980-8F2D-93A945EFD981}"/>
                    </a:ext>
                  </a:extLst>
                </p14:cNvPr>
                <p14:cNvContentPartPr/>
                <p14:nvPr/>
              </p14:nvContentPartPr>
              <p14:xfrm>
                <a:off x="5219621" y="1911600"/>
                <a:ext cx="44280" cy="1083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E65A8BA-EC0F-1980-8F2D-93A945EFD98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210132" y="1902143"/>
                  <a:ext cx="63653" cy="12766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514259EC-B3AE-5889-A143-88CE8485C2C8}"/>
                    </a:ext>
                  </a:extLst>
                </p14:cNvPr>
                <p14:cNvContentPartPr/>
                <p14:nvPr/>
              </p14:nvContentPartPr>
              <p14:xfrm>
                <a:off x="5252381" y="1838880"/>
                <a:ext cx="163440" cy="2178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514259EC-B3AE-5889-A143-88CE8485C2C8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242511" y="1829410"/>
                  <a:ext cx="182784" cy="2371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A553DC6-E589-F9AB-DA9F-985420754800}"/>
                    </a:ext>
                  </a:extLst>
                </p14:cNvPr>
                <p14:cNvContentPartPr/>
                <p14:nvPr/>
              </p14:nvContentPartPr>
              <p14:xfrm>
                <a:off x="5576381" y="1978560"/>
                <a:ext cx="131040" cy="111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A553DC6-E589-F9AB-DA9F-98542075480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566543" y="1969324"/>
                  <a:ext cx="150322" cy="300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B709FCE0-6B8A-7199-EAC9-C17BF176D275}"/>
                    </a:ext>
                  </a:extLst>
                </p14:cNvPr>
                <p14:cNvContentPartPr/>
                <p14:nvPr/>
              </p14:nvContentPartPr>
              <p14:xfrm>
                <a:off x="5818661" y="1902240"/>
                <a:ext cx="181080" cy="1184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B709FCE0-6B8A-7199-EAC9-C17BF176D27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809193" y="1892370"/>
                  <a:ext cx="200411" cy="13778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6883E9C-A16A-F9C7-C9D4-3A8B858FDB03}"/>
                    </a:ext>
                  </a:extLst>
                </p14:cNvPr>
                <p14:cNvContentPartPr/>
                <p14:nvPr/>
              </p14:nvContentPartPr>
              <p14:xfrm>
                <a:off x="5876261" y="1946880"/>
                <a:ext cx="110160" cy="846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6883E9C-A16A-F9C7-C9D4-3A8B858FDB03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866390" y="1936997"/>
                  <a:ext cx="129507" cy="1039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0677D0D7-1B8B-8644-FC8D-278B72F492A7}"/>
                    </a:ext>
                  </a:extLst>
                </p14:cNvPr>
                <p14:cNvContentPartPr/>
                <p14:nvPr/>
              </p14:nvContentPartPr>
              <p14:xfrm>
                <a:off x="6067061" y="1794960"/>
                <a:ext cx="143280" cy="2581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0677D0D7-1B8B-8644-FC8D-278B72F492A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057588" y="1785093"/>
                  <a:ext cx="162621" cy="2774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7C35B444-98FA-1A05-32D3-522689D4E985}"/>
                    </a:ext>
                  </a:extLst>
                </p14:cNvPr>
                <p14:cNvContentPartPr/>
                <p14:nvPr/>
              </p14:nvContentPartPr>
              <p14:xfrm>
                <a:off x="6203501" y="1886040"/>
                <a:ext cx="145080" cy="1393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7C35B444-98FA-1A05-32D3-522689D4E985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194039" y="1876173"/>
                  <a:ext cx="164398" cy="1586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98E775A2-C556-9521-B6C9-579999139DB3}"/>
                    </a:ext>
                  </a:extLst>
                </p14:cNvPr>
                <p14:cNvContentPartPr/>
                <p14:nvPr/>
              </p14:nvContentPartPr>
              <p14:xfrm>
                <a:off x="6375221" y="1817640"/>
                <a:ext cx="133920" cy="2228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98E775A2-C556-9521-B6C9-579999139DB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365740" y="1807780"/>
                  <a:ext cx="153277" cy="2421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775D7ED5-64FF-A266-876C-0D3A78F2CACB}"/>
                    </a:ext>
                  </a:extLst>
                </p14:cNvPr>
                <p14:cNvContentPartPr/>
                <p14:nvPr/>
              </p14:nvContentPartPr>
              <p14:xfrm>
                <a:off x="6530021" y="1756080"/>
                <a:ext cx="137520" cy="3304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775D7ED5-64FF-A266-876C-0D3A78F2CACB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520564" y="1746615"/>
                  <a:ext cx="156828" cy="34980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5739517-3C91-402C-9876-83E086838159}"/>
                    </a:ext>
                  </a:extLst>
                </p14:cNvPr>
                <p14:cNvContentPartPr/>
                <p14:nvPr/>
              </p14:nvContentPartPr>
              <p14:xfrm>
                <a:off x="1058381" y="2617920"/>
                <a:ext cx="253080" cy="2498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5739517-3C91-402C-9876-83E086838159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48920" y="2608447"/>
                  <a:ext cx="272396" cy="2691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7B2BABCE-B118-1DA7-2A89-AD6F82893CB6}"/>
                    </a:ext>
                  </a:extLst>
                </p14:cNvPr>
                <p14:cNvContentPartPr/>
                <p14:nvPr/>
              </p14:nvContentPartPr>
              <p14:xfrm>
                <a:off x="1126061" y="2653920"/>
                <a:ext cx="102960" cy="2685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7B2BABCE-B118-1DA7-2A89-AD6F82893CB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116199" y="2644455"/>
                  <a:ext cx="122290" cy="2878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F39FB0F-891C-B77B-8EEE-89D8F1F1211B}"/>
                    </a:ext>
                  </a:extLst>
                </p14:cNvPr>
                <p14:cNvContentPartPr/>
                <p14:nvPr/>
              </p14:nvContentPartPr>
              <p14:xfrm>
                <a:off x="1339541" y="2884680"/>
                <a:ext cx="145800" cy="1051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F39FB0F-891C-B77B-8EEE-89D8F1F1211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329663" y="2875195"/>
                  <a:ext cx="165161" cy="1244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DD8C894-0F66-E160-C30B-13C5B6D6DB3E}"/>
                    </a:ext>
                  </a:extLst>
                </p14:cNvPr>
                <p14:cNvContentPartPr/>
                <p14:nvPr/>
              </p14:nvContentPartPr>
              <p14:xfrm>
                <a:off x="1567061" y="2819160"/>
                <a:ext cx="123840" cy="194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DD8C894-0F66-E160-C30B-13C5B6D6DB3E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557596" y="2809829"/>
                  <a:ext cx="143165" cy="384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70BA753-9723-34FA-1ADE-1CDE3160769F}"/>
                    </a:ext>
                  </a:extLst>
                </p14:cNvPr>
                <p14:cNvContentPartPr/>
                <p14:nvPr/>
              </p14:nvContentPartPr>
              <p14:xfrm>
                <a:off x="1575701" y="2748240"/>
                <a:ext cx="103320" cy="244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70BA753-9723-34FA-1ADE-1CDE3160769F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566237" y="2738764"/>
                  <a:ext cx="122643" cy="4382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8A4DD92-62C4-A27E-CAB8-DE0822F3E209}"/>
                    </a:ext>
                  </a:extLst>
                </p14:cNvPr>
                <p14:cNvContentPartPr/>
                <p14:nvPr/>
              </p14:nvContentPartPr>
              <p14:xfrm>
                <a:off x="1946501" y="2562480"/>
                <a:ext cx="79200" cy="3376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8A4DD92-62C4-A27E-CAB8-DE0822F3E209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937044" y="2553012"/>
                  <a:ext cx="98507" cy="35701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6A414ABA-3B8A-F6C4-0466-3CD333125C26}"/>
                    </a:ext>
                  </a:extLst>
                </p14:cNvPr>
                <p14:cNvContentPartPr/>
                <p14:nvPr/>
              </p14:nvContentPartPr>
              <p14:xfrm>
                <a:off x="2126501" y="2733480"/>
                <a:ext cx="153360" cy="1116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A414ABA-3B8A-F6C4-0466-3CD333125C26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116645" y="2723621"/>
                  <a:ext cx="172678" cy="13092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569D8BEB-CE65-A4CE-B95A-70BF2DBD1714}"/>
                    </a:ext>
                  </a:extLst>
                </p14:cNvPr>
                <p14:cNvContentPartPr/>
                <p14:nvPr/>
              </p14:nvContentPartPr>
              <p14:xfrm>
                <a:off x="2189141" y="2774160"/>
                <a:ext cx="66960" cy="802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569D8BEB-CE65-A4CE-B95A-70BF2DBD1714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179632" y="2764669"/>
                  <a:ext cx="86374" cy="996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AFB5B9A-6601-7D57-1E42-5DF90C6D9B5E}"/>
                    </a:ext>
                  </a:extLst>
                </p14:cNvPr>
                <p14:cNvContentPartPr/>
                <p14:nvPr/>
              </p14:nvContentPartPr>
              <p14:xfrm>
                <a:off x="2306501" y="2631960"/>
                <a:ext cx="162720" cy="2934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AFB5B9A-6601-7D57-1E42-5DF90C6D9B5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296651" y="2622101"/>
                  <a:ext cx="182026" cy="31272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953425A2-8983-9A12-81C4-EA8B460FC3DD}"/>
                    </a:ext>
                  </a:extLst>
                </p14:cNvPr>
                <p14:cNvContentPartPr/>
                <p14:nvPr/>
              </p14:nvContentPartPr>
              <p14:xfrm>
                <a:off x="2467061" y="2724840"/>
                <a:ext cx="128520" cy="1152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953425A2-8983-9A12-81C4-EA8B460FC3DD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457205" y="2714977"/>
                  <a:ext cx="147837" cy="13453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E9E45784-3937-82BE-363B-5B21557CC079}"/>
                    </a:ext>
                  </a:extLst>
                </p14:cNvPr>
                <p14:cNvContentPartPr/>
                <p14:nvPr/>
              </p14:nvContentPartPr>
              <p14:xfrm>
                <a:off x="2572181" y="2609640"/>
                <a:ext cx="146880" cy="2628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E9E45784-3937-82BE-363B-5B21557CC079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562336" y="2600184"/>
                  <a:ext cx="166175" cy="28210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0BDC453F-E1C0-69A0-BCF3-2091710105CE}"/>
                    </a:ext>
                  </a:extLst>
                </p14:cNvPr>
                <p14:cNvContentPartPr/>
                <p14:nvPr/>
              </p14:nvContentPartPr>
              <p14:xfrm>
                <a:off x="2927501" y="2712600"/>
                <a:ext cx="42480" cy="1270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0BDC453F-E1C0-69A0-BCF3-2091710105CE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918061" y="2702764"/>
                  <a:ext cx="61753" cy="1463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483D381-F70E-E235-980E-BEAA86D55A5A}"/>
                    </a:ext>
                  </a:extLst>
                </p14:cNvPr>
                <p14:cNvContentPartPr/>
                <p14:nvPr/>
              </p14:nvContentPartPr>
              <p14:xfrm>
                <a:off x="2887541" y="2778480"/>
                <a:ext cx="105480" cy="147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483D381-F70E-E235-980E-BEAA86D55A5A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878095" y="2768906"/>
                  <a:ext cx="124766" cy="3430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189E51B-ADDC-81AA-0F07-C8755AF15442}"/>
                    </a:ext>
                  </a:extLst>
                </p14:cNvPr>
                <p14:cNvContentPartPr/>
                <p14:nvPr/>
              </p14:nvContentPartPr>
              <p14:xfrm>
                <a:off x="3157181" y="2733480"/>
                <a:ext cx="127080" cy="1022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189E51B-ADDC-81AA-0F07-C8755AF15442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147709" y="2723611"/>
                  <a:ext cx="146418" cy="1215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DE15EEA-BAC5-4690-C2B5-45E67D52CF24}"/>
                    </a:ext>
                  </a:extLst>
                </p14:cNvPr>
                <p14:cNvContentPartPr/>
                <p14:nvPr/>
              </p14:nvContentPartPr>
              <p14:xfrm>
                <a:off x="3189221" y="2755440"/>
                <a:ext cx="73440" cy="903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DE15EEA-BAC5-4690-C2B5-45E67D52CF24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179350" y="2745575"/>
                  <a:ext cx="92787" cy="1096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839CFA48-C620-D3B6-3679-CFF6F3101F77}"/>
                    </a:ext>
                  </a:extLst>
                </p14:cNvPr>
                <p14:cNvContentPartPr/>
                <p14:nvPr/>
              </p14:nvContentPartPr>
              <p14:xfrm>
                <a:off x="3287861" y="2610360"/>
                <a:ext cx="134640" cy="2433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839CFA48-C620-D3B6-3679-CFF6F3101F77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277990" y="2600499"/>
                  <a:ext cx="153987" cy="26268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C65D7E6-1BED-FFBD-D195-BEF3BD77B840}"/>
                    </a:ext>
                  </a:extLst>
                </p14:cNvPr>
                <p14:cNvContentPartPr/>
                <p14:nvPr/>
              </p14:nvContentPartPr>
              <p14:xfrm>
                <a:off x="3424661" y="2701440"/>
                <a:ext cx="153360" cy="1036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C65D7E6-1BED-FFBD-D195-BEF3BD77B840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414780" y="2691584"/>
                  <a:ext cx="172728" cy="12299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27954174-252F-FF52-E5A9-B95DED8A06A9}"/>
                    </a:ext>
                  </a:extLst>
                </p14:cNvPr>
                <p14:cNvContentPartPr/>
                <p14:nvPr/>
              </p14:nvContentPartPr>
              <p14:xfrm>
                <a:off x="3566861" y="2630160"/>
                <a:ext cx="144360" cy="2577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27954174-252F-FF52-E5A9-B95DED8A06A9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557000" y="2620292"/>
                  <a:ext cx="163687" cy="27710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DC2436C5-06C2-5419-BF9C-7C8C0689EF72}"/>
                    </a:ext>
                  </a:extLst>
                </p14:cNvPr>
                <p14:cNvContentPartPr/>
                <p14:nvPr/>
              </p14:nvContentPartPr>
              <p14:xfrm>
                <a:off x="3725981" y="2570400"/>
                <a:ext cx="121320" cy="30672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DC2436C5-06C2-5419-BF9C-7C8C0689EF72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716102" y="2560544"/>
                  <a:ext cx="140684" cy="32603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948ECF21-5855-CA21-0702-5C21207D5A47}"/>
                    </a:ext>
                  </a:extLst>
                </p14:cNvPr>
                <p14:cNvContentPartPr/>
                <p14:nvPr/>
              </p14:nvContentPartPr>
              <p14:xfrm>
                <a:off x="4485581" y="2526840"/>
                <a:ext cx="131400" cy="3445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948ECF21-5855-CA21-0702-5C21207D5A47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475716" y="2517369"/>
                  <a:ext cx="150735" cy="3638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03A543F-6125-4E83-6073-1619ADC5EF43}"/>
                    </a:ext>
                  </a:extLst>
                </p14:cNvPr>
                <p14:cNvContentPartPr/>
                <p14:nvPr/>
              </p14:nvContentPartPr>
              <p14:xfrm>
                <a:off x="4657661" y="2666160"/>
                <a:ext cx="198360" cy="1173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03A543F-6125-4E83-6073-1619ADC5EF43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648197" y="2656676"/>
                  <a:ext cx="217683" cy="1367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8FE90393-FB84-B21E-90E8-127A5013E990}"/>
                    </a:ext>
                  </a:extLst>
                </p14:cNvPr>
                <p14:cNvContentPartPr/>
                <p14:nvPr/>
              </p14:nvContentPartPr>
              <p14:xfrm>
                <a:off x="4737941" y="2695680"/>
                <a:ext cx="90720" cy="799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8FE90393-FB84-B21E-90E8-127A5013E990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728080" y="2685789"/>
                  <a:ext cx="110047" cy="9930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723FDF42-5B97-1A12-A1EF-D874D4DC90BD}"/>
                    </a:ext>
                  </a:extLst>
                </p14:cNvPr>
                <p14:cNvContentPartPr/>
                <p14:nvPr/>
              </p14:nvContentPartPr>
              <p14:xfrm>
                <a:off x="4890941" y="2546280"/>
                <a:ext cx="142920" cy="2296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723FDF42-5B97-1A12-A1EF-D874D4DC90BD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881071" y="2536414"/>
                  <a:ext cx="162266" cy="2490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8F8A75ED-2F33-791F-72E4-BF44738FAF36}"/>
                    </a:ext>
                  </a:extLst>
                </p14:cNvPr>
                <p14:cNvContentPartPr/>
                <p14:nvPr/>
              </p14:nvContentPartPr>
              <p14:xfrm>
                <a:off x="5077781" y="2653920"/>
                <a:ext cx="48960" cy="1080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8F8A75ED-2F33-791F-72E4-BF44738FAF36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068305" y="2644460"/>
                  <a:ext cx="68307" cy="12731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1821C15-E493-2186-6027-A3931F13A56B}"/>
                    </a:ext>
                  </a:extLst>
                </p14:cNvPr>
                <p14:cNvContentPartPr/>
                <p14:nvPr/>
              </p14:nvContentPartPr>
              <p14:xfrm>
                <a:off x="5146541" y="2566440"/>
                <a:ext cx="143640" cy="2199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1821C15-E493-2186-6027-A3931F13A56B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137096" y="2556979"/>
                  <a:ext cx="162923" cy="2392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84F9A439-DD02-39E3-69A9-FA6D4D15C0AC}"/>
                    </a:ext>
                  </a:extLst>
                </p14:cNvPr>
                <p14:cNvContentPartPr/>
                <p14:nvPr/>
              </p14:nvContentPartPr>
              <p14:xfrm>
                <a:off x="5547221" y="2605680"/>
                <a:ext cx="41760" cy="1328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84F9A439-DD02-39E3-69A9-FA6D4D15C0AC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537372" y="2595825"/>
                  <a:ext cx="61064" cy="1521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D50EF618-42A2-3905-2FA2-EA151700AD4F}"/>
                    </a:ext>
                  </a:extLst>
                </p14:cNvPr>
                <p14:cNvContentPartPr/>
                <p14:nvPr/>
              </p14:nvContentPartPr>
              <p14:xfrm>
                <a:off x="5542901" y="2675160"/>
                <a:ext cx="123840" cy="169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D50EF618-42A2-3905-2FA2-EA151700AD4F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533041" y="2665716"/>
                  <a:ext cx="143165" cy="3620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9BECF891-295A-E1A6-7958-E5631DE77F4B}"/>
                    </a:ext>
                  </a:extLst>
                </p14:cNvPr>
                <p14:cNvContentPartPr/>
                <p14:nvPr/>
              </p14:nvContentPartPr>
              <p14:xfrm>
                <a:off x="5780141" y="2636640"/>
                <a:ext cx="166680" cy="867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9BECF891-295A-E1A6-7958-E5631DE77F4B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770662" y="2627175"/>
                  <a:ext cx="186034" cy="1060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050B406E-E45E-0B30-DAFD-61BDF7E3B9EC}"/>
                    </a:ext>
                  </a:extLst>
                </p14:cNvPr>
                <p14:cNvContentPartPr/>
                <p14:nvPr/>
              </p14:nvContentPartPr>
              <p14:xfrm>
                <a:off x="5853941" y="2658960"/>
                <a:ext cx="72000" cy="925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050B406E-E45E-0B30-DAFD-61BDF7E3B9EC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844446" y="2649511"/>
                  <a:ext cx="91385" cy="11181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A64B8599-DFB4-A2AF-AE59-D71AFC4FD194}"/>
                    </a:ext>
                  </a:extLst>
                </p14:cNvPr>
                <p14:cNvContentPartPr/>
                <p14:nvPr/>
              </p14:nvContentPartPr>
              <p14:xfrm>
                <a:off x="6019901" y="2538360"/>
                <a:ext cx="131040" cy="24408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A64B8599-DFB4-A2AF-AE59-D71AFC4FD194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010034" y="2528502"/>
                  <a:ext cx="150380" cy="26340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55870C47-0857-274A-B7E2-31DA5BB11455}"/>
                    </a:ext>
                  </a:extLst>
                </p14:cNvPr>
                <p14:cNvContentPartPr/>
                <p14:nvPr/>
              </p14:nvContentPartPr>
              <p14:xfrm>
                <a:off x="6184781" y="2615040"/>
                <a:ext cx="110880" cy="1393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55870C47-0857-274A-B7E2-31DA5BB11455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174916" y="2605568"/>
                  <a:ext cx="130215" cy="1586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88DBCFDA-B5D5-E723-8AF6-B2A71CECDA92}"/>
                    </a:ext>
                  </a:extLst>
                </p14:cNvPr>
                <p14:cNvContentPartPr/>
                <p14:nvPr/>
              </p14:nvContentPartPr>
              <p14:xfrm>
                <a:off x="6321221" y="2539440"/>
                <a:ext cx="131760" cy="2350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88DBCFDA-B5D5-E723-8AF6-B2A71CECDA92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311753" y="2529974"/>
                  <a:ext cx="151090" cy="25440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6BFE6B25-2495-AFB4-81A3-F746A5A0DFCF}"/>
                    </a:ext>
                  </a:extLst>
                </p14:cNvPr>
                <p14:cNvContentPartPr/>
                <p14:nvPr/>
              </p14:nvContentPartPr>
              <p14:xfrm>
                <a:off x="6511301" y="2480400"/>
                <a:ext cx="164520" cy="3319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6BFE6B25-2495-AFB4-81A3-F746A5A0DFCF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501438" y="2470533"/>
                  <a:ext cx="183852" cy="3512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0A2B9FFA-406B-13B4-7E9A-9F6362FB6EEF}"/>
                    </a:ext>
                  </a:extLst>
                </p14:cNvPr>
                <p14:cNvContentPartPr/>
                <p14:nvPr/>
              </p14:nvContentPartPr>
              <p14:xfrm>
                <a:off x="1084661" y="3299760"/>
                <a:ext cx="264600" cy="27180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0A2B9FFA-406B-13B4-7E9A-9F6362FB6EEF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75197" y="3289898"/>
                  <a:ext cx="283923" cy="2911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7D264253-F794-516D-A369-F92558821BE2}"/>
                    </a:ext>
                  </a:extLst>
                </p14:cNvPr>
                <p14:cNvContentPartPr/>
                <p14:nvPr/>
              </p14:nvContentPartPr>
              <p14:xfrm>
                <a:off x="1156301" y="3332880"/>
                <a:ext cx="109800" cy="2635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7D264253-F794-516D-A369-F92558821BE2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146856" y="3323412"/>
                  <a:ext cx="129084" cy="2828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6927FB03-370C-002E-1F51-1D4B7ABB8BF4}"/>
                    </a:ext>
                  </a:extLst>
                </p14:cNvPr>
                <p14:cNvContentPartPr/>
                <p14:nvPr/>
              </p14:nvContentPartPr>
              <p14:xfrm>
                <a:off x="1368341" y="3573360"/>
                <a:ext cx="130320" cy="1558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6927FB03-370C-002E-1F51-1D4B7ABB8BF4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358892" y="3563494"/>
                  <a:ext cx="149612" cy="1752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406A80FC-6DAA-7A58-E2B0-7687261102FF}"/>
                    </a:ext>
                  </a:extLst>
                </p14:cNvPr>
                <p14:cNvContentPartPr/>
                <p14:nvPr/>
              </p14:nvContentPartPr>
              <p14:xfrm>
                <a:off x="1536821" y="3540240"/>
                <a:ext cx="126360" cy="198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406A80FC-6DAA-7A58-E2B0-7687261102FF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526980" y="3530340"/>
                  <a:ext cx="145649" cy="3920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F8E32407-D74E-E7F5-850C-C1D0AF0ED2DA}"/>
                    </a:ext>
                  </a:extLst>
                </p14:cNvPr>
                <p14:cNvContentPartPr/>
                <p14:nvPr/>
              </p14:nvContentPartPr>
              <p14:xfrm>
                <a:off x="1545101" y="3468600"/>
                <a:ext cx="130680" cy="241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F8E32407-D74E-E7F5-850C-C1D0AF0ED2DA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535261" y="3458715"/>
                  <a:ext cx="149967" cy="434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D57984F7-69B2-19F7-9090-72DDD95649BD}"/>
                    </a:ext>
                  </a:extLst>
                </p14:cNvPr>
                <p14:cNvContentPartPr/>
                <p14:nvPr/>
              </p14:nvContentPartPr>
              <p14:xfrm>
                <a:off x="1940381" y="3265560"/>
                <a:ext cx="143640" cy="3502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D57984F7-69B2-19F7-9090-72DDD95649BD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930516" y="3256082"/>
                  <a:ext cx="162976" cy="3696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0FB3DA51-DE55-99DE-D3D2-D803741BDA29}"/>
                    </a:ext>
                  </a:extLst>
                </p14:cNvPr>
                <p14:cNvContentPartPr/>
                <p14:nvPr/>
              </p14:nvContentPartPr>
              <p14:xfrm>
                <a:off x="2119661" y="3386520"/>
                <a:ext cx="189000" cy="1191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0FB3DA51-DE55-99DE-D3D2-D803741BDA29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110191" y="3376656"/>
                  <a:ext cx="208334" cy="1384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580397E3-39D3-BC8F-1E45-CE0E25F1B4C2}"/>
                    </a:ext>
                  </a:extLst>
                </p14:cNvPr>
                <p14:cNvContentPartPr/>
                <p14:nvPr/>
              </p14:nvContentPartPr>
              <p14:xfrm>
                <a:off x="2218301" y="3420360"/>
                <a:ext cx="69120" cy="1101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580397E3-39D3-BC8F-1E45-CE0E25F1B4C2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208822" y="3410918"/>
                  <a:ext cx="88474" cy="12943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42B4F450-6952-4F3D-E442-E69176759057}"/>
                    </a:ext>
                  </a:extLst>
                </p14:cNvPr>
                <p14:cNvContentPartPr/>
                <p14:nvPr/>
              </p14:nvContentPartPr>
              <p14:xfrm>
                <a:off x="2338541" y="3314160"/>
                <a:ext cx="153360" cy="2167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42B4F450-6952-4F3D-E442-E69176759057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329055" y="3304309"/>
                  <a:ext cx="172728" cy="2360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43A6699E-BDAD-1A27-696D-D424C9F9D29F}"/>
                    </a:ext>
                  </a:extLst>
                </p14:cNvPr>
                <p14:cNvContentPartPr/>
                <p14:nvPr/>
              </p14:nvContentPartPr>
              <p14:xfrm>
                <a:off x="2509901" y="3395880"/>
                <a:ext cx="104040" cy="9468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43A6699E-BDAD-1A27-696D-D424C9F9D29F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2500049" y="3386017"/>
                  <a:ext cx="123350" cy="11401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5983D55D-D332-CBA8-9B6B-431BD665E85C}"/>
                    </a:ext>
                  </a:extLst>
                </p14:cNvPr>
                <p14:cNvContentPartPr/>
                <p14:nvPr/>
              </p14:nvContentPartPr>
              <p14:xfrm>
                <a:off x="2585141" y="3276360"/>
                <a:ext cx="133920" cy="24624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5983D55D-D332-CBA8-9B6B-431BD665E85C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575660" y="3266510"/>
                  <a:ext cx="153277" cy="26554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B7C1284D-FCB5-E959-B519-E9E0EB5373B5}"/>
                    </a:ext>
                  </a:extLst>
                </p14:cNvPr>
                <p14:cNvContentPartPr/>
                <p14:nvPr/>
              </p14:nvContentPartPr>
              <p14:xfrm>
                <a:off x="2953781" y="3417840"/>
                <a:ext cx="100080" cy="684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B7C1284D-FCB5-E959-B519-E9E0EB5373B5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2943931" y="3407781"/>
                  <a:ext cx="119387" cy="265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8C2EF320-F2E7-A53A-66FE-6DB9F1888AC2}"/>
                    </a:ext>
                  </a:extLst>
                </p14:cNvPr>
                <p14:cNvContentPartPr/>
                <p14:nvPr/>
              </p14:nvContentPartPr>
              <p14:xfrm>
                <a:off x="3165461" y="3383640"/>
                <a:ext cx="151200" cy="10260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8C2EF320-F2E7-A53A-66FE-6DB9F1888AC2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155986" y="3374169"/>
                  <a:ext cx="170544" cy="12193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301A5600-1BB9-BB99-96C3-E40E1AF6CEAA}"/>
                    </a:ext>
                  </a:extLst>
                </p14:cNvPr>
                <p14:cNvContentPartPr/>
                <p14:nvPr/>
              </p14:nvContentPartPr>
              <p14:xfrm>
                <a:off x="3202901" y="3392640"/>
                <a:ext cx="90000" cy="1083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301A5600-1BB9-BB99-96C3-E40E1AF6CEAA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3193033" y="3383183"/>
                  <a:ext cx="109342" cy="12766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7BA5E8A3-56D5-F9A6-4669-B19B832C8E25}"/>
                    </a:ext>
                  </a:extLst>
                </p14:cNvPr>
                <p14:cNvContentPartPr/>
                <p14:nvPr/>
              </p14:nvContentPartPr>
              <p14:xfrm>
                <a:off x="3369941" y="3294000"/>
                <a:ext cx="170280" cy="2235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7BA5E8A3-56D5-F9A6-4669-B19B832C8E25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360064" y="3284143"/>
                  <a:ext cx="189639" cy="24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3AAB4F3-9C20-6E25-1E50-2F9683AE93D9}"/>
                    </a:ext>
                  </a:extLst>
                </p14:cNvPr>
                <p14:cNvContentPartPr/>
                <p14:nvPr/>
              </p14:nvContentPartPr>
              <p14:xfrm>
                <a:off x="3540941" y="3368880"/>
                <a:ext cx="164880" cy="11160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3AAB4F3-9C20-6E25-1E50-2F9683AE93D9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531474" y="3359021"/>
                  <a:ext cx="184208" cy="13092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2A46DD46-FFC5-727F-D4BF-216739B089E3}"/>
                    </a:ext>
                  </a:extLst>
                </p14:cNvPr>
                <p14:cNvContentPartPr/>
                <p14:nvPr/>
              </p14:nvContentPartPr>
              <p14:xfrm>
                <a:off x="3656141" y="3283200"/>
                <a:ext cx="133560" cy="24588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2A46DD46-FFC5-727F-D4BF-216739B089E3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646262" y="3273333"/>
                  <a:ext cx="152922" cy="2652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A0C5FA72-9EF7-8C61-069B-048D25CFAC61}"/>
                    </a:ext>
                  </a:extLst>
                </p14:cNvPr>
                <p14:cNvContentPartPr/>
                <p14:nvPr/>
              </p14:nvContentPartPr>
              <p14:xfrm>
                <a:off x="3804101" y="3195360"/>
                <a:ext cx="205560" cy="3585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A0C5FA72-9EF7-8C61-069B-048D25CFAC61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794237" y="3185499"/>
                  <a:ext cx="224893" cy="37788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5711BA3A-CA54-ACD8-F78E-0C1310033860}"/>
                    </a:ext>
                  </a:extLst>
                </p14:cNvPr>
                <p14:cNvContentPartPr/>
                <p14:nvPr/>
              </p14:nvContentPartPr>
              <p14:xfrm>
                <a:off x="4316021" y="3344400"/>
                <a:ext cx="46800" cy="13428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5711BA3A-CA54-ACD8-F78E-0C1310033860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306582" y="3334526"/>
                  <a:ext cx="66071" cy="15363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E06C52DF-2BA8-D38C-94CA-1C1E05B3479D}"/>
                    </a:ext>
                  </a:extLst>
                </p14:cNvPr>
                <p14:cNvContentPartPr/>
                <p14:nvPr/>
              </p14:nvContentPartPr>
              <p14:xfrm>
                <a:off x="4224581" y="3429000"/>
                <a:ext cx="183600" cy="684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E06C52DF-2BA8-D38C-94CA-1C1E05B3479D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4214731" y="3419344"/>
                  <a:ext cx="202906" cy="265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A2EC280F-9024-03BD-4D45-3ED6D29A0FBF}"/>
                    </a:ext>
                  </a:extLst>
                </p14:cNvPr>
                <p14:cNvContentPartPr/>
                <p14:nvPr/>
              </p14:nvContentPartPr>
              <p14:xfrm>
                <a:off x="4607981" y="3438000"/>
                <a:ext cx="96120" cy="22680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A2EC280F-9024-03BD-4D45-3ED6D29A0FBF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4598527" y="3428139"/>
                  <a:ext cx="115423" cy="24612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F098D208-B51D-8B29-0489-E164CF7B18E7}"/>
                    </a:ext>
                  </a:extLst>
                </p14:cNvPr>
                <p14:cNvContentPartPr/>
                <p14:nvPr/>
              </p14:nvContentPartPr>
              <p14:xfrm>
                <a:off x="4578461" y="3327480"/>
                <a:ext cx="4320" cy="720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F098D208-B51D-8B29-0489-E164CF7B18E7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4569036" y="3317480"/>
                  <a:ext cx="23564" cy="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D03F1AF2-58B6-E940-E3A3-8D425D2FA690}"/>
                    </a:ext>
                  </a:extLst>
                </p14:cNvPr>
                <p14:cNvContentPartPr/>
                <p14:nvPr/>
              </p14:nvContentPartPr>
              <p14:xfrm>
                <a:off x="4780061" y="3242160"/>
                <a:ext cx="137160" cy="2883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D03F1AF2-58B6-E940-E3A3-8D425D2FA690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4770208" y="3232693"/>
                  <a:ext cx="156473" cy="30768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FE5DD2E6-A20E-A1B0-67CF-9984558578E5}"/>
                    </a:ext>
                  </a:extLst>
                </p14:cNvPr>
                <p14:cNvContentPartPr/>
                <p14:nvPr/>
              </p14:nvContentPartPr>
              <p14:xfrm>
                <a:off x="5031341" y="3373200"/>
                <a:ext cx="135360" cy="9576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FE5DD2E6-A20E-A1B0-67CF-9984558578E5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5021870" y="3363348"/>
                  <a:ext cx="154697" cy="11507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9C772999-E9D9-632A-2084-0531F250C0F0}"/>
                    </a:ext>
                  </a:extLst>
                </p14:cNvPr>
                <p14:cNvContentPartPr/>
                <p14:nvPr/>
              </p14:nvContentPartPr>
              <p14:xfrm>
                <a:off x="5078141" y="3394440"/>
                <a:ext cx="72000" cy="11160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9C772999-E9D9-632A-2084-0531F250C0F0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5068305" y="3384976"/>
                  <a:ext cx="91279" cy="13092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1CCD066B-5AD8-959D-FFB9-9363EE9FD454}"/>
                    </a:ext>
                  </a:extLst>
                </p14:cNvPr>
                <p14:cNvContentPartPr/>
                <p14:nvPr/>
              </p14:nvContentPartPr>
              <p14:xfrm>
                <a:off x="5252741" y="3328920"/>
                <a:ext cx="122760" cy="18432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1CCD066B-5AD8-959D-FFB9-9363EE9FD454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5243268" y="3319074"/>
                  <a:ext cx="142102" cy="20361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8E498C35-ACC6-9478-AD04-399FC2E98720}"/>
                    </a:ext>
                  </a:extLst>
                </p14:cNvPr>
                <p14:cNvContentPartPr/>
                <p14:nvPr/>
              </p14:nvContentPartPr>
              <p14:xfrm>
                <a:off x="5403221" y="3377520"/>
                <a:ext cx="28080" cy="9792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8E498C35-ACC6-9478-AD04-399FC2E98720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5393729" y="3368044"/>
                  <a:ext cx="47459" cy="1172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BA48B9C-49E1-BC43-D2DA-E69DC52843B1}"/>
                    </a:ext>
                  </a:extLst>
                </p14:cNvPr>
                <p14:cNvContentPartPr/>
                <p14:nvPr/>
              </p14:nvContentPartPr>
              <p14:xfrm>
                <a:off x="5462981" y="3307320"/>
                <a:ext cx="143640" cy="20268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FBA48B9C-49E1-BC43-D2DA-E69DC52843B1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5453510" y="3297443"/>
                  <a:ext cx="162976" cy="22203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3FA267ED-F7CB-3E89-2D6E-9028DF96F6DF}"/>
                    </a:ext>
                  </a:extLst>
                </p14:cNvPr>
                <p14:cNvContentPartPr/>
                <p14:nvPr/>
              </p14:nvContentPartPr>
              <p14:xfrm>
                <a:off x="5784461" y="3420360"/>
                <a:ext cx="135000" cy="2304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3FA267ED-F7CB-3E89-2D6E-9028DF96F6DF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5774987" y="3410826"/>
                  <a:ext cx="154342" cy="425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25A1B909-060A-F64C-A87A-444E128CFB6A}"/>
                    </a:ext>
                  </a:extLst>
                </p14:cNvPr>
                <p14:cNvContentPartPr/>
                <p14:nvPr/>
              </p14:nvContentPartPr>
              <p14:xfrm>
                <a:off x="6030701" y="3392640"/>
                <a:ext cx="178920" cy="1173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25A1B909-060A-F64C-A87A-444E128CFB6A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6020849" y="3383188"/>
                  <a:ext cx="198231" cy="1366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5AC878A7-AC46-5CD1-184A-693EF5EF6E75}"/>
                    </a:ext>
                  </a:extLst>
                </p14:cNvPr>
                <p14:cNvContentPartPr/>
                <p14:nvPr/>
              </p14:nvContentPartPr>
              <p14:xfrm>
                <a:off x="6093341" y="3397680"/>
                <a:ext cx="55080" cy="10008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5AC878A7-AC46-5CD1-184A-693EF5EF6E75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6083899" y="3388224"/>
                  <a:ext cx="74358" cy="11938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E7AEC08C-038D-59F3-9CD6-1904BCBA9FC6}"/>
                    </a:ext>
                  </a:extLst>
                </p14:cNvPr>
                <p14:cNvContentPartPr/>
                <p14:nvPr/>
              </p14:nvContentPartPr>
              <p14:xfrm>
                <a:off x="6242741" y="3269160"/>
                <a:ext cx="141120" cy="2415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E7AEC08C-038D-59F3-9CD6-1904BCBA9FC6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6232886" y="3259308"/>
                  <a:ext cx="160435" cy="2608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5D5A5B8C-3619-5172-DB8F-11D82A1E5C3F}"/>
                    </a:ext>
                  </a:extLst>
                </p14:cNvPr>
                <p14:cNvContentPartPr/>
                <p14:nvPr/>
              </p14:nvContentPartPr>
              <p14:xfrm>
                <a:off x="6390341" y="3363480"/>
                <a:ext cx="135720" cy="16056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5D5A5B8C-3619-5172-DB8F-11D82A1E5C3F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6380478" y="3354012"/>
                  <a:ext cx="155052" cy="17989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36105CA1-C8BB-BC26-282F-64FC18326C92}"/>
                    </a:ext>
                  </a:extLst>
                </p14:cNvPr>
                <p14:cNvContentPartPr/>
                <p14:nvPr/>
              </p14:nvContentPartPr>
              <p14:xfrm>
                <a:off x="6567461" y="3292920"/>
                <a:ext cx="110160" cy="24372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36105CA1-C8BB-BC26-282F-64FC18326C92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6557590" y="3283455"/>
                  <a:ext cx="129507" cy="26304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7D918AA9-100B-03B2-51C7-7E8EDE21374B}"/>
                    </a:ext>
                  </a:extLst>
                </p14:cNvPr>
                <p14:cNvContentPartPr/>
                <p14:nvPr/>
              </p14:nvContentPartPr>
              <p14:xfrm>
                <a:off x="6708221" y="3206520"/>
                <a:ext cx="210960" cy="42336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7D918AA9-100B-03B2-51C7-7E8EDE21374B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6698363" y="3197051"/>
                  <a:ext cx="230282" cy="4426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2291555A-EAD0-B372-D9B6-E96312C832A0}"/>
                    </a:ext>
                  </a:extLst>
                </p14:cNvPr>
                <p14:cNvContentPartPr/>
                <p14:nvPr/>
              </p14:nvContentPartPr>
              <p14:xfrm>
                <a:off x="4084541" y="2735280"/>
                <a:ext cx="203040" cy="1908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2291555A-EAD0-B372-D9B6-E96312C832A0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4075079" y="2725342"/>
                  <a:ext cx="222358" cy="38558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7CCC1FDE-EEE8-2607-7F1B-9B1DFC455079}"/>
              </a:ext>
            </a:extLst>
          </p:cNvPr>
          <p:cNvGrpSpPr/>
          <p:nvPr/>
        </p:nvGrpSpPr>
        <p:grpSpPr>
          <a:xfrm>
            <a:off x="618662" y="3140923"/>
            <a:ext cx="484200" cy="217800"/>
            <a:chOff x="618662" y="3140923"/>
            <a:chExt cx="484200" cy="21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D339F4DE-3840-6DCD-6796-424553B8DD9D}"/>
                    </a:ext>
                  </a:extLst>
                </p14:cNvPr>
                <p14:cNvContentPartPr/>
                <p14:nvPr/>
              </p14:nvContentPartPr>
              <p14:xfrm>
                <a:off x="618662" y="3216163"/>
                <a:ext cx="133200" cy="12816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D339F4DE-3840-6DCD-6796-424553B8DD9D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610022" y="3207163"/>
                  <a:ext cx="15084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67B97795-CA6D-BCD4-4158-18F3700ED684}"/>
                    </a:ext>
                  </a:extLst>
                </p14:cNvPr>
                <p14:cNvContentPartPr/>
                <p14:nvPr/>
              </p14:nvContentPartPr>
              <p14:xfrm>
                <a:off x="657902" y="3253243"/>
                <a:ext cx="73800" cy="10296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67B97795-CA6D-BCD4-4158-18F3700ED684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649262" y="3244243"/>
                  <a:ext cx="9144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2A1F0A63-862D-1C19-10D6-61490D99A1AD}"/>
                    </a:ext>
                  </a:extLst>
                </p14:cNvPr>
                <p14:cNvContentPartPr/>
                <p14:nvPr/>
              </p14:nvContentPartPr>
              <p14:xfrm>
                <a:off x="747182" y="3156763"/>
                <a:ext cx="138960" cy="19944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2A1F0A63-862D-1C19-10D6-61490D99A1AD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738542" y="3147763"/>
                  <a:ext cx="15660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28EEA075-76A8-834F-5213-23D19393FBC9}"/>
                    </a:ext>
                  </a:extLst>
                </p14:cNvPr>
                <p14:cNvContentPartPr/>
                <p14:nvPr/>
              </p14:nvContentPartPr>
              <p14:xfrm>
                <a:off x="881462" y="3241003"/>
                <a:ext cx="109800" cy="8064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28EEA075-76A8-834F-5213-23D19393FBC9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872822" y="3232003"/>
                  <a:ext cx="12744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DCDB1DD9-F05D-11AC-F6B8-417D4576A1F2}"/>
                    </a:ext>
                  </a:extLst>
                </p14:cNvPr>
                <p14:cNvContentPartPr/>
                <p14:nvPr/>
              </p14:nvContentPartPr>
              <p14:xfrm>
                <a:off x="1006382" y="3140923"/>
                <a:ext cx="96480" cy="21780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DCDB1DD9-F05D-11AC-F6B8-417D4576A1F2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997382" y="3131923"/>
                  <a:ext cx="114120" cy="23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291B0064-3D0D-21B7-1036-18EB72181BFE}"/>
              </a:ext>
            </a:extLst>
          </p:cNvPr>
          <p:cNvGrpSpPr/>
          <p:nvPr/>
        </p:nvGrpSpPr>
        <p:grpSpPr>
          <a:xfrm>
            <a:off x="633782" y="3932203"/>
            <a:ext cx="504720" cy="235080"/>
            <a:chOff x="633782" y="3932203"/>
            <a:chExt cx="504720" cy="23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858BCF18-FB3E-A1A8-EFFF-605EE8EBBF89}"/>
                    </a:ext>
                  </a:extLst>
                </p14:cNvPr>
                <p14:cNvContentPartPr/>
                <p14:nvPr/>
              </p14:nvContentPartPr>
              <p14:xfrm>
                <a:off x="633782" y="4019323"/>
                <a:ext cx="153000" cy="10800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858BCF18-FB3E-A1A8-EFFF-605EE8EBBF89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624782" y="4010683"/>
                  <a:ext cx="17064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32C7B68F-0C26-9412-EEA2-2AAE11476A45}"/>
                    </a:ext>
                  </a:extLst>
                </p14:cNvPr>
                <p14:cNvContentPartPr/>
                <p14:nvPr/>
              </p14:nvContentPartPr>
              <p14:xfrm>
                <a:off x="679862" y="4042723"/>
                <a:ext cx="87840" cy="8532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32C7B68F-0C26-9412-EEA2-2AAE11476A45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670862" y="4034083"/>
                  <a:ext cx="10548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EB97640B-AFB4-B529-1035-F8D917B02068}"/>
                    </a:ext>
                  </a:extLst>
                </p14:cNvPr>
                <p14:cNvContentPartPr/>
                <p14:nvPr/>
              </p14:nvContentPartPr>
              <p14:xfrm>
                <a:off x="808382" y="3932203"/>
                <a:ext cx="114120" cy="22860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EB97640B-AFB4-B529-1035-F8D917B02068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799742" y="3923563"/>
                  <a:ext cx="13176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251FD196-774D-018A-5545-0C3FCA40DE0B}"/>
                    </a:ext>
                  </a:extLst>
                </p14:cNvPr>
                <p14:cNvContentPartPr/>
                <p14:nvPr/>
              </p14:nvContentPartPr>
              <p14:xfrm>
                <a:off x="922502" y="4004563"/>
                <a:ext cx="135360" cy="10332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251FD196-774D-018A-5545-0C3FCA40DE0B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913502" y="3995923"/>
                  <a:ext cx="1530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AEA17003-43F5-CFEA-12E7-2CB7A8C99A4C}"/>
                    </a:ext>
                  </a:extLst>
                </p14:cNvPr>
                <p14:cNvContentPartPr/>
                <p14:nvPr/>
              </p14:nvContentPartPr>
              <p14:xfrm>
                <a:off x="1015022" y="3932563"/>
                <a:ext cx="123480" cy="23472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AEA17003-43F5-CFEA-12E7-2CB7A8C99A4C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006382" y="3923923"/>
                  <a:ext cx="141120" cy="25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2C7EBEE5-F188-0224-E112-067B74C98870}"/>
              </a:ext>
            </a:extLst>
          </p:cNvPr>
          <p:cNvGrpSpPr/>
          <p:nvPr/>
        </p:nvGrpSpPr>
        <p:grpSpPr>
          <a:xfrm>
            <a:off x="654662" y="4738963"/>
            <a:ext cx="446400" cy="245160"/>
            <a:chOff x="654662" y="4738963"/>
            <a:chExt cx="446400" cy="24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5ED8264E-940F-C7FC-BE6B-016C02CB5691}"/>
                    </a:ext>
                  </a:extLst>
                </p14:cNvPr>
                <p14:cNvContentPartPr/>
                <p14:nvPr/>
              </p14:nvContentPartPr>
              <p14:xfrm>
                <a:off x="654662" y="4822843"/>
                <a:ext cx="162720" cy="1126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5ED8264E-940F-C7FC-BE6B-016C02CB5691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645662" y="4814203"/>
                  <a:ext cx="18036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ADE53460-EC71-9F89-84D3-C11E05A924BF}"/>
                    </a:ext>
                  </a:extLst>
                </p14:cNvPr>
                <p14:cNvContentPartPr/>
                <p14:nvPr/>
              </p14:nvContentPartPr>
              <p14:xfrm>
                <a:off x="716942" y="4854163"/>
                <a:ext cx="58680" cy="9432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ADE53460-EC71-9F89-84D3-C11E05A924BF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707942" y="4845163"/>
                  <a:ext cx="7632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DA425C37-6F5F-EAE0-7559-9879B5BBE7C4}"/>
                    </a:ext>
                  </a:extLst>
                </p14:cNvPr>
                <p14:cNvContentPartPr/>
                <p14:nvPr/>
              </p14:nvContentPartPr>
              <p14:xfrm>
                <a:off x="792182" y="4738963"/>
                <a:ext cx="155160" cy="22392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DA425C37-6F5F-EAE0-7559-9879B5BBE7C4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783542" y="4729963"/>
                  <a:ext cx="17280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010E9208-A9B3-093B-E924-10648EEBF736}"/>
                    </a:ext>
                  </a:extLst>
                </p14:cNvPr>
                <p14:cNvContentPartPr/>
                <p14:nvPr/>
              </p14:nvContentPartPr>
              <p14:xfrm>
                <a:off x="949862" y="4856323"/>
                <a:ext cx="23760" cy="7380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010E9208-A9B3-093B-E924-10648EEBF736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940862" y="4847323"/>
                  <a:ext cx="4140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6754632F-1A07-2FBA-97BF-1565E0251697}"/>
                    </a:ext>
                  </a:extLst>
                </p14:cNvPr>
                <p14:cNvContentPartPr/>
                <p14:nvPr/>
              </p14:nvContentPartPr>
              <p14:xfrm>
                <a:off x="967862" y="4795843"/>
                <a:ext cx="133200" cy="18828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6754632F-1A07-2FBA-97BF-1565E0251697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958862" y="4787203"/>
                  <a:ext cx="150840" cy="20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BCED86BC-39AD-439C-A20F-CD131D88BBFD}"/>
              </a:ext>
            </a:extLst>
          </p:cNvPr>
          <p:cNvGrpSpPr/>
          <p:nvPr/>
        </p:nvGrpSpPr>
        <p:grpSpPr>
          <a:xfrm>
            <a:off x="669782" y="5578123"/>
            <a:ext cx="568440" cy="274680"/>
            <a:chOff x="669782" y="5578123"/>
            <a:chExt cx="568440" cy="274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89336F4A-10D3-BD03-D32B-9B26D5F001D5}"/>
                    </a:ext>
                  </a:extLst>
                </p14:cNvPr>
                <p14:cNvContentPartPr/>
                <p14:nvPr/>
              </p14:nvContentPartPr>
              <p14:xfrm>
                <a:off x="669782" y="5691163"/>
                <a:ext cx="126360" cy="9288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89336F4A-10D3-BD03-D32B-9B26D5F001D5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660782" y="5682523"/>
                  <a:ext cx="1440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63B56267-A919-D1CF-B4AD-2D33E102755B}"/>
                    </a:ext>
                  </a:extLst>
                </p14:cNvPr>
                <p14:cNvContentPartPr/>
                <p14:nvPr/>
              </p14:nvContentPartPr>
              <p14:xfrm>
                <a:off x="697502" y="5681803"/>
                <a:ext cx="67320" cy="11124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63B56267-A919-D1CF-B4AD-2D33E102755B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688862" y="5672803"/>
                  <a:ext cx="8496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681BF46E-D8AB-9C31-8B05-FE0148EE0BF1}"/>
                    </a:ext>
                  </a:extLst>
                </p14:cNvPr>
                <p14:cNvContentPartPr/>
                <p14:nvPr/>
              </p14:nvContentPartPr>
              <p14:xfrm>
                <a:off x="821702" y="5578123"/>
                <a:ext cx="101160" cy="25956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681BF46E-D8AB-9C31-8B05-FE0148EE0BF1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812702" y="5569123"/>
                  <a:ext cx="11880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E33ACA8B-C17B-39E7-53E1-01DDCDB936DB}"/>
                    </a:ext>
                  </a:extLst>
                </p14:cNvPr>
                <p14:cNvContentPartPr/>
                <p14:nvPr/>
              </p14:nvContentPartPr>
              <p14:xfrm>
                <a:off x="952022" y="5661643"/>
                <a:ext cx="172800" cy="17352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E33ACA8B-C17B-39E7-53E1-01DDCDB936DB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943382" y="5652643"/>
                  <a:ext cx="19044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421D7472-A61D-B731-52B2-A34E8C932EF9}"/>
                    </a:ext>
                  </a:extLst>
                </p14:cNvPr>
                <p14:cNvContentPartPr/>
                <p14:nvPr/>
              </p14:nvContentPartPr>
              <p14:xfrm>
                <a:off x="1096382" y="5585683"/>
                <a:ext cx="141840" cy="26712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421D7472-A61D-B731-52B2-A34E8C932EF9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087382" y="5577043"/>
                  <a:ext cx="159480" cy="284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18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FAB2B23A-6863-CE0E-E70B-09C2226AD760}"/>
                  </a:ext>
                </a:extLst>
              </p14:cNvPr>
              <p14:cNvContentPartPr/>
              <p14:nvPr/>
            </p14:nvContentPartPr>
            <p14:xfrm>
              <a:off x="1552862" y="3224083"/>
              <a:ext cx="123480" cy="82800"/>
            </p14:xfrm>
          </p:contentPart>
        </mc:Choice>
        <mc:Fallback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FAB2B23A-6863-CE0E-E70B-09C2226AD760}"/>
                  </a:ext>
                </a:extLst>
              </p:cNvPr>
              <p:cNvPicPr/>
              <p:nvPr/>
            </p:nvPicPr>
            <p:blipFill>
              <a:blip r:embed="rId319"/>
              <a:stretch>
                <a:fillRect/>
              </a:stretch>
            </p:blipFill>
            <p:spPr>
              <a:xfrm>
                <a:off x="1544222" y="3215443"/>
                <a:ext cx="141120" cy="10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0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C19B14BB-9B5A-7AB9-4642-17B066E3144A}"/>
                  </a:ext>
                </a:extLst>
              </p14:cNvPr>
              <p14:cNvContentPartPr/>
              <p14:nvPr/>
            </p14:nvContentPartPr>
            <p14:xfrm>
              <a:off x="1504622" y="4011403"/>
              <a:ext cx="109800" cy="61920"/>
            </p14:xfrm>
          </p:contentPart>
        </mc:Choice>
        <mc:Fallback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C19B14BB-9B5A-7AB9-4642-17B066E3144A}"/>
                  </a:ext>
                </a:extLst>
              </p:cNvPr>
              <p:cNvPicPr/>
              <p:nvPr/>
            </p:nvPicPr>
            <p:blipFill>
              <a:blip r:embed="rId321"/>
              <a:stretch>
                <a:fillRect/>
              </a:stretch>
            </p:blipFill>
            <p:spPr>
              <a:xfrm>
                <a:off x="1495622" y="4002763"/>
                <a:ext cx="127440" cy="7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2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A6E26BDE-F612-1394-268B-064987DF7BD7}"/>
                  </a:ext>
                </a:extLst>
              </p14:cNvPr>
              <p14:cNvContentPartPr/>
              <p14:nvPr/>
            </p14:nvContentPartPr>
            <p14:xfrm>
              <a:off x="1465382" y="4830403"/>
              <a:ext cx="147240" cy="87120"/>
            </p14:xfrm>
          </p:contentPart>
        </mc:Choice>
        <mc:Fallback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A6E26BDE-F612-1394-268B-064987DF7BD7}"/>
                  </a:ext>
                </a:extLst>
              </p:cNvPr>
              <p:cNvPicPr/>
              <p:nvPr/>
            </p:nvPicPr>
            <p:blipFill>
              <a:blip r:embed="rId323"/>
              <a:stretch>
                <a:fillRect/>
              </a:stretch>
            </p:blipFill>
            <p:spPr>
              <a:xfrm>
                <a:off x="1456742" y="4821763"/>
                <a:ext cx="164880" cy="10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4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F7AB3544-F7AD-ED1B-25E8-BAC39BC89AFE}"/>
                  </a:ext>
                </a:extLst>
              </p14:cNvPr>
              <p14:cNvContentPartPr/>
              <p14:nvPr/>
            </p14:nvContentPartPr>
            <p14:xfrm>
              <a:off x="1481582" y="5674243"/>
              <a:ext cx="127800" cy="91440"/>
            </p14:xfrm>
          </p:contentPart>
        </mc:Choice>
        <mc:Fallback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F7AB3544-F7AD-ED1B-25E8-BAC39BC89AFE}"/>
                  </a:ext>
                </a:extLst>
              </p:cNvPr>
              <p:cNvPicPr/>
              <p:nvPr/>
            </p:nvPicPr>
            <p:blipFill>
              <a:blip r:embed="rId325"/>
              <a:stretch>
                <a:fillRect/>
              </a:stretch>
            </p:blipFill>
            <p:spPr>
              <a:xfrm>
                <a:off x="1472582" y="5665243"/>
                <a:ext cx="14544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6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22F816B9-C934-39C7-A640-BAFF012CCD15}"/>
                  </a:ext>
                </a:extLst>
              </p14:cNvPr>
              <p14:cNvContentPartPr/>
              <p14:nvPr/>
            </p14:nvContentPartPr>
            <p14:xfrm>
              <a:off x="3926342" y="3192043"/>
              <a:ext cx="98640" cy="84240"/>
            </p14:xfrm>
          </p:contentPart>
        </mc:Choice>
        <mc:Fallback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22F816B9-C934-39C7-A640-BAFF012CCD15}"/>
                  </a:ext>
                </a:extLst>
              </p:cNvPr>
              <p:cNvPicPr/>
              <p:nvPr/>
            </p:nvPicPr>
            <p:blipFill>
              <a:blip r:embed="rId327"/>
              <a:stretch>
                <a:fillRect/>
              </a:stretch>
            </p:blipFill>
            <p:spPr>
              <a:xfrm>
                <a:off x="3917702" y="3183043"/>
                <a:ext cx="116280" cy="10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8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545A785D-EB21-8ED4-5F0F-D79079BAFE5D}"/>
                  </a:ext>
                </a:extLst>
              </p14:cNvPr>
              <p14:cNvContentPartPr/>
              <p14:nvPr/>
            </p14:nvContentPartPr>
            <p14:xfrm>
              <a:off x="3886022" y="3977923"/>
              <a:ext cx="123840" cy="101520"/>
            </p14:xfrm>
          </p:contentPart>
        </mc:Choice>
        <mc:Fallback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545A785D-EB21-8ED4-5F0F-D79079BAFE5D}"/>
                  </a:ext>
                </a:extLst>
              </p:cNvPr>
              <p:cNvPicPr/>
              <p:nvPr/>
            </p:nvPicPr>
            <p:blipFill>
              <a:blip r:embed="rId329"/>
              <a:stretch>
                <a:fillRect/>
              </a:stretch>
            </p:blipFill>
            <p:spPr>
              <a:xfrm>
                <a:off x="3877022" y="3969283"/>
                <a:ext cx="141480" cy="119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13" name="Group 212">
            <a:extLst>
              <a:ext uri="{FF2B5EF4-FFF2-40B4-BE49-F238E27FC236}">
                <a16:creationId xmlns:a16="http://schemas.microsoft.com/office/drawing/2014/main" id="{D32CE5FF-6776-659D-2689-2676940BA5FA}"/>
              </a:ext>
            </a:extLst>
          </p:cNvPr>
          <p:cNvGrpSpPr/>
          <p:nvPr/>
        </p:nvGrpSpPr>
        <p:grpSpPr>
          <a:xfrm>
            <a:off x="1552862" y="3198883"/>
            <a:ext cx="3292920" cy="1264320"/>
            <a:chOff x="1552862" y="3198883"/>
            <a:chExt cx="3292920" cy="126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791CD582-E65D-C7D2-06BC-807B065FB44D}"/>
                    </a:ext>
                  </a:extLst>
                </p14:cNvPr>
                <p14:cNvContentPartPr/>
                <p14:nvPr/>
              </p14:nvContentPartPr>
              <p14:xfrm>
                <a:off x="1651142" y="3198883"/>
                <a:ext cx="2283840" cy="10044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791CD582-E65D-C7D2-06BC-807B065FB44D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642142" y="3190243"/>
                  <a:ext cx="230148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0BBCEEB9-8C2E-8019-C354-086C9B005A93}"/>
                    </a:ext>
                  </a:extLst>
                </p14:cNvPr>
                <p14:cNvContentPartPr/>
                <p14:nvPr/>
              </p14:nvContentPartPr>
              <p14:xfrm>
                <a:off x="1552862" y="3235243"/>
                <a:ext cx="2448000" cy="85500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0BBCEEB9-8C2E-8019-C354-086C9B005A93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1544222" y="3226243"/>
                  <a:ext cx="2465640" cy="87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22D167F2-EB97-717B-C325-F51291B32D10}"/>
                    </a:ext>
                  </a:extLst>
                </p14:cNvPr>
                <p14:cNvContentPartPr/>
                <p14:nvPr/>
              </p14:nvContentPartPr>
              <p14:xfrm>
                <a:off x="1597142" y="3331363"/>
                <a:ext cx="2272320" cy="67968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22D167F2-EB97-717B-C325-F51291B32D10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588142" y="3322363"/>
                  <a:ext cx="2289960" cy="69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74ED909A-039A-9794-C43F-A7011EF79D0F}"/>
                    </a:ext>
                  </a:extLst>
                </p14:cNvPr>
                <p14:cNvContentPartPr/>
                <p14:nvPr/>
              </p14:nvContentPartPr>
              <p14:xfrm>
                <a:off x="1554302" y="4037323"/>
                <a:ext cx="2344680" cy="5868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74ED909A-039A-9794-C43F-A7011EF79D0F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545302" y="4028683"/>
                  <a:ext cx="236232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0855BD35-66A1-1B88-2C63-BFD940CCF686}"/>
                    </a:ext>
                  </a:extLst>
                </p14:cNvPr>
                <p14:cNvContentPartPr/>
                <p14:nvPr/>
              </p14:nvContentPartPr>
              <p14:xfrm>
                <a:off x="3272942" y="3976483"/>
                <a:ext cx="257040" cy="15156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0855BD35-66A1-1B88-2C63-BFD940CCF686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3264302" y="3967843"/>
                  <a:ext cx="27468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18EAB70D-A267-4840-5457-6E09D85FFA51}"/>
                    </a:ext>
                  </a:extLst>
                </p14:cNvPr>
                <p14:cNvContentPartPr/>
                <p14:nvPr/>
              </p14:nvContentPartPr>
              <p14:xfrm>
                <a:off x="3129662" y="4265563"/>
                <a:ext cx="110880" cy="2736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18EAB70D-A267-4840-5457-6E09D85FFA51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3121022" y="4256563"/>
                  <a:ext cx="1285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C0CA93D8-3293-757D-504F-3D00DB01E45A}"/>
                    </a:ext>
                  </a:extLst>
                </p14:cNvPr>
                <p14:cNvContentPartPr/>
                <p14:nvPr/>
              </p14:nvContentPartPr>
              <p14:xfrm>
                <a:off x="3342782" y="4227763"/>
                <a:ext cx="44280" cy="12888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C0CA93D8-3293-757D-504F-3D00DB01E45A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3334142" y="4218763"/>
                  <a:ext cx="6192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3B8118AE-4665-4916-0E46-5E0FB3563C87}"/>
                    </a:ext>
                  </a:extLst>
                </p14:cNvPr>
                <p14:cNvContentPartPr/>
                <p14:nvPr/>
              </p14:nvContentPartPr>
              <p14:xfrm>
                <a:off x="3632222" y="4307323"/>
                <a:ext cx="147600" cy="11628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3B8118AE-4665-4916-0E46-5E0FB3563C87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3623582" y="4298683"/>
                  <a:ext cx="16524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085E9D92-7DC0-7CCB-06FE-4AEFB967BB1C}"/>
                    </a:ext>
                  </a:extLst>
                </p14:cNvPr>
                <p14:cNvContentPartPr/>
                <p14:nvPr/>
              </p14:nvContentPartPr>
              <p14:xfrm>
                <a:off x="3670022" y="4348363"/>
                <a:ext cx="67680" cy="7632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085E9D92-7DC0-7CCB-06FE-4AEFB967BB1C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3661382" y="4339723"/>
                  <a:ext cx="8532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96A70848-487C-388D-1ADF-D7854DF6C065}"/>
                    </a:ext>
                  </a:extLst>
                </p14:cNvPr>
                <p14:cNvContentPartPr/>
                <p14:nvPr/>
              </p14:nvContentPartPr>
              <p14:xfrm>
                <a:off x="3769742" y="4262683"/>
                <a:ext cx="98280" cy="20052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96A70848-487C-388D-1ADF-D7854DF6C065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3761102" y="4253683"/>
                  <a:ext cx="11592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01DB0593-3E3B-3841-2ACD-CAF432745893}"/>
                    </a:ext>
                  </a:extLst>
                </p14:cNvPr>
                <p14:cNvContentPartPr/>
                <p14:nvPr/>
              </p14:nvContentPartPr>
              <p14:xfrm>
                <a:off x="3876302" y="4345843"/>
                <a:ext cx="102240" cy="7920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01DB0593-3E3B-3841-2ACD-CAF432745893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3867662" y="4336843"/>
                  <a:ext cx="11988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960F10B9-999A-CB47-3542-152D542C2E68}"/>
                    </a:ext>
                  </a:extLst>
                </p14:cNvPr>
                <p14:cNvContentPartPr/>
                <p14:nvPr/>
              </p14:nvContentPartPr>
              <p14:xfrm>
                <a:off x="3956222" y="4208323"/>
                <a:ext cx="99000" cy="24552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960F10B9-999A-CB47-3542-152D542C2E68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3947582" y="4199323"/>
                  <a:ext cx="11664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2FD389B3-2494-C5A6-B51E-F951F31176A8}"/>
                    </a:ext>
                  </a:extLst>
                </p14:cNvPr>
                <p14:cNvContentPartPr/>
                <p14:nvPr/>
              </p14:nvContentPartPr>
              <p14:xfrm>
                <a:off x="4101662" y="4367083"/>
                <a:ext cx="140040" cy="1584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2FD389B3-2494-C5A6-B51E-F951F31176A8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4093022" y="4358443"/>
                  <a:ext cx="1576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B9D7E125-4DDF-5818-34AD-4C2BC3B5722D}"/>
                    </a:ext>
                  </a:extLst>
                </p14:cNvPr>
                <p14:cNvContentPartPr/>
                <p14:nvPr/>
              </p14:nvContentPartPr>
              <p14:xfrm>
                <a:off x="4331342" y="4313443"/>
                <a:ext cx="136440" cy="8604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B9D7E125-4DDF-5818-34AD-4C2BC3B5722D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4322702" y="4304443"/>
                  <a:ext cx="15408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D73886D9-0ECD-294E-5CB4-F85430C77391}"/>
                    </a:ext>
                  </a:extLst>
                </p14:cNvPr>
                <p14:cNvContentPartPr/>
                <p14:nvPr/>
              </p14:nvContentPartPr>
              <p14:xfrm>
                <a:off x="4377782" y="4330363"/>
                <a:ext cx="68040" cy="7776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D73886D9-0ECD-294E-5CB4-F85430C77391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4368782" y="4321363"/>
                  <a:ext cx="8568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D27BDE19-9C96-3FDD-DDBE-8BB2B6ECE575}"/>
                    </a:ext>
                  </a:extLst>
                </p14:cNvPr>
                <p14:cNvContentPartPr/>
                <p14:nvPr/>
              </p14:nvContentPartPr>
              <p14:xfrm>
                <a:off x="4514582" y="4219123"/>
                <a:ext cx="118800" cy="22968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D27BDE19-9C96-3FDD-DDBE-8BB2B6ECE575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4505582" y="4210123"/>
                  <a:ext cx="13644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3069C3B9-3DB0-440E-C75E-4C6374657D5F}"/>
                    </a:ext>
                  </a:extLst>
                </p14:cNvPr>
                <p14:cNvContentPartPr/>
                <p14:nvPr/>
              </p14:nvContentPartPr>
              <p14:xfrm>
                <a:off x="4633742" y="4314163"/>
                <a:ext cx="78480" cy="10728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3069C3B9-3DB0-440E-C75E-4C6374657D5F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4625102" y="4305163"/>
                  <a:ext cx="9612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CE3EF46E-ACD9-6F04-8135-A30750F6D2F3}"/>
                    </a:ext>
                  </a:extLst>
                </p14:cNvPr>
                <p14:cNvContentPartPr/>
                <p14:nvPr/>
              </p14:nvContentPartPr>
              <p14:xfrm>
                <a:off x="4742822" y="4232803"/>
                <a:ext cx="102960" cy="19872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CE3EF46E-ACD9-6F04-8135-A30750F6D2F3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4734182" y="4224163"/>
                  <a:ext cx="12060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452EB2F7-7A6B-C1F8-244B-EED10B979BDF}"/>
                    </a:ext>
                  </a:extLst>
                </p14:cNvPr>
                <p14:cNvContentPartPr/>
                <p14:nvPr/>
              </p14:nvContentPartPr>
              <p14:xfrm>
                <a:off x="4622222" y="4317403"/>
                <a:ext cx="159120" cy="9864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452EB2F7-7A6B-C1F8-244B-EED10B979BDF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4613222" y="4308763"/>
                  <a:ext cx="176760" cy="11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9DC82A48-204D-C09F-13F3-5B6600074FAB}"/>
              </a:ext>
            </a:extLst>
          </p:cNvPr>
          <p:cNvGrpSpPr/>
          <p:nvPr/>
        </p:nvGrpSpPr>
        <p:grpSpPr>
          <a:xfrm>
            <a:off x="3025622" y="5992483"/>
            <a:ext cx="318240" cy="134280"/>
            <a:chOff x="3025622" y="5992483"/>
            <a:chExt cx="318240" cy="13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BBA39A8B-5EFF-E7BA-0771-E0CEB2B1E86C}"/>
                    </a:ext>
                  </a:extLst>
                </p14:cNvPr>
                <p14:cNvContentPartPr/>
                <p14:nvPr/>
              </p14:nvContentPartPr>
              <p14:xfrm>
                <a:off x="3025622" y="6032803"/>
                <a:ext cx="127080" cy="648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BBA39A8B-5EFF-E7BA-0771-E0CEB2B1E86C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3016982" y="6024163"/>
                  <a:ext cx="1447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4B7CC203-EF69-C0F5-3A39-CE59F100CB2A}"/>
                    </a:ext>
                  </a:extLst>
                </p14:cNvPr>
                <p14:cNvContentPartPr/>
                <p14:nvPr/>
              </p14:nvContentPartPr>
              <p14:xfrm>
                <a:off x="3264302" y="5992483"/>
                <a:ext cx="79560" cy="13428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4B7CC203-EF69-C0F5-3A39-CE59F100CB2A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3255302" y="5983843"/>
                  <a:ext cx="97200" cy="151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72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13743253-5D53-E910-4720-7A80221A2113}"/>
                  </a:ext>
                </a:extLst>
              </p14:cNvPr>
              <p14:cNvContentPartPr/>
              <p14:nvPr/>
            </p14:nvContentPartPr>
            <p14:xfrm>
              <a:off x="7025942" y="691843"/>
              <a:ext cx="1272960" cy="45720"/>
            </p14:xfrm>
          </p:contentPart>
        </mc:Choice>
        <mc:Fallback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13743253-5D53-E910-4720-7A80221A2113}"/>
                  </a:ext>
                </a:extLst>
              </p:cNvPr>
              <p:cNvPicPr/>
              <p:nvPr/>
            </p:nvPicPr>
            <p:blipFill>
              <a:blip r:embed="rId373"/>
              <a:stretch>
                <a:fillRect/>
              </a:stretch>
            </p:blipFill>
            <p:spPr>
              <a:xfrm>
                <a:off x="7017302" y="682843"/>
                <a:ext cx="129060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4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FE2EB3DA-7427-4973-36FA-3D68FB759B0E}"/>
                  </a:ext>
                </a:extLst>
              </p14:cNvPr>
              <p14:cNvContentPartPr/>
              <p14:nvPr/>
            </p14:nvContentPartPr>
            <p14:xfrm>
              <a:off x="7078862" y="1388083"/>
              <a:ext cx="1052640" cy="23760"/>
            </p14:xfrm>
          </p:contentPart>
        </mc:Choice>
        <mc:Fallback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FE2EB3DA-7427-4973-36FA-3D68FB759B0E}"/>
                  </a:ext>
                </a:extLst>
              </p:cNvPr>
              <p:cNvPicPr/>
              <p:nvPr/>
            </p:nvPicPr>
            <p:blipFill>
              <a:blip r:embed="rId375"/>
              <a:stretch>
                <a:fillRect/>
              </a:stretch>
            </p:blipFill>
            <p:spPr>
              <a:xfrm>
                <a:off x="7070222" y="1379083"/>
                <a:ext cx="107028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6">
            <p14:nvContentPartPr>
              <p14:cNvPr id="228" name="Ink 227">
                <a:extLst>
                  <a:ext uri="{FF2B5EF4-FFF2-40B4-BE49-F238E27FC236}">
                    <a16:creationId xmlns:a16="http://schemas.microsoft.com/office/drawing/2014/main" id="{9315885C-69BF-1AAC-2A44-AB7707C3ED0C}"/>
                  </a:ext>
                </a:extLst>
              </p14:cNvPr>
              <p14:cNvContentPartPr/>
              <p14:nvPr/>
            </p14:nvContentPartPr>
            <p14:xfrm>
              <a:off x="7159502" y="2002963"/>
              <a:ext cx="1022760" cy="50760"/>
            </p14:xfrm>
          </p:contentPart>
        </mc:Choice>
        <mc:Fallback>
          <p:pic>
            <p:nvPicPr>
              <p:cNvPr id="228" name="Ink 227">
                <a:extLst>
                  <a:ext uri="{FF2B5EF4-FFF2-40B4-BE49-F238E27FC236}">
                    <a16:creationId xmlns:a16="http://schemas.microsoft.com/office/drawing/2014/main" id="{9315885C-69BF-1AAC-2A44-AB7707C3ED0C}"/>
                  </a:ext>
                </a:extLst>
              </p:cNvPr>
              <p:cNvPicPr/>
              <p:nvPr/>
            </p:nvPicPr>
            <p:blipFill>
              <a:blip r:embed="rId377"/>
              <a:stretch>
                <a:fillRect/>
              </a:stretch>
            </p:blipFill>
            <p:spPr>
              <a:xfrm>
                <a:off x="7150502" y="1993963"/>
                <a:ext cx="1040400" cy="6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8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F580CBFC-0B24-2C6E-0F56-A706FAC178AF}"/>
                  </a:ext>
                </a:extLst>
              </p14:cNvPr>
              <p14:cNvContentPartPr/>
              <p14:nvPr/>
            </p14:nvContentPartPr>
            <p14:xfrm>
              <a:off x="7158782" y="2596963"/>
              <a:ext cx="1113840" cy="64080"/>
            </p14:xfrm>
          </p:contentPart>
        </mc:Choice>
        <mc:Fallback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F580CBFC-0B24-2C6E-0F56-A706FAC178AF}"/>
                  </a:ext>
                </a:extLst>
              </p:cNvPr>
              <p:cNvPicPr/>
              <p:nvPr/>
            </p:nvPicPr>
            <p:blipFill>
              <a:blip r:embed="rId379"/>
              <a:stretch>
                <a:fillRect/>
              </a:stretch>
            </p:blipFill>
            <p:spPr>
              <a:xfrm>
                <a:off x="7150142" y="2587963"/>
                <a:ext cx="113148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0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3963EDC7-ACCE-0946-E147-9E3CDDE12CFE}"/>
                  </a:ext>
                </a:extLst>
              </p14:cNvPr>
              <p14:cNvContentPartPr/>
              <p14:nvPr/>
            </p14:nvContentPartPr>
            <p14:xfrm>
              <a:off x="9248942" y="676363"/>
              <a:ext cx="1325880" cy="40680"/>
            </p14:xfrm>
          </p:contentPart>
        </mc:Choice>
        <mc:Fallback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3963EDC7-ACCE-0946-E147-9E3CDDE12CFE}"/>
                  </a:ext>
                </a:extLst>
              </p:cNvPr>
              <p:cNvPicPr/>
              <p:nvPr/>
            </p:nvPicPr>
            <p:blipFill>
              <a:blip r:embed="rId381"/>
              <a:stretch>
                <a:fillRect/>
              </a:stretch>
            </p:blipFill>
            <p:spPr>
              <a:xfrm>
                <a:off x="9239942" y="667723"/>
                <a:ext cx="1343520" cy="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2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608064D8-E9D1-CC45-5FC5-A759B20BAE84}"/>
                  </a:ext>
                </a:extLst>
              </p14:cNvPr>
              <p14:cNvContentPartPr/>
              <p14:nvPr/>
            </p14:nvContentPartPr>
            <p14:xfrm>
              <a:off x="9636662" y="1357123"/>
              <a:ext cx="928800" cy="16560"/>
            </p14:xfrm>
          </p:contentPart>
        </mc:Choice>
        <mc:Fallback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608064D8-E9D1-CC45-5FC5-A759B20BAE84}"/>
                  </a:ext>
                </a:extLst>
              </p:cNvPr>
              <p:cNvPicPr/>
              <p:nvPr/>
            </p:nvPicPr>
            <p:blipFill>
              <a:blip r:embed="rId383"/>
              <a:stretch>
                <a:fillRect/>
              </a:stretch>
            </p:blipFill>
            <p:spPr>
              <a:xfrm>
                <a:off x="9627662" y="1348123"/>
                <a:ext cx="94644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4">
            <p14:nvContentPartPr>
              <p14:cNvPr id="232" name="Ink 231">
                <a:extLst>
                  <a:ext uri="{FF2B5EF4-FFF2-40B4-BE49-F238E27FC236}">
                    <a16:creationId xmlns:a16="http://schemas.microsoft.com/office/drawing/2014/main" id="{51AC3B07-01C7-8A89-6C4C-979F03A01469}"/>
                  </a:ext>
                </a:extLst>
              </p14:cNvPr>
              <p14:cNvContentPartPr/>
              <p14:nvPr/>
            </p14:nvContentPartPr>
            <p14:xfrm>
              <a:off x="9603902" y="1959043"/>
              <a:ext cx="919080" cy="27360"/>
            </p14:xfrm>
          </p:contentPart>
        </mc:Choice>
        <mc:Fallback>
          <p:pic>
            <p:nvPicPr>
              <p:cNvPr id="232" name="Ink 231">
                <a:extLst>
                  <a:ext uri="{FF2B5EF4-FFF2-40B4-BE49-F238E27FC236}">
                    <a16:creationId xmlns:a16="http://schemas.microsoft.com/office/drawing/2014/main" id="{51AC3B07-01C7-8A89-6C4C-979F03A01469}"/>
                  </a:ext>
                </a:extLst>
              </p:cNvPr>
              <p:cNvPicPr/>
              <p:nvPr/>
            </p:nvPicPr>
            <p:blipFill>
              <a:blip r:embed="rId385"/>
              <a:stretch>
                <a:fillRect/>
              </a:stretch>
            </p:blipFill>
            <p:spPr>
              <a:xfrm>
                <a:off x="9594902" y="1950403"/>
                <a:ext cx="93672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6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A53F3DBB-EEAD-6A17-15BE-97BE55CD66E1}"/>
                  </a:ext>
                </a:extLst>
              </p14:cNvPr>
              <p14:cNvContentPartPr/>
              <p14:nvPr/>
            </p14:nvContentPartPr>
            <p14:xfrm>
              <a:off x="9754742" y="2659243"/>
              <a:ext cx="982080" cy="20160"/>
            </p14:xfrm>
          </p:contentPart>
        </mc:Choice>
        <mc:Fallback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A53F3DBB-EEAD-6A17-15BE-97BE55CD66E1}"/>
                  </a:ext>
                </a:extLst>
              </p:cNvPr>
              <p:cNvPicPr/>
              <p:nvPr/>
            </p:nvPicPr>
            <p:blipFill>
              <a:blip r:embed="rId387"/>
              <a:stretch>
                <a:fillRect/>
              </a:stretch>
            </p:blipFill>
            <p:spPr>
              <a:xfrm>
                <a:off x="9746102" y="2650243"/>
                <a:ext cx="99972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8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8BD5C84C-EC18-A2AB-D5C1-5365C4AD73E0}"/>
                  </a:ext>
                </a:extLst>
              </p14:cNvPr>
              <p14:cNvContentPartPr/>
              <p14:nvPr/>
            </p14:nvContentPartPr>
            <p14:xfrm>
              <a:off x="11289062" y="373963"/>
              <a:ext cx="382680" cy="59400"/>
            </p14:xfrm>
          </p:contentPart>
        </mc:Choice>
        <mc:Fallback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8BD5C84C-EC18-A2AB-D5C1-5365C4AD73E0}"/>
                  </a:ext>
                </a:extLst>
              </p:cNvPr>
              <p:cNvPicPr/>
              <p:nvPr/>
            </p:nvPicPr>
            <p:blipFill>
              <a:blip r:embed="rId389"/>
              <a:stretch>
                <a:fillRect/>
              </a:stretch>
            </p:blipFill>
            <p:spPr>
              <a:xfrm>
                <a:off x="11280062" y="365323"/>
                <a:ext cx="40032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0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3F263C7F-6C68-C0C7-120C-EC729AE78240}"/>
                  </a:ext>
                </a:extLst>
              </p14:cNvPr>
              <p14:cNvContentPartPr/>
              <p14:nvPr/>
            </p14:nvContentPartPr>
            <p14:xfrm>
              <a:off x="11470502" y="1679323"/>
              <a:ext cx="258480" cy="35640"/>
            </p14:xfrm>
          </p:contentPart>
        </mc:Choice>
        <mc:Fallback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3F263C7F-6C68-C0C7-120C-EC729AE78240}"/>
                  </a:ext>
                </a:extLst>
              </p:cNvPr>
              <p:cNvPicPr/>
              <p:nvPr/>
            </p:nvPicPr>
            <p:blipFill>
              <a:blip r:embed="rId391"/>
              <a:stretch>
                <a:fillRect/>
              </a:stretch>
            </p:blipFill>
            <p:spPr>
              <a:xfrm>
                <a:off x="11461862" y="1670683"/>
                <a:ext cx="276120" cy="53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41" name="Group 240">
            <a:extLst>
              <a:ext uri="{FF2B5EF4-FFF2-40B4-BE49-F238E27FC236}">
                <a16:creationId xmlns:a16="http://schemas.microsoft.com/office/drawing/2014/main" id="{178D8BF5-E8B1-9D1D-FBBA-88764A5FE871}"/>
              </a:ext>
            </a:extLst>
          </p:cNvPr>
          <p:cNvGrpSpPr/>
          <p:nvPr/>
        </p:nvGrpSpPr>
        <p:grpSpPr>
          <a:xfrm>
            <a:off x="7210982" y="2925643"/>
            <a:ext cx="949680" cy="335520"/>
            <a:chOff x="7210982" y="2925643"/>
            <a:chExt cx="949680" cy="335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9D78C29D-FAF9-1768-D1A3-D84604E20234}"/>
                    </a:ext>
                  </a:extLst>
                </p14:cNvPr>
                <p14:cNvContentPartPr/>
                <p14:nvPr/>
              </p14:nvContentPartPr>
              <p14:xfrm>
                <a:off x="7210982" y="3051643"/>
                <a:ext cx="104400" cy="9864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9D78C29D-FAF9-1768-D1A3-D84604E20234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7202342" y="3042643"/>
                  <a:ext cx="12204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A63AC7D7-D4DD-4635-108E-63A548C3AE52}"/>
                    </a:ext>
                  </a:extLst>
                </p14:cNvPr>
                <p14:cNvContentPartPr/>
                <p14:nvPr/>
              </p14:nvContentPartPr>
              <p14:xfrm>
                <a:off x="7624622" y="2925643"/>
                <a:ext cx="262440" cy="24732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A63AC7D7-D4DD-4635-108E-63A548C3AE52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7615622" y="2916643"/>
                  <a:ext cx="28008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B73C1EEC-CD14-0EFF-8D51-AA6924D0F600}"/>
                    </a:ext>
                  </a:extLst>
                </p14:cNvPr>
                <p14:cNvContentPartPr/>
                <p14:nvPr/>
              </p14:nvContentPartPr>
              <p14:xfrm>
                <a:off x="7695542" y="2926723"/>
                <a:ext cx="99000" cy="25776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B73C1EEC-CD14-0EFF-8D51-AA6924D0F600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7686542" y="2917723"/>
                  <a:ext cx="11664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C81C6ACD-221D-3E05-570C-0224BC74C49D}"/>
                    </a:ext>
                  </a:extLst>
                </p14:cNvPr>
                <p14:cNvContentPartPr/>
                <p14:nvPr/>
              </p14:nvContentPartPr>
              <p14:xfrm>
                <a:off x="8041142" y="3190603"/>
                <a:ext cx="119520" cy="7056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C81C6ACD-221D-3E05-570C-0224BC74C49D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8032142" y="3181603"/>
                  <a:ext cx="137160" cy="8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D96846CC-075A-66B0-7FF0-EF116DBF3879}"/>
              </a:ext>
            </a:extLst>
          </p:cNvPr>
          <p:cNvGrpSpPr/>
          <p:nvPr/>
        </p:nvGrpSpPr>
        <p:grpSpPr>
          <a:xfrm>
            <a:off x="7234742" y="3873163"/>
            <a:ext cx="798120" cy="345240"/>
            <a:chOff x="7234742" y="3873163"/>
            <a:chExt cx="798120" cy="34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5991FE9F-EB02-46D5-F5D6-D80A953B71F4}"/>
                    </a:ext>
                  </a:extLst>
                </p14:cNvPr>
                <p14:cNvContentPartPr/>
                <p14:nvPr/>
              </p14:nvContentPartPr>
              <p14:xfrm>
                <a:off x="7234742" y="4012843"/>
                <a:ext cx="148320" cy="8532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5991FE9F-EB02-46D5-F5D6-D80A953B71F4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7225742" y="4003843"/>
                  <a:ext cx="16596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6A16E50F-0CB2-9F53-7C4D-AE8C398B9683}"/>
                    </a:ext>
                  </a:extLst>
                </p14:cNvPr>
                <p14:cNvContentPartPr/>
                <p14:nvPr/>
              </p14:nvContentPartPr>
              <p14:xfrm>
                <a:off x="7600502" y="3873163"/>
                <a:ext cx="290160" cy="22860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6A16E50F-0CB2-9F53-7C4D-AE8C398B9683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7591862" y="3864163"/>
                  <a:ext cx="30780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62FAE7B2-FA2D-ED22-A5B1-DF121871D178}"/>
                    </a:ext>
                  </a:extLst>
                </p14:cNvPr>
                <p14:cNvContentPartPr/>
                <p14:nvPr/>
              </p14:nvContentPartPr>
              <p14:xfrm>
                <a:off x="7647662" y="3888283"/>
                <a:ext cx="113400" cy="23796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62FAE7B2-FA2D-ED22-A5B1-DF121871D178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7639022" y="3879283"/>
                  <a:ext cx="13104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BB1358DB-E59C-AF6F-E827-7C96DBB444CB}"/>
                    </a:ext>
                  </a:extLst>
                </p14:cNvPr>
                <p14:cNvContentPartPr/>
                <p14:nvPr/>
              </p14:nvContentPartPr>
              <p14:xfrm>
                <a:off x="7992182" y="4084123"/>
                <a:ext cx="40680" cy="13428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BB1358DB-E59C-AF6F-E827-7C96DBB444CB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7983182" y="4075483"/>
                  <a:ext cx="58320" cy="15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C5BCDCEA-7B33-B448-2CBB-2CE409964CF6}"/>
              </a:ext>
            </a:extLst>
          </p:cNvPr>
          <p:cNvGrpSpPr/>
          <p:nvPr/>
        </p:nvGrpSpPr>
        <p:grpSpPr>
          <a:xfrm>
            <a:off x="7377302" y="4666963"/>
            <a:ext cx="894240" cy="336960"/>
            <a:chOff x="7377302" y="4666963"/>
            <a:chExt cx="894240" cy="33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1D41647F-39D7-8457-73FF-588DAD04423F}"/>
                    </a:ext>
                  </a:extLst>
                </p14:cNvPr>
                <p14:cNvContentPartPr/>
                <p14:nvPr/>
              </p14:nvContentPartPr>
              <p14:xfrm>
                <a:off x="7377302" y="4777843"/>
                <a:ext cx="166680" cy="10944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1D41647F-39D7-8457-73FF-588DAD04423F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7368302" y="4769203"/>
                  <a:ext cx="18432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F4E028ED-B465-DE8E-2F93-4D01059477C7}"/>
                    </a:ext>
                  </a:extLst>
                </p14:cNvPr>
                <p14:cNvContentPartPr/>
                <p14:nvPr/>
              </p14:nvContentPartPr>
              <p14:xfrm>
                <a:off x="7653782" y="4666963"/>
                <a:ext cx="367920" cy="29448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F4E028ED-B465-DE8E-2F93-4D01059477C7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7644782" y="4657963"/>
                  <a:ext cx="38556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86F68C6F-E786-0234-B12A-AE5B2625B70F}"/>
                    </a:ext>
                  </a:extLst>
                </p14:cNvPr>
                <p14:cNvContentPartPr/>
                <p14:nvPr/>
              </p14:nvContentPartPr>
              <p14:xfrm>
                <a:off x="7766462" y="4709083"/>
                <a:ext cx="133560" cy="26640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86F68C6F-E786-0234-B12A-AE5B2625B70F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7757462" y="4700083"/>
                  <a:ext cx="15120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A341407D-C0F6-E37C-19D1-8ED371ED69BA}"/>
                    </a:ext>
                  </a:extLst>
                </p14:cNvPr>
                <p14:cNvContentPartPr/>
                <p14:nvPr/>
              </p14:nvContentPartPr>
              <p14:xfrm>
                <a:off x="8059862" y="4884763"/>
                <a:ext cx="211680" cy="11916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A341407D-C0F6-E37C-19D1-8ED371ED69BA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8050862" y="4875763"/>
                  <a:ext cx="229320" cy="13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6" name="Group 255">
            <a:extLst>
              <a:ext uri="{FF2B5EF4-FFF2-40B4-BE49-F238E27FC236}">
                <a16:creationId xmlns:a16="http://schemas.microsoft.com/office/drawing/2014/main" id="{F93676F7-EFD9-876F-E5C6-B74D0D98BE58}"/>
              </a:ext>
            </a:extLst>
          </p:cNvPr>
          <p:cNvGrpSpPr/>
          <p:nvPr/>
        </p:nvGrpSpPr>
        <p:grpSpPr>
          <a:xfrm>
            <a:off x="7331222" y="5505043"/>
            <a:ext cx="861120" cy="378720"/>
            <a:chOff x="7331222" y="5505043"/>
            <a:chExt cx="861120" cy="37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318A26A3-51A3-E874-5739-1FE40EE0D21F}"/>
                    </a:ext>
                  </a:extLst>
                </p14:cNvPr>
                <p14:cNvContentPartPr/>
                <p14:nvPr/>
              </p14:nvContentPartPr>
              <p14:xfrm>
                <a:off x="7331222" y="5645803"/>
                <a:ext cx="131760" cy="8352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318A26A3-51A3-E874-5739-1FE40EE0D21F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7322582" y="5636803"/>
                  <a:ext cx="14940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824F46AF-8A5B-1639-BBF5-D340F4EEE75A}"/>
                    </a:ext>
                  </a:extLst>
                </p14:cNvPr>
                <p14:cNvContentPartPr/>
                <p14:nvPr/>
              </p14:nvContentPartPr>
              <p14:xfrm>
                <a:off x="7712462" y="5505043"/>
                <a:ext cx="277920" cy="26172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824F46AF-8A5B-1639-BBF5-D340F4EEE75A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7703822" y="5496043"/>
                  <a:ext cx="29556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B5E3D2F2-973B-1D43-B676-584F2C2AFDDA}"/>
                    </a:ext>
                  </a:extLst>
                </p14:cNvPr>
                <p14:cNvContentPartPr/>
                <p14:nvPr/>
              </p14:nvContentPartPr>
              <p14:xfrm>
                <a:off x="7819022" y="5518723"/>
                <a:ext cx="78840" cy="27396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B5E3D2F2-973B-1D43-B676-584F2C2AFDDA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7810022" y="5509723"/>
                  <a:ext cx="9648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A8712826-25FD-611C-122A-03104ADB0120}"/>
                    </a:ext>
                  </a:extLst>
                </p14:cNvPr>
                <p14:cNvContentPartPr/>
                <p14:nvPr/>
              </p14:nvContentPartPr>
              <p14:xfrm>
                <a:off x="8072822" y="5726443"/>
                <a:ext cx="119520" cy="15732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A8712826-25FD-611C-122A-03104ADB0120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8064182" y="5717803"/>
                  <a:ext cx="137160" cy="174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24">
            <p14:nvContentPartPr>
              <p14:cNvPr id="258" name="Ink 257">
                <a:extLst>
                  <a:ext uri="{FF2B5EF4-FFF2-40B4-BE49-F238E27FC236}">
                    <a16:creationId xmlns:a16="http://schemas.microsoft.com/office/drawing/2014/main" id="{2749CE89-9D66-4280-37AE-15E4368EC807}"/>
                  </a:ext>
                </a:extLst>
              </p14:cNvPr>
              <p14:cNvContentPartPr/>
              <p14:nvPr/>
            </p14:nvContentPartPr>
            <p14:xfrm>
              <a:off x="4052702" y="3153883"/>
              <a:ext cx="3177360" cy="83520"/>
            </p14:xfrm>
          </p:contentPart>
        </mc:Choice>
        <mc:Fallback>
          <p:pic>
            <p:nvPicPr>
              <p:cNvPr id="258" name="Ink 257">
                <a:extLst>
                  <a:ext uri="{FF2B5EF4-FFF2-40B4-BE49-F238E27FC236}">
                    <a16:creationId xmlns:a16="http://schemas.microsoft.com/office/drawing/2014/main" id="{2749CE89-9D66-4280-37AE-15E4368EC807}"/>
                  </a:ext>
                </a:extLst>
              </p:cNvPr>
              <p:cNvPicPr/>
              <p:nvPr/>
            </p:nvPicPr>
            <p:blipFill>
              <a:blip r:embed="rId425"/>
              <a:stretch>
                <a:fillRect/>
              </a:stretch>
            </p:blipFill>
            <p:spPr>
              <a:xfrm>
                <a:off x="4043702" y="3144883"/>
                <a:ext cx="3195000" cy="10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6">
            <p14:nvContentPartPr>
              <p14:cNvPr id="259" name="Ink 258">
                <a:extLst>
                  <a:ext uri="{FF2B5EF4-FFF2-40B4-BE49-F238E27FC236}">
                    <a16:creationId xmlns:a16="http://schemas.microsoft.com/office/drawing/2014/main" id="{57118CD7-DD29-EDF1-7097-F5D92DB143BB}"/>
                  </a:ext>
                </a:extLst>
              </p14:cNvPr>
              <p14:cNvContentPartPr/>
              <p14:nvPr/>
            </p14:nvContentPartPr>
            <p14:xfrm>
              <a:off x="3986102" y="3112843"/>
              <a:ext cx="3240360" cy="1776600"/>
            </p14:xfrm>
          </p:contentPart>
        </mc:Choice>
        <mc:Fallback>
          <p:pic>
            <p:nvPicPr>
              <p:cNvPr id="259" name="Ink 258">
                <a:extLst>
                  <a:ext uri="{FF2B5EF4-FFF2-40B4-BE49-F238E27FC236}">
                    <a16:creationId xmlns:a16="http://schemas.microsoft.com/office/drawing/2014/main" id="{57118CD7-DD29-EDF1-7097-F5D92DB143BB}"/>
                  </a:ext>
                </a:extLst>
              </p:cNvPr>
              <p:cNvPicPr/>
              <p:nvPr/>
            </p:nvPicPr>
            <p:blipFill>
              <a:blip r:embed="rId427"/>
              <a:stretch>
                <a:fillRect/>
              </a:stretch>
            </p:blipFill>
            <p:spPr>
              <a:xfrm>
                <a:off x="3977102" y="3104203"/>
                <a:ext cx="3258000" cy="179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8">
            <p14:nvContentPartPr>
              <p14:cNvPr id="260" name="Ink 259">
                <a:extLst>
                  <a:ext uri="{FF2B5EF4-FFF2-40B4-BE49-F238E27FC236}">
                    <a16:creationId xmlns:a16="http://schemas.microsoft.com/office/drawing/2014/main" id="{7D9B56A6-9B98-F44B-88CA-C7FEA75127F8}"/>
                  </a:ext>
                </a:extLst>
              </p14:cNvPr>
              <p14:cNvContentPartPr/>
              <p14:nvPr/>
            </p14:nvContentPartPr>
            <p14:xfrm>
              <a:off x="4071062" y="3333523"/>
              <a:ext cx="3295800" cy="1469880"/>
            </p14:xfrm>
          </p:contentPart>
        </mc:Choice>
        <mc:Fallback>
          <p:pic>
            <p:nvPicPr>
              <p:cNvPr id="260" name="Ink 259">
                <a:extLst>
                  <a:ext uri="{FF2B5EF4-FFF2-40B4-BE49-F238E27FC236}">
                    <a16:creationId xmlns:a16="http://schemas.microsoft.com/office/drawing/2014/main" id="{7D9B56A6-9B98-F44B-88CA-C7FEA75127F8}"/>
                  </a:ext>
                </a:extLst>
              </p:cNvPr>
              <p:cNvPicPr/>
              <p:nvPr/>
            </p:nvPicPr>
            <p:blipFill>
              <a:blip r:embed="rId429"/>
              <a:stretch>
                <a:fillRect/>
              </a:stretch>
            </p:blipFill>
            <p:spPr>
              <a:xfrm>
                <a:off x="4062422" y="3324883"/>
                <a:ext cx="3313440" cy="148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0">
            <p14:nvContentPartPr>
              <p14:cNvPr id="261" name="Ink 260">
                <a:extLst>
                  <a:ext uri="{FF2B5EF4-FFF2-40B4-BE49-F238E27FC236}">
                    <a16:creationId xmlns:a16="http://schemas.microsoft.com/office/drawing/2014/main" id="{C70EB22D-4DD2-4E42-627B-0786BB896C87}"/>
                  </a:ext>
                </a:extLst>
              </p14:cNvPr>
              <p14:cNvContentPartPr/>
              <p14:nvPr/>
            </p14:nvContentPartPr>
            <p14:xfrm>
              <a:off x="4013822" y="4827163"/>
              <a:ext cx="3324960" cy="63000"/>
            </p14:xfrm>
          </p:contentPart>
        </mc:Choice>
        <mc:Fallback>
          <p:pic>
            <p:nvPicPr>
              <p:cNvPr id="261" name="Ink 260">
                <a:extLst>
                  <a:ext uri="{FF2B5EF4-FFF2-40B4-BE49-F238E27FC236}">
                    <a16:creationId xmlns:a16="http://schemas.microsoft.com/office/drawing/2014/main" id="{C70EB22D-4DD2-4E42-627B-0786BB896C87}"/>
                  </a:ext>
                </a:extLst>
              </p:cNvPr>
              <p:cNvPicPr/>
              <p:nvPr/>
            </p:nvPicPr>
            <p:blipFill>
              <a:blip r:embed="rId431"/>
              <a:stretch>
                <a:fillRect/>
              </a:stretch>
            </p:blipFill>
            <p:spPr>
              <a:xfrm>
                <a:off x="4004822" y="4818523"/>
                <a:ext cx="3342600" cy="80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65" name="Group 264">
            <a:extLst>
              <a:ext uri="{FF2B5EF4-FFF2-40B4-BE49-F238E27FC236}">
                <a16:creationId xmlns:a16="http://schemas.microsoft.com/office/drawing/2014/main" id="{A3252988-BFCC-62BF-2A33-71FCD680C337}"/>
              </a:ext>
            </a:extLst>
          </p:cNvPr>
          <p:cNvGrpSpPr/>
          <p:nvPr/>
        </p:nvGrpSpPr>
        <p:grpSpPr>
          <a:xfrm>
            <a:off x="6549662" y="4790443"/>
            <a:ext cx="331200" cy="333000"/>
            <a:chOff x="6549662" y="4790443"/>
            <a:chExt cx="331200" cy="333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9E8F5A7A-3C2A-ADE0-F024-3DF0E65C4FD8}"/>
                    </a:ext>
                  </a:extLst>
                </p14:cNvPr>
                <p14:cNvContentPartPr/>
                <p14:nvPr/>
              </p14:nvContentPartPr>
              <p14:xfrm>
                <a:off x="6665222" y="4790443"/>
                <a:ext cx="201960" cy="12312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9E8F5A7A-3C2A-ADE0-F024-3DF0E65C4FD8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6656222" y="4781443"/>
                  <a:ext cx="21960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D6EB173D-308A-C064-7FE8-BE2CC6834DEA}"/>
                    </a:ext>
                  </a:extLst>
                </p14:cNvPr>
                <p14:cNvContentPartPr/>
                <p14:nvPr/>
              </p14:nvContentPartPr>
              <p14:xfrm>
                <a:off x="6549662" y="5039203"/>
                <a:ext cx="127800" cy="1116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D6EB173D-308A-C064-7FE8-BE2CC6834DEA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6540662" y="5030563"/>
                  <a:ext cx="1454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85320BE8-9653-F5A2-37A0-008A930B23C8}"/>
                    </a:ext>
                  </a:extLst>
                </p14:cNvPr>
                <p14:cNvContentPartPr/>
                <p14:nvPr/>
              </p14:nvContentPartPr>
              <p14:xfrm>
                <a:off x="6829022" y="4997803"/>
                <a:ext cx="51840" cy="12564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85320BE8-9653-F5A2-37A0-008A930B23C8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6820382" y="4989163"/>
                  <a:ext cx="69480" cy="143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38">
            <p14:nvContentPartPr>
              <p14:cNvPr id="266" name="Ink 265">
                <a:extLst>
                  <a:ext uri="{FF2B5EF4-FFF2-40B4-BE49-F238E27FC236}">
                    <a16:creationId xmlns:a16="http://schemas.microsoft.com/office/drawing/2014/main" id="{7912DEC3-AD35-02FB-D4A6-A34FFC5897C4}"/>
                  </a:ext>
                </a:extLst>
              </p14:cNvPr>
              <p14:cNvContentPartPr/>
              <p14:nvPr/>
            </p14:nvContentPartPr>
            <p14:xfrm>
              <a:off x="11428382" y="1013323"/>
              <a:ext cx="245520" cy="29160"/>
            </p14:xfrm>
          </p:contentPart>
        </mc:Choice>
        <mc:Fallback>
          <p:pic>
            <p:nvPicPr>
              <p:cNvPr id="266" name="Ink 265">
                <a:extLst>
                  <a:ext uri="{FF2B5EF4-FFF2-40B4-BE49-F238E27FC236}">
                    <a16:creationId xmlns:a16="http://schemas.microsoft.com/office/drawing/2014/main" id="{7912DEC3-AD35-02FB-D4A6-A34FFC5897C4}"/>
                  </a:ext>
                </a:extLst>
              </p:cNvPr>
              <p:cNvPicPr/>
              <p:nvPr/>
            </p:nvPicPr>
            <p:blipFill>
              <a:blip r:embed="rId439"/>
              <a:stretch>
                <a:fillRect/>
              </a:stretch>
            </p:blipFill>
            <p:spPr>
              <a:xfrm>
                <a:off x="11422262" y="1007203"/>
                <a:ext cx="25776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0">
            <p14:nvContentPartPr>
              <p14:cNvPr id="267" name="Ink 266">
                <a:extLst>
                  <a:ext uri="{FF2B5EF4-FFF2-40B4-BE49-F238E27FC236}">
                    <a16:creationId xmlns:a16="http://schemas.microsoft.com/office/drawing/2014/main" id="{68F3EE65-1385-49BD-CC6F-4B64FD424F83}"/>
                  </a:ext>
                </a:extLst>
              </p14:cNvPr>
              <p14:cNvContentPartPr/>
              <p14:nvPr/>
            </p14:nvContentPartPr>
            <p14:xfrm>
              <a:off x="11566262" y="2366203"/>
              <a:ext cx="172800" cy="17280"/>
            </p14:xfrm>
          </p:contentPart>
        </mc:Choice>
        <mc:Fallback>
          <p:pic>
            <p:nvPicPr>
              <p:cNvPr id="267" name="Ink 266">
                <a:extLst>
                  <a:ext uri="{FF2B5EF4-FFF2-40B4-BE49-F238E27FC236}">
                    <a16:creationId xmlns:a16="http://schemas.microsoft.com/office/drawing/2014/main" id="{68F3EE65-1385-49BD-CC6F-4B64FD424F83}"/>
                  </a:ext>
                </a:extLst>
              </p:cNvPr>
              <p:cNvPicPr/>
              <p:nvPr/>
            </p:nvPicPr>
            <p:blipFill>
              <a:blip r:embed="rId441"/>
              <a:stretch>
                <a:fillRect/>
              </a:stretch>
            </p:blipFill>
            <p:spPr>
              <a:xfrm>
                <a:off x="11560142" y="2360083"/>
                <a:ext cx="185040" cy="2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2">
            <p14:nvContentPartPr>
              <p14:cNvPr id="268" name="Ink 267">
                <a:extLst>
                  <a:ext uri="{FF2B5EF4-FFF2-40B4-BE49-F238E27FC236}">
                    <a16:creationId xmlns:a16="http://schemas.microsoft.com/office/drawing/2014/main" id="{06D4B6A1-13B0-C58F-0B18-56E732B94370}"/>
                  </a:ext>
                </a:extLst>
              </p14:cNvPr>
              <p14:cNvContentPartPr/>
              <p14:nvPr/>
            </p14:nvContentPartPr>
            <p14:xfrm>
              <a:off x="4069982" y="4004563"/>
              <a:ext cx="3157920" cy="66240"/>
            </p14:xfrm>
          </p:contentPart>
        </mc:Choice>
        <mc:Fallback>
          <p:pic>
            <p:nvPicPr>
              <p:cNvPr id="268" name="Ink 267">
                <a:extLst>
                  <a:ext uri="{FF2B5EF4-FFF2-40B4-BE49-F238E27FC236}">
                    <a16:creationId xmlns:a16="http://schemas.microsoft.com/office/drawing/2014/main" id="{06D4B6A1-13B0-C58F-0B18-56E732B94370}"/>
                  </a:ext>
                </a:extLst>
              </p:cNvPr>
              <p:cNvPicPr/>
              <p:nvPr/>
            </p:nvPicPr>
            <p:blipFill>
              <a:blip r:embed="rId443"/>
              <a:stretch>
                <a:fillRect/>
              </a:stretch>
            </p:blipFill>
            <p:spPr>
              <a:xfrm>
                <a:off x="4063862" y="3998443"/>
                <a:ext cx="3170160" cy="7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4">
            <p14:nvContentPartPr>
              <p14:cNvPr id="269" name="Ink 268">
                <a:extLst>
                  <a:ext uri="{FF2B5EF4-FFF2-40B4-BE49-F238E27FC236}">
                    <a16:creationId xmlns:a16="http://schemas.microsoft.com/office/drawing/2014/main" id="{012D21B6-862C-402E-AE16-F81CB89E00C7}"/>
                  </a:ext>
                </a:extLst>
              </p14:cNvPr>
              <p14:cNvContentPartPr/>
              <p14:nvPr/>
            </p14:nvContentPartPr>
            <p14:xfrm>
              <a:off x="3964142" y="4052803"/>
              <a:ext cx="3243600" cy="1734120"/>
            </p14:xfrm>
          </p:contentPart>
        </mc:Choice>
        <mc:Fallback>
          <p:pic>
            <p:nvPicPr>
              <p:cNvPr id="269" name="Ink 268">
                <a:extLst>
                  <a:ext uri="{FF2B5EF4-FFF2-40B4-BE49-F238E27FC236}">
                    <a16:creationId xmlns:a16="http://schemas.microsoft.com/office/drawing/2014/main" id="{012D21B6-862C-402E-AE16-F81CB89E00C7}"/>
                  </a:ext>
                </a:extLst>
              </p:cNvPr>
              <p:cNvPicPr/>
              <p:nvPr/>
            </p:nvPicPr>
            <p:blipFill>
              <a:blip r:embed="rId445"/>
              <a:stretch>
                <a:fillRect/>
              </a:stretch>
            </p:blipFill>
            <p:spPr>
              <a:xfrm>
                <a:off x="3958022" y="4046683"/>
                <a:ext cx="3255840" cy="1746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76" name="Group 275">
            <a:extLst>
              <a:ext uri="{FF2B5EF4-FFF2-40B4-BE49-F238E27FC236}">
                <a16:creationId xmlns:a16="http://schemas.microsoft.com/office/drawing/2014/main" id="{A86E195A-9AEA-5B84-8649-60439563587F}"/>
              </a:ext>
            </a:extLst>
          </p:cNvPr>
          <p:cNvGrpSpPr/>
          <p:nvPr/>
        </p:nvGrpSpPr>
        <p:grpSpPr>
          <a:xfrm>
            <a:off x="4030022" y="4106443"/>
            <a:ext cx="3304440" cy="1589400"/>
            <a:chOff x="4030022" y="4106443"/>
            <a:chExt cx="3304440" cy="158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446DBE3F-D320-6068-DD04-84AB31C4CADA}"/>
                    </a:ext>
                  </a:extLst>
                </p14:cNvPr>
                <p14:cNvContentPartPr/>
                <p14:nvPr/>
              </p14:nvContentPartPr>
              <p14:xfrm>
                <a:off x="6674222" y="4209043"/>
                <a:ext cx="227520" cy="11088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446DBE3F-D320-6068-DD04-84AB31C4CADA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6668102" y="4202923"/>
                  <a:ext cx="23976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A3177F94-4A74-3E5F-DDAC-B94672EDC368}"/>
                    </a:ext>
                  </a:extLst>
                </p14:cNvPr>
                <p14:cNvContentPartPr/>
                <p14:nvPr/>
              </p14:nvContentPartPr>
              <p14:xfrm>
                <a:off x="6994262" y="4332523"/>
                <a:ext cx="91440" cy="1296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A3177F94-4A74-3E5F-DDAC-B94672EDC368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6988142" y="4326403"/>
                  <a:ext cx="10368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480204C9-D596-B967-E9DF-7FA2E703E08B}"/>
                    </a:ext>
                  </a:extLst>
                </p14:cNvPr>
                <p14:cNvContentPartPr/>
                <p14:nvPr/>
              </p14:nvContentPartPr>
              <p14:xfrm>
                <a:off x="7231142" y="4279603"/>
                <a:ext cx="96120" cy="17640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480204C9-D596-B967-E9DF-7FA2E703E08B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7225022" y="4273483"/>
                  <a:ext cx="10836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40160E1F-B4AE-B98A-6152-FA21740B8716}"/>
                    </a:ext>
                  </a:extLst>
                </p14:cNvPr>
                <p14:cNvContentPartPr/>
                <p14:nvPr/>
              </p14:nvContentPartPr>
              <p14:xfrm>
                <a:off x="7198022" y="4163323"/>
                <a:ext cx="20880" cy="3636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40160E1F-B4AE-B98A-6152-FA21740B8716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7191902" y="4157203"/>
                  <a:ext cx="3312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CD0DB80D-66ED-05D6-B690-C7D1B6214AFE}"/>
                    </a:ext>
                  </a:extLst>
                </p14:cNvPr>
                <p14:cNvContentPartPr/>
                <p14:nvPr/>
              </p14:nvContentPartPr>
              <p14:xfrm>
                <a:off x="4030022" y="4106443"/>
                <a:ext cx="3304440" cy="158940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CD0DB80D-66ED-05D6-B690-C7D1B6214AFE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4023902" y="4100323"/>
                  <a:ext cx="3316680" cy="160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B4279C84-70B3-20F4-3831-26B46509683F}"/>
              </a:ext>
            </a:extLst>
          </p:cNvPr>
          <p:cNvGrpSpPr/>
          <p:nvPr/>
        </p:nvGrpSpPr>
        <p:grpSpPr>
          <a:xfrm>
            <a:off x="4053062" y="5674243"/>
            <a:ext cx="3260880" cy="161280"/>
            <a:chOff x="4053062" y="5674243"/>
            <a:chExt cx="3260880" cy="161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171D0470-3337-591C-B196-50A151BD67FC}"/>
                    </a:ext>
                  </a:extLst>
                </p14:cNvPr>
                <p14:cNvContentPartPr/>
                <p14:nvPr/>
              </p14:nvContentPartPr>
              <p14:xfrm>
                <a:off x="4053062" y="5731843"/>
                <a:ext cx="3260880" cy="6840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171D0470-3337-591C-B196-50A151BD67FC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4046942" y="5725723"/>
                  <a:ext cx="327312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3512F36B-E5E4-8C56-E0F9-3E578F355E8D}"/>
                    </a:ext>
                  </a:extLst>
                </p14:cNvPr>
                <p14:cNvContentPartPr/>
                <p14:nvPr/>
              </p14:nvContentPartPr>
              <p14:xfrm>
                <a:off x="6673862" y="5674243"/>
                <a:ext cx="234000" cy="16128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3512F36B-E5E4-8C56-E0F9-3E578F355E8D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6667742" y="5668123"/>
                  <a:ext cx="246240" cy="17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5" name="Group 284">
            <a:extLst>
              <a:ext uri="{FF2B5EF4-FFF2-40B4-BE49-F238E27FC236}">
                <a16:creationId xmlns:a16="http://schemas.microsoft.com/office/drawing/2014/main" id="{047E80E2-7E4B-38A3-1EB6-F953F47A8B73}"/>
              </a:ext>
            </a:extLst>
          </p:cNvPr>
          <p:cNvGrpSpPr/>
          <p:nvPr/>
        </p:nvGrpSpPr>
        <p:grpSpPr>
          <a:xfrm>
            <a:off x="6692222" y="5968003"/>
            <a:ext cx="196560" cy="329040"/>
            <a:chOff x="6692222" y="5968003"/>
            <a:chExt cx="196560" cy="32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BE206BFD-5F64-786E-4DB3-D8BFFC9A8C3C}"/>
                    </a:ext>
                  </a:extLst>
                </p14:cNvPr>
                <p14:cNvContentPartPr/>
                <p14:nvPr/>
              </p14:nvContentPartPr>
              <p14:xfrm>
                <a:off x="6712382" y="6101563"/>
                <a:ext cx="124920" cy="19548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BE206BFD-5F64-786E-4DB3-D8BFFC9A8C3C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6706262" y="6095443"/>
                  <a:ext cx="13716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E5DECA5B-D9DC-7CE5-80E3-79180CD04930}"/>
                    </a:ext>
                  </a:extLst>
                </p14:cNvPr>
                <p14:cNvContentPartPr/>
                <p14:nvPr/>
              </p14:nvContentPartPr>
              <p14:xfrm>
                <a:off x="6692222" y="5968003"/>
                <a:ext cx="45720" cy="5832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E5DECA5B-D9DC-7CE5-80E3-79180CD04930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6686102" y="5961883"/>
                  <a:ext cx="5796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4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11A9548A-AB6B-BB64-84DC-E1A667DE5CD6}"/>
                    </a:ext>
                  </a:extLst>
                </p14:cNvPr>
                <p14:cNvContentPartPr/>
                <p14:nvPr/>
              </p14:nvContentPartPr>
              <p14:xfrm>
                <a:off x="6795902" y="6109123"/>
                <a:ext cx="92880" cy="4320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11A9548A-AB6B-BB64-84DC-E1A667DE5CD6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6789782" y="6103003"/>
                  <a:ext cx="10512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6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D1E37FBA-FB68-4BD0-177E-D1D9F9EAAAA1}"/>
                    </a:ext>
                  </a:extLst>
                </p14:cNvPr>
                <p14:cNvContentPartPr/>
                <p14:nvPr/>
              </p14:nvContentPartPr>
              <p14:xfrm>
                <a:off x="6788702" y="6095803"/>
                <a:ext cx="10800" cy="1908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D1E37FBA-FB68-4BD0-177E-D1D9F9EAAAA1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6782582" y="6089683"/>
                  <a:ext cx="23040" cy="3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8" name="Group 297">
            <a:extLst>
              <a:ext uri="{FF2B5EF4-FFF2-40B4-BE49-F238E27FC236}">
                <a16:creationId xmlns:a16="http://schemas.microsoft.com/office/drawing/2014/main" id="{52CAB2A8-FF02-09D4-CFE9-B919CBAD0319}"/>
              </a:ext>
            </a:extLst>
          </p:cNvPr>
          <p:cNvGrpSpPr/>
          <p:nvPr/>
        </p:nvGrpSpPr>
        <p:grpSpPr>
          <a:xfrm>
            <a:off x="996662" y="6039283"/>
            <a:ext cx="1537560" cy="753120"/>
            <a:chOff x="996662" y="6039283"/>
            <a:chExt cx="1537560" cy="75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EF30FBD9-070C-026F-CF48-2AF48294264C}"/>
                    </a:ext>
                  </a:extLst>
                </p14:cNvPr>
                <p14:cNvContentPartPr/>
                <p14:nvPr/>
              </p14:nvContentPartPr>
              <p14:xfrm>
                <a:off x="1651142" y="6083923"/>
                <a:ext cx="458280" cy="23364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EF30FBD9-070C-026F-CF48-2AF48294264C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1642142" y="6074923"/>
                  <a:ext cx="47592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FBAA142D-0EB6-5A18-E393-C1E08B7F53AE}"/>
                    </a:ext>
                  </a:extLst>
                </p14:cNvPr>
                <p14:cNvContentPartPr/>
                <p14:nvPr/>
              </p14:nvContentPartPr>
              <p14:xfrm>
                <a:off x="1944902" y="6039283"/>
                <a:ext cx="236880" cy="16560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FBAA142D-0EB6-5A18-E393-C1E08B7F53AE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1935902" y="6030643"/>
                  <a:ext cx="25452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2A64F9AD-CDC2-1CD7-9F75-E741229B06CE}"/>
                    </a:ext>
                  </a:extLst>
                </p14:cNvPr>
                <p14:cNvContentPartPr/>
                <p14:nvPr/>
              </p14:nvContentPartPr>
              <p14:xfrm>
                <a:off x="1036622" y="6514483"/>
                <a:ext cx="32400" cy="15300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2A64F9AD-CDC2-1CD7-9F75-E741229B06CE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1027982" y="6505483"/>
                  <a:ext cx="5004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4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97389D10-6A9B-0034-1A84-7D72C2AE2343}"/>
                    </a:ext>
                  </a:extLst>
                </p14:cNvPr>
                <p14:cNvContentPartPr/>
                <p14:nvPr/>
              </p14:nvContentPartPr>
              <p14:xfrm>
                <a:off x="996662" y="6477043"/>
                <a:ext cx="239400" cy="20988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97389D10-6A9B-0034-1A84-7D72C2AE2343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988022" y="6468043"/>
                  <a:ext cx="25704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6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25B81C8A-8310-412A-8C1D-23E834AA4585}"/>
                    </a:ext>
                  </a:extLst>
                </p14:cNvPr>
                <p14:cNvContentPartPr/>
                <p14:nvPr/>
              </p14:nvContentPartPr>
              <p14:xfrm>
                <a:off x="1314542" y="6593323"/>
                <a:ext cx="157680" cy="7452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25B81C8A-8310-412A-8C1D-23E834AA4585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1305542" y="6584683"/>
                  <a:ext cx="17532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8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CDE95D53-2D34-9C31-785A-EA3F02038F91}"/>
                    </a:ext>
                  </a:extLst>
                </p14:cNvPr>
                <p14:cNvContentPartPr/>
                <p14:nvPr/>
              </p14:nvContentPartPr>
              <p14:xfrm>
                <a:off x="1492382" y="6503323"/>
                <a:ext cx="100440" cy="15408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CDE95D53-2D34-9C31-785A-EA3F02038F91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1483742" y="6494323"/>
                  <a:ext cx="11808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0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1BCBC6CA-9E1B-0484-CC98-03700790739B}"/>
                    </a:ext>
                  </a:extLst>
                </p14:cNvPr>
                <p14:cNvContentPartPr/>
                <p14:nvPr/>
              </p14:nvContentPartPr>
              <p14:xfrm>
                <a:off x="1583822" y="6516643"/>
                <a:ext cx="81000" cy="13716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1BCBC6CA-9E1B-0484-CC98-03700790739B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1574822" y="6508003"/>
                  <a:ext cx="9864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2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C82468D9-B9B2-C24A-B8CB-786399595F01}"/>
                    </a:ext>
                  </a:extLst>
                </p14:cNvPr>
                <p14:cNvContentPartPr/>
                <p14:nvPr/>
              </p14:nvContentPartPr>
              <p14:xfrm>
                <a:off x="1498142" y="6589723"/>
                <a:ext cx="145080" cy="540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C82468D9-B9B2-C24A-B8CB-786399595F01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1489502" y="6580723"/>
                  <a:ext cx="16272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4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265B4693-AEC5-FF12-5475-7A773CB22365}"/>
                    </a:ext>
                  </a:extLst>
                </p14:cNvPr>
                <p14:cNvContentPartPr/>
                <p14:nvPr/>
              </p14:nvContentPartPr>
              <p14:xfrm>
                <a:off x="1754102" y="6502243"/>
                <a:ext cx="200880" cy="14652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265B4693-AEC5-FF12-5475-7A773CB22365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1745462" y="6493603"/>
                  <a:ext cx="21852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6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39D30D14-4F2D-AC35-628D-513F413C4DC2}"/>
                    </a:ext>
                  </a:extLst>
                </p14:cNvPr>
                <p14:cNvContentPartPr/>
                <p14:nvPr/>
              </p14:nvContentPartPr>
              <p14:xfrm>
                <a:off x="2065862" y="6367963"/>
                <a:ext cx="120600" cy="34632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39D30D14-4F2D-AC35-628D-513F413C4DC2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2056862" y="6359323"/>
                  <a:ext cx="13824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8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3AE39D54-8BD2-2F1D-3C51-62D260708247}"/>
                    </a:ext>
                  </a:extLst>
                </p14:cNvPr>
                <p14:cNvContentPartPr/>
                <p14:nvPr/>
              </p14:nvContentPartPr>
              <p14:xfrm>
                <a:off x="2088542" y="6577123"/>
                <a:ext cx="72360" cy="720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3AE39D54-8BD2-2F1D-3C51-62D260708247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2079902" y="6568123"/>
                  <a:ext cx="9000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0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48750B4C-CD52-CFC1-999A-2C16359BB1EF}"/>
                    </a:ext>
                  </a:extLst>
                </p14:cNvPr>
                <p14:cNvContentPartPr/>
                <p14:nvPr/>
              </p14:nvContentPartPr>
              <p14:xfrm>
                <a:off x="2206622" y="6356443"/>
                <a:ext cx="327600" cy="43596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48750B4C-CD52-CFC1-999A-2C16359BB1EF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2197982" y="6347803"/>
                  <a:ext cx="345240" cy="453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92">
            <p14:nvContentPartPr>
              <p14:cNvPr id="357" name="Ink 356">
                <a:extLst>
                  <a:ext uri="{FF2B5EF4-FFF2-40B4-BE49-F238E27FC236}">
                    <a16:creationId xmlns:a16="http://schemas.microsoft.com/office/drawing/2014/main" id="{3EE79B3D-219C-E49C-4975-7DBC2D08389A}"/>
                  </a:ext>
                </a:extLst>
              </p14:cNvPr>
              <p14:cNvContentPartPr/>
              <p14:nvPr/>
            </p14:nvContentPartPr>
            <p14:xfrm>
              <a:off x="3236473" y="1483515"/>
              <a:ext cx="120600" cy="114480"/>
            </p14:xfrm>
          </p:contentPart>
        </mc:Choice>
        <mc:Fallback>
          <p:pic>
            <p:nvPicPr>
              <p:cNvPr id="357" name="Ink 356">
                <a:extLst>
                  <a:ext uri="{FF2B5EF4-FFF2-40B4-BE49-F238E27FC236}">
                    <a16:creationId xmlns:a16="http://schemas.microsoft.com/office/drawing/2014/main" id="{3EE79B3D-219C-E49C-4975-7DBC2D08389A}"/>
                  </a:ext>
                </a:extLst>
              </p:cNvPr>
              <p:cNvPicPr/>
              <p:nvPr/>
            </p:nvPicPr>
            <p:blipFill>
              <a:blip r:embed="rId493"/>
              <a:stretch>
                <a:fillRect/>
              </a:stretch>
            </p:blipFill>
            <p:spPr>
              <a:xfrm>
                <a:off x="3227833" y="1474875"/>
                <a:ext cx="138240" cy="13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4">
            <p14:nvContentPartPr>
              <p14:cNvPr id="358" name="Ink 357">
                <a:extLst>
                  <a:ext uri="{FF2B5EF4-FFF2-40B4-BE49-F238E27FC236}">
                    <a16:creationId xmlns:a16="http://schemas.microsoft.com/office/drawing/2014/main" id="{025B921A-ECF8-5FEC-4824-FC62CDCE3BBF}"/>
                  </a:ext>
                </a:extLst>
              </p14:cNvPr>
              <p14:cNvContentPartPr/>
              <p14:nvPr/>
            </p14:nvContentPartPr>
            <p14:xfrm>
              <a:off x="3409273" y="1350315"/>
              <a:ext cx="111240" cy="225720"/>
            </p14:xfrm>
          </p:contentPart>
        </mc:Choice>
        <mc:Fallback>
          <p:pic>
            <p:nvPicPr>
              <p:cNvPr id="358" name="Ink 357">
                <a:extLst>
                  <a:ext uri="{FF2B5EF4-FFF2-40B4-BE49-F238E27FC236}">
                    <a16:creationId xmlns:a16="http://schemas.microsoft.com/office/drawing/2014/main" id="{025B921A-ECF8-5FEC-4824-FC62CDCE3BBF}"/>
                  </a:ext>
                </a:extLst>
              </p:cNvPr>
              <p:cNvPicPr/>
              <p:nvPr/>
            </p:nvPicPr>
            <p:blipFill>
              <a:blip r:embed="rId495"/>
              <a:stretch>
                <a:fillRect/>
              </a:stretch>
            </p:blipFill>
            <p:spPr>
              <a:xfrm>
                <a:off x="3400273" y="1341675"/>
                <a:ext cx="128880" cy="24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6">
            <p14:nvContentPartPr>
              <p14:cNvPr id="359" name="Ink 358">
                <a:extLst>
                  <a:ext uri="{FF2B5EF4-FFF2-40B4-BE49-F238E27FC236}">
                    <a16:creationId xmlns:a16="http://schemas.microsoft.com/office/drawing/2014/main" id="{C08CE516-4BDA-9F08-B45A-AF84213E007A}"/>
                  </a:ext>
                </a:extLst>
              </p14:cNvPr>
              <p14:cNvContentPartPr/>
              <p14:nvPr/>
            </p14:nvContentPartPr>
            <p14:xfrm>
              <a:off x="3389833" y="1483155"/>
              <a:ext cx="114120" cy="15120"/>
            </p14:xfrm>
          </p:contentPart>
        </mc:Choice>
        <mc:Fallback>
          <p:pic>
            <p:nvPicPr>
              <p:cNvPr id="359" name="Ink 358">
                <a:extLst>
                  <a:ext uri="{FF2B5EF4-FFF2-40B4-BE49-F238E27FC236}">
                    <a16:creationId xmlns:a16="http://schemas.microsoft.com/office/drawing/2014/main" id="{C08CE516-4BDA-9F08-B45A-AF84213E007A}"/>
                  </a:ext>
                </a:extLst>
              </p:cNvPr>
              <p:cNvPicPr/>
              <p:nvPr/>
            </p:nvPicPr>
            <p:blipFill>
              <a:blip r:embed="rId497"/>
              <a:stretch>
                <a:fillRect/>
              </a:stretch>
            </p:blipFill>
            <p:spPr>
              <a:xfrm>
                <a:off x="3380833" y="1474155"/>
                <a:ext cx="131760" cy="3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8">
            <p14:nvContentPartPr>
              <p14:cNvPr id="360" name="Ink 359">
                <a:extLst>
                  <a:ext uri="{FF2B5EF4-FFF2-40B4-BE49-F238E27FC236}">
                    <a16:creationId xmlns:a16="http://schemas.microsoft.com/office/drawing/2014/main" id="{BF425D4C-ABAC-DD5B-931C-71677E436B26}"/>
                  </a:ext>
                </a:extLst>
              </p14:cNvPr>
              <p14:cNvContentPartPr/>
              <p14:nvPr/>
            </p14:nvContentPartPr>
            <p14:xfrm>
              <a:off x="3566953" y="1484595"/>
              <a:ext cx="63000" cy="93240"/>
            </p14:xfrm>
          </p:contentPart>
        </mc:Choice>
        <mc:Fallback>
          <p:pic>
            <p:nvPicPr>
              <p:cNvPr id="360" name="Ink 359">
                <a:extLst>
                  <a:ext uri="{FF2B5EF4-FFF2-40B4-BE49-F238E27FC236}">
                    <a16:creationId xmlns:a16="http://schemas.microsoft.com/office/drawing/2014/main" id="{BF425D4C-ABAC-DD5B-931C-71677E436B26}"/>
                  </a:ext>
                </a:extLst>
              </p:cNvPr>
              <p:cNvPicPr/>
              <p:nvPr/>
            </p:nvPicPr>
            <p:blipFill>
              <a:blip r:embed="rId499"/>
              <a:stretch>
                <a:fillRect/>
              </a:stretch>
            </p:blipFill>
            <p:spPr>
              <a:xfrm>
                <a:off x="3558313" y="1475595"/>
                <a:ext cx="80640" cy="11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0">
            <p14:nvContentPartPr>
              <p14:cNvPr id="361" name="Ink 360">
                <a:extLst>
                  <a:ext uri="{FF2B5EF4-FFF2-40B4-BE49-F238E27FC236}">
                    <a16:creationId xmlns:a16="http://schemas.microsoft.com/office/drawing/2014/main" id="{98EBEE31-D9AA-5758-2F25-6B87222273B7}"/>
                  </a:ext>
                </a:extLst>
              </p14:cNvPr>
              <p14:cNvContentPartPr/>
              <p14:nvPr/>
            </p14:nvContentPartPr>
            <p14:xfrm>
              <a:off x="3692233" y="1478835"/>
              <a:ext cx="183240" cy="91440"/>
            </p14:xfrm>
          </p:contentPart>
        </mc:Choice>
        <mc:Fallback>
          <p:pic>
            <p:nvPicPr>
              <p:cNvPr id="361" name="Ink 360">
                <a:extLst>
                  <a:ext uri="{FF2B5EF4-FFF2-40B4-BE49-F238E27FC236}">
                    <a16:creationId xmlns:a16="http://schemas.microsoft.com/office/drawing/2014/main" id="{98EBEE31-D9AA-5758-2F25-6B87222273B7}"/>
                  </a:ext>
                </a:extLst>
              </p:cNvPr>
              <p:cNvPicPr/>
              <p:nvPr/>
            </p:nvPicPr>
            <p:blipFill>
              <a:blip r:embed="rId501"/>
              <a:stretch>
                <a:fillRect/>
              </a:stretch>
            </p:blipFill>
            <p:spPr>
              <a:xfrm>
                <a:off x="3683593" y="1470195"/>
                <a:ext cx="20088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2">
            <p14:nvContentPartPr>
              <p14:cNvPr id="362" name="Ink 361">
                <a:extLst>
                  <a:ext uri="{FF2B5EF4-FFF2-40B4-BE49-F238E27FC236}">
                    <a16:creationId xmlns:a16="http://schemas.microsoft.com/office/drawing/2014/main" id="{0EA32AB5-B227-8809-A5D3-FCDFAF25952A}"/>
                  </a:ext>
                </a:extLst>
              </p14:cNvPr>
              <p14:cNvContentPartPr/>
              <p14:nvPr/>
            </p14:nvContentPartPr>
            <p14:xfrm>
              <a:off x="3877273" y="1480995"/>
              <a:ext cx="151920" cy="88560"/>
            </p14:xfrm>
          </p:contentPart>
        </mc:Choice>
        <mc:Fallback>
          <p:pic>
            <p:nvPicPr>
              <p:cNvPr id="362" name="Ink 361">
                <a:extLst>
                  <a:ext uri="{FF2B5EF4-FFF2-40B4-BE49-F238E27FC236}">
                    <a16:creationId xmlns:a16="http://schemas.microsoft.com/office/drawing/2014/main" id="{0EA32AB5-B227-8809-A5D3-FCDFAF25952A}"/>
                  </a:ext>
                </a:extLst>
              </p:cNvPr>
              <p:cNvPicPr/>
              <p:nvPr/>
            </p:nvPicPr>
            <p:blipFill>
              <a:blip r:embed="rId503"/>
              <a:stretch>
                <a:fillRect/>
              </a:stretch>
            </p:blipFill>
            <p:spPr>
              <a:xfrm>
                <a:off x="3868273" y="1472355"/>
                <a:ext cx="16956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4">
            <p14:nvContentPartPr>
              <p14:cNvPr id="364" name="Ink 363">
                <a:extLst>
                  <a:ext uri="{FF2B5EF4-FFF2-40B4-BE49-F238E27FC236}">
                    <a16:creationId xmlns:a16="http://schemas.microsoft.com/office/drawing/2014/main" id="{3EA3F2A5-8A85-3496-E23E-2DAFDA630834}"/>
                  </a:ext>
                </a:extLst>
              </p14:cNvPr>
              <p14:cNvContentPartPr/>
              <p14:nvPr/>
            </p14:nvContentPartPr>
            <p14:xfrm>
              <a:off x="4058353" y="1489275"/>
              <a:ext cx="253800" cy="69840"/>
            </p14:xfrm>
          </p:contentPart>
        </mc:Choice>
        <mc:Fallback>
          <p:pic>
            <p:nvPicPr>
              <p:cNvPr id="364" name="Ink 363">
                <a:extLst>
                  <a:ext uri="{FF2B5EF4-FFF2-40B4-BE49-F238E27FC236}">
                    <a16:creationId xmlns:a16="http://schemas.microsoft.com/office/drawing/2014/main" id="{3EA3F2A5-8A85-3496-E23E-2DAFDA630834}"/>
                  </a:ext>
                </a:extLst>
              </p:cNvPr>
              <p:cNvPicPr/>
              <p:nvPr/>
            </p:nvPicPr>
            <p:blipFill>
              <a:blip r:embed="rId505"/>
              <a:stretch>
                <a:fillRect/>
              </a:stretch>
            </p:blipFill>
            <p:spPr>
              <a:xfrm>
                <a:off x="4049713" y="1480635"/>
                <a:ext cx="271440" cy="8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6">
            <p14:nvContentPartPr>
              <p14:cNvPr id="365" name="Ink 364">
                <a:extLst>
                  <a:ext uri="{FF2B5EF4-FFF2-40B4-BE49-F238E27FC236}">
                    <a16:creationId xmlns:a16="http://schemas.microsoft.com/office/drawing/2014/main" id="{6AA6204C-D0F2-735B-7F40-2EDF669293AC}"/>
                  </a:ext>
                </a:extLst>
              </p14:cNvPr>
              <p14:cNvContentPartPr/>
              <p14:nvPr/>
            </p14:nvContentPartPr>
            <p14:xfrm>
              <a:off x="4380913" y="1321515"/>
              <a:ext cx="231120" cy="281520"/>
            </p14:xfrm>
          </p:contentPart>
        </mc:Choice>
        <mc:Fallback>
          <p:pic>
            <p:nvPicPr>
              <p:cNvPr id="365" name="Ink 364">
                <a:extLst>
                  <a:ext uri="{FF2B5EF4-FFF2-40B4-BE49-F238E27FC236}">
                    <a16:creationId xmlns:a16="http://schemas.microsoft.com/office/drawing/2014/main" id="{6AA6204C-D0F2-735B-7F40-2EDF669293AC}"/>
                  </a:ext>
                </a:extLst>
              </p:cNvPr>
              <p:cNvPicPr/>
              <p:nvPr/>
            </p:nvPicPr>
            <p:blipFill>
              <a:blip r:embed="rId507"/>
              <a:stretch>
                <a:fillRect/>
              </a:stretch>
            </p:blipFill>
            <p:spPr>
              <a:xfrm>
                <a:off x="4371913" y="1312875"/>
                <a:ext cx="248760" cy="29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8">
            <p14:nvContentPartPr>
              <p14:cNvPr id="366" name="Ink 365">
                <a:extLst>
                  <a:ext uri="{FF2B5EF4-FFF2-40B4-BE49-F238E27FC236}">
                    <a16:creationId xmlns:a16="http://schemas.microsoft.com/office/drawing/2014/main" id="{1686A83B-52FB-2CDB-677F-3AFBB7E3718E}"/>
                  </a:ext>
                </a:extLst>
              </p14:cNvPr>
              <p14:cNvContentPartPr/>
              <p14:nvPr/>
            </p14:nvContentPartPr>
            <p14:xfrm>
              <a:off x="4552993" y="1379835"/>
              <a:ext cx="2880" cy="22680"/>
            </p14:xfrm>
          </p:contentPart>
        </mc:Choice>
        <mc:Fallback>
          <p:pic>
            <p:nvPicPr>
              <p:cNvPr id="366" name="Ink 365">
                <a:extLst>
                  <a:ext uri="{FF2B5EF4-FFF2-40B4-BE49-F238E27FC236}">
                    <a16:creationId xmlns:a16="http://schemas.microsoft.com/office/drawing/2014/main" id="{1686A83B-52FB-2CDB-677F-3AFBB7E3718E}"/>
                  </a:ext>
                </a:extLst>
              </p:cNvPr>
              <p:cNvPicPr/>
              <p:nvPr/>
            </p:nvPicPr>
            <p:blipFill>
              <a:blip r:embed="rId509"/>
              <a:stretch>
                <a:fillRect/>
              </a:stretch>
            </p:blipFill>
            <p:spPr>
              <a:xfrm>
                <a:off x="4543993" y="1370835"/>
                <a:ext cx="2052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0">
            <p14:nvContentPartPr>
              <p14:cNvPr id="368" name="Ink 367">
                <a:extLst>
                  <a:ext uri="{FF2B5EF4-FFF2-40B4-BE49-F238E27FC236}">
                    <a16:creationId xmlns:a16="http://schemas.microsoft.com/office/drawing/2014/main" id="{A313773B-E353-EC62-EBEA-A6356C653488}"/>
                  </a:ext>
                </a:extLst>
              </p14:cNvPr>
              <p14:cNvContentPartPr/>
              <p14:nvPr/>
            </p14:nvContentPartPr>
            <p14:xfrm>
              <a:off x="4652353" y="1504035"/>
              <a:ext cx="156600" cy="77040"/>
            </p14:xfrm>
          </p:contentPart>
        </mc:Choice>
        <mc:Fallback>
          <p:pic>
            <p:nvPicPr>
              <p:cNvPr id="368" name="Ink 367">
                <a:extLst>
                  <a:ext uri="{FF2B5EF4-FFF2-40B4-BE49-F238E27FC236}">
                    <a16:creationId xmlns:a16="http://schemas.microsoft.com/office/drawing/2014/main" id="{A313773B-E353-EC62-EBEA-A6356C653488}"/>
                  </a:ext>
                </a:extLst>
              </p:cNvPr>
              <p:cNvPicPr/>
              <p:nvPr/>
            </p:nvPicPr>
            <p:blipFill>
              <a:blip r:embed="rId511"/>
              <a:stretch>
                <a:fillRect/>
              </a:stretch>
            </p:blipFill>
            <p:spPr>
              <a:xfrm>
                <a:off x="4643713" y="1495395"/>
                <a:ext cx="174240" cy="9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2">
            <p14:nvContentPartPr>
              <p14:cNvPr id="369" name="Ink 368">
                <a:extLst>
                  <a:ext uri="{FF2B5EF4-FFF2-40B4-BE49-F238E27FC236}">
                    <a16:creationId xmlns:a16="http://schemas.microsoft.com/office/drawing/2014/main" id="{700C0DBF-E6CF-ECAD-8B4F-7CECD63F09F8}"/>
                  </a:ext>
                </a:extLst>
              </p14:cNvPr>
              <p14:cNvContentPartPr/>
              <p14:nvPr/>
            </p14:nvContentPartPr>
            <p14:xfrm>
              <a:off x="4854313" y="1462635"/>
              <a:ext cx="123480" cy="110880"/>
            </p14:xfrm>
          </p:contentPart>
        </mc:Choice>
        <mc:Fallback>
          <p:pic>
            <p:nvPicPr>
              <p:cNvPr id="369" name="Ink 368">
                <a:extLst>
                  <a:ext uri="{FF2B5EF4-FFF2-40B4-BE49-F238E27FC236}">
                    <a16:creationId xmlns:a16="http://schemas.microsoft.com/office/drawing/2014/main" id="{700C0DBF-E6CF-ECAD-8B4F-7CECD63F09F8}"/>
                  </a:ext>
                </a:extLst>
              </p:cNvPr>
              <p:cNvPicPr/>
              <p:nvPr/>
            </p:nvPicPr>
            <p:blipFill>
              <a:blip r:embed="rId513"/>
              <a:stretch>
                <a:fillRect/>
              </a:stretch>
            </p:blipFill>
            <p:spPr>
              <a:xfrm>
                <a:off x="4845673" y="1453995"/>
                <a:ext cx="141120" cy="12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4">
            <p14:nvContentPartPr>
              <p14:cNvPr id="370" name="Ink 369">
                <a:extLst>
                  <a:ext uri="{FF2B5EF4-FFF2-40B4-BE49-F238E27FC236}">
                    <a16:creationId xmlns:a16="http://schemas.microsoft.com/office/drawing/2014/main" id="{C8FEF311-B709-FB15-4B70-7ED53C155D61}"/>
                  </a:ext>
                </a:extLst>
              </p14:cNvPr>
              <p14:cNvContentPartPr/>
              <p14:nvPr/>
            </p14:nvContentPartPr>
            <p14:xfrm>
              <a:off x="5023873" y="1346715"/>
              <a:ext cx="145800" cy="233640"/>
            </p14:xfrm>
          </p:contentPart>
        </mc:Choice>
        <mc:Fallback>
          <p:pic>
            <p:nvPicPr>
              <p:cNvPr id="370" name="Ink 369">
                <a:extLst>
                  <a:ext uri="{FF2B5EF4-FFF2-40B4-BE49-F238E27FC236}">
                    <a16:creationId xmlns:a16="http://schemas.microsoft.com/office/drawing/2014/main" id="{C8FEF311-B709-FB15-4B70-7ED53C155D61}"/>
                  </a:ext>
                </a:extLst>
              </p:cNvPr>
              <p:cNvPicPr/>
              <p:nvPr/>
            </p:nvPicPr>
            <p:blipFill>
              <a:blip r:embed="rId515"/>
              <a:stretch>
                <a:fillRect/>
              </a:stretch>
            </p:blipFill>
            <p:spPr>
              <a:xfrm>
                <a:off x="5014873" y="1338075"/>
                <a:ext cx="163440" cy="251280"/>
              </a:xfrm>
              <a:prstGeom prst="rect">
                <a:avLst/>
              </a:prstGeom>
            </p:spPr>
          </p:pic>
        </mc:Fallback>
      </mc:AlternateContent>
      <p:grpSp>
        <p:nvGrpSpPr>
          <p:cNvPr id="388" name="Group 387">
            <a:extLst>
              <a:ext uri="{FF2B5EF4-FFF2-40B4-BE49-F238E27FC236}">
                <a16:creationId xmlns:a16="http://schemas.microsoft.com/office/drawing/2014/main" id="{E8A24B4C-AFB2-966F-2DC9-8DA4C480C2AC}"/>
              </a:ext>
            </a:extLst>
          </p:cNvPr>
          <p:cNvGrpSpPr/>
          <p:nvPr/>
        </p:nvGrpSpPr>
        <p:grpSpPr>
          <a:xfrm>
            <a:off x="1002313" y="1320795"/>
            <a:ext cx="1981080" cy="712800"/>
            <a:chOff x="1002313" y="1320795"/>
            <a:chExt cx="1981080" cy="71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6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983BDFF9-0FA0-7D7F-869E-C806E32EC381}"/>
                    </a:ext>
                  </a:extLst>
                </p14:cNvPr>
                <p14:cNvContentPartPr/>
                <p14:nvPr/>
              </p14:nvContentPartPr>
              <p14:xfrm>
                <a:off x="1008073" y="1478835"/>
                <a:ext cx="66600" cy="163440"/>
              </p14:xfrm>
            </p:contentPart>
          </mc:Choice>
          <mc:Fallback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983BDFF9-0FA0-7D7F-869E-C806E32EC381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999433" y="1470195"/>
                  <a:ext cx="842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8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07DB184D-6852-9712-C6EC-BA042795FF5C}"/>
                    </a:ext>
                  </a:extLst>
                </p14:cNvPr>
                <p14:cNvContentPartPr/>
                <p14:nvPr/>
              </p14:nvContentPartPr>
              <p14:xfrm>
                <a:off x="1002313" y="1440675"/>
                <a:ext cx="127080" cy="29880"/>
              </p14:xfrm>
            </p:contentPart>
          </mc:Choice>
          <mc:Fallback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07DB184D-6852-9712-C6EC-BA042795FF5C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993313" y="1431675"/>
                  <a:ext cx="14472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0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A1DE6ABD-8C1A-3B8E-379E-0A514C8E9873}"/>
                    </a:ext>
                  </a:extLst>
                </p14:cNvPr>
                <p14:cNvContentPartPr/>
                <p14:nvPr/>
              </p14:nvContentPartPr>
              <p14:xfrm>
                <a:off x="1040833" y="1511955"/>
                <a:ext cx="79920" cy="9720"/>
              </p14:xfrm>
            </p:contentPart>
          </mc:Choice>
          <mc:Fallback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A1DE6ABD-8C1A-3B8E-379E-0A514C8E9873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1032193" y="1503315"/>
                  <a:ext cx="975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2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05CC5EF7-5D1B-B24D-A0ED-6A14B5E4083C}"/>
                    </a:ext>
                  </a:extLst>
                </p14:cNvPr>
                <p14:cNvContentPartPr/>
                <p14:nvPr/>
              </p14:nvContentPartPr>
              <p14:xfrm>
                <a:off x="1181233" y="1417275"/>
                <a:ext cx="93960" cy="228600"/>
              </p14:xfrm>
            </p:contentPart>
          </mc:Choice>
          <mc:Fallback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05CC5EF7-5D1B-B24D-A0ED-6A14B5E4083C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1172233" y="1408635"/>
                  <a:ext cx="11160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4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48512CFD-2AE3-D271-44FB-615AE7F07B4F}"/>
                    </a:ext>
                  </a:extLst>
                </p14:cNvPr>
                <p14:cNvContentPartPr/>
                <p14:nvPr/>
              </p14:nvContentPartPr>
              <p14:xfrm>
                <a:off x="1327393" y="1526355"/>
                <a:ext cx="99000" cy="74520"/>
              </p14:xfrm>
            </p:contentPart>
          </mc:Choice>
          <mc:Fallback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48512CFD-2AE3-D271-44FB-615AE7F07B4F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1318393" y="1517715"/>
                  <a:ext cx="11664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6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932B85A4-00E3-9ED3-F044-8B25FED6D906}"/>
                    </a:ext>
                  </a:extLst>
                </p14:cNvPr>
                <p14:cNvContentPartPr/>
                <p14:nvPr/>
              </p14:nvContentPartPr>
              <p14:xfrm>
                <a:off x="1480753" y="1491435"/>
                <a:ext cx="193680" cy="105120"/>
              </p14:xfrm>
            </p:contentPart>
          </mc:Choice>
          <mc:Fallback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932B85A4-00E3-9ED3-F044-8B25FED6D906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1472113" y="1482795"/>
                  <a:ext cx="21132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8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4EC009B8-1029-95DB-2654-AC77FEDFEC93}"/>
                    </a:ext>
                  </a:extLst>
                </p14:cNvPr>
                <p14:cNvContentPartPr/>
                <p14:nvPr/>
              </p14:nvContentPartPr>
              <p14:xfrm>
                <a:off x="1776313" y="1525635"/>
                <a:ext cx="149040" cy="166320"/>
              </p14:xfrm>
            </p:contentPart>
          </mc:Choice>
          <mc:Fallback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4EC009B8-1029-95DB-2654-AC77FEDFEC93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1767673" y="1516635"/>
                  <a:ext cx="16668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0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29154473-6373-8CB1-E3B7-4ADC9A6F69AF}"/>
                    </a:ext>
                  </a:extLst>
                </p14:cNvPr>
                <p14:cNvContentPartPr/>
                <p14:nvPr/>
              </p14:nvContentPartPr>
              <p14:xfrm>
                <a:off x="1927873" y="1485675"/>
                <a:ext cx="48960" cy="91440"/>
              </p14:xfrm>
            </p:contentPart>
          </mc:Choice>
          <mc:Fallback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29154473-6373-8CB1-E3B7-4ADC9A6F69AF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1919233" y="1477035"/>
                  <a:ext cx="6660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2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D8C2F3E7-4F36-B912-443A-5870B5932B73}"/>
                    </a:ext>
                  </a:extLst>
                </p14:cNvPr>
                <p14:cNvContentPartPr/>
                <p14:nvPr/>
              </p14:nvContentPartPr>
              <p14:xfrm>
                <a:off x="2061793" y="1500795"/>
                <a:ext cx="89640" cy="62280"/>
              </p14:xfrm>
            </p:contentPart>
          </mc:Choice>
          <mc:Fallback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D8C2F3E7-4F36-B912-443A-5870B5932B73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2053153" y="1492155"/>
                  <a:ext cx="10728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4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15E206D2-F650-1F49-EAB4-31984331CA68}"/>
                    </a:ext>
                  </a:extLst>
                </p14:cNvPr>
                <p14:cNvContentPartPr/>
                <p14:nvPr/>
              </p14:nvContentPartPr>
              <p14:xfrm>
                <a:off x="2186353" y="1479915"/>
                <a:ext cx="97200" cy="158400"/>
              </p14:xfrm>
            </p:contentPart>
          </mc:Choice>
          <mc:Fallback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15E206D2-F650-1F49-EAB4-31984331CA68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2177713" y="1470915"/>
                  <a:ext cx="11484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6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4F72AC5F-B5DC-FDB9-476E-213A03A52B75}"/>
                    </a:ext>
                  </a:extLst>
                </p14:cNvPr>
                <p14:cNvContentPartPr/>
                <p14:nvPr/>
              </p14:nvContentPartPr>
              <p14:xfrm>
                <a:off x="2311273" y="1379115"/>
                <a:ext cx="158400" cy="172080"/>
              </p14:xfrm>
            </p:contentPart>
          </mc:Choice>
          <mc:Fallback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4F72AC5F-B5DC-FDB9-476E-213A03A52B75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2302273" y="1370115"/>
                  <a:ext cx="17604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8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881D8D79-DF27-C95E-E906-7B87E11E8C54}"/>
                    </a:ext>
                  </a:extLst>
                </p14:cNvPr>
                <p14:cNvContentPartPr/>
                <p14:nvPr/>
              </p14:nvContentPartPr>
              <p14:xfrm>
                <a:off x="2692513" y="1491795"/>
                <a:ext cx="109440" cy="77040"/>
              </p14:xfrm>
            </p:contentPart>
          </mc:Choice>
          <mc:Fallback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881D8D79-DF27-C95E-E906-7B87E11E8C54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2683873" y="1482795"/>
                  <a:ext cx="12708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0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D0500E94-F48F-E452-93EB-00AD849BF5B1}"/>
                    </a:ext>
                  </a:extLst>
                </p14:cNvPr>
                <p14:cNvContentPartPr/>
                <p14:nvPr/>
              </p14:nvContentPartPr>
              <p14:xfrm>
                <a:off x="2858113" y="1320795"/>
                <a:ext cx="88920" cy="338040"/>
              </p14:xfrm>
            </p:contentPart>
          </mc:Choice>
          <mc:Fallback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D0500E94-F48F-E452-93EB-00AD849BF5B1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2849113" y="1312155"/>
                  <a:ext cx="10656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2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946C21D6-C12C-3B98-9644-5B3F98914BFA}"/>
                    </a:ext>
                  </a:extLst>
                </p14:cNvPr>
                <p14:cNvContentPartPr/>
                <p14:nvPr/>
              </p14:nvContentPartPr>
              <p14:xfrm>
                <a:off x="2825353" y="1556955"/>
                <a:ext cx="146880" cy="18000"/>
              </p14:xfrm>
            </p:contentPart>
          </mc:Choice>
          <mc:Fallback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946C21D6-C12C-3B98-9644-5B3F98914BFA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2816353" y="1547955"/>
                  <a:ext cx="1645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4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D508B8FE-5260-94B6-92CE-6466AAA3C3D9}"/>
                    </a:ext>
                  </a:extLst>
                </p14:cNvPr>
                <p14:cNvContentPartPr/>
                <p14:nvPr/>
              </p14:nvContentPartPr>
              <p14:xfrm>
                <a:off x="2440873" y="1517715"/>
                <a:ext cx="39240" cy="43200"/>
              </p14:xfrm>
            </p:contentPart>
          </mc:Choice>
          <mc:Fallback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D508B8FE-5260-94B6-92CE-6466AAA3C3D9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2431873" y="1509075"/>
                  <a:ext cx="5688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6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AC3E95DE-7CCC-C817-EC15-F994A9B64C00}"/>
                    </a:ext>
                  </a:extLst>
                </p14:cNvPr>
                <p14:cNvContentPartPr/>
                <p14:nvPr/>
              </p14:nvContentPartPr>
              <p14:xfrm>
                <a:off x="1072153" y="1843155"/>
                <a:ext cx="133920" cy="94680"/>
              </p14:xfrm>
            </p:contentPart>
          </mc:Choice>
          <mc:Fallback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AC3E95DE-7CCC-C817-EC15-F994A9B64C00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1063513" y="1834515"/>
                  <a:ext cx="15156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8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254E199F-3DDE-8FC7-F5AA-66C707B646A1}"/>
                    </a:ext>
                  </a:extLst>
                </p14:cNvPr>
                <p14:cNvContentPartPr/>
                <p14:nvPr/>
              </p14:nvContentPartPr>
              <p14:xfrm>
                <a:off x="1253953" y="1870875"/>
                <a:ext cx="99720" cy="69480"/>
              </p14:xfrm>
            </p:contentPart>
          </mc:Choice>
          <mc:Fallback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254E199F-3DDE-8FC7-F5AA-66C707B646A1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1245313" y="1861875"/>
                  <a:ext cx="11736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0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4FF7420A-A7C6-73C9-61AD-9116BB0F1F3A}"/>
                    </a:ext>
                  </a:extLst>
                </p14:cNvPr>
                <p14:cNvContentPartPr/>
                <p14:nvPr/>
              </p14:nvContentPartPr>
              <p14:xfrm>
                <a:off x="1414513" y="1853955"/>
                <a:ext cx="232920" cy="68760"/>
              </p14:xfrm>
            </p:contentPart>
          </mc:Choice>
          <mc:Fallback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4FF7420A-A7C6-73C9-61AD-9116BB0F1F3A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1405873" y="1845315"/>
                  <a:ext cx="25056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2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9078700D-E4AB-935D-B6AA-B359391206B5}"/>
                    </a:ext>
                  </a:extLst>
                </p14:cNvPr>
                <p14:cNvContentPartPr/>
                <p14:nvPr/>
              </p14:nvContentPartPr>
              <p14:xfrm>
                <a:off x="1700353" y="1859715"/>
                <a:ext cx="105480" cy="173880"/>
              </p14:xfrm>
            </p:contentPart>
          </mc:Choice>
          <mc:Fallback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9078700D-E4AB-935D-B6AA-B359391206B5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1691353" y="1850715"/>
                  <a:ext cx="12312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4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46D41D77-70B4-AF2F-349D-83313751E44A}"/>
                    </a:ext>
                  </a:extLst>
                </p14:cNvPr>
                <p14:cNvContentPartPr/>
                <p14:nvPr/>
              </p14:nvContentPartPr>
              <p14:xfrm>
                <a:off x="1873513" y="1848915"/>
                <a:ext cx="140040" cy="73800"/>
              </p14:xfrm>
            </p:contentPart>
          </mc:Choice>
          <mc:Fallback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46D41D77-70B4-AF2F-349D-83313751E44A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1864513" y="1839915"/>
                  <a:ext cx="15768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6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4B9B21BA-1AE3-29C9-523F-5550AB5502A5}"/>
                    </a:ext>
                  </a:extLst>
                </p14:cNvPr>
                <p14:cNvContentPartPr/>
                <p14:nvPr/>
              </p14:nvContentPartPr>
              <p14:xfrm>
                <a:off x="2049553" y="1693755"/>
                <a:ext cx="125640" cy="219240"/>
              </p14:xfrm>
            </p:contentPart>
          </mc:Choice>
          <mc:Fallback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4B9B21BA-1AE3-29C9-523F-5550AB5502A5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2040553" y="1684755"/>
                  <a:ext cx="14328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8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24868940-BBEA-699C-273D-D094E129E64F}"/>
                    </a:ext>
                  </a:extLst>
                </p14:cNvPr>
                <p14:cNvContentPartPr/>
                <p14:nvPr/>
              </p14:nvContentPartPr>
              <p14:xfrm>
                <a:off x="1985833" y="1809315"/>
                <a:ext cx="138600" cy="26640"/>
              </p14:xfrm>
            </p:contentPart>
          </mc:Choice>
          <mc:Fallback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24868940-BBEA-699C-273D-D094E129E64F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1977193" y="1800675"/>
                  <a:ext cx="15624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0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A83A8B27-8C70-7A26-E17D-82FBAD6D0DBA}"/>
                    </a:ext>
                  </a:extLst>
                </p14:cNvPr>
                <p14:cNvContentPartPr/>
                <p14:nvPr/>
              </p14:nvContentPartPr>
              <p14:xfrm>
                <a:off x="2235673" y="1853235"/>
                <a:ext cx="138240" cy="77760"/>
              </p14:xfrm>
            </p:contentPart>
          </mc:Choice>
          <mc:Fallback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A83A8B27-8C70-7A26-E17D-82FBAD6D0DBA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2227033" y="1844235"/>
                  <a:ext cx="15588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2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356EC783-BCAC-3EEC-CE1E-2518ED740611}"/>
                    </a:ext>
                  </a:extLst>
                </p14:cNvPr>
                <p14:cNvContentPartPr/>
                <p14:nvPr/>
              </p14:nvContentPartPr>
              <p14:xfrm>
                <a:off x="2376073" y="1712475"/>
                <a:ext cx="85680" cy="192240"/>
              </p14:xfrm>
            </p:contentPart>
          </mc:Choice>
          <mc:Fallback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356EC783-BCAC-3EEC-CE1E-2518ED740611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2367073" y="1703475"/>
                  <a:ext cx="10332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4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A3BA2719-10F2-CA2F-2E60-C77C1E44AFAA}"/>
                    </a:ext>
                  </a:extLst>
                </p14:cNvPr>
                <p14:cNvContentPartPr/>
                <p14:nvPr/>
              </p14:nvContentPartPr>
              <p14:xfrm>
                <a:off x="2357353" y="1820115"/>
                <a:ext cx="92520" cy="12240"/>
              </p14:xfrm>
            </p:contentPart>
          </mc:Choice>
          <mc:Fallback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A3BA2719-10F2-CA2F-2E60-C77C1E44AFAA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2348713" y="1811115"/>
                  <a:ext cx="11016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6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33D16D82-FA2A-BEEA-B512-A6A497186FF5}"/>
                    </a:ext>
                  </a:extLst>
                </p14:cNvPr>
                <p14:cNvContentPartPr/>
                <p14:nvPr/>
              </p14:nvContentPartPr>
              <p14:xfrm>
                <a:off x="2491993" y="1845315"/>
                <a:ext cx="25920" cy="47160"/>
              </p14:xfrm>
            </p:contentPart>
          </mc:Choice>
          <mc:Fallback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33D16D82-FA2A-BEEA-B512-A6A497186FF5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2482993" y="1836675"/>
                  <a:ext cx="4356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8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235B3D2E-9BFA-3D4F-07D5-FB97D09EA749}"/>
                    </a:ext>
                  </a:extLst>
                </p14:cNvPr>
                <p14:cNvContentPartPr/>
                <p14:nvPr/>
              </p14:nvContentPartPr>
              <p14:xfrm>
                <a:off x="2496313" y="1745595"/>
                <a:ext cx="7920" cy="7920"/>
              </p14:xfrm>
            </p:contentPart>
          </mc:Choice>
          <mc:Fallback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235B3D2E-9BFA-3D4F-07D5-FB97D09EA749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2487313" y="1736955"/>
                  <a:ext cx="2556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0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5291A8DE-BF77-2CCD-EAEE-C4A2BF4BC1B4}"/>
                    </a:ext>
                  </a:extLst>
                </p14:cNvPr>
                <p14:cNvContentPartPr/>
                <p14:nvPr/>
              </p14:nvContentPartPr>
              <p14:xfrm>
                <a:off x="2624833" y="1839915"/>
                <a:ext cx="109080" cy="88560"/>
              </p14:xfrm>
            </p:contentPart>
          </mc:Choice>
          <mc:Fallback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5291A8DE-BF77-2CCD-EAEE-C4A2BF4BC1B4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2615833" y="1831275"/>
                  <a:ext cx="12672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2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F78280AD-821E-7FD0-2CE8-AAA9DA8CB31C}"/>
                    </a:ext>
                  </a:extLst>
                </p14:cNvPr>
                <p14:cNvContentPartPr/>
                <p14:nvPr/>
              </p14:nvContentPartPr>
              <p14:xfrm>
                <a:off x="2774233" y="1830915"/>
                <a:ext cx="209160" cy="71280"/>
              </p14:xfrm>
            </p:contentPart>
          </mc:Choice>
          <mc:Fallback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F78280AD-821E-7FD0-2CE8-AAA9DA8CB31C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2765593" y="1821915"/>
                  <a:ext cx="22680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4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AEC9AB75-4E2D-0416-D9AD-5BC05E404921}"/>
                    </a:ext>
                  </a:extLst>
                </p14:cNvPr>
                <p14:cNvContentPartPr/>
                <p14:nvPr/>
              </p14:nvContentPartPr>
              <p14:xfrm>
                <a:off x="2477953" y="1749195"/>
                <a:ext cx="36000" cy="15120"/>
              </p14:xfrm>
            </p:contentPart>
          </mc:Choice>
          <mc:Fallback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AEC9AB75-4E2D-0416-D9AD-5BC05E404921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2469313" y="1740555"/>
                  <a:ext cx="53640" cy="3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4" name="Group 403">
            <a:extLst>
              <a:ext uri="{FF2B5EF4-FFF2-40B4-BE49-F238E27FC236}">
                <a16:creationId xmlns:a16="http://schemas.microsoft.com/office/drawing/2014/main" id="{6D11BFE9-679F-A196-1C22-58B2B516274D}"/>
              </a:ext>
            </a:extLst>
          </p:cNvPr>
          <p:cNvGrpSpPr/>
          <p:nvPr/>
        </p:nvGrpSpPr>
        <p:grpSpPr>
          <a:xfrm>
            <a:off x="8975342" y="3900163"/>
            <a:ext cx="1761480" cy="433800"/>
            <a:chOff x="8975342" y="3900163"/>
            <a:chExt cx="1761480" cy="43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6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CE21E105-69A6-5190-E3D4-4EFB6FF4062D}"/>
                    </a:ext>
                  </a:extLst>
                </p14:cNvPr>
                <p14:cNvContentPartPr/>
                <p14:nvPr/>
              </p14:nvContentPartPr>
              <p14:xfrm>
                <a:off x="8975342" y="3926443"/>
                <a:ext cx="34920" cy="194760"/>
              </p14:xfrm>
            </p:contentPart>
          </mc:Choice>
          <mc:Fallback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CE21E105-69A6-5190-E3D4-4EFB6FF4062D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8966342" y="3917443"/>
                  <a:ext cx="5256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8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8AF343C2-218A-4A4A-ECD7-845D5E3C2D82}"/>
                    </a:ext>
                  </a:extLst>
                </p14:cNvPr>
                <p14:cNvContentPartPr/>
                <p14:nvPr/>
              </p14:nvContentPartPr>
              <p14:xfrm>
                <a:off x="9020702" y="3927523"/>
                <a:ext cx="182160" cy="181800"/>
              </p14:xfrm>
            </p:contentPart>
          </mc:Choice>
          <mc:Fallback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8AF343C2-218A-4A4A-ECD7-845D5E3C2D82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9011702" y="3918523"/>
                  <a:ext cx="19980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0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AE4772B7-F738-C4BA-F647-E9E70F59FD83}"/>
                    </a:ext>
                  </a:extLst>
                </p14:cNvPr>
                <p14:cNvContentPartPr/>
                <p14:nvPr/>
              </p14:nvContentPartPr>
              <p14:xfrm>
                <a:off x="9187742" y="4042003"/>
                <a:ext cx="150480" cy="111600"/>
              </p14:xfrm>
            </p:contentPart>
          </mc:Choice>
          <mc:Fallback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AE4772B7-F738-C4BA-F647-E9E70F59FD83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9179102" y="4033003"/>
                  <a:ext cx="1681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2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7C86E56D-7F8F-460F-14CA-7CEFDFC9F93B}"/>
                    </a:ext>
                  </a:extLst>
                </p14:cNvPr>
                <p14:cNvContentPartPr/>
                <p14:nvPr/>
              </p14:nvContentPartPr>
              <p14:xfrm>
                <a:off x="9397982" y="4078003"/>
                <a:ext cx="151200" cy="255960"/>
              </p14:xfrm>
            </p:contentPart>
          </mc:Choice>
          <mc:Fallback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7C86E56D-7F8F-460F-14CA-7CEFDFC9F93B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9389342" y="4069003"/>
                  <a:ext cx="16884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4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E983626C-605B-451D-5C6A-9D4FF988ACA3}"/>
                    </a:ext>
                  </a:extLst>
                </p14:cNvPr>
                <p14:cNvContentPartPr/>
                <p14:nvPr/>
              </p14:nvContentPartPr>
              <p14:xfrm>
                <a:off x="9687422" y="3900163"/>
                <a:ext cx="58680" cy="236880"/>
              </p14:xfrm>
            </p:contentPart>
          </mc:Choice>
          <mc:Fallback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E983626C-605B-451D-5C6A-9D4FF988ACA3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9678422" y="3891163"/>
                  <a:ext cx="7632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6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44CACB17-1EE5-6BE4-F52E-F6028785918E}"/>
                    </a:ext>
                  </a:extLst>
                </p14:cNvPr>
                <p14:cNvContentPartPr/>
                <p14:nvPr/>
              </p14:nvContentPartPr>
              <p14:xfrm>
                <a:off x="9635942" y="4024003"/>
                <a:ext cx="151920" cy="21600"/>
              </p14:xfrm>
            </p:contentPart>
          </mc:Choice>
          <mc:Fallback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44CACB17-1EE5-6BE4-F52E-F6028785918E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9627302" y="4015003"/>
                  <a:ext cx="1695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8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EDC17185-9D6F-A8D9-89A1-A4500E02A88A}"/>
                    </a:ext>
                  </a:extLst>
                </p14:cNvPr>
                <p14:cNvContentPartPr/>
                <p14:nvPr/>
              </p14:nvContentPartPr>
              <p14:xfrm>
                <a:off x="9843302" y="4041643"/>
                <a:ext cx="99720" cy="74520"/>
              </p14:xfrm>
            </p:contentPart>
          </mc:Choice>
          <mc:Fallback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EDC17185-9D6F-A8D9-89A1-A4500E02A88A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9834662" y="4032643"/>
                  <a:ext cx="11736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0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8DEA54C1-281E-0891-BC2B-AFB635C2C6BC}"/>
                    </a:ext>
                  </a:extLst>
                </p14:cNvPr>
                <p14:cNvContentPartPr/>
                <p14:nvPr/>
              </p14:nvContentPartPr>
              <p14:xfrm>
                <a:off x="10161182" y="3962083"/>
                <a:ext cx="34920" cy="167040"/>
              </p14:xfrm>
            </p:contentPart>
          </mc:Choice>
          <mc:Fallback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8DEA54C1-281E-0891-BC2B-AFB635C2C6BC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10152182" y="3953443"/>
                  <a:ext cx="525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2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67B5C4EC-2329-449D-7925-7F5214804239}"/>
                    </a:ext>
                  </a:extLst>
                </p14:cNvPr>
                <p14:cNvContentPartPr/>
                <p14:nvPr/>
              </p14:nvContentPartPr>
              <p14:xfrm>
                <a:off x="10155062" y="3912403"/>
                <a:ext cx="111240" cy="26280"/>
              </p14:xfrm>
            </p:contentPart>
          </mc:Choice>
          <mc:Fallback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67B5C4EC-2329-449D-7925-7F5214804239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10146062" y="3903763"/>
                  <a:ext cx="1288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4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BF0ACDFF-F144-C0C0-4F24-CFA81819E865}"/>
                    </a:ext>
                  </a:extLst>
                </p14:cNvPr>
                <p14:cNvContentPartPr/>
                <p14:nvPr/>
              </p14:nvContentPartPr>
              <p14:xfrm>
                <a:off x="10210142" y="4022563"/>
                <a:ext cx="67320" cy="4320"/>
              </p14:xfrm>
            </p:contentPart>
          </mc:Choice>
          <mc:Fallback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BF0ACDFF-F144-C0C0-4F24-CFA81819E865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10201502" y="4013923"/>
                  <a:ext cx="8496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6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F2290F15-788C-D2FC-A142-2B5DE8DA3FD0}"/>
                    </a:ext>
                  </a:extLst>
                </p14:cNvPr>
                <p14:cNvContentPartPr/>
                <p14:nvPr/>
              </p14:nvContentPartPr>
              <p14:xfrm>
                <a:off x="10377182" y="3979723"/>
                <a:ext cx="37440" cy="126000"/>
              </p14:xfrm>
            </p:contentPart>
          </mc:Choice>
          <mc:Fallback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F2290F15-788C-D2FC-A142-2B5DE8DA3FD0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10368182" y="3971083"/>
                  <a:ext cx="5508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8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B0713716-42AE-AF02-368E-B12ADEE5D413}"/>
                    </a:ext>
                  </a:extLst>
                </p14:cNvPr>
                <p14:cNvContentPartPr/>
                <p14:nvPr/>
              </p14:nvContentPartPr>
              <p14:xfrm>
                <a:off x="10368182" y="3918883"/>
                <a:ext cx="110160" cy="28080"/>
              </p14:xfrm>
            </p:contentPart>
          </mc:Choice>
          <mc:Fallback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B0713716-42AE-AF02-368E-B12ADEE5D413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10359542" y="3909883"/>
                  <a:ext cx="1278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0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FAA876FC-8ADA-5DF8-BF5E-AD577EE7247C}"/>
                    </a:ext>
                  </a:extLst>
                </p14:cNvPr>
                <p14:cNvContentPartPr/>
                <p14:nvPr/>
              </p14:nvContentPartPr>
              <p14:xfrm>
                <a:off x="10400222" y="4024723"/>
                <a:ext cx="73800" cy="6480"/>
              </p14:xfrm>
            </p:contentPart>
          </mc:Choice>
          <mc:Fallback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FAA876FC-8ADA-5DF8-BF5E-AD577EE7247C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10391582" y="4016083"/>
                  <a:ext cx="9144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2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AD98BCA2-E82E-1743-BB2A-69D4B7B12894}"/>
                    </a:ext>
                  </a:extLst>
                </p14:cNvPr>
                <p14:cNvContentPartPr/>
                <p14:nvPr/>
              </p14:nvContentPartPr>
              <p14:xfrm>
                <a:off x="10648982" y="3969283"/>
                <a:ext cx="59040" cy="161280"/>
              </p14:xfrm>
            </p:contentPart>
          </mc:Choice>
          <mc:Fallback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AD98BCA2-E82E-1743-BB2A-69D4B7B12894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10639982" y="3960283"/>
                  <a:ext cx="7668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4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1200AB54-60E5-8D29-E28E-26BB45D7C8D2}"/>
                    </a:ext>
                  </a:extLst>
                </p14:cNvPr>
                <p14:cNvContentPartPr/>
                <p14:nvPr/>
              </p14:nvContentPartPr>
              <p14:xfrm>
                <a:off x="10572662" y="3944443"/>
                <a:ext cx="164160" cy="15120"/>
              </p14:xfrm>
            </p:contentPart>
          </mc:Choice>
          <mc:Fallback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1200AB54-60E5-8D29-E28E-26BB45D7C8D2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10563662" y="3935803"/>
                  <a:ext cx="181800" cy="3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4" name="Group 423">
            <a:extLst>
              <a:ext uri="{FF2B5EF4-FFF2-40B4-BE49-F238E27FC236}">
                <a16:creationId xmlns:a16="http://schemas.microsoft.com/office/drawing/2014/main" id="{5580ABC3-5780-936E-3A0C-2ABE205F684E}"/>
              </a:ext>
            </a:extLst>
          </p:cNvPr>
          <p:cNvGrpSpPr/>
          <p:nvPr/>
        </p:nvGrpSpPr>
        <p:grpSpPr>
          <a:xfrm>
            <a:off x="8959502" y="4392643"/>
            <a:ext cx="1998360" cy="285480"/>
            <a:chOff x="8959502" y="4392643"/>
            <a:chExt cx="1998360" cy="28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6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BAF2405F-1BC7-B8C6-1CC2-1385683749FF}"/>
                    </a:ext>
                  </a:extLst>
                </p14:cNvPr>
                <p14:cNvContentPartPr/>
                <p14:nvPr/>
              </p14:nvContentPartPr>
              <p14:xfrm>
                <a:off x="8959502" y="4392643"/>
                <a:ext cx="99360" cy="285480"/>
              </p14:xfrm>
            </p:contentPart>
          </mc:Choice>
          <mc:Fallback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BAF2405F-1BC7-B8C6-1CC2-1385683749FF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8950502" y="4383643"/>
                  <a:ext cx="11700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8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CFCE9953-3C3E-87B0-02DA-8A8477AAEE17}"/>
                    </a:ext>
                  </a:extLst>
                </p14:cNvPr>
                <p14:cNvContentPartPr/>
                <p14:nvPr/>
              </p14:nvContentPartPr>
              <p14:xfrm>
                <a:off x="9130142" y="4509643"/>
                <a:ext cx="50400" cy="144000"/>
              </p14:xfrm>
            </p:contentPart>
          </mc:Choice>
          <mc:Fallback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CFCE9953-3C3E-87B0-02DA-8A8477AAEE17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9121142" y="4500643"/>
                  <a:ext cx="6804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0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7E0AEC49-D977-0F45-0464-FCA0CA55EAA3}"/>
                    </a:ext>
                  </a:extLst>
                </p14:cNvPr>
                <p14:cNvContentPartPr/>
                <p14:nvPr/>
              </p14:nvContentPartPr>
              <p14:xfrm>
                <a:off x="9116822" y="4459963"/>
                <a:ext cx="111240" cy="28800"/>
              </p14:xfrm>
            </p:contentPart>
          </mc:Choice>
          <mc:Fallback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7E0AEC49-D977-0F45-0464-FCA0CA55EAA3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9107822" y="4450963"/>
                  <a:ext cx="12888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2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6638ADEC-C7D4-85A1-422E-9EB42249F322}"/>
                    </a:ext>
                  </a:extLst>
                </p14:cNvPr>
                <p14:cNvContentPartPr/>
                <p14:nvPr/>
              </p14:nvContentPartPr>
              <p14:xfrm>
                <a:off x="9155342" y="4568683"/>
                <a:ext cx="65160" cy="8640"/>
              </p14:xfrm>
            </p:contentPart>
          </mc:Choice>
          <mc:Fallback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6638ADEC-C7D4-85A1-422E-9EB42249F322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9146342" y="4560043"/>
                  <a:ext cx="828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4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817C5FD9-C359-FEBB-50C6-185744CF95FA}"/>
                    </a:ext>
                  </a:extLst>
                </p14:cNvPr>
                <p14:cNvContentPartPr/>
                <p14:nvPr/>
              </p14:nvContentPartPr>
              <p14:xfrm>
                <a:off x="9282782" y="4585603"/>
                <a:ext cx="132840" cy="86400"/>
              </p14:xfrm>
            </p:contentPart>
          </mc:Choice>
          <mc:Fallback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817C5FD9-C359-FEBB-50C6-185744CF95FA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9274142" y="4576963"/>
                  <a:ext cx="15048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6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B9D7BAEA-00B0-1BBB-3684-F33FE68ED445}"/>
                    </a:ext>
                  </a:extLst>
                </p14:cNvPr>
                <p14:cNvContentPartPr/>
                <p14:nvPr/>
              </p14:nvContentPartPr>
              <p14:xfrm>
                <a:off x="9406262" y="4550323"/>
                <a:ext cx="113760" cy="109080"/>
              </p14:xfrm>
            </p:contentPart>
          </mc:Choice>
          <mc:Fallback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B9D7BAEA-00B0-1BBB-3684-F33FE68ED445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9397262" y="4541683"/>
                  <a:ext cx="1314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8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B90C97D7-7674-AB2D-391F-0304F698FA87}"/>
                    </a:ext>
                  </a:extLst>
                </p14:cNvPr>
                <p14:cNvContentPartPr/>
                <p14:nvPr/>
              </p14:nvContentPartPr>
              <p14:xfrm>
                <a:off x="9602462" y="4453483"/>
                <a:ext cx="95400" cy="175680"/>
              </p14:xfrm>
            </p:contentPart>
          </mc:Choice>
          <mc:Fallback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B90C97D7-7674-AB2D-391F-0304F698FA87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9593822" y="4444843"/>
                  <a:ext cx="11304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0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938810ED-38DE-01C3-F4FF-4D0EB9F6A8AC}"/>
                    </a:ext>
                  </a:extLst>
                </p14:cNvPr>
                <p14:cNvContentPartPr/>
                <p14:nvPr/>
              </p14:nvContentPartPr>
              <p14:xfrm>
                <a:off x="9594182" y="4539523"/>
                <a:ext cx="68760" cy="4680"/>
              </p14:xfrm>
            </p:contentPart>
          </mc:Choice>
          <mc:Fallback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938810ED-38DE-01C3-F4FF-4D0EB9F6A8AC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9585542" y="4530883"/>
                  <a:ext cx="864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2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E599248D-8B0B-5348-6F71-F8BC83BA8D46}"/>
                    </a:ext>
                  </a:extLst>
                </p14:cNvPr>
                <p14:cNvContentPartPr/>
                <p14:nvPr/>
              </p14:nvContentPartPr>
              <p14:xfrm>
                <a:off x="9933302" y="4494523"/>
                <a:ext cx="49680" cy="129960"/>
              </p14:xfrm>
            </p:contentPart>
          </mc:Choice>
          <mc:Fallback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E599248D-8B0B-5348-6F71-F8BC83BA8D46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9924662" y="4485523"/>
                  <a:ext cx="6732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4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A6B9EBCE-B171-253E-FD16-CB896BC33ABC}"/>
                    </a:ext>
                  </a:extLst>
                </p14:cNvPr>
                <p14:cNvContentPartPr/>
                <p14:nvPr/>
              </p14:nvContentPartPr>
              <p14:xfrm>
                <a:off x="9931502" y="4439803"/>
                <a:ext cx="99360" cy="39600"/>
              </p14:xfrm>
            </p:contentPart>
          </mc:Choice>
          <mc:Fallback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A6B9EBCE-B171-253E-FD16-CB896BC33ABC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9922862" y="4430803"/>
                  <a:ext cx="11700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6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05EF86A6-9979-58E7-0A92-DB88D5F4EF1C}"/>
                    </a:ext>
                  </a:extLst>
                </p14:cNvPr>
                <p14:cNvContentPartPr/>
                <p14:nvPr/>
              </p14:nvContentPartPr>
              <p14:xfrm>
                <a:off x="9969302" y="4524763"/>
                <a:ext cx="72360" cy="8640"/>
              </p14:xfrm>
            </p:contentPart>
          </mc:Choice>
          <mc:Fallback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05EF86A6-9979-58E7-0A92-DB88D5F4EF1C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9960662" y="4515763"/>
                  <a:ext cx="900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8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8FC78BD3-C87E-C4E3-B19A-EF298236BDE8}"/>
                    </a:ext>
                  </a:extLst>
                </p14:cNvPr>
                <p14:cNvContentPartPr/>
                <p14:nvPr/>
              </p14:nvContentPartPr>
              <p14:xfrm>
                <a:off x="10096022" y="4538443"/>
                <a:ext cx="92160" cy="79200"/>
              </p14:xfrm>
            </p:contentPart>
          </mc:Choice>
          <mc:Fallback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8FC78BD3-C87E-C4E3-B19A-EF298236BDE8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10087022" y="4529803"/>
                  <a:ext cx="1098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0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581DCBB7-179F-0988-2FB3-2DCBCBA75E7C}"/>
                    </a:ext>
                  </a:extLst>
                </p14:cNvPr>
                <p14:cNvContentPartPr/>
                <p14:nvPr/>
              </p14:nvContentPartPr>
              <p14:xfrm>
                <a:off x="10231382" y="4573363"/>
                <a:ext cx="123120" cy="67320"/>
              </p14:xfrm>
            </p:contentPart>
          </mc:Choice>
          <mc:Fallback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581DCBB7-179F-0988-2FB3-2DCBCBA75E7C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10222742" y="4564723"/>
                  <a:ext cx="14076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2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EB7AD9D0-DB26-12C0-3CDA-E614470BA8ED}"/>
                    </a:ext>
                  </a:extLst>
                </p14:cNvPr>
                <p14:cNvContentPartPr/>
                <p14:nvPr/>
              </p14:nvContentPartPr>
              <p14:xfrm>
                <a:off x="10419302" y="4539163"/>
                <a:ext cx="57600" cy="106560"/>
              </p14:xfrm>
            </p:contentPart>
          </mc:Choice>
          <mc:Fallback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EB7AD9D0-DB26-12C0-3CDA-E614470BA8ED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10410662" y="4530163"/>
                  <a:ext cx="7524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4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0CC4D868-A4F7-B132-F574-57BD66715162}"/>
                    </a:ext>
                  </a:extLst>
                </p14:cNvPr>
                <p14:cNvContentPartPr/>
                <p14:nvPr/>
              </p14:nvContentPartPr>
              <p14:xfrm>
                <a:off x="10538102" y="4561123"/>
                <a:ext cx="49680" cy="59040"/>
              </p14:xfrm>
            </p:contentPart>
          </mc:Choice>
          <mc:Fallback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0CC4D868-A4F7-B132-F574-57BD66715162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10529102" y="4552483"/>
                  <a:ext cx="6732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6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3699E4A8-88CB-6269-5CA3-AC948F7D51A5}"/>
                    </a:ext>
                  </a:extLst>
                </p14:cNvPr>
                <p14:cNvContentPartPr/>
                <p14:nvPr/>
              </p14:nvContentPartPr>
              <p14:xfrm>
                <a:off x="10551782" y="4481563"/>
                <a:ext cx="2520" cy="10080"/>
              </p14:xfrm>
            </p:contentPart>
          </mc:Choice>
          <mc:Fallback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3699E4A8-88CB-6269-5CA3-AC948F7D51A5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10543142" y="4472923"/>
                  <a:ext cx="2016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8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B3E0A96F-E658-4A93-F238-888472820582}"/>
                    </a:ext>
                  </a:extLst>
                </p14:cNvPr>
                <p14:cNvContentPartPr/>
                <p14:nvPr/>
              </p14:nvContentPartPr>
              <p14:xfrm>
                <a:off x="10664462" y="4515763"/>
                <a:ext cx="161640" cy="116640"/>
              </p14:xfrm>
            </p:contentPart>
          </mc:Choice>
          <mc:Fallback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B3E0A96F-E658-4A93-F238-888472820582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10655462" y="4507123"/>
                  <a:ext cx="17928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0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C4279628-57D2-CB79-1820-8E8BCFB96EEC}"/>
                    </a:ext>
                  </a:extLst>
                </p14:cNvPr>
                <p14:cNvContentPartPr/>
                <p14:nvPr/>
              </p14:nvContentPartPr>
              <p14:xfrm>
                <a:off x="10825742" y="4522243"/>
                <a:ext cx="132120" cy="128880"/>
              </p14:xfrm>
            </p:contentPart>
          </mc:Choice>
          <mc:Fallback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C4279628-57D2-CB79-1820-8E8BCFB96EEC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10816742" y="4513243"/>
                  <a:ext cx="1497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2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6FB8D12F-EB5F-C216-5543-EC149D8C88E6}"/>
                    </a:ext>
                  </a:extLst>
                </p14:cNvPr>
                <p14:cNvContentPartPr/>
                <p14:nvPr/>
              </p14:nvContentPartPr>
              <p14:xfrm>
                <a:off x="10549982" y="4465003"/>
                <a:ext cx="17280" cy="31680"/>
              </p14:xfrm>
            </p:contentPart>
          </mc:Choice>
          <mc:Fallback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6FB8D12F-EB5F-C216-5543-EC149D8C88E6}"/>
                    </a:ext>
                  </a:extLst>
                </p:cNvPr>
                <p:cNvPicPr/>
                <p:nvPr/>
              </p:nvPicPr>
              <p:blipFill>
                <a:blip r:embed="rId643"/>
                <a:stretch>
                  <a:fillRect/>
                </a:stretch>
              </p:blipFill>
              <p:spPr>
                <a:xfrm>
                  <a:off x="10541342" y="4456363"/>
                  <a:ext cx="34920" cy="4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9" name="Group 438">
            <a:extLst>
              <a:ext uri="{FF2B5EF4-FFF2-40B4-BE49-F238E27FC236}">
                <a16:creationId xmlns:a16="http://schemas.microsoft.com/office/drawing/2014/main" id="{3B9BC65A-9852-D20C-073D-78C7DDF1D025}"/>
              </a:ext>
            </a:extLst>
          </p:cNvPr>
          <p:cNvGrpSpPr/>
          <p:nvPr/>
        </p:nvGrpSpPr>
        <p:grpSpPr>
          <a:xfrm>
            <a:off x="9149222" y="4849483"/>
            <a:ext cx="1843920" cy="322200"/>
            <a:chOff x="9149222" y="4849483"/>
            <a:chExt cx="1843920" cy="322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4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A760551B-086D-7510-C285-3A4881BE95E9}"/>
                    </a:ext>
                  </a:extLst>
                </p14:cNvPr>
                <p14:cNvContentPartPr/>
                <p14:nvPr/>
              </p14:nvContentPartPr>
              <p14:xfrm>
                <a:off x="9257222" y="4931923"/>
                <a:ext cx="53280" cy="153720"/>
              </p14:xfrm>
            </p:contentPart>
          </mc:Choice>
          <mc:Fallback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A760551B-086D-7510-C285-3A4881BE95E9}"/>
                    </a:ext>
                  </a:extLst>
                </p:cNvPr>
                <p:cNvPicPr/>
                <p:nvPr/>
              </p:nvPicPr>
              <p:blipFill>
                <a:blip r:embed="rId645"/>
                <a:stretch>
                  <a:fillRect/>
                </a:stretch>
              </p:blipFill>
              <p:spPr>
                <a:xfrm>
                  <a:off x="9248222" y="4922923"/>
                  <a:ext cx="7092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6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57E8F2E7-DA3A-D8A1-493C-F8AD7AB95EB4}"/>
                    </a:ext>
                  </a:extLst>
                </p14:cNvPr>
                <p14:cNvContentPartPr/>
                <p14:nvPr/>
              </p14:nvContentPartPr>
              <p14:xfrm>
                <a:off x="9149222" y="4894123"/>
                <a:ext cx="230040" cy="20520"/>
              </p14:xfrm>
            </p:contentPart>
          </mc:Choice>
          <mc:Fallback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57E8F2E7-DA3A-D8A1-493C-F8AD7AB95EB4}"/>
                    </a:ext>
                  </a:extLst>
                </p:cNvPr>
                <p:cNvPicPr/>
                <p:nvPr/>
              </p:nvPicPr>
              <p:blipFill>
                <a:blip r:embed="rId647"/>
                <a:stretch>
                  <a:fillRect/>
                </a:stretch>
              </p:blipFill>
              <p:spPr>
                <a:xfrm>
                  <a:off x="9140582" y="4885123"/>
                  <a:ext cx="2476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8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1FF2CBC2-575A-567F-109B-7B15B2DA0F87}"/>
                    </a:ext>
                  </a:extLst>
                </p14:cNvPr>
                <p14:cNvContentPartPr/>
                <p14:nvPr/>
              </p14:nvContentPartPr>
              <p14:xfrm>
                <a:off x="9403742" y="4998883"/>
                <a:ext cx="111960" cy="87840"/>
              </p14:xfrm>
            </p:contentPart>
          </mc:Choice>
          <mc:Fallback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1FF2CBC2-575A-567F-109B-7B15B2DA0F87}"/>
                    </a:ext>
                  </a:extLst>
                </p:cNvPr>
                <p:cNvPicPr/>
                <p:nvPr/>
              </p:nvPicPr>
              <p:blipFill>
                <a:blip r:embed="rId649"/>
                <a:stretch>
                  <a:fillRect/>
                </a:stretch>
              </p:blipFill>
              <p:spPr>
                <a:xfrm>
                  <a:off x="9394742" y="4990243"/>
                  <a:ext cx="12960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0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2AE710F8-13A4-3AE6-F38D-B1971345F38A}"/>
                    </a:ext>
                  </a:extLst>
                </p14:cNvPr>
                <p14:cNvContentPartPr/>
                <p14:nvPr/>
              </p14:nvContentPartPr>
              <p14:xfrm>
                <a:off x="9564302" y="5028403"/>
                <a:ext cx="120240" cy="81000"/>
              </p14:xfrm>
            </p:contentPart>
          </mc:Choice>
          <mc:Fallback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2AE710F8-13A4-3AE6-F38D-B1971345F38A}"/>
                    </a:ext>
                  </a:extLst>
                </p:cNvPr>
                <p:cNvPicPr/>
                <p:nvPr/>
              </p:nvPicPr>
              <p:blipFill>
                <a:blip r:embed="rId651"/>
                <a:stretch>
                  <a:fillRect/>
                </a:stretch>
              </p:blipFill>
              <p:spPr>
                <a:xfrm>
                  <a:off x="9555662" y="5019763"/>
                  <a:ext cx="13788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2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BDBD9F21-00C4-DD4F-50BB-E88401A85D91}"/>
                    </a:ext>
                  </a:extLst>
                </p14:cNvPr>
                <p14:cNvContentPartPr/>
                <p14:nvPr/>
              </p14:nvContentPartPr>
              <p14:xfrm>
                <a:off x="9726302" y="5029123"/>
                <a:ext cx="142560" cy="72000"/>
              </p14:xfrm>
            </p:contentPart>
          </mc:Choice>
          <mc:Fallback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BDBD9F21-00C4-DD4F-50BB-E88401A85D91}"/>
                    </a:ext>
                  </a:extLst>
                </p:cNvPr>
                <p:cNvPicPr/>
                <p:nvPr/>
              </p:nvPicPr>
              <p:blipFill>
                <a:blip r:embed="rId653"/>
                <a:stretch>
                  <a:fillRect/>
                </a:stretch>
              </p:blipFill>
              <p:spPr>
                <a:xfrm>
                  <a:off x="9717662" y="5020483"/>
                  <a:ext cx="16020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4">
              <p14:nvContentPartPr>
                <p14:cNvPr id="431" name="Ink 430">
                  <a:extLst>
                    <a:ext uri="{FF2B5EF4-FFF2-40B4-BE49-F238E27FC236}">
                      <a16:creationId xmlns:a16="http://schemas.microsoft.com/office/drawing/2014/main" id="{B0DB84DD-2E55-85C6-0000-1C385237D174}"/>
                    </a:ext>
                  </a:extLst>
                </p14:cNvPr>
                <p14:cNvContentPartPr/>
                <p14:nvPr/>
              </p14:nvContentPartPr>
              <p14:xfrm>
                <a:off x="9932222" y="4992403"/>
                <a:ext cx="114480" cy="117000"/>
              </p14:xfrm>
            </p:contentPart>
          </mc:Choice>
          <mc:Fallback>
            <p:pic>
              <p:nvPicPr>
                <p:cNvPr id="431" name="Ink 430">
                  <a:extLst>
                    <a:ext uri="{FF2B5EF4-FFF2-40B4-BE49-F238E27FC236}">
                      <a16:creationId xmlns:a16="http://schemas.microsoft.com/office/drawing/2014/main" id="{B0DB84DD-2E55-85C6-0000-1C385237D174}"/>
                    </a:ext>
                  </a:extLst>
                </p:cNvPr>
                <p:cNvPicPr/>
                <p:nvPr/>
              </p:nvPicPr>
              <p:blipFill>
                <a:blip r:embed="rId655"/>
                <a:stretch>
                  <a:fillRect/>
                </a:stretch>
              </p:blipFill>
              <p:spPr>
                <a:xfrm>
                  <a:off x="9923222" y="4983403"/>
                  <a:ext cx="13212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6">
              <p14:nvContentPartPr>
                <p14:cNvPr id="432" name="Ink 431">
                  <a:extLst>
                    <a:ext uri="{FF2B5EF4-FFF2-40B4-BE49-F238E27FC236}">
                      <a16:creationId xmlns:a16="http://schemas.microsoft.com/office/drawing/2014/main" id="{D08DFC96-CF27-6318-FD3A-4ADB01E32EA1}"/>
                    </a:ext>
                  </a:extLst>
                </p14:cNvPr>
                <p14:cNvContentPartPr/>
                <p14:nvPr/>
              </p14:nvContentPartPr>
              <p14:xfrm>
                <a:off x="10169462" y="4849483"/>
                <a:ext cx="82800" cy="322200"/>
              </p14:xfrm>
            </p:contentPart>
          </mc:Choice>
          <mc:Fallback>
            <p:pic>
              <p:nvPicPr>
                <p:cNvPr id="432" name="Ink 431">
                  <a:extLst>
                    <a:ext uri="{FF2B5EF4-FFF2-40B4-BE49-F238E27FC236}">
                      <a16:creationId xmlns:a16="http://schemas.microsoft.com/office/drawing/2014/main" id="{D08DFC96-CF27-6318-FD3A-4ADB01E32EA1}"/>
                    </a:ext>
                  </a:extLst>
                </p:cNvPr>
                <p:cNvPicPr/>
                <p:nvPr/>
              </p:nvPicPr>
              <p:blipFill>
                <a:blip r:embed="rId657"/>
                <a:stretch>
                  <a:fillRect/>
                </a:stretch>
              </p:blipFill>
              <p:spPr>
                <a:xfrm>
                  <a:off x="10160462" y="4840843"/>
                  <a:ext cx="10044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8">
              <p14:nvContentPartPr>
                <p14:cNvPr id="433" name="Ink 432">
                  <a:extLst>
                    <a:ext uri="{FF2B5EF4-FFF2-40B4-BE49-F238E27FC236}">
                      <a16:creationId xmlns:a16="http://schemas.microsoft.com/office/drawing/2014/main" id="{CA2B81A4-F146-0A18-2C7F-9CDB98BB08A1}"/>
                    </a:ext>
                  </a:extLst>
                </p14:cNvPr>
                <p14:cNvContentPartPr/>
                <p14:nvPr/>
              </p14:nvContentPartPr>
              <p14:xfrm>
                <a:off x="10168382" y="5037403"/>
                <a:ext cx="90720" cy="12600"/>
              </p14:xfrm>
            </p:contentPart>
          </mc:Choice>
          <mc:Fallback>
            <p:pic>
              <p:nvPicPr>
                <p:cNvPr id="433" name="Ink 432">
                  <a:extLst>
                    <a:ext uri="{FF2B5EF4-FFF2-40B4-BE49-F238E27FC236}">
                      <a16:creationId xmlns:a16="http://schemas.microsoft.com/office/drawing/2014/main" id="{CA2B81A4-F146-0A18-2C7F-9CDB98BB08A1}"/>
                    </a:ext>
                  </a:extLst>
                </p:cNvPr>
                <p:cNvPicPr/>
                <p:nvPr/>
              </p:nvPicPr>
              <p:blipFill>
                <a:blip r:embed="rId659"/>
                <a:stretch>
                  <a:fillRect/>
                </a:stretch>
              </p:blipFill>
              <p:spPr>
                <a:xfrm>
                  <a:off x="10159382" y="5028403"/>
                  <a:ext cx="1083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0">
              <p14:nvContentPartPr>
                <p14:cNvPr id="434" name="Ink 433">
                  <a:extLst>
                    <a:ext uri="{FF2B5EF4-FFF2-40B4-BE49-F238E27FC236}">
                      <a16:creationId xmlns:a16="http://schemas.microsoft.com/office/drawing/2014/main" id="{534C976B-0986-33B0-7EFA-EA3FBAAA7B90}"/>
                    </a:ext>
                  </a:extLst>
                </p14:cNvPr>
                <p14:cNvContentPartPr/>
                <p14:nvPr/>
              </p14:nvContentPartPr>
              <p14:xfrm>
                <a:off x="10328582" y="5008603"/>
                <a:ext cx="132120" cy="91800"/>
              </p14:xfrm>
            </p:contentPart>
          </mc:Choice>
          <mc:Fallback>
            <p:pic>
              <p:nvPicPr>
                <p:cNvPr id="434" name="Ink 433">
                  <a:extLst>
                    <a:ext uri="{FF2B5EF4-FFF2-40B4-BE49-F238E27FC236}">
                      <a16:creationId xmlns:a16="http://schemas.microsoft.com/office/drawing/2014/main" id="{534C976B-0986-33B0-7EFA-EA3FBAAA7B90}"/>
                    </a:ext>
                  </a:extLst>
                </p:cNvPr>
                <p:cNvPicPr/>
                <p:nvPr/>
              </p:nvPicPr>
              <p:blipFill>
                <a:blip r:embed="rId661"/>
                <a:stretch>
                  <a:fillRect/>
                </a:stretch>
              </p:blipFill>
              <p:spPr>
                <a:xfrm>
                  <a:off x="10319582" y="4999603"/>
                  <a:ext cx="14976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2">
              <p14:nvContentPartPr>
                <p14:cNvPr id="435" name="Ink 434">
                  <a:extLst>
                    <a:ext uri="{FF2B5EF4-FFF2-40B4-BE49-F238E27FC236}">
                      <a16:creationId xmlns:a16="http://schemas.microsoft.com/office/drawing/2014/main" id="{DBC78691-10EE-4422-733C-10FFF8F4786F}"/>
                    </a:ext>
                  </a:extLst>
                </p14:cNvPr>
                <p14:cNvContentPartPr/>
                <p14:nvPr/>
              </p14:nvContentPartPr>
              <p14:xfrm>
                <a:off x="10538822" y="4973683"/>
                <a:ext cx="83880" cy="109440"/>
              </p14:xfrm>
            </p:contentPart>
          </mc:Choice>
          <mc:Fallback>
            <p:pic>
              <p:nvPicPr>
                <p:cNvPr id="435" name="Ink 434">
                  <a:extLst>
                    <a:ext uri="{FF2B5EF4-FFF2-40B4-BE49-F238E27FC236}">
                      <a16:creationId xmlns:a16="http://schemas.microsoft.com/office/drawing/2014/main" id="{DBC78691-10EE-4422-733C-10FFF8F4786F}"/>
                    </a:ext>
                  </a:extLst>
                </p:cNvPr>
                <p:cNvPicPr/>
                <p:nvPr/>
              </p:nvPicPr>
              <p:blipFill>
                <a:blip r:embed="rId663"/>
                <a:stretch>
                  <a:fillRect/>
                </a:stretch>
              </p:blipFill>
              <p:spPr>
                <a:xfrm>
                  <a:off x="10529822" y="4964683"/>
                  <a:ext cx="10152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4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CD41997C-D51B-74E6-AB7D-9F6EE153553D}"/>
                    </a:ext>
                  </a:extLst>
                </p14:cNvPr>
                <p14:cNvContentPartPr/>
                <p14:nvPr/>
              </p14:nvContentPartPr>
              <p14:xfrm>
                <a:off x="10715942" y="4985923"/>
                <a:ext cx="277200" cy="123840"/>
              </p14:xfrm>
            </p:contentPart>
          </mc:Choice>
          <mc:Fallback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CD41997C-D51B-74E6-AB7D-9F6EE153553D}"/>
                    </a:ext>
                  </a:extLst>
                </p:cNvPr>
                <p:cNvPicPr/>
                <p:nvPr/>
              </p:nvPicPr>
              <p:blipFill>
                <a:blip r:embed="rId665"/>
                <a:stretch>
                  <a:fillRect/>
                </a:stretch>
              </p:blipFill>
              <p:spPr>
                <a:xfrm>
                  <a:off x="10706942" y="4976923"/>
                  <a:ext cx="29484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6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D9188D23-6F71-1738-1575-2A10A73E44FE}"/>
                    </a:ext>
                  </a:extLst>
                </p14:cNvPr>
                <p14:cNvContentPartPr/>
                <p14:nvPr/>
              </p14:nvContentPartPr>
              <p14:xfrm>
                <a:off x="10566542" y="5026243"/>
                <a:ext cx="35640" cy="86760"/>
              </p14:xfrm>
            </p:contentPart>
          </mc:Choice>
          <mc:Fallback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D9188D23-6F71-1738-1575-2A10A73E44FE}"/>
                    </a:ext>
                  </a:extLst>
                </p:cNvPr>
                <p:cNvPicPr/>
                <p:nvPr/>
              </p:nvPicPr>
              <p:blipFill>
                <a:blip r:embed="rId667"/>
                <a:stretch>
                  <a:fillRect/>
                </a:stretch>
              </p:blipFill>
              <p:spPr>
                <a:xfrm>
                  <a:off x="10557542" y="5017243"/>
                  <a:ext cx="53280" cy="104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68">
            <p14:nvContentPartPr>
              <p14:cNvPr id="440" name="Ink 439">
                <a:extLst>
                  <a:ext uri="{FF2B5EF4-FFF2-40B4-BE49-F238E27FC236}">
                    <a16:creationId xmlns:a16="http://schemas.microsoft.com/office/drawing/2014/main" id="{A0939AEC-184D-4688-A3B6-17E676719F97}"/>
                  </a:ext>
                </a:extLst>
              </p14:cNvPr>
              <p14:cNvContentPartPr/>
              <p14:nvPr/>
            </p14:nvContentPartPr>
            <p14:xfrm>
              <a:off x="10985582" y="4820323"/>
              <a:ext cx="180000" cy="321120"/>
            </p14:xfrm>
          </p:contentPart>
        </mc:Choice>
        <mc:Fallback>
          <p:pic>
            <p:nvPicPr>
              <p:cNvPr id="440" name="Ink 439">
                <a:extLst>
                  <a:ext uri="{FF2B5EF4-FFF2-40B4-BE49-F238E27FC236}">
                    <a16:creationId xmlns:a16="http://schemas.microsoft.com/office/drawing/2014/main" id="{A0939AEC-184D-4688-A3B6-17E676719F97}"/>
                  </a:ext>
                </a:extLst>
              </p:cNvPr>
              <p:cNvPicPr/>
              <p:nvPr/>
            </p:nvPicPr>
            <p:blipFill>
              <a:blip r:embed="rId669"/>
              <a:stretch>
                <a:fillRect/>
              </a:stretch>
            </p:blipFill>
            <p:spPr>
              <a:xfrm>
                <a:off x="10976942" y="4811683"/>
                <a:ext cx="197640" cy="33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444" name="Group 443">
            <a:extLst>
              <a:ext uri="{FF2B5EF4-FFF2-40B4-BE49-F238E27FC236}">
                <a16:creationId xmlns:a16="http://schemas.microsoft.com/office/drawing/2014/main" id="{B0379417-E20E-E5C6-AE90-5D322EBD88BA}"/>
              </a:ext>
            </a:extLst>
          </p:cNvPr>
          <p:cNvGrpSpPr/>
          <p:nvPr/>
        </p:nvGrpSpPr>
        <p:grpSpPr>
          <a:xfrm>
            <a:off x="3427382" y="2520283"/>
            <a:ext cx="1322280" cy="564480"/>
            <a:chOff x="3427382" y="2520283"/>
            <a:chExt cx="1322280" cy="56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70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AF552C8E-CB3F-0DE7-3D9D-26C11CDEB5AB}"/>
                    </a:ext>
                  </a:extLst>
                </p14:cNvPr>
                <p14:cNvContentPartPr/>
                <p14:nvPr/>
              </p14:nvContentPartPr>
              <p14:xfrm>
                <a:off x="3853262" y="2964883"/>
                <a:ext cx="64440" cy="11304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AF552C8E-CB3F-0DE7-3D9D-26C11CDEB5AB}"/>
                    </a:ext>
                  </a:extLst>
                </p:cNvPr>
                <p:cNvPicPr/>
                <p:nvPr/>
              </p:nvPicPr>
              <p:blipFill>
                <a:blip r:embed="rId671"/>
                <a:stretch>
                  <a:fillRect/>
                </a:stretch>
              </p:blipFill>
              <p:spPr>
                <a:xfrm>
                  <a:off x="3844262" y="2956243"/>
                  <a:ext cx="8208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2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B9F99AA1-A695-3756-E8CF-121EE98F1CAC}"/>
                    </a:ext>
                  </a:extLst>
                </p14:cNvPr>
                <p14:cNvContentPartPr/>
                <p14:nvPr/>
              </p14:nvContentPartPr>
              <p14:xfrm>
                <a:off x="3427382" y="2672563"/>
                <a:ext cx="158040" cy="11952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B9F99AA1-A695-3756-E8CF-121EE98F1CAC}"/>
                    </a:ext>
                  </a:extLst>
                </p:cNvPr>
                <p:cNvPicPr/>
                <p:nvPr/>
              </p:nvPicPr>
              <p:blipFill>
                <a:blip r:embed="rId673"/>
                <a:stretch>
                  <a:fillRect/>
                </a:stretch>
              </p:blipFill>
              <p:spPr>
                <a:xfrm>
                  <a:off x="3418382" y="2663563"/>
                  <a:ext cx="17568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4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9F9A5B64-5DEB-5CC2-8A19-A009700725E0}"/>
                    </a:ext>
                  </a:extLst>
                </p14:cNvPr>
                <p14:cNvContentPartPr/>
                <p14:nvPr/>
              </p14:nvContentPartPr>
              <p14:xfrm>
                <a:off x="3491462" y="2703163"/>
                <a:ext cx="51120" cy="8388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9F9A5B64-5DEB-5CC2-8A19-A009700725E0}"/>
                    </a:ext>
                  </a:extLst>
                </p:cNvPr>
                <p:cNvPicPr/>
                <p:nvPr/>
              </p:nvPicPr>
              <p:blipFill>
                <a:blip r:embed="rId675"/>
                <a:stretch>
                  <a:fillRect/>
                </a:stretch>
              </p:blipFill>
              <p:spPr>
                <a:xfrm>
                  <a:off x="3482822" y="2694523"/>
                  <a:ext cx="6876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6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86F33121-3F6F-1A93-956B-29C9B9240D19}"/>
                    </a:ext>
                  </a:extLst>
                </p14:cNvPr>
                <p14:cNvContentPartPr/>
                <p14:nvPr/>
              </p14:nvContentPartPr>
              <p14:xfrm>
                <a:off x="3573182" y="2564563"/>
                <a:ext cx="135000" cy="19944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86F33121-3F6F-1A93-956B-29C9B9240D19}"/>
                    </a:ext>
                  </a:extLst>
                </p:cNvPr>
                <p:cNvPicPr/>
                <p:nvPr/>
              </p:nvPicPr>
              <p:blipFill>
                <a:blip r:embed="rId677"/>
                <a:stretch>
                  <a:fillRect/>
                </a:stretch>
              </p:blipFill>
              <p:spPr>
                <a:xfrm>
                  <a:off x="3564542" y="2555923"/>
                  <a:ext cx="15264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8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114F743E-E78F-4B47-E19B-363CBEA181CE}"/>
                    </a:ext>
                  </a:extLst>
                </p14:cNvPr>
                <p14:cNvContentPartPr/>
                <p14:nvPr/>
              </p14:nvContentPartPr>
              <p14:xfrm>
                <a:off x="3698822" y="2660683"/>
                <a:ext cx="113040" cy="6804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114F743E-E78F-4B47-E19B-363CBEA181CE}"/>
                    </a:ext>
                  </a:extLst>
                </p:cNvPr>
                <p:cNvPicPr/>
                <p:nvPr/>
              </p:nvPicPr>
              <p:blipFill>
                <a:blip r:embed="rId679"/>
                <a:stretch>
                  <a:fillRect/>
                </a:stretch>
              </p:blipFill>
              <p:spPr>
                <a:xfrm>
                  <a:off x="3690182" y="2652043"/>
                  <a:ext cx="13068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0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205A1B2F-C532-EFAC-1587-6B311CD189CC}"/>
                    </a:ext>
                  </a:extLst>
                </p14:cNvPr>
                <p14:cNvContentPartPr/>
                <p14:nvPr/>
              </p14:nvContentPartPr>
              <p14:xfrm>
                <a:off x="3807182" y="2537203"/>
                <a:ext cx="118440" cy="22500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205A1B2F-C532-EFAC-1587-6B311CD189CC}"/>
                    </a:ext>
                  </a:extLst>
                </p:cNvPr>
                <p:cNvPicPr/>
                <p:nvPr/>
              </p:nvPicPr>
              <p:blipFill>
                <a:blip r:embed="rId681"/>
                <a:stretch>
                  <a:fillRect/>
                </a:stretch>
              </p:blipFill>
              <p:spPr>
                <a:xfrm>
                  <a:off x="3798542" y="2528203"/>
                  <a:ext cx="13608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2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67E942E7-03CF-207A-9B00-1C46BE64E8EC}"/>
                    </a:ext>
                  </a:extLst>
                </p14:cNvPr>
                <p14:cNvContentPartPr/>
                <p14:nvPr/>
              </p14:nvContentPartPr>
              <p14:xfrm>
                <a:off x="4080782" y="2645203"/>
                <a:ext cx="20520" cy="8100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67E942E7-03CF-207A-9B00-1C46BE64E8EC}"/>
                    </a:ext>
                  </a:extLst>
                </p:cNvPr>
                <p:cNvPicPr/>
                <p:nvPr/>
              </p:nvPicPr>
              <p:blipFill>
                <a:blip r:embed="rId683"/>
                <a:stretch>
                  <a:fillRect/>
                </a:stretch>
              </p:blipFill>
              <p:spPr>
                <a:xfrm>
                  <a:off x="4072142" y="2636203"/>
                  <a:ext cx="3816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4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49B8BA8E-0F3B-0A81-B4E4-E118A2A0D124}"/>
                    </a:ext>
                  </a:extLst>
                </p14:cNvPr>
                <p14:cNvContentPartPr/>
                <p14:nvPr/>
              </p14:nvContentPartPr>
              <p14:xfrm>
                <a:off x="4010222" y="2686603"/>
                <a:ext cx="127440" cy="864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49B8BA8E-0F3B-0A81-B4E4-E118A2A0D124}"/>
                    </a:ext>
                  </a:extLst>
                </p:cNvPr>
                <p:cNvPicPr/>
                <p:nvPr/>
              </p:nvPicPr>
              <p:blipFill>
                <a:blip r:embed="rId685"/>
                <a:stretch>
                  <a:fillRect/>
                </a:stretch>
              </p:blipFill>
              <p:spPr>
                <a:xfrm>
                  <a:off x="4001582" y="2677963"/>
                  <a:ext cx="14508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6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83028B07-01D3-D8BA-5BFC-0204186EF33A}"/>
                    </a:ext>
                  </a:extLst>
                </p14:cNvPr>
                <p14:cNvContentPartPr/>
                <p14:nvPr/>
              </p14:nvContentPartPr>
              <p14:xfrm>
                <a:off x="4232342" y="2637643"/>
                <a:ext cx="120600" cy="7776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83028B07-01D3-D8BA-5BFC-0204186EF33A}"/>
                    </a:ext>
                  </a:extLst>
                </p:cNvPr>
                <p:cNvPicPr/>
                <p:nvPr/>
              </p:nvPicPr>
              <p:blipFill>
                <a:blip r:embed="rId687"/>
                <a:stretch>
                  <a:fillRect/>
                </a:stretch>
              </p:blipFill>
              <p:spPr>
                <a:xfrm>
                  <a:off x="4223702" y="2628643"/>
                  <a:ext cx="13824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8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BC022E52-C725-F668-73EF-6408EA34F79E}"/>
                    </a:ext>
                  </a:extLst>
                </p14:cNvPr>
                <p14:cNvContentPartPr/>
                <p14:nvPr/>
              </p14:nvContentPartPr>
              <p14:xfrm>
                <a:off x="4274102" y="2649163"/>
                <a:ext cx="74520" cy="9216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BC022E52-C725-F668-73EF-6408EA34F79E}"/>
                    </a:ext>
                  </a:extLst>
                </p:cNvPr>
                <p:cNvPicPr/>
                <p:nvPr/>
              </p:nvPicPr>
              <p:blipFill>
                <a:blip r:embed="rId689"/>
                <a:stretch>
                  <a:fillRect/>
                </a:stretch>
              </p:blipFill>
              <p:spPr>
                <a:xfrm>
                  <a:off x="4265462" y="2640163"/>
                  <a:ext cx="9216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0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27E45FC2-3806-5E74-87D0-0E6C7F36C2C5}"/>
                    </a:ext>
                  </a:extLst>
                </p14:cNvPr>
                <p14:cNvContentPartPr/>
                <p14:nvPr/>
              </p14:nvContentPartPr>
              <p14:xfrm>
                <a:off x="4414862" y="2527123"/>
                <a:ext cx="77760" cy="23040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27E45FC2-3806-5E74-87D0-0E6C7F36C2C5}"/>
                    </a:ext>
                  </a:extLst>
                </p:cNvPr>
                <p:cNvPicPr/>
                <p:nvPr/>
              </p:nvPicPr>
              <p:blipFill>
                <a:blip r:embed="rId691"/>
                <a:stretch>
                  <a:fillRect/>
                </a:stretch>
              </p:blipFill>
              <p:spPr>
                <a:xfrm>
                  <a:off x="4406222" y="2518483"/>
                  <a:ext cx="9540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2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13373ADB-4F1A-C094-80EB-E327F424CF78}"/>
                    </a:ext>
                  </a:extLst>
                </p14:cNvPr>
                <p14:cNvContentPartPr/>
                <p14:nvPr/>
              </p14:nvContentPartPr>
              <p14:xfrm>
                <a:off x="4518182" y="2618923"/>
                <a:ext cx="138960" cy="10800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13373ADB-4F1A-C094-80EB-E327F424CF78}"/>
                    </a:ext>
                  </a:extLst>
                </p:cNvPr>
                <p:cNvPicPr/>
                <p:nvPr/>
              </p:nvPicPr>
              <p:blipFill>
                <a:blip r:embed="rId693"/>
                <a:stretch>
                  <a:fillRect/>
                </a:stretch>
              </p:blipFill>
              <p:spPr>
                <a:xfrm>
                  <a:off x="4509542" y="2610283"/>
                  <a:ext cx="15660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4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0F5567B2-4762-DFAB-7E1D-B5326949E91A}"/>
                    </a:ext>
                  </a:extLst>
                </p14:cNvPr>
                <p14:cNvContentPartPr/>
                <p14:nvPr/>
              </p14:nvContentPartPr>
              <p14:xfrm>
                <a:off x="4645262" y="2520283"/>
                <a:ext cx="104400" cy="24120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0F5567B2-4762-DFAB-7E1D-B5326949E91A}"/>
                    </a:ext>
                  </a:extLst>
                </p:cNvPr>
                <p:cNvPicPr/>
                <p:nvPr/>
              </p:nvPicPr>
              <p:blipFill>
                <a:blip r:embed="rId695"/>
                <a:stretch>
                  <a:fillRect/>
                </a:stretch>
              </p:blipFill>
              <p:spPr>
                <a:xfrm>
                  <a:off x="4636622" y="2511283"/>
                  <a:ext cx="12204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6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4CF588AC-0C16-1815-B60D-4A5A2B577C89}"/>
                    </a:ext>
                  </a:extLst>
                </p14:cNvPr>
                <p14:cNvContentPartPr/>
                <p14:nvPr/>
              </p14:nvContentPartPr>
              <p14:xfrm>
                <a:off x="3763982" y="2836003"/>
                <a:ext cx="117360" cy="174600"/>
              </p14:xfrm>
            </p:contentPart>
          </mc:Choice>
          <mc:Fallback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4CF588AC-0C16-1815-B60D-4A5A2B577C89}"/>
                    </a:ext>
                  </a:extLst>
                </p:cNvPr>
                <p:cNvPicPr/>
                <p:nvPr/>
              </p:nvPicPr>
              <p:blipFill>
                <a:blip r:embed="rId697"/>
                <a:stretch>
                  <a:fillRect/>
                </a:stretch>
              </p:blipFill>
              <p:spPr>
                <a:xfrm>
                  <a:off x="3754982" y="2827003"/>
                  <a:ext cx="13500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8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3B33BE7C-A8E8-8F4A-8D72-54CE0732DC50}"/>
                    </a:ext>
                  </a:extLst>
                </p14:cNvPr>
                <p14:cNvContentPartPr/>
                <p14:nvPr/>
              </p14:nvContentPartPr>
              <p14:xfrm>
                <a:off x="3803582" y="3027883"/>
                <a:ext cx="139320" cy="56880"/>
              </p14:xfrm>
            </p:contentPart>
          </mc:Choice>
          <mc:Fallback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3B33BE7C-A8E8-8F4A-8D72-54CE0732DC50}"/>
                    </a:ext>
                  </a:extLst>
                </p:cNvPr>
                <p:cNvPicPr/>
                <p:nvPr/>
              </p:nvPicPr>
              <p:blipFill>
                <a:blip r:embed="rId699"/>
                <a:stretch>
                  <a:fillRect/>
                </a:stretch>
              </p:blipFill>
              <p:spPr>
                <a:xfrm>
                  <a:off x="3794582" y="3019243"/>
                  <a:ext cx="156960" cy="7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7" name="Group 446">
            <a:extLst>
              <a:ext uri="{FF2B5EF4-FFF2-40B4-BE49-F238E27FC236}">
                <a16:creationId xmlns:a16="http://schemas.microsoft.com/office/drawing/2014/main" id="{68C957FF-9AA2-9E9E-0201-0504AEA7DB2C}"/>
              </a:ext>
            </a:extLst>
          </p:cNvPr>
          <p:cNvGrpSpPr/>
          <p:nvPr/>
        </p:nvGrpSpPr>
        <p:grpSpPr>
          <a:xfrm>
            <a:off x="3926342" y="5987083"/>
            <a:ext cx="103680" cy="187560"/>
            <a:chOff x="3926342" y="5987083"/>
            <a:chExt cx="103680" cy="18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0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14503DBF-A7DC-E041-BCBF-EA9AC8C2AEAA}"/>
                    </a:ext>
                  </a:extLst>
                </p14:cNvPr>
                <p14:cNvContentPartPr/>
                <p14:nvPr/>
              </p14:nvContentPartPr>
              <p14:xfrm>
                <a:off x="3953702" y="6011563"/>
                <a:ext cx="60840" cy="163080"/>
              </p14:xfrm>
            </p:contentPart>
          </mc:Choice>
          <mc:Fallback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14503DBF-A7DC-E041-BCBF-EA9AC8C2AEAA}"/>
                    </a:ext>
                  </a:extLst>
                </p:cNvPr>
                <p:cNvPicPr/>
                <p:nvPr/>
              </p:nvPicPr>
              <p:blipFill>
                <a:blip r:embed="rId701"/>
                <a:stretch>
                  <a:fillRect/>
                </a:stretch>
              </p:blipFill>
              <p:spPr>
                <a:xfrm>
                  <a:off x="3945062" y="6002563"/>
                  <a:ext cx="7848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2">
              <p14:nvContentPartPr>
                <p14:cNvPr id="446" name="Ink 445">
                  <a:extLst>
                    <a:ext uri="{FF2B5EF4-FFF2-40B4-BE49-F238E27FC236}">
                      <a16:creationId xmlns:a16="http://schemas.microsoft.com/office/drawing/2014/main" id="{5471549A-8B51-5EEB-3B8D-C5B1492CD7B5}"/>
                    </a:ext>
                  </a:extLst>
                </p14:cNvPr>
                <p14:cNvContentPartPr/>
                <p14:nvPr/>
              </p14:nvContentPartPr>
              <p14:xfrm>
                <a:off x="3926342" y="5987083"/>
                <a:ext cx="103680" cy="69120"/>
              </p14:xfrm>
            </p:contentPart>
          </mc:Choice>
          <mc:Fallback>
            <p:pic>
              <p:nvPicPr>
                <p:cNvPr id="446" name="Ink 445">
                  <a:extLst>
                    <a:ext uri="{FF2B5EF4-FFF2-40B4-BE49-F238E27FC236}">
                      <a16:creationId xmlns:a16="http://schemas.microsoft.com/office/drawing/2014/main" id="{5471549A-8B51-5EEB-3B8D-C5B1492CD7B5}"/>
                    </a:ext>
                  </a:extLst>
                </p:cNvPr>
                <p:cNvPicPr/>
                <p:nvPr/>
              </p:nvPicPr>
              <p:blipFill>
                <a:blip r:embed="rId703"/>
                <a:stretch>
                  <a:fillRect/>
                </a:stretch>
              </p:blipFill>
              <p:spPr>
                <a:xfrm>
                  <a:off x="3917342" y="5978083"/>
                  <a:ext cx="121320" cy="8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1" name="Group 460">
            <a:extLst>
              <a:ext uri="{FF2B5EF4-FFF2-40B4-BE49-F238E27FC236}">
                <a16:creationId xmlns:a16="http://schemas.microsoft.com/office/drawing/2014/main" id="{AAEA00F5-831A-DF2E-E4D2-910EBCFD66DC}"/>
              </a:ext>
            </a:extLst>
          </p:cNvPr>
          <p:cNvGrpSpPr/>
          <p:nvPr/>
        </p:nvGrpSpPr>
        <p:grpSpPr>
          <a:xfrm>
            <a:off x="3865142" y="6207403"/>
            <a:ext cx="1339560" cy="283680"/>
            <a:chOff x="3865142" y="6207403"/>
            <a:chExt cx="1339560" cy="283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4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1140B464-ECEA-AF95-5173-FAB731B9A622}"/>
                    </a:ext>
                  </a:extLst>
                </p14:cNvPr>
                <p14:cNvContentPartPr/>
                <p14:nvPr/>
              </p14:nvContentPartPr>
              <p14:xfrm>
                <a:off x="3865142" y="6336643"/>
                <a:ext cx="149760" cy="108720"/>
              </p14:xfrm>
            </p:contentPart>
          </mc:Choice>
          <mc:Fallback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1140B464-ECEA-AF95-5173-FAB731B9A622}"/>
                    </a:ext>
                  </a:extLst>
                </p:cNvPr>
                <p:cNvPicPr/>
                <p:nvPr/>
              </p:nvPicPr>
              <p:blipFill>
                <a:blip r:embed="rId705"/>
                <a:stretch>
                  <a:fillRect/>
                </a:stretch>
              </p:blipFill>
              <p:spPr>
                <a:xfrm>
                  <a:off x="3856502" y="6328003"/>
                  <a:ext cx="16740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6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06170F2E-4748-1CF9-8260-4C0D221B58BA}"/>
                    </a:ext>
                  </a:extLst>
                </p14:cNvPr>
                <p14:cNvContentPartPr/>
                <p14:nvPr/>
              </p14:nvContentPartPr>
              <p14:xfrm>
                <a:off x="3912302" y="6341683"/>
                <a:ext cx="65160" cy="105480"/>
              </p14:xfrm>
            </p:contentPart>
          </mc:Choice>
          <mc:Fallback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06170F2E-4748-1CF9-8260-4C0D221B58BA}"/>
                    </a:ext>
                  </a:extLst>
                </p:cNvPr>
                <p:cNvPicPr/>
                <p:nvPr/>
              </p:nvPicPr>
              <p:blipFill>
                <a:blip r:embed="rId707"/>
                <a:stretch>
                  <a:fillRect/>
                </a:stretch>
              </p:blipFill>
              <p:spPr>
                <a:xfrm>
                  <a:off x="3903662" y="6332683"/>
                  <a:ext cx="8280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8">
              <p14:nvContentPartPr>
                <p14:cNvPr id="451" name="Ink 450">
                  <a:extLst>
                    <a:ext uri="{FF2B5EF4-FFF2-40B4-BE49-F238E27FC236}">
                      <a16:creationId xmlns:a16="http://schemas.microsoft.com/office/drawing/2014/main" id="{6D0981E0-4337-2CB4-81A4-A614CAACF5E0}"/>
                    </a:ext>
                  </a:extLst>
                </p14:cNvPr>
                <p14:cNvContentPartPr/>
                <p14:nvPr/>
              </p14:nvContentPartPr>
              <p14:xfrm>
                <a:off x="4064582" y="6251683"/>
                <a:ext cx="110520" cy="234360"/>
              </p14:xfrm>
            </p:contentPart>
          </mc:Choice>
          <mc:Fallback>
            <p:pic>
              <p:nvPicPr>
                <p:cNvPr id="451" name="Ink 450">
                  <a:extLst>
                    <a:ext uri="{FF2B5EF4-FFF2-40B4-BE49-F238E27FC236}">
                      <a16:creationId xmlns:a16="http://schemas.microsoft.com/office/drawing/2014/main" id="{6D0981E0-4337-2CB4-81A4-A614CAACF5E0}"/>
                    </a:ext>
                  </a:extLst>
                </p:cNvPr>
                <p:cNvPicPr/>
                <p:nvPr/>
              </p:nvPicPr>
              <p:blipFill>
                <a:blip r:embed="rId709"/>
                <a:stretch>
                  <a:fillRect/>
                </a:stretch>
              </p:blipFill>
              <p:spPr>
                <a:xfrm>
                  <a:off x="4055582" y="6243043"/>
                  <a:ext cx="12816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0">
              <p14:nvContentPartPr>
                <p14:cNvPr id="452" name="Ink 451">
                  <a:extLst>
                    <a:ext uri="{FF2B5EF4-FFF2-40B4-BE49-F238E27FC236}">
                      <a16:creationId xmlns:a16="http://schemas.microsoft.com/office/drawing/2014/main" id="{CBA1A9B0-DA29-1617-167B-BA346DB1E7E0}"/>
                    </a:ext>
                  </a:extLst>
                </p14:cNvPr>
                <p14:cNvContentPartPr/>
                <p14:nvPr/>
              </p14:nvContentPartPr>
              <p14:xfrm>
                <a:off x="4181582" y="6366163"/>
                <a:ext cx="25200" cy="79560"/>
              </p14:xfrm>
            </p:contentPart>
          </mc:Choice>
          <mc:Fallback>
            <p:pic>
              <p:nvPicPr>
                <p:cNvPr id="452" name="Ink 451">
                  <a:extLst>
                    <a:ext uri="{FF2B5EF4-FFF2-40B4-BE49-F238E27FC236}">
                      <a16:creationId xmlns:a16="http://schemas.microsoft.com/office/drawing/2014/main" id="{CBA1A9B0-DA29-1617-167B-BA346DB1E7E0}"/>
                    </a:ext>
                  </a:extLst>
                </p:cNvPr>
                <p:cNvPicPr/>
                <p:nvPr/>
              </p:nvPicPr>
              <p:blipFill>
                <a:blip r:embed="rId711"/>
                <a:stretch>
                  <a:fillRect/>
                </a:stretch>
              </p:blipFill>
              <p:spPr>
                <a:xfrm>
                  <a:off x="4172942" y="6357523"/>
                  <a:ext cx="4284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2">
              <p14:nvContentPartPr>
                <p14:cNvPr id="453" name="Ink 452">
                  <a:extLst>
                    <a:ext uri="{FF2B5EF4-FFF2-40B4-BE49-F238E27FC236}">
                      <a16:creationId xmlns:a16="http://schemas.microsoft.com/office/drawing/2014/main" id="{F8FA16EA-03F5-8550-2851-ACA49E56A183}"/>
                    </a:ext>
                  </a:extLst>
                </p14:cNvPr>
                <p14:cNvContentPartPr/>
                <p14:nvPr/>
              </p14:nvContentPartPr>
              <p14:xfrm>
                <a:off x="4220462" y="6272563"/>
                <a:ext cx="131040" cy="218520"/>
              </p14:xfrm>
            </p:contentPart>
          </mc:Choice>
          <mc:Fallback>
            <p:pic>
              <p:nvPicPr>
                <p:cNvPr id="453" name="Ink 452">
                  <a:extLst>
                    <a:ext uri="{FF2B5EF4-FFF2-40B4-BE49-F238E27FC236}">
                      <a16:creationId xmlns:a16="http://schemas.microsoft.com/office/drawing/2014/main" id="{F8FA16EA-03F5-8550-2851-ACA49E56A183}"/>
                    </a:ext>
                  </a:extLst>
                </p:cNvPr>
                <p:cNvPicPr/>
                <p:nvPr/>
              </p:nvPicPr>
              <p:blipFill>
                <a:blip r:embed="rId713"/>
                <a:stretch>
                  <a:fillRect/>
                </a:stretch>
              </p:blipFill>
              <p:spPr>
                <a:xfrm>
                  <a:off x="4211822" y="6263563"/>
                  <a:ext cx="14868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4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BE00C104-2A3F-B314-47C7-419A5FC3C311}"/>
                    </a:ext>
                  </a:extLst>
                </p14:cNvPr>
                <p14:cNvContentPartPr/>
                <p14:nvPr/>
              </p14:nvContentPartPr>
              <p14:xfrm>
                <a:off x="4475702" y="6388123"/>
                <a:ext cx="88200" cy="7920"/>
              </p14:xfrm>
            </p:contentPart>
          </mc:Choice>
          <mc:Fallback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BE00C104-2A3F-B314-47C7-419A5FC3C311}"/>
                    </a:ext>
                  </a:extLst>
                </p:cNvPr>
                <p:cNvPicPr/>
                <p:nvPr/>
              </p:nvPicPr>
              <p:blipFill>
                <a:blip r:embed="rId715"/>
                <a:stretch>
                  <a:fillRect/>
                </a:stretch>
              </p:blipFill>
              <p:spPr>
                <a:xfrm>
                  <a:off x="4466702" y="6379483"/>
                  <a:ext cx="1058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6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72872AE7-D58A-CD30-3427-91014151CB57}"/>
                    </a:ext>
                  </a:extLst>
                </p14:cNvPr>
                <p14:cNvContentPartPr/>
                <p14:nvPr/>
              </p14:nvContentPartPr>
              <p14:xfrm>
                <a:off x="4627982" y="6333403"/>
                <a:ext cx="145800" cy="102240"/>
              </p14:xfrm>
            </p:contentPart>
          </mc:Choice>
          <mc:Fallback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72872AE7-D58A-CD30-3427-91014151CB57}"/>
                    </a:ext>
                  </a:extLst>
                </p:cNvPr>
                <p:cNvPicPr/>
                <p:nvPr/>
              </p:nvPicPr>
              <p:blipFill>
                <a:blip r:embed="rId717"/>
                <a:stretch>
                  <a:fillRect/>
                </a:stretch>
              </p:blipFill>
              <p:spPr>
                <a:xfrm>
                  <a:off x="4619342" y="6324763"/>
                  <a:ext cx="16344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8">
              <p14:nvContentPartPr>
                <p14:cNvPr id="457" name="Ink 456">
                  <a:extLst>
                    <a:ext uri="{FF2B5EF4-FFF2-40B4-BE49-F238E27FC236}">
                      <a16:creationId xmlns:a16="http://schemas.microsoft.com/office/drawing/2014/main" id="{7B24F71E-CCEB-6215-954E-91CFCE611514}"/>
                    </a:ext>
                  </a:extLst>
                </p14:cNvPr>
                <p14:cNvContentPartPr/>
                <p14:nvPr/>
              </p14:nvContentPartPr>
              <p14:xfrm>
                <a:off x="4697462" y="6341683"/>
                <a:ext cx="56880" cy="92160"/>
              </p14:xfrm>
            </p:contentPart>
          </mc:Choice>
          <mc:Fallback>
            <p:pic>
              <p:nvPicPr>
                <p:cNvPr id="457" name="Ink 456">
                  <a:extLst>
                    <a:ext uri="{FF2B5EF4-FFF2-40B4-BE49-F238E27FC236}">
                      <a16:creationId xmlns:a16="http://schemas.microsoft.com/office/drawing/2014/main" id="{7B24F71E-CCEB-6215-954E-91CFCE611514}"/>
                    </a:ext>
                  </a:extLst>
                </p:cNvPr>
                <p:cNvPicPr/>
                <p:nvPr/>
              </p:nvPicPr>
              <p:blipFill>
                <a:blip r:embed="rId719"/>
                <a:stretch>
                  <a:fillRect/>
                </a:stretch>
              </p:blipFill>
              <p:spPr>
                <a:xfrm>
                  <a:off x="4688822" y="6333043"/>
                  <a:ext cx="7452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0">
              <p14:nvContentPartPr>
                <p14:cNvPr id="458" name="Ink 457">
                  <a:extLst>
                    <a:ext uri="{FF2B5EF4-FFF2-40B4-BE49-F238E27FC236}">
                      <a16:creationId xmlns:a16="http://schemas.microsoft.com/office/drawing/2014/main" id="{8A108CE0-2B6C-0F91-69AF-C6854B2E63DA}"/>
                    </a:ext>
                  </a:extLst>
                </p14:cNvPr>
                <p14:cNvContentPartPr/>
                <p14:nvPr/>
              </p14:nvContentPartPr>
              <p14:xfrm>
                <a:off x="4815542" y="6207403"/>
                <a:ext cx="122400" cy="248040"/>
              </p14:xfrm>
            </p:contentPart>
          </mc:Choice>
          <mc:Fallback>
            <p:pic>
              <p:nvPicPr>
                <p:cNvPr id="458" name="Ink 457">
                  <a:extLst>
                    <a:ext uri="{FF2B5EF4-FFF2-40B4-BE49-F238E27FC236}">
                      <a16:creationId xmlns:a16="http://schemas.microsoft.com/office/drawing/2014/main" id="{8A108CE0-2B6C-0F91-69AF-C6854B2E63DA}"/>
                    </a:ext>
                  </a:extLst>
                </p:cNvPr>
                <p:cNvPicPr/>
                <p:nvPr/>
              </p:nvPicPr>
              <p:blipFill>
                <a:blip r:embed="rId721"/>
                <a:stretch>
                  <a:fillRect/>
                </a:stretch>
              </p:blipFill>
              <p:spPr>
                <a:xfrm>
                  <a:off x="4806902" y="6198763"/>
                  <a:ext cx="14004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2">
              <p14:nvContentPartPr>
                <p14:cNvPr id="459" name="Ink 458">
                  <a:extLst>
                    <a:ext uri="{FF2B5EF4-FFF2-40B4-BE49-F238E27FC236}">
                      <a16:creationId xmlns:a16="http://schemas.microsoft.com/office/drawing/2014/main" id="{02DE0644-DF54-B131-BD0B-37FB91AD22E4}"/>
                    </a:ext>
                  </a:extLst>
                </p14:cNvPr>
                <p14:cNvContentPartPr/>
                <p14:nvPr/>
              </p14:nvContentPartPr>
              <p14:xfrm>
                <a:off x="4937222" y="6268603"/>
                <a:ext cx="150480" cy="151920"/>
              </p14:xfrm>
            </p:contentPart>
          </mc:Choice>
          <mc:Fallback>
            <p:pic>
              <p:nvPicPr>
                <p:cNvPr id="459" name="Ink 458">
                  <a:extLst>
                    <a:ext uri="{FF2B5EF4-FFF2-40B4-BE49-F238E27FC236}">
                      <a16:creationId xmlns:a16="http://schemas.microsoft.com/office/drawing/2014/main" id="{02DE0644-DF54-B131-BD0B-37FB91AD22E4}"/>
                    </a:ext>
                  </a:extLst>
                </p:cNvPr>
                <p:cNvPicPr/>
                <p:nvPr/>
              </p:nvPicPr>
              <p:blipFill>
                <a:blip r:embed="rId723"/>
                <a:stretch>
                  <a:fillRect/>
                </a:stretch>
              </p:blipFill>
              <p:spPr>
                <a:xfrm>
                  <a:off x="4928582" y="6259963"/>
                  <a:ext cx="16812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4">
              <p14:nvContentPartPr>
                <p14:cNvPr id="460" name="Ink 459">
                  <a:extLst>
                    <a:ext uri="{FF2B5EF4-FFF2-40B4-BE49-F238E27FC236}">
                      <a16:creationId xmlns:a16="http://schemas.microsoft.com/office/drawing/2014/main" id="{25D21196-A559-0581-F329-528C80E97221}"/>
                    </a:ext>
                  </a:extLst>
                </p14:cNvPr>
                <p14:cNvContentPartPr/>
                <p14:nvPr/>
              </p14:nvContentPartPr>
              <p14:xfrm>
                <a:off x="5120462" y="6230443"/>
                <a:ext cx="84240" cy="246960"/>
              </p14:xfrm>
            </p:contentPart>
          </mc:Choice>
          <mc:Fallback>
            <p:pic>
              <p:nvPicPr>
                <p:cNvPr id="460" name="Ink 459">
                  <a:extLst>
                    <a:ext uri="{FF2B5EF4-FFF2-40B4-BE49-F238E27FC236}">
                      <a16:creationId xmlns:a16="http://schemas.microsoft.com/office/drawing/2014/main" id="{25D21196-A559-0581-F329-528C80E97221}"/>
                    </a:ext>
                  </a:extLst>
                </p:cNvPr>
                <p:cNvPicPr/>
                <p:nvPr/>
              </p:nvPicPr>
              <p:blipFill>
                <a:blip r:embed="rId725"/>
                <a:stretch>
                  <a:fillRect/>
                </a:stretch>
              </p:blipFill>
              <p:spPr>
                <a:xfrm>
                  <a:off x="5111462" y="6221803"/>
                  <a:ext cx="101880" cy="26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5" name="Group 474">
            <a:extLst>
              <a:ext uri="{FF2B5EF4-FFF2-40B4-BE49-F238E27FC236}">
                <a16:creationId xmlns:a16="http://schemas.microsoft.com/office/drawing/2014/main" id="{C9D43C0D-6694-3AED-7D82-D8126CFE6EDA}"/>
              </a:ext>
            </a:extLst>
          </p:cNvPr>
          <p:cNvGrpSpPr/>
          <p:nvPr/>
        </p:nvGrpSpPr>
        <p:grpSpPr>
          <a:xfrm>
            <a:off x="1565462" y="4826443"/>
            <a:ext cx="3196800" cy="1013400"/>
            <a:chOff x="1565462" y="4826443"/>
            <a:chExt cx="3196800" cy="101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6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E7FBC69C-EE12-2E24-4673-90BFF72EE600}"/>
                    </a:ext>
                  </a:extLst>
                </p14:cNvPr>
                <p14:cNvContentPartPr/>
                <p14:nvPr/>
              </p14:nvContentPartPr>
              <p14:xfrm>
                <a:off x="1617662" y="4854163"/>
                <a:ext cx="2235600" cy="5832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E7FBC69C-EE12-2E24-4673-90BFF72EE600}"/>
                    </a:ext>
                  </a:extLst>
                </p:cNvPr>
                <p:cNvPicPr/>
                <p:nvPr/>
              </p:nvPicPr>
              <p:blipFill>
                <a:blip r:embed="rId727"/>
                <a:stretch>
                  <a:fillRect/>
                </a:stretch>
              </p:blipFill>
              <p:spPr>
                <a:xfrm>
                  <a:off x="1609022" y="4845523"/>
                  <a:ext cx="225324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8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FDEF9AEF-B4F3-9E83-DB05-E2D1EDB3B1B2}"/>
                    </a:ext>
                  </a:extLst>
                </p14:cNvPr>
                <p14:cNvContentPartPr/>
                <p14:nvPr/>
              </p14:nvContentPartPr>
              <p14:xfrm>
                <a:off x="1565462" y="4883683"/>
                <a:ext cx="2248920" cy="87048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FDEF9AEF-B4F3-9E83-DB05-E2D1EDB3B1B2}"/>
                    </a:ext>
                  </a:extLst>
                </p:cNvPr>
                <p:cNvPicPr/>
                <p:nvPr/>
              </p:nvPicPr>
              <p:blipFill>
                <a:blip r:embed="rId729"/>
                <a:stretch>
                  <a:fillRect/>
                </a:stretch>
              </p:blipFill>
              <p:spPr>
                <a:xfrm>
                  <a:off x="1556822" y="4875043"/>
                  <a:ext cx="2266560" cy="88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0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1AFE3E70-AA84-0A8B-9226-6B671682590E}"/>
                    </a:ext>
                  </a:extLst>
                </p14:cNvPr>
                <p14:cNvContentPartPr/>
                <p14:nvPr/>
              </p14:nvContentPartPr>
              <p14:xfrm>
                <a:off x="3831662" y="4826443"/>
                <a:ext cx="173160" cy="9972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1AFE3E70-AA84-0A8B-9226-6B671682590E}"/>
                    </a:ext>
                  </a:extLst>
                </p:cNvPr>
                <p:cNvPicPr/>
                <p:nvPr/>
              </p:nvPicPr>
              <p:blipFill>
                <a:blip r:embed="rId731"/>
                <a:stretch>
                  <a:fillRect/>
                </a:stretch>
              </p:blipFill>
              <p:spPr>
                <a:xfrm>
                  <a:off x="3822662" y="4817803"/>
                  <a:ext cx="19080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2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03885B39-B947-1AC4-2565-5188446736FD}"/>
                    </a:ext>
                  </a:extLst>
                </p14:cNvPr>
                <p14:cNvContentPartPr/>
                <p14:nvPr/>
              </p14:nvContentPartPr>
              <p14:xfrm>
                <a:off x="3854702" y="5751283"/>
                <a:ext cx="110520" cy="8424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03885B39-B947-1AC4-2565-5188446736FD}"/>
                    </a:ext>
                  </a:extLst>
                </p:cNvPr>
                <p:cNvPicPr/>
                <p:nvPr/>
              </p:nvPicPr>
              <p:blipFill>
                <a:blip r:embed="rId733"/>
                <a:stretch>
                  <a:fillRect/>
                </a:stretch>
              </p:blipFill>
              <p:spPr>
                <a:xfrm>
                  <a:off x="3846062" y="5742643"/>
                  <a:ext cx="12816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4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D060DD5C-4FEB-4F84-C926-CD7258FF5A5B}"/>
                    </a:ext>
                  </a:extLst>
                </p14:cNvPr>
                <p14:cNvContentPartPr/>
                <p14:nvPr/>
              </p14:nvContentPartPr>
              <p14:xfrm>
                <a:off x="1569422" y="4999603"/>
                <a:ext cx="2343600" cy="79308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D060DD5C-4FEB-4F84-C926-CD7258FF5A5B}"/>
                    </a:ext>
                  </a:extLst>
                </p:cNvPr>
                <p:cNvPicPr/>
                <p:nvPr/>
              </p:nvPicPr>
              <p:blipFill>
                <a:blip r:embed="rId735"/>
                <a:stretch>
                  <a:fillRect/>
                </a:stretch>
              </p:blipFill>
              <p:spPr>
                <a:xfrm>
                  <a:off x="1560782" y="4990963"/>
                  <a:ext cx="2361240" cy="81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6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A0C20F36-5F85-223F-C848-E8B514028FE3}"/>
                    </a:ext>
                  </a:extLst>
                </p14:cNvPr>
                <p14:cNvContentPartPr/>
                <p14:nvPr/>
              </p14:nvContentPartPr>
              <p14:xfrm>
                <a:off x="1597142" y="5780803"/>
                <a:ext cx="2263320" cy="3384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A0C20F36-5F85-223F-C848-E8B514028FE3}"/>
                    </a:ext>
                  </a:extLst>
                </p:cNvPr>
                <p:cNvPicPr/>
                <p:nvPr/>
              </p:nvPicPr>
              <p:blipFill>
                <a:blip r:embed="rId737"/>
                <a:stretch>
                  <a:fillRect/>
                </a:stretch>
              </p:blipFill>
              <p:spPr>
                <a:xfrm>
                  <a:off x="1588502" y="5771803"/>
                  <a:ext cx="228096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8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09B46AF7-0AFA-DDAC-9CBA-0FF65E155063}"/>
                    </a:ext>
                  </a:extLst>
                </p14:cNvPr>
                <p14:cNvContentPartPr/>
                <p14:nvPr/>
              </p14:nvContentPartPr>
              <p14:xfrm>
                <a:off x="3057662" y="5682163"/>
                <a:ext cx="282600" cy="15768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09B46AF7-0AFA-DDAC-9CBA-0FF65E155063}"/>
                    </a:ext>
                  </a:extLst>
                </p:cNvPr>
                <p:cNvPicPr/>
                <p:nvPr/>
              </p:nvPicPr>
              <p:blipFill>
                <a:blip r:embed="rId739"/>
                <a:stretch>
                  <a:fillRect/>
                </a:stretch>
              </p:blipFill>
              <p:spPr>
                <a:xfrm>
                  <a:off x="3048662" y="5673163"/>
                  <a:ext cx="30024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0">
              <p14:nvContentPartPr>
                <p14:cNvPr id="462" name="Ink 461">
                  <a:extLst>
                    <a:ext uri="{FF2B5EF4-FFF2-40B4-BE49-F238E27FC236}">
                      <a16:creationId xmlns:a16="http://schemas.microsoft.com/office/drawing/2014/main" id="{CFB2889D-139E-C16C-541C-4D46EE0D3F5B}"/>
                    </a:ext>
                  </a:extLst>
                </p14:cNvPr>
                <p14:cNvContentPartPr/>
                <p14:nvPr/>
              </p14:nvContentPartPr>
              <p14:xfrm>
                <a:off x="3679382" y="5096803"/>
                <a:ext cx="92880" cy="98640"/>
              </p14:xfrm>
            </p:contentPart>
          </mc:Choice>
          <mc:Fallback>
            <p:pic>
              <p:nvPicPr>
                <p:cNvPr id="462" name="Ink 461">
                  <a:extLst>
                    <a:ext uri="{FF2B5EF4-FFF2-40B4-BE49-F238E27FC236}">
                      <a16:creationId xmlns:a16="http://schemas.microsoft.com/office/drawing/2014/main" id="{CFB2889D-139E-C16C-541C-4D46EE0D3F5B}"/>
                    </a:ext>
                  </a:extLst>
                </p:cNvPr>
                <p:cNvPicPr/>
                <p:nvPr/>
              </p:nvPicPr>
              <p:blipFill>
                <a:blip r:embed="rId741"/>
                <a:stretch>
                  <a:fillRect/>
                </a:stretch>
              </p:blipFill>
              <p:spPr>
                <a:xfrm>
                  <a:off x="3670742" y="5088163"/>
                  <a:ext cx="11052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2">
              <p14:nvContentPartPr>
                <p14:cNvPr id="463" name="Ink 462">
                  <a:extLst>
                    <a:ext uri="{FF2B5EF4-FFF2-40B4-BE49-F238E27FC236}">
                      <a16:creationId xmlns:a16="http://schemas.microsoft.com/office/drawing/2014/main" id="{105E5690-F388-049A-7F20-332F4CA2C563}"/>
                    </a:ext>
                  </a:extLst>
                </p14:cNvPr>
                <p14:cNvContentPartPr/>
                <p14:nvPr/>
              </p14:nvContentPartPr>
              <p14:xfrm>
                <a:off x="3692702" y="5109763"/>
                <a:ext cx="53640" cy="93960"/>
              </p14:xfrm>
            </p:contentPart>
          </mc:Choice>
          <mc:Fallback>
            <p:pic>
              <p:nvPicPr>
                <p:cNvPr id="463" name="Ink 462">
                  <a:extLst>
                    <a:ext uri="{FF2B5EF4-FFF2-40B4-BE49-F238E27FC236}">
                      <a16:creationId xmlns:a16="http://schemas.microsoft.com/office/drawing/2014/main" id="{105E5690-F388-049A-7F20-332F4CA2C563}"/>
                    </a:ext>
                  </a:extLst>
                </p:cNvPr>
                <p:cNvPicPr/>
                <p:nvPr/>
              </p:nvPicPr>
              <p:blipFill>
                <a:blip r:embed="rId743"/>
                <a:stretch>
                  <a:fillRect/>
                </a:stretch>
              </p:blipFill>
              <p:spPr>
                <a:xfrm>
                  <a:off x="3684062" y="5100763"/>
                  <a:ext cx="7128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4">
              <p14:nvContentPartPr>
                <p14:cNvPr id="464" name="Ink 463">
                  <a:extLst>
                    <a:ext uri="{FF2B5EF4-FFF2-40B4-BE49-F238E27FC236}">
                      <a16:creationId xmlns:a16="http://schemas.microsoft.com/office/drawing/2014/main" id="{4F4D6442-5469-BFE9-625A-AEC1B032A4BC}"/>
                    </a:ext>
                  </a:extLst>
                </p14:cNvPr>
                <p14:cNvContentPartPr/>
                <p14:nvPr/>
              </p14:nvContentPartPr>
              <p14:xfrm>
                <a:off x="3812222" y="5028763"/>
                <a:ext cx="87120" cy="193320"/>
              </p14:xfrm>
            </p:contentPart>
          </mc:Choice>
          <mc:Fallback>
            <p:pic>
              <p:nvPicPr>
                <p:cNvPr id="464" name="Ink 463">
                  <a:extLst>
                    <a:ext uri="{FF2B5EF4-FFF2-40B4-BE49-F238E27FC236}">
                      <a16:creationId xmlns:a16="http://schemas.microsoft.com/office/drawing/2014/main" id="{4F4D6442-5469-BFE9-625A-AEC1B032A4BC}"/>
                    </a:ext>
                  </a:extLst>
                </p:cNvPr>
                <p:cNvPicPr/>
                <p:nvPr/>
              </p:nvPicPr>
              <p:blipFill>
                <a:blip r:embed="rId745"/>
                <a:stretch>
                  <a:fillRect/>
                </a:stretch>
              </p:blipFill>
              <p:spPr>
                <a:xfrm>
                  <a:off x="3803582" y="5020123"/>
                  <a:ext cx="10476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6">
              <p14:nvContentPartPr>
                <p14:cNvPr id="465" name="Ink 464">
                  <a:extLst>
                    <a:ext uri="{FF2B5EF4-FFF2-40B4-BE49-F238E27FC236}">
                      <a16:creationId xmlns:a16="http://schemas.microsoft.com/office/drawing/2014/main" id="{A30C0E4C-F076-CED7-0A18-735597159A9C}"/>
                    </a:ext>
                  </a:extLst>
                </p14:cNvPr>
                <p14:cNvContentPartPr/>
                <p14:nvPr/>
              </p14:nvContentPartPr>
              <p14:xfrm>
                <a:off x="3919862" y="5088523"/>
                <a:ext cx="32760" cy="110520"/>
              </p14:xfrm>
            </p:contentPart>
          </mc:Choice>
          <mc:Fallback>
            <p:pic>
              <p:nvPicPr>
                <p:cNvPr id="465" name="Ink 464">
                  <a:extLst>
                    <a:ext uri="{FF2B5EF4-FFF2-40B4-BE49-F238E27FC236}">
                      <a16:creationId xmlns:a16="http://schemas.microsoft.com/office/drawing/2014/main" id="{A30C0E4C-F076-CED7-0A18-735597159A9C}"/>
                    </a:ext>
                  </a:extLst>
                </p:cNvPr>
                <p:cNvPicPr/>
                <p:nvPr/>
              </p:nvPicPr>
              <p:blipFill>
                <a:blip r:embed="rId747"/>
                <a:stretch>
                  <a:fillRect/>
                </a:stretch>
              </p:blipFill>
              <p:spPr>
                <a:xfrm>
                  <a:off x="3911222" y="5079523"/>
                  <a:ext cx="5040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8">
              <p14:nvContentPartPr>
                <p14:cNvPr id="466" name="Ink 465">
                  <a:extLst>
                    <a:ext uri="{FF2B5EF4-FFF2-40B4-BE49-F238E27FC236}">
                      <a16:creationId xmlns:a16="http://schemas.microsoft.com/office/drawing/2014/main" id="{572669EE-F14E-E9EF-2C7D-0511B454AC50}"/>
                    </a:ext>
                  </a:extLst>
                </p14:cNvPr>
                <p14:cNvContentPartPr/>
                <p14:nvPr/>
              </p14:nvContentPartPr>
              <p14:xfrm>
                <a:off x="3974582" y="5025523"/>
                <a:ext cx="90720" cy="193680"/>
              </p14:xfrm>
            </p:contentPart>
          </mc:Choice>
          <mc:Fallback>
            <p:pic>
              <p:nvPicPr>
                <p:cNvPr id="466" name="Ink 465">
                  <a:extLst>
                    <a:ext uri="{FF2B5EF4-FFF2-40B4-BE49-F238E27FC236}">
                      <a16:creationId xmlns:a16="http://schemas.microsoft.com/office/drawing/2014/main" id="{572669EE-F14E-E9EF-2C7D-0511B454AC50}"/>
                    </a:ext>
                  </a:extLst>
                </p:cNvPr>
                <p:cNvPicPr/>
                <p:nvPr/>
              </p:nvPicPr>
              <p:blipFill>
                <a:blip r:embed="rId749"/>
                <a:stretch>
                  <a:fillRect/>
                </a:stretch>
              </p:blipFill>
              <p:spPr>
                <a:xfrm>
                  <a:off x="3965942" y="5016523"/>
                  <a:ext cx="10836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0">
              <p14:nvContentPartPr>
                <p14:cNvPr id="467" name="Ink 466">
                  <a:extLst>
                    <a:ext uri="{FF2B5EF4-FFF2-40B4-BE49-F238E27FC236}">
                      <a16:creationId xmlns:a16="http://schemas.microsoft.com/office/drawing/2014/main" id="{29F4A2E4-1FA9-CEA0-8111-4C623FB8B642}"/>
                    </a:ext>
                  </a:extLst>
                </p14:cNvPr>
                <p14:cNvContentPartPr/>
                <p14:nvPr/>
              </p14:nvContentPartPr>
              <p14:xfrm>
                <a:off x="4163942" y="5079883"/>
                <a:ext cx="27360" cy="77400"/>
              </p14:xfrm>
            </p:contentPart>
          </mc:Choice>
          <mc:Fallback>
            <p:pic>
              <p:nvPicPr>
                <p:cNvPr id="467" name="Ink 466">
                  <a:extLst>
                    <a:ext uri="{FF2B5EF4-FFF2-40B4-BE49-F238E27FC236}">
                      <a16:creationId xmlns:a16="http://schemas.microsoft.com/office/drawing/2014/main" id="{29F4A2E4-1FA9-CEA0-8111-4C623FB8B642}"/>
                    </a:ext>
                  </a:extLst>
                </p:cNvPr>
                <p:cNvPicPr/>
                <p:nvPr/>
              </p:nvPicPr>
              <p:blipFill>
                <a:blip r:embed="rId751"/>
                <a:stretch>
                  <a:fillRect/>
                </a:stretch>
              </p:blipFill>
              <p:spPr>
                <a:xfrm>
                  <a:off x="4154942" y="5071243"/>
                  <a:ext cx="4500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2">
              <p14:nvContentPartPr>
                <p14:cNvPr id="468" name="Ink 467">
                  <a:extLst>
                    <a:ext uri="{FF2B5EF4-FFF2-40B4-BE49-F238E27FC236}">
                      <a16:creationId xmlns:a16="http://schemas.microsoft.com/office/drawing/2014/main" id="{58C4E486-30EB-8727-C4F0-2B02BD383DC0}"/>
                    </a:ext>
                  </a:extLst>
                </p14:cNvPr>
                <p14:cNvContentPartPr/>
                <p14:nvPr/>
              </p14:nvContentPartPr>
              <p14:xfrm>
                <a:off x="4131542" y="5114803"/>
                <a:ext cx="108360" cy="11160"/>
              </p14:xfrm>
            </p:contentPart>
          </mc:Choice>
          <mc:Fallback>
            <p:pic>
              <p:nvPicPr>
                <p:cNvPr id="468" name="Ink 467">
                  <a:extLst>
                    <a:ext uri="{FF2B5EF4-FFF2-40B4-BE49-F238E27FC236}">
                      <a16:creationId xmlns:a16="http://schemas.microsoft.com/office/drawing/2014/main" id="{58C4E486-30EB-8727-C4F0-2B02BD383DC0}"/>
                    </a:ext>
                  </a:extLst>
                </p:cNvPr>
                <p:cNvPicPr/>
                <p:nvPr/>
              </p:nvPicPr>
              <p:blipFill>
                <a:blip r:embed="rId753"/>
                <a:stretch>
                  <a:fillRect/>
                </a:stretch>
              </p:blipFill>
              <p:spPr>
                <a:xfrm>
                  <a:off x="4122542" y="5105803"/>
                  <a:ext cx="1260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4">
              <p14:nvContentPartPr>
                <p14:cNvPr id="470" name="Ink 469">
                  <a:extLst>
                    <a:ext uri="{FF2B5EF4-FFF2-40B4-BE49-F238E27FC236}">
                      <a16:creationId xmlns:a16="http://schemas.microsoft.com/office/drawing/2014/main" id="{F544DA91-5BCF-893E-D913-BF7CBD331D78}"/>
                    </a:ext>
                  </a:extLst>
                </p14:cNvPr>
                <p14:cNvContentPartPr/>
                <p14:nvPr/>
              </p14:nvContentPartPr>
              <p14:xfrm>
                <a:off x="4309022" y="5079883"/>
                <a:ext cx="113400" cy="91080"/>
              </p14:xfrm>
            </p:contentPart>
          </mc:Choice>
          <mc:Fallback>
            <p:pic>
              <p:nvPicPr>
                <p:cNvPr id="470" name="Ink 469">
                  <a:extLst>
                    <a:ext uri="{FF2B5EF4-FFF2-40B4-BE49-F238E27FC236}">
                      <a16:creationId xmlns:a16="http://schemas.microsoft.com/office/drawing/2014/main" id="{F544DA91-5BCF-893E-D913-BF7CBD331D78}"/>
                    </a:ext>
                  </a:extLst>
                </p:cNvPr>
                <p:cNvPicPr/>
                <p:nvPr/>
              </p:nvPicPr>
              <p:blipFill>
                <a:blip r:embed="rId755"/>
                <a:stretch>
                  <a:fillRect/>
                </a:stretch>
              </p:blipFill>
              <p:spPr>
                <a:xfrm>
                  <a:off x="4300022" y="5071243"/>
                  <a:ext cx="13104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6">
              <p14:nvContentPartPr>
                <p14:cNvPr id="471" name="Ink 470">
                  <a:extLst>
                    <a:ext uri="{FF2B5EF4-FFF2-40B4-BE49-F238E27FC236}">
                      <a16:creationId xmlns:a16="http://schemas.microsoft.com/office/drawing/2014/main" id="{F0ABC501-A4D3-23D2-8B96-E3AAAEA6FE30}"/>
                    </a:ext>
                  </a:extLst>
                </p14:cNvPr>
                <p14:cNvContentPartPr/>
                <p14:nvPr/>
              </p14:nvContentPartPr>
              <p14:xfrm>
                <a:off x="4342862" y="5079163"/>
                <a:ext cx="60840" cy="91800"/>
              </p14:xfrm>
            </p:contentPart>
          </mc:Choice>
          <mc:Fallback>
            <p:pic>
              <p:nvPicPr>
                <p:cNvPr id="471" name="Ink 470">
                  <a:extLst>
                    <a:ext uri="{FF2B5EF4-FFF2-40B4-BE49-F238E27FC236}">
                      <a16:creationId xmlns:a16="http://schemas.microsoft.com/office/drawing/2014/main" id="{F0ABC501-A4D3-23D2-8B96-E3AAAEA6FE30}"/>
                    </a:ext>
                  </a:extLst>
                </p:cNvPr>
                <p:cNvPicPr/>
                <p:nvPr/>
              </p:nvPicPr>
              <p:blipFill>
                <a:blip r:embed="rId757"/>
                <a:stretch>
                  <a:fillRect/>
                </a:stretch>
              </p:blipFill>
              <p:spPr>
                <a:xfrm>
                  <a:off x="4333862" y="5070523"/>
                  <a:ext cx="7848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8">
              <p14:nvContentPartPr>
                <p14:cNvPr id="472" name="Ink 471">
                  <a:extLst>
                    <a:ext uri="{FF2B5EF4-FFF2-40B4-BE49-F238E27FC236}">
                      <a16:creationId xmlns:a16="http://schemas.microsoft.com/office/drawing/2014/main" id="{90A1DA20-C8BA-71A4-E345-07C6F823EFC8}"/>
                    </a:ext>
                  </a:extLst>
                </p14:cNvPr>
                <p14:cNvContentPartPr/>
                <p14:nvPr/>
              </p14:nvContentPartPr>
              <p14:xfrm>
                <a:off x="4442582" y="4977643"/>
                <a:ext cx="91440" cy="202320"/>
              </p14:xfrm>
            </p:contentPart>
          </mc:Choice>
          <mc:Fallback>
            <p:pic>
              <p:nvPicPr>
                <p:cNvPr id="472" name="Ink 471">
                  <a:extLst>
                    <a:ext uri="{FF2B5EF4-FFF2-40B4-BE49-F238E27FC236}">
                      <a16:creationId xmlns:a16="http://schemas.microsoft.com/office/drawing/2014/main" id="{90A1DA20-C8BA-71A4-E345-07C6F823EFC8}"/>
                    </a:ext>
                  </a:extLst>
                </p:cNvPr>
                <p:cNvPicPr/>
                <p:nvPr/>
              </p:nvPicPr>
              <p:blipFill>
                <a:blip r:embed="rId759"/>
                <a:stretch>
                  <a:fillRect/>
                </a:stretch>
              </p:blipFill>
              <p:spPr>
                <a:xfrm>
                  <a:off x="4433942" y="4969003"/>
                  <a:ext cx="10908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0">
              <p14:nvContentPartPr>
                <p14:cNvPr id="473" name="Ink 472">
                  <a:extLst>
                    <a:ext uri="{FF2B5EF4-FFF2-40B4-BE49-F238E27FC236}">
                      <a16:creationId xmlns:a16="http://schemas.microsoft.com/office/drawing/2014/main" id="{2242CAD7-C804-743F-1235-4EE118EE1DE5}"/>
                    </a:ext>
                  </a:extLst>
                </p14:cNvPr>
                <p14:cNvContentPartPr/>
                <p14:nvPr/>
              </p14:nvContentPartPr>
              <p14:xfrm>
                <a:off x="4542302" y="5021563"/>
                <a:ext cx="115560" cy="146880"/>
              </p14:xfrm>
            </p:contentPart>
          </mc:Choice>
          <mc:Fallback>
            <p:pic>
              <p:nvPicPr>
                <p:cNvPr id="473" name="Ink 472">
                  <a:extLst>
                    <a:ext uri="{FF2B5EF4-FFF2-40B4-BE49-F238E27FC236}">
                      <a16:creationId xmlns:a16="http://schemas.microsoft.com/office/drawing/2014/main" id="{2242CAD7-C804-743F-1235-4EE118EE1DE5}"/>
                    </a:ext>
                  </a:extLst>
                </p:cNvPr>
                <p:cNvPicPr/>
                <p:nvPr/>
              </p:nvPicPr>
              <p:blipFill>
                <a:blip r:embed="rId761"/>
                <a:stretch>
                  <a:fillRect/>
                </a:stretch>
              </p:blipFill>
              <p:spPr>
                <a:xfrm>
                  <a:off x="4533302" y="5012923"/>
                  <a:ext cx="13320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2">
              <p14:nvContentPartPr>
                <p14:cNvPr id="474" name="Ink 473">
                  <a:extLst>
                    <a:ext uri="{FF2B5EF4-FFF2-40B4-BE49-F238E27FC236}">
                      <a16:creationId xmlns:a16="http://schemas.microsoft.com/office/drawing/2014/main" id="{74A2C64B-DDEA-E70D-9487-7ED711AA2743}"/>
                    </a:ext>
                  </a:extLst>
                </p14:cNvPr>
                <p14:cNvContentPartPr/>
                <p14:nvPr/>
              </p14:nvContentPartPr>
              <p14:xfrm>
                <a:off x="4677302" y="4977283"/>
                <a:ext cx="84960" cy="208440"/>
              </p14:xfrm>
            </p:contentPart>
          </mc:Choice>
          <mc:Fallback>
            <p:pic>
              <p:nvPicPr>
                <p:cNvPr id="474" name="Ink 473">
                  <a:extLst>
                    <a:ext uri="{FF2B5EF4-FFF2-40B4-BE49-F238E27FC236}">
                      <a16:creationId xmlns:a16="http://schemas.microsoft.com/office/drawing/2014/main" id="{74A2C64B-DDEA-E70D-9487-7ED711AA2743}"/>
                    </a:ext>
                  </a:extLst>
                </p:cNvPr>
                <p:cNvPicPr/>
                <p:nvPr/>
              </p:nvPicPr>
              <p:blipFill>
                <a:blip r:embed="rId763"/>
                <a:stretch>
                  <a:fillRect/>
                </a:stretch>
              </p:blipFill>
              <p:spPr>
                <a:xfrm>
                  <a:off x="4668662" y="4968643"/>
                  <a:ext cx="102600" cy="226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745778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09D9EB5-CE1A-4810-BA26-33448D1D2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3237238" cy="688554"/>
          </a:xfrm>
        </p:spPr>
        <p:txBody>
          <a:bodyPr>
            <a:normAutofit fontScale="90000"/>
          </a:bodyPr>
          <a:lstStyle/>
          <a:p>
            <a:r>
              <a:rPr lang="en-US" dirty="0"/>
              <a:t>N=8 DFT/FFT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08" name="Ink 507">
                <a:extLst>
                  <a:ext uri="{FF2B5EF4-FFF2-40B4-BE49-F238E27FC236}">
                    <a16:creationId xmlns:a16="http://schemas.microsoft.com/office/drawing/2014/main" id="{B427E197-4AA5-41F1-ABD3-5DC3C1F5B6D4}"/>
                  </a:ext>
                </a:extLst>
              </p14:cNvPr>
              <p14:cNvContentPartPr/>
              <p14:nvPr/>
            </p14:nvContentPartPr>
            <p14:xfrm>
              <a:off x="838200" y="1666994"/>
              <a:ext cx="616320" cy="359280"/>
            </p14:xfrm>
          </p:contentPart>
        </mc:Choice>
        <mc:Fallback xmlns="">
          <p:pic>
            <p:nvPicPr>
              <p:cNvPr id="508" name="Ink 507">
                <a:extLst>
                  <a:ext uri="{FF2B5EF4-FFF2-40B4-BE49-F238E27FC236}">
                    <a16:creationId xmlns:a16="http://schemas.microsoft.com/office/drawing/2014/main" id="{B427E197-4AA5-41F1-ABD3-5DC3C1F5B6D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29555" y="1658354"/>
                <a:ext cx="633970" cy="37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12" name="Ink 511">
                <a:extLst>
                  <a:ext uri="{FF2B5EF4-FFF2-40B4-BE49-F238E27FC236}">
                    <a16:creationId xmlns:a16="http://schemas.microsoft.com/office/drawing/2014/main" id="{F18C7917-8774-49AF-9408-D662C568008E}"/>
                  </a:ext>
                </a:extLst>
              </p14:cNvPr>
              <p14:cNvContentPartPr/>
              <p14:nvPr/>
            </p14:nvContentPartPr>
            <p14:xfrm>
              <a:off x="1568280" y="1754580"/>
              <a:ext cx="307800" cy="217440"/>
            </p14:xfrm>
          </p:contentPart>
        </mc:Choice>
        <mc:Fallback xmlns="">
          <p:pic>
            <p:nvPicPr>
              <p:cNvPr id="512" name="Ink 511">
                <a:extLst>
                  <a:ext uri="{FF2B5EF4-FFF2-40B4-BE49-F238E27FC236}">
                    <a16:creationId xmlns:a16="http://schemas.microsoft.com/office/drawing/2014/main" id="{F18C7917-8774-49AF-9408-D662C568008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59280" y="1745595"/>
                <a:ext cx="325440" cy="23505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22" name="Ink 521">
                <a:extLst>
                  <a:ext uri="{FF2B5EF4-FFF2-40B4-BE49-F238E27FC236}">
                    <a16:creationId xmlns:a16="http://schemas.microsoft.com/office/drawing/2014/main" id="{FBEF79D7-268D-4EC3-8451-F811C8443CB9}"/>
                  </a:ext>
                </a:extLst>
              </p14:cNvPr>
              <p14:cNvContentPartPr/>
              <p14:nvPr/>
            </p14:nvContentPartPr>
            <p14:xfrm>
              <a:off x="1940444" y="1757454"/>
              <a:ext cx="118800" cy="127080"/>
            </p14:xfrm>
          </p:contentPart>
        </mc:Choice>
        <mc:Fallback xmlns="">
          <p:pic>
            <p:nvPicPr>
              <p:cNvPr id="522" name="Ink 521">
                <a:extLst>
                  <a:ext uri="{FF2B5EF4-FFF2-40B4-BE49-F238E27FC236}">
                    <a16:creationId xmlns:a16="http://schemas.microsoft.com/office/drawing/2014/main" id="{FBEF79D7-268D-4EC3-8451-F811C8443CB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931444" y="1748454"/>
                <a:ext cx="136440" cy="14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28" name="Ink 527">
                <a:extLst>
                  <a:ext uri="{FF2B5EF4-FFF2-40B4-BE49-F238E27FC236}">
                    <a16:creationId xmlns:a16="http://schemas.microsoft.com/office/drawing/2014/main" id="{BE1C6D83-C7DD-466A-940F-0D9172E10DD9}"/>
                  </a:ext>
                </a:extLst>
              </p14:cNvPr>
              <p14:cNvContentPartPr/>
              <p14:nvPr/>
            </p14:nvContentPartPr>
            <p14:xfrm>
              <a:off x="2183804" y="1530294"/>
              <a:ext cx="963720" cy="499680"/>
            </p14:xfrm>
          </p:contentPart>
        </mc:Choice>
        <mc:Fallback xmlns="">
          <p:pic>
            <p:nvPicPr>
              <p:cNvPr id="528" name="Ink 527">
                <a:extLst>
                  <a:ext uri="{FF2B5EF4-FFF2-40B4-BE49-F238E27FC236}">
                    <a16:creationId xmlns:a16="http://schemas.microsoft.com/office/drawing/2014/main" id="{BE1C6D83-C7DD-466A-940F-0D9172E10DD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175164" y="1521648"/>
                <a:ext cx="981360" cy="5173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532" name="Ink 531">
                <a:extLst>
                  <a:ext uri="{FF2B5EF4-FFF2-40B4-BE49-F238E27FC236}">
                    <a16:creationId xmlns:a16="http://schemas.microsoft.com/office/drawing/2014/main" id="{B51D5D70-FDC5-4735-B410-0B224ED0C8B1}"/>
                  </a:ext>
                </a:extLst>
              </p14:cNvPr>
              <p14:cNvContentPartPr/>
              <p14:nvPr/>
            </p14:nvContentPartPr>
            <p14:xfrm>
              <a:off x="3202680" y="1741990"/>
              <a:ext cx="121320" cy="145080"/>
            </p14:xfrm>
          </p:contentPart>
        </mc:Choice>
        <mc:Fallback xmlns="">
          <p:pic>
            <p:nvPicPr>
              <p:cNvPr id="532" name="Ink 531">
                <a:extLst>
                  <a:ext uri="{FF2B5EF4-FFF2-40B4-BE49-F238E27FC236}">
                    <a16:creationId xmlns:a16="http://schemas.microsoft.com/office/drawing/2014/main" id="{B51D5D70-FDC5-4735-B410-0B224ED0C8B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193680" y="1733350"/>
                <a:ext cx="138960" cy="16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547" name="Ink 546">
                <a:extLst>
                  <a:ext uri="{FF2B5EF4-FFF2-40B4-BE49-F238E27FC236}">
                    <a16:creationId xmlns:a16="http://schemas.microsoft.com/office/drawing/2014/main" id="{D713FF7F-E73A-4246-A42A-8E2693F4A987}"/>
                  </a:ext>
                </a:extLst>
              </p14:cNvPr>
              <p14:cNvContentPartPr/>
              <p14:nvPr/>
            </p14:nvContentPartPr>
            <p14:xfrm>
              <a:off x="3453960" y="1476310"/>
              <a:ext cx="1126800" cy="536760"/>
            </p14:xfrm>
          </p:contentPart>
        </mc:Choice>
        <mc:Fallback xmlns="">
          <p:pic>
            <p:nvPicPr>
              <p:cNvPr id="547" name="Ink 546">
                <a:extLst>
                  <a:ext uri="{FF2B5EF4-FFF2-40B4-BE49-F238E27FC236}">
                    <a16:creationId xmlns:a16="http://schemas.microsoft.com/office/drawing/2014/main" id="{D713FF7F-E73A-4246-A42A-8E2693F4A98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445320" y="1467310"/>
                <a:ext cx="1144440" cy="55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562" name="Ink 561">
                <a:extLst>
                  <a:ext uri="{FF2B5EF4-FFF2-40B4-BE49-F238E27FC236}">
                    <a16:creationId xmlns:a16="http://schemas.microsoft.com/office/drawing/2014/main" id="{74219B4D-61BE-4153-A920-DF2EAE720CDA}"/>
                  </a:ext>
                </a:extLst>
              </p14:cNvPr>
              <p14:cNvContentPartPr/>
              <p14:nvPr/>
            </p14:nvContentPartPr>
            <p14:xfrm>
              <a:off x="4709280" y="1465150"/>
              <a:ext cx="1201680" cy="526320"/>
            </p14:xfrm>
          </p:contentPart>
        </mc:Choice>
        <mc:Fallback xmlns="">
          <p:pic>
            <p:nvPicPr>
              <p:cNvPr id="562" name="Ink 561">
                <a:extLst>
                  <a:ext uri="{FF2B5EF4-FFF2-40B4-BE49-F238E27FC236}">
                    <a16:creationId xmlns:a16="http://schemas.microsoft.com/office/drawing/2014/main" id="{74219B4D-61BE-4153-A920-DF2EAE720CD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700640" y="1456504"/>
                <a:ext cx="1219320" cy="5439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572" name="Ink 571">
                <a:extLst>
                  <a:ext uri="{FF2B5EF4-FFF2-40B4-BE49-F238E27FC236}">
                    <a16:creationId xmlns:a16="http://schemas.microsoft.com/office/drawing/2014/main" id="{9DCD7530-FAFA-4668-A01A-8D8BBBFF772A}"/>
                  </a:ext>
                </a:extLst>
              </p14:cNvPr>
              <p14:cNvContentPartPr/>
              <p14:nvPr/>
            </p14:nvContentPartPr>
            <p14:xfrm>
              <a:off x="6099600" y="1684634"/>
              <a:ext cx="596160" cy="335520"/>
            </p14:xfrm>
          </p:contentPart>
        </mc:Choice>
        <mc:Fallback xmlns="">
          <p:pic>
            <p:nvPicPr>
              <p:cNvPr id="572" name="Ink 571">
                <a:extLst>
                  <a:ext uri="{FF2B5EF4-FFF2-40B4-BE49-F238E27FC236}">
                    <a16:creationId xmlns:a16="http://schemas.microsoft.com/office/drawing/2014/main" id="{9DCD7530-FAFA-4668-A01A-8D8BBBFF772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090960" y="1675985"/>
                <a:ext cx="613800" cy="3531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74" name="Ink 573">
                <a:extLst>
                  <a:ext uri="{FF2B5EF4-FFF2-40B4-BE49-F238E27FC236}">
                    <a16:creationId xmlns:a16="http://schemas.microsoft.com/office/drawing/2014/main" id="{65203967-4D1A-4F1D-9AAF-F47FDCFF57DC}"/>
                  </a:ext>
                </a:extLst>
              </p14:cNvPr>
              <p14:cNvContentPartPr/>
              <p14:nvPr/>
            </p14:nvContentPartPr>
            <p14:xfrm>
              <a:off x="6551400" y="1474754"/>
              <a:ext cx="147600" cy="178200"/>
            </p14:xfrm>
          </p:contentPart>
        </mc:Choice>
        <mc:Fallback xmlns="">
          <p:pic>
            <p:nvPicPr>
              <p:cNvPr id="574" name="Ink 573">
                <a:extLst>
                  <a:ext uri="{FF2B5EF4-FFF2-40B4-BE49-F238E27FC236}">
                    <a16:creationId xmlns:a16="http://schemas.microsoft.com/office/drawing/2014/main" id="{65203967-4D1A-4F1D-9AAF-F47FDCFF57D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542400" y="1466114"/>
                <a:ext cx="16524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575" name="Ink 574">
                <a:extLst>
                  <a:ext uri="{FF2B5EF4-FFF2-40B4-BE49-F238E27FC236}">
                    <a16:creationId xmlns:a16="http://schemas.microsoft.com/office/drawing/2014/main" id="{71239059-7F1E-4481-AAB1-056A91C12FC4}"/>
                  </a:ext>
                </a:extLst>
              </p14:cNvPr>
              <p14:cNvContentPartPr/>
              <p14:nvPr/>
            </p14:nvContentPartPr>
            <p14:xfrm>
              <a:off x="6802320" y="1534874"/>
              <a:ext cx="100440" cy="436680"/>
            </p14:xfrm>
          </p:contentPart>
        </mc:Choice>
        <mc:Fallback xmlns="">
          <p:pic>
            <p:nvPicPr>
              <p:cNvPr id="575" name="Ink 574">
                <a:extLst>
                  <a:ext uri="{FF2B5EF4-FFF2-40B4-BE49-F238E27FC236}">
                    <a16:creationId xmlns:a16="http://schemas.microsoft.com/office/drawing/2014/main" id="{71239059-7F1E-4481-AAB1-056A91C12FC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793320" y="1525874"/>
                <a:ext cx="118080" cy="45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579" name="Ink 578">
                <a:extLst>
                  <a:ext uri="{FF2B5EF4-FFF2-40B4-BE49-F238E27FC236}">
                    <a16:creationId xmlns:a16="http://schemas.microsoft.com/office/drawing/2014/main" id="{07D81E73-C63C-4C15-8CDB-1509D13ECE5A}"/>
                  </a:ext>
                </a:extLst>
              </p14:cNvPr>
              <p14:cNvContentPartPr/>
              <p14:nvPr/>
            </p14:nvContentPartPr>
            <p14:xfrm>
              <a:off x="6995280" y="1759514"/>
              <a:ext cx="257400" cy="218880"/>
            </p14:xfrm>
          </p:contentPart>
        </mc:Choice>
        <mc:Fallback xmlns="">
          <p:pic>
            <p:nvPicPr>
              <p:cNvPr id="579" name="Ink 578">
                <a:extLst>
                  <a:ext uri="{FF2B5EF4-FFF2-40B4-BE49-F238E27FC236}">
                    <a16:creationId xmlns:a16="http://schemas.microsoft.com/office/drawing/2014/main" id="{07D81E73-C63C-4C15-8CDB-1509D13ECE5A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986640" y="1750888"/>
                <a:ext cx="275040" cy="2364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582" name="Ink 581">
                <a:extLst>
                  <a:ext uri="{FF2B5EF4-FFF2-40B4-BE49-F238E27FC236}">
                    <a16:creationId xmlns:a16="http://schemas.microsoft.com/office/drawing/2014/main" id="{00AD0029-11DE-4311-9FBB-800273FBBA7E}"/>
                  </a:ext>
                </a:extLst>
              </p14:cNvPr>
              <p14:cNvContentPartPr/>
              <p14:nvPr/>
            </p14:nvContentPartPr>
            <p14:xfrm>
              <a:off x="7388040" y="1740074"/>
              <a:ext cx="115200" cy="119520"/>
            </p14:xfrm>
          </p:contentPart>
        </mc:Choice>
        <mc:Fallback xmlns="">
          <p:pic>
            <p:nvPicPr>
              <p:cNvPr id="582" name="Ink 581">
                <a:extLst>
                  <a:ext uri="{FF2B5EF4-FFF2-40B4-BE49-F238E27FC236}">
                    <a16:creationId xmlns:a16="http://schemas.microsoft.com/office/drawing/2014/main" id="{00AD0029-11DE-4311-9FBB-800273FBBA7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379400" y="1731434"/>
                <a:ext cx="132840" cy="13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594" name="Ink 593">
                <a:extLst>
                  <a:ext uri="{FF2B5EF4-FFF2-40B4-BE49-F238E27FC236}">
                    <a16:creationId xmlns:a16="http://schemas.microsoft.com/office/drawing/2014/main" id="{4032849B-E650-4C42-B602-364C5CF774F5}"/>
                  </a:ext>
                </a:extLst>
              </p14:cNvPr>
              <p14:cNvContentPartPr/>
              <p14:nvPr/>
            </p14:nvContentPartPr>
            <p14:xfrm>
              <a:off x="7590360" y="1549274"/>
              <a:ext cx="942480" cy="477000"/>
            </p14:xfrm>
          </p:contentPart>
        </mc:Choice>
        <mc:Fallback xmlns="">
          <p:pic>
            <p:nvPicPr>
              <p:cNvPr id="594" name="Ink 593">
                <a:extLst>
                  <a:ext uri="{FF2B5EF4-FFF2-40B4-BE49-F238E27FC236}">
                    <a16:creationId xmlns:a16="http://schemas.microsoft.com/office/drawing/2014/main" id="{4032849B-E650-4C42-B602-364C5CF774F5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581720" y="1540274"/>
                <a:ext cx="960120" cy="49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597" name="Ink 596">
                <a:extLst>
                  <a:ext uri="{FF2B5EF4-FFF2-40B4-BE49-F238E27FC236}">
                    <a16:creationId xmlns:a16="http://schemas.microsoft.com/office/drawing/2014/main" id="{5FA2EECE-AC4B-47E1-90AE-046EFF8CB086}"/>
                  </a:ext>
                </a:extLst>
              </p14:cNvPr>
              <p14:cNvContentPartPr/>
              <p14:nvPr/>
            </p14:nvContentPartPr>
            <p14:xfrm>
              <a:off x="8784480" y="1758434"/>
              <a:ext cx="125640" cy="168120"/>
            </p14:xfrm>
          </p:contentPart>
        </mc:Choice>
        <mc:Fallback xmlns="">
          <p:pic>
            <p:nvPicPr>
              <p:cNvPr id="597" name="Ink 596">
                <a:extLst>
                  <a:ext uri="{FF2B5EF4-FFF2-40B4-BE49-F238E27FC236}">
                    <a16:creationId xmlns:a16="http://schemas.microsoft.com/office/drawing/2014/main" id="{5FA2EECE-AC4B-47E1-90AE-046EFF8CB086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775480" y="1749794"/>
                <a:ext cx="143280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610" name="Ink 609">
                <a:extLst>
                  <a:ext uri="{FF2B5EF4-FFF2-40B4-BE49-F238E27FC236}">
                    <a16:creationId xmlns:a16="http://schemas.microsoft.com/office/drawing/2014/main" id="{33B43071-855B-4EA2-A9A7-1CAF5A9C860C}"/>
                  </a:ext>
                </a:extLst>
              </p14:cNvPr>
              <p14:cNvContentPartPr/>
              <p14:nvPr/>
            </p14:nvContentPartPr>
            <p14:xfrm>
              <a:off x="9035400" y="1497074"/>
              <a:ext cx="1153440" cy="573120"/>
            </p14:xfrm>
          </p:contentPart>
        </mc:Choice>
        <mc:Fallback xmlns="">
          <p:pic>
            <p:nvPicPr>
              <p:cNvPr id="610" name="Ink 609">
                <a:extLst>
                  <a:ext uri="{FF2B5EF4-FFF2-40B4-BE49-F238E27FC236}">
                    <a16:creationId xmlns:a16="http://schemas.microsoft.com/office/drawing/2014/main" id="{33B43071-855B-4EA2-A9A7-1CAF5A9C860C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9026760" y="1488429"/>
                <a:ext cx="1171080" cy="5907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613" name="Ink 612">
                <a:extLst>
                  <a:ext uri="{FF2B5EF4-FFF2-40B4-BE49-F238E27FC236}">
                    <a16:creationId xmlns:a16="http://schemas.microsoft.com/office/drawing/2014/main" id="{74A7FAEC-97D0-4CA4-ABEA-374CE2FB5A68}"/>
                  </a:ext>
                </a:extLst>
              </p14:cNvPr>
              <p14:cNvContentPartPr/>
              <p14:nvPr/>
            </p14:nvContentPartPr>
            <p14:xfrm>
              <a:off x="10293960" y="1821794"/>
              <a:ext cx="123120" cy="161640"/>
            </p14:xfrm>
          </p:contentPart>
        </mc:Choice>
        <mc:Fallback xmlns="">
          <p:pic>
            <p:nvPicPr>
              <p:cNvPr id="613" name="Ink 612">
                <a:extLst>
                  <a:ext uri="{FF2B5EF4-FFF2-40B4-BE49-F238E27FC236}">
                    <a16:creationId xmlns:a16="http://schemas.microsoft.com/office/drawing/2014/main" id="{74A7FAEC-97D0-4CA4-ABEA-374CE2FB5A68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0284960" y="1813154"/>
                <a:ext cx="140760" cy="17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620" name="Ink 619">
                <a:extLst>
                  <a:ext uri="{FF2B5EF4-FFF2-40B4-BE49-F238E27FC236}">
                    <a16:creationId xmlns:a16="http://schemas.microsoft.com/office/drawing/2014/main" id="{5977DEFB-92A4-48DD-8AD7-2DA6A943BC75}"/>
                  </a:ext>
                </a:extLst>
              </p14:cNvPr>
              <p14:cNvContentPartPr/>
              <p14:nvPr/>
            </p14:nvContentPartPr>
            <p14:xfrm>
              <a:off x="10516080" y="1603274"/>
              <a:ext cx="542520" cy="399240"/>
            </p14:xfrm>
          </p:contentPart>
        </mc:Choice>
        <mc:Fallback xmlns="">
          <p:pic>
            <p:nvPicPr>
              <p:cNvPr id="620" name="Ink 619">
                <a:extLst>
                  <a:ext uri="{FF2B5EF4-FFF2-40B4-BE49-F238E27FC236}">
                    <a16:creationId xmlns:a16="http://schemas.microsoft.com/office/drawing/2014/main" id="{5977DEFB-92A4-48DD-8AD7-2DA6A943BC7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0507440" y="1594274"/>
                <a:ext cx="560160" cy="41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629" name="Ink 628">
                <a:extLst>
                  <a:ext uri="{FF2B5EF4-FFF2-40B4-BE49-F238E27FC236}">
                    <a16:creationId xmlns:a16="http://schemas.microsoft.com/office/drawing/2014/main" id="{4B3B0458-B66E-45DA-9971-0074C7D7163B}"/>
                  </a:ext>
                </a:extLst>
              </p14:cNvPr>
              <p14:cNvContentPartPr/>
              <p14:nvPr/>
            </p14:nvContentPartPr>
            <p14:xfrm>
              <a:off x="11139240" y="1588874"/>
              <a:ext cx="547560" cy="488160"/>
            </p14:xfrm>
          </p:contentPart>
        </mc:Choice>
        <mc:Fallback xmlns="">
          <p:pic>
            <p:nvPicPr>
              <p:cNvPr id="629" name="Ink 628">
                <a:extLst>
                  <a:ext uri="{FF2B5EF4-FFF2-40B4-BE49-F238E27FC236}">
                    <a16:creationId xmlns:a16="http://schemas.microsoft.com/office/drawing/2014/main" id="{4B3B0458-B66E-45DA-9971-0074C7D7163B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1130240" y="1579874"/>
                <a:ext cx="565200" cy="50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3E15ED0-69D7-4BE7-AAAE-3181A5BD88CB}"/>
                  </a:ext>
                </a:extLst>
              </p14:cNvPr>
              <p14:cNvContentPartPr/>
              <p14:nvPr/>
            </p14:nvContentPartPr>
            <p14:xfrm>
              <a:off x="4269233" y="615190"/>
              <a:ext cx="117000" cy="1335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3E15ED0-69D7-4BE7-AAAE-3181A5BD88CB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260233" y="606190"/>
                <a:ext cx="134640" cy="15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50E7F39-437D-4337-B1F4-B5B4FBAF0168}"/>
                  </a:ext>
                </a:extLst>
              </p14:cNvPr>
              <p14:cNvContentPartPr/>
              <p14:nvPr/>
            </p14:nvContentPartPr>
            <p14:xfrm>
              <a:off x="4235753" y="331150"/>
              <a:ext cx="27720" cy="730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50E7F39-437D-4337-B1F4-B5B4FBAF0168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226753" y="322510"/>
                <a:ext cx="45360" cy="9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13325D4-E19C-48DB-9BAA-22039C59B24C}"/>
                  </a:ext>
                </a:extLst>
              </p14:cNvPr>
              <p14:cNvContentPartPr/>
              <p14:nvPr/>
            </p14:nvContentPartPr>
            <p14:xfrm>
              <a:off x="3955673" y="490990"/>
              <a:ext cx="214920" cy="1872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13325D4-E19C-48DB-9BAA-22039C59B24C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947033" y="482350"/>
                <a:ext cx="232560" cy="20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F3708B97-D93D-46EA-B16D-7CE82B3CB3DD}"/>
                  </a:ext>
                </a:extLst>
              </p14:cNvPr>
              <p14:cNvContentPartPr/>
              <p14:nvPr/>
            </p14:nvContentPartPr>
            <p14:xfrm>
              <a:off x="4530593" y="588910"/>
              <a:ext cx="99360" cy="90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F3708B97-D93D-46EA-B16D-7CE82B3CB3DD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521593" y="580270"/>
                <a:ext cx="11700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3E425259-4C1F-4807-819A-D0D2CB260718}"/>
                  </a:ext>
                </a:extLst>
              </p14:cNvPr>
              <p14:cNvContentPartPr/>
              <p14:nvPr/>
            </p14:nvContentPartPr>
            <p14:xfrm>
              <a:off x="4525913" y="525910"/>
              <a:ext cx="94680" cy="147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3E425259-4C1F-4807-819A-D0D2CB260718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516913" y="516910"/>
                <a:ext cx="112320" cy="3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553E8B8D-A52A-4E13-8940-3F9583DB5730}"/>
                  </a:ext>
                </a:extLst>
              </p14:cNvPr>
              <p14:cNvContentPartPr/>
              <p14:nvPr/>
            </p14:nvContentPartPr>
            <p14:xfrm>
              <a:off x="4925873" y="208750"/>
              <a:ext cx="820800" cy="42948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553E8B8D-A52A-4E13-8940-3F9583DB5730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916873" y="199750"/>
                <a:ext cx="838440" cy="44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86F1799C-1D31-4178-9824-0CA06AC684CC}"/>
                  </a:ext>
                </a:extLst>
              </p14:cNvPr>
              <p14:cNvContentPartPr/>
              <p14:nvPr/>
            </p14:nvContentPartPr>
            <p14:xfrm>
              <a:off x="4024073" y="1073470"/>
              <a:ext cx="232560" cy="19548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86F1799C-1D31-4178-9824-0CA06AC684CC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015433" y="1064830"/>
                <a:ext cx="250200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84329819-49FA-4D06-B9E4-539DA42094EC}"/>
                  </a:ext>
                </a:extLst>
              </p14:cNvPr>
              <p14:cNvContentPartPr/>
              <p14:nvPr/>
            </p14:nvContentPartPr>
            <p14:xfrm>
              <a:off x="4317113" y="1178590"/>
              <a:ext cx="129240" cy="13572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84329819-49FA-4D06-B9E4-539DA42094EC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4308449" y="1169590"/>
                <a:ext cx="146929" cy="15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0DC984AD-8AAA-47BF-B7B5-0BD978318EF2}"/>
                  </a:ext>
                </a:extLst>
              </p14:cNvPr>
              <p14:cNvContentPartPr/>
              <p14:nvPr/>
            </p14:nvContentPartPr>
            <p14:xfrm>
              <a:off x="4264553" y="935230"/>
              <a:ext cx="139680" cy="11124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0DC984AD-8AAA-47BF-B7B5-0BD978318EF2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4255553" y="926230"/>
                <a:ext cx="157320" cy="12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C593B8C0-0DD4-492E-A592-58D8A5B67822}"/>
                  </a:ext>
                </a:extLst>
              </p14:cNvPr>
              <p14:cNvContentPartPr/>
              <p14:nvPr/>
            </p14:nvContentPartPr>
            <p14:xfrm>
              <a:off x="4607633" y="1169590"/>
              <a:ext cx="106200" cy="57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C593B8C0-0DD4-492E-A592-58D8A5B67822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4598633" y="1160950"/>
                <a:ext cx="12384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85B4E255-1AAB-4CF2-830F-8E0C3FD6F126}"/>
                  </a:ext>
                </a:extLst>
              </p14:cNvPr>
              <p14:cNvContentPartPr/>
              <p14:nvPr/>
            </p14:nvContentPartPr>
            <p14:xfrm>
              <a:off x="4572713" y="1115950"/>
              <a:ext cx="110160" cy="1908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85B4E255-1AAB-4CF2-830F-8E0C3FD6F126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563713" y="1107310"/>
                <a:ext cx="12780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B098C1DC-7B19-4667-934D-75B39F661FE1}"/>
                  </a:ext>
                </a:extLst>
              </p14:cNvPr>
              <p14:cNvContentPartPr/>
              <p14:nvPr/>
            </p14:nvContentPartPr>
            <p14:xfrm>
              <a:off x="4945673" y="695830"/>
              <a:ext cx="976320" cy="50076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B098C1DC-7B19-4667-934D-75B39F661FE1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4937033" y="686830"/>
                <a:ext cx="993960" cy="51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AC7BEA6A-38B6-4878-BC28-2C4FE8539481}"/>
                  </a:ext>
                </a:extLst>
              </p14:cNvPr>
              <p14:cNvContentPartPr/>
              <p14:nvPr/>
            </p14:nvContentPartPr>
            <p14:xfrm>
              <a:off x="6231593" y="490990"/>
              <a:ext cx="231840" cy="17424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AC7BEA6A-38B6-4878-BC28-2C4FE8539481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6222593" y="482350"/>
                <a:ext cx="249480" cy="19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449" name="Ink 448">
                <a:extLst>
                  <a:ext uri="{FF2B5EF4-FFF2-40B4-BE49-F238E27FC236}">
                    <a16:creationId xmlns:a16="http://schemas.microsoft.com/office/drawing/2014/main" id="{99EA0D06-5DF6-41B2-9E74-0C93E0C6C81C}"/>
                  </a:ext>
                </a:extLst>
              </p14:cNvPr>
              <p14:cNvContentPartPr/>
              <p14:nvPr/>
            </p14:nvContentPartPr>
            <p14:xfrm>
              <a:off x="6532913" y="262030"/>
              <a:ext cx="110520" cy="146160"/>
            </p14:xfrm>
          </p:contentPart>
        </mc:Choice>
        <mc:Fallback xmlns="">
          <p:pic>
            <p:nvPicPr>
              <p:cNvPr id="449" name="Ink 448">
                <a:extLst>
                  <a:ext uri="{FF2B5EF4-FFF2-40B4-BE49-F238E27FC236}">
                    <a16:creationId xmlns:a16="http://schemas.microsoft.com/office/drawing/2014/main" id="{99EA0D06-5DF6-41B2-9E74-0C93E0C6C81C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6524245" y="253052"/>
                <a:ext cx="128218" cy="1637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450" name="Ink 449">
                <a:extLst>
                  <a:ext uri="{FF2B5EF4-FFF2-40B4-BE49-F238E27FC236}">
                    <a16:creationId xmlns:a16="http://schemas.microsoft.com/office/drawing/2014/main" id="{7839E720-0D0D-410C-9D0A-133AD298CEB5}"/>
                  </a:ext>
                </a:extLst>
              </p14:cNvPr>
              <p14:cNvContentPartPr/>
              <p14:nvPr/>
            </p14:nvContentPartPr>
            <p14:xfrm>
              <a:off x="6528953" y="553270"/>
              <a:ext cx="136440" cy="183960"/>
            </p14:xfrm>
          </p:contentPart>
        </mc:Choice>
        <mc:Fallback xmlns="">
          <p:pic>
            <p:nvPicPr>
              <p:cNvPr id="450" name="Ink 449">
                <a:extLst>
                  <a:ext uri="{FF2B5EF4-FFF2-40B4-BE49-F238E27FC236}">
                    <a16:creationId xmlns:a16="http://schemas.microsoft.com/office/drawing/2014/main" id="{7839E720-0D0D-410C-9D0A-133AD298CEB5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6519977" y="544630"/>
                <a:ext cx="154034" cy="20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451" name="Ink 450">
                <a:extLst>
                  <a:ext uri="{FF2B5EF4-FFF2-40B4-BE49-F238E27FC236}">
                    <a16:creationId xmlns:a16="http://schemas.microsoft.com/office/drawing/2014/main" id="{035CB7B3-8FEB-489E-8B44-0047AD6900E0}"/>
                  </a:ext>
                </a:extLst>
              </p14:cNvPr>
              <p14:cNvContentPartPr/>
              <p14:nvPr/>
            </p14:nvContentPartPr>
            <p14:xfrm>
              <a:off x="6821993" y="579910"/>
              <a:ext cx="125280" cy="5040"/>
            </p14:xfrm>
          </p:contentPart>
        </mc:Choice>
        <mc:Fallback xmlns="">
          <p:pic>
            <p:nvPicPr>
              <p:cNvPr id="451" name="Ink 450">
                <a:extLst>
                  <a:ext uri="{FF2B5EF4-FFF2-40B4-BE49-F238E27FC236}">
                    <a16:creationId xmlns:a16="http://schemas.microsoft.com/office/drawing/2014/main" id="{035CB7B3-8FEB-489E-8B44-0047AD6900E0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6813353" y="570910"/>
                <a:ext cx="142920" cy="2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452" name="Ink 451">
                <a:extLst>
                  <a:ext uri="{FF2B5EF4-FFF2-40B4-BE49-F238E27FC236}">
                    <a16:creationId xmlns:a16="http://schemas.microsoft.com/office/drawing/2014/main" id="{B4364613-F803-411E-BD44-D2DB2FEE3567}"/>
                  </a:ext>
                </a:extLst>
              </p14:cNvPr>
              <p14:cNvContentPartPr/>
              <p14:nvPr/>
            </p14:nvContentPartPr>
            <p14:xfrm>
              <a:off x="6825233" y="521230"/>
              <a:ext cx="98280" cy="17640"/>
            </p14:xfrm>
          </p:contentPart>
        </mc:Choice>
        <mc:Fallback xmlns="">
          <p:pic>
            <p:nvPicPr>
              <p:cNvPr id="452" name="Ink 451">
                <a:extLst>
                  <a:ext uri="{FF2B5EF4-FFF2-40B4-BE49-F238E27FC236}">
                    <a16:creationId xmlns:a16="http://schemas.microsoft.com/office/drawing/2014/main" id="{B4364613-F803-411E-BD44-D2DB2FEE3567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6816593" y="512230"/>
                <a:ext cx="115920" cy="3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496" name="Ink 495">
                <a:extLst>
                  <a:ext uri="{FF2B5EF4-FFF2-40B4-BE49-F238E27FC236}">
                    <a16:creationId xmlns:a16="http://schemas.microsoft.com/office/drawing/2014/main" id="{48BEB221-F1CC-4B5A-A2AF-E5539FA5C485}"/>
                  </a:ext>
                </a:extLst>
              </p14:cNvPr>
              <p14:cNvContentPartPr/>
              <p14:nvPr/>
            </p14:nvContentPartPr>
            <p14:xfrm>
              <a:off x="7306553" y="201190"/>
              <a:ext cx="13680" cy="56160"/>
            </p14:xfrm>
          </p:contentPart>
        </mc:Choice>
        <mc:Fallback xmlns="">
          <p:pic>
            <p:nvPicPr>
              <p:cNvPr id="496" name="Ink 495">
                <a:extLst>
                  <a:ext uri="{FF2B5EF4-FFF2-40B4-BE49-F238E27FC236}">
                    <a16:creationId xmlns:a16="http://schemas.microsoft.com/office/drawing/2014/main" id="{48BEB221-F1CC-4B5A-A2AF-E5539FA5C485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7297913" y="192550"/>
                <a:ext cx="31320" cy="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497" name="Ink 496">
                <a:extLst>
                  <a:ext uri="{FF2B5EF4-FFF2-40B4-BE49-F238E27FC236}">
                    <a16:creationId xmlns:a16="http://schemas.microsoft.com/office/drawing/2014/main" id="{00E4B206-2686-411A-867B-FA85469287EA}"/>
                  </a:ext>
                </a:extLst>
              </p14:cNvPr>
              <p14:cNvContentPartPr/>
              <p14:nvPr/>
            </p14:nvContentPartPr>
            <p14:xfrm>
              <a:off x="7100993" y="348070"/>
              <a:ext cx="312840" cy="261720"/>
            </p14:xfrm>
          </p:contentPart>
        </mc:Choice>
        <mc:Fallback xmlns="">
          <p:pic>
            <p:nvPicPr>
              <p:cNvPr id="497" name="Ink 496">
                <a:extLst>
                  <a:ext uri="{FF2B5EF4-FFF2-40B4-BE49-F238E27FC236}">
                    <a16:creationId xmlns:a16="http://schemas.microsoft.com/office/drawing/2014/main" id="{00E4B206-2686-411A-867B-FA85469287EA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7092353" y="339430"/>
                <a:ext cx="330480" cy="27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506" name="Ink 505">
                <a:extLst>
                  <a:ext uri="{FF2B5EF4-FFF2-40B4-BE49-F238E27FC236}">
                    <a16:creationId xmlns:a16="http://schemas.microsoft.com/office/drawing/2014/main" id="{A5B9D60C-43B9-4471-BDBD-5D797771D461}"/>
                  </a:ext>
                </a:extLst>
              </p14:cNvPr>
              <p14:cNvContentPartPr/>
              <p14:nvPr/>
            </p14:nvContentPartPr>
            <p14:xfrm>
              <a:off x="7876793" y="146470"/>
              <a:ext cx="238320" cy="306000"/>
            </p14:xfrm>
          </p:contentPart>
        </mc:Choice>
        <mc:Fallback xmlns="">
          <p:pic>
            <p:nvPicPr>
              <p:cNvPr id="506" name="Ink 505">
                <a:extLst>
                  <a:ext uri="{FF2B5EF4-FFF2-40B4-BE49-F238E27FC236}">
                    <a16:creationId xmlns:a16="http://schemas.microsoft.com/office/drawing/2014/main" id="{A5B9D60C-43B9-4471-BDBD-5D797771D461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7867793" y="137470"/>
                <a:ext cx="255960" cy="32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507" name="Ink 506">
                <a:extLst>
                  <a:ext uri="{FF2B5EF4-FFF2-40B4-BE49-F238E27FC236}">
                    <a16:creationId xmlns:a16="http://schemas.microsoft.com/office/drawing/2014/main" id="{C28391E2-185A-4E63-AC94-972159E06614}"/>
                  </a:ext>
                </a:extLst>
              </p14:cNvPr>
              <p14:cNvContentPartPr/>
              <p14:nvPr/>
            </p14:nvContentPartPr>
            <p14:xfrm>
              <a:off x="7469273" y="211270"/>
              <a:ext cx="344520" cy="155160"/>
            </p14:xfrm>
          </p:contentPart>
        </mc:Choice>
        <mc:Fallback xmlns="">
          <p:pic>
            <p:nvPicPr>
              <p:cNvPr id="507" name="Ink 506">
                <a:extLst>
                  <a:ext uri="{FF2B5EF4-FFF2-40B4-BE49-F238E27FC236}">
                    <a16:creationId xmlns:a16="http://schemas.microsoft.com/office/drawing/2014/main" id="{C28391E2-185A-4E63-AC94-972159E06614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7460273" y="202291"/>
                <a:ext cx="362160" cy="1727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27F77ED9-9F9F-4C3B-84EC-9A4CECA18C2B}"/>
                  </a:ext>
                </a:extLst>
              </p14:cNvPr>
              <p14:cNvContentPartPr/>
              <p14:nvPr/>
            </p14:nvContentPartPr>
            <p14:xfrm>
              <a:off x="6911633" y="1106590"/>
              <a:ext cx="122760" cy="684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27F77ED9-9F9F-4C3B-84EC-9A4CECA18C2B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6902633" y="1097590"/>
                <a:ext cx="14040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17252AEC-24CC-4795-9653-833A8892B9B6}"/>
                  </a:ext>
                </a:extLst>
              </p14:cNvPr>
              <p14:cNvContentPartPr/>
              <p14:nvPr/>
            </p14:nvContentPartPr>
            <p14:xfrm>
              <a:off x="6881393" y="1056190"/>
              <a:ext cx="123480" cy="1440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17252AEC-24CC-4795-9653-833A8892B9B6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6872393" y="1047550"/>
                <a:ext cx="14112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CD32F85B-9836-4D38-8B78-C435149FF190}"/>
                  </a:ext>
                </a:extLst>
              </p14:cNvPr>
              <p14:cNvContentPartPr/>
              <p14:nvPr/>
            </p14:nvContentPartPr>
            <p14:xfrm>
              <a:off x="7399433" y="753070"/>
              <a:ext cx="16920" cy="2484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CD32F85B-9836-4D38-8B78-C435149FF190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7390433" y="744070"/>
                <a:ext cx="3456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53D249D2-A481-42B4-8079-0F77DDF20958}"/>
                  </a:ext>
                </a:extLst>
              </p14:cNvPr>
              <p14:cNvContentPartPr/>
              <p14:nvPr/>
            </p14:nvContentPartPr>
            <p14:xfrm>
              <a:off x="7210433" y="855670"/>
              <a:ext cx="287640" cy="28188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53D249D2-A481-42B4-8079-0F77DDF20958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7201793" y="847030"/>
                <a:ext cx="305280" cy="29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F5555CD1-66A9-4551-8A8E-5F4CB90CE277}"/>
                  </a:ext>
                </a:extLst>
              </p14:cNvPr>
              <p14:cNvContentPartPr/>
              <p14:nvPr/>
            </p14:nvContentPartPr>
            <p14:xfrm>
              <a:off x="7514633" y="729670"/>
              <a:ext cx="187920" cy="2772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F5555CD1-66A9-4551-8A8E-5F4CB90CE277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7505633" y="720670"/>
                <a:ext cx="20556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EB741360-98BE-4684-BE5C-0105CD7DEF14}"/>
                  </a:ext>
                </a:extLst>
              </p14:cNvPr>
              <p14:cNvContentPartPr/>
              <p14:nvPr/>
            </p14:nvContentPartPr>
            <p14:xfrm>
              <a:off x="7761593" y="666670"/>
              <a:ext cx="230040" cy="27648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EB741360-98BE-4684-BE5C-0105CD7DEF14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7752953" y="658019"/>
                <a:ext cx="247680" cy="2941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65BF666A-2456-4F71-9FB6-ABD3E89F2F13}"/>
                  </a:ext>
                </a:extLst>
              </p14:cNvPr>
              <p14:cNvContentPartPr/>
              <p14:nvPr/>
            </p14:nvContentPartPr>
            <p14:xfrm>
              <a:off x="7593113" y="786550"/>
              <a:ext cx="104760" cy="9000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65BF666A-2456-4F71-9FB6-ABD3E89F2F13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7584144" y="777910"/>
                <a:ext cx="12234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85CE7823-29AF-4736-96C6-F34A44294AD2}"/>
                  </a:ext>
                </a:extLst>
              </p14:cNvPr>
              <p14:cNvContentPartPr/>
              <p14:nvPr/>
            </p14:nvContentPartPr>
            <p14:xfrm>
              <a:off x="6310793" y="883390"/>
              <a:ext cx="421200" cy="39924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85CE7823-29AF-4736-96C6-F34A44294AD2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6301801" y="874750"/>
                <a:ext cx="438825" cy="41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A1379697-67B7-487A-9365-E53D271A5E60}"/>
                  </a:ext>
                </a:extLst>
              </p14:cNvPr>
              <p14:cNvContentPartPr/>
              <p14:nvPr/>
            </p14:nvContentPartPr>
            <p14:xfrm>
              <a:off x="520553" y="3215830"/>
              <a:ext cx="360" cy="36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A1379697-67B7-487A-9365-E53D271A5E60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511553" y="320719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80A5EC11-6A13-4536-9C64-A2619CDB2399}"/>
                  </a:ext>
                </a:extLst>
              </p14:cNvPr>
              <p14:cNvContentPartPr/>
              <p14:nvPr/>
            </p14:nvContentPartPr>
            <p14:xfrm>
              <a:off x="827273" y="2526070"/>
              <a:ext cx="538560" cy="28836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80A5EC11-6A13-4536-9C64-A2619CDB2399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818633" y="2517070"/>
                <a:ext cx="556200" cy="30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513" name="Ink 512">
                <a:extLst>
                  <a:ext uri="{FF2B5EF4-FFF2-40B4-BE49-F238E27FC236}">
                    <a16:creationId xmlns:a16="http://schemas.microsoft.com/office/drawing/2014/main" id="{8AECDE46-E90C-4880-B1CE-73C3E2F129B6}"/>
                  </a:ext>
                </a:extLst>
              </p14:cNvPr>
              <p14:cNvContentPartPr/>
              <p14:nvPr/>
            </p14:nvContentPartPr>
            <p14:xfrm>
              <a:off x="1197353" y="3239590"/>
              <a:ext cx="135360" cy="14400"/>
            </p14:xfrm>
          </p:contentPart>
        </mc:Choice>
        <mc:Fallback xmlns="">
          <p:pic>
            <p:nvPicPr>
              <p:cNvPr id="513" name="Ink 512">
                <a:extLst>
                  <a:ext uri="{FF2B5EF4-FFF2-40B4-BE49-F238E27FC236}">
                    <a16:creationId xmlns:a16="http://schemas.microsoft.com/office/drawing/2014/main" id="{8AECDE46-E90C-4880-B1CE-73C3E2F129B6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188353" y="3230590"/>
                <a:ext cx="15300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514" name="Ink 513">
                <a:extLst>
                  <a:ext uri="{FF2B5EF4-FFF2-40B4-BE49-F238E27FC236}">
                    <a16:creationId xmlns:a16="http://schemas.microsoft.com/office/drawing/2014/main" id="{430E914D-3A97-4C70-9823-84674E40754D}"/>
                  </a:ext>
                </a:extLst>
              </p14:cNvPr>
              <p14:cNvContentPartPr/>
              <p14:nvPr/>
            </p14:nvContentPartPr>
            <p14:xfrm>
              <a:off x="1180073" y="3172270"/>
              <a:ext cx="131400" cy="6480"/>
            </p14:xfrm>
          </p:contentPart>
        </mc:Choice>
        <mc:Fallback xmlns="">
          <p:pic>
            <p:nvPicPr>
              <p:cNvPr id="514" name="Ink 513">
                <a:extLst>
                  <a:ext uri="{FF2B5EF4-FFF2-40B4-BE49-F238E27FC236}">
                    <a16:creationId xmlns:a16="http://schemas.microsoft.com/office/drawing/2014/main" id="{430E914D-3A97-4C70-9823-84674E40754D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171433" y="3163630"/>
                <a:ext cx="14904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521" name="Ink 520">
                <a:extLst>
                  <a:ext uri="{FF2B5EF4-FFF2-40B4-BE49-F238E27FC236}">
                    <a16:creationId xmlns:a16="http://schemas.microsoft.com/office/drawing/2014/main" id="{E1277E07-6723-4886-A9F0-4F212D7D2308}"/>
                  </a:ext>
                </a:extLst>
              </p14:cNvPr>
              <p14:cNvContentPartPr/>
              <p14:nvPr/>
            </p14:nvContentPartPr>
            <p14:xfrm>
              <a:off x="875873" y="3607150"/>
              <a:ext cx="519120" cy="250560"/>
            </p14:xfrm>
          </p:contentPart>
        </mc:Choice>
        <mc:Fallback xmlns="">
          <p:pic>
            <p:nvPicPr>
              <p:cNvPr id="521" name="Ink 520">
                <a:extLst>
                  <a:ext uri="{FF2B5EF4-FFF2-40B4-BE49-F238E27FC236}">
                    <a16:creationId xmlns:a16="http://schemas.microsoft.com/office/drawing/2014/main" id="{E1277E07-6723-4886-A9F0-4F212D7D2308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866879" y="3598150"/>
                <a:ext cx="536748" cy="26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523" name="Ink 522">
                <a:extLst>
                  <a:ext uri="{FF2B5EF4-FFF2-40B4-BE49-F238E27FC236}">
                    <a16:creationId xmlns:a16="http://schemas.microsoft.com/office/drawing/2014/main" id="{A58C8F03-957D-49D4-A177-E2B2B636FBDA}"/>
                  </a:ext>
                </a:extLst>
              </p14:cNvPr>
              <p14:cNvContentPartPr/>
              <p14:nvPr/>
            </p14:nvContentPartPr>
            <p14:xfrm>
              <a:off x="864353" y="3058510"/>
              <a:ext cx="249480" cy="318600"/>
            </p14:xfrm>
          </p:contentPart>
        </mc:Choice>
        <mc:Fallback xmlns="">
          <p:pic>
            <p:nvPicPr>
              <p:cNvPr id="523" name="Ink 522">
                <a:extLst>
                  <a:ext uri="{FF2B5EF4-FFF2-40B4-BE49-F238E27FC236}">
                    <a16:creationId xmlns:a16="http://schemas.microsoft.com/office/drawing/2014/main" id="{A58C8F03-957D-49D4-A177-E2B2B636FBDA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855353" y="3049870"/>
                <a:ext cx="267120" cy="33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531" name="Ink 530">
                <a:extLst>
                  <a:ext uri="{FF2B5EF4-FFF2-40B4-BE49-F238E27FC236}">
                    <a16:creationId xmlns:a16="http://schemas.microsoft.com/office/drawing/2014/main" id="{6D4C7E3B-000A-451D-AD1F-EEA8C63547E8}"/>
                  </a:ext>
                </a:extLst>
              </p14:cNvPr>
              <p14:cNvContentPartPr/>
              <p14:nvPr/>
            </p14:nvContentPartPr>
            <p14:xfrm>
              <a:off x="897833" y="4101070"/>
              <a:ext cx="510840" cy="285480"/>
            </p14:xfrm>
          </p:contentPart>
        </mc:Choice>
        <mc:Fallback xmlns="">
          <p:pic>
            <p:nvPicPr>
              <p:cNvPr id="531" name="Ink 530">
                <a:extLst>
                  <a:ext uri="{FF2B5EF4-FFF2-40B4-BE49-F238E27FC236}">
                    <a16:creationId xmlns:a16="http://schemas.microsoft.com/office/drawing/2014/main" id="{6D4C7E3B-000A-451D-AD1F-EEA8C63547E8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888839" y="4092419"/>
                <a:ext cx="528468" cy="3031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540" name="Ink 539">
                <a:extLst>
                  <a:ext uri="{FF2B5EF4-FFF2-40B4-BE49-F238E27FC236}">
                    <a16:creationId xmlns:a16="http://schemas.microsoft.com/office/drawing/2014/main" id="{38007309-C04E-4015-B545-C7CEE0F70C12}"/>
                  </a:ext>
                </a:extLst>
              </p14:cNvPr>
              <p14:cNvContentPartPr/>
              <p14:nvPr/>
            </p14:nvContentPartPr>
            <p14:xfrm>
              <a:off x="857333" y="4598170"/>
              <a:ext cx="477720" cy="290520"/>
            </p14:xfrm>
          </p:contentPart>
        </mc:Choice>
        <mc:Fallback xmlns="">
          <p:pic>
            <p:nvPicPr>
              <p:cNvPr id="540" name="Ink 539">
                <a:extLst>
                  <a:ext uri="{FF2B5EF4-FFF2-40B4-BE49-F238E27FC236}">
                    <a16:creationId xmlns:a16="http://schemas.microsoft.com/office/drawing/2014/main" id="{38007309-C04E-4015-B545-C7CEE0F70C12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848333" y="4589170"/>
                <a:ext cx="495360" cy="30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548" name="Ink 547">
                <a:extLst>
                  <a:ext uri="{FF2B5EF4-FFF2-40B4-BE49-F238E27FC236}">
                    <a16:creationId xmlns:a16="http://schemas.microsoft.com/office/drawing/2014/main" id="{D75565D5-190C-4B95-A6FD-08BCF53BD45D}"/>
                  </a:ext>
                </a:extLst>
              </p14:cNvPr>
              <p14:cNvContentPartPr/>
              <p14:nvPr/>
            </p14:nvContentPartPr>
            <p14:xfrm>
              <a:off x="857333" y="5093950"/>
              <a:ext cx="477360" cy="313920"/>
            </p14:xfrm>
          </p:contentPart>
        </mc:Choice>
        <mc:Fallback xmlns="">
          <p:pic>
            <p:nvPicPr>
              <p:cNvPr id="548" name="Ink 547">
                <a:extLst>
                  <a:ext uri="{FF2B5EF4-FFF2-40B4-BE49-F238E27FC236}">
                    <a16:creationId xmlns:a16="http://schemas.microsoft.com/office/drawing/2014/main" id="{D75565D5-190C-4B95-A6FD-08BCF53BD45D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848693" y="5084950"/>
                <a:ext cx="495000" cy="33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563" name="Ink 562">
                <a:extLst>
                  <a:ext uri="{FF2B5EF4-FFF2-40B4-BE49-F238E27FC236}">
                    <a16:creationId xmlns:a16="http://schemas.microsoft.com/office/drawing/2014/main" id="{0E447661-8DF6-4659-8422-D8B141F208EA}"/>
                  </a:ext>
                </a:extLst>
              </p14:cNvPr>
              <p14:cNvContentPartPr/>
              <p14:nvPr/>
            </p14:nvContentPartPr>
            <p14:xfrm>
              <a:off x="846353" y="6076866"/>
              <a:ext cx="519480" cy="372960"/>
            </p14:xfrm>
          </p:contentPart>
        </mc:Choice>
        <mc:Fallback xmlns="">
          <p:pic>
            <p:nvPicPr>
              <p:cNvPr id="563" name="Ink 562">
                <a:extLst>
                  <a:ext uri="{FF2B5EF4-FFF2-40B4-BE49-F238E27FC236}">
                    <a16:creationId xmlns:a16="http://schemas.microsoft.com/office/drawing/2014/main" id="{0E447661-8DF6-4659-8422-D8B141F208EA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837353" y="6068226"/>
                <a:ext cx="537120" cy="39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565" name="Ink 564">
                <a:extLst>
                  <a:ext uri="{FF2B5EF4-FFF2-40B4-BE49-F238E27FC236}">
                    <a16:creationId xmlns:a16="http://schemas.microsoft.com/office/drawing/2014/main" id="{5C90EFD0-E065-4F98-AFF7-F70FCDDD8C35}"/>
                  </a:ext>
                </a:extLst>
              </p14:cNvPr>
              <p14:cNvContentPartPr/>
              <p14:nvPr/>
            </p14:nvContentPartPr>
            <p14:xfrm>
              <a:off x="882353" y="5636586"/>
              <a:ext cx="483480" cy="295920"/>
            </p14:xfrm>
          </p:contentPart>
        </mc:Choice>
        <mc:Fallback xmlns="">
          <p:pic>
            <p:nvPicPr>
              <p:cNvPr id="565" name="Ink 564">
                <a:extLst>
                  <a:ext uri="{FF2B5EF4-FFF2-40B4-BE49-F238E27FC236}">
                    <a16:creationId xmlns:a16="http://schemas.microsoft.com/office/drawing/2014/main" id="{5C90EFD0-E065-4F98-AFF7-F70FCDDD8C35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873353" y="5627946"/>
                <a:ext cx="501120" cy="31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63DD12FB-3178-4B75-B0E3-49131F77D1A0}"/>
                  </a:ext>
                </a:extLst>
              </p14:cNvPr>
              <p14:cNvContentPartPr/>
              <p14:nvPr/>
            </p14:nvContentPartPr>
            <p14:xfrm>
              <a:off x="1968833" y="3646750"/>
              <a:ext cx="255600" cy="19872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63DD12FB-3178-4B75-B0E3-49131F77D1A0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1960205" y="3638110"/>
                <a:ext cx="273215" cy="21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C330FC34-CFC9-4BBF-8D82-2E9BAC41A359}"/>
                  </a:ext>
                </a:extLst>
              </p14:cNvPr>
              <p14:cNvContentPartPr/>
              <p14:nvPr/>
            </p14:nvContentPartPr>
            <p14:xfrm>
              <a:off x="1763633" y="3619390"/>
              <a:ext cx="140760" cy="15912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C330FC34-CFC9-4BBF-8D82-2E9BAC41A359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754633" y="3610750"/>
                <a:ext cx="158400" cy="17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9D8CE2B0-0436-440C-A7F8-4268E61CCA75}"/>
                  </a:ext>
                </a:extLst>
              </p14:cNvPr>
              <p14:cNvContentPartPr/>
              <p14:nvPr/>
            </p14:nvContentPartPr>
            <p14:xfrm>
              <a:off x="2080793" y="4227070"/>
              <a:ext cx="111600" cy="1224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9D8CE2B0-0436-440C-A7F8-4268E61CCA75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2071793" y="4218070"/>
                <a:ext cx="129240" cy="2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795642B7-A1D1-4CA1-BB98-C2737563E7D4}"/>
                  </a:ext>
                </a:extLst>
              </p14:cNvPr>
              <p14:cNvContentPartPr/>
              <p14:nvPr/>
            </p14:nvContentPartPr>
            <p14:xfrm>
              <a:off x="1758593" y="4151830"/>
              <a:ext cx="255960" cy="203040"/>
            </p14:xfrm>
          </p:contentPart>
        </mc:Choice>
        <mc:Fallback xmlns=""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795642B7-A1D1-4CA1-BB98-C2737563E7D4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1749953" y="4142830"/>
                <a:ext cx="273600" cy="22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585" name="Ink 584">
                <a:extLst>
                  <a:ext uri="{FF2B5EF4-FFF2-40B4-BE49-F238E27FC236}">
                    <a16:creationId xmlns:a16="http://schemas.microsoft.com/office/drawing/2014/main" id="{72907E1E-69E4-4DC8-853C-84CAA5C6B704}"/>
                  </a:ext>
                </a:extLst>
              </p14:cNvPr>
              <p14:cNvContentPartPr/>
              <p14:nvPr/>
            </p14:nvContentPartPr>
            <p14:xfrm>
              <a:off x="1801793" y="4640710"/>
              <a:ext cx="270000" cy="191160"/>
            </p14:xfrm>
          </p:contentPart>
        </mc:Choice>
        <mc:Fallback xmlns="">
          <p:pic>
            <p:nvPicPr>
              <p:cNvPr id="585" name="Ink 584">
                <a:extLst>
                  <a:ext uri="{FF2B5EF4-FFF2-40B4-BE49-F238E27FC236}">
                    <a16:creationId xmlns:a16="http://schemas.microsoft.com/office/drawing/2014/main" id="{72907E1E-69E4-4DC8-853C-84CAA5C6B704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1793153" y="4631710"/>
                <a:ext cx="287640" cy="20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589" name="Ink 588">
                <a:extLst>
                  <a:ext uri="{FF2B5EF4-FFF2-40B4-BE49-F238E27FC236}">
                    <a16:creationId xmlns:a16="http://schemas.microsoft.com/office/drawing/2014/main" id="{9C4C1F59-7F77-45B5-94C2-BDC460CA85FB}"/>
                  </a:ext>
                </a:extLst>
              </p14:cNvPr>
              <p14:cNvContentPartPr/>
              <p14:nvPr/>
            </p14:nvContentPartPr>
            <p14:xfrm>
              <a:off x="2125433" y="5151190"/>
              <a:ext cx="110160" cy="12960"/>
            </p14:xfrm>
          </p:contentPart>
        </mc:Choice>
        <mc:Fallback xmlns="">
          <p:pic>
            <p:nvPicPr>
              <p:cNvPr id="589" name="Ink 588">
                <a:extLst>
                  <a:ext uri="{FF2B5EF4-FFF2-40B4-BE49-F238E27FC236}">
                    <a16:creationId xmlns:a16="http://schemas.microsoft.com/office/drawing/2014/main" id="{9C4C1F59-7F77-45B5-94C2-BDC460CA85FB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2116793" y="5142550"/>
                <a:ext cx="127800" cy="3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596" name="Ink 595">
                <a:extLst>
                  <a:ext uri="{FF2B5EF4-FFF2-40B4-BE49-F238E27FC236}">
                    <a16:creationId xmlns:a16="http://schemas.microsoft.com/office/drawing/2014/main" id="{555B9FC4-5591-4C8E-B475-7FE7E5B9E654}"/>
                  </a:ext>
                </a:extLst>
              </p14:cNvPr>
              <p14:cNvContentPartPr/>
              <p14:nvPr/>
            </p14:nvContentPartPr>
            <p14:xfrm>
              <a:off x="2317673" y="5086030"/>
              <a:ext cx="155520" cy="134640"/>
            </p14:xfrm>
          </p:contentPart>
        </mc:Choice>
        <mc:Fallback xmlns="">
          <p:pic>
            <p:nvPicPr>
              <p:cNvPr id="596" name="Ink 595">
                <a:extLst>
                  <a:ext uri="{FF2B5EF4-FFF2-40B4-BE49-F238E27FC236}">
                    <a16:creationId xmlns:a16="http://schemas.microsoft.com/office/drawing/2014/main" id="{555B9FC4-5591-4C8E-B475-7FE7E5B9E654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2309033" y="5077390"/>
                <a:ext cx="17316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598" name="Ink 597">
                <a:extLst>
                  <a:ext uri="{FF2B5EF4-FFF2-40B4-BE49-F238E27FC236}">
                    <a16:creationId xmlns:a16="http://schemas.microsoft.com/office/drawing/2014/main" id="{F158B93D-4D81-49B2-BD45-DB177A11D8A7}"/>
                  </a:ext>
                </a:extLst>
              </p14:cNvPr>
              <p14:cNvContentPartPr/>
              <p14:nvPr/>
            </p14:nvContentPartPr>
            <p14:xfrm>
              <a:off x="1758953" y="5077030"/>
              <a:ext cx="296640" cy="227520"/>
            </p14:xfrm>
          </p:contentPart>
        </mc:Choice>
        <mc:Fallback xmlns="">
          <p:pic>
            <p:nvPicPr>
              <p:cNvPr id="598" name="Ink 597">
                <a:extLst>
                  <a:ext uri="{FF2B5EF4-FFF2-40B4-BE49-F238E27FC236}">
                    <a16:creationId xmlns:a16="http://schemas.microsoft.com/office/drawing/2014/main" id="{F158B93D-4D81-49B2-BD45-DB177A11D8A7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1749953" y="5068016"/>
                <a:ext cx="314280" cy="2451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609" name="Ink 608">
                <a:extLst>
                  <a:ext uri="{FF2B5EF4-FFF2-40B4-BE49-F238E27FC236}">
                    <a16:creationId xmlns:a16="http://schemas.microsoft.com/office/drawing/2014/main" id="{2C1E247F-DF6C-4790-9130-3E4491255574}"/>
                  </a:ext>
                </a:extLst>
              </p14:cNvPr>
              <p14:cNvContentPartPr/>
              <p14:nvPr/>
            </p14:nvContentPartPr>
            <p14:xfrm>
              <a:off x="2100593" y="5640430"/>
              <a:ext cx="91800" cy="105120"/>
            </p14:xfrm>
          </p:contentPart>
        </mc:Choice>
        <mc:Fallback xmlns="">
          <p:pic>
            <p:nvPicPr>
              <p:cNvPr id="609" name="Ink 608">
                <a:extLst>
                  <a:ext uri="{FF2B5EF4-FFF2-40B4-BE49-F238E27FC236}">
                    <a16:creationId xmlns:a16="http://schemas.microsoft.com/office/drawing/2014/main" id="{2C1E247F-DF6C-4790-9130-3E4491255574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2091593" y="5631790"/>
                <a:ext cx="109440" cy="12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623" name="Ink 622">
                <a:extLst>
                  <a:ext uri="{FF2B5EF4-FFF2-40B4-BE49-F238E27FC236}">
                    <a16:creationId xmlns:a16="http://schemas.microsoft.com/office/drawing/2014/main" id="{1EB782D6-06D9-4EAA-B1C0-B7B0C6C82274}"/>
                  </a:ext>
                </a:extLst>
              </p14:cNvPr>
              <p14:cNvContentPartPr/>
              <p14:nvPr/>
            </p14:nvContentPartPr>
            <p14:xfrm>
              <a:off x="1798913" y="6139750"/>
              <a:ext cx="374040" cy="210240"/>
            </p14:xfrm>
          </p:contentPart>
        </mc:Choice>
        <mc:Fallback xmlns="">
          <p:pic>
            <p:nvPicPr>
              <p:cNvPr id="623" name="Ink 622">
                <a:extLst>
                  <a:ext uri="{FF2B5EF4-FFF2-40B4-BE49-F238E27FC236}">
                    <a16:creationId xmlns:a16="http://schemas.microsoft.com/office/drawing/2014/main" id="{1EB782D6-06D9-4EAA-B1C0-B7B0C6C82274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1790273" y="6130750"/>
                <a:ext cx="391680" cy="22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626" name="Ink 625">
                <a:extLst>
                  <a:ext uri="{FF2B5EF4-FFF2-40B4-BE49-F238E27FC236}">
                    <a16:creationId xmlns:a16="http://schemas.microsoft.com/office/drawing/2014/main" id="{FE79F5D1-56CA-4C84-B035-1958ECDBF25C}"/>
                  </a:ext>
                </a:extLst>
              </p14:cNvPr>
              <p14:cNvContentPartPr/>
              <p14:nvPr/>
            </p14:nvContentPartPr>
            <p14:xfrm>
              <a:off x="2252513" y="2492950"/>
              <a:ext cx="480240" cy="336960"/>
            </p14:xfrm>
          </p:contentPart>
        </mc:Choice>
        <mc:Fallback xmlns="">
          <p:pic>
            <p:nvPicPr>
              <p:cNvPr id="626" name="Ink 625">
                <a:extLst>
                  <a:ext uri="{FF2B5EF4-FFF2-40B4-BE49-F238E27FC236}">
                    <a16:creationId xmlns:a16="http://schemas.microsoft.com/office/drawing/2014/main" id="{FE79F5D1-56CA-4C84-B035-1958ECDBF25C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2243873" y="2483950"/>
                <a:ext cx="497880" cy="35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627" name="Ink 626">
                <a:extLst>
                  <a:ext uri="{FF2B5EF4-FFF2-40B4-BE49-F238E27FC236}">
                    <a16:creationId xmlns:a16="http://schemas.microsoft.com/office/drawing/2014/main" id="{8C296F2D-7BFC-42CF-B716-69861BC99C8D}"/>
                  </a:ext>
                </a:extLst>
              </p14:cNvPr>
              <p14:cNvContentPartPr/>
              <p14:nvPr/>
            </p14:nvContentPartPr>
            <p14:xfrm>
              <a:off x="1523873" y="2468830"/>
              <a:ext cx="645480" cy="317880"/>
            </p14:xfrm>
          </p:contentPart>
        </mc:Choice>
        <mc:Fallback xmlns="">
          <p:pic>
            <p:nvPicPr>
              <p:cNvPr id="627" name="Ink 626">
                <a:extLst>
                  <a:ext uri="{FF2B5EF4-FFF2-40B4-BE49-F238E27FC236}">
                    <a16:creationId xmlns:a16="http://schemas.microsoft.com/office/drawing/2014/main" id="{8C296F2D-7BFC-42CF-B716-69861BC99C8D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1514873" y="2459830"/>
                <a:ext cx="663120" cy="33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630" name="Ink 629">
                <a:extLst>
                  <a:ext uri="{FF2B5EF4-FFF2-40B4-BE49-F238E27FC236}">
                    <a16:creationId xmlns:a16="http://schemas.microsoft.com/office/drawing/2014/main" id="{8975A021-41B7-4E7E-8AC3-365FF182162D}"/>
                  </a:ext>
                </a:extLst>
              </p14:cNvPr>
              <p14:cNvContentPartPr/>
              <p14:nvPr/>
            </p14:nvContentPartPr>
            <p14:xfrm>
              <a:off x="1589753" y="3013150"/>
              <a:ext cx="575640" cy="282960"/>
            </p14:xfrm>
          </p:contentPart>
        </mc:Choice>
        <mc:Fallback xmlns="">
          <p:pic>
            <p:nvPicPr>
              <p:cNvPr id="630" name="Ink 629">
                <a:extLst>
                  <a:ext uri="{FF2B5EF4-FFF2-40B4-BE49-F238E27FC236}">
                    <a16:creationId xmlns:a16="http://schemas.microsoft.com/office/drawing/2014/main" id="{8975A021-41B7-4E7E-8AC3-365FF182162D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1580753" y="3004150"/>
                <a:ext cx="593280" cy="30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632" name="Ink 631">
                <a:extLst>
                  <a:ext uri="{FF2B5EF4-FFF2-40B4-BE49-F238E27FC236}">
                    <a16:creationId xmlns:a16="http://schemas.microsoft.com/office/drawing/2014/main" id="{E5DA70C1-2369-4854-BC6B-4F7D3530E5CC}"/>
                  </a:ext>
                </a:extLst>
              </p14:cNvPr>
              <p14:cNvContentPartPr/>
              <p14:nvPr/>
            </p14:nvContentPartPr>
            <p14:xfrm>
              <a:off x="1579313" y="3566110"/>
              <a:ext cx="70920" cy="281880"/>
            </p14:xfrm>
          </p:contentPart>
        </mc:Choice>
        <mc:Fallback xmlns="">
          <p:pic>
            <p:nvPicPr>
              <p:cNvPr id="632" name="Ink 631">
                <a:extLst>
                  <a:ext uri="{FF2B5EF4-FFF2-40B4-BE49-F238E27FC236}">
                    <a16:creationId xmlns:a16="http://schemas.microsoft.com/office/drawing/2014/main" id="{E5DA70C1-2369-4854-BC6B-4F7D3530E5CC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1570313" y="3557470"/>
                <a:ext cx="88560" cy="29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634" name="Ink 633">
                <a:extLst>
                  <a:ext uri="{FF2B5EF4-FFF2-40B4-BE49-F238E27FC236}">
                    <a16:creationId xmlns:a16="http://schemas.microsoft.com/office/drawing/2014/main" id="{045450DE-9D5D-453D-9C4B-F9ABF0C9BB5A}"/>
                  </a:ext>
                </a:extLst>
              </p14:cNvPr>
              <p14:cNvContentPartPr/>
              <p14:nvPr/>
            </p14:nvContentPartPr>
            <p14:xfrm>
              <a:off x="2301833" y="3559630"/>
              <a:ext cx="417240" cy="285120"/>
            </p14:xfrm>
          </p:contentPart>
        </mc:Choice>
        <mc:Fallback xmlns="">
          <p:pic>
            <p:nvPicPr>
              <p:cNvPr id="634" name="Ink 633">
                <a:extLst>
                  <a:ext uri="{FF2B5EF4-FFF2-40B4-BE49-F238E27FC236}">
                    <a16:creationId xmlns:a16="http://schemas.microsoft.com/office/drawing/2014/main" id="{045450DE-9D5D-453D-9C4B-F9ABF0C9BB5A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2293193" y="3550641"/>
                <a:ext cx="434880" cy="3027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635" name="Ink 634">
                <a:extLst>
                  <a:ext uri="{FF2B5EF4-FFF2-40B4-BE49-F238E27FC236}">
                    <a16:creationId xmlns:a16="http://schemas.microsoft.com/office/drawing/2014/main" id="{6B62A02D-2FAB-4854-A30F-FA23DCF851A8}"/>
                  </a:ext>
                </a:extLst>
              </p14:cNvPr>
              <p14:cNvContentPartPr/>
              <p14:nvPr/>
            </p14:nvContentPartPr>
            <p14:xfrm>
              <a:off x="2286713" y="3037630"/>
              <a:ext cx="385200" cy="308520"/>
            </p14:xfrm>
          </p:contentPart>
        </mc:Choice>
        <mc:Fallback xmlns="">
          <p:pic>
            <p:nvPicPr>
              <p:cNvPr id="635" name="Ink 634">
                <a:extLst>
                  <a:ext uri="{FF2B5EF4-FFF2-40B4-BE49-F238E27FC236}">
                    <a16:creationId xmlns:a16="http://schemas.microsoft.com/office/drawing/2014/main" id="{6B62A02D-2FAB-4854-A30F-FA23DCF851A8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2278065" y="3028630"/>
                <a:ext cx="402857" cy="32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636" name="Ink 635">
                <a:extLst>
                  <a:ext uri="{FF2B5EF4-FFF2-40B4-BE49-F238E27FC236}">
                    <a16:creationId xmlns:a16="http://schemas.microsoft.com/office/drawing/2014/main" id="{65426675-EB7C-42A2-B61F-97B4E9D854D4}"/>
                  </a:ext>
                </a:extLst>
              </p14:cNvPr>
              <p14:cNvContentPartPr/>
              <p14:nvPr/>
            </p14:nvContentPartPr>
            <p14:xfrm>
              <a:off x="1612793" y="4071190"/>
              <a:ext cx="65880" cy="263520"/>
            </p14:xfrm>
          </p:contentPart>
        </mc:Choice>
        <mc:Fallback xmlns="">
          <p:pic>
            <p:nvPicPr>
              <p:cNvPr id="636" name="Ink 635">
                <a:extLst>
                  <a:ext uri="{FF2B5EF4-FFF2-40B4-BE49-F238E27FC236}">
                    <a16:creationId xmlns:a16="http://schemas.microsoft.com/office/drawing/2014/main" id="{65426675-EB7C-42A2-B61F-97B4E9D854D4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1603793" y="4062190"/>
                <a:ext cx="83520" cy="28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638" name="Ink 637">
                <a:extLst>
                  <a:ext uri="{FF2B5EF4-FFF2-40B4-BE49-F238E27FC236}">
                    <a16:creationId xmlns:a16="http://schemas.microsoft.com/office/drawing/2014/main" id="{7F5D342E-BBB7-4008-ADB6-009D27C63D3E}"/>
                  </a:ext>
                </a:extLst>
              </p14:cNvPr>
              <p14:cNvContentPartPr/>
              <p14:nvPr/>
            </p14:nvContentPartPr>
            <p14:xfrm>
              <a:off x="2275553" y="4084870"/>
              <a:ext cx="431280" cy="275040"/>
            </p14:xfrm>
          </p:contentPart>
        </mc:Choice>
        <mc:Fallback xmlns="">
          <p:pic>
            <p:nvPicPr>
              <p:cNvPr id="638" name="Ink 637">
                <a:extLst>
                  <a:ext uri="{FF2B5EF4-FFF2-40B4-BE49-F238E27FC236}">
                    <a16:creationId xmlns:a16="http://schemas.microsoft.com/office/drawing/2014/main" id="{7F5D342E-BBB7-4008-ADB6-009D27C63D3E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2266913" y="4076230"/>
                <a:ext cx="448920" cy="29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639" name="Ink 638">
                <a:extLst>
                  <a:ext uri="{FF2B5EF4-FFF2-40B4-BE49-F238E27FC236}">
                    <a16:creationId xmlns:a16="http://schemas.microsoft.com/office/drawing/2014/main" id="{CDC49E6C-FF12-4115-8100-7EC27F9489F8}"/>
                  </a:ext>
                </a:extLst>
              </p14:cNvPr>
              <p14:cNvContentPartPr/>
              <p14:nvPr/>
            </p14:nvContentPartPr>
            <p14:xfrm>
              <a:off x="1631873" y="4576630"/>
              <a:ext cx="74520" cy="255600"/>
            </p14:xfrm>
          </p:contentPart>
        </mc:Choice>
        <mc:Fallback xmlns="">
          <p:pic>
            <p:nvPicPr>
              <p:cNvPr id="639" name="Ink 638">
                <a:extLst>
                  <a:ext uri="{FF2B5EF4-FFF2-40B4-BE49-F238E27FC236}">
                    <a16:creationId xmlns:a16="http://schemas.microsoft.com/office/drawing/2014/main" id="{CDC49E6C-FF12-4115-8100-7EC27F9489F8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1622873" y="4567990"/>
                <a:ext cx="92160" cy="27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6206C22D-93AB-4F2D-B7B2-D0873D925D92}"/>
                  </a:ext>
                </a:extLst>
              </p14:cNvPr>
              <p14:cNvContentPartPr/>
              <p14:nvPr/>
            </p14:nvContentPartPr>
            <p14:xfrm>
              <a:off x="2155313" y="4574830"/>
              <a:ext cx="578160" cy="254520"/>
            </p14:xfrm>
          </p:contentPart>
        </mc:Choice>
        <mc:Fallback xmlns=""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6206C22D-93AB-4F2D-B7B2-D0873D925D92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2146319" y="4565830"/>
                <a:ext cx="595789" cy="27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9D6FC8AE-321D-4DB5-99C4-E45606AACDDF}"/>
                  </a:ext>
                </a:extLst>
              </p14:cNvPr>
              <p14:cNvContentPartPr/>
              <p14:nvPr/>
            </p14:nvContentPartPr>
            <p14:xfrm>
              <a:off x="1642673" y="5038150"/>
              <a:ext cx="51840" cy="270360"/>
            </p14:xfrm>
          </p:contentPart>
        </mc:Choice>
        <mc:Fallback xmlns=""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9D6FC8AE-321D-4DB5-99C4-E45606AACDDF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1634033" y="5029510"/>
                <a:ext cx="6948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FE1DC144-3FA9-4E79-B791-64D84EC6708A}"/>
                  </a:ext>
                </a:extLst>
              </p14:cNvPr>
              <p14:cNvContentPartPr/>
              <p14:nvPr/>
            </p14:nvContentPartPr>
            <p14:xfrm>
              <a:off x="2282393" y="5558269"/>
              <a:ext cx="379080" cy="288720"/>
            </p14:xfrm>
          </p:contentPart>
        </mc:Choice>
        <mc:Fallback xmlns=""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FE1DC144-3FA9-4E79-B791-64D84EC6708A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2273393" y="5549629"/>
                <a:ext cx="396720" cy="30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F8CFD6A6-44D3-4253-A7A0-D90ECBFB08FC}"/>
                  </a:ext>
                </a:extLst>
              </p14:cNvPr>
              <p14:cNvContentPartPr/>
              <p14:nvPr/>
            </p14:nvContentPartPr>
            <p14:xfrm>
              <a:off x="1639433" y="5565109"/>
              <a:ext cx="360000" cy="259281"/>
            </p14:xfrm>
          </p:contentPart>
        </mc:Choice>
        <mc:Fallback xmlns=""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F8CFD6A6-44D3-4253-A7A0-D90ECBFB08FC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1630793" y="5556106"/>
                <a:ext cx="377640" cy="2769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FF64823B-9A84-4E2B-99DA-E0F8DE154AD0}"/>
                  </a:ext>
                </a:extLst>
              </p14:cNvPr>
              <p14:cNvContentPartPr/>
              <p14:nvPr/>
            </p14:nvContentPartPr>
            <p14:xfrm>
              <a:off x="2537273" y="5051830"/>
              <a:ext cx="211680" cy="257760"/>
            </p14:xfrm>
          </p:contentPart>
        </mc:Choice>
        <mc:Fallback xmlns=""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FF64823B-9A84-4E2B-99DA-E0F8DE154AD0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2528273" y="5043190"/>
                <a:ext cx="229320" cy="27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202" name="Ink 201">
                <a:extLst>
                  <a:ext uri="{FF2B5EF4-FFF2-40B4-BE49-F238E27FC236}">
                    <a16:creationId xmlns:a16="http://schemas.microsoft.com/office/drawing/2014/main" id="{761F04F7-3C4E-44F4-972B-F73C1BAA4A70}"/>
                  </a:ext>
                </a:extLst>
              </p14:cNvPr>
              <p14:cNvContentPartPr/>
              <p14:nvPr/>
            </p14:nvContentPartPr>
            <p14:xfrm>
              <a:off x="1625393" y="6103390"/>
              <a:ext cx="83880" cy="232920"/>
            </p14:xfrm>
          </p:contentPart>
        </mc:Choice>
        <mc:Fallback xmlns="">
          <p:pic>
            <p:nvPicPr>
              <p:cNvPr id="202" name="Ink 201">
                <a:extLst>
                  <a:ext uri="{FF2B5EF4-FFF2-40B4-BE49-F238E27FC236}">
                    <a16:creationId xmlns:a16="http://schemas.microsoft.com/office/drawing/2014/main" id="{761F04F7-3C4E-44F4-972B-F73C1BAA4A70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1616393" y="6094390"/>
                <a:ext cx="101520" cy="25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00D968AF-9F6B-4BB4-AB74-4E14FEA7354E}"/>
                  </a:ext>
                </a:extLst>
              </p14:cNvPr>
              <p14:cNvContentPartPr/>
              <p14:nvPr/>
            </p14:nvContentPartPr>
            <p14:xfrm>
              <a:off x="2261873" y="6086110"/>
              <a:ext cx="346320" cy="257040"/>
            </p14:xfrm>
          </p:contentPart>
        </mc:Choice>
        <mc:Fallback xmlns=""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00D968AF-9F6B-4BB4-AB74-4E14FEA7354E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2252873" y="6077470"/>
                <a:ext cx="363960" cy="27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2326EC84-5F87-45D5-AB40-871071EBF934}"/>
                  </a:ext>
                </a:extLst>
              </p14:cNvPr>
              <p14:cNvContentPartPr/>
              <p14:nvPr/>
            </p14:nvContentPartPr>
            <p14:xfrm>
              <a:off x="2931833" y="2578630"/>
              <a:ext cx="146520" cy="158400"/>
            </p14:xfrm>
          </p:contentPart>
        </mc:Choice>
        <mc:Fallback xmlns=""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2326EC84-5F87-45D5-AB40-871071EBF934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2923193" y="2569990"/>
                <a:ext cx="164160" cy="17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84956E3E-683D-4B05-B9C7-B51CFD61F378}"/>
                  </a:ext>
                </a:extLst>
              </p14:cNvPr>
              <p14:cNvContentPartPr/>
              <p14:nvPr/>
            </p14:nvContentPartPr>
            <p14:xfrm>
              <a:off x="2857673" y="3204670"/>
              <a:ext cx="169560" cy="21600"/>
            </p14:xfrm>
          </p:contentPart>
        </mc:Choice>
        <mc:Fallback xmlns=""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84956E3E-683D-4B05-B9C7-B51CFD61F378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2848673" y="3196030"/>
                <a:ext cx="1872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0F53C43A-F4D3-403B-8FFB-7B23FEC6F7B7}"/>
                  </a:ext>
                </a:extLst>
              </p14:cNvPr>
              <p14:cNvContentPartPr/>
              <p14:nvPr/>
            </p14:nvContentPartPr>
            <p14:xfrm>
              <a:off x="3112913" y="3155350"/>
              <a:ext cx="98280" cy="201960"/>
            </p14:xfrm>
          </p:contentPart>
        </mc:Choice>
        <mc:Fallback xmlns=""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0F53C43A-F4D3-403B-8FFB-7B23FEC6F7B7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3104273" y="3146350"/>
                <a:ext cx="115920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5FAB1395-C576-493D-863F-3AA41EDBA73A}"/>
                  </a:ext>
                </a:extLst>
              </p14:cNvPr>
              <p14:cNvContentPartPr/>
              <p14:nvPr/>
            </p14:nvContentPartPr>
            <p14:xfrm>
              <a:off x="3084833" y="3021430"/>
              <a:ext cx="16920" cy="29520"/>
            </p14:xfrm>
          </p:contentPart>
        </mc:Choice>
        <mc:Fallback xmlns=""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5FAB1395-C576-493D-863F-3AA41EDBA73A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3075833" y="3012790"/>
                <a:ext cx="3456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DBCF4A02-622F-4C7D-BA4B-D3C399FE314F}"/>
                  </a:ext>
                </a:extLst>
              </p14:cNvPr>
              <p14:cNvContentPartPr/>
              <p14:nvPr/>
            </p14:nvContentPartPr>
            <p14:xfrm>
              <a:off x="2933993" y="3720190"/>
              <a:ext cx="154080" cy="16560"/>
            </p14:xfrm>
          </p:contentPart>
        </mc:Choice>
        <mc:Fallback xmlns=""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DBCF4A02-622F-4C7D-BA4B-D3C399FE314F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2924993" y="3711550"/>
                <a:ext cx="17172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3C881EB9-B03D-4979-97EF-EFE4DA897A71}"/>
                  </a:ext>
                </a:extLst>
              </p14:cNvPr>
              <p14:cNvContentPartPr/>
              <p14:nvPr/>
            </p14:nvContentPartPr>
            <p14:xfrm>
              <a:off x="3158633" y="4029070"/>
              <a:ext cx="1080" cy="24840"/>
            </p14:xfrm>
          </p:contentPart>
        </mc:Choice>
        <mc:Fallback xmlns=""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3C881EB9-B03D-4979-97EF-EFE4DA897A71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3149633" y="4020070"/>
                <a:ext cx="1872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0FEF7AB5-A318-4D28-A0EC-2A83983881C0}"/>
                  </a:ext>
                </a:extLst>
              </p14:cNvPr>
              <p14:cNvContentPartPr/>
              <p14:nvPr/>
            </p14:nvContentPartPr>
            <p14:xfrm>
              <a:off x="3160073" y="4174150"/>
              <a:ext cx="130320" cy="176400"/>
            </p14:xfrm>
          </p:contentPart>
        </mc:Choice>
        <mc:Fallback xmlns=""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0FEF7AB5-A318-4D28-A0EC-2A83983881C0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3151433" y="4165510"/>
                <a:ext cx="147960" cy="19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6F12C4D7-041B-4F3D-8E32-D4C28B3810CA}"/>
                  </a:ext>
                </a:extLst>
              </p14:cNvPr>
              <p14:cNvContentPartPr/>
              <p14:nvPr/>
            </p14:nvContentPartPr>
            <p14:xfrm>
              <a:off x="2928593" y="4129510"/>
              <a:ext cx="155880" cy="126720"/>
            </p14:xfrm>
          </p:contentPart>
        </mc:Choice>
        <mc:Fallback xmlns=""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6F12C4D7-041B-4F3D-8E32-D4C28B3810CA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2919953" y="4120870"/>
                <a:ext cx="173520" cy="14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2EFC54D0-09A9-421B-A488-396A84244297}"/>
                  </a:ext>
                </a:extLst>
              </p14:cNvPr>
              <p14:cNvContentPartPr/>
              <p14:nvPr/>
            </p14:nvContentPartPr>
            <p14:xfrm>
              <a:off x="2899073" y="5179630"/>
              <a:ext cx="93960" cy="13680"/>
            </p14:xfrm>
          </p:contentPart>
        </mc:Choice>
        <mc:Fallback xmlns=""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2EFC54D0-09A9-421B-A488-396A84244297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2890073" y="5170990"/>
                <a:ext cx="111600" cy="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91F8DA54-2882-4262-9AFF-FBA358EF191E}"/>
                  </a:ext>
                </a:extLst>
              </p14:cNvPr>
              <p14:cNvContentPartPr/>
              <p14:nvPr/>
            </p14:nvContentPartPr>
            <p14:xfrm>
              <a:off x="3085553" y="5146870"/>
              <a:ext cx="79920" cy="205200"/>
            </p14:xfrm>
          </p:contentPart>
        </mc:Choice>
        <mc:Fallback xmlns=""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91F8DA54-2882-4262-9AFF-FBA358EF191E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3076553" y="5137870"/>
                <a:ext cx="97560" cy="22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232" name="Ink 231">
                <a:extLst>
                  <a:ext uri="{FF2B5EF4-FFF2-40B4-BE49-F238E27FC236}">
                    <a16:creationId xmlns:a16="http://schemas.microsoft.com/office/drawing/2014/main" id="{2DD5ED3A-2CEF-4B64-8950-39582805C65E}"/>
                  </a:ext>
                </a:extLst>
              </p14:cNvPr>
              <p14:cNvContentPartPr/>
              <p14:nvPr/>
            </p14:nvContentPartPr>
            <p14:xfrm>
              <a:off x="3084113" y="5025550"/>
              <a:ext cx="8640" cy="38520"/>
            </p14:xfrm>
          </p:contentPart>
        </mc:Choice>
        <mc:Fallback xmlns="">
          <p:pic>
            <p:nvPicPr>
              <p:cNvPr id="232" name="Ink 231">
                <a:extLst>
                  <a:ext uri="{FF2B5EF4-FFF2-40B4-BE49-F238E27FC236}">
                    <a16:creationId xmlns:a16="http://schemas.microsoft.com/office/drawing/2014/main" id="{2DD5ED3A-2CEF-4B64-8950-39582805C65E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3075113" y="5016910"/>
                <a:ext cx="2628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A344D064-BFDE-493A-B6EB-3C6FC93C9744}"/>
                  </a:ext>
                </a:extLst>
              </p14:cNvPr>
              <p14:cNvContentPartPr/>
              <p14:nvPr/>
            </p14:nvContentPartPr>
            <p14:xfrm>
              <a:off x="2976113" y="4600750"/>
              <a:ext cx="137880" cy="151920"/>
            </p14:xfrm>
          </p:contentPart>
        </mc:Choice>
        <mc:Fallback xmlns=""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A344D064-BFDE-493A-B6EB-3C6FC93C9744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2967113" y="4592110"/>
                <a:ext cx="155520" cy="16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236" name="Ink 235">
                <a:extLst>
                  <a:ext uri="{FF2B5EF4-FFF2-40B4-BE49-F238E27FC236}">
                    <a16:creationId xmlns:a16="http://schemas.microsoft.com/office/drawing/2014/main" id="{4F3E3A64-11B2-4FD1-8FDE-B10AB733C832}"/>
                  </a:ext>
                </a:extLst>
              </p14:cNvPr>
              <p14:cNvContentPartPr/>
              <p14:nvPr/>
            </p14:nvContentPartPr>
            <p14:xfrm>
              <a:off x="2925353" y="5673550"/>
              <a:ext cx="173520" cy="24120"/>
            </p14:xfrm>
          </p:contentPart>
        </mc:Choice>
        <mc:Fallback xmlns="">
          <p:pic>
            <p:nvPicPr>
              <p:cNvPr id="236" name="Ink 235">
                <a:extLst>
                  <a:ext uri="{FF2B5EF4-FFF2-40B4-BE49-F238E27FC236}">
                    <a16:creationId xmlns:a16="http://schemas.microsoft.com/office/drawing/2014/main" id="{4F3E3A64-11B2-4FD1-8FDE-B10AB733C832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2916713" y="5664550"/>
                <a:ext cx="19116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241" name="Ink 240">
                <a:extLst>
                  <a:ext uri="{FF2B5EF4-FFF2-40B4-BE49-F238E27FC236}">
                    <a16:creationId xmlns:a16="http://schemas.microsoft.com/office/drawing/2014/main" id="{5CC35246-4E63-490A-94CB-DAD43B2A38DD}"/>
                  </a:ext>
                </a:extLst>
              </p14:cNvPr>
              <p14:cNvContentPartPr/>
              <p14:nvPr/>
            </p14:nvContentPartPr>
            <p14:xfrm>
              <a:off x="3100673" y="6140110"/>
              <a:ext cx="102600" cy="232920"/>
            </p14:xfrm>
          </p:contentPart>
        </mc:Choice>
        <mc:Fallback xmlns="">
          <p:pic>
            <p:nvPicPr>
              <p:cNvPr id="241" name="Ink 240">
                <a:extLst>
                  <a:ext uri="{FF2B5EF4-FFF2-40B4-BE49-F238E27FC236}">
                    <a16:creationId xmlns:a16="http://schemas.microsoft.com/office/drawing/2014/main" id="{5CC35246-4E63-490A-94CB-DAD43B2A38DD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3092033" y="6131470"/>
                <a:ext cx="120240" cy="25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A0390023-81D5-4DB3-A813-0D0D57CAE208}"/>
                  </a:ext>
                </a:extLst>
              </p14:cNvPr>
              <p14:cNvContentPartPr/>
              <p14:nvPr/>
            </p14:nvContentPartPr>
            <p14:xfrm>
              <a:off x="3106433" y="6024190"/>
              <a:ext cx="6840" cy="30600"/>
            </p14:xfrm>
          </p:contentPart>
        </mc:Choice>
        <mc:Fallback xmlns=""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A0390023-81D5-4DB3-A813-0D0D57CAE208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3097793" y="6015550"/>
                <a:ext cx="2448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243" name="Ink 242">
                <a:extLst>
                  <a:ext uri="{FF2B5EF4-FFF2-40B4-BE49-F238E27FC236}">
                    <a16:creationId xmlns:a16="http://schemas.microsoft.com/office/drawing/2014/main" id="{7BE02073-BFC3-48D6-9646-94E2FD1E173E}"/>
                  </a:ext>
                </a:extLst>
              </p14:cNvPr>
              <p14:cNvContentPartPr/>
              <p14:nvPr/>
            </p14:nvContentPartPr>
            <p14:xfrm>
              <a:off x="2903033" y="6122110"/>
              <a:ext cx="128880" cy="119160"/>
            </p14:xfrm>
          </p:contentPart>
        </mc:Choice>
        <mc:Fallback xmlns="">
          <p:pic>
            <p:nvPicPr>
              <p:cNvPr id="243" name="Ink 242">
                <a:extLst>
                  <a:ext uri="{FF2B5EF4-FFF2-40B4-BE49-F238E27FC236}">
                    <a16:creationId xmlns:a16="http://schemas.microsoft.com/office/drawing/2014/main" id="{7BE02073-BFC3-48D6-9646-94E2FD1E173E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2894393" y="6113110"/>
                <a:ext cx="146520" cy="13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257" name="Ink 256">
                <a:extLst>
                  <a:ext uri="{FF2B5EF4-FFF2-40B4-BE49-F238E27FC236}">
                    <a16:creationId xmlns:a16="http://schemas.microsoft.com/office/drawing/2014/main" id="{E7FBDF9A-92B3-49C4-A017-8E3A8F2645C1}"/>
                  </a:ext>
                </a:extLst>
              </p14:cNvPr>
              <p14:cNvContentPartPr/>
              <p14:nvPr/>
            </p14:nvContentPartPr>
            <p14:xfrm>
              <a:off x="3316313" y="2471350"/>
              <a:ext cx="558360" cy="350640"/>
            </p14:xfrm>
          </p:contentPart>
        </mc:Choice>
        <mc:Fallback xmlns="">
          <p:pic>
            <p:nvPicPr>
              <p:cNvPr id="257" name="Ink 256">
                <a:extLst>
                  <a:ext uri="{FF2B5EF4-FFF2-40B4-BE49-F238E27FC236}">
                    <a16:creationId xmlns:a16="http://schemas.microsoft.com/office/drawing/2014/main" id="{E7FBDF9A-92B3-49C4-A017-8E3A8F2645C1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3307667" y="2462710"/>
                <a:ext cx="576011" cy="36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261" name="Ink 260">
                <a:extLst>
                  <a:ext uri="{FF2B5EF4-FFF2-40B4-BE49-F238E27FC236}">
                    <a16:creationId xmlns:a16="http://schemas.microsoft.com/office/drawing/2014/main" id="{6964AB65-87C6-42F6-8DD6-B786D155B013}"/>
                  </a:ext>
                </a:extLst>
              </p14:cNvPr>
              <p14:cNvContentPartPr/>
              <p14:nvPr/>
            </p14:nvContentPartPr>
            <p14:xfrm>
              <a:off x="3941273" y="2485750"/>
              <a:ext cx="471960" cy="305640"/>
            </p14:xfrm>
          </p:contentPart>
        </mc:Choice>
        <mc:Fallback xmlns="">
          <p:pic>
            <p:nvPicPr>
              <p:cNvPr id="261" name="Ink 260">
                <a:extLst>
                  <a:ext uri="{FF2B5EF4-FFF2-40B4-BE49-F238E27FC236}">
                    <a16:creationId xmlns:a16="http://schemas.microsoft.com/office/drawing/2014/main" id="{6964AB65-87C6-42F6-8DD6-B786D155B013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3932626" y="2477120"/>
                <a:ext cx="489613" cy="3232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271" name="Ink 270">
                <a:extLst>
                  <a:ext uri="{FF2B5EF4-FFF2-40B4-BE49-F238E27FC236}">
                    <a16:creationId xmlns:a16="http://schemas.microsoft.com/office/drawing/2014/main" id="{64D0F9BA-0DEF-4E6D-AB46-0D37E2905666}"/>
                  </a:ext>
                </a:extLst>
              </p14:cNvPr>
              <p14:cNvContentPartPr/>
              <p14:nvPr/>
            </p14:nvContentPartPr>
            <p14:xfrm>
              <a:off x="3384353" y="3019630"/>
              <a:ext cx="992520" cy="336960"/>
            </p14:xfrm>
          </p:contentPart>
        </mc:Choice>
        <mc:Fallback xmlns="">
          <p:pic>
            <p:nvPicPr>
              <p:cNvPr id="271" name="Ink 270">
                <a:extLst>
                  <a:ext uri="{FF2B5EF4-FFF2-40B4-BE49-F238E27FC236}">
                    <a16:creationId xmlns:a16="http://schemas.microsoft.com/office/drawing/2014/main" id="{64D0F9BA-0DEF-4E6D-AB46-0D37E2905666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3375713" y="3010981"/>
                <a:ext cx="1010160" cy="3546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272" name="Ink 271">
                <a:extLst>
                  <a:ext uri="{FF2B5EF4-FFF2-40B4-BE49-F238E27FC236}">
                    <a16:creationId xmlns:a16="http://schemas.microsoft.com/office/drawing/2014/main" id="{48D7096E-37D5-46B0-A0C4-ABC1D2E8D416}"/>
                  </a:ext>
                </a:extLst>
              </p14:cNvPr>
              <p14:cNvContentPartPr/>
              <p14:nvPr/>
            </p14:nvContentPartPr>
            <p14:xfrm>
              <a:off x="3382553" y="3526150"/>
              <a:ext cx="54720" cy="237960"/>
            </p14:xfrm>
          </p:contentPart>
        </mc:Choice>
        <mc:Fallback xmlns="">
          <p:pic>
            <p:nvPicPr>
              <p:cNvPr id="272" name="Ink 271">
                <a:extLst>
                  <a:ext uri="{FF2B5EF4-FFF2-40B4-BE49-F238E27FC236}">
                    <a16:creationId xmlns:a16="http://schemas.microsoft.com/office/drawing/2014/main" id="{48D7096E-37D5-46B0-A0C4-ABC1D2E8D416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3373553" y="3517150"/>
                <a:ext cx="72360" cy="25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284" name="Ink 283">
                <a:extLst>
                  <a:ext uri="{FF2B5EF4-FFF2-40B4-BE49-F238E27FC236}">
                    <a16:creationId xmlns:a16="http://schemas.microsoft.com/office/drawing/2014/main" id="{63316C70-22A6-4BC1-9A6B-2D7AFC2B98EA}"/>
                  </a:ext>
                </a:extLst>
              </p14:cNvPr>
              <p14:cNvContentPartPr/>
              <p14:nvPr/>
            </p14:nvContentPartPr>
            <p14:xfrm>
              <a:off x="3834713" y="3622630"/>
              <a:ext cx="114120" cy="128160"/>
            </p14:xfrm>
          </p:contentPart>
        </mc:Choice>
        <mc:Fallback xmlns="">
          <p:pic>
            <p:nvPicPr>
              <p:cNvPr id="284" name="Ink 283">
                <a:extLst>
                  <a:ext uri="{FF2B5EF4-FFF2-40B4-BE49-F238E27FC236}">
                    <a16:creationId xmlns:a16="http://schemas.microsoft.com/office/drawing/2014/main" id="{63316C70-22A6-4BC1-9A6B-2D7AFC2B98EA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3825713" y="3613990"/>
                <a:ext cx="131760" cy="1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285" name="Ink 284">
                <a:extLst>
                  <a:ext uri="{FF2B5EF4-FFF2-40B4-BE49-F238E27FC236}">
                    <a16:creationId xmlns:a16="http://schemas.microsoft.com/office/drawing/2014/main" id="{12C9110C-15FE-448D-A7D2-9EDF1BA4E24A}"/>
                  </a:ext>
                </a:extLst>
              </p14:cNvPr>
              <p14:cNvContentPartPr/>
              <p14:nvPr/>
            </p14:nvContentPartPr>
            <p14:xfrm>
              <a:off x="3505673" y="3645670"/>
              <a:ext cx="261000" cy="165240"/>
            </p14:xfrm>
          </p:contentPart>
        </mc:Choice>
        <mc:Fallback xmlns="">
          <p:pic>
            <p:nvPicPr>
              <p:cNvPr id="285" name="Ink 284">
                <a:extLst>
                  <a:ext uri="{FF2B5EF4-FFF2-40B4-BE49-F238E27FC236}">
                    <a16:creationId xmlns:a16="http://schemas.microsoft.com/office/drawing/2014/main" id="{12C9110C-15FE-448D-A7D2-9EDF1BA4E24A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3496673" y="3637030"/>
                <a:ext cx="278640" cy="18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288" name="Ink 287">
                <a:extLst>
                  <a:ext uri="{FF2B5EF4-FFF2-40B4-BE49-F238E27FC236}">
                    <a16:creationId xmlns:a16="http://schemas.microsoft.com/office/drawing/2014/main" id="{BCF16DDF-AE14-4841-B278-C085903AF966}"/>
                  </a:ext>
                </a:extLst>
              </p14:cNvPr>
              <p14:cNvContentPartPr/>
              <p14:nvPr/>
            </p14:nvContentPartPr>
            <p14:xfrm>
              <a:off x="4037393" y="3504910"/>
              <a:ext cx="418320" cy="299160"/>
            </p14:xfrm>
          </p:contentPart>
        </mc:Choice>
        <mc:Fallback xmlns="">
          <p:pic>
            <p:nvPicPr>
              <p:cNvPr id="288" name="Ink 287">
                <a:extLst>
                  <a:ext uri="{FF2B5EF4-FFF2-40B4-BE49-F238E27FC236}">
                    <a16:creationId xmlns:a16="http://schemas.microsoft.com/office/drawing/2014/main" id="{BCF16DDF-AE14-4841-B278-C085903AF966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4028401" y="3495910"/>
                <a:ext cx="435945" cy="31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301" name="Ink 300">
                <a:extLst>
                  <a:ext uri="{FF2B5EF4-FFF2-40B4-BE49-F238E27FC236}">
                    <a16:creationId xmlns:a16="http://schemas.microsoft.com/office/drawing/2014/main" id="{6E1E85A2-07F0-43C0-8C9E-EA80A5D26289}"/>
                  </a:ext>
                </a:extLst>
              </p14:cNvPr>
              <p14:cNvContentPartPr/>
              <p14:nvPr/>
            </p14:nvContentPartPr>
            <p14:xfrm>
              <a:off x="3390113" y="3996670"/>
              <a:ext cx="380880" cy="327600"/>
            </p14:xfrm>
          </p:contentPart>
        </mc:Choice>
        <mc:Fallback xmlns="">
          <p:pic>
            <p:nvPicPr>
              <p:cNvPr id="301" name="Ink 300">
                <a:extLst>
                  <a:ext uri="{FF2B5EF4-FFF2-40B4-BE49-F238E27FC236}">
                    <a16:creationId xmlns:a16="http://schemas.microsoft.com/office/drawing/2014/main" id="{6E1E85A2-07F0-43C0-8C9E-EA80A5D26289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3381473" y="3987670"/>
                <a:ext cx="398520" cy="34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311" name="Ink 310">
                <a:extLst>
                  <a:ext uri="{FF2B5EF4-FFF2-40B4-BE49-F238E27FC236}">
                    <a16:creationId xmlns:a16="http://schemas.microsoft.com/office/drawing/2014/main" id="{6B1D515E-707E-468B-A4F1-2439D7990499}"/>
                  </a:ext>
                </a:extLst>
              </p14:cNvPr>
              <p14:cNvContentPartPr/>
              <p14:nvPr/>
            </p14:nvContentPartPr>
            <p14:xfrm>
              <a:off x="3833993" y="4021150"/>
              <a:ext cx="567720" cy="278280"/>
            </p14:xfrm>
          </p:contentPart>
        </mc:Choice>
        <mc:Fallback xmlns="">
          <p:pic>
            <p:nvPicPr>
              <p:cNvPr id="311" name="Ink 310">
                <a:extLst>
                  <a:ext uri="{FF2B5EF4-FFF2-40B4-BE49-F238E27FC236}">
                    <a16:creationId xmlns:a16="http://schemas.microsoft.com/office/drawing/2014/main" id="{6B1D515E-707E-468B-A4F1-2439D7990499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3824993" y="4012162"/>
                <a:ext cx="585360" cy="2958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325" name="Ink 324">
                <a:extLst>
                  <a:ext uri="{FF2B5EF4-FFF2-40B4-BE49-F238E27FC236}">
                    <a16:creationId xmlns:a16="http://schemas.microsoft.com/office/drawing/2014/main" id="{A811AAFA-E0AE-4DAC-BD61-7A60703B7806}"/>
                  </a:ext>
                </a:extLst>
              </p14:cNvPr>
              <p14:cNvContentPartPr/>
              <p14:nvPr/>
            </p14:nvContentPartPr>
            <p14:xfrm>
              <a:off x="4008233" y="4519750"/>
              <a:ext cx="409680" cy="283680"/>
            </p14:xfrm>
          </p:contentPart>
        </mc:Choice>
        <mc:Fallback xmlns="">
          <p:pic>
            <p:nvPicPr>
              <p:cNvPr id="325" name="Ink 324">
                <a:extLst>
                  <a:ext uri="{FF2B5EF4-FFF2-40B4-BE49-F238E27FC236}">
                    <a16:creationId xmlns:a16="http://schemas.microsoft.com/office/drawing/2014/main" id="{A811AAFA-E0AE-4DAC-BD61-7A60703B7806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3999585" y="4510750"/>
                <a:ext cx="427336" cy="30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327" name="Ink 326">
                <a:extLst>
                  <a:ext uri="{FF2B5EF4-FFF2-40B4-BE49-F238E27FC236}">
                    <a16:creationId xmlns:a16="http://schemas.microsoft.com/office/drawing/2014/main" id="{25794646-D50E-4CA6-8203-AFA83D24AF9A}"/>
                  </a:ext>
                </a:extLst>
              </p14:cNvPr>
              <p14:cNvContentPartPr/>
              <p14:nvPr/>
            </p14:nvContentPartPr>
            <p14:xfrm>
              <a:off x="3360953" y="4513270"/>
              <a:ext cx="562320" cy="295560"/>
            </p14:xfrm>
          </p:contentPart>
        </mc:Choice>
        <mc:Fallback xmlns="">
          <p:pic>
            <p:nvPicPr>
              <p:cNvPr id="327" name="Ink 326">
                <a:extLst>
                  <a:ext uri="{FF2B5EF4-FFF2-40B4-BE49-F238E27FC236}">
                    <a16:creationId xmlns:a16="http://schemas.microsoft.com/office/drawing/2014/main" id="{25794646-D50E-4CA6-8203-AFA83D24AF9A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3352313" y="4504630"/>
                <a:ext cx="579960" cy="3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328" name="Ink 327">
                <a:extLst>
                  <a:ext uri="{FF2B5EF4-FFF2-40B4-BE49-F238E27FC236}">
                    <a16:creationId xmlns:a16="http://schemas.microsoft.com/office/drawing/2014/main" id="{CF63E805-D818-4566-A62E-2DFB348B04FB}"/>
                  </a:ext>
                </a:extLst>
              </p14:cNvPr>
              <p14:cNvContentPartPr/>
              <p14:nvPr/>
            </p14:nvContentPartPr>
            <p14:xfrm>
              <a:off x="3325313" y="4980190"/>
              <a:ext cx="65880" cy="268200"/>
            </p14:xfrm>
          </p:contentPart>
        </mc:Choice>
        <mc:Fallback xmlns="">
          <p:pic>
            <p:nvPicPr>
              <p:cNvPr id="328" name="Ink 327">
                <a:extLst>
                  <a:ext uri="{FF2B5EF4-FFF2-40B4-BE49-F238E27FC236}">
                    <a16:creationId xmlns:a16="http://schemas.microsoft.com/office/drawing/2014/main" id="{CF63E805-D818-4566-A62E-2DFB348B04FB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3316313" y="4971550"/>
                <a:ext cx="83520" cy="28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332" name="Ink 331">
                <a:extLst>
                  <a:ext uri="{FF2B5EF4-FFF2-40B4-BE49-F238E27FC236}">
                    <a16:creationId xmlns:a16="http://schemas.microsoft.com/office/drawing/2014/main" id="{5357F1C3-E826-4353-A0E0-8B35CC029D1C}"/>
                  </a:ext>
                </a:extLst>
              </p14:cNvPr>
              <p14:cNvContentPartPr/>
              <p14:nvPr/>
            </p14:nvContentPartPr>
            <p14:xfrm>
              <a:off x="3477233" y="5092870"/>
              <a:ext cx="240480" cy="178200"/>
            </p14:xfrm>
          </p:contentPart>
        </mc:Choice>
        <mc:Fallback xmlns="">
          <p:pic>
            <p:nvPicPr>
              <p:cNvPr id="332" name="Ink 331">
                <a:extLst>
                  <a:ext uri="{FF2B5EF4-FFF2-40B4-BE49-F238E27FC236}">
                    <a16:creationId xmlns:a16="http://schemas.microsoft.com/office/drawing/2014/main" id="{5357F1C3-E826-4353-A0E0-8B35CC029D1C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3468233" y="5083870"/>
                <a:ext cx="25812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333" name="Ink 332">
                <a:extLst>
                  <a:ext uri="{FF2B5EF4-FFF2-40B4-BE49-F238E27FC236}">
                    <a16:creationId xmlns:a16="http://schemas.microsoft.com/office/drawing/2014/main" id="{AC5AFDA0-8A8B-4332-BCE2-6F0E81E602E1}"/>
                  </a:ext>
                </a:extLst>
              </p14:cNvPr>
              <p14:cNvContentPartPr/>
              <p14:nvPr/>
            </p14:nvContentPartPr>
            <p14:xfrm>
              <a:off x="3787193" y="5132110"/>
              <a:ext cx="99000" cy="9720"/>
            </p14:xfrm>
          </p:contentPart>
        </mc:Choice>
        <mc:Fallback xmlns="">
          <p:pic>
            <p:nvPicPr>
              <p:cNvPr id="333" name="Ink 332">
                <a:extLst>
                  <a:ext uri="{FF2B5EF4-FFF2-40B4-BE49-F238E27FC236}">
                    <a16:creationId xmlns:a16="http://schemas.microsoft.com/office/drawing/2014/main" id="{AC5AFDA0-8A8B-4332-BCE2-6F0E81E602E1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3778193" y="5123110"/>
                <a:ext cx="116640" cy="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340" name="Ink 339">
                <a:extLst>
                  <a:ext uri="{FF2B5EF4-FFF2-40B4-BE49-F238E27FC236}">
                    <a16:creationId xmlns:a16="http://schemas.microsoft.com/office/drawing/2014/main" id="{35C8C683-E5B3-41A2-943E-43FA330429BE}"/>
                  </a:ext>
                </a:extLst>
              </p14:cNvPr>
              <p14:cNvContentPartPr/>
              <p14:nvPr/>
            </p14:nvContentPartPr>
            <p14:xfrm>
              <a:off x="3957833" y="5000710"/>
              <a:ext cx="410760" cy="252720"/>
            </p14:xfrm>
          </p:contentPart>
        </mc:Choice>
        <mc:Fallback xmlns="">
          <p:pic>
            <p:nvPicPr>
              <p:cNvPr id="340" name="Ink 339">
                <a:extLst>
                  <a:ext uri="{FF2B5EF4-FFF2-40B4-BE49-F238E27FC236}">
                    <a16:creationId xmlns:a16="http://schemas.microsoft.com/office/drawing/2014/main" id="{35C8C683-E5B3-41A2-943E-43FA330429BE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3948833" y="4992070"/>
                <a:ext cx="428400" cy="27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2">
            <p14:nvContentPartPr>
              <p14:cNvPr id="341" name="Ink 340">
                <a:extLst>
                  <a:ext uri="{FF2B5EF4-FFF2-40B4-BE49-F238E27FC236}">
                    <a16:creationId xmlns:a16="http://schemas.microsoft.com/office/drawing/2014/main" id="{56694985-429B-4400-8B68-1AB38A2C1C5F}"/>
                  </a:ext>
                </a:extLst>
              </p14:cNvPr>
              <p14:cNvContentPartPr/>
              <p14:nvPr/>
            </p14:nvContentPartPr>
            <p14:xfrm>
              <a:off x="3384353" y="5497150"/>
              <a:ext cx="59400" cy="248400"/>
            </p14:xfrm>
          </p:contentPart>
        </mc:Choice>
        <mc:Fallback xmlns="">
          <p:pic>
            <p:nvPicPr>
              <p:cNvPr id="341" name="Ink 340">
                <a:extLst>
                  <a:ext uri="{FF2B5EF4-FFF2-40B4-BE49-F238E27FC236}">
                    <a16:creationId xmlns:a16="http://schemas.microsoft.com/office/drawing/2014/main" id="{56694985-429B-4400-8B68-1AB38A2C1C5F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3375713" y="5488150"/>
                <a:ext cx="77040" cy="26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4">
            <p14:nvContentPartPr>
              <p14:cNvPr id="354" name="Ink 353">
                <a:extLst>
                  <a:ext uri="{FF2B5EF4-FFF2-40B4-BE49-F238E27FC236}">
                    <a16:creationId xmlns:a16="http://schemas.microsoft.com/office/drawing/2014/main" id="{180F6AF4-D253-4EA1-B8B5-EB61829B05EA}"/>
                  </a:ext>
                </a:extLst>
              </p14:cNvPr>
              <p14:cNvContentPartPr/>
              <p14:nvPr/>
            </p14:nvContentPartPr>
            <p14:xfrm>
              <a:off x="3513233" y="5466190"/>
              <a:ext cx="863280" cy="286560"/>
            </p14:xfrm>
          </p:contentPart>
        </mc:Choice>
        <mc:Fallback xmlns="">
          <p:pic>
            <p:nvPicPr>
              <p:cNvPr id="354" name="Ink 353">
                <a:extLst>
                  <a:ext uri="{FF2B5EF4-FFF2-40B4-BE49-F238E27FC236}">
                    <a16:creationId xmlns:a16="http://schemas.microsoft.com/office/drawing/2014/main" id="{180F6AF4-D253-4EA1-B8B5-EB61829B05EA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3504593" y="5457190"/>
                <a:ext cx="880920" cy="30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6">
            <p14:nvContentPartPr>
              <p14:cNvPr id="363" name="Ink 362">
                <a:extLst>
                  <a:ext uri="{FF2B5EF4-FFF2-40B4-BE49-F238E27FC236}">
                    <a16:creationId xmlns:a16="http://schemas.microsoft.com/office/drawing/2014/main" id="{7D255C3B-53B4-40FA-A19A-1A63F0E10884}"/>
                  </a:ext>
                </a:extLst>
              </p14:cNvPr>
              <p14:cNvContentPartPr/>
              <p14:nvPr/>
            </p14:nvContentPartPr>
            <p14:xfrm>
              <a:off x="3326033" y="5965150"/>
              <a:ext cx="77760" cy="290880"/>
            </p14:xfrm>
          </p:contentPart>
        </mc:Choice>
        <mc:Fallback xmlns="">
          <p:pic>
            <p:nvPicPr>
              <p:cNvPr id="363" name="Ink 362">
                <a:extLst>
                  <a:ext uri="{FF2B5EF4-FFF2-40B4-BE49-F238E27FC236}">
                    <a16:creationId xmlns:a16="http://schemas.microsoft.com/office/drawing/2014/main" id="{7D255C3B-53B4-40FA-A19A-1A63F0E10884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3317033" y="5956139"/>
                <a:ext cx="95400" cy="3085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8">
            <p14:nvContentPartPr>
              <p14:cNvPr id="371" name="Ink 370">
                <a:extLst>
                  <a:ext uri="{FF2B5EF4-FFF2-40B4-BE49-F238E27FC236}">
                    <a16:creationId xmlns:a16="http://schemas.microsoft.com/office/drawing/2014/main" id="{5DC0FC42-AD3A-40B7-9B23-25D29908BCCD}"/>
                  </a:ext>
                </a:extLst>
              </p14:cNvPr>
              <p14:cNvContentPartPr/>
              <p14:nvPr/>
            </p14:nvContentPartPr>
            <p14:xfrm>
              <a:off x="3479753" y="5987470"/>
              <a:ext cx="912960" cy="275400"/>
            </p14:xfrm>
          </p:contentPart>
        </mc:Choice>
        <mc:Fallback xmlns="">
          <p:pic>
            <p:nvPicPr>
              <p:cNvPr id="371" name="Ink 370">
                <a:extLst>
                  <a:ext uri="{FF2B5EF4-FFF2-40B4-BE49-F238E27FC236}">
                    <a16:creationId xmlns:a16="http://schemas.microsoft.com/office/drawing/2014/main" id="{5DC0FC42-AD3A-40B7-9B23-25D29908BCCD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3470753" y="5978830"/>
                <a:ext cx="930600" cy="29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0">
            <p14:nvContentPartPr>
              <p14:cNvPr id="374" name="Ink 373">
                <a:extLst>
                  <a:ext uri="{FF2B5EF4-FFF2-40B4-BE49-F238E27FC236}">
                    <a16:creationId xmlns:a16="http://schemas.microsoft.com/office/drawing/2014/main" id="{2815C3B5-974A-4766-9480-806BB59C0F2E}"/>
                  </a:ext>
                </a:extLst>
              </p14:cNvPr>
              <p14:cNvContentPartPr/>
              <p14:nvPr/>
            </p14:nvContentPartPr>
            <p14:xfrm>
              <a:off x="4606913" y="2577910"/>
              <a:ext cx="131040" cy="145080"/>
            </p14:xfrm>
          </p:contentPart>
        </mc:Choice>
        <mc:Fallback xmlns="">
          <p:pic>
            <p:nvPicPr>
              <p:cNvPr id="374" name="Ink 373">
                <a:extLst>
                  <a:ext uri="{FF2B5EF4-FFF2-40B4-BE49-F238E27FC236}">
                    <a16:creationId xmlns:a16="http://schemas.microsoft.com/office/drawing/2014/main" id="{2815C3B5-974A-4766-9480-806BB59C0F2E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4597913" y="2569270"/>
                <a:ext cx="148680" cy="16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2">
            <p14:nvContentPartPr>
              <p14:cNvPr id="382" name="Ink 381">
                <a:extLst>
                  <a:ext uri="{FF2B5EF4-FFF2-40B4-BE49-F238E27FC236}">
                    <a16:creationId xmlns:a16="http://schemas.microsoft.com/office/drawing/2014/main" id="{83A32F17-2721-4EC7-BC84-DD3BE0A64F2B}"/>
                  </a:ext>
                </a:extLst>
              </p14:cNvPr>
              <p14:cNvContentPartPr/>
              <p14:nvPr/>
            </p14:nvContentPartPr>
            <p14:xfrm>
              <a:off x="4566593" y="3098470"/>
              <a:ext cx="167040" cy="117720"/>
            </p14:xfrm>
          </p:contentPart>
        </mc:Choice>
        <mc:Fallback xmlns="">
          <p:pic>
            <p:nvPicPr>
              <p:cNvPr id="382" name="Ink 381">
                <a:extLst>
                  <a:ext uri="{FF2B5EF4-FFF2-40B4-BE49-F238E27FC236}">
                    <a16:creationId xmlns:a16="http://schemas.microsoft.com/office/drawing/2014/main" id="{83A32F17-2721-4EC7-BC84-DD3BE0A64F2B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4557953" y="3089830"/>
                <a:ext cx="18468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4">
            <p14:nvContentPartPr>
              <p14:cNvPr id="384" name="Ink 383">
                <a:extLst>
                  <a:ext uri="{FF2B5EF4-FFF2-40B4-BE49-F238E27FC236}">
                    <a16:creationId xmlns:a16="http://schemas.microsoft.com/office/drawing/2014/main" id="{E582CC0B-E58D-4E9B-9A15-DDE0FBDD7099}"/>
                  </a:ext>
                </a:extLst>
              </p14:cNvPr>
              <p14:cNvContentPartPr/>
              <p14:nvPr/>
            </p14:nvContentPartPr>
            <p14:xfrm>
              <a:off x="4840553" y="2906950"/>
              <a:ext cx="370800" cy="387000"/>
            </p14:xfrm>
          </p:contentPart>
        </mc:Choice>
        <mc:Fallback xmlns="">
          <p:pic>
            <p:nvPicPr>
              <p:cNvPr id="384" name="Ink 383">
                <a:extLst>
                  <a:ext uri="{FF2B5EF4-FFF2-40B4-BE49-F238E27FC236}">
                    <a16:creationId xmlns:a16="http://schemas.microsoft.com/office/drawing/2014/main" id="{E582CC0B-E58D-4E9B-9A15-DDE0FBDD7099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4831553" y="2898302"/>
                <a:ext cx="388440" cy="4046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6">
            <p14:nvContentPartPr>
              <p14:cNvPr id="385" name="Ink 384">
                <a:extLst>
                  <a:ext uri="{FF2B5EF4-FFF2-40B4-BE49-F238E27FC236}">
                    <a16:creationId xmlns:a16="http://schemas.microsoft.com/office/drawing/2014/main" id="{20112EEA-462B-4013-8E1B-ADE5EF21A677}"/>
                  </a:ext>
                </a:extLst>
              </p14:cNvPr>
              <p14:cNvContentPartPr/>
              <p14:nvPr/>
            </p14:nvContentPartPr>
            <p14:xfrm>
              <a:off x="8562233" y="494950"/>
              <a:ext cx="232200" cy="204840"/>
            </p14:xfrm>
          </p:contentPart>
        </mc:Choice>
        <mc:Fallback xmlns="">
          <p:pic>
            <p:nvPicPr>
              <p:cNvPr id="385" name="Ink 384">
                <a:extLst>
                  <a:ext uri="{FF2B5EF4-FFF2-40B4-BE49-F238E27FC236}">
                    <a16:creationId xmlns:a16="http://schemas.microsoft.com/office/drawing/2014/main" id="{20112EEA-462B-4013-8E1B-ADE5EF21A677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8553233" y="485950"/>
                <a:ext cx="249840" cy="22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8">
            <p14:nvContentPartPr>
              <p14:cNvPr id="390" name="Ink 389">
                <a:extLst>
                  <a:ext uri="{FF2B5EF4-FFF2-40B4-BE49-F238E27FC236}">
                    <a16:creationId xmlns:a16="http://schemas.microsoft.com/office/drawing/2014/main" id="{10F7B9A6-B608-43E7-9921-BFAE7E8B9697}"/>
                  </a:ext>
                </a:extLst>
              </p14:cNvPr>
              <p14:cNvContentPartPr/>
              <p14:nvPr/>
            </p14:nvContentPartPr>
            <p14:xfrm>
              <a:off x="8862833" y="643990"/>
              <a:ext cx="111600" cy="149400"/>
            </p14:xfrm>
          </p:contentPart>
        </mc:Choice>
        <mc:Fallback xmlns="">
          <p:pic>
            <p:nvPicPr>
              <p:cNvPr id="390" name="Ink 389">
                <a:extLst>
                  <a:ext uri="{FF2B5EF4-FFF2-40B4-BE49-F238E27FC236}">
                    <a16:creationId xmlns:a16="http://schemas.microsoft.com/office/drawing/2014/main" id="{10F7B9A6-B608-43E7-9921-BFAE7E8B9697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8854165" y="635350"/>
                <a:ext cx="129297" cy="16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0">
            <p14:nvContentPartPr>
              <p14:cNvPr id="392" name="Ink 391">
                <a:extLst>
                  <a:ext uri="{FF2B5EF4-FFF2-40B4-BE49-F238E27FC236}">
                    <a16:creationId xmlns:a16="http://schemas.microsoft.com/office/drawing/2014/main" id="{97315A40-782D-4BCB-AAD9-C3281191B08C}"/>
                  </a:ext>
                </a:extLst>
              </p14:cNvPr>
              <p14:cNvContentPartPr/>
              <p14:nvPr/>
            </p14:nvContentPartPr>
            <p14:xfrm>
              <a:off x="9069113" y="583150"/>
              <a:ext cx="117360" cy="14040"/>
            </p14:xfrm>
          </p:contentPart>
        </mc:Choice>
        <mc:Fallback xmlns="">
          <p:pic>
            <p:nvPicPr>
              <p:cNvPr id="392" name="Ink 391">
                <a:extLst>
                  <a:ext uri="{FF2B5EF4-FFF2-40B4-BE49-F238E27FC236}">
                    <a16:creationId xmlns:a16="http://schemas.microsoft.com/office/drawing/2014/main" id="{97315A40-782D-4BCB-AAD9-C3281191B08C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9060113" y="574510"/>
                <a:ext cx="135000" cy="3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2">
            <p14:nvContentPartPr>
              <p14:cNvPr id="393" name="Ink 392">
                <a:extLst>
                  <a:ext uri="{FF2B5EF4-FFF2-40B4-BE49-F238E27FC236}">
                    <a16:creationId xmlns:a16="http://schemas.microsoft.com/office/drawing/2014/main" id="{A63CD367-C5BD-4D1E-B2EF-E095C7C30945}"/>
                  </a:ext>
                </a:extLst>
              </p14:cNvPr>
              <p14:cNvContentPartPr/>
              <p14:nvPr/>
            </p14:nvContentPartPr>
            <p14:xfrm>
              <a:off x="9059033" y="531670"/>
              <a:ext cx="100440" cy="12240"/>
            </p14:xfrm>
          </p:contentPart>
        </mc:Choice>
        <mc:Fallback xmlns="">
          <p:pic>
            <p:nvPicPr>
              <p:cNvPr id="393" name="Ink 392">
                <a:extLst>
                  <a:ext uri="{FF2B5EF4-FFF2-40B4-BE49-F238E27FC236}">
                    <a16:creationId xmlns:a16="http://schemas.microsoft.com/office/drawing/2014/main" id="{A63CD367-C5BD-4D1E-B2EF-E095C7C30945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9050393" y="522670"/>
                <a:ext cx="118080" cy="2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4">
            <p14:nvContentPartPr>
              <p14:cNvPr id="407" name="Ink 406">
                <a:extLst>
                  <a:ext uri="{FF2B5EF4-FFF2-40B4-BE49-F238E27FC236}">
                    <a16:creationId xmlns:a16="http://schemas.microsoft.com/office/drawing/2014/main" id="{004EFF7B-5A45-47AD-A1AE-0EE06E6BCAED}"/>
                  </a:ext>
                </a:extLst>
              </p14:cNvPr>
              <p14:cNvContentPartPr/>
              <p14:nvPr/>
            </p14:nvContentPartPr>
            <p14:xfrm>
              <a:off x="9160553" y="1114510"/>
              <a:ext cx="92160" cy="21600"/>
            </p14:xfrm>
          </p:contentPart>
        </mc:Choice>
        <mc:Fallback xmlns="">
          <p:pic>
            <p:nvPicPr>
              <p:cNvPr id="407" name="Ink 406">
                <a:extLst>
                  <a:ext uri="{FF2B5EF4-FFF2-40B4-BE49-F238E27FC236}">
                    <a16:creationId xmlns:a16="http://schemas.microsoft.com/office/drawing/2014/main" id="{004EFF7B-5A45-47AD-A1AE-0EE06E6BCAED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9151553" y="1105510"/>
                <a:ext cx="1098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6">
            <p14:nvContentPartPr>
              <p14:cNvPr id="409" name="Ink 408">
                <a:extLst>
                  <a:ext uri="{FF2B5EF4-FFF2-40B4-BE49-F238E27FC236}">
                    <a16:creationId xmlns:a16="http://schemas.microsoft.com/office/drawing/2014/main" id="{5DF55A17-8ACE-4B93-92B1-1E96B351FF16}"/>
                  </a:ext>
                </a:extLst>
              </p14:cNvPr>
              <p14:cNvContentPartPr/>
              <p14:nvPr/>
            </p14:nvContentPartPr>
            <p14:xfrm>
              <a:off x="9113033" y="1049350"/>
              <a:ext cx="127800" cy="7200"/>
            </p14:xfrm>
          </p:contentPart>
        </mc:Choice>
        <mc:Fallback xmlns="">
          <p:pic>
            <p:nvPicPr>
              <p:cNvPr id="409" name="Ink 408">
                <a:extLst>
                  <a:ext uri="{FF2B5EF4-FFF2-40B4-BE49-F238E27FC236}">
                    <a16:creationId xmlns:a16="http://schemas.microsoft.com/office/drawing/2014/main" id="{5DF55A17-8ACE-4B93-92B1-1E96B351FF16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9104393" y="1040350"/>
                <a:ext cx="145440" cy="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8">
            <p14:nvContentPartPr>
              <p14:cNvPr id="417" name="Ink 416">
                <a:extLst>
                  <a:ext uri="{FF2B5EF4-FFF2-40B4-BE49-F238E27FC236}">
                    <a16:creationId xmlns:a16="http://schemas.microsoft.com/office/drawing/2014/main" id="{EA65872E-DC88-4FE5-AD60-1986FC69CEBD}"/>
                  </a:ext>
                </a:extLst>
              </p14:cNvPr>
              <p14:cNvContentPartPr/>
              <p14:nvPr/>
            </p14:nvContentPartPr>
            <p14:xfrm>
              <a:off x="10814753" y="556150"/>
              <a:ext cx="115200" cy="9000"/>
            </p14:xfrm>
          </p:contentPart>
        </mc:Choice>
        <mc:Fallback xmlns="">
          <p:pic>
            <p:nvPicPr>
              <p:cNvPr id="417" name="Ink 416">
                <a:extLst>
                  <a:ext uri="{FF2B5EF4-FFF2-40B4-BE49-F238E27FC236}">
                    <a16:creationId xmlns:a16="http://schemas.microsoft.com/office/drawing/2014/main" id="{EA65872E-DC88-4FE5-AD60-1986FC69CEBD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10806113" y="547510"/>
                <a:ext cx="13284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0">
            <p14:nvContentPartPr>
              <p14:cNvPr id="418" name="Ink 417">
                <a:extLst>
                  <a:ext uri="{FF2B5EF4-FFF2-40B4-BE49-F238E27FC236}">
                    <a16:creationId xmlns:a16="http://schemas.microsoft.com/office/drawing/2014/main" id="{4CF1CA3A-7BFD-4887-AFE8-86277D70A3AF}"/>
                  </a:ext>
                </a:extLst>
              </p14:cNvPr>
              <p14:cNvContentPartPr/>
              <p14:nvPr/>
            </p14:nvContentPartPr>
            <p14:xfrm>
              <a:off x="10785953" y="502870"/>
              <a:ext cx="124920" cy="3600"/>
            </p14:xfrm>
          </p:contentPart>
        </mc:Choice>
        <mc:Fallback xmlns="">
          <p:pic>
            <p:nvPicPr>
              <p:cNvPr id="418" name="Ink 417">
                <a:extLst>
                  <a:ext uri="{FF2B5EF4-FFF2-40B4-BE49-F238E27FC236}">
                    <a16:creationId xmlns:a16="http://schemas.microsoft.com/office/drawing/2014/main" id="{4CF1CA3A-7BFD-4887-AFE8-86277D70A3AF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10776953" y="493870"/>
                <a:ext cx="14256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2">
            <p14:nvContentPartPr>
              <p14:cNvPr id="441" name="Ink 440">
                <a:extLst>
                  <a:ext uri="{FF2B5EF4-FFF2-40B4-BE49-F238E27FC236}">
                    <a16:creationId xmlns:a16="http://schemas.microsoft.com/office/drawing/2014/main" id="{646812D3-F54F-429E-8CC4-B6C818E0B554}"/>
                  </a:ext>
                </a:extLst>
              </p14:cNvPr>
              <p14:cNvContentPartPr/>
              <p14:nvPr/>
            </p14:nvContentPartPr>
            <p14:xfrm>
              <a:off x="10248113" y="851350"/>
              <a:ext cx="438840" cy="406440"/>
            </p14:xfrm>
          </p:contentPart>
        </mc:Choice>
        <mc:Fallback xmlns="">
          <p:pic>
            <p:nvPicPr>
              <p:cNvPr id="441" name="Ink 440">
                <a:extLst>
                  <a:ext uri="{FF2B5EF4-FFF2-40B4-BE49-F238E27FC236}">
                    <a16:creationId xmlns:a16="http://schemas.microsoft.com/office/drawing/2014/main" id="{646812D3-F54F-429E-8CC4-B6C818E0B554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10239113" y="842350"/>
                <a:ext cx="456480" cy="42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4">
            <p14:nvContentPartPr>
              <p14:cNvPr id="442" name="Ink 441">
                <a:extLst>
                  <a:ext uri="{FF2B5EF4-FFF2-40B4-BE49-F238E27FC236}">
                    <a16:creationId xmlns:a16="http://schemas.microsoft.com/office/drawing/2014/main" id="{E6FB0861-52D6-4CE9-B999-F51AA0423C1D}"/>
                  </a:ext>
                </a:extLst>
              </p14:cNvPr>
              <p14:cNvContentPartPr/>
              <p14:nvPr/>
            </p14:nvContentPartPr>
            <p14:xfrm>
              <a:off x="10840673" y="1083550"/>
              <a:ext cx="118440" cy="19440"/>
            </p14:xfrm>
          </p:contentPart>
        </mc:Choice>
        <mc:Fallback xmlns="">
          <p:pic>
            <p:nvPicPr>
              <p:cNvPr id="442" name="Ink 441">
                <a:extLst>
                  <a:ext uri="{FF2B5EF4-FFF2-40B4-BE49-F238E27FC236}">
                    <a16:creationId xmlns:a16="http://schemas.microsoft.com/office/drawing/2014/main" id="{E6FB0861-52D6-4CE9-B999-F51AA0423C1D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10831673" y="1074550"/>
                <a:ext cx="13608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6">
            <p14:nvContentPartPr>
              <p14:cNvPr id="443" name="Ink 442">
                <a:extLst>
                  <a:ext uri="{FF2B5EF4-FFF2-40B4-BE49-F238E27FC236}">
                    <a16:creationId xmlns:a16="http://schemas.microsoft.com/office/drawing/2014/main" id="{7A5244B2-869E-4C23-8CD1-8A15BBBC98C1}"/>
                  </a:ext>
                </a:extLst>
              </p14:cNvPr>
              <p14:cNvContentPartPr/>
              <p14:nvPr/>
            </p14:nvContentPartPr>
            <p14:xfrm>
              <a:off x="10844993" y="1025590"/>
              <a:ext cx="95040" cy="10080"/>
            </p14:xfrm>
          </p:contentPart>
        </mc:Choice>
        <mc:Fallback xmlns="">
          <p:pic>
            <p:nvPicPr>
              <p:cNvPr id="443" name="Ink 442">
                <a:extLst>
                  <a:ext uri="{FF2B5EF4-FFF2-40B4-BE49-F238E27FC236}">
                    <a16:creationId xmlns:a16="http://schemas.microsoft.com/office/drawing/2014/main" id="{7A5244B2-869E-4C23-8CD1-8A15BBBC98C1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10836353" y="1016590"/>
                <a:ext cx="11268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8">
            <p14:nvContentPartPr>
              <p14:cNvPr id="444" name="Ink 443">
                <a:extLst>
                  <a:ext uri="{FF2B5EF4-FFF2-40B4-BE49-F238E27FC236}">
                    <a16:creationId xmlns:a16="http://schemas.microsoft.com/office/drawing/2014/main" id="{3D2837E4-3D78-4C7A-AE4A-EAEBCFD07A1E}"/>
                  </a:ext>
                </a:extLst>
              </p14:cNvPr>
              <p14:cNvContentPartPr/>
              <p14:nvPr/>
            </p14:nvContentPartPr>
            <p14:xfrm>
              <a:off x="11082953" y="1053310"/>
              <a:ext cx="134280" cy="187200"/>
            </p14:xfrm>
          </p:contentPart>
        </mc:Choice>
        <mc:Fallback xmlns="">
          <p:pic>
            <p:nvPicPr>
              <p:cNvPr id="444" name="Ink 443">
                <a:extLst>
                  <a:ext uri="{FF2B5EF4-FFF2-40B4-BE49-F238E27FC236}">
                    <a16:creationId xmlns:a16="http://schemas.microsoft.com/office/drawing/2014/main" id="{3D2837E4-3D78-4C7A-AE4A-EAEBCFD07A1E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11074313" y="1044670"/>
                <a:ext cx="151920" cy="20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0">
            <p14:nvContentPartPr>
              <p14:cNvPr id="445" name="Ink 444">
                <a:extLst>
                  <a:ext uri="{FF2B5EF4-FFF2-40B4-BE49-F238E27FC236}">
                    <a16:creationId xmlns:a16="http://schemas.microsoft.com/office/drawing/2014/main" id="{703C74C7-8854-4017-A650-529DE2A2DC30}"/>
                  </a:ext>
                </a:extLst>
              </p14:cNvPr>
              <p14:cNvContentPartPr/>
              <p14:nvPr/>
            </p14:nvContentPartPr>
            <p14:xfrm>
              <a:off x="11116433" y="928750"/>
              <a:ext cx="9360" cy="33840"/>
            </p14:xfrm>
          </p:contentPart>
        </mc:Choice>
        <mc:Fallback xmlns="">
          <p:pic>
            <p:nvPicPr>
              <p:cNvPr id="445" name="Ink 444">
                <a:extLst>
                  <a:ext uri="{FF2B5EF4-FFF2-40B4-BE49-F238E27FC236}">
                    <a16:creationId xmlns:a16="http://schemas.microsoft.com/office/drawing/2014/main" id="{703C74C7-8854-4017-A650-529DE2A2DC30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11107433" y="920110"/>
                <a:ext cx="2700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2">
            <p14:nvContentPartPr>
              <p14:cNvPr id="640" name="Ink 639">
                <a:extLst>
                  <a:ext uri="{FF2B5EF4-FFF2-40B4-BE49-F238E27FC236}">
                    <a16:creationId xmlns:a16="http://schemas.microsoft.com/office/drawing/2014/main" id="{C9949CA5-5B50-4C5B-B9FE-E82B72FB4CEA}"/>
                  </a:ext>
                </a:extLst>
              </p14:cNvPr>
              <p14:cNvContentPartPr/>
              <p14:nvPr/>
            </p14:nvContentPartPr>
            <p14:xfrm>
              <a:off x="10223633" y="301630"/>
              <a:ext cx="405000" cy="425880"/>
            </p14:xfrm>
          </p:contentPart>
        </mc:Choice>
        <mc:Fallback xmlns="">
          <p:pic>
            <p:nvPicPr>
              <p:cNvPr id="640" name="Ink 639">
                <a:extLst>
                  <a:ext uri="{FF2B5EF4-FFF2-40B4-BE49-F238E27FC236}">
                    <a16:creationId xmlns:a16="http://schemas.microsoft.com/office/drawing/2014/main" id="{C9949CA5-5B50-4C5B-B9FE-E82B72FB4CEA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10214985" y="292630"/>
                <a:ext cx="422656" cy="44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4">
            <p14:nvContentPartPr>
              <p14:cNvPr id="641" name="Ink 640">
                <a:extLst>
                  <a:ext uri="{FF2B5EF4-FFF2-40B4-BE49-F238E27FC236}">
                    <a16:creationId xmlns:a16="http://schemas.microsoft.com/office/drawing/2014/main" id="{DA0244A6-52F1-4994-BD4B-18EB9F4522F4}"/>
                  </a:ext>
                </a:extLst>
              </p14:cNvPr>
              <p14:cNvContentPartPr/>
              <p14:nvPr/>
            </p14:nvContentPartPr>
            <p14:xfrm>
              <a:off x="11047313" y="530590"/>
              <a:ext cx="113040" cy="25560"/>
            </p14:xfrm>
          </p:contentPart>
        </mc:Choice>
        <mc:Fallback xmlns="">
          <p:pic>
            <p:nvPicPr>
              <p:cNvPr id="641" name="Ink 640">
                <a:extLst>
                  <a:ext uri="{FF2B5EF4-FFF2-40B4-BE49-F238E27FC236}">
                    <a16:creationId xmlns:a16="http://schemas.microsoft.com/office/drawing/2014/main" id="{DA0244A6-52F1-4994-BD4B-18EB9F4522F4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11038313" y="521590"/>
                <a:ext cx="13068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6">
            <p14:nvContentPartPr>
              <p14:cNvPr id="642" name="Ink 641">
                <a:extLst>
                  <a:ext uri="{FF2B5EF4-FFF2-40B4-BE49-F238E27FC236}">
                    <a16:creationId xmlns:a16="http://schemas.microsoft.com/office/drawing/2014/main" id="{5BC8A71A-4AAE-4632-86B7-1DAA9CBC0BDA}"/>
                  </a:ext>
                </a:extLst>
              </p14:cNvPr>
              <p14:cNvContentPartPr/>
              <p14:nvPr/>
            </p14:nvContentPartPr>
            <p14:xfrm>
              <a:off x="11238113" y="424030"/>
              <a:ext cx="38520" cy="179280"/>
            </p14:xfrm>
          </p:contentPart>
        </mc:Choice>
        <mc:Fallback xmlns="">
          <p:pic>
            <p:nvPicPr>
              <p:cNvPr id="642" name="Ink 641">
                <a:extLst>
                  <a:ext uri="{FF2B5EF4-FFF2-40B4-BE49-F238E27FC236}">
                    <a16:creationId xmlns:a16="http://schemas.microsoft.com/office/drawing/2014/main" id="{5BC8A71A-4AAE-4632-86B7-1DAA9CBC0BDA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11229473" y="415030"/>
                <a:ext cx="56160" cy="19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8">
            <p14:nvContentPartPr>
              <p14:cNvPr id="644" name="Ink 643">
                <a:extLst>
                  <a:ext uri="{FF2B5EF4-FFF2-40B4-BE49-F238E27FC236}">
                    <a16:creationId xmlns:a16="http://schemas.microsoft.com/office/drawing/2014/main" id="{FEE7A290-9111-4E04-ABBB-605344DA2FA9}"/>
                  </a:ext>
                </a:extLst>
              </p14:cNvPr>
              <p14:cNvContentPartPr/>
              <p14:nvPr/>
            </p14:nvContentPartPr>
            <p14:xfrm>
              <a:off x="9377633" y="1075630"/>
              <a:ext cx="110160" cy="18720"/>
            </p14:xfrm>
          </p:contentPart>
        </mc:Choice>
        <mc:Fallback xmlns="">
          <p:pic>
            <p:nvPicPr>
              <p:cNvPr id="644" name="Ink 643">
                <a:extLst>
                  <a:ext uri="{FF2B5EF4-FFF2-40B4-BE49-F238E27FC236}">
                    <a16:creationId xmlns:a16="http://schemas.microsoft.com/office/drawing/2014/main" id="{FEE7A290-9111-4E04-ABBB-605344DA2FA9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9368993" y="1066630"/>
                <a:ext cx="12780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0">
            <p14:nvContentPartPr>
              <p14:cNvPr id="646" name="Ink 645">
                <a:extLst>
                  <a:ext uri="{FF2B5EF4-FFF2-40B4-BE49-F238E27FC236}">
                    <a16:creationId xmlns:a16="http://schemas.microsoft.com/office/drawing/2014/main" id="{F6E431AE-862F-44BD-8815-204EA7669919}"/>
                  </a:ext>
                </a:extLst>
              </p14:cNvPr>
              <p14:cNvContentPartPr/>
              <p14:nvPr/>
            </p14:nvContentPartPr>
            <p14:xfrm>
              <a:off x="9557633" y="907510"/>
              <a:ext cx="19440" cy="46440"/>
            </p14:xfrm>
          </p:contentPart>
        </mc:Choice>
        <mc:Fallback xmlns="">
          <p:pic>
            <p:nvPicPr>
              <p:cNvPr id="646" name="Ink 645">
                <a:extLst>
                  <a:ext uri="{FF2B5EF4-FFF2-40B4-BE49-F238E27FC236}">
                    <a16:creationId xmlns:a16="http://schemas.microsoft.com/office/drawing/2014/main" id="{F6E431AE-862F-44BD-8815-204EA7669919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9548633" y="898870"/>
                <a:ext cx="37080" cy="6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2">
            <p14:nvContentPartPr>
              <p14:cNvPr id="648" name="Ink 647">
                <a:extLst>
                  <a:ext uri="{FF2B5EF4-FFF2-40B4-BE49-F238E27FC236}">
                    <a16:creationId xmlns:a16="http://schemas.microsoft.com/office/drawing/2014/main" id="{98F59D51-D3CA-45F1-A560-66257386B9DF}"/>
                  </a:ext>
                </a:extLst>
              </p14:cNvPr>
              <p14:cNvContentPartPr/>
              <p14:nvPr/>
            </p14:nvContentPartPr>
            <p14:xfrm>
              <a:off x="9546833" y="1057990"/>
              <a:ext cx="122760" cy="194400"/>
            </p14:xfrm>
          </p:contentPart>
        </mc:Choice>
        <mc:Fallback xmlns="">
          <p:pic>
            <p:nvPicPr>
              <p:cNvPr id="648" name="Ink 647">
                <a:extLst>
                  <a:ext uri="{FF2B5EF4-FFF2-40B4-BE49-F238E27FC236}">
                    <a16:creationId xmlns:a16="http://schemas.microsoft.com/office/drawing/2014/main" id="{98F59D51-D3CA-45F1-A560-66257386B9DF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9537833" y="1049350"/>
                <a:ext cx="14040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4">
            <p14:nvContentPartPr>
              <p14:cNvPr id="649" name="Ink 648">
                <a:extLst>
                  <a:ext uri="{FF2B5EF4-FFF2-40B4-BE49-F238E27FC236}">
                    <a16:creationId xmlns:a16="http://schemas.microsoft.com/office/drawing/2014/main" id="{83BFDA7E-AE0F-4AB8-9C06-E27B96B726B4}"/>
                  </a:ext>
                </a:extLst>
              </p14:cNvPr>
              <p14:cNvContentPartPr/>
              <p14:nvPr/>
            </p14:nvContentPartPr>
            <p14:xfrm>
              <a:off x="8596793" y="901030"/>
              <a:ext cx="417960" cy="375480"/>
            </p14:xfrm>
          </p:contentPart>
        </mc:Choice>
        <mc:Fallback xmlns="">
          <p:pic>
            <p:nvPicPr>
              <p:cNvPr id="649" name="Ink 648">
                <a:extLst>
                  <a:ext uri="{FF2B5EF4-FFF2-40B4-BE49-F238E27FC236}">
                    <a16:creationId xmlns:a16="http://schemas.microsoft.com/office/drawing/2014/main" id="{83BFDA7E-AE0F-4AB8-9C06-E27B96B726B4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8588146" y="892382"/>
                <a:ext cx="435615" cy="3931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6">
            <p14:nvContentPartPr>
              <p14:cNvPr id="650" name="Ink 649">
                <a:extLst>
                  <a:ext uri="{FF2B5EF4-FFF2-40B4-BE49-F238E27FC236}">
                    <a16:creationId xmlns:a16="http://schemas.microsoft.com/office/drawing/2014/main" id="{4923BC6B-7FC0-4F9B-A446-C290484FAEF5}"/>
                  </a:ext>
                </a:extLst>
              </p14:cNvPr>
              <p14:cNvContentPartPr/>
              <p14:nvPr/>
            </p14:nvContentPartPr>
            <p14:xfrm>
              <a:off x="8815313" y="325030"/>
              <a:ext cx="100440" cy="101880"/>
            </p14:xfrm>
          </p:contentPart>
        </mc:Choice>
        <mc:Fallback xmlns="">
          <p:pic>
            <p:nvPicPr>
              <p:cNvPr id="650" name="Ink 649">
                <a:extLst>
                  <a:ext uri="{FF2B5EF4-FFF2-40B4-BE49-F238E27FC236}">
                    <a16:creationId xmlns:a16="http://schemas.microsoft.com/office/drawing/2014/main" id="{4923BC6B-7FC0-4F9B-A446-C290484FAEF5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8806313" y="316390"/>
                <a:ext cx="118080" cy="11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8">
            <p14:nvContentPartPr>
              <p14:cNvPr id="651" name="Ink 650">
                <a:extLst>
                  <a:ext uri="{FF2B5EF4-FFF2-40B4-BE49-F238E27FC236}">
                    <a16:creationId xmlns:a16="http://schemas.microsoft.com/office/drawing/2014/main" id="{C055FA63-91DB-4E17-9208-86F821C43332}"/>
                  </a:ext>
                </a:extLst>
              </p14:cNvPr>
              <p14:cNvContentPartPr/>
              <p14:nvPr/>
            </p14:nvContentPartPr>
            <p14:xfrm>
              <a:off x="9346673" y="454270"/>
              <a:ext cx="45360" cy="196920"/>
            </p14:xfrm>
          </p:contentPart>
        </mc:Choice>
        <mc:Fallback xmlns="">
          <p:pic>
            <p:nvPicPr>
              <p:cNvPr id="651" name="Ink 650">
                <a:extLst>
                  <a:ext uri="{FF2B5EF4-FFF2-40B4-BE49-F238E27FC236}">
                    <a16:creationId xmlns:a16="http://schemas.microsoft.com/office/drawing/2014/main" id="{C055FA63-91DB-4E17-9208-86F821C43332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9338033" y="445270"/>
                <a:ext cx="63000" cy="21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0">
            <p14:nvContentPartPr>
              <p14:cNvPr id="652" name="Ink 651">
                <a:extLst>
                  <a:ext uri="{FF2B5EF4-FFF2-40B4-BE49-F238E27FC236}">
                    <a16:creationId xmlns:a16="http://schemas.microsoft.com/office/drawing/2014/main" id="{2E6F6035-57B1-47AB-A0B6-C481D009BDC6}"/>
                  </a:ext>
                </a:extLst>
              </p14:cNvPr>
              <p14:cNvContentPartPr/>
              <p14:nvPr/>
            </p14:nvContentPartPr>
            <p14:xfrm>
              <a:off x="4681793" y="3660070"/>
              <a:ext cx="137520" cy="15480"/>
            </p14:xfrm>
          </p:contentPart>
        </mc:Choice>
        <mc:Fallback xmlns="">
          <p:pic>
            <p:nvPicPr>
              <p:cNvPr id="652" name="Ink 651">
                <a:extLst>
                  <a:ext uri="{FF2B5EF4-FFF2-40B4-BE49-F238E27FC236}">
                    <a16:creationId xmlns:a16="http://schemas.microsoft.com/office/drawing/2014/main" id="{2E6F6035-57B1-47AB-A0B6-C481D009BDC6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4673153" y="3651430"/>
                <a:ext cx="15516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2">
            <p14:nvContentPartPr>
              <p14:cNvPr id="657" name="Ink 656">
                <a:extLst>
                  <a:ext uri="{FF2B5EF4-FFF2-40B4-BE49-F238E27FC236}">
                    <a16:creationId xmlns:a16="http://schemas.microsoft.com/office/drawing/2014/main" id="{DFE91CEB-F636-4BCD-9082-CB8D14CD975F}"/>
                  </a:ext>
                </a:extLst>
              </p14:cNvPr>
              <p14:cNvContentPartPr/>
              <p14:nvPr/>
            </p14:nvContentPartPr>
            <p14:xfrm>
              <a:off x="4664153" y="4121590"/>
              <a:ext cx="48240" cy="135360"/>
            </p14:xfrm>
          </p:contentPart>
        </mc:Choice>
        <mc:Fallback xmlns="">
          <p:pic>
            <p:nvPicPr>
              <p:cNvPr id="657" name="Ink 656">
                <a:extLst>
                  <a:ext uri="{FF2B5EF4-FFF2-40B4-BE49-F238E27FC236}">
                    <a16:creationId xmlns:a16="http://schemas.microsoft.com/office/drawing/2014/main" id="{DFE91CEB-F636-4BCD-9082-CB8D14CD975F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4655153" y="4112950"/>
                <a:ext cx="65880" cy="15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4">
            <p14:nvContentPartPr>
              <p14:cNvPr id="658" name="Ink 657">
                <a:extLst>
                  <a:ext uri="{FF2B5EF4-FFF2-40B4-BE49-F238E27FC236}">
                    <a16:creationId xmlns:a16="http://schemas.microsoft.com/office/drawing/2014/main" id="{AF91EE76-04E8-4F03-9815-5FC87E16C7C0}"/>
                  </a:ext>
                </a:extLst>
              </p14:cNvPr>
              <p14:cNvContentPartPr/>
              <p14:nvPr/>
            </p14:nvContentPartPr>
            <p14:xfrm>
              <a:off x="4602233" y="4203310"/>
              <a:ext cx="144360" cy="5040"/>
            </p14:xfrm>
          </p:contentPart>
        </mc:Choice>
        <mc:Fallback xmlns="">
          <p:pic>
            <p:nvPicPr>
              <p:cNvPr id="658" name="Ink 657">
                <a:extLst>
                  <a:ext uri="{FF2B5EF4-FFF2-40B4-BE49-F238E27FC236}">
                    <a16:creationId xmlns:a16="http://schemas.microsoft.com/office/drawing/2014/main" id="{AF91EE76-04E8-4F03-9815-5FC87E16C7C0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4593233" y="4194670"/>
                <a:ext cx="162000" cy="2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6">
            <p14:nvContentPartPr>
              <p14:cNvPr id="664" name="Ink 663">
                <a:extLst>
                  <a:ext uri="{FF2B5EF4-FFF2-40B4-BE49-F238E27FC236}">
                    <a16:creationId xmlns:a16="http://schemas.microsoft.com/office/drawing/2014/main" id="{04039663-5DE4-460B-9E2C-EB3F2A727730}"/>
                  </a:ext>
                </a:extLst>
              </p14:cNvPr>
              <p14:cNvContentPartPr/>
              <p14:nvPr/>
            </p14:nvContentPartPr>
            <p14:xfrm>
              <a:off x="4881953" y="4088110"/>
              <a:ext cx="190080" cy="191160"/>
            </p14:xfrm>
          </p:contentPart>
        </mc:Choice>
        <mc:Fallback xmlns="">
          <p:pic>
            <p:nvPicPr>
              <p:cNvPr id="664" name="Ink 663">
                <a:extLst>
                  <a:ext uri="{FF2B5EF4-FFF2-40B4-BE49-F238E27FC236}">
                    <a16:creationId xmlns:a16="http://schemas.microsoft.com/office/drawing/2014/main" id="{04039663-5DE4-460B-9E2C-EB3F2A727730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4872953" y="4079470"/>
                <a:ext cx="207720" cy="20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8">
            <p14:nvContentPartPr>
              <p14:cNvPr id="667" name="Ink 666">
                <a:extLst>
                  <a:ext uri="{FF2B5EF4-FFF2-40B4-BE49-F238E27FC236}">
                    <a16:creationId xmlns:a16="http://schemas.microsoft.com/office/drawing/2014/main" id="{4AF7122A-9DA7-4830-9340-6D1444B9849F}"/>
                  </a:ext>
                </a:extLst>
              </p14:cNvPr>
              <p14:cNvContentPartPr/>
              <p14:nvPr/>
            </p14:nvContentPartPr>
            <p14:xfrm>
              <a:off x="5144753" y="3951670"/>
              <a:ext cx="108000" cy="125280"/>
            </p14:xfrm>
          </p:contentPart>
        </mc:Choice>
        <mc:Fallback xmlns="">
          <p:pic>
            <p:nvPicPr>
              <p:cNvPr id="667" name="Ink 666">
                <a:extLst>
                  <a:ext uri="{FF2B5EF4-FFF2-40B4-BE49-F238E27FC236}">
                    <a16:creationId xmlns:a16="http://schemas.microsoft.com/office/drawing/2014/main" id="{4AF7122A-9DA7-4830-9340-6D1444B9849F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5135753" y="3942670"/>
                <a:ext cx="125640" cy="14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0">
            <p14:nvContentPartPr>
              <p14:cNvPr id="668" name="Ink 667">
                <a:extLst>
                  <a:ext uri="{FF2B5EF4-FFF2-40B4-BE49-F238E27FC236}">
                    <a16:creationId xmlns:a16="http://schemas.microsoft.com/office/drawing/2014/main" id="{36569EB0-74F1-4133-9628-6BE95D7D2987}"/>
                  </a:ext>
                </a:extLst>
              </p14:cNvPr>
              <p14:cNvContentPartPr/>
              <p14:nvPr/>
            </p14:nvContentPartPr>
            <p14:xfrm>
              <a:off x="5167433" y="4206910"/>
              <a:ext cx="102600" cy="143280"/>
            </p14:xfrm>
          </p:contentPart>
        </mc:Choice>
        <mc:Fallback xmlns="">
          <p:pic>
            <p:nvPicPr>
              <p:cNvPr id="668" name="Ink 667">
                <a:extLst>
                  <a:ext uri="{FF2B5EF4-FFF2-40B4-BE49-F238E27FC236}">
                    <a16:creationId xmlns:a16="http://schemas.microsoft.com/office/drawing/2014/main" id="{36569EB0-74F1-4133-9628-6BE95D7D2987}"/>
                  </a:ext>
                </a:extLst>
              </p:cNvPr>
              <p:cNvPicPr/>
              <p:nvPr/>
            </p:nvPicPr>
            <p:blipFill>
              <a:blip r:embed="rId301"/>
              <a:stretch>
                <a:fillRect/>
              </a:stretch>
            </p:blipFill>
            <p:spPr>
              <a:xfrm>
                <a:off x="5158433" y="4197910"/>
                <a:ext cx="120240" cy="16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2">
            <p14:nvContentPartPr>
              <p14:cNvPr id="669" name="Ink 668">
                <a:extLst>
                  <a:ext uri="{FF2B5EF4-FFF2-40B4-BE49-F238E27FC236}">
                    <a16:creationId xmlns:a16="http://schemas.microsoft.com/office/drawing/2014/main" id="{2C7FE794-FF9A-4C21-972C-90CCA6BFA2B1}"/>
                  </a:ext>
                </a:extLst>
              </p14:cNvPr>
              <p14:cNvContentPartPr/>
              <p14:nvPr/>
            </p14:nvContentPartPr>
            <p14:xfrm>
              <a:off x="4645793" y="4653670"/>
              <a:ext cx="162360" cy="19440"/>
            </p14:xfrm>
          </p:contentPart>
        </mc:Choice>
        <mc:Fallback xmlns="">
          <p:pic>
            <p:nvPicPr>
              <p:cNvPr id="669" name="Ink 668">
                <a:extLst>
                  <a:ext uri="{FF2B5EF4-FFF2-40B4-BE49-F238E27FC236}">
                    <a16:creationId xmlns:a16="http://schemas.microsoft.com/office/drawing/2014/main" id="{2C7FE794-FF9A-4C21-972C-90CCA6BFA2B1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4636793" y="4645030"/>
                <a:ext cx="18000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4">
            <p14:nvContentPartPr>
              <p14:cNvPr id="672" name="Ink 671">
                <a:extLst>
                  <a:ext uri="{FF2B5EF4-FFF2-40B4-BE49-F238E27FC236}">
                    <a16:creationId xmlns:a16="http://schemas.microsoft.com/office/drawing/2014/main" id="{EB868EDC-6A51-4C7B-BFC7-AE45F61B5CEB}"/>
                  </a:ext>
                </a:extLst>
              </p14:cNvPr>
              <p14:cNvContentPartPr/>
              <p14:nvPr/>
            </p14:nvContentPartPr>
            <p14:xfrm>
              <a:off x="4638953" y="5034190"/>
              <a:ext cx="120600" cy="163800"/>
            </p14:xfrm>
          </p:contentPart>
        </mc:Choice>
        <mc:Fallback xmlns="">
          <p:pic>
            <p:nvPicPr>
              <p:cNvPr id="672" name="Ink 671">
                <a:extLst>
                  <a:ext uri="{FF2B5EF4-FFF2-40B4-BE49-F238E27FC236}">
                    <a16:creationId xmlns:a16="http://schemas.microsoft.com/office/drawing/2014/main" id="{EB868EDC-6A51-4C7B-BFC7-AE45F61B5CEB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4630313" y="5025550"/>
                <a:ext cx="138240" cy="18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6">
            <p14:nvContentPartPr>
              <p14:cNvPr id="673" name="Ink 672">
                <a:extLst>
                  <a:ext uri="{FF2B5EF4-FFF2-40B4-BE49-F238E27FC236}">
                    <a16:creationId xmlns:a16="http://schemas.microsoft.com/office/drawing/2014/main" id="{83CFE55E-77C2-4474-A6A7-E7D25D0C1D9B}"/>
                  </a:ext>
                </a:extLst>
              </p14:cNvPr>
              <p14:cNvContentPartPr/>
              <p14:nvPr/>
            </p14:nvContentPartPr>
            <p14:xfrm>
              <a:off x="4881953" y="4986310"/>
              <a:ext cx="164880" cy="160920"/>
            </p14:xfrm>
          </p:contentPart>
        </mc:Choice>
        <mc:Fallback xmlns="">
          <p:pic>
            <p:nvPicPr>
              <p:cNvPr id="673" name="Ink 672">
                <a:extLst>
                  <a:ext uri="{FF2B5EF4-FFF2-40B4-BE49-F238E27FC236}">
                    <a16:creationId xmlns:a16="http://schemas.microsoft.com/office/drawing/2014/main" id="{83CFE55E-77C2-4474-A6A7-E7D25D0C1D9B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4873313" y="4977310"/>
                <a:ext cx="182520" cy="17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8">
            <p14:nvContentPartPr>
              <p14:cNvPr id="676" name="Ink 675">
                <a:extLst>
                  <a:ext uri="{FF2B5EF4-FFF2-40B4-BE49-F238E27FC236}">
                    <a16:creationId xmlns:a16="http://schemas.microsoft.com/office/drawing/2014/main" id="{B9433E17-6042-4429-A8D3-9085747055CF}"/>
                  </a:ext>
                </a:extLst>
              </p14:cNvPr>
              <p14:cNvContentPartPr/>
              <p14:nvPr/>
            </p14:nvContentPartPr>
            <p14:xfrm>
              <a:off x="5134673" y="5086390"/>
              <a:ext cx="101520" cy="147240"/>
            </p14:xfrm>
          </p:contentPart>
        </mc:Choice>
        <mc:Fallback xmlns="">
          <p:pic>
            <p:nvPicPr>
              <p:cNvPr id="676" name="Ink 675">
                <a:extLst>
                  <a:ext uri="{FF2B5EF4-FFF2-40B4-BE49-F238E27FC236}">
                    <a16:creationId xmlns:a16="http://schemas.microsoft.com/office/drawing/2014/main" id="{B9433E17-6042-4429-A8D3-9085747055CF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5126033" y="5077412"/>
                <a:ext cx="119160" cy="1648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0">
            <p14:nvContentPartPr>
              <p14:cNvPr id="679" name="Ink 678">
                <a:extLst>
                  <a:ext uri="{FF2B5EF4-FFF2-40B4-BE49-F238E27FC236}">
                    <a16:creationId xmlns:a16="http://schemas.microsoft.com/office/drawing/2014/main" id="{D55D9E96-C4C5-426B-B310-72266A04FDF9}"/>
                  </a:ext>
                </a:extLst>
              </p14:cNvPr>
              <p14:cNvContentPartPr/>
              <p14:nvPr/>
            </p14:nvContentPartPr>
            <p14:xfrm>
              <a:off x="5131433" y="4869670"/>
              <a:ext cx="117000" cy="105120"/>
            </p14:xfrm>
          </p:contentPart>
        </mc:Choice>
        <mc:Fallback xmlns="">
          <p:pic>
            <p:nvPicPr>
              <p:cNvPr id="679" name="Ink 678">
                <a:extLst>
                  <a:ext uri="{FF2B5EF4-FFF2-40B4-BE49-F238E27FC236}">
                    <a16:creationId xmlns:a16="http://schemas.microsoft.com/office/drawing/2014/main" id="{D55D9E96-C4C5-426B-B310-72266A04FDF9}"/>
                  </a:ext>
                </a:extLst>
              </p:cNvPr>
              <p:cNvPicPr/>
              <p:nvPr/>
            </p:nvPicPr>
            <p:blipFill>
              <a:blip r:embed="rId311"/>
              <a:stretch>
                <a:fillRect/>
              </a:stretch>
            </p:blipFill>
            <p:spPr>
              <a:xfrm>
                <a:off x="5122793" y="4860670"/>
                <a:ext cx="134640" cy="12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2">
            <p14:nvContentPartPr>
              <p14:cNvPr id="682" name="Ink 681">
                <a:extLst>
                  <a:ext uri="{FF2B5EF4-FFF2-40B4-BE49-F238E27FC236}">
                    <a16:creationId xmlns:a16="http://schemas.microsoft.com/office/drawing/2014/main" id="{BBD59236-4AD9-48D0-81EC-4C48291D4F92}"/>
                  </a:ext>
                </a:extLst>
              </p14:cNvPr>
              <p14:cNvContentPartPr/>
              <p14:nvPr/>
            </p14:nvContentPartPr>
            <p14:xfrm>
              <a:off x="4864673" y="5597590"/>
              <a:ext cx="85680" cy="224640"/>
            </p14:xfrm>
          </p:contentPart>
        </mc:Choice>
        <mc:Fallback xmlns="">
          <p:pic>
            <p:nvPicPr>
              <p:cNvPr id="682" name="Ink 681">
                <a:extLst>
                  <a:ext uri="{FF2B5EF4-FFF2-40B4-BE49-F238E27FC236}">
                    <a16:creationId xmlns:a16="http://schemas.microsoft.com/office/drawing/2014/main" id="{BBD59236-4AD9-48D0-81EC-4C48291D4F92}"/>
                  </a:ext>
                </a:extLst>
              </p:cNvPr>
              <p:cNvPicPr/>
              <p:nvPr/>
            </p:nvPicPr>
            <p:blipFill>
              <a:blip r:embed="rId313"/>
              <a:stretch>
                <a:fillRect/>
              </a:stretch>
            </p:blipFill>
            <p:spPr>
              <a:xfrm>
                <a:off x="4856033" y="5588950"/>
                <a:ext cx="103320" cy="24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4">
            <p14:nvContentPartPr>
              <p14:cNvPr id="683" name="Ink 682">
                <a:extLst>
                  <a:ext uri="{FF2B5EF4-FFF2-40B4-BE49-F238E27FC236}">
                    <a16:creationId xmlns:a16="http://schemas.microsoft.com/office/drawing/2014/main" id="{06D0B284-B915-478E-A6BE-5B2CC18ADDDB}"/>
                  </a:ext>
                </a:extLst>
              </p14:cNvPr>
              <p14:cNvContentPartPr/>
              <p14:nvPr/>
            </p14:nvContentPartPr>
            <p14:xfrm>
              <a:off x="4880513" y="5483830"/>
              <a:ext cx="22320" cy="32040"/>
            </p14:xfrm>
          </p:contentPart>
        </mc:Choice>
        <mc:Fallback xmlns="">
          <p:pic>
            <p:nvPicPr>
              <p:cNvPr id="683" name="Ink 682">
                <a:extLst>
                  <a:ext uri="{FF2B5EF4-FFF2-40B4-BE49-F238E27FC236}">
                    <a16:creationId xmlns:a16="http://schemas.microsoft.com/office/drawing/2014/main" id="{06D0B284-B915-478E-A6BE-5B2CC18ADDDB}"/>
                  </a:ext>
                </a:extLst>
              </p:cNvPr>
              <p:cNvPicPr/>
              <p:nvPr/>
            </p:nvPicPr>
            <p:blipFill>
              <a:blip r:embed="rId315"/>
              <a:stretch>
                <a:fillRect/>
              </a:stretch>
            </p:blipFill>
            <p:spPr>
              <a:xfrm>
                <a:off x="4871513" y="5475190"/>
                <a:ext cx="3996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6">
            <p14:nvContentPartPr>
              <p14:cNvPr id="684" name="Ink 683">
                <a:extLst>
                  <a:ext uri="{FF2B5EF4-FFF2-40B4-BE49-F238E27FC236}">
                    <a16:creationId xmlns:a16="http://schemas.microsoft.com/office/drawing/2014/main" id="{31937972-ABEB-42AA-A697-56D238A464D1}"/>
                  </a:ext>
                </a:extLst>
              </p14:cNvPr>
              <p14:cNvContentPartPr/>
              <p14:nvPr/>
            </p14:nvContentPartPr>
            <p14:xfrm>
              <a:off x="4612673" y="5536750"/>
              <a:ext cx="137880" cy="129600"/>
            </p14:xfrm>
          </p:contentPart>
        </mc:Choice>
        <mc:Fallback xmlns="">
          <p:pic>
            <p:nvPicPr>
              <p:cNvPr id="684" name="Ink 683">
                <a:extLst>
                  <a:ext uri="{FF2B5EF4-FFF2-40B4-BE49-F238E27FC236}">
                    <a16:creationId xmlns:a16="http://schemas.microsoft.com/office/drawing/2014/main" id="{31937972-ABEB-42AA-A697-56D238A464D1}"/>
                  </a:ext>
                </a:extLst>
              </p:cNvPr>
              <p:cNvPicPr/>
              <p:nvPr/>
            </p:nvPicPr>
            <p:blipFill>
              <a:blip r:embed="rId317"/>
              <a:stretch>
                <a:fillRect/>
              </a:stretch>
            </p:blipFill>
            <p:spPr>
              <a:xfrm>
                <a:off x="4604033" y="5528110"/>
                <a:ext cx="155520" cy="14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8">
            <p14:nvContentPartPr>
              <p14:cNvPr id="688" name="Ink 687">
                <a:extLst>
                  <a:ext uri="{FF2B5EF4-FFF2-40B4-BE49-F238E27FC236}">
                    <a16:creationId xmlns:a16="http://schemas.microsoft.com/office/drawing/2014/main" id="{2551643D-7032-4A67-A4F6-F268E3AD1357}"/>
                  </a:ext>
                </a:extLst>
              </p14:cNvPr>
              <p14:cNvContentPartPr/>
              <p14:nvPr/>
            </p14:nvContentPartPr>
            <p14:xfrm>
              <a:off x="4615913" y="6095470"/>
              <a:ext cx="135360" cy="156240"/>
            </p14:xfrm>
          </p:contentPart>
        </mc:Choice>
        <mc:Fallback xmlns="">
          <p:pic>
            <p:nvPicPr>
              <p:cNvPr id="688" name="Ink 687">
                <a:extLst>
                  <a:ext uri="{FF2B5EF4-FFF2-40B4-BE49-F238E27FC236}">
                    <a16:creationId xmlns:a16="http://schemas.microsoft.com/office/drawing/2014/main" id="{2551643D-7032-4A67-A4F6-F268E3AD1357}"/>
                  </a:ext>
                </a:extLst>
              </p:cNvPr>
              <p:cNvPicPr/>
              <p:nvPr/>
            </p:nvPicPr>
            <p:blipFill>
              <a:blip r:embed="rId319"/>
              <a:stretch>
                <a:fillRect/>
              </a:stretch>
            </p:blipFill>
            <p:spPr>
              <a:xfrm>
                <a:off x="4607273" y="6086470"/>
                <a:ext cx="153000" cy="17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0">
            <p14:nvContentPartPr>
              <p14:cNvPr id="698" name="Ink 697">
                <a:extLst>
                  <a:ext uri="{FF2B5EF4-FFF2-40B4-BE49-F238E27FC236}">
                    <a16:creationId xmlns:a16="http://schemas.microsoft.com/office/drawing/2014/main" id="{2BCE8E81-467C-4BF4-B712-27BFCC8A73DD}"/>
                  </a:ext>
                </a:extLst>
              </p14:cNvPr>
              <p14:cNvContentPartPr/>
              <p14:nvPr/>
            </p14:nvContentPartPr>
            <p14:xfrm>
              <a:off x="4848833" y="5953990"/>
              <a:ext cx="408240" cy="411480"/>
            </p14:xfrm>
          </p:contentPart>
        </mc:Choice>
        <mc:Fallback xmlns="">
          <p:pic>
            <p:nvPicPr>
              <p:cNvPr id="698" name="Ink 697">
                <a:extLst>
                  <a:ext uri="{FF2B5EF4-FFF2-40B4-BE49-F238E27FC236}">
                    <a16:creationId xmlns:a16="http://schemas.microsoft.com/office/drawing/2014/main" id="{2BCE8E81-467C-4BF4-B712-27BFCC8A73DD}"/>
                  </a:ext>
                </a:extLst>
              </p:cNvPr>
              <p:cNvPicPr/>
              <p:nvPr/>
            </p:nvPicPr>
            <p:blipFill>
              <a:blip r:embed="rId321"/>
              <a:stretch>
                <a:fillRect/>
              </a:stretch>
            </p:blipFill>
            <p:spPr>
              <a:xfrm>
                <a:off x="4839833" y="5944990"/>
                <a:ext cx="425880" cy="42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2">
            <p14:nvContentPartPr>
              <p14:cNvPr id="710" name="Ink 709">
                <a:extLst>
                  <a:ext uri="{FF2B5EF4-FFF2-40B4-BE49-F238E27FC236}">
                    <a16:creationId xmlns:a16="http://schemas.microsoft.com/office/drawing/2014/main" id="{DC816B07-CE03-430B-8AEF-4FCECD38021F}"/>
                  </a:ext>
                </a:extLst>
              </p14:cNvPr>
              <p14:cNvContentPartPr/>
              <p14:nvPr/>
            </p14:nvContentPartPr>
            <p14:xfrm>
              <a:off x="5703793" y="2645974"/>
              <a:ext cx="191160" cy="211680"/>
            </p14:xfrm>
          </p:contentPart>
        </mc:Choice>
        <mc:Fallback xmlns="">
          <p:pic>
            <p:nvPicPr>
              <p:cNvPr id="710" name="Ink 709">
                <a:extLst>
                  <a:ext uri="{FF2B5EF4-FFF2-40B4-BE49-F238E27FC236}">
                    <a16:creationId xmlns:a16="http://schemas.microsoft.com/office/drawing/2014/main" id="{DC816B07-CE03-430B-8AEF-4FCECD38021F}"/>
                  </a:ext>
                </a:extLst>
              </p:cNvPr>
              <p:cNvPicPr/>
              <p:nvPr/>
            </p:nvPicPr>
            <p:blipFill>
              <a:blip r:embed="rId323"/>
              <a:stretch>
                <a:fillRect/>
              </a:stretch>
            </p:blipFill>
            <p:spPr>
              <a:xfrm>
                <a:off x="5694793" y="2636989"/>
                <a:ext cx="208800" cy="2292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4">
            <p14:nvContentPartPr>
              <p14:cNvPr id="713" name="Ink 712">
                <a:extLst>
                  <a:ext uri="{FF2B5EF4-FFF2-40B4-BE49-F238E27FC236}">
                    <a16:creationId xmlns:a16="http://schemas.microsoft.com/office/drawing/2014/main" id="{668819E7-B6F0-4570-AC5A-7ECA3A463991}"/>
                  </a:ext>
                </a:extLst>
              </p14:cNvPr>
              <p14:cNvContentPartPr/>
              <p14:nvPr/>
            </p14:nvContentPartPr>
            <p14:xfrm>
              <a:off x="5976313" y="2522134"/>
              <a:ext cx="466200" cy="343440"/>
            </p14:xfrm>
          </p:contentPart>
        </mc:Choice>
        <mc:Fallback xmlns="">
          <p:pic>
            <p:nvPicPr>
              <p:cNvPr id="713" name="Ink 712">
                <a:extLst>
                  <a:ext uri="{FF2B5EF4-FFF2-40B4-BE49-F238E27FC236}">
                    <a16:creationId xmlns:a16="http://schemas.microsoft.com/office/drawing/2014/main" id="{668819E7-B6F0-4570-AC5A-7ECA3A463991}"/>
                  </a:ext>
                </a:extLst>
              </p:cNvPr>
              <p:cNvPicPr/>
              <p:nvPr/>
            </p:nvPicPr>
            <p:blipFill>
              <a:blip r:embed="rId325"/>
              <a:stretch>
                <a:fillRect/>
              </a:stretch>
            </p:blipFill>
            <p:spPr>
              <a:xfrm>
                <a:off x="5967320" y="2513494"/>
                <a:ext cx="483826" cy="36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6">
            <p14:nvContentPartPr>
              <p14:cNvPr id="717" name="Ink 716">
                <a:extLst>
                  <a:ext uri="{FF2B5EF4-FFF2-40B4-BE49-F238E27FC236}">
                    <a16:creationId xmlns:a16="http://schemas.microsoft.com/office/drawing/2014/main" id="{6AEFAD41-A545-499D-AC13-79421B485A2F}"/>
                  </a:ext>
                </a:extLst>
              </p14:cNvPr>
              <p14:cNvContentPartPr/>
              <p14:nvPr/>
            </p14:nvContentPartPr>
            <p14:xfrm>
              <a:off x="5791993" y="3288574"/>
              <a:ext cx="28800" cy="72000"/>
            </p14:xfrm>
          </p:contentPart>
        </mc:Choice>
        <mc:Fallback xmlns="">
          <p:pic>
            <p:nvPicPr>
              <p:cNvPr id="717" name="Ink 716">
                <a:extLst>
                  <a:ext uri="{FF2B5EF4-FFF2-40B4-BE49-F238E27FC236}">
                    <a16:creationId xmlns:a16="http://schemas.microsoft.com/office/drawing/2014/main" id="{6AEFAD41-A545-499D-AC13-79421B485A2F}"/>
                  </a:ext>
                </a:extLst>
              </p:cNvPr>
              <p:cNvPicPr/>
              <p:nvPr/>
            </p:nvPicPr>
            <p:blipFill>
              <a:blip r:embed="rId327"/>
              <a:stretch>
                <a:fillRect/>
              </a:stretch>
            </p:blipFill>
            <p:spPr>
              <a:xfrm>
                <a:off x="5782993" y="3279934"/>
                <a:ext cx="46440" cy="8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8">
            <p14:nvContentPartPr>
              <p14:cNvPr id="718" name="Ink 717">
                <a:extLst>
                  <a:ext uri="{FF2B5EF4-FFF2-40B4-BE49-F238E27FC236}">
                    <a16:creationId xmlns:a16="http://schemas.microsoft.com/office/drawing/2014/main" id="{856FDAD1-68B2-465A-A43D-848D124F54D5}"/>
                  </a:ext>
                </a:extLst>
              </p14:cNvPr>
              <p14:cNvContentPartPr/>
              <p14:nvPr/>
            </p14:nvContentPartPr>
            <p14:xfrm>
              <a:off x="5866873" y="3235294"/>
              <a:ext cx="91800" cy="1800"/>
            </p14:xfrm>
          </p:contentPart>
        </mc:Choice>
        <mc:Fallback xmlns="">
          <p:pic>
            <p:nvPicPr>
              <p:cNvPr id="718" name="Ink 717">
                <a:extLst>
                  <a:ext uri="{FF2B5EF4-FFF2-40B4-BE49-F238E27FC236}">
                    <a16:creationId xmlns:a16="http://schemas.microsoft.com/office/drawing/2014/main" id="{856FDAD1-68B2-465A-A43D-848D124F54D5}"/>
                  </a:ext>
                </a:extLst>
              </p:cNvPr>
              <p:cNvPicPr/>
              <p:nvPr/>
            </p:nvPicPr>
            <p:blipFill>
              <a:blip r:embed="rId329"/>
              <a:stretch>
                <a:fillRect/>
              </a:stretch>
            </p:blipFill>
            <p:spPr>
              <a:xfrm>
                <a:off x="5858233" y="3226294"/>
                <a:ext cx="109440" cy="1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0">
            <p14:nvContentPartPr>
              <p14:cNvPr id="724" name="Ink 723">
                <a:extLst>
                  <a:ext uri="{FF2B5EF4-FFF2-40B4-BE49-F238E27FC236}">
                    <a16:creationId xmlns:a16="http://schemas.microsoft.com/office/drawing/2014/main" id="{E383FB4B-E4DE-4712-AC90-85F7A6DF1D99}"/>
                  </a:ext>
                </a:extLst>
              </p14:cNvPr>
              <p14:cNvContentPartPr/>
              <p14:nvPr/>
            </p14:nvContentPartPr>
            <p14:xfrm>
              <a:off x="6029593" y="3051694"/>
              <a:ext cx="433800" cy="333360"/>
            </p14:xfrm>
          </p:contentPart>
        </mc:Choice>
        <mc:Fallback xmlns="">
          <p:pic>
            <p:nvPicPr>
              <p:cNvPr id="724" name="Ink 723">
                <a:extLst>
                  <a:ext uri="{FF2B5EF4-FFF2-40B4-BE49-F238E27FC236}">
                    <a16:creationId xmlns:a16="http://schemas.microsoft.com/office/drawing/2014/main" id="{E383FB4B-E4DE-4712-AC90-85F7A6DF1D99}"/>
                  </a:ext>
                </a:extLst>
              </p:cNvPr>
              <p:cNvPicPr/>
              <p:nvPr/>
            </p:nvPicPr>
            <p:blipFill>
              <a:blip r:embed="rId331"/>
              <a:stretch>
                <a:fillRect/>
              </a:stretch>
            </p:blipFill>
            <p:spPr>
              <a:xfrm>
                <a:off x="6020593" y="3042694"/>
                <a:ext cx="451440" cy="35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2">
            <p14:nvContentPartPr>
              <p14:cNvPr id="737" name="Ink 736">
                <a:extLst>
                  <a:ext uri="{FF2B5EF4-FFF2-40B4-BE49-F238E27FC236}">
                    <a16:creationId xmlns:a16="http://schemas.microsoft.com/office/drawing/2014/main" id="{691B9B55-24C6-46BB-8399-F0419C3EC539}"/>
                  </a:ext>
                </a:extLst>
              </p14:cNvPr>
              <p14:cNvContentPartPr/>
              <p14:nvPr/>
            </p14:nvContentPartPr>
            <p14:xfrm>
              <a:off x="6001153" y="3551374"/>
              <a:ext cx="470520" cy="294840"/>
            </p14:xfrm>
          </p:contentPart>
        </mc:Choice>
        <mc:Fallback xmlns="">
          <p:pic>
            <p:nvPicPr>
              <p:cNvPr id="737" name="Ink 736">
                <a:extLst>
                  <a:ext uri="{FF2B5EF4-FFF2-40B4-BE49-F238E27FC236}">
                    <a16:creationId xmlns:a16="http://schemas.microsoft.com/office/drawing/2014/main" id="{691B9B55-24C6-46BB-8399-F0419C3EC539}"/>
                  </a:ext>
                </a:extLst>
              </p:cNvPr>
              <p:cNvPicPr/>
              <p:nvPr/>
            </p:nvPicPr>
            <p:blipFill>
              <a:blip r:embed="rId333"/>
              <a:stretch>
                <a:fillRect/>
              </a:stretch>
            </p:blipFill>
            <p:spPr>
              <a:xfrm>
                <a:off x="5992513" y="3542374"/>
                <a:ext cx="488160" cy="31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4">
            <p14:nvContentPartPr>
              <p14:cNvPr id="738" name="Ink 737">
                <a:extLst>
                  <a:ext uri="{FF2B5EF4-FFF2-40B4-BE49-F238E27FC236}">
                    <a16:creationId xmlns:a16="http://schemas.microsoft.com/office/drawing/2014/main" id="{450E2514-9EE4-4BCE-AC50-57270DDFC591}"/>
                  </a:ext>
                </a:extLst>
              </p14:cNvPr>
              <p14:cNvContentPartPr/>
              <p14:nvPr/>
            </p14:nvContentPartPr>
            <p14:xfrm>
              <a:off x="5777233" y="3657934"/>
              <a:ext cx="153360" cy="191880"/>
            </p14:xfrm>
          </p:contentPart>
        </mc:Choice>
        <mc:Fallback xmlns="">
          <p:pic>
            <p:nvPicPr>
              <p:cNvPr id="738" name="Ink 737">
                <a:extLst>
                  <a:ext uri="{FF2B5EF4-FFF2-40B4-BE49-F238E27FC236}">
                    <a16:creationId xmlns:a16="http://schemas.microsoft.com/office/drawing/2014/main" id="{450E2514-9EE4-4BCE-AC50-57270DDFC591}"/>
                  </a:ext>
                </a:extLst>
              </p:cNvPr>
              <p:cNvPicPr/>
              <p:nvPr/>
            </p:nvPicPr>
            <p:blipFill>
              <a:blip r:embed="rId335"/>
              <a:stretch>
                <a:fillRect/>
              </a:stretch>
            </p:blipFill>
            <p:spPr>
              <a:xfrm>
                <a:off x="5768233" y="3649294"/>
                <a:ext cx="171000" cy="20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6">
            <p14:nvContentPartPr>
              <p14:cNvPr id="762" name="Ink 761">
                <a:extLst>
                  <a:ext uri="{FF2B5EF4-FFF2-40B4-BE49-F238E27FC236}">
                    <a16:creationId xmlns:a16="http://schemas.microsoft.com/office/drawing/2014/main" id="{E3C24937-B891-4D4A-B9B9-A7E2F910CB85}"/>
                  </a:ext>
                </a:extLst>
              </p14:cNvPr>
              <p14:cNvContentPartPr/>
              <p14:nvPr/>
            </p14:nvContentPartPr>
            <p14:xfrm>
              <a:off x="5803153" y="4641454"/>
              <a:ext cx="147600" cy="216360"/>
            </p14:xfrm>
          </p:contentPart>
        </mc:Choice>
        <mc:Fallback xmlns="">
          <p:pic>
            <p:nvPicPr>
              <p:cNvPr id="762" name="Ink 761">
                <a:extLst>
                  <a:ext uri="{FF2B5EF4-FFF2-40B4-BE49-F238E27FC236}">
                    <a16:creationId xmlns:a16="http://schemas.microsoft.com/office/drawing/2014/main" id="{E3C24937-B891-4D4A-B9B9-A7E2F910CB85}"/>
                  </a:ext>
                </a:extLst>
              </p:cNvPr>
              <p:cNvPicPr/>
              <p:nvPr/>
            </p:nvPicPr>
            <p:blipFill>
              <a:blip r:embed="rId337"/>
              <a:stretch>
                <a:fillRect/>
              </a:stretch>
            </p:blipFill>
            <p:spPr>
              <a:xfrm>
                <a:off x="5794175" y="4632800"/>
                <a:ext cx="165197" cy="2340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8">
            <p14:nvContentPartPr>
              <p14:cNvPr id="766" name="Ink 765">
                <a:extLst>
                  <a:ext uri="{FF2B5EF4-FFF2-40B4-BE49-F238E27FC236}">
                    <a16:creationId xmlns:a16="http://schemas.microsoft.com/office/drawing/2014/main" id="{1FDEF512-40E8-4231-8FE5-1206959713D5}"/>
                  </a:ext>
                </a:extLst>
              </p14:cNvPr>
              <p14:cNvContentPartPr/>
              <p14:nvPr/>
            </p14:nvContentPartPr>
            <p14:xfrm>
              <a:off x="5777233" y="4090294"/>
              <a:ext cx="654840" cy="258840"/>
            </p14:xfrm>
          </p:contentPart>
        </mc:Choice>
        <mc:Fallback xmlns="">
          <p:pic>
            <p:nvPicPr>
              <p:cNvPr id="766" name="Ink 765">
                <a:extLst>
                  <a:ext uri="{FF2B5EF4-FFF2-40B4-BE49-F238E27FC236}">
                    <a16:creationId xmlns:a16="http://schemas.microsoft.com/office/drawing/2014/main" id="{1FDEF512-40E8-4231-8FE5-1206959713D5}"/>
                  </a:ext>
                </a:extLst>
              </p:cNvPr>
              <p:cNvPicPr/>
              <p:nvPr/>
            </p:nvPicPr>
            <p:blipFill>
              <a:blip r:embed="rId339"/>
              <a:stretch>
                <a:fillRect/>
              </a:stretch>
            </p:blipFill>
            <p:spPr>
              <a:xfrm>
                <a:off x="5768233" y="4081654"/>
                <a:ext cx="672480" cy="27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0">
            <p14:nvContentPartPr>
              <p14:cNvPr id="767" name="Ink 766">
                <a:extLst>
                  <a:ext uri="{FF2B5EF4-FFF2-40B4-BE49-F238E27FC236}">
                    <a16:creationId xmlns:a16="http://schemas.microsoft.com/office/drawing/2014/main" id="{AF34FC2C-0D5A-4050-9C5E-5312823BF125}"/>
                  </a:ext>
                </a:extLst>
              </p14:cNvPr>
              <p14:cNvContentPartPr/>
              <p14:nvPr/>
            </p14:nvContentPartPr>
            <p14:xfrm>
              <a:off x="6036073" y="4487374"/>
              <a:ext cx="445680" cy="373320"/>
            </p14:xfrm>
          </p:contentPart>
        </mc:Choice>
        <mc:Fallback xmlns="">
          <p:pic>
            <p:nvPicPr>
              <p:cNvPr id="767" name="Ink 766">
                <a:extLst>
                  <a:ext uri="{FF2B5EF4-FFF2-40B4-BE49-F238E27FC236}">
                    <a16:creationId xmlns:a16="http://schemas.microsoft.com/office/drawing/2014/main" id="{AF34FC2C-0D5A-4050-9C5E-5312823BF125}"/>
                  </a:ext>
                </a:extLst>
              </p:cNvPr>
              <p:cNvPicPr/>
              <p:nvPr/>
            </p:nvPicPr>
            <p:blipFill>
              <a:blip r:embed="rId341"/>
              <a:stretch>
                <a:fillRect/>
              </a:stretch>
            </p:blipFill>
            <p:spPr>
              <a:xfrm>
                <a:off x="6027433" y="4478734"/>
                <a:ext cx="463320" cy="39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2">
            <p14:nvContentPartPr>
              <p14:cNvPr id="771" name="Ink 770">
                <a:extLst>
                  <a:ext uri="{FF2B5EF4-FFF2-40B4-BE49-F238E27FC236}">
                    <a16:creationId xmlns:a16="http://schemas.microsoft.com/office/drawing/2014/main" id="{D893FF47-D39A-4C8E-8EDF-1811525A56D5}"/>
                  </a:ext>
                </a:extLst>
              </p14:cNvPr>
              <p14:cNvContentPartPr/>
              <p14:nvPr/>
            </p14:nvContentPartPr>
            <p14:xfrm>
              <a:off x="5817193" y="5197654"/>
              <a:ext cx="9000" cy="65520"/>
            </p14:xfrm>
          </p:contentPart>
        </mc:Choice>
        <mc:Fallback xmlns="">
          <p:pic>
            <p:nvPicPr>
              <p:cNvPr id="771" name="Ink 770">
                <a:extLst>
                  <a:ext uri="{FF2B5EF4-FFF2-40B4-BE49-F238E27FC236}">
                    <a16:creationId xmlns:a16="http://schemas.microsoft.com/office/drawing/2014/main" id="{D893FF47-D39A-4C8E-8EDF-1811525A56D5}"/>
                  </a:ext>
                </a:extLst>
              </p:cNvPr>
              <p:cNvPicPr/>
              <p:nvPr/>
            </p:nvPicPr>
            <p:blipFill>
              <a:blip r:embed="rId343"/>
              <a:stretch>
                <a:fillRect/>
              </a:stretch>
            </p:blipFill>
            <p:spPr>
              <a:xfrm>
                <a:off x="5808553" y="5189014"/>
                <a:ext cx="26640" cy="8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4">
            <p14:nvContentPartPr>
              <p14:cNvPr id="780" name="Ink 779">
                <a:extLst>
                  <a:ext uri="{FF2B5EF4-FFF2-40B4-BE49-F238E27FC236}">
                    <a16:creationId xmlns:a16="http://schemas.microsoft.com/office/drawing/2014/main" id="{308304B0-7499-4EF0-9590-F27F2F7C0D72}"/>
                  </a:ext>
                </a:extLst>
              </p14:cNvPr>
              <p14:cNvContentPartPr/>
              <p14:nvPr/>
            </p14:nvContentPartPr>
            <p14:xfrm>
              <a:off x="5892793" y="5023414"/>
              <a:ext cx="558360" cy="277200"/>
            </p14:xfrm>
          </p:contentPart>
        </mc:Choice>
        <mc:Fallback xmlns="">
          <p:pic>
            <p:nvPicPr>
              <p:cNvPr id="780" name="Ink 779">
                <a:extLst>
                  <a:ext uri="{FF2B5EF4-FFF2-40B4-BE49-F238E27FC236}">
                    <a16:creationId xmlns:a16="http://schemas.microsoft.com/office/drawing/2014/main" id="{308304B0-7499-4EF0-9590-F27F2F7C0D72}"/>
                  </a:ext>
                </a:extLst>
              </p:cNvPr>
              <p:cNvPicPr/>
              <p:nvPr/>
            </p:nvPicPr>
            <p:blipFill>
              <a:blip r:embed="rId345"/>
              <a:stretch>
                <a:fillRect/>
              </a:stretch>
            </p:blipFill>
            <p:spPr>
              <a:xfrm>
                <a:off x="5883793" y="5014414"/>
                <a:ext cx="576000" cy="29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6">
            <p14:nvContentPartPr>
              <p14:cNvPr id="792" name="Ink 791">
                <a:extLst>
                  <a:ext uri="{FF2B5EF4-FFF2-40B4-BE49-F238E27FC236}">
                    <a16:creationId xmlns:a16="http://schemas.microsoft.com/office/drawing/2014/main" id="{68B0A50E-CBC6-47E3-9A4C-086C4FF72A17}"/>
                  </a:ext>
                </a:extLst>
              </p14:cNvPr>
              <p14:cNvContentPartPr/>
              <p14:nvPr/>
            </p14:nvContentPartPr>
            <p14:xfrm>
              <a:off x="5826193" y="5500290"/>
              <a:ext cx="604800" cy="318240"/>
            </p14:xfrm>
          </p:contentPart>
        </mc:Choice>
        <mc:Fallback xmlns="">
          <p:pic>
            <p:nvPicPr>
              <p:cNvPr id="792" name="Ink 791">
                <a:extLst>
                  <a:ext uri="{FF2B5EF4-FFF2-40B4-BE49-F238E27FC236}">
                    <a16:creationId xmlns:a16="http://schemas.microsoft.com/office/drawing/2014/main" id="{68B0A50E-CBC6-47E3-9A4C-086C4FF72A17}"/>
                  </a:ext>
                </a:extLst>
              </p:cNvPr>
              <p:cNvPicPr/>
              <p:nvPr/>
            </p:nvPicPr>
            <p:blipFill>
              <a:blip r:embed="rId347"/>
              <a:stretch>
                <a:fillRect/>
              </a:stretch>
            </p:blipFill>
            <p:spPr>
              <a:xfrm>
                <a:off x="5817548" y="5491650"/>
                <a:ext cx="622451" cy="33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8">
            <p14:nvContentPartPr>
              <p14:cNvPr id="793" name="Ink 792">
                <a:extLst>
                  <a:ext uri="{FF2B5EF4-FFF2-40B4-BE49-F238E27FC236}">
                    <a16:creationId xmlns:a16="http://schemas.microsoft.com/office/drawing/2014/main" id="{25C2FE17-97A0-416C-9FF9-45F59BEAFB96}"/>
                  </a:ext>
                </a:extLst>
              </p14:cNvPr>
              <p14:cNvContentPartPr/>
              <p14:nvPr/>
            </p14:nvContentPartPr>
            <p14:xfrm>
              <a:off x="5618113" y="5646450"/>
              <a:ext cx="132480" cy="104760"/>
            </p14:xfrm>
          </p:contentPart>
        </mc:Choice>
        <mc:Fallback xmlns="">
          <p:pic>
            <p:nvPicPr>
              <p:cNvPr id="793" name="Ink 792">
                <a:extLst>
                  <a:ext uri="{FF2B5EF4-FFF2-40B4-BE49-F238E27FC236}">
                    <a16:creationId xmlns:a16="http://schemas.microsoft.com/office/drawing/2014/main" id="{25C2FE17-97A0-416C-9FF9-45F59BEAFB96}"/>
                  </a:ext>
                </a:extLst>
              </p:cNvPr>
              <p:cNvPicPr/>
              <p:nvPr/>
            </p:nvPicPr>
            <p:blipFill>
              <a:blip r:embed="rId349"/>
              <a:stretch>
                <a:fillRect/>
              </a:stretch>
            </p:blipFill>
            <p:spPr>
              <a:xfrm>
                <a:off x="5609473" y="5637810"/>
                <a:ext cx="150120" cy="12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0">
            <p14:nvContentPartPr>
              <p14:cNvPr id="798" name="Ink 797">
                <a:extLst>
                  <a:ext uri="{FF2B5EF4-FFF2-40B4-BE49-F238E27FC236}">
                    <a16:creationId xmlns:a16="http://schemas.microsoft.com/office/drawing/2014/main" id="{73D4D00A-4EBE-4505-9108-15FE79B43C0D}"/>
                  </a:ext>
                </a:extLst>
              </p14:cNvPr>
              <p14:cNvContentPartPr/>
              <p14:nvPr/>
            </p14:nvContentPartPr>
            <p14:xfrm>
              <a:off x="5885233" y="6184414"/>
              <a:ext cx="104400" cy="11880"/>
            </p14:xfrm>
          </p:contentPart>
        </mc:Choice>
        <mc:Fallback xmlns="">
          <p:pic>
            <p:nvPicPr>
              <p:cNvPr id="798" name="Ink 797">
                <a:extLst>
                  <a:ext uri="{FF2B5EF4-FFF2-40B4-BE49-F238E27FC236}">
                    <a16:creationId xmlns:a16="http://schemas.microsoft.com/office/drawing/2014/main" id="{73D4D00A-4EBE-4505-9108-15FE79B43C0D}"/>
                  </a:ext>
                </a:extLst>
              </p:cNvPr>
              <p:cNvPicPr/>
              <p:nvPr/>
            </p:nvPicPr>
            <p:blipFill>
              <a:blip r:embed="rId351"/>
              <a:stretch>
                <a:fillRect/>
              </a:stretch>
            </p:blipFill>
            <p:spPr>
              <a:xfrm>
                <a:off x="5876593" y="6175774"/>
                <a:ext cx="122040" cy="2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2">
            <p14:nvContentPartPr>
              <p14:cNvPr id="805" name="Ink 804">
                <a:extLst>
                  <a:ext uri="{FF2B5EF4-FFF2-40B4-BE49-F238E27FC236}">
                    <a16:creationId xmlns:a16="http://schemas.microsoft.com/office/drawing/2014/main" id="{EDAFA66E-AB10-44D4-B317-0A7E5EFEA2BC}"/>
                  </a:ext>
                </a:extLst>
              </p14:cNvPr>
              <p14:cNvContentPartPr/>
              <p14:nvPr/>
            </p14:nvContentPartPr>
            <p14:xfrm>
              <a:off x="5603713" y="6158854"/>
              <a:ext cx="224280" cy="176400"/>
            </p14:xfrm>
          </p:contentPart>
        </mc:Choice>
        <mc:Fallback xmlns="">
          <p:pic>
            <p:nvPicPr>
              <p:cNvPr id="805" name="Ink 804">
                <a:extLst>
                  <a:ext uri="{FF2B5EF4-FFF2-40B4-BE49-F238E27FC236}">
                    <a16:creationId xmlns:a16="http://schemas.microsoft.com/office/drawing/2014/main" id="{EDAFA66E-AB10-44D4-B317-0A7E5EFEA2BC}"/>
                  </a:ext>
                </a:extLst>
              </p:cNvPr>
              <p:cNvPicPr/>
              <p:nvPr/>
            </p:nvPicPr>
            <p:blipFill>
              <a:blip r:embed="rId353"/>
              <a:stretch>
                <a:fillRect/>
              </a:stretch>
            </p:blipFill>
            <p:spPr>
              <a:xfrm>
                <a:off x="5594713" y="6149854"/>
                <a:ext cx="241920" cy="19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4">
            <p14:nvContentPartPr>
              <p14:cNvPr id="807" name="Ink 806">
                <a:extLst>
                  <a:ext uri="{FF2B5EF4-FFF2-40B4-BE49-F238E27FC236}">
                    <a16:creationId xmlns:a16="http://schemas.microsoft.com/office/drawing/2014/main" id="{FE3222D0-413A-436A-88BE-79D05C7B05E6}"/>
                  </a:ext>
                </a:extLst>
              </p14:cNvPr>
              <p14:cNvContentPartPr/>
              <p14:nvPr/>
            </p14:nvContentPartPr>
            <p14:xfrm>
              <a:off x="6062353" y="6022054"/>
              <a:ext cx="408960" cy="287640"/>
            </p14:xfrm>
          </p:contentPart>
        </mc:Choice>
        <mc:Fallback xmlns="">
          <p:pic>
            <p:nvPicPr>
              <p:cNvPr id="807" name="Ink 806">
                <a:extLst>
                  <a:ext uri="{FF2B5EF4-FFF2-40B4-BE49-F238E27FC236}">
                    <a16:creationId xmlns:a16="http://schemas.microsoft.com/office/drawing/2014/main" id="{FE3222D0-413A-436A-88BE-79D05C7B05E6}"/>
                  </a:ext>
                </a:extLst>
              </p:cNvPr>
              <p:cNvPicPr/>
              <p:nvPr/>
            </p:nvPicPr>
            <p:blipFill>
              <a:blip r:embed="rId355"/>
              <a:stretch>
                <a:fillRect/>
              </a:stretch>
            </p:blipFill>
            <p:spPr>
              <a:xfrm>
                <a:off x="6053713" y="6013054"/>
                <a:ext cx="426600" cy="30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6">
            <p14:nvContentPartPr>
              <p14:cNvPr id="811" name="Ink 810">
                <a:extLst>
                  <a:ext uri="{FF2B5EF4-FFF2-40B4-BE49-F238E27FC236}">
                    <a16:creationId xmlns:a16="http://schemas.microsoft.com/office/drawing/2014/main" id="{0AE3378E-0D5E-4E3E-8546-B76B09123539}"/>
                  </a:ext>
                </a:extLst>
              </p14:cNvPr>
              <p14:cNvContentPartPr/>
              <p14:nvPr/>
            </p14:nvContentPartPr>
            <p14:xfrm>
              <a:off x="5321153" y="3473230"/>
              <a:ext cx="388400" cy="324000"/>
            </p14:xfrm>
          </p:contentPart>
        </mc:Choice>
        <mc:Fallback xmlns="">
          <p:pic>
            <p:nvPicPr>
              <p:cNvPr id="811" name="Ink 810">
                <a:extLst>
                  <a:ext uri="{FF2B5EF4-FFF2-40B4-BE49-F238E27FC236}">
                    <a16:creationId xmlns:a16="http://schemas.microsoft.com/office/drawing/2014/main" id="{0AE3378E-0D5E-4E3E-8546-B76B09123539}"/>
                  </a:ext>
                </a:extLst>
              </p:cNvPr>
              <p:cNvPicPr/>
              <p:nvPr/>
            </p:nvPicPr>
            <p:blipFill>
              <a:blip r:embed="rId357"/>
              <a:stretch>
                <a:fillRect/>
              </a:stretch>
            </p:blipFill>
            <p:spPr>
              <a:xfrm>
                <a:off x="5312146" y="3464590"/>
                <a:ext cx="406055" cy="34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8">
            <p14:nvContentPartPr>
              <p14:cNvPr id="812" name="Ink 811">
                <a:extLst>
                  <a:ext uri="{FF2B5EF4-FFF2-40B4-BE49-F238E27FC236}">
                    <a16:creationId xmlns:a16="http://schemas.microsoft.com/office/drawing/2014/main" id="{A0725433-08E9-45DB-B8B9-3C39C4C3B5F5}"/>
                  </a:ext>
                </a:extLst>
              </p14:cNvPr>
              <p14:cNvContentPartPr/>
              <p14:nvPr/>
            </p14:nvContentPartPr>
            <p14:xfrm>
              <a:off x="5330873" y="2979310"/>
              <a:ext cx="387680" cy="344160"/>
            </p14:xfrm>
          </p:contentPart>
        </mc:Choice>
        <mc:Fallback xmlns="">
          <p:pic>
            <p:nvPicPr>
              <p:cNvPr id="812" name="Ink 811">
                <a:extLst>
                  <a:ext uri="{FF2B5EF4-FFF2-40B4-BE49-F238E27FC236}">
                    <a16:creationId xmlns:a16="http://schemas.microsoft.com/office/drawing/2014/main" id="{A0725433-08E9-45DB-B8B9-3C39C4C3B5F5}"/>
                  </a:ext>
                </a:extLst>
              </p:cNvPr>
              <p:cNvPicPr/>
              <p:nvPr/>
            </p:nvPicPr>
            <p:blipFill>
              <a:blip r:embed="rId359"/>
              <a:stretch>
                <a:fillRect/>
              </a:stretch>
            </p:blipFill>
            <p:spPr>
              <a:xfrm>
                <a:off x="5322234" y="2970670"/>
                <a:ext cx="405318" cy="36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0">
            <p14:nvContentPartPr>
              <p14:cNvPr id="813" name="Ink 812">
                <a:extLst>
                  <a:ext uri="{FF2B5EF4-FFF2-40B4-BE49-F238E27FC236}">
                    <a16:creationId xmlns:a16="http://schemas.microsoft.com/office/drawing/2014/main" id="{823BD4A0-E9A4-443C-B791-62DEF72F329D}"/>
                  </a:ext>
                </a:extLst>
              </p14:cNvPr>
              <p14:cNvContentPartPr/>
              <p14:nvPr/>
            </p14:nvContentPartPr>
            <p14:xfrm>
              <a:off x="5310713" y="2461990"/>
              <a:ext cx="318200" cy="375480"/>
            </p14:xfrm>
          </p:contentPart>
        </mc:Choice>
        <mc:Fallback xmlns="">
          <p:pic>
            <p:nvPicPr>
              <p:cNvPr id="813" name="Ink 812">
                <a:extLst>
                  <a:ext uri="{FF2B5EF4-FFF2-40B4-BE49-F238E27FC236}">
                    <a16:creationId xmlns:a16="http://schemas.microsoft.com/office/drawing/2014/main" id="{823BD4A0-E9A4-443C-B791-62DEF72F329D}"/>
                  </a:ext>
                </a:extLst>
              </p:cNvPr>
              <p:cNvPicPr/>
              <p:nvPr/>
            </p:nvPicPr>
            <p:blipFill>
              <a:blip r:embed="rId361"/>
              <a:stretch>
                <a:fillRect/>
              </a:stretch>
            </p:blipFill>
            <p:spPr>
              <a:xfrm>
                <a:off x="5301714" y="2453350"/>
                <a:ext cx="335838" cy="39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2">
            <p14:nvContentPartPr>
              <p14:cNvPr id="815" name="Ink 814">
                <a:extLst>
                  <a:ext uri="{FF2B5EF4-FFF2-40B4-BE49-F238E27FC236}">
                    <a16:creationId xmlns:a16="http://schemas.microsoft.com/office/drawing/2014/main" id="{5F389BCC-A3D8-4AEA-BC29-CAFCBC5C2396}"/>
                  </a:ext>
                </a:extLst>
              </p14:cNvPr>
              <p14:cNvContentPartPr/>
              <p14:nvPr/>
            </p14:nvContentPartPr>
            <p14:xfrm>
              <a:off x="5367233" y="3996670"/>
              <a:ext cx="319280" cy="334080"/>
            </p14:xfrm>
          </p:contentPart>
        </mc:Choice>
        <mc:Fallback xmlns="">
          <p:pic>
            <p:nvPicPr>
              <p:cNvPr id="815" name="Ink 814">
                <a:extLst>
                  <a:ext uri="{FF2B5EF4-FFF2-40B4-BE49-F238E27FC236}">
                    <a16:creationId xmlns:a16="http://schemas.microsoft.com/office/drawing/2014/main" id="{5F389BCC-A3D8-4AEA-BC29-CAFCBC5C2396}"/>
                  </a:ext>
                </a:extLst>
              </p:cNvPr>
              <p:cNvPicPr/>
              <p:nvPr/>
            </p:nvPicPr>
            <p:blipFill>
              <a:blip r:embed="rId363"/>
              <a:stretch>
                <a:fillRect/>
              </a:stretch>
            </p:blipFill>
            <p:spPr>
              <a:xfrm>
                <a:off x="5358234" y="3987670"/>
                <a:ext cx="336918" cy="35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4">
            <p14:nvContentPartPr>
              <p14:cNvPr id="818" name="Ink 817">
                <a:extLst>
                  <a:ext uri="{FF2B5EF4-FFF2-40B4-BE49-F238E27FC236}">
                    <a16:creationId xmlns:a16="http://schemas.microsoft.com/office/drawing/2014/main" id="{1ABD10C0-3508-4F07-84EA-6091BFC3D387}"/>
                  </a:ext>
                </a:extLst>
              </p14:cNvPr>
              <p14:cNvContentPartPr/>
              <p14:nvPr/>
            </p14:nvContentPartPr>
            <p14:xfrm>
              <a:off x="5391713" y="4926190"/>
              <a:ext cx="354560" cy="313560"/>
            </p14:xfrm>
          </p:contentPart>
        </mc:Choice>
        <mc:Fallback xmlns="">
          <p:pic>
            <p:nvPicPr>
              <p:cNvPr id="818" name="Ink 817">
                <a:extLst>
                  <a:ext uri="{FF2B5EF4-FFF2-40B4-BE49-F238E27FC236}">
                    <a16:creationId xmlns:a16="http://schemas.microsoft.com/office/drawing/2014/main" id="{1ABD10C0-3508-4F07-84EA-6091BFC3D387}"/>
                  </a:ext>
                </a:extLst>
              </p:cNvPr>
              <p:cNvPicPr/>
              <p:nvPr/>
            </p:nvPicPr>
            <p:blipFill>
              <a:blip r:embed="rId365"/>
              <a:stretch>
                <a:fillRect/>
              </a:stretch>
            </p:blipFill>
            <p:spPr>
              <a:xfrm>
                <a:off x="5382714" y="4917550"/>
                <a:ext cx="372198" cy="33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6">
            <p14:nvContentPartPr>
              <p14:cNvPr id="819" name="Ink 818">
                <a:extLst>
                  <a:ext uri="{FF2B5EF4-FFF2-40B4-BE49-F238E27FC236}">
                    <a16:creationId xmlns:a16="http://schemas.microsoft.com/office/drawing/2014/main" id="{CDEFC829-8D3C-4A91-9767-61760DDC27E9}"/>
                  </a:ext>
                </a:extLst>
              </p14:cNvPr>
              <p14:cNvContentPartPr/>
              <p14:nvPr/>
            </p14:nvContentPartPr>
            <p14:xfrm>
              <a:off x="5386313" y="4474750"/>
              <a:ext cx="351320" cy="311040"/>
            </p14:xfrm>
          </p:contentPart>
        </mc:Choice>
        <mc:Fallback xmlns="">
          <p:pic>
            <p:nvPicPr>
              <p:cNvPr id="819" name="Ink 818">
                <a:extLst>
                  <a:ext uri="{FF2B5EF4-FFF2-40B4-BE49-F238E27FC236}">
                    <a16:creationId xmlns:a16="http://schemas.microsoft.com/office/drawing/2014/main" id="{CDEFC829-8D3C-4A91-9767-61760DDC27E9}"/>
                  </a:ext>
                </a:extLst>
              </p:cNvPr>
              <p:cNvPicPr/>
              <p:nvPr/>
            </p:nvPicPr>
            <p:blipFill>
              <a:blip r:embed="rId367"/>
              <a:stretch>
                <a:fillRect/>
              </a:stretch>
            </p:blipFill>
            <p:spPr>
              <a:xfrm>
                <a:off x="5377314" y="4465750"/>
                <a:ext cx="368958" cy="32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8">
            <p14:nvContentPartPr>
              <p14:cNvPr id="821" name="Ink 820">
                <a:extLst>
                  <a:ext uri="{FF2B5EF4-FFF2-40B4-BE49-F238E27FC236}">
                    <a16:creationId xmlns:a16="http://schemas.microsoft.com/office/drawing/2014/main" id="{10653901-BF72-4B72-802A-5983C1AA1773}"/>
                  </a:ext>
                </a:extLst>
              </p14:cNvPr>
              <p14:cNvContentPartPr/>
              <p14:nvPr/>
            </p14:nvContentPartPr>
            <p14:xfrm>
              <a:off x="5379113" y="5435826"/>
              <a:ext cx="182840" cy="337320"/>
            </p14:xfrm>
          </p:contentPart>
        </mc:Choice>
        <mc:Fallback xmlns="">
          <p:pic>
            <p:nvPicPr>
              <p:cNvPr id="821" name="Ink 820">
                <a:extLst>
                  <a:ext uri="{FF2B5EF4-FFF2-40B4-BE49-F238E27FC236}">
                    <a16:creationId xmlns:a16="http://schemas.microsoft.com/office/drawing/2014/main" id="{10653901-BF72-4B72-802A-5983C1AA1773}"/>
                  </a:ext>
                </a:extLst>
              </p:cNvPr>
              <p:cNvPicPr/>
              <p:nvPr/>
            </p:nvPicPr>
            <p:blipFill>
              <a:blip r:embed="rId369"/>
              <a:stretch>
                <a:fillRect/>
              </a:stretch>
            </p:blipFill>
            <p:spPr>
              <a:xfrm>
                <a:off x="5370475" y="5427186"/>
                <a:ext cx="200476" cy="35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0">
            <p14:nvContentPartPr>
              <p14:cNvPr id="823" name="Ink 822">
                <a:extLst>
                  <a:ext uri="{FF2B5EF4-FFF2-40B4-BE49-F238E27FC236}">
                    <a16:creationId xmlns:a16="http://schemas.microsoft.com/office/drawing/2014/main" id="{EE511DC7-A59D-413C-8C07-A6330DEEF4DC}"/>
                  </a:ext>
                </a:extLst>
              </p14:cNvPr>
              <p14:cNvContentPartPr/>
              <p14:nvPr/>
            </p14:nvContentPartPr>
            <p14:xfrm>
              <a:off x="5396753" y="5955070"/>
              <a:ext cx="145400" cy="365040"/>
            </p14:xfrm>
          </p:contentPart>
        </mc:Choice>
        <mc:Fallback xmlns="">
          <p:pic>
            <p:nvPicPr>
              <p:cNvPr id="823" name="Ink 822">
                <a:extLst>
                  <a:ext uri="{FF2B5EF4-FFF2-40B4-BE49-F238E27FC236}">
                    <a16:creationId xmlns:a16="http://schemas.microsoft.com/office/drawing/2014/main" id="{EE511DC7-A59D-413C-8C07-A6330DEEF4DC}"/>
                  </a:ext>
                </a:extLst>
              </p:cNvPr>
              <p:cNvPicPr/>
              <p:nvPr/>
            </p:nvPicPr>
            <p:blipFill>
              <a:blip r:embed="rId371"/>
              <a:stretch>
                <a:fillRect/>
              </a:stretch>
            </p:blipFill>
            <p:spPr>
              <a:xfrm>
                <a:off x="5388115" y="5946430"/>
                <a:ext cx="163035" cy="38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2">
            <p14:nvContentPartPr>
              <p14:cNvPr id="826" name="Ink 825">
                <a:extLst>
                  <a:ext uri="{FF2B5EF4-FFF2-40B4-BE49-F238E27FC236}">
                    <a16:creationId xmlns:a16="http://schemas.microsoft.com/office/drawing/2014/main" id="{1669331D-9AA4-48F9-A696-1592A5B59BF7}"/>
                  </a:ext>
                </a:extLst>
              </p14:cNvPr>
              <p14:cNvContentPartPr/>
              <p14:nvPr/>
            </p14:nvContentPartPr>
            <p14:xfrm>
              <a:off x="6650993" y="2635870"/>
              <a:ext cx="141120" cy="132120"/>
            </p14:xfrm>
          </p:contentPart>
        </mc:Choice>
        <mc:Fallback xmlns="">
          <p:pic>
            <p:nvPicPr>
              <p:cNvPr id="826" name="Ink 825">
                <a:extLst>
                  <a:ext uri="{FF2B5EF4-FFF2-40B4-BE49-F238E27FC236}">
                    <a16:creationId xmlns:a16="http://schemas.microsoft.com/office/drawing/2014/main" id="{1669331D-9AA4-48F9-A696-1592A5B59BF7}"/>
                  </a:ext>
                </a:extLst>
              </p:cNvPr>
              <p:cNvPicPr/>
              <p:nvPr/>
            </p:nvPicPr>
            <p:blipFill>
              <a:blip r:embed="rId373"/>
              <a:stretch>
                <a:fillRect/>
              </a:stretch>
            </p:blipFill>
            <p:spPr>
              <a:xfrm>
                <a:off x="6641993" y="2627230"/>
                <a:ext cx="158760" cy="14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4">
            <p14:nvContentPartPr>
              <p14:cNvPr id="827" name="Ink 826">
                <a:extLst>
                  <a:ext uri="{FF2B5EF4-FFF2-40B4-BE49-F238E27FC236}">
                    <a16:creationId xmlns:a16="http://schemas.microsoft.com/office/drawing/2014/main" id="{57C93C81-B189-4F5E-93DC-1630631AB58D}"/>
                  </a:ext>
                </a:extLst>
              </p14:cNvPr>
              <p14:cNvContentPartPr/>
              <p14:nvPr/>
            </p14:nvContentPartPr>
            <p14:xfrm>
              <a:off x="6622553" y="3217270"/>
              <a:ext cx="93960" cy="14400"/>
            </p14:xfrm>
          </p:contentPart>
        </mc:Choice>
        <mc:Fallback xmlns="">
          <p:pic>
            <p:nvPicPr>
              <p:cNvPr id="827" name="Ink 826">
                <a:extLst>
                  <a:ext uri="{FF2B5EF4-FFF2-40B4-BE49-F238E27FC236}">
                    <a16:creationId xmlns:a16="http://schemas.microsoft.com/office/drawing/2014/main" id="{57C93C81-B189-4F5E-93DC-1630631AB58D}"/>
                  </a:ext>
                </a:extLst>
              </p:cNvPr>
              <p:cNvPicPr/>
              <p:nvPr/>
            </p:nvPicPr>
            <p:blipFill>
              <a:blip r:embed="rId375"/>
              <a:stretch>
                <a:fillRect/>
              </a:stretch>
            </p:blipFill>
            <p:spPr>
              <a:xfrm>
                <a:off x="6613913" y="3208270"/>
                <a:ext cx="11160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6">
            <p14:nvContentPartPr>
              <p14:cNvPr id="828" name="Ink 827">
                <a:extLst>
                  <a:ext uri="{FF2B5EF4-FFF2-40B4-BE49-F238E27FC236}">
                    <a16:creationId xmlns:a16="http://schemas.microsoft.com/office/drawing/2014/main" id="{0C3DAD32-B902-452A-ADD8-D77243BFF5CB}"/>
                  </a:ext>
                </a:extLst>
              </p14:cNvPr>
              <p14:cNvContentPartPr/>
              <p14:nvPr/>
            </p14:nvContentPartPr>
            <p14:xfrm>
              <a:off x="6776993" y="3193510"/>
              <a:ext cx="101520" cy="212040"/>
            </p14:xfrm>
          </p:contentPart>
        </mc:Choice>
        <mc:Fallback xmlns="">
          <p:pic>
            <p:nvPicPr>
              <p:cNvPr id="828" name="Ink 827">
                <a:extLst>
                  <a:ext uri="{FF2B5EF4-FFF2-40B4-BE49-F238E27FC236}">
                    <a16:creationId xmlns:a16="http://schemas.microsoft.com/office/drawing/2014/main" id="{0C3DAD32-B902-452A-ADD8-D77243BFF5CB}"/>
                  </a:ext>
                </a:extLst>
              </p:cNvPr>
              <p:cNvPicPr/>
              <p:nvPr/>
            </p:nvPicPr>
            <p:blipFill>
              <a:blip r:embed="rId377"/>
              <a:stretch>
                <a:fillRect/>
              </a:stretch>
            </p:blipFill>
            <p:spPr>
              <a:xfrm>
                <a:off x="6767993" y="3184510"/>
                <a:ext cx="119160" cy="22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8">
            <p14:nvContentPartPr>
              <p14:cNvPr id="829" name="Ink 828">
                <a:extLst>
                  <a:ext uri="{FF2B5EF4-FFF2-40B4-BE49-F238E27FC236}">
                    <a16:creationId xmlns:a16="http://schemas.microsoft.com/office/drawing/2014/main" id="{397C5D87-5240-412B-B9B0-35BEF52DC92C}"/>
                  </a:ext>
                </a:extLst>
              </p14:cNvPr>
              <p14:cNvContentPartPr/>
              <p14:nvPr/>
            </p14:nvContentPartPr>
            <p14:xfrm>
              <a:off x="6773753" y="3037630"/>
              <a:ext cx="23040" cy="38520"/>
            </p14:xfrm>
          </p:contentPart>
        </mc:Choice>
        <mc:Fallback xmlns="">
          <p:pic>
            <p:nvPicPr>
              <p:cNvPr id="829" name="Ink 828">
                <a:extLst>
                  <a:ext uri="{FF2B5EF4-FFF2-40B4-BE49-F238E27FC236}">
                    <a16:creationId xmlns:a16="http://schemas.microsoft.com/office/drawing/2014/main" id="{397C5D87-5240-412B-B9B0-35BEF52DC92C}"/>
                  </a:ext>
                </a:extLst>
              </p:cNvPr>
              <p:cNvPicPr/>
              <p:nvPr/>
            </p:nvPicPr>
            <p:blipFill>
              <a:blip r:embed="rId379"/>
              <a:stretch>
                <a:fillRect/>
              </a:stretch>
            </p:blipFill>
            <p:spPr>
              <a:xfrm>
                <a:off x="6765113" y="3028630"/>
                <a:ext cx="4068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0">
            <p14:nvContentPartPr>
              <p14:cNvPr id="830" name="Ink 829">
                <a:extLst>
                  <a:ext uri="{FF2B5EF4-FFF2-40B4-BE49-F238E27FC236}">
                    <a16:creationId xmlns:a16="http://schemas.microsoft.com/office/drawing/2014/main" id="{75A9FFAB-9E4B-4EFC-928A-E33898878005}"/>
                  </a:ext>
                </a:extLst>
              </p14:cNvPr>
              <p14:cNvContentPartPr/>
              <p14:nvPr/>
            </p14:nvContentPartPr>
            <p14:xfrm>
              <a:off x="6687713" y="3735310"/>
              <a:ext cx="156240" cy="6840"/>
            </p14:xfrm>
          </p:contentPart>
        </mc:Choice>
        <mc:Fallback xmlns="">
          <p:pic>
            <p:nvPicPr>
              <p:cNvPr id="830" name="Ink 829">
                <a:extLst>
                  <a:ext uri="{FF2B5EF4-FFF2-40B4-BE49-F238E27FC236}">
                    <a16:creationId xmlns:a16="http://schemas.microsoft.com/office/drawing/2014/main" id="{75A9FFAB-9E4B-4EFC-928A-E33898878005}"/>
                  </a:ext>
                </a:extLst>
              </p:cNvPr>
              <p:cNvPicPr/>
              <p:nvPr/>
            </p:nvPicPr>
            <p:blipFill>
              <a:blip r:embed="rId381"/>
              <a:stretch>
                <a:fillRect/>
              </a:stretch>
            </p:blipFill>
            <p:spPr>
              <a:xfrm>
                <a:off x="6679073" y="3726310"/>
                <a:ext cx="17388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2">
            <p14:nvContentPartPr>
              <p14:cNvPr id="833" name="Ink 832">
                <a:extLst>
                  <a:ext uri="{FF2B5EF4-FFF2-40B4-BE49-F238E27FC236}">
                    <a16:creationId xmlns:a16="http://schemas.microsoft.com/office/drawing/2014/main" id="{B25D4C02-80E7-4035-8121-FF131C10584B}"/>
                  </a:ext>
                </a:extLst>
              </p14:cNvPr>
              <p14:cNvContentPartPr/>
              <p14:nvPr/>
            </p14:nvContentPartPr>
            <p14:xfrm>
              <a:off x="6830993" y="4174510"/>
              <a:ext cx="119880" cy="198360"/>
            </p14:xfrm>
          </p:contentPart>
        </mc:Choice>
        <mc:Fallback xmlns="">
          <p:pic>
            <p:nvPicPr>
              <p:cNvPr id="833" name="Ink 832">
                <a:extLst>
                  <a:ext uri="{FF2B5EF4-FFF2-40B4-BE49-F238E27FC236}">
                    <a16:creationId xmlns:a16="http://schemas.microsoft.com/office/drawing/2014/main" id="{B25D4C02-80E7-4035-8121-FF131C10584B}"/>
                  </a:ext>
                </a:extLst>
              </p:cNvPr>
              <p:cNvPicPr/>
              <p:nvPr/>
            </p:nvPicPr>
            <p:blipFill>
              <a:blip r:embed="rId383"/>
              <a:stretch>
                <a:fillRect/>
              </a:stretch>
            </p:blipFill>
            <p:spPr>
              <a:xfrm>
                <a:off x="6821993" y="4165510"/>
                <a:ext cx="13752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4">
            <p14:nvContentPartPr>
              <p14:cNvPr id="834" name="Ink 833">
                <a:extLst>
                  <a:ext uri="{FF2B5EF4-FFF2-40B4-BE49-F238E27FC236}">
                    <a16:creationId xmlns:a16="http://schemas.microsoft.com/office/drawing/2014/main" id="{CEAD738F-547A-441C-8A9C-CE00A496C2F2}"/>
                  </a:ext>
                </a:extLst>
              </p14:cNvPr>
              <p14:cNvContentPartPr/>
              <p14:nvPr/>
            </p14:nvContentPartPr>
            <p14:xfrm>
              <a:off x="6860153" y="4034830"/>
              <a:ext cx="10080" cy="29880"/>
            </p14:xfrm>
          </p:contentPart>
        </mc:Choice>
        <mc:Fallback xmlns="">
          <p:pic>
            <p:nvPicPr>
              <p:cNvPr id="834" name="Ink 833">
                <a:extLst>
                  <a:ext uri="{FF2B5EF4-FFF2-40B4-BE49-F238E27FC236}">
                    <a16:creationId xmlns:a16="http://schemas.microsoft.com/office/drawing/2014/main" id="{CEAD738F-547A-441C-8A9C-CE00A496C2F2}"/>
                  </a:ext>
                </a:extLst>
              </p:cNvPr>
              <p:cNvPicPr/>
              <p:nvPr/>
            </p:nvPicPr>
            <p:blipFill>
              <a:blip r:embed="rId385"/>
              <a:stretch>
                <a:fillRect/>
              </a:stretch>
            </p:blipFill>
            <p:spPr>
              <a:xfrm>
                <a:off x="6851513" y="4026190"/>
                <a:ext cx="2772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6">
            <p14:nvContentPartPr>
              <p14:cNvPr id="835" name="Ink 834">
                <a:extLst>
                  <a:ext uri="{FF2B5EF4-FFF2-40B4-BE49-F238E27FC236}">
                    <a16:creationId xmlns:a16="http://schemas.microsoft.com/office/drawing/2014/main" id="{F9841023-7D81-4C74-928D-8C19342876D6}"/>
                  </a:ext>
                </a:extLst>
              </p14:cNvPr>
              <p14:cNvContentPartPr/>
              <p14:nvPr/>
            </p14:nvContentPartPr>
            <p14:xfrm>
              <a:off x="6601673" y="4143190"/>
              <a:ext cx="133920" cy="141480"/>
            </p14:xfrm>
          </p:contentPart>
        </mc:Choice>
        <mc:Fallback xmlns="">
          <p:pic>
            <p:nvPicPr>
              <p:cNvPr id="835" name="Ink 834">
                <a:extLst>
                  <a:ext uri="{FF2B5EF4-FFF2-40B4-BE49-F238E27FC236}">
                    <a16:creationId xmlns:a16="http://schemas.microsoft.com/office/drawing/2014/main" id="{F9841023-7D81-4C74-928D-8C19342876D6}"/>
                  </a:ext>
                </a:extLst>
              </p:cNvPr>
              <p:cNvPicPr/>
              <p:nvPr/>
            </p:nvPicPr>
            <p:blipFill>
              <a:blip r:embed="rId387"/>
              <a:stretch>
                <a:fillRect/>
              </a:stretch>
            </p:blipFill>
            <p:spPr>
              <a:xfrm>
                <a:off x="6592673" y="4134190"/>
                <a:ext cx="151560" cy="15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8">
            <p14:nvContentPartPr>
              <p14:cNvPr id="838" name="Ink 837">
                <a:extLst>
                  <a:ext uri="{FF2B5EF4-FFF2-40B4-BE49-F238E27FC236}">
                    <a16:creationId xmlns:a16="http://schemas.microsoft.com/office/drawing/2014/main" id="{1C54C81F-C16C-4C12-BB01-E1B4E1BC8524}"/>
                  </a:ext>
                </a:extLst>
              </p14:cNvPr>
              <p14:cNvContentPartPr/>
              <p14:nvPr/>
            </p14:nvContentPartPr>
            <p14:xfrm>
              <a:off x="6692393" y="4611190"/>
              <a:ext cx="143640" cy="144720"/>
            </p14:xfrm>
          </p:contentPart>
        </mc:Choice>
        <mc:Fallback xmlns="">
          <p:pic>
            <p:nvPicPr>
              <p:cNvPr id="838" name="Ink 837">
                <a:extLst>
                  <a:ext uri="{FF2B5EF4-FFF2-40B4-BE49-F238E27FC236}">
                    <a16:creationId xmlns:a16="http://schemas.microsoft.com/office/drawing/2014/main" id="{1C54C81F-C16C-4C12-BB01-E1B4E1BC8524}"/>
                  </a:ext>
                </a:extLst>
              </p:cNvPr>
              <p:cNvPicPr/>
              <p:nvPr/>
            </p:nvPicPr>
            <p:blipFill>
              <a:blip r:embed="rId389"/>
              <a:stretch>
                <a:fillRect/>
              </a:stretch>
            </p:blipFill>
            <p:spPr>
              <a:xfrm>
                <a:off x="6683753" y="4602550"/>
                <a:ext cx="161280" cy="16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0">
            <p14:nvContentPartPr>
              <p14:cNvPr id="839" name="Ink 838">
                <a:extLst>
                  <a:ext uri="{FF2B5EF4-FFF2-40B4-BE49-F238E27FC236}">
                    <a16:creationId xmlns:a16="http://schemas.microsoft.com/office/drawing/2014/main" id="{250C338C-6827-44C9-B021-91EFBAF0AA94}"/>
                  </a:ext>
                </a:extLst>
              </p14:cNvPr>
              <p14:cNvContentPartPr/>
              <p14:nvPr/>
            </p14:nvContentPartPr>
            <p14:xfrm>
              <a:off x="6582593" y="5116630"/>
              <a:ext cx="108720" cy="14040"/>
            </p14:xfrm>
          </p:contentPart>
        </mc:Choice>
        <mc:Fallback xmlns="">
          <p:pic>
            <p:nvPicPr>
              <p:cNvPr id="839" name="Ink 838">
                <a:extLst>
                  <a:ext uri="{FF2B5EF4-FFF2-40B4-BE49-F238E27FC236}">
                    <a16:creationId xmlns:a16="http://schemas.microsoft.com/office/drawing/2014/main" id="{250C338C-6827-44C9-B021-91EFBAF0AA94}"/>
                  </a:ext>
                </a:extLst>
              </p:cNvPr>
              <p:cNvPicPr/>
              <p:nvPr/>
            </p:nvPicPr>
            <p:blipFill>
              <a:blip r:embed="rId391"/>
              <a:stretch>
                <a:fillRect/>
              </a:stretch>
            </p:blipFill>
            <p:spPr>
              <a:xfrm>
                <a:off x="6573593" y="5107630"/>
                <a:ext cx="126360" cy="3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2">
            <p14:nvContentPartPr>
              <p14:cNvPr id="840" name="Ink 839">
                <a:extLst>
                  <a:ext uri="{FF2B5EF4-FFF2-40B4-BE49-F238E27FC236}">
                    <a16:creationId xmlns:a16="http://schemas.microsoft.com/office/drawing/2014/main" id="{007BE930-F1F7-4ABB-9B4B-BEBB012F0E74}"/>
                  </a:ext>
                </a:extLst>
              </p14:cNvPr>
              <p14:cNvContentPartPr/>
              <p14:nvPr/>
            </p14:nvContentPartPr>
            <p14:xfrm>
              <a:off x="6809753" y="5074510"/>
              <a:ext cx="119520" cy="190800"/>
            </p14:xfrm>
          </p:contentPart>
        </mc:Choice>
        <mc:Fallback xmlns="">
          <p:pic>
            <p:nvPicPr>
              <p:cNvPr id="840" name="Ink 839">
                <a:extLst>
                  <a:ext uri="{FF2B5EF4-FFF2-40B4-BE49-F238E27FC236}">
                    <a16:creationId xmlns:a16="http://schemas.microsoft.com/office/drawing/2014/main" id="{007BE930-F1F7-4ABB-9B4B-BEBB012F0E74}"/>
                  </a:ext>
                </a:extLst>
              </p:cNvPr>
              <p:cNvPicPr/>
              <p:nvPr/>
            </p:nvPicPr>
            <p:blipFill>
              <a:blip r:embed="rId393"/>
              <a:stretch>
                <a:fillRect/>
              </a:stretch>
            </p:blipFill>
            <p:spPr>
              <a:xfrm>
                <a:off x="6801113" y="5065510"/>
                <a:ext cx="137160" cy="20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4">
            <p14:nvContentPartPr>
              <p14:cNvPr id="841" name="Ink 840">
                <a:extLst>
                  <a:ext uri="{FF2B5EF4-FFF2-40B4-BE49-F238E27FC236}">
                    <a16:creationId xmlns:a16="http://schemas.microsoft.com/office/drawing/2014/main" id="{43C29CF2-D8C5-42AF-943B-0B2557BDA927}"/>
                  </a:ext>
                </a:extLst>
              </p14:cNvPr>
              <p14:cNvContentPartPr/>
              <p14:nvPr/>
            </p14:nvContentPartPr>
            <p14:xfrm>
              <a:off x="6811553" y="4975510"/>
              <a:ext cx="23400" cy="15480"/>
            </p14:xfrm>
          </p:contentPart>
        </mc:Choice>
        <mc:Fallback xmlns="">
          <p:pic>
            <p:nvPicPr>
              <p:cNvPr id="841" name="Ink 840">
                <a:extLst>
                  <a:ext uri="{FF2B5EF4-FFF2-40B4-BE49-F238E27FC236}">
                    <a16:creationId xmlns:a16="http://schemas.microsoft.com/office/drawing/2014/main" id="{43C29CF2-D8C5-42AF-943B-0B2557BDA927}"/>
                  </a:ext>
                </a:extLst>
              </p:cNvPr>
              <p:cNvPicPr/>
              <p:nvPr/>
            </p:nvPicPr>
            <p:blipFill>
              <a:blip r:embed="rId395"/>
              <a:stretch>
                <a:fillRect/>
              </a:stretch>
            </p:blipFill>
            <p:spPr>
              <a:xfrm>
                <a:off x="6802913" y="4966870"/>
                <a:ext cx="4104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6">
            <p14:nvContentPartPr>
              <p14:cNvPr id="842" name="Ink 841">
                <a:extLst>
                  <a:ext uri="{FF2B5EF4-FFF2-40B4-BE49-F238E27FC236}">
                    <a16:creationId xmlns:a16="http://schemas.microsoft.com/office/drawing/2014/main" id="{13C39533-B860-4B67-8C83-0323B50E0301}"/>
                  </a:ext>
                </a:extLst>
              </p14:cNvPr>
              <p14:cNvContentPartPr/>
              <p14:nvPr/>
            </p14:nvContentPartPr>
            <p14:xfrm>
              <a:off x="6647033" y="5662986"/>
              <a:ext cx="135720" cy="10800"/>
            </p14:xfrm>
          </p:contentPart>
        </mc:Choice>
        <mc:Fallback xmlns="">
          <p:pic>
            <p:nvPicPr>
              <p:cNvPr id="842" name="Ink 841">
                <a:extLst>
                  <a:ext uri="{FF2B5EF4-FFF2-40B4-BE49-F238E27FC236}">
                    <a16:creationId xmlns:a16="http://schemas.microsoft.com/office/drawing/2014/main" id="{13C39533-B860-4B67-8C83-0323B50E0301}"/>
                  </a:ext>
                </a:extLst>
              </p:cNvPr>
              <p:cNvPicPr/>
              <p:nvPr/>
            </p:nvPicPr>
            <p:blipFill>
              <a:blip r:embed="rId397"/>
              <a:stretch>
                <a:fillRect/>
              </a:stretch>
            </p:blipFill>
            <p:spPr>
              <a:xfrm>
                <a:off x="6638393" y="5653986"/>
                <a:ext cx="15336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8">
            <p14:nvContentPartPr>
              <p14:cNvPr id="845" name="Ink 844">
                <a:extLst>
                  <a:ext uri="{FF2B5EF4-FFF2-40B4-BE49-F238E27FC236}">
                    <a16:creationId xmlns:a16="http://schemas.microsoft.com/office/drawing/2014/main" id="{85F6A8E4-CDE7-46CF-9838-E643CCF16CE9}"/>
                  </a:ext>
                </a:extLst>
              </p14:cNvPr>
              <p14:cNvContentPartPr/>
              <p14:nvPr/>
            </p14:nvContentPartPr>
            <p14:xfrm>
              <a:off x="6832793" y="6138310"/>
              <a:ext cx="88200" cy="206280"/>
            </p14:xfrm>
          </p:contentPart>
        </mc:Choice>
        <mc:Fallback xmlns="">
          <p:pic>
            <p:nvPicPr>
              <p:cNvPr id="845" name="Ink 844">
                <a:extLst>
                  <a:ext uri="{FF2B5EF4-FFF2-40B4-BE49-F238E27FC236}">
                    <a16:creationId xmlns:a16="http://schemas.microsoft.com/office/drawing/2014/main" id="{85F6A8E4-CDE7-46CF-9838-E643CCF16CE9}"/>
                  </a:ext>
                </a:extLst>
              </p:cNvPr>
              <p:cNvPicPr/>
              <p:nvPr/>
            </p:nvPicPr>
            <p:blipFill>
              <a:blip r:embed="rId399"/>
              <a:stretch>
                <a:fillRect/>
              </a:stretch>
            </p:blipFill>
            <p:spPr>
              <a:xfrm>
                <a:off x="6824153" y="6129670"/>
                <a:ext cx="105840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0">
            <p14:nvContentPartPr>
              <p14:cNvPr id="846" name="Ink 845">
                <a:extLst>
                  <a:ext uri="{FF2B5EF4-FFF2-40B4-BE49-F238E27FC236}">
                    <a16:creationId xmlns:a16="http://schemas.microsoft.com/office/drawing/2014/main" id="{48802953-6F29-4F4B-9602-3E852DE122C3}"/>
                  </a:ext>
                </a:extLst>
              </p14:cNvPr>
              <p14:cNvContentPartPr/>
              <p14:nvPr/>
            </p14:nvContentPartPr>
            <p14:xfrm>
              <a:off x="6828833" y="6007990"/>
              <a:ext cx="23400" cy="28800"/>
            </p14:xfrm>
          </p:contentPart>
        </mc:Choice>
        <mc:Fallback xmlns="">
          <p:pic>
            <p:nvPicPr>
              <p:cNvPr id="846" name="Ink 845">
                <a:extLst>
                  <a:ext uri="{FF2B5EF4-FFF2-40B4-BE49-F238E27FC236}">
                    <a16:creationId xmlns:a16="http://schemas.microsoft.com/office/drawing/2014/main" id="{48802953-6F29-4F4B-9602-3E852DE122C3}"/>
                  </a:ext>
                </a:extLst>
              </p:cNvPr>
              <p:cNvPicPr/>
              <p:nvPr/>
            </p:nvPicPr>
            <p:blipFill>
              <a:blip r:embed="rId401"/>
              <a:stretch>
                <a:fillRect/>
              </a:stretch>
            </p:blipFill>
            <p:spPr>
              <a:xfrm>
                <a:off x="6819833" y="5998990"/>
                <a:ext cx="4104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2">
            <p14:nvContentPartPr>
              <p14:cNvPr id="847" name="Ink 846">
                <a:extLst>
                  <a:ext uri="{FF2B5EF4-FFF2-40B4-BE49-F238E27FC236}">
                    <a16:creationId xmlns:a16="http://schemas.microsoft.com/office/drawing/2014/main" id="{B071022B-0947-485F-9300-0A7C726E0A2F}"/>
                  </a:ext>
                </a:extLst>
              </p14:cNvPr>
              <p14:cNvContentPartPr/>
              <p14:nvPr/>
            </p14:nvContentPartPr>
            <p14:xfrm>
              <a:off x="6607433" y="6112750"/>
              <a:ext cx="120240" cy="160200"/>
            </p14:xfrm>
          </p:contentPart>
        </mc:Choice>
        <mc:Fallback xmlns="">
          <p:pic>
            <p:nvPicPr>
              <p:cNvPr id="847" name="Ink 846">
                <a:extLst>
                  <a:ext uri="{FF2B5EF4-FFF2-40B4-BE49-F238E27FC236}">
                    <a16:creationId xmlns:a16="http://schemas.microsoft.com/office/drawing/2014/main" id="{B071022B-0947-485F-9300-0A7C726E0A2F}"/>
                  </a:ext>
                </a:extLst>
              </p:cNvPr>
              <p:cNvPicPr/>
              <p:nvPr/>
            </p:nvPicPr>
            <p:blipFill>
              <a:blip r:embed="rId403"/>
              <a:stretch>
                <a:fillRect/>
              </a:stretch>
            </p:blipFill>
            <p:spPr>
              <a:xfrm>
                <a:off x="6598793" y="6103750"/>
                <a:ext cx="137880" cy="17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4">
            <p14:nvContentPartPr>
              <p14:cNvPr id="854" name="Ink 853">
                <a:extLst>
                  <a:ext uri="{FF2B5EF4-FFF2-40B4-BE49-F238E27FC236}">
                    <a16:creationId xmlns:a16="http://schemas.microsoft.com/office/drawing/2014/main" id="{6A045079-46C9-4014-BE8F-8011F940482D}"/>
                  </a:ext>
                </a:extLst>
              </p14:cNvPr>
              <p14:cNvContentPartPr/>
              <p14:nvPr/>
            </p14:nvContentPartPr>
            <p14:xfrm>
              <a:off x="7080473" y="2515990"/>
              <a:ext cx="654480" cy="388800"/>
            </p14:xfrm>
          </p:contentPart>
        </mc:Choice>
        <mc:Fallback xmlns="">
          <p:pic>
            <p:nvPicPr>
              <p:cNvPr id="854" name="Ink 853">
                <a:extLst>
                  <a:ext uri="{FF2B5EF4-FFF2-40B4-BE49-F238E27FC236}">
                    <a16:creationId xmlns:a16="http://schemas.microsoft.com/office/drawing/2014/main" id="{6A045079-46C9-4014-BE8F-8011F940482D}"/>
                  </a:ext>
                </a:extLst>
              </p:cNvPr>
              <p:cNvPicPr/>
              <p:nvPr/>
            </p:nvPicPr>
            <p:blipFill>
              <a:blip r:embed="rId405"/>
              <a:stretch>
                <a:fillRect/>
              </a:stretch>
            </p:blipFill>
            <p:spPr>
              <a:xfrm>
                <a:off x="7071828" y="2506990"/>
                <a:ext cx="672130" cy="40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6">
            <p14:nvContentPartPr>
              <p14:cNvPr id="866" name="Ink 865">
                <a:extLst>
                  <a:ext uri="{FF2B5EF4-FFF2-40B4-BE49-F238E27FC236}">
                    <a16:creationId xmlns:a16="http://schemas.microsoft.com/office/drawing/2014/main" id="{EA8DD455-CC1B-4B37-806A-4B67FFE30697}"/>
                  </a:ext>
                </a:extLst>
              </p14:cNvPr>
              <p14:cNvContentPartPr/>
              <p14:nvPr/>
            </p14:nvContentPartPr>
            <p14:xfrm>
              <a:off x="7560713" y="3204670"/>
              <a:ext cx="90720" cy="6840"/>
            </p14:xfrm>
          </p:contentPart>
        </mc:Choice>
        <mc:Fallback xmlns="">
          <p:pic>
            <p:nvPicPr>
              <p:cNvPr id="866" name="Ink 865">
                <a:extLst>
                  <a:ext uri="{FF2B5EF4-FFF2-40B4-BE49-F238E27FC236}">
                    <a16:creationId xmlns:a16="http://schemas.microsoft.com/office/drawing/2014/main" id="{EA8DD455-CC1B-4B37-806A-4B67FFE30697}"/>
                  </a:ext>
                </a:extLst>
              </p:cNvPr>
              <p:cNvPicPr/>
              <p:nvPr/>
            </p:nvPicPr>
            <p:blipFill>
              <a:blip r:embed="rId407"/>
              <a:stretch>
                <a:fillRect/>
              </a:stretch>
            </p:blipFill>
            <p:spPr>
              <a:xfrm>
                <a:off x="7552073" y="3196030"/>
                <a:ext cx="10836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8">
            <p14:nvContentPartPr>
              <p14:cNvPr id="873" name="Ink 872">
                <a:extLst>
                  <a:ext uri="{FF2B5EF4-FFF2-40B4-BE49-F238E27FC236}">
                    <a16:creationId xmlns:a16="http://schemas.microsoft.com/office/drawing/2014/main" id="{00A5A417-0302-4BDB-AABC-4C44D9F12D96}"/>
                  </a:ext>
                </a:extLst>
              </p14:cNvPr>
              <p14:cNvContentPartPr/>
              <p14:nvPr/>
            </p14:nvContentPartPr>
            <p14:xfrm>
              <a:off x="7063193" y="3018550"/>
              <a:ext cx="396000" cy="315720"/>
            </p14:xfrm>
          </p:contentPart>
        </mc:Choice>
        <mc:Fallback xmlns="">
          <p:pic>
            <p:nvPicPr>
              <p:cNvPr id="873" name="Ink 872">
                <a:extLst>
                  <a:ext uri="{FF2B5EF4-FFF2-40B4-BE49-F238E27FC236}">
                    <a16:creationId xmlns:a16="http://schemas.microsoft.com/office/drawing/2014/main" id="{00A5A417-0302-4BDB-AABC-4C44D9F12D96}"/>
                  </a:ext>
                </a:extLst>
              </p:cNvPr>
              <p:cNvPicPr/>
              <p:nvPr/>
            </p:nvPicPr>
            <p:blipFill>
              <a:blip r:embed="rId409"/>
              <a:stretch>
                <a:fillRect/>
              </a:stretch>
            </p:blipFill>
            <p:spPr>
              <a:xfrm>
                <a:off x="7054193" y="3009550"/>
                <a:ext cx="413640" cy="33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0">
            <p14:nvContentPartPr>
              <p14:cNvPr id="874" name="Ink 873">
                <a:extLst>
                  <a:ext uri="{FF2B5EF4-FFF2-40B4-BE49-F238E27FC236}">
                    <a16:creationId xmlns:a16="http://schemas.microsoft.com/office/drawing/2014/main" id="{364CD891-3CBC-409F-B387-7A866AFC9A57}"/>
                  </a:ext>
                </a:extLst>
              </p14:cNvPr>
              <p14:cNvContentPartPr/>
              <p14:nvPr/>
            </p14:nvContentPartPr>
            <p14:xfrm>
              <a:off x="7082633" y="3528670"/>
              <a:ext cx="60840" cy="282240"/>
            </p14:xfrm>
          </p:contentPart>
        </mc:Choice>
        <mc:Fallback xmlns="">
          <p:pic>
            <p:nvPicPr>
              <p:cNvPr id="874" name="Ink 873">
                <a:extLst>
                  <a:ext uri="{FF2B5EF4-FFF2-40B4-BE49-F238E27FC236}">
                    <a16:creationId xmlns:a16="http://schemas.microsoft.com/office/drawing/2014/main" id="{364CD891-3CBC-409F-B387-7A866AFC9A57}"/>
                  </a:ext>
                </a:extLst>
              </p:cNvPr>
              <p:cNvPicPr/>
              <p:nvPr/>
            </p:nvPicPr>
            <p:blipFill>
              <a:blip r:embed="rId411"/>
              <a:stretch>
                <a:fillRect/>
              </a:stretch>
            </p:blipFill>
            <p:spPr>
              <a:xfrm>
                <a:off x="7073993" y="3519670"/>
                <a:ext cx="78480" cy="29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2">
            <p14:nvContentPartPr>
              <p14:cNvPr id="886" name="Ink 885">
                <a:extLst>
                  <a:ext uri="{FF2B5EF4-FFF2-40B4-BE49-F238E27FC236}">
                    <a16:creationId xmlns:a16="http://schemas.microsoft.com/office/drawing/2014/main" id="{B8B3A218-99E6-43C6-9954-26BDE6572B94}"/>
                  </a:ext>
                </a:extLst>
              </p14:cNvPr>
              <p14:cNvContentPartPr/>
              <p14:nvPr/>
            </p14:nvContentPartPr>
            <p14:xfrm>
              <a:off x="7567913" y="3655750"/>
              <a:ext cx="108360" cy="113040"/>
            </p14:xfrm>
          </p:contentPart>
        </mc:Choice>
        <mc:Fallback xmlns="">
          <p:pic>
            <p:nvPicPr>
              <p:cNvPr id="886" name="Ink 885">
                <a:extLst>
                  <a:ext uri="{FF2B5EF4-FFF2-40B4-BE49-F238E27FC236}">
                    <a16:creationId xmlns:a16="http://schemas.microsoft.com/office/drawing/2014/main" id="{B8B3A218-99E6-43C6-9954-26BDE6572B94}"/>
                  </a:ext>
                </a:extLst>
              </p:cNvPr>
              <p:cNvPicPr/>
              <p:nvPr/>
            </p:nvPicPr>
            <p:blipFill>
              <a:blip r:embed="rId413"/>
              <a:stretch>
                <a:fillRect/>
              </a:stretch>
            </p:blipFill>
            <p:spPr>
              <a:xfrm>
                <a:off x="7559273" y="3646750"/>
                <a:ext cx="126000" cy="13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4">
            <p14:nvContentPartPr>
              <p14:cNvPr id="887" name="Ink 886">
                <a:extLst>
                  <a:ext uri="{FF2B5EF4-FFF2-40B4-BE49-F238E27FC236}">
                    <a16:creationId xmlns:a16="http://schemas.microsoft.com/office/drawing/2014/main" id="{DB5C931B-EDE4-4844-B635-D95659034D50}"/>
                  </a:ext>
                </a:extLst>
              </p14:cNvPr>
              <p14:cNvContentPartPr/>
              <p14:nvPr/>
            </p14:nvContentPartPr>
            <p14:xfrm>
              <a:off x="7209353" y="3689230"/>
              <a:ext cx="284760" cy="203760"/>
            </p14:xfrm>
          </p:contentPart>
        </mc:Choice>
        <mc:Fallback xmlns="">
          <p:pic>
            <p:nvPicPr>
              <p:cNvPr id="887" name="Ink 886">
                <a:extLst>
                  <a:ext uri="{FF2B5EF4-FFF2-40B4-BE49-F238E27FC236}">
                    <a16:creationId xmlns:a16="http://schemas.microsoft.com/office/drawing/2014/main" id="{DB5C931B-EDE4-4844-B635-D95659034D50}"/>
                  </a:ext>
                </a:extLst>
              </p:cNvPr>
              <p:cNvPicPr/>
              <p:nvPr/>
            </p:nvPicPr>
            <p:blipFill>
              <a:blip r:embed="rId415"/>
              <a:stretch>
                <a:fillRect/>
              </a:stretch>
            </p:blipFill>
            <p:spPr>
              <a:xfrm>
                <a:off x="7200353" y="3680230"/>
                <a:ext cx="302400" cy="22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6">
            <p14:nvContentPartPr>
              <p14:cNvPr id="894" name="Ink 893">
                <a:extLst>
                  <a:ext uri="{FF2B5EF4-FFF2-40B4-BE49-F238E27FC236}">
                    <a16:creationId xmlns:a16="http://schemas.microsoft.com/office/drawing/2014/main" id="{C832E719-06B7-413A-95D5-4F0B10B3CC93}"/>
                  </a:ext>
                </a:extLst>
              </p14:cNvPr>
              <p14:cNvContentPartPr/>
              <p14:nvPr/>
            </p14:nvContentPartPr>
            <p14:xfrm>
              <a:off x="7050233" y="4010710"/>
              <a:ext cx="400680" cy="366480"/>
            </p14:xfrm>
          </p:contentPart>
        </mc:Choice>
        <mc:Fallback xmlns="">
          <p:pic>
            <p:nvPicPr>
              <p:cNvPr id="894" name="Ink 893">
                <a:extLst>
                  <a:ext uri="{FF2B5EF4-FFF2-40B4-BE49-F238E27FC236}">
                    <a16:creationId xmlns:a16="http://schemas.microsoft.com/office/drawing/2014/main" id="{C832E719-06B7-413A-95D5-4F0B10B3CC93}"/>
                  </a:ext>
                </a:extLst>
              </p:cNvPr>
              <p:cNvPicPr/>
              <p:nvPr/>
            </p:nvPicPr>
            <p:blipFill>
              <a:blip r:embed="rId417"/>
              <a:stretch>
                <a:fillRect/>
              </a:stretch>
            </p:blipFill>
            <p:spPr>
              <a:xfrm>
                <a:off x="7041233" y="4001710"/>
                <a:ext cx="418320" cy="38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8">
            <p14:nvContentPartPr>
              <p14:cNvPr id="895" name="Ink 894">
                <a:extLst>
                  <a:ext uri="{FF2B5EF4-FFF2-40B4-BE49-F238E27FC236}">
                    <a16:creationId xmlns:a16="http://schemas.microsoft.com/office/drawing/2014/main" id="{341241B3-5557-4BD8-B9D6-E3BF168051DE}"/>
                  </a:ext>
                </a:extLst>
              </p14:cNvPr>
              <p14:cNvContentPartPr/>
              <p14:nvPr/>
            </p14:nvContentPartPr>
            <p14:xfrm>
              <a:off x="7599593" y="4221310"/>
              <a:ext cx="104400" cy="18720"/>
            </p14:xfrm>
          </p:contentPart>
        </mc:Choice>
        <mc:Fallback xmlns="">
          <p:pic>
            <p:nvPicPr>
              <p:cNvPr id="895" name="Ink 894">
                <a:extLst>
                  <a:ext uri="{FF2B5EF4-FFF2-40B4-BE49-F238E27FC236}">
                    <a16:creationId xmlns:a16="http://schemas.microsoft.com/office/drawing/2014/main" id="{341241B3-5557-4BD8-B9D6-E3BF168051DE}"/>
                  </a:ext>
                </a:extLst>
              </p:cNvPr>
              <p:cNvPicPr/>
              <p:nvPr/>
            </p:nvPicPr>
            <p:blipFill>
              <a:blip r:embed="rId419"/>
              <a:stretch>
                <a:fillRect/>
              </a:stretch>
            </p:blipFill>
            <p:spPr>
              <a:xfrm>
                <a:off x="7590593" y="4212310"/>
                <a:ext cx="12204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0">
            <p14:nvContentPartPr>
              <p14:cNvPr id="902" name="Ink 901">
                <a:extLst>
                  <a:ext uri="{FF2B5EF4-FFF2-40B4-BE49-F238E27FC236}">
                    <a16:creationId xmlns:a16="http://schemas.microsoft.com/office/drawing/2014/main" id="{32FA6EAB-C186-43E0-B3A0-317F1949FFDA}"/>
                  </a:ext>
                </a:extLst>
              </p14:cNvPr>
              <p14:cNvContentPartPr/>
              <p14:nvPr/>
            </p14:nvContentPartPr>
            <p14:xfrm>
              <a:off x="7128793" y="4538450"/>
              <a:ext cx="66960" cy="250560"/>
            </p14:xfrm>
          </p:contentPart>
        </mc:Choice>
        <mc:Fallback xmlns="">
          <p:pic>
            <p:nvPicPr>
              <p:cNvPr id="902" name="Ink 901">
                <a:extLst>
                  <a:ext uri="{FF2B5EF4-FFF2-40B4-BE49-F238E27FC236}">
                    <a16:creationId xmlns:a16="http://schemas.microsoft.com/office/drawing/2014/main" id="{32FA6EAB-C186-43E0-B3A0-317F1949FFDA}"/>
                  </a:ext>
                </a:extLst>
              </p:cNvPr>
              <p:cNvPicPr/>
              <p:nvPr/>
            </p:nvPicPr>
            <p:blipFill>
              <a:blip r:embed="rId421"/>
              <a:stretch>
                <a:fillRect/>
              </a:stretch>
            </p:blipFill>
            <p:spPr>
              <a:xfrm>
                <a:off x="7120153" y="4529450"/>
                <a:ext cx="84600" cy="26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2">
            <p14:nvContentPartPr>
              <p14:cNvPr id="915" name="Ink 914">
                <a:extLst>
                  <a:ext uri="{FF2B5EF4-FFF2-40B4-BE49-F238E27FC236}">
                    <a16:creationId xmlns:a16="http://schemas.microsoft.com/office/drawing/2014/main" id="{1A7BA89D-4248-47CB-963C-86EDB2A57D06}"/>
                  </a:ext>
                </a:extLst>
              </p14:cNvPr>
              <p14:cNvContentPartPr/>
              <p14:nvPr/>
            </p14:nvContentPartPr>
            <p14:xfrm>
              <a:off x="7635313" y="4637810"/>
              <a:ext cx="119520" cy="95760"/>
            </p14:xfrm>
          </p:contentPart>
        </mc:Choice>
        <mc:Fallback xmlns="">
          <p:pic>
            <p:nvPicPr>
              <p:cNvPr id="915" name="Ink 914">
                <a:extLst>
                  <a:ext uri="{FF2B5EF4-FFF2-40B4-BE49-F238E27FC236}">
                    <a16:creationId xmlns:a16="http://schemas.microsoft.com/office/drawing/2014/main" id="{1A7BA89D-4248-47CB-963C-86EDB2A57D06}"/>
                  </a:ext>
                </a:extLst>
              </p:cNvPr>
              <p:cNvPicPr/>
              <p:nvPr/>
            </p:nvPicPr>
            <p:blipFill>
              <a:blip r:embed="rId423"/>
              <a:stretch>
                <a:fillRect/>
              </a:stretch>
            </p:blipFill>
            <p:spPr>
              <a:xfrm>
                <a:off x="7626313" y="4629170"/>
                <a:ext cx="13716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4">
            <p14:nvContentPartPr>
              <p14:cNvPr id="916" name="Ink 915">
                <a:extLst>
                  <a:ext uri="{FF2B5EF4-FFF2-40B4-BE49-F238E27FC236}">
                    <a16:creationId xmlns:a16="http://schemas.microsoft.com/office/drawing/2014/main" id="{1AB0BF81-45A8-4216-89D6-2189F036AB03}"/>
                  </a:ext>
                </a:extLst>
              </p14:cNvPr>
              <p14:cNvContentPartPr/>
              <p14:nvPr/>
            </p14:nvContentPartPr>
            <p14:xfrm>
              <a:off x="7278553" y="4669850"/>
              <a:ext cx="275400" cy="210600"/>
            </p14:xfrm>
          </p:contentPart>
        </mc:Choice>
        <mc:Fallback xmlns="">
          <p:pic>
            <p:nvPicPr>
              <p:cNvPr id="916" name="Ink 915">
                <a:extLst>
                  <a:ext uri="{FF2B5EF4-FFF2-40B4-BE49-F238E27FC236}">
                    <a16:creationId xmlns:a16="http://schemas.microsoft.com/office/drawing/2014/main" id="{1AB0BF81-45A8-4216-89D6-2189F036AB03}"/>
                  </a:ext>
                </a:extLst>
              </p:cNvPr>
              <p:cNvPicPr/>
              <p:nvPr/>
            </p:nvPicPr>
            <p:blipFill>
              <a:blip r:embed="rId425"/>
              <a:stretch>
                <a:fillRect/>
              </a:stretch>
            </p:blipFill>
            <p:spPr>
              <a:xfrm>
                <a:off x="7269565" y="4661210"/>
                <a:ext cx="293017" cy="22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6">
            <p14:nvContentPartPr>
              <p14:cNvPr id="921" name="Ink 920">
                <a:extLst>
                  <a:ext uri="{FF2B5EF4-FFF2-40B4-BE49-F238E27FC236}">
                    <a16:creationId xmlns:a16="http://schemas.microsoft.com/office/drawing/2014/main" id="{EE412DEE-4933-428B-82A4-FA7A24F6BC74}"/>
                  </a:ext>
                </a:extLst>
              </p14:cNvPr>
              <p14:cNvContentPartPr/>
              <p14:nvPr/>
            </p14:nvContentPartPr>
            <p14:xfrm>
              <a:off x="7139593" y="4960010"/>
              <a:ext cx="376200" cy="351360"/>
            </p14:xfrm>
          </p:contentPart>
        </mc:Choice>
        <mc:Fallback xmlns="">
          <p:pic>
            <p:nvPicPr>
              <p:cNvPr id="921" name="Ink 920">
                <a:extLst>
                  <a:ext uri="{FF2B5EF4-FFF2-40B4-BE49-F238E27FC236}">
                    <a16:creationId xmlns:a16="http://schemas.microsoft.com/office/drawing/2014/main" id="{EE412DEE-4933-428B-82A4-FA7A24F6BC74}"/>
                  </a:ext>
                </a:extLst>
              </p:cNvPr>
              <p:cNvPicPr/>
              <p:nvPr/>
            </p:nvPicPr>
            <p:blipFill>
              <a:blip r:embed="rId427"/>
              <a:stretch>
                <a:fillRect/>
              </a:stretch>
            </p:blipFill>
            <p:spPr>
              <a:xfrm>
                <a:off x="7130593" y="4951019"/>
                <a:ext cx="393840" cy="3689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8">
            <p14:nvContentPartPr>
              <p14:cNvPr id="922" name="Ink 921">
                <a:extLst>
                  <a:ext uri="{FF2B5EF4-FFF2-40B4-BE49-F238E27FC236}">
                    <a16:creationId xmlns:a16="http://schemas.microsoft.com/office/drawing/2014/main" id="{F8BC6A48-DF24-4616-A211-928546E7C001}"/>
                  </a:ext>
                </a:extLst>
              </p14:cNvPr>
              <p14:cNvContentPartPr/>
              <p14:nvPr/>
            </p14:nvContentPartPr>
            <p14:xfrm>
              <a:off x="7640353" y="5142530"/>
              <a:ext cx="128160" cy="16560"/>
            </p14:xfrm>
          </p:contentPart>
        </mc:Choice>
        <mc:Fallback xmlns="">
          <p:pic>
            <p:nvPicPr>
              <p:cNvPr id="922" name="Ink 921">
                <a:extLst>
                  <a:ext uri="{FF2B5EF4-FFF2-40B4-BE49-F238E27FC236}">
                    <a16:creationId xmlns:a16="http://schemas.microsoft.com/office/drawing/2014/main" id="{F8BC6A48-DF24-4616-A211-928546E7C001}"/>
                  </a:ext>
                </a:extLst>
              </p:cNvPr>
              <p:cNvPicPr/>
              <p:nvPr/>
            </p:nvPicPr>
            <p:blipFill>
              <a:blip r:embed="rId429"/>
              <a:stretch>
                <a:fillRect/>
              </a:stretch>
            </p:blipFill>
            <p:spPr>
              <a:xfrm>
                <a:off x="7631713" y="5133890"/>
                <a:ext cx="14580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0">
            <p14:nvContentPartPr>
              <p14:cNvPr id="928" name="Ink 927">
                <a:extLst>
                  <a:ext uri="{FF2B5EF4-FFF2-40B4-BE49-F238E27FC236}">
                    <a16:creationId xmlns:a16="http://schemas.microsoft.com/office/drawing/2014/main" id="{F2F761B5-39A0-437F-8615-8D8CCBA6F69C}"/>
                  </a:ext>
                </a:extLst>
              </p14:cNvPr>
              <p14:cNvContentPartPr/>
              <p14:nvPr/>
            </p14:nvContentPartPr>
            <p14:xfrm>
              <a:off x="7831873" y="4978010"/>
              <a:ext cx="410760" cy="338040"/>
            </p14:xfrm>
          </p:contentPart>
        </mc:Choice>
        <mc:Fallback xmlns="">
          <p:pic>
            <p:nvPicPr>
              <p:cNvPr id="928" name="Ink 927">
                <a:extLst>
                  <a:ext uri="{FF2B5EF4-FFF2-40B4-BE49-F238E27FC236}">
                    <a16:creationId xmlns:a16="http://schemas.microsoft.com/office/drawing/2014/main" id="{F2F761B5-39A0-437F-8615-8D8CCBA6F69C}"/>
                  </a:ext>
                </a:extLst>
              </p:cNvPr>
              <p:cNvPicPr/>
              <p:nvPr/>
            </p:nvPicPr>
            <p:blipFill>
              <a:blip r:embed="rId431"/>
              <a:stretch>
                <a:fillRect/>
              </a:stretch>
            </p:blipFill>
            <p:spPr>
              <a:xfrm>
                <a:off x="7823233" y="4969361"/>
                <a:ext cx="428400" cy="3556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2">
            <p14:nvContentPartPr>
              <p14:cNvPr id="941" name="Ink 940">
                <a:extLst>
                  <a:ext uri="{FF2B5EF4-FFF2-40B4-BE49-F238E27FC236}">
                    <a16:creationId xmlns:a16="http://schemas.microsoft.com/office/drawing/2014/main" id="{C3B7469F-478E-43F0-A3A9-D00FCB8B5101}"/>
                  </a:ext>
                </a:extLst>
              </p14:cNvPr>
              <p14:cNvContentPartPr/>
              <p14:nvPr/>
            </p14:nvContentPartPr>
            <p14:xfrm>
              <a:off x="7837703" y="5586258"/>
              <a:ext cx="149760" cy="141120"/>
            </p14:xfrm>
          </p:contentPart>
        </mc:Choice>
        <mc:Fallback xmlns="">
          <p:pic>
            <p:nvPicPr>
              <p:cNvPr id="941" name="Ink 940">
                <a:extLst>
                  <a:ext uri="{FF2B5EF4-FFF2-40B4-BE49-F238E27FC236}">
                    <a16:creationId xmlns:a16="http://schemas.microsoft.com/office/drawing/2014/main" id="{C3B7469F-478E-43F0-A3A9-D00FCB8B5101}"/>
                  </a:ext>
                </a:extLst>
              </p:cNvPr>
              <p:cNvPicPr/>
              <p:nvPr/>
            </p:nvPicPr>
            <p:blipFill>
              <a:blip r:embed="rId433"/>
              <a:stretch>
                <a:fillRect/>
              </a:stretch>
            </p:blipFill>
            <p:spPr>
              <a:xfrm>
                <a:off x="7829063" y="5577258"/>
                <a:ext cx="167400" cy="1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4">
            <p14:nvContentPartPr>
              <p14:cNvPr id="942" name="Ink 941">
                <a:extLst>
                  <a:ext uri="{FF2B5EF4-FFF2-40B4-BE49-F238E27FC236}">
                    <a16:creationId xmlns:a16="http://schemas.microsoft.com/office/drawing/2014/main" id="{B4445451-1C91-4751-8B61-06E05AD541EB}"/>
                  </a:ext>
                </a:extLst>
              </p14:cNvPr>
              <p14:cNvContentPartPr/>
              <p14:nvPr/>
            </p14:nvContentPartPr>
            <p14:xfrm>
              <a:off x="7642943" y="5590218"/>
              <a:ext cx="110880" cy="127800"/>
            </p14:xfrm>
          </p:contentPart>
        </mc:Choice>
        <mc:Fallback xmlns="">
          <p:pic>
            <p:nvPicPr>
              <p:cNvPr id="942" name="Ink 941">
                <a:extLst>
                  <a:ext uri="{FF2B5EF4-FFF2-40B4-BE49-F238E27FC236}">
                    <a16:creationId xmlns:a16="http://schemas.microsoft.com/office/drawing/2014/main" id="{B4445451-1C91-4751-8B61-06E05AD541EB}"/>
                  </a:ext>
                </a:extLst>
              </p:cNvPr>
              <p:cNvPicPr/>
              <p:nvPr/>
            </p:nvPicPr>
            <p:blipFill>
              <a:blip r:embed="rId435"/>
              <a:stretch>
                <a:fillRect/>
              </a:stretch>
            </p:blipFill>
            <p:spPr>
              <a:xfrm>
                <a:off x="7634303" y="5581578"/>
                <a:ext cx="128520" cy="14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6">
            <p14:nvContentPartPr>
              <p14:cNvPr id="943" name="Ink 942">
                <a:extLst>
                  <a:ext uri="{FF2B5EF4-FFF2-40B4-BE49-F238E27FC236}">
                    <a16:creationId xmlns:a16="http://schemas.microsoft.com/office/drawing/2014/main" id="{4D7C00F4-8A79-4C23-9D8F-6EA4C68F210A}"/>
                  </a:ext>
                </a:extLst>
              </p14:cNvPr>
              <p14:cNvContentPartPr/>
              <p14:nvPr/>
            </p14:nvContentPartPr>
            <p14:xfrm>
              <a:off x="7177463" y="5500578"/>
              <a:ext cx="402480" cy="311040"/>
            </p14:xfrm>
          </p:contentPart>
        </mc:Choice>
        <mc:Fallback xmlns="">
          <p:pic>
            <p:nvPicPr>
              <p:cNvPr id="943" name="Ink 942">
                <a:extLst>
                  <a:ext uri="{FF2B5EF4-FFF2-40B4-BE49-F238E27FC236}">
                    <a16:creationId xmlns:a16="http://schemas.microsoft.com/office/drawing/2014/main" id="{4D7C00F4-8A79-4C23-9D8F-6EA4C68F210A}"/>
                  </a:ext>
                </a:extLst>
              </p:cNvPr>
              <p:cNvPicPr/>
              <p:nvPr/>
            </p:nvPicPr>
            <p:blipFill>
              <a:blip r:embed="rId437"/>
              <a:stretch>
                <a:fillRect/>
              </a:stretch>
            </p:blipFill>
            <p:spPr>
              <a:xfrm>
                <a:off x="7168823" y="5491948"/>
                <a:ext cx="420120" cy="3286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8">
            <p14:nvContentPartPr>
              <p14:cNvPr id="944" name="Ink 943">
                <a:extLst>
                  <a:ext uri="{FF2B5EF4-FFF2-40B4-BE49-F238E27FC236}">
                    <a16:creationId xmlns:a16="http://schemas.microsoft.com/office/drawing/2014/main" id="{D5B2DAF3-370F-4016-BAEF-B5DA14A2E567}"/>
                  </a:ext>
                </a:extLst>
              </p14:cNvPr>
              <p14:cNvContentPartPr/>
              <p14:nvPr/>
            </p14:nvContentPartPr>
            <p14:xfrm>
              <a:off x="7161623" y="5973978"/>
              <a:ext cx="56880" cy="302040"/>
            </p14:xfrm>
          </p:contentPart>
        </mc:Choice>
        <mc:Fallback xmlns="">
          <p:pic>
            <p:nvPicPr>
              <p:cNvPr id="944" name="Ink 943">
                <a:extLst>
                  <a:ext uri="{FF2B5EF4-FFF2-40B4-BE49-F238E27FC236}">
                    <a16:creationId xmlns:a16="http://schemas.microsoft.com/office/drawing/2014/main" id="{D5B2DAF3-370F-4016-BAEF-B5DA14A2E567}"/>
                  </a:ext>
                </a:extLst>
              </p:cNvPr>
              <p:cNvPicPr/>
              <p:nvPr/>
            </p:nvPicPr>
            <p:blipFill>
              <a:blip r:embed="rId439"/>
              <a:stretch>
                <a:fillRect/>
              </a:stretch>
            </p:blipFill>
            <p:spPr>
              <a:xfrm>
                <a:off x="7152623" y="5964978"/>
                <a:ext cx="74520" cy="31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0">
            <p14:nvContentPartPr>
              <p14:cNvPr id="948" name="Ink 947">
                <a:extLst>
                  <a:ext uri="{FF2B5EF4-FFF2-40B4-BE49-F238E27FC236}">
                    <a16:creationId xmlns:a16="http://schemas.microsoft.com/office/drawing/2014/main" id="{38A578FE-0F26-4641-95EC-F32C96351323}"/>
                  </a:ext>
                </a:extLst>
              </p14:cNvPr>
              <p14:cNvContentPartPr/>
              <p14:nvPr/>
            </p14:nvContentPartPr>
            <p14:xfrm>
              <a:off x="7641503" y="6209058"/>
              <a:ext cx="97560" cy="11880"/>
            </p14:xfrm>
          </p:contentPart>
        </mc:Choice>
        <mc:Fallback xmlns="">
          <p:pic>
            <p:nvPicPr>
              <p:cNvPr id="948" name="Ink 947">
                <a:extLst>
                  <a:ext uri="{FF2B5EF4-FFF2-40B4-BE49-F238E27FC236}">
                    <a16:creationId xmlns:a16="http://schemas.microsoft.com/office/drawing/2014/main" id="{38A578FE-0F26-4641-95EC-F32C96351323}"/>
                  </a:ext>
                </a:extLst>
              </p:cNvPr>
              <p:cNvPicPr/>
              <p:nvPr/>
            </p:nvPicPr>
            <p:blipFill>
              <a:blip r:embed="rId441"/>
              <a:stretch>
                <a:fillRect/>
              </a:stretch>
            </p:blipFill>
            <p:spPr>
              <a:xfrm>
                <a:off x="7632863" y="6200058"/>
                <a:ext cx="115200" cy="2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2">
            <p14:nvContentPartPr>
              <p14:cNvPr id="954" name="Ink 953">
                <a:extLst>
                  <a:ext uri="{FF2B5EF4-FFF2-40B4-BE49-F238E27FC236}">
                    <a16:creationId xmlns:a16="http://schemas.microsoft.com/office/drawing/2014/main" id="{A419AB31-1C8C-42CC-B438-A6CFF886E2CB}"/>
                  </a:ext>
                </a:extLst>
              </p14:cNvPr>
              <p14:cNvContentPartPr/>
              <p14:nvPr/>
            </p14:nvContentPartPr>
            <p14:xfrm>
              <a:off x="7286183" y="6143898"/>
              <a:ext cx="286920" cy="205560"/>
            </p14:xfrm>
          </p:contentPart>
        </mc:Choice>
        <mc:Fallback xmlns="">
          <p:pic>
            <p:nvPicPr>
              <p:cNvPr id="954" name="Ink 953">
                <a:extLst>
                  <a:ext uri="{FF2B5EF4-FFF2-40B4-BE49-F238E27FC236}">
                    <a16:creationId xmlns:a16="http://schemas.microsoft.com/office/drawing/2014/main" id="{A419AB31-1C8C-42CC-B438-A6CFF886E2CB}"/>
                  </a:ext>
                </a:extLst>
              </p:cNvPr>
              <p:cNvPicPr/>
              <p:nvPr/>
            </p:nvPicPr>
            <p:blipFill>
              <a:blip r:embed="rId443"/>
              <a:stretch>
                <a:fillRect/>
              </a:stretch>
            </p:blipFill>
            <p:spPr>
              <a:xfrm>
                <a:off x="7277543" y="6134898"/>
                <a:ext cx="304560" cy="22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4">
            <p14:nvContentPartPr>
              <p14:cNvPr id="959" name="Ink 958">
                <a:extLst>
                  <a:ext uri="{FF2B5EF4-FFF2-40B4-BE49-F238E27FC236}">
                    <a16:creationId xmlns:a16="http://schemas.microsoft.com/office/drawing/2014/main" id="{602DA17F-F3DA-4DDB-A146-572343DCAD12}"/>
                  </a:ext>
                </a:extLst>
              </p14:cNvPr>
              <p14:cNvContentPartPr/>
              <p14:nvPr/>
            </p14:nvContentPartPr>
            <p14:xfrm>
              <a:off x="7764113" y="3005230"/>
              <a:ext cx="591840" cy="368640"/>
            </p14:xfrm>
          </p:contentPart>
        </mc:Choice>
        <mc:Fallback xmlns="">
          <p:pic>
            <p:nvPicPr>
              <p:cNvPr id="959" name="Ink 958">
                <a:extLst>
                  <a:ext uri="{FF2B5EF4-FFF2-40B4-BE49-F238E27FC236}">
                    <a16:creationId xmlns:a16="http://schemas.microsoft.com/office/drawing/2014/main" id="{602DA17F-F3DA-4DDB-A146-572343DCAD12}"/>
                  </a:ext>
                </a:extLst>
              </p:cNvPr>
              <p:cNvPicPr/>
              <p:nvPr/>
            </p:nvPicPr>
            <p:blipFill>
              <a:blip r:embed="rId445"/>
              <a:stretch>
                <a:fillRect/>
              </a:stretch>
            </p:blipFill>
            <p:spPr>
              <a:xfrm>
                <a:off x="7755468" y="2996590"/>
                <a:ext cx="609491" cy="38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6">
            <p14:nvContentPartPr>
              <p14:cNvPr id="960" name="Ink 959">
                <a:extLst>
                  <a:ext uri="{FF2B5EF4-FFF2-40B4-BE49-F238E27FC236}">
                    <a16:creationId xmlns:a16="http://schemas.microsoft.com/office/drawing/2014/main" id="{5B5D838D-81E3-4581-B0E1-9395193A023C}"/>
                  </a:ext>
                </a:extLst>
              </p14:cNvPr>
              <p14:cNvContentPartPr/>
              <p14:nvPr/>
            </p14:nvContentPartPr>
            <p14:xfrm>
              <a:off x="7826033" y="2447590"/>
              <a:ext cx="541440" cy="380160"/>
            </p14:xfrm>
          </p:contentPart>
        </mc:Choice>
        <mc:Fallback xmlns="">
          <p:pic>
            <p:nvPicPr>
              <p:cNvPr id="960" name="Ink 959">
                <a:extLst>
                  <a:ext uri="{FF2B5EF4-FFF2-40B4-BE49-F238E27FC236}">
                    <a16:creationId xmlns:a16="http://schemas.microsoft.com/office/drawing/2014/main" id="{5B5D838D-81E3-4581-B0E1-9395193A023C}"/>
                  </a:ext>
                </a:extLst>
              </p:cNvPr>
              <p:cNvPicPr/>
              <p:nvPr/>
            </p:nvPicPr>
            <p:blipFill>
              <a:blip r:embed="rId447"/>
              <a:stretch>
                <a:fillRect/>
              </a:stretch>
            </p:blipFill>
            <p:spPr>
              <a:xfrm>
                <a:off x="7817393" y="2438590"/>
                <a:ext cx="559080" cy="39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8">
            <p14:nvContentPartPr>
              <p14:cNvPr id="962" name="Ink 961">
                <a:extLst>
                  <a:ext uri="{FF2B5EF4-FFF2-40B4-BE49-F238E27FC236}">
                    <a16:creationId xmlns:a16="http://schemas.microsoft.com/office/drawing/2014/main" id="{F54A7636-A437-45BB-9FEA-58581E4EECFF}"/>
                  </a:ext>
                </a:extLst>
              </p14:cNvPr>
              <p14:cNvContentPartPr/>
              <p14:nvPr/>
            </p14:nvContentPartPr>
            <p14:xfrm>
              <a:off x="7787153" y="3497710"/>
              <a:ext cx="582480" cy="359640"/>
            </p14:xfrm>
          </p:contentPart>
        </mc:Choice>
        <mc:Fallback xmlns="">
          <p:pic>
            <p:nvPicPr>
              <p:cNvPr id="962" name="Ink 961">
                <a:extLst>
                  <a:ext uri="{FF2B5EF4-FFF2-40B4-BE49-F238E27FC236}">
                    <a16:creationId xmlns:a16="http://schemas.microsoft.com/office/drawing/2014/main" id="{F54A7636-A437-45BB-9FEA-58581E4EECFF}"/>
                  </a:ext>
                </a:extLst>
              </p:cNvPr>
              <p:cNvPicPr/>
              <p:nvPr/>
            </p:nvPicPr>
            <p:blipFill>
              <a:blip r:embed="rId449"/>
              <a:stretch>
                <a:fillRect/>
              </a:stretch>
            </p:blipFill>
            <p:spPr>
              <a:xfrm>
                <a:off x="7778513" y="3489070"/>
                <a:ext cx="600120" cy="37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0">
            <p14:nvContentPartPr>
              <p14:cNvPr id="964" name="Ink 963">
                <a:extLst>
                  <a:ext uri="{FF2B5EF4-FFF2-40B4-BE49-F238E27FC236}">
                    <a16:creationId xmlns:a16="http://schemas.microsoft.com/office/drawing/2014/main" id="{5D7F91DC-3F1A-4E6F-9FB2-A7AD7D43A8D8}"/>
                  </a:ext>
                </a:extLst>
              </p14:cNvPr>
              <p14:cNvContentPartPr/>
              <p14:nvPr/>
            </p14:nvContentPartPr>
            <p14:xfrm>
              <a:off x="7784633" y="3985510"/>
              <a:ext cx="549720" cy="380880"/>
            </p14:xfrm>
          </p:contentPart>
        </mc:Choice>
        <mc:Fallback xmlns="">
          <p:pic>
            <p:nvPicPr>
              <p:cNvPr id="964" name="Ink 963">
                <a:extLst>
                  <a:ext uri="{FF2B5EF4-FFF2-40B4-BE49-F238E27FC236}">
                    <a16:creationId xmlns:a16="http://schemas.microsoft.com/office/drawing/2014/main" id="{5D7F91DC-3F1A-4E6F-9FB2-A7AD7D43A8D8}"/>
                  </a:ext>
                </a:extLst>
              </p:cNvPr>
              <p:cNvPicPr/>
              <p:nvPr/>
            </p:nvPicPr>
            <p:blipFill>
              <a:blip r:embed="rId451"/>
              <a:stretch>
                <a:fillRect/>
              </a:stretch>
            </p:blipFill>
            <p:spPr>
              <a:xfrm>
                <a:off x="7775639" y="3976510"/>
                <a:ext cx="567348" cy="39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2">
            <p14:nvContentPartPr>
              <p14:cNvPr id="973" name="Ink 972">
                <a:extLst>
                  <a:ext uri="{FF2B5EF4-FFF2-40B4-BE49-F238E27FC236}">
                    <a16:creationId xmlns:a16="http://schemas.microsoft.com/office/drawing/2014/main" id="{2C846394-2DB5-4132-9612-70122921C751}"/>
                  </a:ext>
                </a:extLst>
              </p14:cNvPr>
              <p14:cNvContentPartPr/>
              <p14:nvPr/>
            </p14:nvContentPartPr>
            <p14:xfrm>
              <a:off x="6253913" y="6691270"/>
              <a:ext cx="10800" cy="25920"/>
            </p14:xfrm>
          </p:contentPart>
        </mc:Choice>
        <mc:Fallback xmlns="">
          <p:pic>
            <p:nvPicPr>
              <p:cNvPr id="973" name="Ink 972">
                <a:extLst>
                  <a:ext uri="{FF2B5EF4-FFF2-40B4-BE49-F238E27FC236}">
                    <a16:creationId xmlns:a16="http://schemas.microsoft.com/office/drawing/2014/main" id="{2C846394-2DB5-4132-9612-70122921C751}"/>
                  </a:ext>
                </a:extLst>
              </p:cNvPr>
              <p:cNvPicPr/>
              <p:nvPr/>
            </p:nvPicPr>
            <p:blipFill>
              <a:blip r:embed="rId453"/>
              <a:stretch>
                <a:fillRect/>
              </a:stretch>
            </p:blipFill>
            <p:spPr>
              <a:xfrm>
                <a:off x="6245273" y="6682270"/>
                <a:ext cx="2844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4">
            <p14:nvContentPartPr>
              <p14:cNvPr id="975" name="Ink 974">
                <a:extLst>
                  <a:ext uri="{FF2B5EF4-FFF2-40B4-BE49-F238E27FC236}">
                    <a16:creationId xmlns:a16="http://schemas.microsoft.com/office/drawing/2014/main" id="{B7FA6BB5-1D6C-4D75-8C45-29C553F03457}"/>
                  </a:ext>
                </a:extLst>
              </p14:cNvPr>
              <p14:cNvContentPartPr/>
              <p14:nvPr/>
            </p14:nvContentPartPr>
            <p14:xfrm>
              <a:off x="8321753" y="4943830"/>
              <a:ext cx="96480" cy="304920"/>
            </p14:xfrm>
          </p:contentPart>
        </mc:Choice>
        <mc:Fallback xmlns="">
          <p:pic>
            <p:nvPicPr>
              <p:cNvPr id="975" name="Ink 974">
                <a:extLst>
                  <a:ext uri="{FF2B5EF4-FFF2-40B4-BE49-F238E27FC236}">
                    <a16:creationId xmlns:a16="http://schemas.microsoft.com/office/drawing/2014/main" id="{B7FA6BB5-1D6C-4D75-8C45-29C553F03457}"/>
                  </a:ext>
                </a:extLst>
              </p:cNvPr>
              <p:cNvPicPr/>
              <p:nvPr/>
            </p:nvPicPr>
            <p:blipFill>
              <a:blip r:embed="rId455"/>
              <a:stretch>
                <a:fillRect/>
              </a:stretch>
            </p:blipFill>
            <p:spPr>
              <a:xfrm>
                <a:off x="8312753" y="4934830"/>
                <a:ext cx="114120" cy="32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6">
            <p14:nvContentPartPr>
              <p14:cNvPr id="976" name="Ink 975">
                <a:extLst>
                  <a:ext uri="{FF2B5EF4-FFF2-40B4-BE49-F238E27FC236}">
                    <a16:creationId xmlns:a16="http://schemas.microsoft.com/office/drawing/2014/main" id="{7F543E2A-685D-459F-9391-9F2772D6E857}"/>
                  </a:ext>
                </a:extLst>
              </p14:cNvPr>
              <p14:cNvContentPartPr/>
              <p14:nvPr/>
            </p14:nvContentPartPr>
            <p14:xfrm>
              <a:off x="7866793" y="4462150"/>
              <a:ext cx="544960" cy="377980"/>
            </p14:xfrm>
          </p:contentPart>
        </mc:Choice>
        <mc:Fallback xmlns="">
          <p:pic>
            <p:nvPicPr>
              <p:cNvPr id="976" name="Ink 975">
                <a:extLst>
                  <a:ext uri="{FF2B5EF4-FFF2-40B4-BE49-F238E27FC236}">
                    <a16:creationId xmlns:a16="http://schemas.microsoft.com/office/drawing/2014/main" id="{7F543E2A-685D-459F-9391-9F2772D6E857}"/>
                  </a:ext>
                </a:extLst>
              </p:cNvPr>
              <p:cNvPicPr/>
              <p:nvPr/>
            </p:nvPicPr>
            <p:blipFill>
              <a:blip r:embed="rId457"/>
              <a:stretch>
                <a:fillRect/>
              </a:stretch>
            </p:blipFill>
            <p:spPr>
              <a:xfrm>
                <a:off x="7858149" y="4453159"/>
                <a:ext cx="562609" cy="3956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8">
            <p14:nvContentPartPr>
              <p14:cNvPr id="979" name="Ink 978">
                <a:extLst>
                  <a:ext uri="{FF2B5EF4-FFF2-40B4-BE49-F238E27FC236}">
                    <a16:creationId xmlns:a16="http://schemas.microsoft.com/office/drawing/2014/main" id="{55AF7652-663D-4C44-9931-F4CC9D94FBF3}"/>
                  </a:ext>
                </a:extLst>
              </p14:cNvPr>
              <p14:cNvContentPartPr/>
              <p14:nvPr/>
            </p14:nvContentPartPr>
            <p14:xfrm>
              <a:off x="7833743" y="5973070"/>
              <a:ext cx="597810" cy="385388"/>
            </p14:xfrm>
          </p:contentPart>
        </mc:Choice>
        <mc:Fallback xmlns="">
          <p:pic>
            <p:nvPicPr>
              <p:cNvPr id="979" name="Ink 978">
                <a:extLst>
                  <a:ext uri="{FF2B5EF4-FFF2-40B4-BE49-F238E27FC236}">
                    <a16:creationId xmlns:a16="http://schemas.microsoft.com/office/drawing/2014/main" id="{55AF7652-663D-4C44-9931-F4CC9D94FBF3}"/>
                  </a:ext>
                </a:extLst>
              </p:cNvPr>
              <p:cNvPicPr/>
              <p:nvPr/>
            </p:nvPicPr>
            <p:blipFill>
              <a:blip r:embed="rId459"/>
              <a:stretch>
                <a:fillRect/>
              </a:stretch>
            </p:blipFill>
            <p:spPr>
              <a:xfrm>
                <a:off x="7825100" y="5964082"/>
                <a:ext cx="615456" cy="4030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0">
            <p14:nvContentPartPr>
              <p14:cNvPr id="980" name="Ink 979">
                <a:extLst>
                  <a:ext uri="{FF2B5EF4-FFF2-40B4-BE49-F238E27FC236}">
                    <a16:creationId xmlns:a16="http://schemas.microsoft.com/office/drawing/2014/main" id="{94575355-86E2-4508-AF38-ED93A3335FF0}"/>
                  </a:ext>
                </a:extLst>
              </p14:cNvPr>
              <p14:cNvContentPartPr/>
              <p14:nvPr/>
            </p14:nvContentPartPr>
            <p14:xfrm>
              <a:off x="8043983" y="5439190"/>
              <a:ext cx="415650" cy="370628"/>
            </p14:xfrm>
          </p:contentPart>
        </mc:Choice>
        <mc:Fallback xmlns="">
          <p:pic>
            <p:nvPicPr>
              <p:cNvPr id="980" name="Ink 979">
                <a:extLst>
                  <a:ext uri="{FF2B5EF4-FFF2-40B4-BE49-F238E27FC236}">
                    <a16:creationId xmlns:a16="http://schemas.microsoft.com/office/drawing/2014/main" id="{94575355-86E2-4508-AF38-ED93A3335FF0}"/>
                  </a:ext>
                </a:extLst>
              </p:cNvPr>
              <p:cNvPicPr/>
              <p:nvPr/>
            </p:nvPicPr>
            <p:blipFill>
              <a:blip r:embed="rId461"/>
              <a:stretch>
                <a:fillRect/>
              </a:stretch>
            </p:blipFill>
            <p:spPr>
              <a:xfrm>
                <a:off x="8034986" y="5430194"/>
                <a:ext cx="433284" cy="3882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2">
            <p14:nvContentPartPr>
              <p14:cNvPr id="981" name="Ink 980">
                <a:extLst>
                  <a:ext uri="{FF2B5EF4-FFF2-40B4-BE49-F238E27FC236}">
                    <a16:creationId xmlns:a16="http://schemas.microsoft.com/office/drawing/2014/main" id="{7569EF5F-72F9-4B8D-B2F1-7C1EC92EBDD6}"/>
                  </a:ext>
                </a:extLst>
              </p14:cNvPr>
              <p14:cNvContentPartPr/>
              <p14:nvPr/>
            </p14:nvContentPartPr>
            <p14:xfrm>
              <a:off x="4950353" y="3582310"/>
              <a:ext cx="76320" cy="215280"/>
            </p14:xfrm>
          </p:contentPart>
        </mc:Choice>
        <mc:Fallback xmlns="">
          <p:pic>
            <p:nvPicPr>
              <p:cNvPr id="981" name="Ink 980">
                <a:extLst>
                  <a:ext uri="{FF2B5EF4-FFF2-40B4-BE49-F238E27FC236}">
                    <a16:creationId xmlns:a16="http://schemas.microsoft.com/office/drawing/2014/main" id="{7569EF5F-72F9-4B8D-B2F1-7C1EC92EBDD6}"/>
                  </a:ext>
                </a:extLst>
              </p:cNvPr>
              <p:cNvPicPr/>
              <p:nvPr/>
            </p:nvPicPr>
            <p:blipFill>
              <a:blip r:embed="rId463"/>
              <a:stretch>
                <a:fillRect/>
              </a:stretch>
            </p:blipFill>
            <p:spPr>
              <a:xfrm>
                <a:off x="4941353" y="3573670"/>
                <a:ext cx="93960" cy="23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4">
            <p14:nvContentPartPr>
              <p14:cNvPr id="984" name="Ink 983">
                <a:extLst>
                  <a:ext uri="{FF2B5EF4-FFF2-40B4-BE49-F238E27FC236}">
                    <a16:creationId xmlns:a16="http://schemas.microsoft.com/office/drawing/2014/main" id="{936EDB83-3871-4A8E-8E4B-38A633B38CF4}"/>
                  </a:ext>
                </a:extLst>
              </p14:cNvPr>
              <p14:cNvContentPartPr/>
              <p14:nvPr/>
            </p14:nvContentPartPr>
            <p14:xfrm>
              <a:off x="4938473" y="3450910"/>
              <a:ext cx="20880" cy="36000"/>
            </p14:xfrm>
          </p:contentPart>
        </mc:Choice>
        <mc:Fallback xmlns="">
          <p:pic>
            <p:nvPicPr>
              <p:cNvPr id="984" name="Ink 983">
                <a:extLst>
                  <a:ext uri="{FF2B5EF4-FFF2-40B4-BE49-F238E27FC236}">
                    <a16:creationId xmlns:a16="http://schemas.microsoft.com/office/drawing/2014/main" id="{936EDB83-3871-4A8E-8E4B-38A633B38CF4}"/>
                  </a:ext>
                </a:extLst>
              </p:cNvPr>
              <p:cNvPicPr/>
              <p:nvPr/>
            </p:nvPicPr>
            <p:blipFill>
              <a:blip r:embed="rId465"/>
              <a:stretch>
                <a:fillRect/>
              </a:stretch>
            </p:blipFill>
            <p:spPr>
              <a:xfrm>
                <a:off x="4929833" y="3442183"/>
                <a:ext cx="38520" cy="5381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137187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35ECC-EF6E-4966-88E5-64BC0210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4428"/>
          </a:xfrm>
        </p:spPr>
        <p:txBody>
          <a:bodyPr/>
          <a:lstStyle/>
          <a:p>
            <a:r>
              <a:rPr lang="en-US" dirty="0"/>
              <a:t>N=8 DFT/FFT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3718D18-7D43-4B34-855B-184305AC04C1}"/>
                  </a:ext>
                </a:extLst>
              </p14:cNvPr>
              <p14:cNvContentPartPr/>
              <p14:nvPr/>
            </p14:nvContentPartPr>
            <p14:xfrm>
              <a:off x="838200" y="1648820"/>
              <a:ext cx="235440" cy="1764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3718D18-7D43-4B34-855B-184305AC04C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29200" y="1639838"/>
                <a:ext cx="253080" cy="1940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E4C73F3-A8AA-40F5-92BF-191441056E47}"/>
                  </a:ext>
                </a:extLst>
              </p14:cNvPr>
              <p14:cNvContentPartPr/>
              <p14:nvPr/>
            </p14:nvContentPartPr>
            <p14:xfrm>
              <a:off x="877440" y="2237060"/>
              <a:ext cx="259200" cy="1868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E4C73F3-A8AA-40F5-92BF-191441056E4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68440" y="2228077"/>
                <a:ext cx="276840" cy="2044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8C097AE-2C78-413F-B4FB-4464AD965686}"/>
                  </a:ext>
                </a:extLst>
              </p14:cNvPr>
              <p14:cNvContentPartPr/>
              <p14:nvPr/>
            </p14:nvContentPartPr>
            <p14:xfrm>
              <a:off x="917760" y="3404540"/>
              <a:ext cx="242280" cy="18540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8C097AE-2C78-413F-B4FB-4464AD96568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08773" y="3395522"/>
                <a:ext cx="259894" cy="2030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5D4EE911-E8E2-4207-95F6-9013609C0426}"/>
                  </a:ext>
                </a:extLst>
              </p14:cNvPr>
              <p14:cNvContentPartPr/>
              <p14:nvPr/>
            </p14:nvContentPartPr>
            <p14:xfrm>
              <a:off x="866280" y="2822420"/>
              <a:ext cx="299160" cy="2016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5D4EE911-E8E2-4207-95F6-9013609C042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57269" y="2813420"/>
                <a:ext cx="316821" cy="21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CB6B7A04-EA5F-439B-9803-41918A4A1C3F}"/>
                  </a:ext>
                </a:extLst>
              </p14:cNvPr>
              <p14:cNvContentPartPr/>
              <p14:nvPr/>
            </p14:nvContentPartPr>
            <p14:xfrm>
              <a:off x="1137360" y="4159100"/>
              <a:ext cx="12600" cy="615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CB6B7A04-EA5F-439B-9803-41918A4A1C3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28360" y="4150100"/>
                <a:ext cx="30240" cy="7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A6E59446-2DE8-46EA-AE4D-4C008E60BFA4}"/>
                  </a:ext>
                </a:extLst>
              </p14:cNvPr>
              <p14:cNvContentPartPr/>
              <p14:nvPr/>
            </p14:nvContentPartPr>
            <p14:xfrm>
              <a:off x="913080" y="4016540"/>
              <a:ext cx="137160" cy="1285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A6E59446-2DE8-46EA-AE4D-4C008E60BFA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04080" y="4007515"/>
                <a:ext cx="154800" cy="1462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D228A29D-8DBC-4537-998E-BC2153A3ED89}"/>
                  </a:ext>
                </a:extLst>
              </p14:cNvPr>
              <p14:cNvContentPartPr/>
              <p14:nvPr/>
            </p14:nvContentPartPr>
            <p14:xfrm>
              <a:off x="948720" y="4655540"/>
              <a:ext cx="249840" cy="2127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D228A29D-8DBC-4537-998E-BC2153A3ED8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39720" y="4646540"/>
                <a:ext cx="267480" cy="23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F1C5E6E9-0D11-4ED3-8B3E-33F853B59690}"/>
                  </a:ext>
                </a:extLst>
              </p14:cNvPr>
              <p14:cNvContentPartPr/>
              <p14:nvPr/>
            </p14:nvContentPartPr>
            <p14:xfrm>
              <a:off x="1124040" y="5391020"/>
              <a:ext cx="91080" cy="11232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F1C5E6E9-0D11-4ED3-8B3E-33F853B5969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115040" y="5382020"/>
                <a:ext cx="108720" cy="12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5D209C7D-7EF3-4C42-8A14-417821FDAF29}"/>
                  </a:ext>
                </a:extLst>
              </p14:cNvPr>
              <p14:cNvContentPartPr/>
              <p14:nvPr/>
            </p14:nvContentPartPr>
            <p14:xfrm>
              <a:off x="946920" y="5304260"/>
              <a:ext cx="116280" cy="10476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5D209C7D-7EF3-4C42-8A14-417821FDAF29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37892" y="5295291"/>
                <a:ext cx="133975" cy="1223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D516B484-4D7B-4884-8D6F-8A6A7D875E71}"/>
                  </a:ext>
                </a:extLst>
              </p14:cNvPr>
              <p14:cNvContentPartPr/>
              <p14:nvPr/>
            </p14:nvContentPartPr>
            <p14:xfrm>
              <a:off x="1148160" y="5992220"/>
              <a:ext cx="100440" cy="12564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D516B484-4D7B-4884-8D6F-8A6A7D875E7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139160" y="5983220"/>
                <a:ext cx="118080" cy="1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43C15195-E441-4B31-85CF-346E4F3CE09A}"/>
                  </a:ext>
                </a:extLst>
              </p14:cNvPr>
              <p14:cNvContentPartPr/>
              <p14:nvPr/>
            </p14:nvContentPartPr>
            <p14:xfrm>
              <a:off x="973200" y="5889980"/>
              <a:ext cx="110160" cy="1209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43C15195-E441-4B31-85CF-346E4F3CE09A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64200" y="5880953"/>
                <a:ext cx="127800" cy="1386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E9293484-C32E-4F2B-9808-04E5D46F38A5}"/>
                  </a:ext>
                </a:extLst>
              </p14:cNvPr>
              <p14:cNvContentPartPr/>
              <p14:nvPr/>
            </p14:nvContentPartPr>
            <p14:xfrm>
              <a:off x="1475040" y="1685900"/>
              <a:ext cx="1512000" cy="66960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E9293484-C32E-4F2B-9808-04E5D46F38A5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457036" y="1667900"/>
                <a:ext cx="1547648" cy="70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729AE6A5-91B7-4833-856D-7B5BF0BC5AAF}"/>
                  </a:ext>
                </a:extLst>
              </p14:cNvPr>
              <p14:cNvContentPartPr/>
              <p14:nvPr/>
            </p14:nvContentPartPr>
            <p14:xfrm>
              <a:off x="2583120" y="2397980"/>
              <a:ext cx="178560" cy="6696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729AE6A5-91B7-4833-856D-7B5BF0BC5AAF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574138" y="2388980"/>
                <a:ext cx="196165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BBA513D6-6553-4D44-9960-AB97A1AB6711}"/>
                  </a:ext>
                </a:extLst>
              </p14:cNvPr>
              <p14:cNvContentPartPr/>
              <p14:nvPr/>
            </p14:nvContentPartPr>
            <p14:xfrm>
              <a:off x="1481880" y="2833220"/>
              <a:ext cx="1494360" cy="69516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BBA513D6-6553-4D44-9960-AB97A1AB6711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463876" y="2815220"/>
                <a:ext cx="1530009" cy="72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91DA6D04-1422-42DC-8C08-04678F6BFB60}"/>
                  </a:ext>
                </a:extLst>
              </p14:cNvPr>
              <p14:cNvContentPartPr/>
              <p14:nvPr/>
            </p14:nvContentPartPr>
            <p14:xfrm>
              <a:off x="1494840" y="4032380"/>
              <a:ext cx="1501200" cy="76464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91DA6D04-1422-42DC-8C08-04678F6BFB60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476840" y="4019786"/>
                <a:ext cx="1536840" cy="7948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C071F5D4-F1F4-4C6B-86B3-A1C9A3B55F3E}"/>
                  </a:ext>
                </a:extLst>
              </p14:cNvPr>
              <p14:cNvContentPartPr/>
              <p14:nvPr/>
            </p14:nvContentPartPr>
            <p14:xfrm>
              <a:off x="2563320" y="3580220"/>
              <a:ext cx="213120" cy="8928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C071F5D4-F1F4-4C6B-86B3-A1C9A3B55F3E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554320" y="3571220"/>
                <a:ext cx="230760" cy="10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82B75BF8-DBCC-4385-BDA0-D4C123290FB1}"/>
                  </a:ext>
                </a:extLst>
              </p14:cNvPr>
              <p14:cNvContentPartPr/>
              <p14:nvPr/>
            </p14:nvContentPartPr>
            <p14:xfrm>
              <a:off x="2580240" y="4844540"/>
              <a:ext cx="233280" cy="9576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82B75BF8-DBCC-4385-BDA0-D4C123290FB1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571240" y="4835540"/>
                <a:ext cx="25092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2F382DBB-B23A-454F-8B5B-6B36F68F0FB0}"/>
                  </a:ext>
                </a:extLst>
              </p14:cNvPr>
              <p14:cNvContentPartPr/>
              <p14:nvPr/>
            </p14:nvContentPartPr>
            <p14:xfrm>
              <a:off x="2523360" y="6116060"/>
              <a:ext cx="241920" cy="8496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2F382DBB-B23A-454F-8B5B-6B36F68F0FB0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514360" y="6107060"/>
                <a:ext cx="259560" cy="10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8B2D834E-B526-4133-81E7-285CF81218F3}"/>
                  </a:ext>
                </a:extLst>
              </p14:cNvPr>
              <p14:cNvContentPartPr/>
              <p14:nvPr/>
            </p14:nvContentPartPr>
            <p14:xfrm>
              <a:off x="1525800" y="5309300"/>
              <a:ext cx="1486800" cy="71280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8B2D834E-B526-4133-81E7-285CF81218F3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507800" y="5292011"/>
                <a:ext cx="1522440" cy="7416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CE57D1EE-0F36-40DB-80AE-4218ECB89879}"/>
                  </a:ext>
                </a:extLst>
              </p14:cNvPr>
              <p14:cNvContentPartPr/>
              <p14:nvPr/>
            </p14:nvContentPartPr>
            <p14:xfrm>
              <a:off x="4943640" y="3979820"/>
              <a:ext cx="54360" cy="856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CE57D1EE-0F36-40DB-80AE-4218ECB89879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925640" y="3961820"/>
                <a:ext cx="90000" cy="12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0EE458AD-86F5-4350-8724-2AEC27EAFAFB}"/>
                  </a:ext>
                </a:extLst>
              </p14:cNvPr>
              <p14:cNvContentPartPr/>
              <p14:nvPr/>
            </p14:nvContentPartPr>
            <p14:xfrm>
              <a:off x="4971360" y="4623500"/>
              <a:ext cx="39600" cy="565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0EE458AD-86F5-4350-8724-2AEC27EAFAFB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953360" y="4605385"/>
                <a:ext cx="75240" cy="923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18A38FC7-BE58-4CC6-A8EE-A5A025586374}"/>
                  </a:ext>
                </a:extLst>
              </p14:cNvPr>
              <p14:cNvContentPartPr/>
              <p14:nvPr/>
            </p14:nvContentPartPr>
            <p14:xfrm>
              <a:off x="4982880" y="5247380"/>
              <a:ext cx="43560" cy="63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18A38FC7-BE58-4CC6-A8EE-A5A025586374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964880" y="5229380"/>
                <a:ext cx="79200" cy="9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DA84AE7-D81D-40DA-9432-32D29CFA449F}"/>
                  </a:ext>
                </a:extLst>
              </p14:cNvPr>
              <p14:cNvContentPartPr/>
              <p14:nvPr/>
            </p14:nvContentPartPr>
            <p14:xfrm>
              <a:off x="4967760" y="5864420"/>
              <a:ext cx="56520" cy="514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DA84AE7-D81D-40DA-9432-32D29CFA449F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949874" y="5846420"/>
                <a:ext cx="91934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384CEA26-D438-4048-ABA4-C4B679C2296B}"/>
                  </a:ext>
                </a:extLst>
              </p14:cNvPr>
              <p14:cNvContentPartPr/>
              <p14:nvPr/>
            </p14:nvContentPartPr>
            <p14:xfrm>
              <a:off x="4635480" y="3655820"/>
              <a:ext cx="154800" cy="15912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384CEA26-D438-4048-ABA4-C4B679C2296B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626459" y="3646840"/>
                <a:ext cx="172481" cy="17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17ABFB6B-94E4-4B30-80E5-7DA0F000377F}"/>
                  </a:ext>
                </a:extLst>
              </p14:cNvPr>
              <p14:cNvContentPartPr/>
              <p14:nvPr/>
            </p14:nvContentPartPr>
            <p14:xfrm>
              <a:off x="2996400" y="1684460"/>
              <a:ext cx="2010960" cy="189144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17ABFB6B-94E4-4B30-80E5-7DA0F000377F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987400" y="1675460"/>
                <a:ext cx="2037600" cy="19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60CE51D1-AED9-407A-89F3-8308FF2C5CC2}"/>
                  </a:ext>
                </a:extLst>
              </p14:cNvPr>
              <p14:cNvContentPartPr/>
              <p14:nvPr/>
            </p14:nvContentPartPr>
            <p14:xfrm>
              <a:off x="4619280" y="6056300"/>
              <a:ext cx="82080" cy="23688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60CE51D1-AED9-407A-89F3-8308FF2C5CC2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4610319" y="6047314"/>
                <a:ext cx="99643" cy="2544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21A67F3A-1781-4B5F-BD45-CEA4F75AF228}"/>
                  </a:ext>
                </a:extLst>
              </p14:cNvPr>
              <p14:cNvContentPartPr/>
              <p14:nvPr/>
            </p14:nvContentPartPr>
            <p14:xfrm>
              <a:off x="3009360" y="4006460"/>
              <a:ext cx="2029320" cy="195588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21A67F3A-1781-4B5F-BD45-CEA4F75AF228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000358" y="3997460"/>
                <a:ext cx="2046963" cy="197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B008B55-E2A4-442E-8382-B51C2ED27800}"/>
                  </a:ext>
                </a:extLst>
              </p14:cNvPr>
              <p14:cNvContentPartPr/>
              <p14:nvPr/>
            </p14:nvContentPartPr>
            <p14:xfrm>
              <a:off x="7113360" y="4530620"/>
              <a:ext cx="60480" cy="550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B008B55-E2A4-442E-8382-B51C2ED27800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7095360" y="4512620"/>
                <a:ext cx="96120" cy="9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7342530C-7531-4685-9F07-C5D37AB14134}"/>
                  </a:ext>
                </a:extLst>
              </p14:cNvPr>
              <p14:cNvContentPartPr/>
              <p14:nvPr/>
            </p14:nvContentPartPr>
            <p14:xfrm>
              <a:off x="7133520" y="5117780"/>
              <a:ext cx="59400" cy="666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7342530C-7531-4685-9F07-C5D37AB14134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115520" y="5099780"/>
                <a:ext cx="95040" cy="10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F8371EA1-16EC-4109-A0D7-32C7D3206216}"/>
                  </a:ext>
                </a:extLst>
              </p14:cNvPr>
              <p14:cNvContentPartPr/>
              <p14:nvPr/>
            </p14:nvContentPartPr>
            <p14:xfrm>
              <a:off x="7161600" y="5751020"/>
              <a:ext cx="58320" cy="921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F8371EA1-16EC-4109-A0D7-32C7D3206216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143600" y="5733020"/>
                <a:ext cx="93960" cy="12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41CB256E-E7D8-4C17-893D-E6564D4D67D0}"/>
                  </a:ext>
                </a:extLst>
              </p14:cNvPr>
              <p14:cNvContentPartPr/>
              <p14:nvPr/>
            </p14:nvContentPartPr>
            <p14:xfrm>
              <a:off x="4987200" y="1498700"/>
              <a:ext cx="3576600" cy="273168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41CB256E-E7D8-4C17-893D-E6564D4D67D0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4978201" y="1489700"/>
                <a:ext cx="3594238" cy="27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5C66CAAB-401B-41EF-B167-0B2B8ABE5897}"/>
                  </a:ext>
                </a:extLst>
              </p14:cNvPr>
              <p14:cNvContentPartPr/>
              <p14:nvPr/>
            </p14:nvContentPartPr>
            <p14:xfrm>
              <a:off x="5002680" y="2663660"/>
              <a:ext cx="3577680" cy="284508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5C66CAAB-401B-41EF-B167-0B2B8ABE5897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4993681" y="2654660"/>
                <a:ext cx="3595318" cy="286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B6FC61E4-8638-4191-BA83-F04E590C1860}"/>
                  </a:ext>
                </a:extLst>
              </p14:cNvPr>
              <p14:cNvContentPartPr/>
              <p14:nvPr/>
            </p14:nvContentPartPr>
            <p14:xfrm>
              <a:off x="5004120" y="2134820"/>
              <a:ext cx="3592440" cy="414288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B6FC61E4-8638-4191-BA83-F04E590C1860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4995119" y="2125820"/>
                <a:ext cx="3610082" cy="416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48CE9A93-EF25-4B6D-84ED-81B4C9224777}"/>
                  </a:ext>
                </a:extLst>
              </p14:cNvPr>
              <p14:cNvContentPartPr/>
              <p14:nvPr/>
            </p14:nvContentPartPr>
            <p14:xfrm>
              <a:off x="5951873" y="411430"/>
              <a:ext cx="618840" cy="1537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48CE9A93-EF25-4B6D-84ED-81B4C9224777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942873" y="402430"/>
                <a:ext cx="636480" cy="17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93F889C9-A56F-426B-95E9-5D1BA4336B53}"/>
                  </a:ext>
                </a:extLst>
              </p14:cNvPr>
              <p14:cNvContentPartPr/>
              <p14:nvPr/>
            </p14:nvContentPartPr>
            <p14:xfrm>
              <a:off x="4589273" y="202270"/>
              <a:ext cx="1010520" cy="4359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93F889C9-A56F-426B-95E9-5D1BA4336B53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4580273" y="193270"/>
                <a:ext cx="1028160" cy="45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A904E61D-58B5-4E3B-8B7F-D8F6828C2DAE}"/>
                  </a:ext>
                </a:extLst>
              </p14:cNvPr>
              <p14:cNvContentPartPr/>
              <p14:nvPr/>
            </p14:nvContentPartPr>
            <p14:xfrm>
              <a:off x="7035113" y="293350"/>
              <a:ext cx="743040" cy="34992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A904E61D-58B5-4E3B-8B7F-D8F6828C2DAE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7026113" y="284710"/>
                <a:ext cx="760680" cy="36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F5356E99-E257-4AC4-B9B7-A81149065B0C}"/>
                  </a:ext>
                </a:extLst>
              </p14:cNvPr>
              <p14:cNvContentPartPr/>
              <p14:nvPr/>
            </p14:nvContentPartPr>
            <p14:xfrm>
              <a:off x="2536913" y="1104070"/>
              <a:ext cx="1198440" cy="18684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F5356E99-E257-4AC4-B9B7-A81149065B0C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2528273" y="1095070"/>
                <a:ext cx="1216080" cy="20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F2AC5A47-C375-42DC-A869-535BF9B449C6}"/>
                  </a:ext>
                </a:extLst>
              </p14:cNvPr>
              <p14:cNvContentPartPr/>
              <p14:nvPr/>
            </p14:nvContentPartPr>
            <p14:xfrm>
              <a:off x="4903553" y="964750"/>
              <a:ext cx="62280" cy="17496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F2AC5A47-C375-42DC-A869-535BF9B449C6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4894913" y="956110"/>
                <a:ext cx="79920" cy="19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FCED2C28-E0A2-438E-AD98-657E501F267C}"/>
                  </a:ext>
                </a:extLst>
              </p14:cNvPr>
              <p14:cNvContentPartPr/>
              <p14:nvPr/>
            </p14:nvContentPartPr>
            <p14:xfrm>
              <a:off x="5060513" y="771070"/>
              <a:ext cx="363600" cy="34128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FCED2C28-E0A2-438E-AD98-657E501F267C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5051522" y="762421"/>
                <a:ext cx="381223" cy="35893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0887AFDF-91ED-4D81-86F3-1BDEEBF3BC9F}"/>
                  </a:ext>
                </a:extLst>
              </p14:cNvPr>
              <p14:cNvContentPartPr/>
              <p14:nvPr/>
            </p14:nvContentPartPr>
            <p14:xfrm>
              <a:off x="7593833" y="887350"/>
              <a:ext cx="208080" cy="19404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0887AFDF-91ED-4D81-86F3-1BDEEBF3BC9F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7584833" y="878350"/>
                <a:ext cx="225720" cy="21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2E6A84BA-08ED-4EA3-936D-3AD70797B366}"/>
                  </a:ext>
                </a:extLst>
              </p14:cNvPr>
              <p14:cNvContentPartPr/>
              <p14:nvPr/>
            </p14:nvContentPartPr>
            <p14:xfrm>
              <a:off x="7910993" y="348790"/>
              <a:ext cx="1040400" cy="70812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2E6A84BA-08ED-4EA3-936D-3AD70797B366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7901990" y="340150"/>
                <a:ext cx="1058046" cy="72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0406A91D-6F72-4955-B20D-0D1F596B1ADB}"/>
                  </a:ext>
                </a:extLst>
              </p14:cNvPr>
              <p14:cNvContentPartPr/>
              <p14:nvPr/>
            </p14:nvContentPartPr>
            <p14:xfrm>
              <a:off x="4985273" y="1275070"/>
              <a:ext cx="5760" cy="1368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0406A91D-6F72-4955-B20D-0D1F596B1ADB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4976633" y="1266430"/>
                <a:ext cx="23400" cy="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EBE1697D-BD70-4BA9-83C7-2B9CEF7F6DBC}"/>
                  </a:ext>
                </a:extLst>
              </p14:cNvPr>
              <p14:cNvContentPartPr/>
              <p14:nvPr/>
            </p14:nvContentPartPr>
            <p14:xfrm>
              <a:off x="7730633" y="1252750"/>
              <a:ext cx="547920" cy="17532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EBE1697D-BD70-4BA9-83C7-2B9CEF7F6DBC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7721633" y="1243768"/>
                <a:ext cx="565560" cy="1929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34D6E872-83FD-40A2-85AF-663627B1E024}"/>
                  </a:ext>
                </a:extLst>
              </p14:cNvPr>
              <p14:cNvContentPartPr/>
              <p14:nvPr/>
            </p14:nvContentPartPr>
            <p14:xfrm>
              <a:off x="5289113" y="1325830"/>
              <a:ext cx="192240" cy="11880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34D6E872-83FD-40A2-85AF-663627B1E024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5280113" y="1316830"/>
                <a:ext cx="209880" cy="13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188636CC-D80A-42AE-AF80-EBBEDF3A30FC}"/>
                  </a:ext>
                </a:extLst>
              </p14:cNvPr>
              <p14:cNvContentPartPr/>
              <p14:nvPr/>
            </p14:nvContentPartPr>
            <p14:xfrm>
              <a:off x="4641833" y="1337350"/>
              <a:ext cx="554760" cy="11448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188636CC-D80A-42AE-AF80-EBBEDF3A30FC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4633187" y="1328710"/>
                <a:ext cx="572411" cy="13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1B3838A9-5AFC-4D4C-A078-A130BD91FF5D}"/>
                  </a:ext>
                </a:extLst>
              </p14:cNvPr>
              <p14:cNvContentPartPr/>
              <p14:nvPr/>
            </p14:nvContentPartPr>
            <p14:xfrm>
              <a:off x="9547553" y="868270"/>
              <a:ext cx="205200" cy="26244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1B3838A9-5AFC-4D4C-A078-A130BD91FF5D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9538913" y="859630"/>
                <a:ext cx="222840" cy="28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0D6AE594-6EB8-45FD-B0A0-DFBC3B2217FB}"/>
                  </a:ext>
                </a:extLst>
              </p14:cNvPr>
              <p14:cNvContentPartPr/>
              <p14:nvPr/>
            </p14:nvContentPartPr>
            <p14:xfrm>
              <a:off x="9826193" y="812830"/>
              <a:ext cx="291600" cy="37296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0D6AE594-6EB8-45FD-B0A0-DFBC3B2217FB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9817204" y="803830"/>
                <a:ext cx="309218" cy="39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B5DF7C29-B371-413A-BC10-18A61D1C19D7}"/>
                  </a:ext>
                </a:extLst>
              </p14:cNvPr>
              <p14:cNvContentPartPr/>
              <p14:nvPr/>
            </p14:nvContentPartPr>
            <p14:xfrm>
              <a:off x="9100073" y="962950"/>
              <a:ext cx="316440" cy="9828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B5DF7C29-B371-413A-BC10-18A61D1C19D7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9091423" y="954310"/>
                <a:ext cx="334100" cy="11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8A797B58-1A30-44AC-919D-B44BAB5D664E}"/>
                  </a:ext>
                </a:extLst>
              </p14:cNvPr>
              <p14:cNvContentPartPr/>
              <p14:nvPr/>
            </p14:nvContentPartPr>
            <p14:xfrm>
              <a:off x="11748233" y="989950"/>
              <a:ext cx="49680" cy="9000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8A797B58-1A30-44AC-919D-B44BAB5D664E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1739593" y="980950"/>
                <a:ext cx="6732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59794192-9AC8-4A02-9C51-3C0FBDABD9DD}"/>
                  </a:ext>
                </a:extLst>
              </p14:cNvPr>
              <p14:cNvContentPartPr/>
              <p14:nvPr/>
            </p14:nvContentPartPr>
            <p14:xfrm>
              <a:off x="11858393" y="922990"/>
              <a:ext cx="228600" cy="17604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59794192-9AC8-4A02-9C51-3C0FBDABD9DD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1849393" y="913990"/>
                <a:ext cx="246240" cy="1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3EAE17E6-7D5A-4ED0-A02A-1BA9D9C05048}"/>
                  </a:ext>
                </a:extLst>
              </p14:cNvPr>
              <p14:cNvContentPartPr/>
              <p14:nvPr/>
            </p14:nvContentPartPr>
            <p14:xfrm>
              <a:off x="11345033" y="825430"/>
              <a:ext cx="327960" cy="26244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3EAE17E6-7D5A-4ED0-A02A-1BA9D9C05048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1336033" y="816790"/>
                <a:ext cx="345600" cy="28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0E7DDB44-B82F-4767-BD68-D1F2038AB7AA}"/>
                  </a:ext>
                </a:extLst>
              </p14:cNvPr>
              <p14:cNvContentPartPr/>
              <p14:nvPr/>
            </p14:nvContentPartPr>
            <p14:xfrm>
              <a:off x="11000513" y="808870"/>
              <a:ext cx="258120" cy="39600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0E7DDB44-B82F-4767-BD68-D1F2038AB7AA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0991885" y="800230"/>
                <a:ext cx="275735" cy="41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D82F5A39-8156-496F-A882-66E46425227A}"/>
                  </a:ext>
                </a:extLst>
              </p14:cNvPr>
              <p14:cNvContentPartPr/>
              <p14:nvPr/>
            </p14:nvContentPartPr>
            <p14:xfrm>
              <a:off x="10290233" y="793750"/>
              <a:ext cx="646560" cy="31716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D82F5A39-8156-496F-A882-66E46425227A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0281233" y="785110"/>
                <a:ext cx="664200" cy="33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C4F77B02-D6A6-4E69-875A-C57E537357F7}"/>
                  </a:ext>
                </a:extLst>
              </p14:cNvPr>
              <p14:cNvContentPartPr/>
              <p14:nvPr/>
            </p14:nvContentPartPr>
            <p14:xfrm>
              <a:off x="1132193" y="998230"/>
              <a:ext cx="1228680" cy="33480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C4F77B02-D6A6-4E69-875A-C57E537357F7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123193" y="989240"/>
                <a:ext cx="1246320" cy="35242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989668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ABC16-3F5A-4C39-97BF-2B91903FE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014001" cy="676443"/>
          </a:xfrm>
        </p:spPr>
        <p:txBody>
          <a:bodyPr>
            <a:normAutofit fontScale="90000"/>
          </a:bodyPr>
          <a:lstStyle/>
          <a:p>
            <a:r>
              <a:rPr lang="en-US" dirty="0"/>
              <a:t>N=8 FFT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7A6ECB-F8A7-4F8F-9EE2-80210D5D58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6535" y="254336"/>
            <a:ext cx="7087642" cy="64928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2B78255-E4B0-4EC0-96D8-68A989056980}"/>
                  </a:ext>
                </a:extLst>
              </p14:cNvPr>
              <p14:cNvContentPartPr/>
              <p14:nvPr/>
            </p14:nvContentPartPr>
            <p14:xfrm>
              <a:off x="2655353" y="537430"/>
              <a:ext cx="124560" cy="1288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2B78255-E4B0-4EC0-96D8-68A98905698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46713" y="528790"/>
                <a:ext cx="142200" cy="14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31C8BA9-603A-4201-A111-97548AD5193D}"/>
                  </a:ext>
                </a:extLst>
              </p14:cNvPr>
              <p14:cNvContentPartPr/>
              <p14:nvPr/>
            </p14:nvContentPartPr>
            <p14:xfrm>
              <a:off x="2679833" y="1290910"/>
              <a:ext cx="13680" cy="1299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31C8BA9-603A-4201-A111-97548AD5193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671193" y="1281910"/>
                <a:ext cx="31320" cy="14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B4F0357-95A4-4BA5-A6C8-99EB6CF24385}"/>
                  </a:ext>
                </a:extLst>
              </p14:cNvPr>
              <p14:cNvContentPartPr/>
              <p14:nvPr/>
            </p14:nvContentPartPr>
            <p14:xfrm>
              <a:off x="2605313" y="2054110"/>
              <a:ext cx="151200" cy="1555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B4F0357-95A4-4BA5-A6C8-99EB6CF2438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596673" y="2045110"/>
                <a:ext cx="168840" cy="17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8508F9E-932B-450D-999E-F54A898015AB}"/>
                  </a:ext>
                </a:extLst>
              </p14:cNvPr>
              <p14:cNvContentPartPr/>
              <p14:nvPr/>
            </p14:nvContentPartPr>
            <p14:xfrm>
              <a:off x="2531153" y="2923150"/>
              <a:ext cx="192960" cy="1832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8508F9E-932B-450D-999E-F54A898015A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522153" y="2914150"/>
                <a:ext cx="210600" cy="20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2FBE6C4-2ADD-4CDA-A9EB-454889A2178B}"/>
                  </a:ext>
                </a:extLst>
              </p14:cNvPr>
              <p14:cNvContentPartPr/>
              <p14:nvPr/>
            </p14:nvContentPartPr>
            <p14:xfrm>
              <a:off x="2583713" y="4601110"/>
              <a:ext cx="163440" cy="1933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2FBE6C4-2ADD-4CDA-A9EB-454889A2178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575073" y="4592110"/>
                <a:ext cx="181080" cy="21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D86CACB3-C414-4052-B47A-709B049AA65B}"/>
                  </a:ext>
                </a:extLst>
              </p14:cNvPr>
              <p14:cNvContentPartPr/>
              <p14:nvPr/>
            </p14:nvContentPartPr>
            <p14:xfrm>
              <a:off x="2639873" y="5374390"/>
              <a:ext cx="114840" cy="1947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D86CACB3-C414-4052-B47A-709B049AA65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630873" y="5365390"/>
                <a:ext cx="132480" cy="21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C4EBC496-0E26-4C11-B4D5-3DDC68903164}"/>
                  </a:ext>
                </a:extLst>
              </p14:cNvPr>
              <p14:cNvContentPartPr/>
              <p14:nvPr/>
            </p14:nvContentPartPr>
            <p14:xfrm>
              <a:off x="2660033" y="6072790"/>
              <a:ext cx="182880" cy="2883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C4EBC496-0E26-4C11-B4D5-3DDC68903164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651393" y="6063790"/>
                <a:ext cx="200520" cy="30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E66AAE47-3306-4E27-A089-0B3178DC3EF3}"/>
                  </a:ext>
                </a:extLst>
              </p14:cNvPr>
              <p14:cNvContentPartPr/>
              <p14:nvPr/>
            </p14:nvContentPartPr>
            <p14:xfrm>
              <a:off x="2146673" y="52870"/>
              <a:ext cx="578160" cy="25524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E66AAE47-3306-4E27-A089-0B3178DC3EF3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137679" y="44230"/>
                <a:ext cx="595789" cy="27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907E01A9-8D3F-4E19-BDD9-2FE064A7DF42}"/>
                  </a:ext>
                </a:extLst>
              </p14:cNvPr>
              <p14:cNvContentPartPr/>
              <p14:nvPr/>
            </p14:nvContentPartPr>
            <p14:xfrm>
              <a:off x="3886553" y="487750"/>
              <a:ext cx="149040" cy="17568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907E01A9-8D3F-4E19-BDD9-2FE064A7DF42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877913" y="479110"/>
                <a:ext cx="166680" cy="19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AC9C8F72-29A1-4135-AC88-A87332A1D0BC}"/>
                  </a:ext>
                </a:extLst>
              </p14:cNvPr>
              <p14:cNvContentPartPr/>
              <p14:nvPr/>
            </p14:nvContentPartPr>
            <p14:xfrm>
              <a:off x="3902393" y="1258150"/>
              <a:ext cx="142200" cy="20304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AC9C8F72-29A1-4135-AC88-A87332A1D0BC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893393" y="1249150"/>
                <a:ext cx="159840" cy="22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AF794E34-74FC-459F-8980-92A480BB5EA3}"/>
                  </a:ext>
                </a:extLst>
              </p14:cNvPr>
              <p14:cNvContentPartPr/>
              <p14:nvPr/>
            </p14:nvContentPartPr>
            <p14:xfrm>
              <a:off x="3884393" y="2121070"/>
              <a:ext cx="162360" cy="1641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AF794E34-74FC-459F-8980-92A480BB5EA3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875753" y="2112070"/>
                <a:ext cx="180000" cy="18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DA1C96DD-B223-45DA-A157-538793AB65C6}"/>
                  </a:ext>
                </a:extLst>
              </p14:cNvPr>
              <p14:cNvContentPartPr/>
              <p14:nvPr/>
            </p14:nvContentPartPr>
            <p14:xfrm>
              <a:off x="3921473" y="2883910"/>
              <a:ext cx="111240" cy="24408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DA1C96DD-B223-45DA-A157-538793AB65C6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912833" y="2875270"/>
                <a:ext cx="128880" cy="26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4314B6A8-D8BB-481E-B142-126F1BE43B0C}"/>
                  </a:ext>
                </a:extLst>
              </p14:cNvPr>
              <p14:cNvContentPartPr/>
              <p14:nvPr/>
            </p14:nvContentPartPr>
            <p14:xfrm>
              <a:off x="3953873" y="3725590"/>
              <a:ext cx="19080" cy="18540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4314B6A8-D8BB-481E-B142-126F1BE43B0C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3944873" y="3716590"/>
                <a:ext cx="36720" cy="20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37AB26F1-AB46-486E-B5D3-A8D72938A228}"/>
                  </a:ext>
                </a:extLst>
              </p14:cNvPr>
              <p14:cNvContentPartPr/>
              <p14:nvPr/>
            </p14:nvContentPartPr>
            <p14:xfrm>
              <a:off x="3886553" y="4578070"/>
              <a:ext cx="171720" cy="18936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37AB26F1-AB46-486E-B5D3-A8D72938A228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3877895" y="4569430"/>
                <a:ext cx="189397" cy="20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7153522A-9036-4D96-9D7D-249F8655B7DC}"/>
                  </a:ext>
                </a:extLst>
              </p14:cNvPr>
              <p14:cNvContentPartPr/>
              <p14:nvPr/>
            </p14:nvContentPartPr>
            <p14:xfrm>
              <a:off x="3915353" y="5429470"/>
              <a:ext cx="144720" cy="21528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7153522A-9036-4D96-9D7D-249F8655B7DC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3906353" y="5420830"/>
                <a:ext cx="162360" cy="23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C3C38635-5E60-41C1-B041-59B7934FBEB4}"/>
                  </a:ext>
                </a:extLst>
              </p14:cNvPr>
              <p14:cNvContentPartPr/>
              <p14:nvPr/>
            </p14:nvContentPartPr>
            <p14:xfrm>
              <a:off x="469073" y="1076350"/>
              <a:ext cx="851040" cy="36252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C3C38635-5E60-41C1-B041-59B7934FBEB4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460073" y="1067350"/>
                <a:ext cx="868680" cy="38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B2A1A336-658B-48B6-9169-2CB26BF6CE1A}"/>
                  </a:ext>
                </a:extLst>
              </p14:cNvPr>
              <p14:cNvContentPartPr/>
              <p14:nvPr/>
            </p14:nvContentPartPr>
            <p14:xfrm>
              <a:off x="2406593" y="888430"/>
              <a:ext cx="99360" cy="8208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B2A1A336-658B-48B6-9169-2CB26BF6CE1A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2397953" y="879790"/>
                <a:ext cx="117000" cy="9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C19BEB86-7146-4E9D-A457-CD8AC31FD5C7}"/>
                  </a:ext>
                </a:extLst>
              </p14:cNvPr>
              <p14:cNvContentPartPr/>
              <p14:nvPr/>
            </p14:nvContentPartPr>
            <p14:xfrm>
              <a:off x="2566793" y="899950"/>
              <a:ext cx="84600" cy="6300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C19BEB86-7146-4E9D-A457-CD8AC31FD5C7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2557793" y="891310"/>
                <a:ext cx="102240" cy="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949D7FEA-8DDE-4D12-A080-E11FF813AB1C}"/>
                  </a:ext>
                </a:extLst>
              </p14:cNvPr>
              <p14:cNvContentPartPr/>
              <p14:nvPr/>
            </p14:nvContentPartPr>
            <p14:xfrm>
              <a:off x="2739233" y="899590"/>
              <a:ext cx="89280" cy="5868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949D7FEA-8DDE-4D12-A080-E11FF813AB1C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2730233" y="890590"/>
                <a:ext cx="106920" cy="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A06FCEE8-0C52-450C-89A1-35053302954D}"/>
                  </a:ext>
                </a:extLst>
              </p14:cNvPr>
              <p14:cNvContentPartPr/>
              <p14:nvPr/>
            </p14:nvContentPartPr>
            <p14:xfrm>
              <a:off x="2421353" y="1544350"/>
              <a:ext cx="104040" cy="5688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A06FCEE8-0C52-450C-89A1-35053302954D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2412713" y="1535710"/>
                <a:ext cx="12168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DD5339B7-F587-4900-BECE-AFC079186114}"/>
                  </a:ext>
                </a:extLst>
              </p14:cNvPr>
              <p14:cNvContentPartPr/>
              <p14:nvPr/>
            </p14:nvContentPartPr>
            <p14:xfrm>
              <a:off x="2587313" y="1545070"/>
              <a:ext cx="108360" cy="6948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DD5339B7-F587-4900-BECE-AFC079186114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2578673" y="1536070"/>
                <a:ext cx="12600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C477114D-5757-439F-B31A-A7DE47B06108}"/>
                  </a:ext>
                </a:extLst>
              </p14:cNvPr>
              <p14:cNvContentPartPr/>
              <p14:nvPr/>
            </p14:nvContentPartPr>
            <p14:xfrm>
              <a:off x="2804393" y="1549750"/>
              <a:ext cx="41040" cy="9072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C477114D-5757-439F-B31A-A7DE47B06108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2795753" y="1540750"/>
                <a:ext cx="58680" cy="10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FCF98300-9E13-47EE-878D-E784AECEB2FE}"/>
                  </a:ext>
                </a:extLst>
              </p14:cNvPr>
              <p14:cNvContentPartPr/>
              <p14:nvPr/>
            </p14:nvContentPartPr>
            <p14:xfrm>
              <a:off x="2392193" y="2404030"/>
              <a:ext cx="84240" cy="5688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FCF98300-9E13-47EE-878D-E784AECEB2FE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2383193" y="2395390"/>
                <a:ext cx="10188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6F024D1A-2807-4858-A84E-874542A25823}"/>
                  </a:ext>
                </a:extLst>
              </p14:cNvPr>
              <p14:cNvContentPartPr/>
              <p14:nvPr/>
            </p14:nvContentPartPr>
            <p14:xfrm>
              <a:off x="2572193" y="2379550"/>
              <a:ext cx="221760" cy="9360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6F024D1A-2807-4858-A84E-874542A25823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2563193" y="2370910"/>
                <a:ext cx="239400" cy="11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CF3934B7-C628-4D99-A155-8EE19949E0D5}"/>
                  </a:ext>
                </a:extLst>
              </p14:cNvPr>
              <p14:cNvContentPartPr/>
              <p14:nvPr/>
            </p14:nvContentPartPr>
            <p14:xfrm>
              <a:off x="2391113" y="3258670"/>
              <a:ext cx="116640" cy="7452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CF3934B7-C628-4D99-A155-8EE19949E0D5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2382113" y="3249670"/>
                <a:ext cx="134280" cy="9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519D4531-F704-4C2E-A4B3-396E93F2DB90}"/>
                  </a:ext>
                </a:extLst>
              </p14:cNvPr>
              <p14:cNvContentPartPr/>
              <p14:nvPr/>
            </p14:nvContentPartPr>
            <p14:xfrm>
              <a:off x="2618993" y="3282070"/>
              <a:ext cx="50760" cy="7308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519D4531-F704-4C2E-A4B3-396E93F2DB90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2609993" y="3273430"/>
                <a:ext cx="68400" cy="9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544FCD9B-7650-4260-A212-FDAB18F20715}"/>
                  </a:ext>
                </a:extLst>
              </p14:cNvPr>
              <p14:cNvContentPartPr/>
              <p14:nvPr/>
            </p14:nvContentPartPr>
            <p14:xfrm>
              <a:off x="2747153" y="3268390"/>
              <a:ext cx="45000" cy="9972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544FCD9B-7650-4260-A212-FDAB18F20715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2738153" y="3259750"/>
                <a:ext cx="62640" cy="11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7247BF4F-DE90-406A-90B1-30847080E7AE}"/>
                  </a:ext>
                </a:extLst>
              </p14:cNvPr>
              <p14:cNvContentPartPr/>
              <p14:nvPr/>
            </p14:nvContentPartPr>
            <p14:xfrm>
              <a:off x="2390033" y="4097470"/>
              <a:ext cx="60120" cy="9396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7247BF4F-DE90-406A-90B1-30847080E7AE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2381393" y="4088470"/>
                <a:ext cx="77760" cy="11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121A0B39-C118-4EA7-A586-C041C1F7CCDC}"/>
                  </a:ext>
                </a:extLst>
              </p14:cNvPr>
              <p14:cNvContentPartPr/>
              <p14:nvPr/>
            </p14:nvContentPartPr>
            <p14:xfrm>
              <a:off x="2539433" y="4096750"/>
              <a:ext cx="353160" cy="9648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121A0B39-C118-4EA7-A586-C041C1F7CCDC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2530433" y="4087750"/>
                <a:ext cx="37080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1F5F454C-FAFC-4102-AD83-1C2F730B9E3B}"/>
                  </a:ext>
                </a:extLst>
              </p14:cNvPr>
              <p14:cNvContentPartPr/>
              <p14:nvPr/>
            </p14:nvContentPartPr>
            <p14:xfrm>
              <a:off x="2425673" y="4946710"/>
              <a:ext cx="58320" cy="9900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1F5F454C-FAFC-4102-AD83-1C2F730B9E3B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2417033" y="4938070"/>
                <a:ext cx="75960" cy="11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6BA0B391-822A-472D-A22D-E5D139077B32}"/>
                  </a:ext>
                </a:extLst>
              </p14:cNvPr>
              <p14:cNvContentPartPr/>
              <p14:nvPr/>
            </p14:nvContentPartPr>
            <p14:xfrm>
              <a:off x="2554913" y="4967230"/>
              <a:ext cx="141120" cy="7776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6BA0B391-822A-472D-A22D-E5D139077B32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2545913" y="4958230"/>
                <a:ext cx="15876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12310764-AD90-4443-9604-823BF9BB371F}"/>
                  </a:ext>
                </a:extLst>
              </p14:cNvPr>
              <p14:cNvContentPartPr/>
              <p14:nvPr/>
            </p14:nvContentPartPr>
            <p14:xfrm>
              <a:off x="2818433" y="4947790"/>
              <a:ext cx="39600" cy="10872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12310764-AD90-4443-9604-823BF9BB371F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2809793" y="4938790"/>
                <a:ext cx="57240" cy="12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DA96CFD0-A8A4-43DF-9AA9-D74DEEBF3ACD}"/>
                  </a:ext>
                </a:extLst>
              </p14:cNvPr>
              <p14:cNvContentPartPr/>
              <p14:nvPr/>
            </p14:nvContentPartPr>
            <p14:xfrm>
              <a:off x="2521073" y="5645830"/>
              <a:ext cx="45000" cy="11376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DA96CFD0-A8A4-43DF-9AA9-D74DEEBF3ACD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2512433" y="5636830"/>
                <a:ext cx="62640" cy="1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0B730210-1FEE-485C-980E-EDB0A8C13516}"/>
                  </a:ext>
                </a:extLst>
              </p14:cNvPr>
              <p14:cNvContentPartPr/>
              <p14:nvPr/>
            </p14:nvContentPartPr>
            <p14:xfrm>
              <a:off x="2653553" y="5661310"/>
              <a:ext cx="54360" cy="9720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0B730210-1FEE-485C-980E-EDB0A8C13516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2644553" y="5652670"/>
                <a:ext cx="72000" cy="11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3433CB62-D0DE-4203-86F3-621937381216}"/>
                  </a:ext>
                </a:extLst>
              </p14:cNvPr>
              <p14:cNvContentPartPr/>
              <p14:nvPr/>
            </p14:nvContentPartPr>
            <p14:xfrm>
              <a:off x="2832113" y="5654470"/>
              <a:ext cx="116280" cy="8568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3433CB62-D0DE-4203-86F3-621937381216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2823113" y="5645470"/>
                <a:ext cx="133920" cy="10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2BA3D476-1EC7-436D-AABD-E5DC71D06C74}"/>
                  </a:ext>
                </a:extLst>
              </p14:cNvPr>
              <p14:cNvContentPartPr/>
              <p14:nvPr/>
            </p14:nvContentPartPr>
            <p14:xfrm>
              <a:off x="2479313" y="6439270"/>
              <a:ext cx="50760" cy="9288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2BA3D476-1EC7-436D-AABD-E5DC71D06C74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2470313" y="6430270"/>
                <a:ext cx="68400" cy="11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B25EECA9-6A6A-4BEE-A2BB-021895C1FA92}"/>
                  </a:ext>
                </a:extLst>
              </p14:cNvPr>
              <p14:cNvContentPartPr/>
              <p14:nvPr/>
            </p14:nvContentPartPr>
            <p14:xfrm>
              <a:off x="2615033" y="6454750"/>
              <a:ext cx="50400" cy="8280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B25EECA9-6A6A-4BEE-A2BB-021895C1FA92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2606393" y="6446110"/>
                <a:ext cx="68040" cy="10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42ADF493-907E-4778-93BD-C53FE9E658E1}"/>
                  </a:ext>
                </a:extLst>
              </p14:cNvPr>
              <p14:cNvContentPartPr/>
              <p14:nvPr/>
            </p14:nvContentPartPr>
            <p14:xfrm>
              <a:off x="2744993" y="6456190"/>
              <a:ext cx="61560" cy="10620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42ADF493-907E-4778-93BD-C53FE9E658E1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2736353" y="6447550"/>
                <a:ext cx="79200" cy="12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8FD2DB74-0F67-43D4-8AF7-F3A3A33281AE}"/>
                  </a:ext>
                </a:extLst>
              </p14:cNvPr>
              <p14:cNvContentPartPr/>
              <p14:nvPr/>
            </p14:nvContentPartPr>
            <p14:xfrm>
              <a:off x="1195193" y="1856470"/>
              <a:ext cx="156960" cy="19044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8FD2DB74-0F67-43D4-8AF7-F3A3A33281AE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1186193" y="1847470"/>
                <a:ext cx="174600" cy="20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F617628E-FAC8-4F9A-994C-EA6B82BE6073}"/>
                  </a:ext>
                </a:extLst>
              </p14:cNvPr>
              <p14:cNvContentPartPr/>
              <p14:nvPr/>
            </p14:nvContentPartPr>
            <p14:xfrm>
              <a:off x="766073" y="1816870"/>
              <a:ext cx="370080" cy="10512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F617628E-FAC8-4F9A-994C-EA6B82BE6073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757425" y="1808230"/>
                <a:ext cx="387737" cy="12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7C2E2458-884D-45CB-BD9B-BD425D789F5B}"/>
                  </a:ext>
                </a:extLst>
              </p14:cNvPr>
              <p14:cNvContentPartPr/>
              <p14:nvPr/>
            </p14:nvContentPartPr>
            <p14:xfrm>
              <a:off x="517313" y="1684750"/>
              <a:ext cx="189360" cy="21348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7C2E2458-884D-45CB-BD9B-BD425D789F5B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508313" y="1675765"/>
                <a:ext cx="207000" cy="2310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1A575662-C13D-4B03-9C52-FB29236B8A12}"/>
                  </a:ext>
                </a:extLst>
              </p14:cNvPr>
              <p14:cNvContentPartPr/>
              <p14:nvPr/>
            </p14:nvContentPartPr>
            <p14:xfrm>
              <a:off x="3709433" y="846670"/>
              <a:ext cx="104760" cy="9108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1A575662-C13D-4B03-9C52-FB29236B8A12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3700793" y="838030"/>
                <a:ext cx="122400" cy="10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49F1A446-F549-498E-9D7A-C62B9A84C1A6}"/>
                  </a:ext>
                </a:extLst>
              </p14:cNvPr>
              <p14:cNvContentPartPr/>
              <p14:nvPr/>
            </p14:nvContentPartPr>
            <p14:xfrm>
              <a:off x="3910313" y="860710"/>
              <a:ext cx="113760" cy="8172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49F1A446-F549-498E-9D7A-C62B9A84C1A6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3901313" y="851710"/>
                <a:ext cx="131400" cy="9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D95D95DA-8D88-450F-9251-28443546F655}"/>
                  </a:ext>
                </a:extLst>
              </p14:cNvPr>
              <p14:cNvContentPartPr/>
              <p14:nvPr/>
            </p14:nvContentPartPr>
            <p14:xfrm>
              <a:off x="4087793" y="831910"/>
              <a:ext cx="91800" cy="7704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D95D95DA-8D88-450F-9251-28443546F655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4079153" y="823270"/>
                <a:ext cx="109440" cy="9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F6A99A6E-0281-4DCE-95AC-51E618E9B6B1}"/>
                  </a:ext>
                </a:extLst>
              </p14:cNvPr>
              <p14:cNvContentPartPr/>
              <p14:nvPr/>
            </p14:nvContentPartPr>
            <p14:xfrm>
              <a:off x="3732473" y="1582510"/>
              <a:ext cx="35280" cy="10908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F6A99A6E-0281-4DCE-95AC-51E618E9B6B1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3723833" y="1573870"/>
                <a:ext cx="5292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44D0509F-5B6F-4DE2-A5CB-326F8E6CAB83}"/>
                  </a:ext>
                </a:extLst>
              </p14:cNvPr>
              <p14:cNvContentPartPr/>
              <p14:nvPr/>
            </p14:nvContentPartPr>
            <p14:xfrm>
              <a:off x="3844793" y="1601590"/>
              <a:ext cx="258120" cy="8676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44D0509F-5B6F-4DE2-A5CB-326F8E6CAB83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3836141" y="1592590"/>
                <a:ext cx="275785" cy="10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3B213DC7-5BF7-4490-8F08-FF7B75F68AC5}"/>
                  </a:ext>
                </a:extLst>
              </p14:cNvPr>
              <p14:cNvContentPartPr/>
              <p14:nvPr/>
            </p14:nvContentPartPr>
            <p14:xfrm>
              <a:off x="3705833" y="2395030"/>
              <a:ext cx="105480" cy="8928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3B213DC7-5BF7-4490-8F08-FF7B75F68AC5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3696833" y="2386030"/>
                <a:ext cx="123120" cy="10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BD5386AD-29FD-4210-B378-2A446428AD8B}"/>
                  </a:ext>
                </a:extLst>
              </p14:cNvPr>
              <p14:cNvContentPartPr/>
              <p14:nvPr/>
            </p14:nvContentPartPr>
            <p14:xfrm>
              <a:off x="3908513" y="2419510"/>
              <a:ext cx="221040" cy="9936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BD5386AD-29FD-4210-B378-2A446428AD8B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3899498" y="2410542"/>
                <a:ext cx="238709" cy="1169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43417636-55A0-496C-B14C-E190B25BE398}"/>
                  </a:ext>
                </a:extLst>
              </p14:cNvPr>
              <p14:cNvContentPartPr/>
              <p14:nvPr/>
            </p14:nvContentPartPr>
            <p14:xfrm>
              <a:off x="3785033" y="3272350"/>
              <a:ext cx="28800" cy="9900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43417636-55A0-496C-B14C-E190B25BE398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3776393" y="3263710"/>
                <a:ext cx="46440" cy="11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F972EAB3-6441-4622-B6CB-DB2B31F27598}"/>
                  </a:ext>
                </a:extLst>
              </p14:cNvPr>
              <p14:cNvContentPartPr/>
              <p14:nvPr/>
            </p14:nvContentPartPr>
            <p14:xfrm>
              <a:off x="3880793" y="3283150"/>
              <a:ext cx="52560" cy="9828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F972EAB3-6441-4622-B6CB-DB2B31F27598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3871793" y="3274150"/>
                <a:ext cx="70200" cy="11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79465406-DBE3-4553-8106-A6E1A2A402CF}"/>
                  </a:ext>
                </a:extLst>
              </p14:cNvPr>
              <p14:cNvContentPartPr/>
              <p14:nvPr/>
            </p14:nvContentPartPr>
            <p14:xfrm>
              <a:off x="4001393" y="3272710"/>
              <a:ext cx="130680" cy="9432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79465406-DBE3-4553-8106-A6E1A2A402CF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3992393" y="3263710"/>
                <a:ext cx="148320" cy="11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C65D1ED7-F210-4590-A2EC-41AACC2B48B6}"/>
                  </a:ext>
                </a:extLst>
              </p14:cNvPr>
              <p14:cNvContentPartPr/>
              <p14:nvPr/>
            </p14:nvContentPartPr>
            <p14:xfrm>
              <a:off x="4148633" y="4105390"/>
              <a:ext cx="39960" cy="9180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C65D1ED7-F210-4590-A2EC-41AACC2B48B6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4139633" y="4096390"/>
                <a:ext cx="57600" cy="10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42121A14-0D64-4216-810C-5E160C910C5C}"/>
                  </a:ext>
                </a:extLst>
              </p14:cNvPr>
              <p14:cNvContentPartPr/>
              <p14:nvPr/>
            </p14:nvContentPartPr>
            <p14:xfrm>
              <a:off x="3749753" y="4094590"/>
              <a:ext cx="304200" cy="7488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42121A14-0D64-4216-810C-5E160C910C5C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3741103" y="4085950"/>
                <a:ext cx="321861" cy="9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3C18D992-E13C-4FF6-83E7-A1EA3477106F}"/>
                  </a:ext>
                </a:extLst>
              </p14:cNvPr>
              <p14:cNvContentPartPr/>
              <p14:nvPr/>
            </p14:nvContentPartPr>
            <p14:xfrm>
              <a:off x="3763433" y="4933390"/>
              <a:ext cx="44640" cy="10008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3C18D992-E13C-4FF6-83E7-A1EA3477106F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3754433" y="4924390"/>
                <a:ext cx="62280" cy="11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888FED64-B69E-449C-9077-DA7C1B592F21}"/>
                  </a:ext>
                </a:extLst>
              </p14:cNvPr>
              <p14:cNvContentPartPr/>
              <p14:nvPr/>
            </p14:nvContentPartPr>
            <p14:xfrm>
              <a:off x="3880073" y="4943470"/>
              <a:ext cx="122040" cy="8604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888FED64-B69E-449C-9077-DA7C1B592F21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3871433" y="4934830"/>
                <a:ext cx="139680" cy="10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B377B614-9782-4B0C-9B11-25FA11719EB9}"/>
                  </a:ext>
                </a:extLst>
              </p14:cNvPr>
              <p14:cNvContentPartPr/>
              <p14:nvPr/>
            </p14:nvContentPartPr>
            <p14:xfrm>
              <a:off x="4090673" y="4946710"/>
              <a:ext cx="45720" cy="9180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B377B614-9782-4B0C-9B11-25FA11719EB9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4082033" y="4937710"/>
                <a:ext cx="63360" cy="10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6D9FDEF2-E403-40AE-B579-ACBD4D7FBA26}"/>
                  </a:ext>
                </a:extLst>
              </p14:cNvPr>
              <p14:cNvContentPartPr/>
              <p14:nvPr/>
            </p14:nvContentPartPr>
            <p14:xfrm>
              <a:off x="3797633" y="5774710"/>
              <a:ext cx="106920" cy="7092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6D9FDEF2-E403-40AE-B579-ACBD4D7FBA26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3788993" y="5765710"/>
                <a:ext cx="12456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1132D3FA-AA8D-4E60-B2C9-986F85989DA1}"/>
                  </a:ext>
                </a:extLst>
              </p14:cNvPr>
              <p14:cNvContentPartPr/>
              <p14:nvPr/>
            </p14:nvContentPartPr>
            <p14:xfrm>
              <a:off x="4019033" y="5740510"/>
              <a:ext cx="47520" cy="8568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1132D3FA-AA8D-4E60-B2C9-986F85989DA1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4010033" y="5731870"/>
                <a:ext cx="65160" cy="10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2C505A00-6D87-420B-9200-7404745D8316}"/>
                  </a:ext>
                </a:extLst>
              </p14:cNvPr>
              <p14:cNvContentPartPr/>
              <p14:nvPr/>
            </p14:nvContentPartPr>
            <p14:xfrm>
              <a:off x="4154033" y="5764990"/>
              <a:ext cx="43920" cy="8388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2C505A00-6D87-420B-9200-7404745D8316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4145033" y="5755990"/>
                <a:ext cx="61560" cy="10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44FD9E73-5C11-4A2F-9037-F1F411C28AC0}"/>
                  </a:ext>
                </a:extLst>
              </p14:cNvPr>
              <p14:cNvContentPartPr/>
              <p14:nvPr/>
            </p14:nvContentPartPr>
            <p14:xfrm>
              <a:off x="3803393" y="6515590"/>
              <a:ext cx="49320" cy="9324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44FD9E73-5C11-4A2F-9037-F1F411C28AC0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3794753" y="6506590"/>
                <a:ext cx="66960" cy="11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44FE93C3-0FD4-4B32-8A81-E8E76A801116}"/>
                  </a:ext>
                </a:extLst>
              </p14:cNvPr>
              <p14:cNvContentPartPr/>
              <p14:nvPr/>
            </p14:nvContentPartPr>
            <p14:xfrm>
              <a:off x="3954593" y="6205270"/>
              <a:ext cx="106920" cy="18216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44FE93C3-0FD4-4B32-8A81-E8E76A801116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3945924" y="6196630"/>
                <a:ext cx="124620" cy="19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D5D7BB1D-1DE6-4B06-A5A9-54511B436013}"/>
                  </a:ext>
                </a:extLst>
              </p14:cNvPr>
              <p14:cNvContentPartPr/>
              <p14:nvPr/>
            </p14:nvContentPartPr>
            <p14:xfrm>
              <a:off x="3927233" y="6501190"/>
              <a:ext cx="46440" cy="11484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D5D7BB1D-1DE6-4B06-A5A9-54511B436013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3918593" y="6492550"/>
                <a:ext cx="64080" cy="13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DAD9FD85-9DD0-4FAF-B9BE-CDA875FB76E3}"/>
                  </a:ext>
                </a:extLst>
              </p14:cNvPr>
              <p14:cNvContentPartPr/>
              <p14:nvPr/>
            </p14:nvContentPartPr>
            <p14:xfrm>
              <a:off x="4092473" y="6519910"/>
              <a:ext cx="45000" cy="11232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DAD9FD85-9DD0-4FAF-B9BE-CDA875FB76E3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4083833" y="6511270"/>
                <a:ext cx="62640" cy="12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5F4DBBF7-564D-419B-B840-389D5163CC26}"/>
                  </a:ext>
                </a:extLst>
              </p14:cNvPr>
              <p14:cNvContentPartPr/>
              <p14:nvPr/>
            </p14:nvContentPartPr>
            <p14:xfrm>
              <a:off x="1715393" y="3436510"/>
              <a:ext cx="1910160" cy="49140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5F4DBBF7-564D-419B-B840-389D5163CC26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1706753" y="3427870"/>
                <a:ext cx="1927800" cy="50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804275A5-9D6F-41D8-A7F8-88BB2560FF36}"/>
                  </a:ext>
                </a:extLst>
              </p14:cNvPr>
              <p14:cNvContentPartPr/>
              <p14:nvPr/>
            </p14:nvContentPartPr>
            <p14:xfrm>
              <a:off x="591113" y="3904870"/>
              <a:ext cx="976320" cy="29736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804275A5-9D6F-41D8-A7F8-88BB2560FF36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582113" y="3896220"/>
                <a:ext cx="993960" cy="31502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19185828-801C-41BF-90EE-6CBAB27F8897}"/>
                  </a:ext>
                </a:extLst>
              </p14:cNvPr>
              <p14:cNvContentPartPr/>
              <p14:nvPr/>
            </p14:nvContentPartPr>
            <p14:xfrm>
              <a:off x="569513" y="3538030"/>
              <a:ext cx="357120" cy="23580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19185828-801C-41BF-90EE-6CBAB27F8897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560504" y="3529390"/>
                <a:ext cx="374778" cy="25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80EC0AC3-8E0B-4C2A-9DA4-2060D3341C4D}"/>
                  </a:ext>
                </a:extLst>
              </p14:cNvPr>
              <p14:cNvContentPartPr/>
              <p14:nvPr/>
            </p14:nvContentPartPr>
            <p14:xfrm>
              <a:off x="3548513" y="158350"/>
              <a:ext cx="59040" cy="19152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80EC0AC3-8E0B-4C2A-9DA4-2060D3341C4D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3539513" y="149350"/>
                <a:ext cx="76680" cy="20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0506BB1D-409B-4828-9513-20EF86CB0D42}"/>
                  </a:ext>
                </a:extLst>
              </p14:cNvPr>
              <p14:cNvContentPartPr/>
              <p14:nvPr/>
            </p14:nvContentPartPr>
            <p14:xfrm>
              <a:off x="3683873" y="151510"/>
              <a:ext cx="35280" cy="10476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0506BB1D-409B-4828-9513-20EF86CB0D42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3674873" y="142870"/>
                <a:ext cx="52920" cy="12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46CEF074-5986-4C0A-94E8-EBFCC53E26BF}"/>
                  </a:ext>
                </a:extLst>
              </p14:cNvPr>
              <p14:cNvContentPartPr/>
              <p14:nvPr/>
            </p14:nvContentPartPr>
            <p14:xfrm>
              <a:off x="3796553" y="73030"/>
              <a:ext cx="824400" cy="32184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46CEF074-5986-4C0A-94E8-EBFCC53E26BF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3787553" y="64030"/>
                <a:ext cx="842040" cy="33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DAB1479B-B0F4-4C18-A3DB-22C3AC21FA9E}"/>
                  </a:ext>
                </a:extLst>
              </p14:cNvPr>
              <p14:cNvContentPartPr/>
              <p14:nvPr/>
            </p14:nvContentPartPr>
            <p14:xfrm>
              <a:off x="5027753" y="114430"/>
              <a:ext cx="1124640" cy="24696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DAB1479B-B0F4-4C18-A3DB-22C3AC21FA9E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5019110" y="105803"/>
                <a:ext cx="1142286" cy="2645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51CAD7F2-E053-4885-B172-C6E3F272F134}"/>
                  </a:ext>
                </a:extLst>
              </p14:cNvPr>
              <p14:cNvContentPartPr/>
              <p14:nvPr/>
            </p14:nvContentPartPr>
            <p14:xfrm>
              <a:off x="1315073" y="4350910"/>
              <a:ext cx="598320" cy="378720"/>
            </p14:xfrm>
          </p:contentPart>
        </mc:Choice>
        <mc:Fallback xmlns=""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51CAD7F2-E053-4885-B172-C6E3F272F134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1306428" y="4342262"/>
                <a:ext cx="615971" cy="3963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5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92C2407C-B2A2-487C-92AB-C58A3D4F0E72}"/>
                  </a:ext>
                </a:extLst>
              </p14:cNvPr>
              <p14:cNvContentPartPr/>
              <p14:nvPr/>
            </p14:nvContentPartPr>
            <p14:xfrm>
              <a:off x="775433" y="4580230"/>
              <a:ext cx="390600" cy="94320"/>
            </p14:xfrm>
          </p:contentPart>
        </mc:Choice>
        <mc:Fallback xmlns=""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92C2407C-B2A2-487C-92AB-C58A3D4F0E72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766433" y="4571557"/>
                <a:ext cx="408240" cy="1120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EA43631C-A8F9-471C-9803-BB14F30C2D34}"/>
                  </a:ext>
                </a:extLst>
              </p14:cNvPr>
              <p14:cNvContentPartPr/>
              <p14:nvPr/>
            </p14:nvContentPartPr>
            <p14:xfrm>
              <a:off x="502913" y="4394110"/>
              <a:ext cx="201960" cy="33336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EA43631C-A8F9-471C-9803-BB14F30C2D34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493913" y="4385470"/>
                <a:ext cx="219600" cy="35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6B590007-E414-4EC4-919B-545359012B4C}"/>
                  </a:ext>
                </a:extLst>
              </p14:cNvPr>
              <p14:cNvContentPartPr/>
              <p14:nvPr/>
            </p14:nvContentPartPr>
            <p14:xfrm>
              <a:off x="515513" y="4870390"/>
              <a:ext cx="84600" cy="23004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6B590007-E414-4EC4-919B-545359012B4C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506513" y="4861750"/>
                <a:ext cx="102240" cy="24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70B65FFB-733A-46AF-BDFF-E869EDA34F87}"/>
                  </a:ext>
                </a:extLst>
              </p14:cNvPr>
              <p14:cNvContentPartPr/>
              <p14:nvPr/>
            </p14:nvContentPartPr>
            <p14:xfrm>
              <a:off x="498233" y="4998550"/>
              <a:ext cx="138600" cy="20880"/>
            </p14:xfrm>
          </p:contentPart>
        </mc:Choice>
        <mc:Fallback xmlns=""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70B65FFB-733A-46AF-BDFF-E869EDA34F87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489233" y="4989910"/>
                <a:ext cx="15624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3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D01DAA5F-4B4E-447C-863E-CC8F3A437967}"/>
                  </a:ext>
                </a:extLst>
              </p14:cNvPr>
              <p14:cNvContentPartPr/>
              <p14:nvPr/>
            </p14:nvContentPartPr>
            <p14:xfrm>
              <a:off x="687593" y="5008630"/>
              <a:ext cx="73080" cy="73080"/>
            </p14:xfrm>
          </p:contentPart>
        </mc:Choice>
        <mc:Fallback xmlns=""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D01DAA5F-4B4E-447C-863E-CC8F3A437967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678953" y="4999990"/>
                <a:ext cx="90720" cy="9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5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2B0096C9-FB15-4872-8301-D42AD4F3061A}"/>
                  </a:ext>
                </a:extLst>
              </p14:cNvPr>
              <p14:cNvContentPartPr/>
              <p14:nvPr/>
            </p14:nvContentPartPr>
            <p14:xfrm>
              <a:off x="938153" y="4964710"/>
              <a:ext cx="310320" cy="198000"/>
            </p14:xfrm>
          </p:contentPart>
        </mc:Choice>
        <mc:Fallback xmlns=""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2B0096C9-FB15-4872-8301-D42AD4F3061A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929153" y="4955726"/>
                <a:ext cx="327960" cy="2156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7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6CAAE5C1-B3C9-4E6F-987A-96E39F96CB7A}"/>
                  </a:ext>
                </a:extLst>
              </p14:cNvPr>
              <p14:cNvContentPartPr/>
              <p14:nvPr/>
            </p14:nvContentPartPr>
            <p14:xfrm>
              <a:off x="1339913" y="4885150"/>
              <a:ext cx="861120" cy="361800"/>
            </p14:xfrm>
          </p:contentPart>
        </mc:Choice>
        <mc:Fallback xmlns=""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6CAAE5C1-B3C9-4E6F-987A-96E39F96CB7A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1331269" y="4876150"/>
                <a:ext cx="878767" cy="37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9">
            <p14:nvContentPartPr>
              <p14:cNvPr id="202" name="Ink 201">
                <a:extLst>
                  <a:ext uri="{FF2B5EF4-FFF2-40B4-BE49-F238E27FC236}">
                    <a16:creationId xmlns:a16="http://schemas.microsoft.com/office/drawing/2014/main" id="{8925DE44-8F0D-4149-A9C3-C200C6408D06}"/>
                  </a:ext>
                </a:extLst>
              </p14:cNvPr>
              <p14:cNvContentPartPr/>
              <p14:nvPr/>
            </p14:nvContentPartPr>
            <p14:xfrm>
              <a:off x="531713" y="5344510"/>
              <a:ext cx="695520" cy="224280"/>
            </p14:xfrm>
          </p:contentPart>
        </mc:Choice>
        <mc:Fallback xmlns="">
          <p:pic>
            <p:nvPicPr>
              <p:cNvPr id="202" name="Ink 201">
                <a:extLst>
                  <a:ext uri="{FF2B5EF4-FFF2-40B4-BE49-F238E27FC236}">
                    <a16:creationId xmlns:a16="http://schemas.microsoft.com/office/drawing/2014/main" id="{8925DE44-8F0D-4149-A9C3-C200C6408D06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523073" y="5335524"/>
                <a:ext cx="713160" cy="2418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1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5BE117DE-EE1B-44FF-B9A9-DCFDD9200583}"/>
                  </a:ext>
                </a:extLst>
              </p14:cNvPr>
              <p14:cNvContentPartPr/>
              <p14:nvPr/>
            </p14:nvContentPartPr>
            <p14:xfrm>
              <a:off x="527753" y="5737990"/>
              <a:ext cx="1234800" cy="256680"/>
            </p14:xfrm>
          </p:contentPart>
        </mc:Choice>
        <mc:Fallback xmlns=""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5BE117DE-EE1B-44FF-B9A9-DCFDD9200583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519113" y="5729003"/>
                <a:ext cx="1252440" cy="27429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166913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E4F79FB-BD9E-4362-9FBD-2FFFDED21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57B6559-E8F4-FE51-A589-51B22E0C63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Chapter 1: Signals and Systems</a:t>
                </a:r>
              </a:p>
              <a:p>
                <a:pPr lvl="1"/>
                <a:r>
                  <a:rPr lang="en-US" dirty="0"/>
                  <a:t>Basic Signals: Impulses, steps, exponentials.</a:t>
                </a:r>
              </a:p>
              <a:p>
                <a:pPr lvl="1"/>
                <a:r>
                  <a:rPr lang="en-US" dirty="0"/>
                  <a:t>System Properties: Memoryless, linearity, time-invariance, causality, stability.</a:t>
                </a:r>
              </a:p>
              <a:p>
                <a:r>
                  <a:rPr lang="en-US" dirty="0"/>
                  <a:t>Chapter 2: LTI Systems</a:t>
                </a:r>
              </a:p>
              <a:p>
                <a:pPr lvl="1"/>
                <a:r>
                  <a:rPr lang="en-US" dirty="0"/>
                  <a:t>Convolution: LTI systems are completely characterized by their impulse response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LTI Properties: Commutative, associative, distributive.</a:t>
                </a:r>
              </a:p>
              <a:p>
                <a:pPr lvl="1"/>
                <a:r>
                  <a:rPr lang="en-US" dirty="0"/>
                  <a:t>Stability/Causality of LTI: Relates directly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57B6559-E8F4-FE51-A589-51B22E0C63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29305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73D90-7026-8F9E-2C8A-F50DDB1D6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BDFA25-17CF-7420-AD41-77AB094281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Chapter 3: Fourier Series (FS)</a:t>
                </a:r>
              </a:p>
              <a:p>
                <a:pPr lvl="1"/>
                <a:r>
                  <a:rPr lang="en-US" dirty="0"/>
                  <a:t>Periodic Signals: Represented as sums of harmonically related complex exponentials.</a:t>
                </a:r>
              </a:p>
              <a:p>
                <a:pPr lvl="1"/>
                <a:r>
                  <a:rPr lang="en-US" dirty="0"/>
                  <a:t>Parseval's Relation: Average power in time equals average power in harmonics.</a:t>
                </a:r>
              </a:p>
              <a:p>
                <a:r>
                  <a:rPr lang="en-US" dirty="0"/>
                  <a:t>Chapter 4: Fourier Transform (FT)</a:t>
                </a:r>
              </a:p>
              <a:p>
                <a:pPr lvl="1"/>
                <a:r>
                  <a:rPr lang="en-US" dirty="0"/>
                  <a:t>Aperiodic Signals: Extending FS to aperiodic signals (period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US" dirty="0"/>
                  <a:t>).</a:t>
                </a:r>
              </a:p>
              <a:p>
                <a:pPr lvl="1"/>
                <a:r>
                  <a:rPr lang="en-US" dirty="0"/>
                  <a:t>Properties: Duality, convolution in one domain is multiplication in other domain, time/frequency scaling.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BDFA25-17CF-7420-AD41-77AB094281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27533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279A8-051C-DEDB-CB48-B38209E14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50F644-F248-6423-C632-A1E24135F3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Chapter 5: Discrete-Time Fourier Transform (DTFT)</a:t>
                </a:r>
              </a:p>
              <a:p>
                <a:pPr lvl="1"/>
                <a:r>
                  <a:rPr lang="en-US" dirty="0"/>
                  <a:t>DT Frequency: Discrete (normalized) frequency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dirty="0"/>
                  <a:t> is continuous and periodic with period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Properties: Similar to FT, but noting the inherent periodicity in the frequency domain.</a:t>
                </a:r>
              </a:p>
              <a:p>
                <a:r>
                  <a:rPr lang="en-US" dirty="0"/>
                  <a:t>Chapter 6: Time &amp; Frequency Characterization</a:t>
                </a:r>
              </a:p>
              <a:p>
                <a:pPr lvl="1"/>
                <a:r>
                  <a:rPr lang="en-US" dirty="0"/>
                  <a:t>Frequency Response: Magnitude and phase plots.</a:t>
                </a:r>
              </a:p>
              <a:p>
                <a:pPr lvl="1"/>
                <a:r>
                  <a:rPr lang="en-US" dirty="0"/>
                  <a:t>Bode Plots: Asymptotic approximations for magnitude (in dB) and phase.</a:t>
                </a:r>
              </a:p>
              <a:p>
                <a:pPr lvl="1"/>
                <a:r>
                  <a:rPr lang="en-US" dirty="0"/>
                  <a:t>Filters: Ideal vs non-ideal, 1'st and 2'nd order system behaviors (damping, resonance).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50F644-F248-6423-C632-A1E24135F3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9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93290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57D45-5D6D-5A11-69AA-C554BC5E9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7160A2-884E-0313-27C0-8D1E565B1B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Chapter 7: Sampling</a:t>
                </a:r>
              </a:p>
              <a:p>
                <a:pPr lvl="1"/>
                <a:r>
                  <a:rPr lang="en-US" dirty="0"/>
                  <a:t>Nyquist Theorem: Minimum sampling rate to avoid information loss.</a:t>
                </a:r>
              </a:p>
              <a:p>
                <a:pPr lvl="1"/>
                <a:r>
                  <a:rPr lang="en-US" dirty="0"/>
                  <a:t>Aliasing: Spectral overlap when sampled below the Nyquist rate.</a:t>
                </a:r>
              </a:p>
              <a:p>
                <a:pPr lvl="1"/>
                <a:r>
                  <a:rPr lang="en-US" dirty="0"/>
                  <a:t>Reconstruction: Using an ideal low-pass filter to recover CT from DT.</a:t>
                </a:r>
              </a:p>
              <a:p>
                <a:r>
                  <a:rPr lang="en-US" dirty="0"/>
                  <a:t>Chapter 9: Laplace Transform</a:t>
                </a:r>
              </a:p>
              <a:p>
                <a:pPr lvl="1"/>
                <a:r>
                  <a:rPr lang="en-US" dirty="0"/>
                  <a:t>Generalization of FT: Can be used for unstable signals/systems.</a:t>
                </a:r>
              </a:p>
              <a:p>
                <a:pPr lvl="1"/>
                <a:r>
                  <a:rPr lang="en-US" dirty="0"/>
                  <a:t>Region of Convergence (ROC): Dictates causality (right/left/two-sided) and stability (must include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dirty="0"/>
                  <a:t>-axis).</a:t>
                </a:r>
              </a:p>
              <a:p>
                <a:pPr lvl="1"/>
                <a:r>
                  <a:rPr lang="en-US" dirty="0"/>
                  <a:t>Pole-Zero Plots: Visualizing system dynamics.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7160A2-884E-0313-27C0-8D1E565B1B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50164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C8290-FEDB-F8F0-A76F-F66652943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FD4AB7-6DAA-5107-F6B2-0EA819AC98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Chapter 10: z-Transform</a:t>
                </a:r>
              </a:p>
              <a:p>
                <a:pPr lvl="1"/>
                <a:r>
                  <a:rPr lang="en-US" dirty="0"/>
                  <a:t>Generalization of DTFT: Counterpart to Laplace for discrete-time systems.</a:t>
                </a:r>
              </a:p>
              <a:p>
                <a:pPr lvl="1"/>
                <a:r>
                  <a:rPr lang="en-US" dirty="0"/>
                  <a:t>ROC in z-Plane: Defined by concentric circles. Stability requires ROC to include the unit circle (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). Causality requires ROC exterior to outermost pole.</a:t>
                </a:r>
              </a:p>
              <a:p>
                <a:pPr lvl="1"/>
                <a:r>
                  <a:rPr lang="en-US" dirty="0"/>
                  <a:t>Bilinear Transformation: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/>
                  <a:t> relates Laplace and z-transforms through discrete-time trapezoidal approximation of continuous-time integration.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FD4AB7-6DAA-5107-F6B2-0EA819AC98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97469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3500</TotalTime>
  <Words>652</Words>
  <Application>Microsoft Office PowerPoint</Application>
  <PresentationFormat>Widescreen</PresentationFormat>
  <Paragraphs>75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Cambria Math</vt:lpstr>
      <vt:lpstr>Office Theme</vt:lpstr>
      <vt:lpstr>Lecture 26, DFT/FFT</vt:lpstr>
      <vt:lpstr>Final Exam, Mon Apr 27, 1:30 – 4:00 pm</vt:lpstr>
      <vt:lpstr>Today’s Class</vt:lpstr>
      <vt:lpstr>Clicker Question</vt:lpstr>
      <vt:lpstr>Discrete Fourier Transform (DFT)</vt:lpstr>
      <vt:lpstr>Discrete Fourier Transform (DFT)</vt:lpstr>
      <vt:lpstr>DFT indexes k,n, taken Modulo N</vt:lpstr>
      <vt:lpstr>Clicker Question</vt:lpstr>
      <vt:lpstr>DFT Computation</vt:lpstr>
      <vt:lpstr>DFT Computation</vt:lpstr>
      <vt:lpstr>N=8 DFT/FFT</vt:lpstr>
      <vt:lpstr>N=8 DFT/FFT</vt:lpstr>
      <vt:lpstr>N=8 FFT</vt:lpstr>
      <vt:lpstr>Review</vt:lpstr>
      <vt:lpstr>Review</vt:lpstr>
      <vt:lpstr>Review</vt:lpstr>
      <vt:lpstr>Review </vt:lpstr>
      <vt:lpstr>Review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Mathys</dc:creator>
  <cp:lastModifiedBy>Peter Mathys</cp:lastModifiedBy>
  <cp:revision>10</cp:revision>
  <dcterms:created xsi:type="dcterms:W3CDTF">2026-04-21T22:14:57Z</dcterms:created>
  <dcterms:modified xsi:type="dcterms:W3CDTF">2026-04-24T17:14:42Z</dcterms:modified>
</cp:coreProperties>
</file>