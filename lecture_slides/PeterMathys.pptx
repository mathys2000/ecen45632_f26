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4626-859F-118A-8624-C0D4C8D1C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ED466-4F04-5DCE-B78D-B41506FA8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71F07-C793-6E23-EE5E-4DD33725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C14B-EEB2-5E39-85D6-1C6B7DF3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FB884-3F96-7F28-781C-48F8432F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0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00D3-CE0E-9C9D-FBA9-22DD697B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245-211D-7875-0EF8-003412D8C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8309D-CF7C-1960-E82B-C3BAE12D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A027A-2578-9F01-8A32-CBD99954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AA5B7-404B-60FB-8C85-B0DACAF6A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6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10763-77F5-B642-62A7-71A56875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EFE43-C0DD-1DFE-A235-4A30BA0F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54620-CC37-44F1-C048-8DECBF90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60687-558B-2AA6-7036-30AD6A4C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BB351-55CD-5F2F-ADF9-59540AA0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92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7A4A-9843-AD22-1E5D-CAB69AF4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75D3-03EB-773A-72C0-EB90CF60F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16D65-311F-6704-6761-606DA88EC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1F6FA-D5CE-3421-0533-D9498A8E3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2C397-3102-10D8-EDD2-55329D32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A0114-D98A-E8D7-BF37-D9BC5796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24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F79B-1CF8-304F-7ED7-02185E37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BC74B-F093-73ED-AF9A-0C4FCE22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7CCC8-8B17-801D-F084-E857A1414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F5D8B3-3EF8-FAD1-4496-5992C8670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0C4AB-A342-A679-944B-C1D9EFDAF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16C62-76BB-100C-AE17-C48F7D7B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91E09-D9BF-6192-90B0-023205EF0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03C3F7-5F22-4F21-5C40-B9C68057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8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C29D-D3EE-6A3A-51D4-C3B7E674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882AB-54C1-754F-A8E7-59FB6D9B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A0A1B-11B6-4684-5ADE-0279E8F1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72BE2-87CC-F523-7336-DA4BEAB1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43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817E66-4F86-D8AD-9B0D-62D87193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E9B88-A46E-3DE6-032D-0F2BBB7B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3B0-86C2-7E30-D96C-36B8DF78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7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9487-24A4-72CC-005A-12E2FC9C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9D34-2C45-0B58-B8E8-23FC345F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3AC7E-FB7B-5113-C630-CA5FF6CB2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1B156-6F9B-688F-FD27-19A780FF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4F95B-AB43-183C-7C74-D43569F6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2B164-EEA2-2AAB-6FE3-E9E0C10A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2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4747-4233-4452-F2C5-360C9B8C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37563-60EC-EF7B-9017-D34EFACFD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38BCF-2662-B663-F487-BF9819363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3DFF1-A727-4026-25A1-0BC196B0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7478C-B4A2-B0BE-6EEA-8AEF468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182D5-676E-DC38-585D-63486E12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87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0CF9-AB71-66FB-AEA3-1DC2C3F8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15AB6-F2EA-CF72-81C4-696827F8C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38919-BCCE-A802-0A60-710D98FD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F91E-426E-250D-606A-EDCC95F2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93B7-E091-3BCE-C167-88EDBD36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8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5F3CFB-0F4D-EDDB-EE8A-92452DECD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07C4E-5732-0971-3CBC-F11D853AD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D5895-D34F-337B-217F-9168669D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EAE4A-1597-7A43-77CF-B5E4E6C5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8A56B-9E4F-A461-5053-DC286C276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2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960D4-FBB7-39E3-2B5D-DD6FA9C04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AC461-0897-4E63-FBCE-42F12127D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87178-5B3C-8E48-BDF6-308F12C58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60D09-6F48-4EF8-9D12-2C43EC84F99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D871-AA2B-351C-56F6-B92D4C44A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57308-FD40-6B23-2036-EA6E6D140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58659-5299-4E7C-96CB-5F247C44E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28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48BBF1-19CB-EB0D-4443-CEA20709F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57" y="425370"/>
            <a:ext cx="4606147" cy="34398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CA4D7F-E508-CA37-1490-197CBA800652}"/>
              </a:ext>
            </a:extLst>
          </p:cNvPr>
          <p:cNvSpPr txBox="1"/>
          <p:nvPr/>
        </p:nvSpPr>
        <p:spPr>
          <a:xfrm>
            <a:off x="613458" y="5972537"/>
            <a:ext cx="1471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Peter Mathys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764E89-A8BB-054D-F7B9-844001D3FB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35" y="425370"/>
            <a:ext cx="4606147" cy="24102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AEC2B-2CA8-62CE-2117-F727BF833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002" y="4022338"/>
            <a:ext cx="3145536" cy="2231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978847-B08B-698F-DB79-384207EB77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349" y="2523281"/>
            <a:ext cx="2981928" cy="397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34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</cp:revision>
  <dcterms:created xsi:type="dcterms:W3CDTF">2026-08-20T14:01:28Z</dcterms:created>
  <dcterms:modified xsi:type="dcterms:W3CDTF">2026-08-20T14:05:28Z</dcterms:modified>
</cp:coreProperties>
</file>