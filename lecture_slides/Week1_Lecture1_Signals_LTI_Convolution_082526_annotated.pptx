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4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notesSlides/notesSlide5.xml" ContentType="application/vnd.openxmlformats-officedocument.presentationml.notesSlide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notesSlides/notesSlide6.xml" ContentType="application/vnd.openxmlformats-officedocument.presentationml.notesSlide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notesSlides/notesSlide7.xml" ContentType="application/vnd.openxmlformats-officedocument.presentationml.notesSlide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notesSlides/notesSlide8.xml" ContentType="application/vnd.openxmlformats-officedocument.presentationml.notesSlide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notesSlides/notesSlide9.xml" ContentType="application/vnd.openxmlformats-officedocument.presentationml.notesSlide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notesSlides/notesSlide10.xml" ContentType="application/vnd.openxmlformats-officedocument.presentationml.notesSlide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notesSlides/notesSlide11.xml" ContentType="application/vnd.openxmlformats-officedocument.presentationml.notesSlide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notesSlides/notesSlide12.xml" ContentType="application/vnd.openxmlformats-officedocument.presentationml.notesSlide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notesSlides/notesSlide13.xml" ContentType="application/vnd.openxmlformats-officedocument.presentationml.notesSlide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notesSlides/notesSlide14.xml" ContentType="application/vnd.openxmlformats-officedocument.presentationml.notesSlide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notesSlides/notesSlide15.xml" ContentType="application/vnd.openxmlformats-officedocument.presentationml.notesSlide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notesSlides/notesSlide18.xml" ContentType="application/vnd.openxmlformats-officedocument.presentationml.notesSlide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notesSlides/notesSlide19.xml" ContentType="application/vnd.openxmlformats-officedocument.presentationml.notesSlide+xml"/>
  <Override PartName="/ppt/ink/ink2180.xml" ContentType="application/inkml+xml"/>
  <Override PartName="/ppt/ink/ink2181.xml" ContentType="application/inkml+xml"/>
  <Override PartName="/ppt/notesSlides/notesSlide20.xml" ContentType="application/vnd.openxmlformats-officedocument.presentationml.notesSlide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notesSlides/notesSlide21.xml" ContentType="application/vnd.openxmlformats-officedocument.presentationml.notesSlide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0" r:id="rId2"/>
    <p:sldId id="256" r:id="rId3"/>
    <p:sldId id="257" r:id="rId4"/>
    <p:sldId id="258" r:id="rId5"/>
    <p:sldId id="259" r:id="rId6"/>
    <p:sldId id="260" r:id="rId7"/>
    <p:sldId id="281" r:id="rId8"/>
    <p:sldId id="261" r:id="rId9"/>
    <p:sldId id="27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2" r:id="rId21"/>
    <p:sldId id="272" r:id="rId22"/>
    <p:sldId id="273" r:id="rId23"/>
    <p:sldId id="274" r:id="rId24"/>
    <p:sldId id="275" r:id="rId25"/>
    <p:sldId id="279" r:id="rId26"/>
    <p:sldId id="276" r:id="rId27"/>
    <p:sldId id="277" r:id="rId28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0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24575,'0'562'0,"0"-552"0,0 0 0,1-1 0,1 1 0,0-1 0,4 15 0,5-67 0,-7 6 0,-1 0 0,-1-1 0,-7-73 0,-29-110 0,32 213 0,-1-6 0,1-2 0,0 1 0,1 0 0,1 0 0,2-30 0,-2 45 0,0 0 0,1-1 0,-1 1 0,0 0 0,0 0 0,0-1 0,0 1 0,0 0 0,0 0 0,0 0 0,0-1 0,1 1 0,-1 0 0,0 0 0,0-1 0,0 1 0,0 0 0,1 0 0,-1 0 0,0 0 0,0-1 0,0 1 0,1 0 0,-1 0 0,0 0 0,0 0 0,1 0 0,-1 0 0,0 0 0,0 0 0,1 0 0,-1 0 0,1 0 0,10 3 0,8 12 0,63 65 0,2 3 0,119 79 0,-58-48 0,-144-114 0,0 1 0,0-1 0,-1 1 0,1-1 0,0 1 0,-1-1 0,1 1 0,0 0 0,-1-1 0,1 1 0,-1 0 0,1-1 0,-1 1 0,0 0 0,1 0 0,-1 0 0,0-1 0,1 2 0,-1-2 0,-1 1 0,1-1 0,-1 0 0,1 0 0,0 1 0,-1-1 0,1 0 0,-1 0 0,1 0 0,0 0 0,-1 1 0,1-1 0,-1 0 0,1 0 0,-1 0 0,1 0 0,-1 0 0,1 0 0,-1 0 0,1-1 0,0 1 0,-1 0 0,0 0 0,-34-10 0,10 0 0,-15-6 0,-72-18 0,99 31 0,0 1 0,1 0 0,-1 1 0,0 0 0,0 1 0,0 1 0,0 0 0,1 0 0,-1 1 0,-16 6 0,16-3-1365,4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0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24575,'2'5'0,"-1"1"0,1-1 0,0 1 0,0-1 0,0 0 0,1 0 0,5 10 0,-3-8 0,5 12 0,2 0 0,0 0 0,1-1 0,1-1 0,31 31 0,-44-47 0,0 0 0,0 0 0,1 0 0,-1 0 0,0 0 0,1 0 0,-1-1 0,1 1 0,-1 0 0,1-1 0,-1 1 0,1-1 0,-1 0 0,1 1 0,-1-1 0,1 0 0,-1 0 0,1 0 0,0 0 0,-1 0 0,1 0 0,-1 0 0,1-1 0,0 1 0,-1-1 0,3 0 0,-2 0 0,-1-1 0,1 1 0,0-1 0,0 0 0,0 1 0,-1-1 0,1 0 0,-1 0 0,0 0 0,1 0 0,-1 0 0,0-1 0,0 1 0,0 0 0,-1 0 0,2-5 0,3-17 0,-1-1 0,1-26 0,-3 26 0,-2 24 0,0 0 0,0 0 0,0-1 0,0 1 0,0 0 0,0 0 0,0 0 0,1 0 0,-1 0 0,0 0 0,1 0 0,-1 0 0,1 0 0,-1 0 0,1 0 0,0 0 0,-1 1 0,1-1 0,0 0 0,1-1 0,-2 2 0,1 0 0,0 0 0,0 0 0,0-1 0,-1 1 0,1 0 0,0 0 0,0 0 0,-1 0 0,1 1 0,0-1 0,0 0 0,-1 0 0,1 0 0,0 1 0,0-1 0,-1 0 0,1 1 0,0-1 0,-1 0 0,2 1 0,3 3 0,0 0 0,0 1 0,0-1 0,-1 1 0,5 6 0,-3-4 0,13 18 0,27 25 0,-40-44 0,1 1 0,0-2 0,1 1 0,-1-1 0,1 0 0,0-1 0,0 1 0,15 4 0,-21-9 0,-1 1 0,1-1 0,-1 1 0,0-1 0,1 0 0,-1 1 0,1-1 0,-1 0 0,1 0 0,-1 0 0,1 0 0,-1-1 0,1 1 0,-1 0 0,1-1 0,-1 1 0,1-1 0,-1 1 0,0-1 0,1 1 0,-1-1 0,0 0 0,0 0 0,1 0 0,-1 0 0,0 0 0,0 0 0,1-1 0,0-2 0,1 1 0,-1-1 0,-1 0 0,1 0 0,0 0 0,-1-1 0,0 1 0,1-8 0,3-61 0,-5 73 0,0-1 0,0 1 0,0 0 0,0 0 0,0 0 0,0-1 0,0 1 0,0 0 0,0 0 0,0 0 0,0-1 0,0 1 0,0 0 0,0 0 0,0 0 0,0 0 0,0-1 0,1 1 0,-1 0 0,0 0 0,0 0 0,0 0 0,0 0 0,0-1 0,1 1 0,-1 0 0,0 0 0,0 0 0,0 0 0,1 0 0,-1 0 0,0 0 0,0 0 0,0 0 0,0 0 0,1 0 0,-1 0 0,9 4 0,9 15 0,-15-15 0,7 5 0,0-1 0,1 1 0,1-2 0,-1 1 0,1-2 0,1 0 0,-1 0 0,1-1 0,15 4 0,48 4-1365,-63-10-5461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1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63 203 24575,'14'57'0,"68"229"0,-70-260 0,-8-16 0,-14-27 0,-11-26 0,2-1 0,-17-60 0,10 27 0,18 55 0,-31-97 0,34 102 0,1 0 0,1 0 0,1 0 0,1-1 0,0-17 0,1 34 0,0-1 0,0 1 0,0 0 0,0-1 0,1 1 0,-1 0 0,0-1 0,1 1 0,-1 0 0,0-1 0,1 1 0,0 0 0,-1 0 0,1-1 0,0 1 0,0 0 0,-1 0 0,1 0 0,0 0 0,0 0 0,0 0 0,0 0 0,0 1 0,1-1 0,-1 0 0,0 0 0,0 1 0,0-1 0,1 1 0,-1-1 0,0 1 0,1 0 0,-1-1 0,0 1 0,1 0 0,-1 0 0,0 0 0,1 0 0,-1 0 0,3 1 0,2 0 0,0 0 0,-1 0 0,1 1 0,0 0 0,-1 0 0,1 0 0,-1 1 0,7 4 0,-2 0 0,1 1 0,-1 0 0,-1 1 0,0 0 0,0 0 0,0 1 0,-1 0 0,10 19 0,-13-22 0,-1 1 0,-1-1 0,1 1 0,-1 0 0,-1 0 0,1 0 0,-1 1 0,-1-1 0,0 0 0,0 1 0,0-1 0,-1 1 0,-1-1 0,-1 11 0,1-14 12,0 0 0,-1-1 0,1 1 0,-1-1 0,0 0 0,-1 1 0,1-1 0,-1 0 0,-4 5 0,-1 0-507,-1 0 0,-13 11 0,4-6-6331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171 868 24575,'12'-27'0,"-1"-1"0,-2 0 0,0 0 0,5-35 0,-11 44 0,-1 0 0,-1-1 0,-1 1 0,-1 0 0,0 0 0,-2-1 0,-6-26 0,-26-68 0,-84-187 0,114 290 0,0-2 0,0 1 0,-1 1 0,0-1 0,-1 1 0,-12-15 0,19 26 0,0 0 0,0 0 0,0 0 0,0-1 0,0 1 0,-1 0 0,1 0 0,0 0 0,0 0 0,0 0 0,0 0 0,0 0 0,0 0 0,0 0 0,-1-1 0,1 1 0,0 0 0,0 0 0,0 0 0,0 0 0,-1 0 0,1 0 0,0 0 0,0 0 0,0 0 0,0 0 0,0 0 0,-1 0 0,1 0 0,0 0 0,0 0 0,0 0 0,0 0 0,0 1 0,-1-1 0,1 0 0,0 0 0,0 0 0,0 0 0,0 0 0,0 0 0,-4 8 0,3 12 0,1-19 0,0 30 0,2 1 0,1 0 0,13 53 0,35 94 0,-46-162 0,16 47 0,35 75 0,-42-110 0,1-1 0,1-1 0,2 0 0,37 43 0,-49-63 0,1 0 0,0 0 0,1 0 0,-1-1 0,1 0 0,14 7 0,-19-12 0,0 0 0,-1 1 0,1-1 0,0 0 0,0-1 0,0 1 0,0 0 0,0-1 0,1 0 0,-1 0 0,0 0 0,0 0 0,0 0 0,0-1 0,0 1 0,0-1 0,0 0 0,0 0 0,0 0 0,0 0 0,0 0 0,-1-1 0,1 1 0,3-4 0,2 0 0,-1-1 0,0-1 0,-1 0 0,1 0 0,-1 0 0,-1 0 0,1-1 0,-1 0 0,-1 0 0,1-1 0,-1 1 0,5-18 0,-5 9 0,0 0 0,-2 0 0,0 0 0,0 0 0,-2 0 0,-1-20 0,3 48 0,0 1 0,1-1 0,0 0 0,1 0 0,10 20 0,37 59 0,-46-82-117,-2-3-8,0 0 0,0 0 0,1 0 1,-1-1-1,1 1 0,0-1 0,1 0 1,-1 0-1,6 4 0,-1-4-6701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24575,'13'18'0,"4"9"0,-1 4 0,-2 0 0,-8-5 0,-3-5 0,-3-5-8191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56 24575,'-5'-8'0,"-1"0"0,0 0 0,-9-9 0,14 15 0,0 1 0,0 0 0,0 0 0,0 0 0,-1 0 0,1 0 0,0 0 0,-1 0 0,1 1 0,-1-1 0,1 0 0,-1 1 0,1-1 0,-1 1 0,1-1 0,-1 1 0,1 0 0,-1 0 0,0 0 0,1 0 0,-3 0 0,2 1 0,1-1 0,0 1 0,0 0 0,0-1 0,-1 1 0,1 0 0,0 0 0,0 0 0,0 0 0,0 0 0,0 0 0,1 0 0,-1 0 0,0 0 0,0 1 0,1-1 0,-1 0 0,1 0 0,-1 1 0,1-1 0,-1 0 0,1 1 0,0 1 0,-2 5 0,1 0 0,0 14 0,1-20 0,1 31 0,1 0 0,2-1 0,1 1 0,1-1 0,13 35 0,5 3 0,38 78 0,-6-33 0,-18-40 0,29 83 0,-65-151 0,-1-4 0,0 0 0,0-1 0,0 1 0,0 0 0,0-1 0,1 1 0,3 4 0,-4-9-151,-1 0-1,1 0 0,-1 0 0,1 0 1,-1 0-1,1 0 0,-1-1 1,0-2-1,0-10-6674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21 24575,'-31'0'0,"-15"0"0,-3 0 0,5 0 0,4 0 0,7 0 0,6 0 0,5 0 0,4 0 0,2-3 0,2 0 0,0-1 0,2-1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24575,'13'26'0,"7"8"0,0 2 0,-4-9 0,-6-8 0,-6-8-8191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6 0,0 3 0,2 3 0,-1 2 0,0-3-8191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73 243 24575,'1'-4'0,"4"-9"0,0 0 0,-1 0 0,0 0 0,-1 0 0,0 0 0,-2-1 0,1-20 0,-1 33 0,-1 0 0,0 0 0,0 0 0,0 0 0,-1 0 0,1 0 0,0 0 0,0 1 0,0-1 0,-1 0 0,1 0 0,0 0 0,-1 0 0,1 0 0,-1 0 0,1 0 0,-1 1 0,0-1 0,1 0 0,-1 0 0,0 1 0,0-1 0,1 0 0,-1 1 0,0-1 0,0 1 0,-1-1 0,1 1 0,0 0 0,0 0 0,0 0 0,0 0 0,-1 0 0,1 0 0,0 1 0,0-1 0,0 0 0,0 1 0,0-1 0,0 1 0,0-1 0,0 1 0,0 0 0,0-1 0,0 1 0,0 0 0,1 0 0,-1-1 0,0 1 0,-1 2 0,-6 7 0,1 1 0,-1 0 0,2 0 0,-10 22 0,12-24 0,1 0 0,0 0 0,0 0 0,1 0 0,1 0 0,-1 1 0,1 13 0,1-17 0,1-1 0,0 0 0,-1-1 0,1 1 0,1 0 0,-1 0 0,1 0 0,0-1 0,0 1 0,1-1 0,-1 1 0,1-1 0,0 0 0,0 0 0,0 0 0,0 0 0,7 5 0,-5-5 0,0-1 0,0 0 0,1 1 0,-1-2 0,1 1 0,-1-1 0,1 0 0,0 0 0,0 0 0,0-1 0,0 0 0,0 0 0,0 0 0,7-1 0,3-1 0,1-1 0,-1-1 0,29-8 0,-29 6 0,0 1 0,0 1 0,31-3 0,-32 6 0,1 0 0,0 1 0,-1 0 0,1 1 0,-1 1 0,0 1 0,0 0 0,23 9 0,-35-11 0,0-1 0,0 0 0,0 0 0,0 0 0,0 0 0,0-1 0,4 1 0,-6-1 0,0 0 0,-1 0 0,1 0 0,0 0 0,-1 0 0,1 0 0,0-1 0,0 1 0,-1 0 0,1 0 0,0-1 0,-1 1 0,1 0 0,-1-1 0,1 1 0,0-1 0,-1 1 0,1-1 0,-1 1 0,1-1 0,-1 1 0,1-1 0,-1 0 0,0 1 0,1-1 0,-1 0 0,0 1 0,1-1 0,-1 0 0,0 1 0,0-1 0,0 0 0,0 0 0,1 1 0,-1-1 0,0 0 0,0 0 0,-1-8 0,0 0 0,0 0 0,-1 0 0,0 0 0,0 0 0,-1 1 0,-1-1 0,-6-12 0,-3-11 0,7 13 0,0 0 0,2 0 0,0-1 0,1 1 0,1-1 0,1 0 0,3-37 0,-2 55 4,0 0 0,1 0 0,-1-1 0,0 1 0,1 0 0,0 0 0,-1 0 0,1 0 0,0 0 0,0 0 0,0 1 0,0-1 0,0 0 0,1 0 0,-1 1 0,1-1 0,-1 1 0,1-1 0,-1 1 0,1 0 0,0-1 0,0 1 0,-1 0 0,1 0 0,0 0 0,0 0 0,0 1 0,0-1 0,4 0 0,-3 0-87,1 1 1,-1 0-1,1 0 1,-1 0-1,1 0 1,-1 1-1,1-1 1,-1 1-1,1 0 1,-1 0-1,0 0 1,0 1-1,1-1 1,-1 1-1,0-1 1,0 1-1,3 3 1,4 4-6744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24575,'1'27'0,"1"1"0,2-2 0,6 31 0,28 76 0,-27-103 0,20 38 0,-18-41 0,16 45 0,-27-63-1365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0 125 24575,'12'-12'0,"1"0"0,1 1 0,-1 0 0,2 1 0,-1 1 0,1 0 0,1 1 0,0 0 0,0 2 0,0 0 0,1 0 0,-1 2 0,1 0 0,1 1 0,-1 0 0,33 1 0,-36 2 0,-8 0 0,1-1 0,-1 2 0,12 1 0,-18-2 0,0 0 0,0 0 0,0 0 0,0 0 0,0 0 0,0 0 0,0 0 0,0 0 0,1 0 0,-1 0 0,0 0 0,0 0 0,0 0 0,0 0 0,0 0 0,0 0 0,0 0 0,0 0 0,1 0 0,-1 0 0,0 0 0,0 0 0,0 0 0,0 0 0,0 0 0,0 0 0,0 1 0,0-1 0,0 0 0,0 0 0,0 0 0,1 0 0,-1 0 0,0 0 0,0 0 0,0 0 0,0 0 0,0 1 0,0-1 0,0 0 0,0 0 0,0 0 0,0 0 0,0 0 0,0 0 0,0 0 0,0 0 0,0 1 0,0-1 0,0 0 0,0 0 0,-7 4 0,-10 2 0,-7-4 0,-27 0 0,30-2 0,-1 1 0,-29 5 0,45-5 0,0 0 0,0 1 0,0 0 0,0 0 0,0 1 0,1 0 0,-1 0 0,1 0 0,-1 0 0,1 1 0,0 0 0,-6 7 0,7-7 0,1 0 0,-1 1 0,1-1 0,1 1 0,-1-1 0,1 1 0,0 0 0,0 0 0,0 0 0,0 0 0,1 0 0,0 0 0,0 1 0,1-1 0,-1 0 0,1 1 0,0-1 0,0 0 0,1 1 0,0-1 0,0 0 0,0 0 0,0 0 0,1 0 0,0 0 0,0 0 0,1 0 0,4 8 0,-3-6 0,0-1 0,1 0 0,0 0 0,0 0 0,0 0 0,1-1 0,0 0 0,0 0 0,0 0 0,1-1 0,-1 0 0,1 0 0,0-1 0,0 0 0,0 0 0,1-1 0,-1 1 0,1-2 0,9 2 0,-12-2 0,37-1 0,-41 0 0,1 0 0,0 0 0,0 0 0,-1 0 0,1-1 0,0 1 0,-1-1 0,1 1 0,-1-1 0,1 0 0,-1 1 0,1-1 0,-1 0 0,1 0 0,-1 0 0,0 0 0,1 0 0,-1 0 0,0-1 0,2-1 0,-3 3 0,0 0 0,0 0 0,0-1 0,0 1 0,0 0 0,1 0 0,-1 0 0,0 0 0,0-1 0,0 1 0,0 0 0,0 0 0,0 0 0,0-1 0,0 1 0,0 0 0,0 0 0,0-1 0,0 1 0,0 0 0,0 0 0,0 0 0,0-1 0,0 1 0,0 0 0,0 0 0,0 0 0,0-1 0,-1 1 0,1 0 0,0 0 0,0 0 0,0 0 0,0-1 0,0 1 0,0 0 0,-1 0 0,1 0 0,0 0 0,0 0 0,0 0 0,0-1 0,-1 1 0,1 0 0,0 0 0,0 0 0,0 0 0,-1 0 0,1 0 0,0 0 0,0 0 0,0 0 0,-1 0 0,1 0 0,0 0 0,0 0 0,-1 0 0,1 0 0,0 0 0,0 0 0,0 0 0,-1 0 0,1 0 0,-15 5 0,9-2 0,0 1 0,1 0 0,-1 0 0,1 0 0,0 1 0,0 0 0,0 0 0,0 0 0,1 0 0,0 1 0,-6 11 0,6-9 0,0 0 0,1 1 0,0-1 0,0 1 0,1 0 0,0 0 0,0 0 0,1 16 0,0-17 0,2 0 0,-1 1 0,1-1 0,1 0 0,-1 0 0,2 0 0,-1 0 0,1-1 0,6 14 0,-6-16 0,0 1 0,1-1 0,-1 0 0,1-1 0,0 1 0,1-1 0,-1 1 0,1-1 0,0-1 0,0 1 0,0-1 0,0 0 0,10 5 0,-6-5 0,0 0 0,0 0 0,1 0 0,-1-2 0,1 1 0,0-1 0,-1 0 0,1-1 0,15-1 0,-1-3 0,-1 0 0,40-14 0,-19 7 31,-30 8-380,0 0 0,-1-1 0,16-7 0,-20 6-6477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289 101 24575,'-10'-5'0,"-23"-15"0,-1 1 0,-1 2 0,-48-17 0,79 33 0,0-1 0,1 2 0,-1-1 0,0 0 0,0 1 0,0 0 0,0 0 0,0 0 0,0 0 0,0 0 0,-4 2 0,6-1 0,0-1 0,0 1 0,0 0 0,0 0 0,0 1 0,0-1 0,0 0 0,0 1 0,1-1 0,-1 1 0,1-1 0,-1 1 0,1 0 0,-1 0 0,1-1 0,0 1 0,0 0 0,0 0 0,0 0 0,-1 4 0,0-1 0,1 0 0,-1 0 0,1 1 0,0-1 0,0 0 0,1 1 0,0-1 0,-1 1 0,2-1 0,-1 1 0,1-1 0,0 0 0,0 1 0,0-1 0,4 8 0,-2-6 0,1-1 0,-1 1 0,2-1 0,-1 1 0,1-1 0,0-1 0,0 1 0,0-1 0,1 0 0,10 7 0,-6-4 0,1 0 0,0-1 0,0-1 0,14 6 0,-22-11 0,0 1 0,1-1 0,-1-1 0,0 1 0,0 0 0,1-1 0,-1 1 0,0-1 0,1 0 0,-1 0 0,0-1 0,0 1 0,1-1 0,-1 1 0,0-1 0,0 0 0,1 0 0,-1-1 0,0 1 0,0-1 0,4-2 0,-3 0 0,1 0 0,-1 0 0,0 0 0,0-1 0,0 0 0,-1 1 0,1-1 0,-1-1 0,0 1 0,-1 0 0,1-1 0,-1 1 0,2-9 0,-1-1 0,0 0 0,0 0 0,-1-25 0,-1 68 0,0 0 0,2-1 0,1 0 0,1 1 0,2-2 0,12 37 0,9 8 0,39 70 0,-59-125 0,1 3 0,1 0 0,20 28 0,-29-46-4,-1 0 0,1-1-1,-1 1 1,1 0-1,-1-1 1,1 1 0,-1 0-1,1-1 1,0 1 0,-1-1-1,1 1 1,0-1 0,0 0-1,-1 1 1,1-1 0,0 0-1,1 1 1,-2-1 11,1 0 0,-1 0 0,0-1 0,0 1 0,1 0 0,-1 0 0,0 0 0,0 0 0,1-1 0,-1 1-1,0 0 1,0 0 0,1-1 0,-1 1 0,0 0 0,0-1 0,0 1 0,0 0 0,1 0 0,-1-1 0,0 1 0,0 0 0,0-1 0,0 1 0,0 0 0,0-1 0,0 0 0,0-3-304,1-1 1,-2 1 0,1-1-1,-1-6 1,-2-6-6530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6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 24575,'-3'-9'0,"10"14"0,9 13 0,-3-2 0,1 0 0,1-1 0,33 26 0,-42-37 0,1 1 0,0-1 0,0 0 0,0-1 0,1 0 0,-1 0 0,1-1 0,0 1 0,0-2 0,0 1 0,0-1 0,0 0 0,13-1 0,-19 0 0,1 0 0,-1 0 0,1-1 0,0 1 0,-1-1 0,1 0 0,-1 1 0,1-1 0,-1-1 0,0 1 0,1 0 0,-1 0 0,0-1 0,0 1 0,0-1 0,0 0 0,0 1 0,0-1 0,0 0 0,-1 0 0,1 0 0,-1-1 0,1 1 0,-1 0 0,0-1 0,2-4 0,-1 0 0,0 0 0,-1-1 0,0 1 0,0-1 0,-1 0 0,1 1 0,-3-16 0,7 36 0,11 20 0,-6-12 0,-3-8-34,16 22 1,-13-19-1265,-1-2-5528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126 372 24575,'-19'14'0,"0"2"0,-26 26 0,41-37 0,0-1 0,0 1 0,0 0 0,0 1 0,1-1 0,0 1 0,0-1 0,0 1 0,1 0 0,0 0 0,0 0 0,1 0 0,-1 0 0,1 1 0,0 6 0,1-11 0,0 0 0,1 0 0,-1 0 0,1 0 0,-1 0 0,1 0 0,0-1 0,0 1 0,0 0 0,0 0 0,0 0 0,0-1 0,0 1 0,0 0 0,1-1 0,-1 0 0,1 1 0,-1-1 0,1 0 0,-1 1 0,1-1 0,0 0 0,0 0 0,0 0 0,-1-1 0,1 1 0,0 0 0,0-1 0,4 1 0,-2 0 0,0 0 0,0 0 0,0-1 0,0 0 0,0 0 0,1 0 0,-1 0 0,0-1 0,0 0 0,0 1 0,0-2 0,0 1 0,7-3 0,-7 1 0,0 1 0,0-1 0,0 0 0,-1-1 0,1 1 0,-1-1 0,0 0 0,1 1 0,-2-1 0,1-1 0,0 1 0,-1 0 0,0-1 0,2-5 0,1-5 0,-1-1 0,0 1 0,1-17 0,15 98 0,-18-60 0,1-1 0,0 1 0,0-1 0,0 0 0,0 0 0,1 0 0,0-1 0,0 1 0,0-1 0,1 0 0,-1 0 0,1-1 0,0 1 0,7 3 0,-10-6 0,1 1 0,-1-1 0,1 0 0,-1 0 0,1-1 0,-1 1 0,1 0 0,0-1 0,-1 0 0,1 1 0,0-1 0,0 0 0,-1-1 0,1 1 0,0 0 0,-1-1 0,1 1 0,-1-1 0,1 0 0,-1 0 0,1 0 0,-1 0 0,1 0 0,-1-1 0,0 1 0,0-1 0,1 1 0,-1-1 0,0 0 0,-1 0 0,1 0 0,0 0 0,2-5 0,3-3 0,-1-1 0,-1 0 0,0 0 0,0 0 0,-1-1 0,4-20 0,7-74 0,-11 58 0,-2-64 0,-4 84 0,-1-1 0,-1 0 0,-12-42 0,14 67 0,1 1 0,0-1 0,-1 1 0,0-1 0,0 1 0,-2-4 0,4 7 0,0-1 0,-1 1 0,1 0 0,0-1 0,-1 1 0,1-1 0,0 1 0,-1 0 0,1-1 0,-1 1 0,1 0 0,-1 0 0,1-1 0,0 1 0,-1 0 0,1 0 0,-1 0 0,1-1 0,-1 1 0,1 0 0,-1 0 0,1 0 0,-1 0 0,1 0 0,-1 0 0,1 0 0,-1 0 0,1 0 0,-1 0 0,1 1 0,-1-1 0,1 0 0,-1 0 0,1 0 0,-1 0 0,1 1 0,-1-1 0,1 0 0,0 1 0,-1-1 0,1 0 0,-1 1 0,1-1 0,0 0 0,-1 1 0,1-1 0,0 1 0,0-1 0,-1 0 0,1 1 0,0-1 0,0 1 0,0-1 0,-1 1 0,1 0 0,-5 9 0,1 0 0,0 0 0,0 1 0,1-1 0,-2 17 0,-5 58 0,7-50 0,-1 6 0,2 0 0,4 51 0,-1-73 0,1-1 0,2 0 0,0 0 0,0 0 0,2 0 0,0-1 0,13 24 0,-16-35 0,1 0 0,0-1 0,0 1 0,0-1 0,1 0 0,0 0 0,0 0 0,0 0 0,0-1 0,1 0 0,0 0 0,0 0 0,0-1 0,9 3 0,-10-4 0,0 0 0,0-1 0,1 1 0,-1-2 0,1 1 0,-1 0 0,1-1 0,-1 0 0,1 0 0,-1-1 0,0 1 0,1-1 0,-1-1 0,1 1 0,-1-1 0,0 0 0,0 0 0,7-4 0,0-1 0,0-1 0,0-1 0,-1 0 0,19-19 0,32-47 0,-43 51 0,-19 23 0,0 1 0,0-1 0,1 1 0,-1 0 0,0-1 0,0 1 0,1 0 0,-1 0 0,0-1 0,1 1 0,-1 0 0,0-1 0,1 1 0,-1 0 0,0 0 0,1 0 0,-1 0 0,0-1 0,1 1 0,-1 0 0,1 0 0,-1 0 0,0 0 0,1 0 0,-1 0 0,1 0 0,-1 0 0,1 0 0,-1 1 0,0-1 0,1 1 0,-1-1 0,0 0 0,0 1 0,1-1 0,-1 1 0,0-1 0,0 0 0,0 1 0,1-1 0,-1 1 0,0-1 0,0 1 0,0-1 0,0 1 0,0 30 0,0-26 0,-1 13-119,1-2-192,-1 0-1,2 0 1,4 27-1,-2-30-6514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24575,'0'5'0,"0"4"0,-2 4 0,-2-1-8191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 24575,'1'0'0,"-1"0"0,1 0 0,-1 0 0,1 1 0,-1-1 0,1 0 0,-1 0 0,0 1 0,1-1 0,-1 0 0,1 1 0,-1-1 0,0 0 0,1 1 0,-1-1 0,1 1 0,-1-1 0,0 0 0,0 1 0,1-1 0,-1 1 0,0-1 0,0 1 0,6 15 0,-4-10 0,3 10 0,5 11 0,-1 2 0,9 43 0,-17-65 0,-1 1 0,0-1 0,0 0 0,0 0 0,-1 0 0,0 0 0,0 1 0,0-1 0,-1 0 0,0-1 0,-1 1 0,0 0 0,0-1 0,0 1 0,-1-1 0,0 0 0,0 0 0,0-1 0,-1 1 0,0-1 0,-9 9 0,-71 58 0,84-71 0,-1 0 0,1 0 0,0 0 0,0 0 0,0 0 0,0 0 0,0 0 0,0 0 0,0 0 0,0 1 0,0-1 0,1 0 0,-1 1 0,1-1 0,-1 1 0,1-1 0,-1 1 0,1-1 0,0 1 0,-1-1 0,1 1 0,0-1 0,0 1 0,0-1 0,0 1 0,1-1 0,-1 1 0,0-1 0,1 1 0,-1-1 0,1 0 0,-1 1 0,1-1 0,0 1 0,-1-1 0,1 0 0,0 0 0,0 1 0,0-1 0,0 0 0,2 2 0,5 4 0,0-1 0,0 0 0,1 0 0,17 9 0,-23-14 0,21 11 0,0-1 0,0-2 0,1-1 0,1 0 0,-1-2 0,1-1 0,0-1 0,0-1 0,53-2 0,-68-1-119,28-2 372,-37 2-353,0-1 0,0 1 0,0-1 0,0 0 0,0 1 0,0-1 0,0 0 0,0 0 0,0 0 1,0-1-1,0 1 0,-1 0 0,1-1 0,2-2 0,2-6-6726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8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0 384 24575,'2'0'0,"130"-26"0,-110 21 0,-1-2 0,0 0 0,-1-2 0,21-10 0,-38 17 0,1 0 0,-1 0 0,0 0 0,0 0 0,0-1 0,-1 1 0,1-1 0,0 0 0,-1 0 0,0 0 0,0 0 0,0 0 0,0 0 0,0-1 0,1-3 0,-1 1 0,0-1 0,-1 0 0,0 0 0,-1 0 0,1 0 0,-1 0 0,-1-7 0,1 8 0,0 0 0,-1 0 0,0 0 0,0 0 0,0 0 0,-4-9 0,4 13 0,-1 0 0,1-1 0,-1 1 0,0 0 0,1-1 0,-1 1 0,0 0 0,0 1 0,0-1 0,-1 0 0,1 0 0,0 1 0,-1-1 0,1 1 0,-1 0 0,-3-1 0,1 0 0,1 0 0,-1 0 0,0 1 0,0 0 0,-1 0 0,1 1 0,0-1 0,0 1 0,0 0 0,0 1 0,-1-1 0,1 1 0,-7 2 0,9-2 0,0 0 0,1 0 0,-1 0 0,0 0 0,1 1 0,0 0 0,-1-1 0,1 1 0,0 0 0,0 0 0,0 0 0,0 0 0,0 0 0,0 1 0,1-1 0,-1 1 0,1-1 0,0 1 0,0-1 0,0 1 0,0 0 0,0 0 0,0-1 0,1 1 0,-1 4 0,0 2 0,1 0 0,0 0 0,0 0 0,1 0 0,0 0 0,1-1 0,0 1 0,0 0 0,1-1 0,0 1 0,1-1 0,0 0 0,0 0 0,1 0 0,-1-1 0,8 8 0,6 7 0,2-1 0,0 0 0,40 29 0,-46-39 0,0-2 0,1 1 0,0-2 0,1 0 0,0-1 0,0 0 0,0-1 0,1-1 0,0-1 0,0 0 0,0-2 0,0 1 0,1-2 0,-1-1 0,1 0 0,-1-1 0,23-4 0,42-12 0,94-31 0,-121 31 0,-50 16 0,1-1 0,-1 0 0,0 0 0,0 0 0,0-1 0,9-5 0,-13 7 0,0 0 0,0 0 0,0 0 0,0-1 0,0 1 0,0 0 0,0 0 0,0-1 0,0 1 0,-1-1 0,1 1 0,-1 0 0,1-1 0,-1 1 0,1-1 0,-1 1 0,0-1 0,0 0 0,0 1 0,0-1 0,0 1 0,0-1 0,0 1 0,0-1 0,-1 0 0,1 1 0,0-1 0,-1 1 0,0-2 0,-3-5 0,-1 1 0,1 0 0,-1 0 0,-1 0 0,1 1 0,-1 0 0,0 0 0,-11-8 0,0-2 0,2 3 0,0 0 0,1-1 0,0-1 0,0 0 0,-17-27 0,28 37 0,1 1 0,-1-1 0,1 0 0,0 0 0,0 0 0,1 0 0,-1 0 0,1-1 0,0 1 0,1 0 0,-1-1 0,1 1 0,0 0 0,0-1 0,1 1 0,0 0 0,0-1 0,0 1 0,0 0 0,1 0 0,0 0 0,4-8 0,-4 10 5,0 0 0,0 0-1,1 0 1,-1 0 0,1 0 0,-1 0-1,1 1 1,0-1 0,0 1-1,1 0 1,-1 0 0,0 0 0,1 0-1,-1 0 1,1 1 0,-1 0 0,1 0-1,0 0 1,6-1 0,6 0-216,1 1-1,-1 0 1,22 2 0,-23 0-404,1 0-6211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63 24575,'-6'-6'0,"-1"0"0,1 1 0,-1 0 0,0 0 0,-1 0 0,1 1 0,-1 0 0,0 0 0,-13-3 0,8 3 0,0 2 0,-1 0 0,1 0 0,-1 1 0,-18 1 0,-13 0 0,-31 2 0,70-1 0,0 0 0,0 0 0,0 1 0,1 0 0,-1 0 0,0 1 0,1 0 0,-7 4 0,-40 31 0,47-34 0,0 0 0,1 1 0,0 0 0,0 0 0,0 0 0,1 0 0,-1 0 0,1 1 0,0 0 0,1-1 0,0 1 0,0 0 0,0 0 0,0 0 0,0 9 0,-1 10 0,1-1 0,1 32 0,1-34 0,-1-7 0,1-1 0,4 23 0,-3-32 0,0-1 0,0 1 0,0-1 0,1 0 0,0 0 0,0 1 0,0-1 0,0 0 0,1-1 0,-1 1 0,1 0 0,5 4 0,11 10 0,2-1 0,0-1 0,1-1 0,1-1 0,31 15 0,-13-10 0,1-2 0,58 14 0,-95-29 0,41 8 0,-42-9 0,0 0 0,0-1 0,0 0 0,0 0 0,0 0 0,0 0 0,0-1 0,0 0 0,5-1 0,-8 2 4,0-1 0,1 0 0,-1 0 0,0 1 0,0-1 0,0 0 0,0 0 0,0 0 0,0 0 0,0 0 0,-1 0 0,1 0 0,0 0 0,0-1 0,-1 1 0,1 0 0,-1 0 0,1-1 0,-1 1 0,0 0 0,1-1 0,-1 1 0,0 0 0,0-1 0,0 1 0,0 0 0,0-1 0,0 1 0,-1-2 0,1-2-252,-1-1 1,0 0-1,-1 1 1,0 0-1,-3-9 1,-2 0-6579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2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81 24575,'-8'-3'0,"-3"-1"0,-23-5 0,32 9 0,0-1 0,0 1 0,-1 0 0,1 0 0,0 0 0,-1 0 0,1 0 0,0 0 0,-1 1 0,1-1 0,0 1 0,0 0 0,-1-1 0,1 1 0,0 0 0,-2 2 0,3-3 0,1 1 0,-1-1 0,0 1 0,1-1 0,-1 1 0,1-1 0,0 1 0,-1-1 0,1 1 0,-1 0 0,1-1 0,0 1 0,-1 0 0,1 0 0,0-1 0,0 1 0,0 0 0,-1-1 0,1 1 0,0 0 0,0 0 0,0-1 0,0 2 0,1 0 0,-1 0 0,1 0 0,-1 0 0,1 0 0,0 0 0,0 0 0,0-1 0,2 4 0,2 1 0,0 0 0,0 0 0,9 7 0,2 2 0,2-2 0,-1 0 0,2-1 0,24 12 0,-31-19 0,0 1 0,1-2 0,-1 0 0,1 0 0,0-1 0,0-1 0,1 0 0,16 0 0,-28-1 0,0-1 0,0 0 0,0-1 0,0 1 0,0 0 0,0-1 0,0 1 0,0-1 0,0 1 0,0-1 0,0 0 0,-1 0 0,1 0 0,0 0 0,0 0 0,-1 0 0,1-1 0,-1 1 0,3-3 0,-2 1 0,-1 1 0,1-1 0,-1 1 0,0-1 0,0 1 0,0-1 0,0 0 0,-1 0 0,1 1 0,-1-1 0,0 0 0,0-5 0,0-1 0,-1 0 0,-1 0 0,1 1 0,-1-1 0,-1 1 0,0-1 0,0 1 0,-6-10 0,4 9 10,0 1 0,0 0 0,-1 1 0,-1-1 0,1 1 0,-1 0 0,0 1 0,-1 0 0,0 0 0,0 1 0,-8-5 0,11 7-81,0 1 1,0-1-1,-1 1 0,1 0 0,0 1 1,-1-1-1,1 1 0,-1 0 1,0 1-1,1-1 0,-1 1 0,0 0 1,1 1-1,-1-1 0,0 1 1,1 0-1,-1 1 0,1-1 0,0 1 1,-6 2-1,-2 3-6755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3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24575,'8'7'0,"1"0"0,0-1 0,19 10 0,-5-2 0,2 3 0,-9-6 0,1-1 0,0 0 0,20 8 0,-32-16 0,0 0 0,-1 0 0,1-1 0,0 0 0,0 0 0,0 0 0,0-1 0,0 0 0,0 0 0,0 0 0,0 0 0,0-1 0,0 0 0,0 0 0,0 0 0,-1-1 0,8-2 0,-10 3 0,0-1 0,1 0 0,-1 1 0,0-1 0,0 0 0,0 0 0,0 0 0,-1-1 0,1 1 0,0 0 0,-1-1 0,0 1 0,1-1 0,-1 1 0,0-1 0,0 1 0,0-1 0,-1 0 0,1 0 0,0-4 0,-1-1 0,1 1 0,-1 0 0,0 0 0,-1-1 0,0 1 0,-3-13 0,0 5 0,0 1 0,16 29 0,-4-4 0,0-1 0,0 0 0,1 0 0,0-1 0,1 0 0,-1-1 0,2 0 0,-1 0 0,1-1 0,1 0 0,-1-1 0,21 7 0,-29-12 0,-1 0 0,0-1 0,1 1 0,-1-1 0,0 1 0,1-1 0,-1 0 0,1 0 0,-1-1 0,0 1 0,1 0 0,-1-1 0,0 1 0,1-1 0,-1 0 0,0 0 0,3-1 0,-2 0 0,0 0 0,-1 0 0,0 0 0,1 0 0,-1-1 0,0 1 0,0-1 0,0 1 0,0-1 0,0 0 0,-1 0 0,2-4 0,2-4 0,-1 2 0,0 0 0,0 0 0,1 1 0,8-11 0,-11 16 0,0 1 0,0-1 0,1 1 0,0 0 0,-1 0 0,1 0 0,0 0 0,0 0 0,0 0 0,0 1 0,0 0 0,1 0 0,-1 0 0,0 0 0,1 0 0,3 0 0,49-1-1365,-41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0 261 24575,'30'150'0,"-24"-129"0,1 0 0,1 0 0,0-1 0,22 37 0,-26-50 0,1-1 0,0 0 0,7 8 0,-10-12 0,0 0 0,0 0 0,0-1 0,0 1 0,0-1 0,0 1 0,1-1 0,-1 0 0,0 0 0,1 0 0,-1 0 0,1 0 0,3 0 0,-5-1 0,0 0 0,-1 0 0,1 0 0,0 0 0,-1-1 0,1 1 0,0 0 0,0 0 0,-1-1 0,1 1 0,-1-1 0,1 1 0,0 0 0,-1-1 0,1 1 0,-1-1 0,1 1 0,-1-1 0,1 0 0,-1 1 0,1-1 0,-1 1 0,0-1 0,1 0 0,-1 1 0,0-1 0,0 0 0,1 0 0,-1 1 0,0-2 0,4-25 0,-4 25 0,-1-22 0,-1 0 0,-1 1 0,0-1 0,-13-38 0,5 18 0,2 2 0,-17-81 0,22 98 0,1 0 0,1-49 0,3 68 0,0 0 0,0 0 0,0 0 0,0 1 0,1-1 0,4-10 0,-5 15 0,-1 0 0,1 0 0,-1 0 0,1 0 0,-1 0 0,1 0 0,-1 0 0,1 0 0,0 1 0,-1-1 0,1 0 0,0 0 0,0 1 0,0-1 0,-1 0 0,1 1 0,0-1 0,0 1 0,0-1 0,0 1 0,0-1 0,0 1 0,0 0 0,0 0 0,0-1 0,1 1 0,-1 0 0,0 0 0,0 0 0,0 0 0,0 0 0,0 0 0,0 1 0,0-1 0,0 0 0,0 0 0,0 1 0,0-1 0,0 1 0,0-1 0,0 1 0,0-1 0,0 1 0,0 0 0,1 1 0,2 1 0,0 2 0,0-1 0,0 0 0,-1 1 0,0-1 0,1 1 0,-2 0 0,1 0 0,-1 0 0,1 1 0,-1-1 0,-1 0 0,2 7 0,1 7 0,-1 0 0,2 29 0,-4-33 0,-1-1 0,-1 0 0,0 1 0,-5 25 0,4-33 0,0 0 0,0-1 0,-1 1 0,0-1 0,0 0 0,0 0 0,-1 0 0,0 0 0,0-1 0,-1 1 0,1-1 0,-7 5 0,-9 6-1365,1-4-5461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73 171 24575,'4'33'0,"-3"-10"0,2-1 0,0 0 0,1 0 0,1-1 0,11 29 0,-6-36 0,-5-13 0,-3-10 0,-5-5 0,1 0 0,-2 0 0,0 0 0,-1 1 0,0-1 0,-7-12 0,6 12 0,-21-43 0,9 18 0,-20-59 0,38 98 0,0 0 0,0 0 0,0-1 0,-1 1 0,1 0 0,0 0 0,0 0 0,0 0 0,0 0 0,0 0 0,0 0 0,0-1 0,0 1 0,0 0 0,0 0 0,0 0 0,0 0 0,0 0 0,0-1 0,0 1 0,0 0 0,0 0 0,0 0 0,0 0 0,0 0 0,0 0 0,0-1 0,0 1 0,0 0 0,0 0 0,0 0 0,0 0 0,0 0 0,0 0 0,1 0 0,-1-1 0,0 1 0,0 0 0,0 0 0,0 0 0,0 0 0,0 0 0,0 0 0,0 0 0,1 0 0,-1 0 0,0 0 0,0 0 0,0 0 0,8 4 0,7 10 0,6 9 0,2 0 0,0-1 0,47 34 0,-56-47 0,0 0 0,1-1 0,0 0 0,1-1 0,-1-1 0,1 0 0,0-2 0,1 0 0,16 3 0,-23-7 0,0 1 0,0-1 0,0-1 0,0 0 0,0 0 0,0-1 0,-1 0 0,1 0 0,-1-2 0,12-4 0,-15 5 0,1 0 0,-1 0 0,1-1 0,-1 0 0,-1-1 0,1 1 0,0-1 0,-1 0 0,0-1 0,0 1 0,-1-1 0,0 0 0,0 0 0,6-10 0,-8 9 0,0 1 0,0 0 0,-1-1 0,0 1 0,0-1 0,0 1 0,-1-1 0,1 1 0,-2-11 0,0 13 0,1-1 0,-1 1 0,0-1 0,0 1 0,0 0 0,-1 0 0,0-1 0,0 1 0,0 0 0,0 0 0,0 0 0,-1 1 0,1-1 0,-6-5 0,6 8 0,0-1 0,0 1 0,0-1 0,0 1 0,0 0 0,-1 0 0,1 0 0,0 0 0,-1 0 0,1 1 0,0-1 0,-1 1 0,1-1 0,-1 1 0,1 0 0,-1 0 0,1 0 0,-1 0 0,1 0 0,0 1 0,-1-1 0,1 1 0,-1 0 0,-1 0 0,1 1 0,0-1 0,0 1 0,0-1 0,0 1 0,0 0 0,1 0 0,-1 0 0,1 1 0,-1-1 0,1 0 0,0 1 0,0 0 0,0 0 0,0-1 0,1 1 0,-1 0 0,-1 4 0,0 3 0,1-1 0,0 1 0,1 0 0,-1 0 0,2 0 0,0 0 0,0 0 0,0 0 0,2 0 0,-1 0 0,1 0 0,0 0 0,1-1 0,1 1 0,-1-1 0,10 17 0,-6-13 0,1 1 0,1-1 0,0-1 0,1 0 0,0 0 0,1-1 0,0 0 0,1-1 0,0 0 0,16 9 0,-28-18 0,25 14 0,29 13 0,-46-25 0,0 0 0,0 0 0,0-1 0,1 1 0,-1-2 0,1 1 0,-1-2 0,12 1 0,-17-1-136,0 0-1,-1-1 1,1 1-1,0-1 1,-1 1-1,1-1 1,-1 0-1,1 0 0,3-2 1,4-5-6690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4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10 24575,'-8'-3'0,"1"1"0,-1 1 0,0-1 0,0 1 0,-12 0 0,18 1 0,1 0 0,-1 0 0,0 1 0,1-1 0,-1 0 0,1 1 0,-1-1 0,1 0 0,-1 1 0,1 0 0,-1-1 0,1 1 0,-1 0 0,1 0 0,0 0 0,0 0 0,-1 0 0,1 0 0,0 0 0,0 0 0,0 0 0,0 1 0,0-1 0,0 0 0,1 1 0,-1-1 0,0 0 0,1 1 0,-1-1 0,1 1 0,-1-1 0,1 1 0,0 0 0,-1 2 0,1 4 0,0-1 0,1 0 0,0 1 0,0-1 0,1 1 0,-1-1 0,4 7 0,22 50 0,-26-61 0,52 92 0,-34-65 0,21 47 0,-39-76 0,-1 0 0,1 0 0,-1 0 0,0 0 0,1 0 0,-1 0 0,0 0 0,1 0 0,-1 0 0,0 0 0,0 0 0,0 0 0,0 0 0,0 0 0,0 0 0,-1 0 0,1 0 0,0 0 0,0 0 0,-1 0 0,1 0 0,-1 0 0,1 0 0,-1 1 0,-1-1 0,1 0 0,0 0 0,0 0 0,-1 0 0,1 0 0,0 0 0,-1-1 0,1 1 0,-1-1 0,1 1 0,0-1 0,-1 0 0,1 1 0,-4-1 0,-2 0 0,0 0 0,0 0 0,0-1 0,0 0 0,0 0 0,-9-3 0,2-1-195,1 0 0,0-1 0,0-1 0,0 0 0,1-1 0,-12-9 0,14 9-6631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5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24575,'-6'4'0,"0"1"0,0 0 0,1 0 0,-1 0 0,1 1 0,0 0 0,1 0 0,-1 0 0,1 1 0,0-1 0,-5 13 0,7-13 0,1 0 0,-1 1 0,1-1 0,0 0 0,0 1 0,1-1 0,0 1 0,0-1 0,1 1 0,-1-1 0,1 0 0,1 1 0,-1-1 0,4 7 0,1 3 0,1 1 0,1-2 0,0 1 0,18 23 0,48 52 0,-30-39 0,-43-51 0,0-1 0,-1 1 0,1 0 0,0-1 0,-1 1 0,1 0 0,-1 0 0,1 0 0,-1-1 0,1 1 0,-1 0 0,0 0 0,1 0 0,-1 0 0,0 0 0,0-1 0,0 1 0,0 0 0,0 0 0,0 0 0,0 0 0,0 0 0,0 0 0,0 0 0,0 0 0,-1 1 0,1-2 0,-1 1 0,0 0 0,0 0 0,0-1 0,0 1 0,-1-1 0,1 1 0,0-1 0,0 1 0,0-1 0,0 1 0,0-1 0,-1 0 0,1 0 0,0 0 0,0 0 0,0 0 0,-1 0 0,1 0 0,-1 0 0,-18-3 0,0 0 0,1-1 0,0-2 0,0 1 0,-29-14 0,-20-7 0,23 13-1365,29 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5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49 24575,'-9'-2'0,"0"1"0,0 0 0,0 1 0,0 0 0,0 0 0,0 1 0,0 0 0,0 1 0,-16 4 0,24-5 0,0-1 0,0 1 0,0-1 0,0 1 0,0-1 0,0 1 0,0 0 0,0 0 0,0-1 0,0 1 0,0 0 0,0 0 0,1 0 0,-1 0 0,0 0 0,0 0 0,1 0 0,-1 0 0,1 0 0,-1 0 0,1 0 0,0 0 0,-1 2 0,1-1 0,0 0 0,0 0 0,1 0 0,-1 0 0,0 0 0,1 0 0,0 0 0,-1 0 0,1 0 0,0-1 0,0 1 0,0 0 0,1 1 0,4 5 0,0-1 0,0 0 0,1-1 0,13 12 0,-1-5 0,0 0 0,0-2 0,1 0 0,0-1 0,1-1 0,0-1 0,0-1 0,25 5 0,-41-11 0,0 0 0,1-1 0,-1 1 0,0-1 0,0 0 0,0-1 0,7 0 0,-10 0 0,-1 1 0,0 0 0,1-1 0,-1 1 0,0-1 0,0 0 0,1 1 0,-1-1 0,0 0 0,0 0 0,0 1 0,0-1 0,0 0 0,0 0 0,0 0 0,0 0 0,0-1 0,-1 1 0,1 0 0,0 0 0,-1 0 0,1-1 0,-1 1 0,1 0 0,-1-1 0,0 1 0,1 0 0,-1-1 0,0 1 0,0 0 0,0-3 0,-1-1 0,1 1 0,-1-1 0,0 1 0,0-1 0,-1 1 0,1 0 0,-1 0 0,0 0 0,0 0 0,0 0 0,-1 0 0,-4-5 0,-5-5 0,-23-21 0,29 29 0,-11-9 40,0 0 0,-31-19 0,41 29-175,0 1 0,-1 0 0,1 1 0,-1-1 0,0 2 0,0-1 0,0 1 0,0 0 0,-1 1 0,-9-1 0,5 2-6691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6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138 425 24575,'3'2'0,"-2"-3"0,-4-8 0,-8-12 0,-26-34 0,-19-33 0,50 77 0,1 0 0,0 0 0,1-1 0,0 1 0,1-1 0,-3-19 0,5 23 0,1-1 0,-1 1 0,1-1 0,1 0 0,-1 1 0,4-13 0,-3 17 0,0 0 0,1 0 0,-1 0 0,1 1 0,0-1 0,0 0 0,0 1 0,0 0 0,1-1 0,-1 1 0,1 0 0,0 0 0,0 1 0,0-1 0,6-3 0,-4 2 8,1 1 0,-1 0 0,1 1 0,-1-1 0,1 1 0,0 0 0,0 1 0,0 0 0,0-1 0,0 2 0,0-1 0,0 1 0,0 0 0,7 1 0,-4 0-173,0 1 0,0 0 0,0 1 0,-1 0 0,1 1 0,-1 0 0,0 0 0,13 9 0,-7-4-6661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7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24575,'2'48'0,"3"0"0,13 58 0,2 22 0,-16-95 0,1 1 0,1-1 0,2-1 0,12 34 0,-20-66 0,0 0 0,1 0 0,-1 0 0,0 0 0,0 0 0,0 1 0,1-1 0,-1 0 0,0 0 0,0 0 0,0 0 0,0 0 0,1 0 0,-1 0 0,0 0 0,0 0 0,1 0 0,-1 0 0,0 0 0,0 0 0,0 0 0,1 0 0,-1 0 0,0 0 0,0 0 0,0 0 0,1 0 0,-1 0 0,0 0 0,0 0 0,0 0 0,1 0 0,-1-1 0,0 1 0,0 0 0,0 0 0,1 0 0,-1 0 0,0 0 0,0-1 0,0 1 0,0 0 0,0 0 0,0 0 0,0-1 0,1 1 0,-1 0 0,0 0 0,11-14 0,-6 8 0,-1 2 0,0 1 0,1-1 0,-1 1 0,1 0 0,0 0 0,0 0 0,0 1 0,0 0 0,0 0 0,0 0 0,1 1 0,-1-1 0,10 0 0,6 0 0,0 2 0,28 1 0,-36 0 0,127 15 0,-16-1 0,-120-15 0,16 1 0,-19-1 0,0 0 0,0 0 0,0 0 0,0 0 0,0 0 0,0-1 0,0 1 0,-1 0 0,1 0 0,0-1 0,0 1 0,0-1 0,0 1 0,-1-1 0,1 1 0,1-2 0,-2 2 2,0 0 0,0-1 0,0 1-1,1 0 1,-1-1 0,0 1 0,0 0-1,0-1 1,0 1 0,0 0 0,0-1-1,0 1 1,0 0 0,-1-1 0,1 1-1,0 0 1,0 0 0,0-1 0,0 1-1,0 0 1,0-1 0,-1 1 0,1 0 0,0 0-1,0-1 1,0 1 0,-1 0 0,1-1-1,-9-7-492,6 5-434,-5-4-5901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4 0,2 4 0,4 2 0,1 1 0,2-1 0,1 1 0,3 1 0,-2-2 0,0 0 0,-2-2 0,-2-6 0,-2-7 0,-6-10 0,-1-7 0,-4-3 0,0 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8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24575,'7'3'0,"4"3"0,-2 3 0,-1 3 0,-2 2 0,-2 1 0,-3-2-8191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9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0,0-1 0,0 1 0,0 0 0,0 0 0,0 0 0,0 0 0,0 0 0,0 0 0,0 0 0,0 0 0,0 0 0,0 0 0,0 0 0,0 0 0,0 0 0,0 0 0,0-1 0,0 1 0,0 0 0,0 0 0,0 0 0,0 0 0,0 0 0,0 0 0,1 0 0,-1 0 0,0 0 0,0 0 0,0 0 0,0 0 0,0 0 0,0 0 0,0 0 0,0 0 0,0 0 0,0 0 0,0 0 0,0 0 0,0 0 0,1 0 0,-1 0 0,0 0 0,0 0 0,0 0 0,0 0 0,0 0 0,0 0 0,0 0 0,0 0 0,0 0 0,0 0 0,0 0 0,0 0 0,0 0 0,0 1 0,7 4 0,4 8 0,20 29 0,-5-7 0,47 49 0,-67-77 0,-2-2 0,1-1 0,-1 0 0,1 0 0,0 0 0,6 4 0,-10-8 0,0 1 0,0-1 0,0 1 0,0-1 0,-1 0 0,1 1 0,0-1 0,0 0 0,0 0 0,0 0 0,0 0 0,0 0 0,0 0 0,0 0 0,0 0 0,-1 0 0,1 0 0,0-1 0,0 1 0,0 0 0,0-1 0,0 1 0,0 0 0,-1-1 0,1 1 0,0-1 0,0 1 0,-1-1 0,1 0 0,0 1 0,-1-1 0,1 0 0,-1 1 0,1-1 0,-1 0 0,1 0 0,-1 1 0,1-1 0,-1 0 0,0 0 0,1 0 0,-1-1 0,5-11 0,-1-1 0,-1 0 0,0 1 0,0-1 0,-1-21 0,0 14 0,-2 20 0,0 0 0,0 0 0,0 0 0,0 0 0,1 1 0,-1-1 0,0 0 0,0 0 0,0 0 0,1 0 0,-1 1 0,0-1 0,1 0 0,-1 0 0,1 1 0,-1-1 0,1 0 0,-1 1 0,1-1 0,-1 0 0,1 1 0,0-1 0,0 0 0,0 1 0,0 0 0,0 0 0,-1 0 0,1 0 0,0 0 0,0 0 0,0 0 0,-1 0 0,1 0 0,0 1 0,0-1 0,0 0 0,-1 1 0,1-1 0,0 0 0,-1 1 0,1-1 0,0 1 0,0 0 0,5 3 0,-1 1 0,0-1 0,-1 1 0,7 8 0,-3-3 0,0 0 0,1 0 0,17 14 0,-24-22 0,1 0 0,-1 0 0,1-1 0,-1 1 0,1 0 0,0-1 0,-1 0 0,1 0 0,0 0 0,0 0 0,0 0 0,0 0 0,0-1 0,0 1 0,0-1 0,0 0 0,0 0 0,0 0 0,0 0 0,0-1 0,0 1 0,4-2 0,-5 1 0,0-1 0,1 1 0,-1-1 0,0 0 0,0 1 0,0-1 0,0 0 0,-1 0 0,1-1 0,0 1 0,-1 0 0,1-1 0,-1 1 0,0 0 0,0-1 0,0 0 0,1-2 0,-1 2 0,0 0 0,0 0 0,0 0 0,0 0 0,1 0 0,0 1 0,-1-1 0,1 1 0,0-1 0,0 1 0,0 0 0,4-3 0,-5 4 0,0 1 0,0 0 0,0-1 0,0 1 0,0 0 0,0-1 0,0 1 0,0 0 0,0 0 0,0 0 0,0 0 0,0 0 0,0 0 0,0 0 0,0 0 0,0 1 0,0-1 0,0 0 0,0 1 0,0-1 0,0 1 0,0-1 0,2 2 0,20 17 0,-14-11 0,9 7-90,-9-6-165,1 0 0,0-2 0,1 1 0,12 6 0,-12-10-6571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9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9 24575,'-1'-1'0,"0"1"0,1-1 0,-1 0 0,0 0 0,0 1 0,0-1 0,0 1 0,0-1 0,1 0 0,-1 1 0,0 0 0,0-1 0,0 1 0,-2-1 0,3 1 0,0 0 0,-1 0 0,1 1 0,0-1 0,-1 0 0,1 0 0,0 0 0,-1 0 0,1 0 0,0 0 0,0 0 0,-1 1 0,1-1 0,0 0 0,-1 0 0,1 1 0,0-1 0,0 0 0,0 0 0,-1 1 0,1-1 0,0 0 0,0 0 0,0 1 0,-1-1 0,1 0 0,0 1 0,0-1 0,-1 3 0,1 0 0,0-1 0,-1 1 0,1 0 0,0-1 0,0 1 0,1-1 0,-1 1 0,1 4 0,3 4 0,-1 0 0,1 1 0,1-2 0,0 1 0,1-1 0,10 15 0,-16-25 4,0 1 0,0-1 0,1 1 0,-1-1 0,0 1-1,1-1 1,-1 1 0,0-1 0,1 1 0,-1-1 0,1 1 0,-1-1-1,0 0 1,1 1 0,-1-1 0,1 0 0,-1 1 0,1-1 0,0 0-1,-1 0 1,1 0 0,-1 1 0,1-1 0,-1 0 0,1 0 0,0 0 0,-1 0-1,1 0 1,-1 0 0,2 0 0,-2-1-69,1 1 1,-1-1-1,0 0 1,1 1-1,-1-1 1,0 0-1,1 1 0,-1-1 1,0 0-1,1 1 1,-1-1-1,0 0 1,0 0-1,0 1 0,0-1 1,0 0-1,0 0 1,0 0-1,0 1 1,0-1-1,0 0 1,-1-1-1,-1-9-6761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24575,'5'3'0,"2"3"0,-1 3 0,0 3 0,-5 2 0,-2-1-8191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24575,'5'2'0,"1"0"0,-1 0 0,0 1 0,0 0 0,0 0 0,0 0 0,0 1 0,-1 0 0,1 0 0,-1 0 0,0 0 0,0 0 0,-1 1 0,1 0 0,2 5 0,6 11 0,0 0 0,9 28 0,-20-48 0,69 193 0,-17-44 0,-31-92 0,26 71 0,-44-112-1365,-2-3-5461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 24575,'-26'0'0,"-14"0"0,-2 0 0,0 0 0,3 0 0,5 0 0,3 0 0,2 0 0,0 2 0,3 2 0,3-1 0,3-1 0,5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62 352 24575,'11'-1'0,"7"-1"0,-1 0 0,1-2 0,0 0 0,30-11 0,-44 14 0,-1-1 0,1 0 0,-1 1 0,0-1 0,0 0 0,0-1 0,0 1 0,0-1 0,0 1 0,0-1 0,-1 0 0,1 0 0,-1 0 0,0 0 0,0 0 0,0-1 0,0 1 0,-1-1 0,1 1 0,-1-1 0,0 1 0,0-1 0,0 0 0,-1 0 0,1 1 0,-1-1 0,0 0 0,0 0 0,-1-4 0,0 0 0,-1 0 0,0-1 0,0 1 0,-1 0 0,-1 1 0,1-1 0,-1 0 0,0 1 0,-1 0 0,1 0 0,-1 0 0,-1 1 0,1 0 0,-9-7 0,9 7 0,-1 1 0,0 1 0,0-1 0,0 1 0,-1 0 0,0 0 0,1 1 0,-1 0 0,0 0 0,-1 1 0,1 0 0,0 0 0,-1 1 0,1-1 0,-1 2 0,-7-1 0,13 1 0,-1 0 0,1 1 0,0-1 0,-1 1 0,1-1 0,0 1 0,0 0 0,0 0 0,-1 0 0,1 0 0,0 0 0,0 0 0,0 1 0,1-1 0,-1 1 0,0-1 0,-1 3 0,0-1 0,1 0 0,0 1 0,0-1 0,0 1 0,1-1 0,-1 1 0,1 0 0,0 0 0,-2 5 0,2 1 0,0 0 0,0 1 0,1-1 0,0 0 0,1 0 0,0 1 0,3 10 0,-1-11 0,0-1 0,1 1 0,0-1 0,0 0 0,1 0 0,0 0 0,1 0 0,-1-1 0,2 0 0,-1 0 0,1-1 0,1 0 0,14 11 0,-13-11 0,1-1 0,0 0 0,0 0 0,0-1 0,1 0 0,-1-1 0,1-1 0,0 1 0,0-2 0,1 1 0,21 0 0,-11-3 0,-1-2 0,0-1 0,0 0 0,0-2 0,-1 0 0,22-9 0,-34 11 0,7 0 0,1-1 0,0 2 0,0 0 0,0 1 0,27 2 0,26-2 0,-68 1 0,-1 0 0,1 0 0,0 0 0,0 0 0,0 0 0,0 0 0,0-1 0,0 1 0,0 0 0,0 0 0,0-1 0,0 1 0,0 0 0,0-1 0,0 1 0,-1-1 0,1 0 0,0 1 0,0-1 0,-1 1 0,1-1 0,0 0 0,-1 0 0,1 1 0,0-1 0,-1 0 0,1 0 0,-1 0 0,0 0 0,1 0 0,-1 0 0,0 0 0,1 1 0,-1-1 0,0 0 0,0 0 0,0 0 0,0 0 0,0 0 0,0 0 0,0 0 0,0 0 0,0 0 0,0 0 0,-1 0 0,1-1 0,-3-6 0,0 1 0,0-1 0,-1 1 0,-8-12 0,6 9 0,0-1 0,0 0 0,1 0 0,0 0 0,1-1 0,0 1 0,1-1 0,1 0 0,-2-14 0,4 21 0,-1 0 0,1 0 0,1-1 0,-1 1 0,1 0 0,0 0 0,0 0 0,0 0 0,1 0 0,0 0 0,0 0 0,0 0 0,0 1 0,1-1 0,0 1 0,0 0 0,0-1 0,0 1 0,1 1 0,-1-1 0,7-4 0,-3 3-97,0 1-1,-1-1 1,2 2-1,-1-1 1,0 1-1,1 0 1,0 1-1,0-1 1,-1 2-1,1-1 1,0 1-1,1 0 0,8 1 1,-1 0-6729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4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26 24575,'-1'-1'0,"1"1"0,-1 0 0,0-1 0,1 1 0,-1 0 0,0 0 0,1 0 0,-1-1 0,0 1 0,1 0 0,-1 0 0,0 0 0,1 0 0,-1 0 0,0 0 0,1 0 0,-1 0 0,0 0 0,0 1 0,1-1 0,-1 0 0,0 0 0,1 1 0,-1-1 0,1 0 0,-1 1 0,0-1 0,0 2 0,0-1 0,0 0 0,0 0 0,0 1 0,0-1 0,1 0 0,-1 1 0,0-1 0,1 1 0,-1-1 0,0 4 0,0 4 0,0 1 0,0 0 0,1 11 0,0-17 0,0 18 0,1 38 0,0-54 0,0 0 0,0 0 0,0 0 0,1 0 0,0 0 0,0 0 0,3 6 0,-5-11 0,0-1 0,1 0 0,-1 1 0,0-1 0,0 0 0,0 1 0,1-1 0,-1 0 0,0 1 0,1-1 0,-1 0 0,0 1 0,1-1 0,-1 0 0,0 0 0,1 1 0,-1-1 0,1 0 0,-1 0 0,0 0 0,1 0 0,-1 0 0,1 1 0,-1-1 0,0 0 0,1 0 0,-1 0 0,1 0 0,-1 0 0,1 0 0,-1 0 0,0-1 0,1 1 0,-1 0 0,1 0 0,-1 0 0,1 0 0,-1 0 0,0-1 0,1 1 0,-1 0 0,0 0 0,1-1 0,-1 1 0,0 0 0,1 0 0,-1-1 0,0 1 0,0 0 0,1-1 0,-1 1 0,0-1 0,1 1 0,14-25 0,-14 23 0,26-60 0,0-2 0,-23 57 0,0 0 0,0 0 0,1 0 0,0 1 0,0-1 0,7-5 0,-8 8 0,-1 1 0,1 1 0,0-1 0,0 0 0,0 1 0,0 0 0,0 0 0,0 0 0,1 0 0,-1 1 0,1 0 0,-1 0 0,1 0 0,-1 0 0,1 1 0,0 0 0,-1 0 0,10 1 0,-6 1 0,1 0 0,-1 0 0,0 1 0,0 0 0,-1 0 0,1 1 0,-1 0 0,1 1 0,9 7 0,-17-12 0,44 36 0,-39-32 0,0 1 0,-1 0 0,1 0 0,-1 1 0,0-1 0,3 7 0,-3-1-1365,-3-3-5461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5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48 24575,'1'3'0,"0"0"0,0 0 0,-1-1 0,1 1 0,-1 0 0,0 0 0,0 0 0,0 0 0,0 0 0,0 0 0,-1 0 0,1 0 0,-1 0 0,0 0 0,0-1 0,0 1 0,-2 4 0,-2 3 0,-1 1 0,0-1 0,-7 9 0,5-10 0,1 1 0,-2-2 0,1 1 0,-12 8 0,14-12 0,0-1 0,-1 0 0,1 0 0,-1-1 0,1 1 0,-1-2 0,-14 5 0,19-6 0,0-1 0,0 0 0,0 0 0,0 0 0,0 0 0,0 0 0,0 0 0,0 0 0,0 0 0,0-1 0,1 1 0,-1-1 0,0 0 0,0 1 0,0-1 0,0 0 0,-1-2 0,0 1 0,0 0 0,0-1 0,1 1 0,-1-1 0,1 0 0,0 0 0,-1 0 0,-2-5 0,0-4 0,0 1 0,1-1 0,0 0 0,-3-17 0,6 24 0,0 1 0,1-1 0,-1 0 0,1 0 0,0 0 0,0 0 0,0 1 0,1-1 0,0 0 0,0 0 0,0 1 0,0-1 0,1 0 0,2-5 0,-2 7 0,1 0 0,-1-1 0,1 1 0,-1 0 0,1 0 0,0 0 0,0 1 0,1-1 0,-1 1 0,0-1 0,1 1 0,-1 0 0,1 1 0,0-1 0,0 0 0,0 1 0,5-1 0,-1 0-105,0 0 0,0 1 0,0 0 0,0 1 0,0 0 0,1 0 0,-1 1 0,0 0 0,0 0 0,0 1 0,0 0 0,9 3 0,-4 2-6721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5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24575,'1'0'0,"-1"0"0,1-1 0,0 1 0,0 0 0,0 0 0,-1-1 0,1 1 0,0 0 0,0 0 0,0 0 0,0 0 0,0 0 0,-1 0 0,1 1 0,0-1 0,0 0 0,0 0 0,0 1 0,-1-1 0,1 0 0,0 1 0,0-1 0,-1 1 0,1-1 0,0 1 0,-1-1 0,1 1 0,0-1 0,-1 1 0,1 0 0,-1-1 0,1 1 0,-1 0 0,1-1 0,-1 1 0,0 0 0,1 1 0,2 4 0,0 1 0,-1 0 0,3 11 0,-2-9 0,11 49 0,11 79 0,-9-38 0,-11-53 0,-5-34 0,1-1 0,0 0 0,1 0 0,4 12 0,-6-23 0,0 1 0,0-1 0,0 0 0,0 1 0,0-1 0,0 0 0,1 0 0,-1 1 0,0-1 0,0 0 0,0 1 0,0-1 0,0 0 0,1 0 0,-1 1 0,0-1 0,0 0 0,1 0 0,-1 1 0,0-1 0,0 0 0,1 0 0,-1 0 0,0 0 0,1 1 0,-1-1 0,0 0 0,1 0 0,-1 0 0,7-7 0,1-15 0,-6 8-1365,-1 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1 24575,'-31'2'0,"-13"2"0,-2 2 0,3 0 0,5 1 0,4 1 0,6 0 0,4 0 0,4-3 0,6-1-8191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24575,'15'-24'0,"-15"23"0,0 1 0,1 0 0,-1-1 0,0 1 0,0 0 0,1 0 0,-1-1 0,0 1 0,1 0 0,-1 0 0,0-1 0,1 1 0,-1 0 0,1 0 0,-1 0 0,0 0 0,1 0 0,-1 0 0,1 0 0,-1-1 0,0 1 0,2 1 0,-2-1 0,1 0 0,-1 1 0,0-1 0,1 1 0,-1-1 0,1 1 0,-1-1 0,0 1 0,1-1 0,-1 1 0,0-1 0,1 1 0,-1-1 0,0 1 0,0 0 0,0-1 0,0 1 0,0-1 0,1 1 0,-1 1 0,2 21 0,-1 0 0,-2 40 0,-1-15 0,3 26 0,-2 65 0,-7-85 0,5-41 0,1 0 0,1 0 0,0 0 0,1 15 0,0-27 0,0 0 0,0 1 0,0-1 0,1 0 0,-1 1 0,1-1 0,-1 0 0,1 0 0,-1 1 0,1-1 0,0 0 0,-1 0 0,1 0 0,0 0 0,0 0 0,0 0 0,0 0 0,0 0 0,2 1 0,-1 0 0,0-1 0,1 0 0,-1 0 0,1 0 0,-1-1 0,1 1 0,-1 0 0,1-1 0,4 0 0,5 0 0,-1 0 0,0-2 0,20-3 0,-27 4 0,28-5 0,-7 1 0,1 0 0,-1-1 0,0-2 0,35-16 0,-54 21-195,0 0 0,-1-1 0,0 0 0,0 0 0,0 0 0,6-6 0,-2-2-6631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24575,'0'0'0,"0"-1"0,0 1 0,1 0 0,-1 0 0,0 0 0,0 0 0,0 0 0,0 0 0,0 0 0,0 0 0,0 0 0,0 0 0,0 0 0,0 0 0,0 0 0,0 0 0,0 0 0,0 0 0,0 0 0,1 0 0,-1 0 0,0 0 0,0 0 0,0 0 0,0 0 0,0 0 0,0 0 0,0 0 0,0 0 0,0 0 0,0 0 0,0 0 0,0 0 0,0 0 0,1 0 0,-1 0 0,0 0 0,0 0 0,0 0 0,0 0 0,0 0 0,0 1 0,0-1 0,0 0 0,0 0 0,0 0 0,0 0 0,0 0 0,0 0 0,0 0 0,0 0 0,0 0 0,0 0 0,0 0 0,0 0 0,0 0 0,0 0 0,0 1 0,0-1 0,0 0 0,0 0 0,0 0 0,1 9 0,-3 19 0,1-17 0,1 15-195,0 0 0,2-1 0,1 1 0,0-1 0,2 0 0,9 27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82 24575,'-18'-16'0,"-9"-4"0,-2 0 0,1 4 0,3 8 0,1 7 0,-2 3 0,2 6 0,0 2 0,-4 3 0,-3 2 0,-3-2 0,-2-1 0,4-2 0,6-2-8191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24575,'3'18'0,"0"8"0,0 6 0,0-1 0,-1-2 0,-1-5 0,0-2 0,-1-4 0,2-1 0,2-2 0,-1 0 0,-1-1 0,3 1 0,-1-1 0,0-4 0,-1-7 0,-1-7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46 24575,'-13'-8'0,"-7"-2"0,-3 0 0,1 2 0,1 2 0,1 3 0,-1 4 0,1 1 0,1 2 0,1 1 0,3 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12 24575,'-29'-2'0,"-11"-2"0,-2 1 0,6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14 24575,'-2'-2'0,"-4"-2"0,-4 1 0,-1 0 0,-1 1-8191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38 24575,'-22'-37'0,"22"37"0,0 0 0,0 0 0,0 0 0,0 1 0,0-1 0,0 0 0,0 0 0,0 0 0,0 1 0,0-1 0,0 0 0,0 0 0,-1 0 0,1 0 0,0 0 0,0 1 0,0-1 0,0 0 0,0 0 0,0 0 0,-1 0 0,1 0 0,0 0 0,0 1 0,0-1 0,0 0 0,-1 0 0,1 0 0,0 0 0,0 0 0,0 0 0,0 0 0,-1 0 0,1 0 0,0 0 0,0 0 0,0 0 0,-1 0 0,1 0 0,0 0 0,0 0 0,0 0 0,0 0 0,-1 0 0,1 0 0,0 0 0,0 0 0,0 0 0,0-1 0,-1 1 0,1 0 0,0 0 0,0 0 0,0 0 0,0 0 0,0 0 0,0-1 0,-1 1 0,1 0 0,0 0 0,0-1 0,1 18 0,5 24 0,2 61 0,-7-83 0,5 68 0,2 36 0,-8-80 0,0 33 0,0-74 0,0 0 0,1 0 0,-1 0 0,0-1 0,1 1 0,-1 0 0,1 0 0,-1-1 0,1 1 0,0 0 0,0-1 0,0 1 0,0-1 0,0 1 0,0-1 0,1 2 0,0-2 0,-1 0 0,0-1 0,0 1 0,1 0 0,-1-1 0,0 1 0,1-1 0,-1 1 0,1-1 0,-1 0 0,1 0 0,-1 0 0,1 1 0,-1-1 0,1-1 0,-1 1 0,1 0 0,-1 0 0,1 0 0,1-1 0,61-17 0,-38 10 0,1 0 0,1 2 0,-1 1 0,47-2 0,-59 7-1365,-2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24575,'4'174'0,"-1"-138"0,2 0 0,16 64 0,-19-95 0,0 3 0,1-1 0,-2 1 0,1 0 0,-1 0 0,0 9 0,-1-17 0,0 0 0,0 0 0,0 0 0,1 0 0,-1 0 0,0 0 0,0 0 0,0 0 0,0 1 0,0-1 0,0 0 0,0 0 0,0 0 0,-1 0 0,1 0 0,0 0 0,0 0 0,0 0 0,0 0 0,0 0 0,0 0 0,0 1 0,0-1 0,0 0 0,0 0 0,0 0 0,0 0 0,0 0 0,0 0 0,0 0 0,0 0 0,0 0 0,0 0 0,0 0 0,-1 0 0,1 0 0,0 0 0,0 0 0,0 0 0,0 0 0,0 0 0,0 0 0,0 0 0,0 0 0,0 0 0,0 0 0,-1 0 0,1 0 0,0 0 0,0 0 0,-4-4 0,-4-6 0,-5-21-1365,6 18-5461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783 96 24575,'-31'-13'0,"-15"-7"0,-8 1 0,-3 2 0,4 5 0,3 4 0,2 4 0,1 2 0,2 2 0,2 0 0,2 4 0,-1 0 0,-1 3 0,0-1 0,1 2 0,3 0 0,6-2 0,8-2-8191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24575,'0'8'0,"0"8"0,0 3 0,0 1 0,0 1 0,0 0 0,0 1 0,0-2 0,3-1 0,0-2 0,1 0 0,1-2 0,0 1 0,2-4 0,0-1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89 24575,'-28'-11'0,"-15"-5"0,-6 0 0,2 2 0,2 4 0,5 0 0,3 3 0,3 2 0,2 5 0,1 2 0,2 3 0,2 2 0,5-2-8191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13 24575,'-34'-3'0,"-13"0"0,-5-1 0,3 2 0,6 2 0,5 3 0,4-1 0,6 3 0,7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24575,'0'22'0,"1"1"0,1-1 0,9 39 0,0-16 0,7 57 0,-16-78 0,-2 42 0,1 10 0,-1-75 0,0 1 0,0-1 0,0 0 0,0 0 0,0 0 0,0 1 0,1-1 0,-1 0 0,0 0 0,1 0 0,-1 0 0,1 0 0,0 0 0,-1 0 0,1 0 0,0 0 0,-1 0 0,1 0 0,0 0 0,0 0 0,0 0 0,0-1 0,0 1 0,0 0 0,0-1 0,0 1 0,0-1 0,0 1 0,0-1 0,0 1 0,1-1 0,-1 0 0,2 1 0,2-1 0,1-1 0,0 1 0,-1-1 0,1 0 0,11-3 0,5-1 0,4 3 0,46 1 0,12 1 0,-80-1 20,1 0 0,0 1 0,-1-1 0,0-1 0,9-2 0,-12 3-107,1 0-1,0 1 1,-1-1 0,1 0-1,-1-1 1,1 1 0,-1 0-1,0 0 1,1-1-1,-1 1 1,0 0 0,0-1-1,0 1 1,0-1 0,0 0-1,1-2 1,1-6-6739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0,1 0 0,-1 1 0,0-1 0,0 0 0,1 0 0,-1 1 0,0-1 0,0 0 0,0 1 0,0-1 0,0 0 0,1 1 0,-1-1 0,0 0 0,0 1 0,0-1 0,0 0 0,0 1 0,0-1 0,0 0 0,0 1 0,0-1 0,0 0 0,0 1 0,-2 15 0,2-10 0,-1 117 120,3-107-368,-1 0 1,2-1-1,0 1 1,1-1-1,10 26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55 24575,'-23'-11'0,"-11"-2"0,-4 0 0,1 2 0,3 6 0,3 4 0,3 2 0,0 3 0,1 1 0,-2 3 0,0-1 0,0-1 0,-1-2 0,2 1 0,7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24575,'2'21'0,"0"1"0,1-1 0,1 0 0,2 0 0,0 0 0,9 22 0,-6-23 0,0 1 0,1-1 0,1-1 0,13 19 0,-22-36-195,0 1 0,-1-1 0,1 0 0,-1 1 0,0-1 0,2 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85 24575,'-26'-16'0,"-11"-4"0,-2 0 0,3 4 0,5 7 0,6 6 0,4 5 0,3 2 0,4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 24575,'-31'3'0,"-13"0"0,-4 0 0,3 0 0,8-1 0,9-1-8191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46 24575,'-1'-1'0,"1"1"0,-1 0 0,0 0 0,1 0 0,-1 0 0,0 0 0,1 0 0,-1 0 0,0 0 0,1 0 0,-1 1 0,0-1 0,1 0 0,-1 0 0,1 1 0,-1-1 0,0 0 0,1 0 0,-1 1 0,1-1 0,-1 1 0,1-1 0,-1 1 0,1-1 0,-1 1 0,1-1 0,-1 1 0,1-1 0,0 1 0,-1-1 0,1 1 0,0 0 0,0-1 0,-1 1 0,1-1 0,0 2 0,-8 26 0,6-16 0,1 0 0,0 0 0,1 1 0,1-1 0,-1 0 0,2 1 0,0-1 0,6 18 0,-8-29 0,0 0 0,0 0 0,0 0 0,1 0 0,-1 0 0,1 0 0,-1 0 0,1 0 0,-1 0 0,1-1 0,-1 1 0,1 0 0,0 0 0,-1 0 0,1-1 0,1 2 0,-2-2 0,0 0 0,1 0 0,-1 0 0,0 0 0,0 0 0,0 0 0,1 0 0,-1 0 0,0 0 0,0 0 0,0 0 0,0 0 0,1 0 0,-1 0 0,0 0 0,0 0 0,0 0 0,0 0 0,0-1 0,1 1 0,-1 0 0,0 0 0,0 0 0,0 0 0,0 0 0,0 0 0,0-1 0,1 1 0,-1 0 0,0 0 0,0 0 0,3-12 0,-1-6 0,1 0 0,1 1 0,1 0 0,0 0 0,9-20 0,-11 31 0,0-1 0,0 1 0,1 1 0,0-1 0,0 0 0,0 1 0,0 0 0,1 0 0,0 0 0,0 0 0,1 1 0,-1 0 0,1 0 0,0 1 0,0-1 0,10-3 0,-12 6 0,-1 0 0,1 0 0,-1 0 0,1 1 0,0-1 0,-1 1 0,1 0 0,0 0 0,-1 1 0,1-1 0,0 1 0,-1 0 0,7 2 0,-4-1 0,-1 1 0,1 0 0,-1 0 0,1 0 0,-1 1 0,0 0 0,7 6 0,-3 0 0,-1-1 0,1 2 0,-2-1 0,1 1 0,-1 0 0,-1 1 0,6 13 0,-10-20-124,-1-1 0,1 1 0,-1 0 0,0 0 0,0 0 0,0 0-1,-1 0 1,1 0 0,-1 0 0,-1 7 0,-2 1-6702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 24575,'0'1'0,"1"-1"0,0 0 0,-1 0 0,1 1 0,0-1 0,-1 1 0,1-1 0,-1 0 0,1 1 0,0-1 0,-1 1 0,1-1 0,-1 1 0,0 0 0,1-1 0,-1 1 0,1-1 0,-1 1 0,0 0 0,1-1 0,-1 1 0,0 0 0,0-1 0,0 1 0,0 0 0,1 0 0,-1 1 0,2 23 0,-1-23 0,-1 7 0,0 0 0,0 0 0,-1 0 0,0 0 0,0-1 0,-1 1 0,-6 16 0,7-22 0,0 0 0,-1 0 0,1 0 0,-1 0 0,0 0 0,1 0 0,-2-1 0,1 1 0,0 0 0,0-1 0,-1 0 0,1 1 0,-1-1 0,0 0 0,0 0 0,0-1 0,0 1 0,0-1 0,0 1 0,0-1 0,0 0 0,-1 0 0,-4 0 0,-9 1 0,-1-1 0,0 0 0,-30-4 0,39 2 0,-1-1 0,1 0 0,0 0 0,0-1 0,0 0 0,1-1 0,-1 1 0,-14-10 0,20 11 0,0-1 0,0 1 0,1-1 0,-1 0 0,1 1 0,-1-1 0,1-1 0,0 1 0,0 0 0,0 0 0,1-1 0,-1 1 0,1-1 0,0 1 0,-2-6 0,3 7 0,-1-1 0,1 1 0,0-1 0,0 1 0,0-1 0,0 1 0,0-1 0,1 1 0,-1 0 0,1-1 0,0 1 0,-1 0 0,1-1 0,0 1 0,0 0 0,1 0 0,-1-1 0,0 1 0,1 0 0,-1 1 0,1-1 0,0 0 0,-1 0 0,3-1 0,4-2 14,-1 0-1,0 1 0,1 0 0,0 0 1,0 1-1,0 0 0,0 1 1,17-4-1,-5 4-508,1 0 0,32 1 0,-39 1-6331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4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39 24575,'-11'-38'0,"41"139"0,31 123 0,-28-76 0,9 41 0,-42-186 0,1 0 0,0 0 0,0-1 0,0 1 0,0 0 0,1 0 0,-1-1 0,1 1 0,0-1 0,0 1 0,0-1 0,0 0 0,0 0 0,3 3 0,-3-4 0,0 0 0,0 0 0,0 0 0,0 0 0,0 0 0,0-1 0,0 1 0,1-1 0,-1 1 0,0-1 0,0 0 0,1 0 0,-1 0 0,0 0 0,1 0 0,-1-1 0,0 1 0,0-1 0,4 0 0,0-2 9,1 0-1,-1 0 1,0-1-1,-1 1 1,1-1 0,-1 0-1,1-1 1,-1 1-1,-1-1 1,1 0-1,-1-1 1,1 1-1,3-9 1,0 2-257,-1 0 1,-1 0-1,0-1 1,-1 0-1,5-22 1,-6 19-6579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4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1 24575,'-31'8'0,"-16"5"0,-4 0 0,3-2 0,8-3 0,5 0 0,6-1 0,5-3 0,5 2 0,2-1 0,4-1-8191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24575,'-2'1'0,"1"1"0,0 0 0,0 0 0,0 0 0,0 0 0,0 0 0,0 0 0,1 0 0,-1 0 0,1 0 0,-1 0 0,1 1 0,0-1 0,0 0 0,0 0 0,0 0 0,1 3 0,0 7 0,7 21 0,-7-27 0,10 43 0,5 61 0,-13-72 0,-4 40 0,2 29 0,0-105 0,-1-1 0,0 1 0,0-1 0,1 1 0,-1-1 0,1 0 0,-1 1 0,1-1 0,0 0 0,-1 1 0,1-1 0,0 0 0,0 0 0,0 0 0,0 1 0,0-1 0,0 0 0,0 0 0,1-1 0,-1 1 0,0 0 0,0 0 0,1-1 0,-1 1 0,0 0 0,1-1 0,-1 1 0,1-1 0,-1 0 0,2 1 0,6 0 0,-1-1 0,1 1 0,-1-1 0,11-2 0,-3 1 0,36 1 0,-20 0 0,36-4 0,-58 3 0,-1 0 0,0-1 0,0-1 0,0 1 0,0-1 0,0-1 0,-1 0 0,12-7 0,-17 9-97,0 0-1,0 0 1,-1 0-1,1-1 1,-1 0-1,0 1 1,1-1-1,-1 0 1,-1 0-1,1 0 1,0 0-1,-1 0 0,3-6 1,-1-3-6729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24575,'3'23'0,"0"11"0,3 1 0,0-1 0,-1-6 0,-1-3 0,-1-5 0,1-2 0,0-2 0,-1-1 0,0-1 0,-2-4 0,0-8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539 0 24575,'-31'0'0,"-16"0"0,-4 0 0,3 0 0,3 0 0,3 0 0,4 0 0,0 3 0,2 0 0,-1 1 0,1 1 0,1 0 0,4 0 0,8-2-8191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24575,'5'23'0,"2"11"0,2 1 0,0-2 0,-2-4 0,0-5 0,0-3 0,-2-3 0,-2-5-8191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32 24575,'-26'-5'0,"-13"-2"0,-6 1 0,0 0 0,2 3 0,6 0 0,5 2 0,1 1 0,2 0 0,3 0 0,6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 24575,'-31'8'0,"-15"2"0,-6 0 0,5-2 0,4-3 0,7-1 0,10-2-8191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31 230 24575,'0'-1'0,"0"1"0,1-1 0,-1 1 0,0-1 0,0 0 0,1 1 0,-1-1 0,0 1 0,1-1 0,-1 1 0,0-1 0,1 1 0,-1-1 0,1 1 0,-1 0 0,1-1 0,-1 1 0,1 0 0,-1-1 0,2 1 0,13-8 0,-9 6 0,98-40 0,-2 1 0,-98 39 0,1-1 0,-1 1 0,0-1 0,0 1 0,0-1 0,0 0 0,-1-1 0,1 1 0,-1-1 0,4-4 0,-6 7 0,-1 0 0,1-1 0,0 1 0,0-1 0,-1 1 0,1-1 0,-1 1 0,0-1 0,1 0 0,-1 1 0,0-1 0,0 1 0,0-1 0,0 0 0,0 1 0,0-1 0,-1 0 0,1 1 0,0-1 0,-1 1 0,1-1 0,-1 1 0,0-1 0,1 1 0,-1-1 0,0 1 0,0 0 0,0-1 0,0 1 0,0 0 0,0 0 0,-1-1 0,0 0 0,-3-2 0,0 0 0,-1 1 0,1-1 0,-1 1 0,0 0 0,1 0 0,-1 1 0,0 0 0,-1 0 0,1 0 0,0 1 0,-9-2 0,-10 1 0,-45 2 0,50 0 0,16 0 0,0 0 0,-1 1 0,1-1 0,0 1 0,-1 0 0,1 0 0,0 0 0,0 0 0,0 1 0,0 0 0,0 0 0,0 0 0,0 0 0,1 1 0,-1-1 0,1 1 0,-1 0 0,1 0 0,0 0 0,0 1 0,1-1 0,-1 1 0,1-1 0,-1 1 0,1 0 0,0 0 0,1 0 0,-1 0 0,1 0 0,-1 0 0,1 1 0,0 6 0,0-3 0,0 1 0,1-1 0,0 0 0,1 1 0,0-1 0,0 0 0,0 0 0,1 0 0,1 0 0,-1 0 0,1 0 0,1 0 0,-1-1 0,1 0 0,1 1 0,-1-1 0,1-1 0,6 7 0,1 1 0,1-1 0,0-1 0,1 0 0,0-1 0,1-1 0,0 0 0,23 11 0,-29-17 0,0-1 0,1 0 0,-1 0 0,1-1 0,0 0 0,15 1 0,-4-2 0,0-1 0,23-3 0,-41 3-57,1-1 0,-1 1 1,0-1-1,1 1 0,-1-1 0,0 0 0,1 0 0,-1 0 0,0-1 0,0 1 0,0-1 1,0 0-1,0 0 0,-1 0 0,1 0 0,-1 0 0,1-1 0,-1 1 0,0-1 1,1 0-1,-1 1 0,-1-1 0,4-5 0,-1-4-6769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2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24575,'8'21'0,"-4"-10"0,1 1 0,0-1 0,0 0 0,1 0 0,1 0 0,0 0 0,0-1 0,1-1 0,0 1 0,1-1 0,0 0 0,13 8 0,-17-13 0,0-1 0,1 0 0,0-1 0,-1 0 0,1 1 0,0-2 0,0 1 0,10 1 0,-13-3 0,0 1 0,0-1 0,1 0 0,-1 0 0,0 0 0,0 0 0,1-1 0,-1 1 0,0-1 0,0 0 0,0 0 0,1 0 0,-1 0 0,0 0 0,-1-1 0,1 1 0,5-4 0,-5 0 0,-1 1 0,1-1 0,-1 1 0,0-1 0,0 0 0,0 0 0,-1 0 0,0 0 0,0 0 0,1-7 0,0 2 0,-1 0 0,-1 6 0,1-1 0,0 1 0,0-1 0,2-6 0,-2 10 0,-1 1 0,0-1 0,0 0 0,1 1 0,-1-1 0,0 1 0,1-1 0,-1 1 0,0-1 0,1 1 0,-1-1 0,1 1 0,-1 0 0,1-1 0,-1 1 0,1-1 0,-1 1 0,1 0 0,-1 0 0,1-1 0,0 1 0,-1 0 0,1 0 0,0 0 0,-1 0 0,1-1 0,-1 1 0,1 0 0,0 0 0,-1 0 0,1 0 0,0 1 0,-1-1 0,1 0 0,-1 0 0,1 0 0,0 0 0,-1 1 0,1-1 0,9 6 0,0 0 0,0 0 0,-1 1 0,0 0 0,-1 0 0,16 17 0,12 11 0,-21-21 0,-4-4 0,0-1 0,1 0 0,-1 0 0,2-1 0,-1 0 0,22 8 0,-34-15 0,1-1 0,-1 0 0,1 0 0,-1 1 0,1-1 0,-1 0 0,1 0 0,-1 0 0,1 0 0,-1 0 0,1 0 0,-1 0 0,1 0 0,-1 0 0,1 0 0,-1 0 0,1 0 0,-1 0 0,1 0 0,-1 0 0,1 0 0,-1 0 0,1-1 0,-1 1 0,1 0 0,-1 0 0,0-1 0,1 1 0,0-1 0,-1 0 0,0 1 0,0-1 0,1 0 0,-1 0 0,0 0 0,0 1 0,0-1 0,0 0 0,0 0 0,0 0 0,0 0 0,0 1 0,-1-1 0,1 0 0,0-1 0,-15-31 0,15 33 0,-17-26-1365,10 15-5461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2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42 24575,'-8'-4'0,"-18"-6"0,-38-11 0,57 19 0,-1 1 0,0 0 0,0 0 0,0 0 0,0 1 0,1 0 0,-1 0 0,0 1 0,-14 3 0,19-3 0,1 0 0,-1 0 0,1 0 0,0 0 0,-1 0 0,1 1 0,0-1 0,0 1 0,0-1 0,0 1 0,0 0 0,1 0 0,-1 0 0,0 0 0,1 0 0,-1 0 0,1 0 0,0 0 0,0 1 0,0-1 0,0 1 0,0-1 0,0 1 0,1-1 0,-1 1 0,1-1 0,0 1 0,-1-1 0,2 4 0,-1-2 0,0-1 0,0 1 0,1 0 0,-1 0 0,1-1 0,0 1 0,1 0 0,-1-1 0,1 1 0,-1-1 0,1 1 0,0-1 0,0 0 0,0 0 0,1 0 0,-1 0 0,1 0 0,0-1 0,3 4 0,1-2 0,1 0 0,0 0 0,-1 0 0,1-1 0,1-1 0,-1 1 0,0-1 0,1-1 0,-1 1 0,0-2 0,1 1 0,0-1 0,-1 0 0,1-1 0,-1 0 0,14-3 0,-20 4 0,1-1 0,-1 0 0,0 0 0,1 0 0,-1 0 0,0 0 0,0-1 0,0 1 0,0 0 0,0-1 0,0 0 0,0 1 0,-1-1 0,1 0 0,0 0 0,-1 0 0,0 0 0,1 0 0,1-5 0,-1 0 0,0-1 0,0 1 0,-1 0 0,0-1 0,1-8 0,-3 15 0,1 1 0,0-1 0,0 1 0,0-1 0,0 1 0,0 0 0,0-1 0,0 1 0,1-1 0,-1 1 0,0-1 0,0 1 0,0-1 0,0 1 0,1 0 0,-1-1 0,0 1 0,0-1 0,1 1 0,-1 0 0,0-1 0,1 1 0,-1-1 0,1 1 0,-1 0 0,1 1 0,-1-1 0,1 0 0,-1 0 0,0 1 0,1-1 0,-1 0 0,1 0 0,-1 1 0,0-1 0,1 1 0,-1-1 0,0 0 0,0 1 0,1-1 0,-1 1 0,0 0 0,16 32 0,-12-23 0,9 13 120,-12-22-194,-1 0-1,1-1 1,0 1 0,-1 0 0,1 0-1,0 0 1,0 0 0,0-1 0,0 1-1,0 0 1,0-1 0,0 1 0,0-1-1,0 1 1,0-1 0,0 1 0,0-1-1,0 0 1,2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3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24575,'3'75'0,"3"-1"0,27 123 0,-25-161 0,1-1 0,1 0 0,27 60 0,-37-95 0,0 0 0,0 0 0,0 0 0,0 0 0,0 0 0,1 0 0,-1 0 0,0 0 0,0 0 0,0 0 0,0 0 0,0 0 0,0 0 0,0 0 0,0 0 0,0 0 0,0 0 0,0 0 0,0 0 0,0 0 0,0 0 0,0 0 0,0 0 0,0 0 0,0 0 0,1 0 0,-4-13 0,-6-17 0,2 10 0,1 5 0,0 0 0,2-1 0,-6-28 0,10 43 0,0 0 0,0 0 0,0 0 0,0 0 0,0-1 0,0 1 0,0 0 0,0 0 0,0 0 0,1 0 0,-1-1 0,0 1 0,1 0 0,-1 0 0,1 0 0,-1 0 0,1 0 0,0 0 0,-1 0 0,1 0 0,0 0 0,2-1 0,-2 1 0,1 0 0,-1 0 0,1 1 0,0-1 0,-1 1 0,1-1 0,0 1 0,-1 0 0,1-1 0,0 1 0,0 0 0,-1 0 0,4 1 0,2 0 0,0 0 0,-1 0 0,1 1 0,-1 0 0,0 1 0,13 5 0,4 6 0,48 29 0,-63-37 0,0 0 0,-1 1 0,1 0 0,-1 0 0,-1 0 0,8 11 0,-13-16 0,0 0 0,1-1 0,-1 1 0,0 0 0,0 0 0,0 0 0,-1 0 0,1 1 0,0-1 0,-1 0 0,0 0 0,1 0 0,-1 0 0,0 1 0,0-1 0,0 0 0,0 0 0,-1 1 0,1-1 0,0 0 0,-2 4 0,0-4 0,1 1 0,-1-1 0,1 0 0,-1 0 0,0 0 0,0 0 0,0 0 0,0 0 0,0-1 0,0 1 0,0-1 0,-1 1 0,1-1 0,0 0 0,-1 0 0,1 0 0,-5 1 0,-8 3 0,0-2 0,0 1 0,0-2 0,0 0 0,-1-1 0,1 0 0,-27-3 0,35-1 0,9 0 0,13-3 0,80-8 0,159-32 0,-241 43 0,4 0 0,0-2 0,0 1 0,-1-2 0,1 0 0,-1-1 0,19-12 0,-34 18 0,1 1 0,-1-1 0,0 0 0,1 0 0,-1 0 0,0 0 0,0-1 0,1 1 0,-1 0 0,0 0 0,0-1 0,0 1 0,-1-1 0,1 1 0,0-1 0,0 1 0,-1-1 0,1 1 0,-1-1 0,0 0 0,1 1 0,-1-1 0,0 0 0,0 1 0,0-1 0,0 0 0,0 1 0,0-1 0,-1 0 0,1 1 0,0-1 0,-1 1 0,1-1 0,-1 1 0,0-1 0,1 1 0,-1-1 0,0 1 0,0-1 0,0 1 0,0 0 0,0-1 0,-2 0 0,-1-3 0,0 2 0,-1-1 0,1 0 0,0 1 0,-1 0 0,0 0 0,0 0 0,0 1 0,0-1 0,0 1 0,-11-2 0,13 3 0,1 1 0,0-1 0,-1 1 0,1 0 0,0 0 0,-1 0 0,1 1 0,0-1 0,-1 1 0,1-1 0,0 1 0,0-1 0,-1 1 0,1 0 0,0 0 0,0 0 0,0 1 0,0-1 0,0 0 0,0 1 0,1-1 0,-1 1 0,0 0 0,1-1 0,-1 1 0,1 0 0,0 0 0,-1 0 0,1 0 0,0 0 0,0 0 0,0 0 0,0 4 0,-1-2 0,1 0 0,1 1 0,-1-1 0,0 0 0,1 1 0,0-1 0,0 0 0,0 1 0,1-1 0,-1 0 0,1 1 0,0-1 0,0 0 0,1 0 0,-1 1 0,1-1 0,3 5 0,1-1 0,1 1 0,0-1 0,1 0 0,-1-1 0,2 1 0,-1-2 0,1 1 0,0-1 0,0 0 0,18 7 0,-11-6 0,0-1 0,1 0 0,0-1 0,0-1 0,34 3 0,-48-6 0,-1-1 0,1 0 0,0 0 0,0 0 0,0 0 0,0 0 0,0-1 0,-1 1 0,1-1 0,0 0 0,0 0 0,-1 0 0,1 0 0,0 0 0,-1 0 0,0-1 0,1 0 0,-1 1 0,0-1 0,1 0 0,-1 0 0,0 0 0,0 0 0,-1 0 0,1-1 0,0 1 0,-1-1 0,0 1 0,1-1 0,-1 1 0,0-1 0,0 0 0,0 1 0,-1-1 0,1 0 0,-1 0 0,1 0 0,-1 0 0,0 0 0,0 1 0,0-1 0,-1 0 0,1 0 0,-1 0 0,1 0 0,-3-5 0,-10-17-1365,7 15-5461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4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169 524 24575,'6'-8'0,"0"-1"0,-1 0 0,0 0 0,-1 0 0,1 0 0,-2-1 0,0 1 0,0-1 0,0 0 0,-2 0 0,3-19 0,-4 9 0,-1 1 0,0-1 0,-2 1 0,0-1 0,-1 1 0,-1 0 0,-11-27 0,4 17 0,-2 1 0,-1 1 0,-35-50 0,24 47 0,24 28 0,0 0 0,0 0 0,0 1 0,-1-1 0,1 0 0,0 1 0,-1 0 0,1-1 0,-1 1 0,1 0 0,-5-1 0,6 2 0,0 0 0,0 0 0,0 0 0,0 0 0,0 0 0,0 0 0,0 0 0,0 0 0,0 0 0,0 1 0,0-1 0,1 0 0,-1 1 0,0-1 0,0 1 0,0-1 0,0 1 0,0-1 0,1 1 0,-2 1 0,0-1 0,1 1 0,0-1 0,0 1 0,0 0 0,0 0 0,0 0 0,0-1 0,1 1 0,-2 4 0,1 3 0,-1-1 0,2 1 0,-1 14 0,1-19 0,0 12 0,1 1 0,0-1 0,1 0 0,0 0 0,1 1 0,1-2 0,1 1 0,0 0 0,2-1 0,10 21 0,2-3 0,2-1 0,0-2 0,50 54 0,-52-64 0,1-2 0,1-1 0,1 0 0,0-2 0,1 0 0,30 13 0,-42-22 0,1-1 0,0-1 0,1 0 0,-1-1 0,1 0 0,-1-1 0,1 0 0,0-1 0,19-1 0,-24 0 0,0-1 0,0 0 0,0 0 0,0 0 0,0-1 0,-1 0 0,12-5 0,-14 4 0,0 0 0,0 0 0,0 0 0,-1 0 0,1 0 0,-1-1 0,0 0 0,0 0 0,0 0 0,-1-1 0,5-6 0,-2 2 0,-2 0 0,1 0 0,-1 0 0,0-1 0,-1 0 0,0 1 0,-1-1 0,0 0 0,0 0 0,-1-1 0,0 1 0,-2-16 0,1 19 0,-1 1 0,0-1 0,0 0 0,-1 1 0,0-1 0,0 1 0,-1 0 0,0 0 0,0 0 0,0 0 0,-1 0 0,0 1 0,0-1 0,0 1 0,-1 0 0,1 0 0,-1 1 0,0-1 0,-1 1 0,-5-3 0,7 4 0,1 1 0,-1 0 0,0 0 0,0 0 0,0 1 0,0-1 0,-9-1 0,11 3 0,0 0 0,-1 0 0,1 0 0,0 0 0,-1 1 0,1-1 0,0 1 0,0 0 0,-1-1 0,1 1 0,0 0 0,0 0 0,0 0 0,0 1 0,0-1 0,-3 3 0,0 1 0,-1-1 0,1 2 0,-1-1 0,1 1 0,1-1 0,-1 1 0,1 1 0,-6 10 0,9-15 0,0 1 0,0-1 0,0 1 0,0-1 0,1 1 0,-1-1 0,1 1 0,-1 0 0,1-1 0,0 1 0,0-1 0,0 1 0,1 0 0,-1-1 0,1 1 0,-1-1 0,1 1 0,0-1 0,0 1 0,0-1 0,0 1 0,0-1 0,0 0 0,1 0 0,-1 0 0,1 0 0,0 0 0,2 2 0,3 3 0,1-1 0,0-1 0,0 1 0,0-1 0,1-1 0,9 5 0,58 17 0,-69-24 0,27 8 0,0-2 0,0-2 0,52 4 0,105-7 0,-171-4 0,-14 1-112,-3 1 15,0-1 1,0 0 0,0 0-1,0-1 1,0 1 0,0-1-1,1 1 1,-1-1-1,-1 0 1,1 0 0,0 0-1,4-3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5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0 24575,'-8'1'0,"1"1"0,0-1 0,0 1 0,-1 0 0,1 1 0,0-1 0,-11 8 0,17-9 0,-1 0 0,0 0 0,1 0 0,-1 1 0,0-1 0,1 1 0,0-1 0,-1 1 0,1 0 0,0 0 0,0-1 0,0 1 0,0 0 0,0 0 0,0 0 0,1 0 0,-1 0 0,1 0 0,-1 0 0,1 0 0,0 1 0,0-1 0,0 0 0,0 0 0,0 0 0,0 0 0,0 0 0,1 0 0,-1 0 0,1 0 0,1 3 0,2 5 0,0-1 0,1 0 0,0 0 0,0-1 0,1 0 0,13 15 0,-3-6 0,35 28 0,43 22 0,-93-67 0,0 1 0,0 0 0,0 0 0,0 0 0,0 0 0,-1 0 0,1-1 0,0 1 0,0 1 0,-1-1 0,1 0 0,-1 0 0,1 0 0,0 2 0,-1-2 0,0-1 0,0 1 0,0 0 0,0-1 0,0 1 0,0-1 0,0 1 0,0 0 0,-1-1 0,1 1 0,0-1 0,0 1 0,-1-1 0,1 1 0,0-1 0,-1 1 0,1-1 0,0 1 0,-1-1 0,1 1 0,-1 0 0,-3 1 0,0 1 0,1-1 0,-1 0 0,0 0 0,0-1 0,-8 3 0,-17 3 0,-51 8 0,34-8 0,-95 11 41,79-12-1447,30-2-5420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5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721 16 24575,'-584'16'0,"484"-16"0,95 0 0,3 0 0,0 0 0,0 0 0,0 0 0,0 0 0,0 0 0,0 0 0,0-1 0,0 1 0,0 0 0,0-1 0,0 0 0,0 0 0,0 1 0,-1-2 0,3 1 0,0 1 0,0 0 0,0 0 0,0 0 0,0-1 0,0 1 0,0 0 0,0 0 0,0-1 0,0 1 0,0 0 0,0 0 0,0 0 0,0-1 0,0 1 0,1 0 0,-1 0 0,0 0 0,0 0 0,0-1 0,0 1 0,0 0 0,1 0 0,-1 0 0,0 0 0,0 0 0,0 0 0,1-1 0,-1 1 0,0 0 0,0 0 0,0 0 0,1 0 0,-1 0 0,0 0 0,1 0 0,10-4 0,-10 3 0,10-2-273,1 0 0,-1 0 0,1 1 0,13 0 0,-8 1-6553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6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316 135 24575,'-92'-46'0,"-126"-42"0,213 88 0,14 7 0,25 13 0,-23-13 0,75 41 0,-42-24 0,-2 1 0,76 59 0,-117-84 0,-1 1 0,1-1 0,0 1 0,-1 0 0,1-1 0,0 1 0,-1 0 0,1-1 0,-1 1 0,1 0 0,-1 0 0,1-1 0,-1 1 0,0 0 0,1 0 0,-1 0 0,0 0 0,0-1 0,1 1 0,-1 0 0,0 0 0,0 2 0,0-3 0,-1 1 0,1 0 0,-1 0 0,1 0 0,-1-1 0,1 1 0,-1 0 0,0-1 0,1 1 0,-1 0 0,0-1 0,1 1 0,-1-1 0,0 1 0,0-1 0,1 1 0,-1-1 0,-1 1 0,-7 2 0,1-1 0,-1 0 0,-15 2 0,16-3 0,-110 13 93,-23 5-1551,121-15-5368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8 24575,'-2'-1'0,"0"0"0,0 0 0,0 0 0,0 0 0,0 0 0,0 1 0,-1-1 0,1 1 0,0-1 0,-1 1 0,1 0 0,-4 0 0,5 0 0,0 1 0,1-1 0,-1 0 0,0 0 0,1 1 0,-1-1 0,1 0 0,-1 1 0,1-1 0,-1 0 0,1 1 0,-1-1 0,1 1 0,0-1 0,-1 1 0,1-1 0,-1 1 0,1 0 0,-1 1 0,0-1 0,1 1 0,0-1 0,-1 1 0,1 0 0,0-1 0,0 1 0,0-1 0,0 1 0,0 2 0,2 6 0,0 0 0,1 1 0,0-1 0,0 0 0,1-1 0,5 10 0,34 54 0,-36-61 0,1-1 0,1 0 0,-1-1 0,2 0 0,18 16 0,-22-22 0,0 1 0,1-1 0,-1 0 0,1-1 0,0 1 0,0-1 0,0-1 0,0 1 0,1-1 0,-1-1 0,14 2 0,-13-2 0,-1-1 0,1 0 0,0 0 0,-1-1 0,1 0 0,-1 0 0,1-1 0,-1 0 0,13-5 0,-16 5 0,1-1 0,-1 0 0,0 0 0,0 0 0,0 0 0,0 0 0,0-1 0,-1 0 0,0 0 0,0 0 0,0 0 0,0 0 0,-1-1 0,1 1 0,2-8 0,-1 0 0,-1 0 0,0 0 0,-1 0 0,0 0 0,-1 0 0,0 0 0,-1-20 0,1 43 0,1 0 0,0 0 0,1 0 0,0 0 0,1 0 0,4 10 0,-4-13 0,0 0 0,0-1 0,0 1 0,1-1 0,0 0 0,0-1 0,1 1 0,0-1 0,11 9 0,-14-13-136,0 0-1,0-1 1,0 1-1,1-1 1,-1 0-1,0 0 1,1 0-1,-1 0 0,6 0 1,3 0-6690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7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 24575,'-19'7'0,"1"1"0,-1 1 0,1 1 0,1 0 0,-20 16 0,32-22 0,0 1 0,1-1 0,0 0 0,0 1 0,0 0 0,1 0 0,0 0 0,0 1 0,-4 8 0,5-10 0,1 0 0,0 0 0,0 1 0,1-1 0,-1 1 0,1-1 0,0 0 0,0 1 0,0-1 0,1 1 0,0-1 0,-1 0 0,1 1 0,3 6 0,-1-4 0,0-1 0,0 0 0,1-1 0,-1 1 0,1 0 0,1-1 0,-1 0 0,1 0 0,-1 0 0,2-1 0,6 6 0,7 2 0,40 21 0,-25-15 0,-33-18 0,0 1 0,0-1 0,0 1 0,-1-1 0,1 1 0,0-1 0,0 1 0,0 0 0,-1 0 0,1-1 0,0 1 0,0 1 0,-1-1 0,0-1 0,0 0 0,1 0 0,-1 1 0,0-1 0,0 0 0,0 0 0,0 1 0,0-1 0,0 0 0,0 0 0,-1 1 0,1-1 0,0 0 0,0 0 0,0 1 0,0-1 0,0 0 0,0 0 0,0 0 0,0 1 0,-1-1 0,1 0 0,0 0 0,0 0 0,0 1 0,-1-1 0,1 0 0,0 0 0,0 0 0,-1 0 0,-2 2 0,0-1 0,0 1 0,0-1 0,0 0 0,-1-1 0,-3 2 0,-18 1-682,-48 2-1,50-5-6143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24575,'1'9'0,"0"0"0,1 0 0,0-1 0,1 1 0,6 15 0,-1-2 0,18 43 0,66 121 0,-9-26 0,-68-127 0,-2 0 0,10 36 0,-26-90-53,1-1 0,2-38 0,1 30-1153,-1 15-5620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10 24575,'-33'3'0,"-17"0"0,-7 0 0,0 0 0,3-1 0,5-1 0,3-3 0,5-1 0,3 0 0,4 0 0,4 1 0,3 0 0,3 2 0,3-1 0,2-1 0,3-2 0,3 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79 24575,'-8'-5'0,"-8"-4"0,-32-14 0,43 21 0,0 0 0,0 1 0,0-1 0,0 1 0,0 1 0,0-1 0,0 1 0,0-1 0,0 2 0,0-1 0,-9 2 0,12-2 0,1 0 0,0 1 0,-1-1 0,1 0 0,0 1 0,0-1 0,0 1 0,0 0 0,-1-1 0,1 1 0,0 0 0,0-1 0,0 1 0,0 0 0,1 0 0,-1 0 0,0 0 0,0 0 0,0 0 0,1 0 0,-1 0 0,0 1 0,0 0 0,1 0 0,0 1 0,0-1 0,-1 0 0,1 0 0,1 0 0,-1 0 0,0 0 0,0 0 0,1 0 0,-1 0 0,1 0 0,0 0 0,1 2 0,2 6 0,2-1 0,-1 0 0,2 0 0,9 11 0,-7-9 0,1-1 0,0-1 0,1 1 0,0-2 0,0 1 0,1-1 0,16 7 0,-19-10 0,1-1 0,0 0 0,-1-1 0,2 0 0,-1-1 0,0 0 0,0 0 0,1-1 0,-1 0 0,16-2 0,-23 1 0,0 0 0,0-1 0,-1 1 0,1-1 0,0 0 0,-1 0 0,1 0 0,-1 0 0,1 0 0,-1-1 0,0 1 0,1-1 0,-1 1 0,0-1 0,0 0 0,0 0 0,0 0 0,-1 0 0,1 0 0,0 0 0,-1-1 0,1 1 0,-1-1 0,0 1 0,0-1 0,0 1 0,0-1 0,0 1 0,-1-1 0,1 0 0,-1 0 0,0-3 0,1-1 0,-1 0 0,0 1 0,-1-1 0,1 0 0,-1 0 0,-1 0 0,1 0 0,-1 1 0,0-1 0,-1 1 0,-5-12 0,3 11 9,1 1 1,0 0-1,-1 0 0,0 0 0,-1 1 1,1-1-1,-1 1 0,0 0 0,-1 1 0,1 0 1,-1 0-1,-14-6 0,10 5-195,-1 2 1,0-1-1,0 2 0,0 0 1,0 0-1,-1 1 1,-15 0-1,11 2-6640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9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24575,'0'7'0,"1"0"0,0 1 0,0-1 0,1 0 0,0 0 0,0-1 0,0 1 0,1 0 0,0-1 0,0 1 0,1-1 0,0 0 0,0 0 0,0 0 0,1-1 0,8 8 0,-3-4 0,1 0 0,0-1 0,0 0 0,0-1 0,1 0 0,0-1 0,25 9 0,-27-12 0,1 0 0,-1 0 0,1-1 0,-1-1 0,21 1 0,-27-2 0,0 0 0,0 0 0,-1 0 0,1-1 0,0 0 0,0 0 0,-1 0 0,1 0 0,-1 0 0,1-1 0,-1 1 0,0-1 0,1 0 0,-1 0 0,0 0 0,0-1 0,0 1 0,-1-1 0,6-5 0,-3-2 0,1 0 0,-2 0 0,1 0 0,-1-1 0,-1 0 0,0 0 0,0 0 0,-1 0 0,1-17 0,-6 11 0,0 10 0,4 15 15,1 1 0,0-1 0,1 0 0,0 0 0,0 0 0,1 0 0,8 14 0,-1-6-510,0 0 0,19 19 0,-16-21-6331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0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 24575,'-5'-1'0,"-1"0"0,0 1 0,0 0 0,0 0 0,1 0 0,-1 0 0,0 1 0,0 0 0,0 0 0,1 1 0,-1 0 0,-5 2 0,8-2 0,0 0 0,0 0 0,0-1 0,0 2 0,1-1 0,-1 0 0,1 0 0,-1 1 0,1-1 0,0 1 0,0 0 0,0 0 0,1 0 0,-1 0 0,1 0 0,-1 0 0,1 0 0,0 0 0,0 1 0,0-1 0,1 0 0,-1 4 0,0 0 0,1 1 0,0-1 0,0 0 0,1 0 0,0 0 0,0 0 0,0 0 0,1 0 0,0 0 0,0-1 0,1 1 0,0-1 0,6 10 0,-1-5 0,0 0 0,1 0 0,0-1 0,1 0 0,21 17 0,86 54 0,-116-80 0,0 0 0,0-1 0,0 1 0,0 0 0,0-1 0,-1 1 0,1 0 0,0 0 0,-1-1 0,1 1 0,0 0 0,-1 0 0,1 0 0,-1 0 0,0 0 0,1 0 0,-1 0 0,0 0 0,1 0 0,-1 1 0,0-1 0,0 0 0,-1 0 0,1-1 0,0 1 0,-1 0 0,1-1 0,0 1 0,-1 0 0,1-1 0,-1 1 0,1-1 0,-1 1 0,1-1 0,-1 1 0,0-1 0,1 1 0,-1-1 0,1 0 0,-1 1 0,0-1 0,0 1 0,-4 1 0,0-1 0,0 1 0,-1-1 0,1 0 0,0 0 0,-8 0 0,8-1 0,-29 0 0,33 0 0,-1 0 0,1 0 0,-1-1 0,1 1 0,0 0 0,-1-1 0,1 1 0,0-1 0,-1 1 0,1-1 0,0 1 0,0-1 0,-1 0 0,1 0 0,0 0 0,0 0 0,0 0 0,0 0 0,-1-1 0,2 1 0,0 0 0,0 1 0,0-1 0,0 0 0,0 1 0,0-1 0,0 0 0,0 1 0,0-1 0,0 0 0,1 0 0,-1 1 0,0-1 0,1 1 0,-1-1 0,0 0 0,1 1 0,-1-1 0,1 1 0,-1-1 0,0 1 0,1-1 0,0 1 0,-1-1 0,1 1 0,-1-1 0,1 1 0,-1 0 0,1-1 0,0 1 0,-1 0 0,1-1 0,1 1 0,24-10 0,43-5 0,-4 1 0,77-27 0,-136 39 0,0-1 0,0 1 0,-1-1 0,1 0 0,-1-1 0,0 1 0,1-1 0,-2 0 0,7-6 0,-9 7 0,1 0 0,-1-1 0,1 0 0,-1 1 0,0-1 0,0 0 0,-1 0 0,1 0 0,-1 0 0,0 0 0,0 0 0,0 0 0,-1-1 0,1-5 0,-1 5 0,0 1 0,0-1 0,0 1 0,-1-1 0,0 1 0,0 0 0,0-1 0,0 1 0,0 0 0,-1 0 0,0 0 0,0 0 0,-3-5 0,3 6 0,-1 1 0,1 0 0,0 0 0,0 0 0,-1 0 0,1 0 0,-1 0 0,0 1 0,1-1 0,-1 1 0,0 0 0,0-1 0,0 2 0,0-1 0,0 0 0,0 0 0,0 1 0,0 0 0,0 0 0,-4 0 0,4 0 0,-1 1 0,0-1 0,0 1 0,0 0 0,1 0 0,-1 0 0,1 1 0,-1 0 0,1-1 0,-1 1 0,1 0 0,0 1 0,0-1 0,0 0 0,0 1 0,1 0 0,-1 0 0,0-1 0,1 2 0,0-1 0,0 0 0,-2 4 0,2-3 0,0-1 0,0 0 0,1 1 0,0-1 0,-1 1 0,1 0 0,1-1 0,-1 1 0,0 0 0,1 0 0,0-1 0,0 1 0,0 0 0,0 0 0,1-1 0,-1 1 0,1 0 0,0 0 0,0-1 0,0 1 0,1-1 0,2 5 0,1-1 0,0-1 0,0 0 0,1 0 0,0-1 0,0 1 0,1-1 0,-1-1 0,1 1 0,0-1 0,11 5 0,1-1 0,0-1 0,39 10 0,-18-11 0,0-1 0,0-2 0,73-4 0,-64 0 0,-42 1-119,-3 0-20,0 0 1,-1 0-1,1 0 1,0-1 0,0 1-1,-1-1 1,1 0-1,7-3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2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27 24575,'-14'-9'0,"12"7"0,-1 0 0,0 0 0,1 0 0,-1 1 0,0-1 0,0 1 0,0-1 0,0 1 0,-1 0 0,-3 0 0,7 1 0,0 0 0,0 0 0,-1 0 0,1 0 0,0 0 0,0 0 0,-1 0 0,1 0 0,0 0 0,0 0 0,-1 1 0,1-1 0,0 0 0,0 0 0,-1 0 0,1 0 0,0 1 0,0-1 0,0 0 0,0 0 0,-1 0 0,1 1 0,0-1 0,0 0 0,0 0 0,0 1 0,0-1 0,0 0 0,0 0 0,-1 1 0,1-1 0,0 0 0,0 1 0,0-1 0,0 0 0,0 0 0,0 1 0,0-1 0,1 0 0,-1 0 0,0 1 0,0-1 0,0 0 0,0 0 0,0 1 0,0-1 0,5 15 0,-4-13 0,12 26 0,1-1 0,1 0 0,2-1 0,28 34 0,-35-49 0,0 1 0,2-1 0,-1-1 0,1 0 0,24 15 0,-36-25 0,1 0 0,-1 1 0,1-1 0,-1 0 0,1 1 0,-1-1 0,1 0 0,-1 0 0,1 0 0,0 1 0,-1-1 0,1 0 0,-1 0 0,1 0 0,-1 0 0,1 0 0,0 0 0,-1 0 0,1 0 0,-1 0 0,1-1 0,0 1 0,-1 0 0,1 0 0,-1 0 0,1-1 0,0 0 0,0 0 0,-1 1 0,1-1 0,0 0 0,-1 0 0,1 0 0,-1 0 0,1 0 0,-1 0 0,0 0 0,1 0 0,-1 0 0,0-2 0,1-4 0,0-1 0,-1 0 0,0-10 0,-1 12 0,-1-27 0,-12-52 0,7 47 0,7 37 0,0 0 0,-1 0 0,1 0 0,0 0 0,0 0 0,0 0 0,0 0 0,0 0 0,0 0 0,0 0 0,0 0 0,1 0 0,-1 0 0,0 0 0,1-1 0,-1 1 0,1 1 0,-1 0 0,0 0 0,0 0 0,1-1 0,-1 1 0,0 0 0,1 0 0,-1 0 0,0 0 0,0 0 0,1 0 0,-1 0 0,0 0 0,1 0 0,-1 0 0,0 0 0,1 0 0,-1 0 0,0 0 0,1 0 0,-1 0 0,0 0 0,1 0 0,-1 0 0,0 0 0,1 0 0,-1 0 0,1 1 0,2 1 0,0 0 0,0 0 0,0 1 0,0-1 0,0 1 0,3 3 0,118 122 0,-101-108 0,1 0 0,1-2 0,47 28 0,-70-45 0,-1 0 0,1 0 0,0 0 0,0 0 0,0-1 0,0 1 0,0-1 0,0 1 0,0-1 0,0 0 0,0 1 0,0-1 0,0 0 0,0 0 0,0-1 0,0 1 0,0 0 0,0-1 0,0 1 0,4-2 0,-4 0 0,-1 1 0,1 0 0,0-1 0,-1 1 0,1-1 0,-1 0 0,0 1 0,1-1 0,-1 0 0,0 0 0,0 0 0,0 0 0,0 0 0,0 0 0,-1 0 0,1 0 0,-1-1 0,1 1 0,-1-3 0,2-16 0,-1 1 0,-3-29 0,1 29 0,0 0 0,3-26 0,-2 46 0,1-1 0,-1 1 0,0 0 0,0-1 0,0 1 0,0 0 0,0-1 0,0 1 0,0 0 0,0-1 0,1 1 0,-1 0 0,0-1 0,0 1 0,0 0 0,1 0 0,-1-1 0,0 1 0,0 0 0,1 0 0,-1 0 0,0-1 0,0 1 0,1 0 0,-1 0 0,0 0 0,1 0 0,-1 0 0,0-1 0,1 1 0,-1 0 0,0 0 0,1 0 0,-1 0 0,0 0 0,1 0 0,-1 0 0,0 0 0,1 0 0,-1 0 0,0 0 0,1 1 0,-1-1 0,0 0 0,0 0 0,1 0 0,-1 0 0,0 0 0,1 1 0,-1-1 0,0 0 0,18 13 0,-16-12 0,45 38 0,-12-9 0,39 25 0,-42-35 0,65 40 0,-89-57-1365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2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2 24575,'-5'-1'0,"0"1"0,0-1 0,0 1 0,-1 0 0,1 0 0,0 1 0,0 0 0,-1 0 0,1 0 0,0 0 0,0 1 0,0 0 0,0 0 0,-7 4 0,9-4 0,0 1 0,0-1 0,0 0 0,0 1 0,1 0 0,-1 0 0,1-1 0,0 1 0,0 1 0,0-1 0,0 0 0,1 0 0,-1 1 0,1-1 0,0 1 0,0-1 0,0 1 0,0-1 0,1 1 0,-1 0 0,1 6 0,0-6 0,0-1 0,1 0 0,-1 0 0,1 0 0,-1 1 0,1-1 0,0 0 0,1 0 0,-1 0 0,0 0 0,1-1 0,-1 1 0,1 0 0,0-1 0,0 1 0,0-1 0,0 1 0,1-1 0,-1 0 0,1 0 0,-1 0 0,1 0 0,0 0 0,-1-1 0,4 2 0,-2-1 0,0-1 0,0 0 0,1 1 0,-1-2 0,0 1 0,0 0 0,0-1 0,1 0 0,-1 1 0,0-2 0,1 1 0,-1-1 0,0 1 0,0-1 0,0 0 0,0 0 0,0-1 0,6-2 0,-4 0 0,0 1 0,0-1 0,0-1 0,0 1 0,-1-1 0,0 0 0,0 0 0,0-1 0,-1 0 0,1 1 0,-2-2 0,1 1 0,0 0 0,-1-1 0,0 1 0,-1-1 0,4-13 0,-6 19 0,0 0 0,0 0 0,1 0 0,-1 0 0,0 0 0,1 0 0,-1 1 0,1-1 0,-1 0 0,1 0 0,0 0 0,-1 0 0,1 0 0,0 1 0,-1-1 0,1 0 0,0 1 0,1-2 0,-1 2 0,-1 0 0,1 0 0,0 0 0,0 0 0,-1 0 0,1 0 0,0 0 0,-1 0 0,1 0 0,0 0 0,-1 0 0,1 0 0,0 1 0,-1-1 0,1 0 0,0 0 0,-1 1 0,1-1 0,-1 0 0,2 2 0,3 2 0,0 0 0,-1 1 0,0 0 0,7 9 0,-7-8 0,9 12-455,1-1 0,19 18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3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24575,'3'2'0,"1"0"0,-1 1 0,0-1 0,0 1 0,0 0 0,0-1 0,-1 1 0,5 6 0,16 29 0,-17-28 0,141 221 0,-51-86 0,-59-84-1365,-31-51-5461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15 24575,'-28'-2'0,"-13"-2"0,-4 1 0,4 0 0,5 1 0,4 1 0,5 3 0,1 1 0,4 3 0,2 0 0,2 0 0,4-2-8191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24575,'7'33'0,"1"-1"0,2 0 0,1 0 0,1-1 0,2 0 0,1-1 0,2-1 0,22 31 0,-24-39 0,0-1 0,2-1 0,1 0 0,0-2 0,1 0 0,30 21 0,-48-38 0,0 1 0,0 0 0,0-1 0,0 1 0,0-1 0,0 1 0,0-1 0,0 1 0,0-1 0,0 0 0,0 0 0,0 1 0,0-1 0,0 0 0,0 0 0,1 0 0,-1 0 0,0 0 0,0 0 0,0-1 0,2 1 0,-3-1 0,1 0 0,0 1 0,0-1 0,0 0 0,-1 0 0,1 1 0,0-1 0,0 0 0,-1 0 0,1 0 0,-1 0 0,1 0 0,-1 0 0,0 0 0,1 0 0,-1 0 0,1-2 0,0-6 0,0 0 0,-1 0 0,1-1 0,-3-10 0,2 10 0,-2-12 0,1 15 0,1-1 0,-1 1 0,1 0 0,1-1 0,-1 1 0,1 0 0,2-10 0,-2 15 0,0 1 0,-1 0 0,1 0 0,0 0 0,-1 0 0,1-1 0,0 1 0,0 0 0,0 0 0,0 1 0,0-1 0,0 0 0,0 0 0,0 0 0,1 1 0,-1-1 0,0 0 0,0 1 0,1-1 0,-1 1 0,0 0 0,1-1 0,-1 1 0,0 0 0,1 0 0,-1 0 0,0 0 0,1 0 0,-1 0 0,1 0 0,-1 1 0,0-1 0,0 0 0,1 1 0,1 0 0,6 2 0,0 1 0,-1 0 0,0 0 0,8 6 0,-12-8 0,23 14 0,96 62 0,-98-61 0,-10-6 0,1 0 0,30 14 0,-45-24-65,-1-1 0,1 1 0,0-1 0,0 0 0,-1 1 0,1-1 0,0 0 0,0 0 0,0 0 0,-1 1 0,1-1 0,0 0 0,0 0 0,0 0 0,0 0 0,-1-1 0,1 1 0,0 0 0,0 0 0,1-1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24575,'16'-1'0,"0"-1"0,-1-1 0,1-1 0,0 0 0,-1-1 0,22-10 0,-32 13 0,-1-1 0,1 1 0,-1-1 0,0 0 0,1 0 0,-2-1 0,1 1 0,0-1 0,-1 0 0,1 0 0,-1 0 0,0 0 0,-1 0 0,1-1 0,-1 1 0,0-1 0,0 0 0,0 0 0,0 0 0,-1 0 0,0 0 0,0 0 0,0-10 0,0 1 0,-1-1 0,0 1 0,-1 0 0,0-1 0,-2 1 0,-6-26 0,8 39 0,1-1 0,-1 1 0,0 0 0,1-1 0,-1 1 0,0 0 0,0-1 0,0 1 0,0 0 0,0 0 0,0 0 0,0 0 0,-1 0 0,1 0 0,0 0 0,0 0 0,-1 0 0,1 1 0,-1-1 0,1 0 0,0 1 0,-1-1 0,1 1 0,-1 0 0,0 0 0,1-1 0,-1 1 0,1 0 0,-1 0 0,1 0 0,-1 1 0,1-1 0,-1 0 0,1 0 0,-1 1 0,1-1 0,-1 1 0,-1 0 0,-1 1 0,0 0 0,0 0 0,0 1 0,0-1 0,0 1 0,1-1 0,-1 1 0,1 0 0,0 1 0,0-1 0,0 0 0,-3 6 0,3-2 0,0 1 0,1-1 0,-1 1 0,1 0 0,1 0 0,0 0 0,0 0 0,0 0 0,1 0 0,0 0 0,1 0 0,0 0 0,0 0 0,0 0 0,1 0 0,1-1 0,-1 1 0,1-1 0,0 1 0,6 7 0,-5-9 0,1-1 0,0 0 0,0-1 0,1 1 0,0-1 0,-1 0 0,1 0 0,1-1 0,-1 0 0,0 0 0,9 3 0,3-1 0,-1 0 0,1 0 0,21 1 0,-7-4-524,33-1 0,-61-1 207,9-1-6509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24575,'45'49'0,"-28"-30"0,1 0 0,0-1 0,1-1 0,25 17 0,-42-33 0,-1 0 0,0 0 0,0-1 0,1 1 0,-1 0 0,0-1 0,1 1 0,-1-1 0,1 1 0,-1-1 0,0 0 0,1 1 0,-1-1 0,1 0 0,-1 0 0,1 0 0,-1 0 0,1 0 0,-1-1 0,1 1 0,-1 0 0,1-1 0,-1 1 0,0-1 0,1 1 0,-1-1 0,0 0 0,1 0 0,-1 1 0,0-1 0,0 0 0,0 0 0,1 0 0,-1 0 0,0 0 0,1-3 0,0 0 0,1 1 0,-1-1 0,0-1 0,0 1 0,-1 0 0,0 0 0,1-1 0,-1 1 0,-1-1 0,2-8 0,-2 8 0,0 0 0,0 1 0,1-1 0,0 0 0,0 0 0,2-5 0,-3 9 0,1 1 0,-1-1 0,0 0 0,1 1 0,-1-1 0,1 1 0,-1-1 0,1 0 0,-1 1 0,1-1 0,-1 1 0,1-1 0,-1 1 0,1 0 0,0-1 0,-1 1 0,1-1 0,0 1 0,0 0 0,0 0 0,0-1 0,1 1 0,-1 1 0,0-1 0,0 0 0,0 0 0,0 0 0,0 1 0,0-1 0,0 0 0,0 1 0,0-1 0,0 1 0,0-1 0,0 1 0,2 1 0,41 32 0,-33-25 0,1 0 0,0 0 0,0-1 0,1-1 0,0 0 0,0 0 0,16 5 0,-24-11 0,0 1 0,0-1 0,1 1 0,-1-1 0,0 0 0,1-1 0,5 1 0,-9-1 0,0-1 0,0 1 0,1-1 0,-1 1 0,0-1 0,0 0 0,0 0 0,0 0 0,0 0 0,0 0 0,0-1 0,-1 1 0,1 0 0,0-1 0,-1 0 0,1 1 0,-1-1 0,2-2 0,18-30 0,-18 27 0,0 1 0,1-1 0,0 1 0,10-11 0,-12 15 0,-1 1 0,1-1 0,0 1 0,0 0 0,0-1 0,0 1 0,0 0 0,0 0 0,0 0 0,1 1 0,-1-1 0,0 0 0,0 1 0,1 0 0,-1-1 0,0 1 0,1 0 0,-1 0 0,0 0 0,4 1 0,4 2 0,1 0 0,0 1 0,-1 0 0,1 1 0,-1 0 0,-1 1 0,13 8 0,3 2 0,-1-2-455,-1 2 0,33 28 0,-45-35-6371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1 24575,'-229'31'0,"226"-30"0,-3 0 0,-1 0 0,1 1 0,0 0 0,0 0 0,-9 5 0,14-6 0,-1 0 0,1-1 0,0 1 0,0 0 0,0 0 0,1 0 0,-1 0 0,0-1 0,0 1 0,0 1 0,1-1 0,-1 0 0,0 0 0,1 0 0,-1 0 0,1 0 0,-1 1 0,1-1 0,0 0 0,0 0 0,-1 1 0,1-1 0,0 0 0,0 0 0,0 1 0,0-1 0,0 0 0,1 0 0,-1 1 0,0-1 0,1 0 0,-1 0 0,0 1 0,2 1 0,0 1 0,0 0 0,0-1 0,1 1 0,0-1 0,-1 1 0,1-1 0,0 0 0,1 0 0,-1 0 0,0 0 0,1 0 0,0-1 0,-1 0 0,1 0 0,0 0 0,0 0 0,8 2 0,0-1 0,0 0 0,0-1 0,0 0 0,0-1 0,15 0 0,-17-1 0,0-1 0,0 0 0,0 0 0,0-1 0,10-3 0,-17 4 0,0 0 0,-1-1 0,1 1 0,-1 0 0,1-1 0,-1 1 0,1-1 0,-1 0 0,4-3 0,-5 3 0,0 1 0,0 0 0,0 0 0,-1-1 0,1 1 0,0 0 0,-1-1 0,1 1 0,-1-1 0,1 1 0,-1-1 0,0 1 0,0-1 0,0 1 0,0-1 0,0 1 0,0-1 0,0 1 0,-1-3 0,-1-2 0,-2 8 0,0 12 0,4-11 0,0 1 0,1 0 0,-1-1 0,1 1 0,0-1 0,0 1 0,0-1 0,1 1 0,-1-1 0,1 0 0,0 1 0,0-1 0,0 0 0,0 0 0,0 0 0,6 4 0,-5-3 0,1-1 0,-1 0 0,1 0 0,0-1 0,0 1 0,0-1 0,0 1 0,1-1 0,-1 0 0,0-1 0,1 1 0,8 1 0,-9-3-114,1 1 1,0-1-1,-1 0 0,1-1 0,0 1 1,-1-1-1,1 1 0,0-2 0,-1 1 1,1 0-1,3-3 0,6-3-6712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24575,'27'40'0,"-1"2"0,23 52 0,29 94 0,-53-125 0,-11-33 0,-9-19 0,0 0 0,0 0 0,3 14 0,-9-21 0,-4-7 0,-4-10 0,2-2 0,-1-1 0,2 0 0,0-1 0,-6-27 0,12 42 0,0 0 0,-1 0 0,1 0 0,0 1 0,0-1 0,0 0 0,0 0 0,1 0 0,-1 0 0,0 1 0,1-1 0,-1 0 0,1 0 0,0 1 0,-1-1 0,1 0 0,0 1 0,0-1 0,0 1 0,0-1 0,0 1 0,1-1 0,-1 1 0,0 0 0,1 0 0,-1 0 0,1 0 0,-1 0 0,1 0 0,-1 0 0,3-1 0,0 1 0,0 0 0,1 0 0,-1 0 0,0 0 0,0 1 0,0-1 0,0 1 0,1 1 0,-1-1 0,0 0 0,0 1 0,7 2 0,18 6 0,-1 2 0,41 22 0,49 36 0,-103-60 0,28 16 0,-68-34-1365,13 3-5461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24575,'5'-3'0,"2"2"0,0 4 0,1 6 0,-1 5 0,-1-1-8191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7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 24575,'-4'0'0,"0"0"0,0 0 0,1 0 0,-1 1 0,0 0 0,1-1 0,-1 1 0,0 1 0,1-1 0,-1 0 0,1 1 0,0 0 0,-1 0 0,1 0 0,-5 5 0,5-4 0,0 0 0,0 1 0,0-1 0,1 1 0,0 0 0,0 0 0,0 0 0,0 0 0,0 0 0,1 0 0,-2 9 0,2-1 0,-1-1 0,2 1 0,0 0 0,0 0 0,1 0 0,1-1 0,0 1 0,0 0 0,6 13 0,-4-14 12,0 0 0,1-1 0,0 0 0,1 0 0,0 0 0,0-1 0,1 1 0,1-2 0,10 11 0,-15-15-80,1-1 1,1 1-1,-1-1 1,0 0-1,1 0 1,0 0-1,-1-1 1,1 0-1,0 0 1,0 0-1,1 0 1,-1-1-1,0 0 1,1 0-1,-1 0 1,0-1-1,1 0 1,-1 0-1,0 0 1,1 0-1,7-3 1,0-1-6759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8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144 535 24575,'-15'2'0,"2"-1"0,1 1 0,-1 0 0,1 0 0,0 2 0,-14 4 0,24-7 0,-1 0 0,1 1 0,-1-1 0,1 1 0,0-1 0,-1 1 0,1 0 0,0-1 0,0 1 0,0 0 0,1 1 0,-1-1 0,0 0 0,1 0 0,-1 1 0,1-1 0,0 1 0,0-1 0,0 1 0,0 0 0,0-1 0,1 1 0,-1 0 0,1-1 0,0 1 0,0 0 0,0 0 0,0-1 0,0 5 0,1-1 0,1 0 0,-1 0 0,1 0 0,0-1 0,0 1 0,1 0 0,-1-1 0,1 1 0,1-1 0,-1 0 0,1 0 0,0 0 0,0-1 0,5 6 0,-6-8 0,-1 0 0,1 1 0,0-1 0,0 0 0,0 0 0,0-1 0,0 1 0,0-1 0,0 1 0,0-1 0,1 0 0,-1 0 0,1 0 0,-1-1 0,1 1 0,-1-1 0,1 0 0,-1 0 0,1 0 0,-1 0 0,0-1 0,1 1 0,-1-1 0,1 0 0,-1 0 0,4-2 0,-5 2 0,0 0 0,0-1 0,1 1 0,-1-1 0,0 0 0,-1 0 0,1 1 0,0-1 0,0-1 0,-1 1 0,1 0 0,-1 0 0,0 0 0,1-1 0,0-4 0,0 1 0,0-1 0,0 1 0,-1-1 0,1-12 0,-2 23 0,1-1 0,0 1 0,1-1 0,-1 0 0,0 1 0,1-1 0,0 0 0,0 0 0,0 0 0,0 0 0,0 0 0,5 4 0,-1-1 0,0 1 0,0-1 0,1-1 0,0 1 0,9 4 0,-12-7 0,1-1 0,0 0 0,0 0 0,1 0 0,-1-1 0,0 1 0,0-1 0,1-1 0,-1 1 0,1-1 0,5 0 0,-8 0 0,1-1 0,-1 1 0,0-1 0,0 0 0,1 0 0,-1 0 0,0 0 0,0 0 0,0-1 0,0 1 0,0-1 0,0 0 0,-1 0 0,1 0 0,-1 0 0,1-1 0,-1 1 0,4-5 0,-1-2 0,0 0 0,0 0 0,-1-1 0,0 1 0,-1-1 0,0 0 0,-1 0 0,3-16 0,-2-10 0,0-37 0,-3 64 0,0-35 0,-2-1 0,-1 0 0,-3 1 0,-2 0 0,-1 0 0,-30-81 0,37 121 0,1 1 0,-1-1 0,0 1 0,0 0 0,0-1 0,0 1 0,-5-4 0,7 6 0,-1 1 0,1-1 0,-1 1 0,0-1 0,1 1 0,-1-1 0,0 1 0,1 0 0,-1-1 0,0 1 0,1 0 0,-1-1 0,0 1 0,0 0 0,1 0 0,-1 0 0,0 0 0,0 0 0,0 0 0,1 0 0,-1 0 0,0 0 0,0 0 0,1 0 0,-1 0 0,0 1 0,0-1 0,1 0 0,-1 1 0,0-1 0,1 0 0,-1 1 0,0-1 0,1 1 0,-1-1 0,0 1 0,1-1 0,-1 1 0,1-1 0,-1 1 0,1 0 0,-1-1 0,1 2 0,-3 2 0,0 1 0,0-1 0,1 1 0,0 0 0,0-1 0,0 1 0,1 0 0,-1 0 0,1 1 0,0 7 0,-1 5 0,3 31 0,0-21 0,0-6 0,1 0 0,1 0 0,1-1 0,8 27 0,35 82 0,-46-127 0,7 18 0,2 0 0,12 20 0,-16-32 0,0 0 0,0 0 0,1-1 0,0 0 0,0 0 0,14 10 0,-19-17 0,0 1 0,0-1 0,0 0 0,0 1 0,0-1 0,0 0 0,1-1 0,-1 1 0,0 0 0,1-1 0,-1 1 0,1-1 0,-1 1 0,0-1 0,1 0 0,-1 0 0,1 0 0,-1-1 0,1 1 0,-1-1 0,4 0 0,-3-1 0,0 1 0,-1-1 0,1 1 0,-1-1 0,1 0 0,-1 0 0,1 0 0,-1 0 0,0 0 0,0 0 0,0-1 0,0 1 0,-1-1 0,1 0 0,-1 1 0,3-6 0,-1-2 0,0 1 0,0 0 0,-1-1 0,-1 0 0,1-15 0,-2-51 0,-2 38 0,1-1 0,-2-1 0,-17-73 0,-37-71 0,52 163 0,4 17 0,0 0 0,0 0 0,0 0 0,-1 0 0,1 0 0,-1 1 0,0-1 0,-4-6 0,6 10 0,0 0 0,0 0 0,-1 0 0,1 0 0,0 0 0,0 0 0,0 0 0,0 0 0,-1 0 0,1 0 0,0 0 0,0 0 0,0 0 0,0 1 0,0-1 0,-1 0 0,1 0 0,0 0 0,0 0 0,0 0 0,0 0 0,0 0 0,0 1 0,-1-1 0,1 0 0,0 0 0,0 0 0,0 0 0,0 0 0,0 1 0,0-1 0,0 0 0,0 0 0,0 0 0,0 0 0,0 1 0,0-1 0,0 0 0,0 0 0,0 0 0,0 0 0,0 1 0,0-1 0,0 0 0,0 0 0,-1 10 0,2 189 0,0-175 0,2 0 0,0 0 0,1-1 0,2 1 0,8 23 0,-8-31 0,1 0 0,0-1 0,1-1 0,1 1 0,0-1 0,1-1 0,1 1 0,12 11 0,-15-17 0,0 0 0,0-1 0,1 0 0,13 8 0,-17-13 0,1 1 0,-1-1 0,0 0 0,1 0 0,0-1 0,-1 0 0,1 0 0,0 0 0,-1 0 0,8-1 0,-11 0 0,8 0 0,-1 0 0,0-1 0,16-3 0,-22 3 0,-1 0 0,1 0 0,0 0 0,0 0 0,-1 0 0,1-1 0,-1 0 0,1 1 0,-1-1 0,0 0 0,0 0 0,0 0 0,0 0 0,0 0 0,3-5 0,1-4 0,-1 1 0,-1-1 0,0 0 0,0-1 0,3-16 0,1-3 0,-6 45 0,1 1 0,6 18 0,-2-13 0,0 0 0,12 22 0,-15-34 0,0-1 0,0 0 0,1-1 0,0 1 0,0-1 0,1 0 0,-1 0 0,12 9 0,-16-15 0,1 1 0,-1 0 0,0-1 0,0 1 0,0-1 0,0 1 0,0-1 0,1 1 0,-1-1 0,0 0 0,0 1 0,1-1 0,-1 0 0,0 0 0,1 0 0,-1 0 0,0 0 0,0 0 0,1-1 0,1 1 0,-1-1 0,0 0 0,0 0 0,0-1 0,0 1 0,0 0 0,0-1 0,-1 1 0,1-1 0,0 1 0,2-4 0,2-4 0,0-1 0,0 0 0,8-18 0,-10 19 0,2-1 0,-6 10 0,0 0 0,0 0 0,0 0 0,0 0 0,0 0 0,0 0 0,0 0 0,1-1 0,-1 1 0,0 0 0,0 0 0,0 0 0,0 0 0,0 0 0,0 0 0,0 0 0,0 0 0,0 0 0,1 0 0,-1 0 0,0 0 0,0 0 0,0 0 0,0 0 0,0 0 0,0 0 0,0 0 0,1 0 0,-1 0 0,0 0 0,0 0 0,0 0 0,0 0 0,0 0 0,0 0 0,0 0 0,0 1 0,0-1 0,0 0 0,1 0 0,-1 0 0,0 0 0,0 0 0,4 17 0,-3-9 0,6 51 0,-1 78 0,-2-22 0,-2-90 0,5 105 0,-7-99 0,-1 0 0,-7 36 0,7-63 0,1 1 0,-1-1 0,-1 0 0,1 1 0,-1-1 0,1 0 0,-1 0 0,0 0 0,-6 7 0,7-10 0,0 0 0,0 0 0,0 0 0,0 0 0,0-1 0,0 1 0,-1 0 0,1 0 0,0-1 0,0 1 0,-1-1 0,1 1 0,0-1 0,-1 0 0,1 1 0,-1-1 0,1 0 0,-1 0 0,1 0 0,0 0 0,-1 0 0,1 0 0,-1-1 0,1 1 0,0 0 0,-1-1 0,1 1 0,0-1 0,-1 1 0,1-1 0,0 0 0,0 0 0,-3-1 0,0-1 0,0 0 0,0-1 0,0 0 0,0 1 0,1-1 0,0-1 0,0 1 0,0 0 0,0-1 0,0 1 0,1-1 0,0 0 0,0 0 0,-2-9 0,0-2 0,0 0 0,2-1 0,-2-22 0,4 32 17,0-1 0,0 1 1,1 0-1,0 0 0,0-1 0,5-12 0,-5 16-116,0 0 0,1 1 0,0-1 0,0 1 0,0-1 0,0 1 0,0 0 0,1 0 0,-1 0 0,1 0 0,0 0 0,0 1 0,0-1 0,5-2 0,2-1-6727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9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1 24575,'-17'4'0,"0"1"0,-32 14 0,45-18 0,1 1 0,-1 0 0,0 0 0,1 0 0,0 1 0,-1-1 0,1 1 0,0-1 0,0 1 0,1 0 0,-1 0 0,1 1 0,-1-1 0,1 0 0,0 1 0,0 0 0,1-1 0,-1 1 0,-1 5 0,3-6 0,0-1 0,0 1 0,0 0 0,1 0 0,-1 0 0,1 0 0,-1-1 0,1 1 0,0 0 0,0-1 0,0 1 0,0 0 0,1-1 0,-1 0 0,1 1 0,0-1 0,-1 0 0,1 1 0,0-1 0,0 0 0,3 1 0,6 7 0,1-1 0,22 13 0,-27-17 0,26 14 0,1-1 0,1-1 0,0-2 0,39 11 0,-44-17 0,1-2 0,0-1 0,1-1 0,-1-2 0,43-1 0,-66-2 24,1 0 0,0-2 0,-1 1 0,14-4 0,-18 3-148,0 1 0,0-1 1,0 0-1,-1 0 0,1 0 0,0 0 1,-1 0-1,0-1 0,0 0 0,0 0 1,4-4-1,0-2-6702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0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24575,'15'28'0,"9"18"0,1 5 0,3 3 0,-1-1 0,-3-4 0,0-5 0,-2-2 0,-1-6 0,-3-4 0,2-2 0,-1-3 0,0-5 0,-2-2 0,0-3 0,-1-4 0,-3-1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45 24575,'-6'-1'0,"-1"0"0,1 0 0,0 1 0,-1 0 0,1 0 0,0 1 0,-1 0 0,1 0 0,0 0 0,0 1 0,-8 3 0,12-5 0,0 1 0,-1 0 0,1 1 0,0-1 0,0 0 0,0 1 0,0-1 0,0 1 0,1-1 0,-1 1 0,0 0 0,1 0 0,-1 0 0,1 0 0,0 0 0,0 0 0,0 0 0,0 1 0,0-1 0,0 0 0,0 0 0,1 1 0,-1-1 0,1 1 0,0-1 0,-1 0 0,1 1 0,0-1 0,1 1 0,-1-1 0,1 5 0,1-2 0,-1 0 0,1 0 0,0 0 0,1 0 0,-1 0 0,1-1 0,0 1 0,0-1 0,0 0 0,1 0 0,-1 0 0,1 0 0,0 0 0,0-1 0,1 0 0,5 4 0,3 0 0,1 1 0,0-2 0,0 0 0,20 6 0,-29-10 0,-1-1 0,0 0 0,1 0 0,0-1 0,-1 1 0,1-1 0,-1 0 0,1 0 0,-1-1 0,1 1 0,-1-1 0,1 0 0,-1 0 0,1-1 0,-1 1 0,0-1 0,5-2 0,-6 2 0,0 0 0,0-1 0,0 1 0,-1 0 0,1-1 0,-1 0 0,0 0 0,1 1 0,-1-1 0,0-1 0,-1 1 0,1 0 0,-1 0 0,1-1 0,-1 1 0,0-1 0,0 1 0,0-1 0,-1 1 0,1-1 0,-1 1 0,0-6 0,-1 3 7,1 1 0,-1-1 0,0 1 0,-1-1 0,0 1 1,1-1-1,-2 1 0,1 0 0,0 0 0,-1 0 0,0 0 0,0 1 0,-1-1 0,1 1 0,-1 0 0,-5-5 0,1 1-219,-1 1 0,0 0 0,0 0-1,-1 1 1,0 0 0,-21-8 0,14 7-6614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 24575,'-3'2'0,"-1"0"0,0 0 0,1 1 0,0 0 0,-1 0 0,1 0 0,1 0 0,-1 0 0,0 1 0,1-1 0,-1 1 0,1 0 0,0-1 0,0 1 0,1 0 0,-1 0 0,-1 6 0,2-4 0,1-1 0,-1 1 0,1-1 0,1 1 0,-1 0 0,1-1 0,-1 1 0,2-1 0,-1 0 0,0 1 0,1-1 0,0 0 0,3 6 0,8 11 0,1 1 0,1-1 0,0-1 0,36 36 0,-50-56 0,-1-1 0,1 1 0,0-1 0,-1 1 0,1 0 0,0 0 0,-1-1 0,1 1 0,-1 0 0,1 0 0,-1-1 0,0 1 0,1 0 0,-1 0 0,0 0 0,0 0 0,1 0 0,-1 0 0,0 0 0,0-1 0,0 1 0,0 2 0,-1-2 0,1-1 0,-1 1 0,0 0 0,0-1 0,1 1 0,-1 0 0,0-1 0,0 1 0,0-1 0,1 1 0,-1-1 0,0 0 0,0 1 0,0-1 0,0 0 0,0 1 0,0-1 0,0 0 0,0 0 0,0 0 0,-1 0 0,-15 0 0,0-1 0,1 0 0,-1-1 0,1-1 0,-24-7 0,-31-5 0,81 11 0,8-1 0,14 0 0,15-1 0,51-15 0,18-18 0,-100 32 0,0-1 0,0 0 0,-1-1 0,26-21 0,-36 25 0,0 1 0,0-1 0,-1 0 0,0-1 0,5-6 0,-7 10 0,-1-1 0,0 1 0,0 0 0,0 0 0,0-1 0,0 1 0,0-1 0,-1 1 0,1-1 0,-1 1 0,1-1 0,-1 1 0,0-1 0,0 1 0,0-1 0,-1-4 0,1 6 0,-1 1 0,1-1 0,0 0 0,0 0 0,-1 0 0,1 0 0,-1 1 0,1-1 0,0 0 0,-1 0 0,1 1 0,-1-1 0,0 0 0,1 1 0,-1-1 0,0 1 0,1-1 0,-1 1 0,0-1 0,1 1 0,-1-1 0,0 1 0,0 0 0,0-1 0,1 1 0,-1 0 0,0 0 0,0-1 0,0 1 0,0 0 0,0 0 0,1 0 0,-1 0 0,0 0 0,0 0 0,0 1 0,0-1 0,0 0 0,1 0 0,-1 1 0,0-1 0,0 0 0,-1 1 0,0 0 0,-1 1 0,1-1 0,-1 1 0,1 0 0,-1-1 0,1 1 0,0 0 0,0 0 0,0 1 0,0-1 0,-3 5 0,2 0 0,0 0 0,0 0 0,1 0 0,0 1 0,0-1 0,1 1 0,0 0 0,0 0 0,0-1 0,1 1 0,1 0 0,-1 0 0,1-1 0,0 1 0,1 0 0,0-1 0,0 1 0,1-1 0,0 0 0,0 0 0,1 0 0,-1 0 0,2-1 0,-1 1 0,1-1 0,8 9 0,-7-9 0,1 0 0,0-1 0,0 0 0,1-1 0,-1 1 0,1-1 0,0-1 0,0 1 0,16 3 0,-20-6 0,1 0 0,-1 0 0,1-1 0,0 1 0,-1-1 0,1 0 0,0-1 0,-1 1 0,1-1 0,-1 0 0,1 0 0,-1 0 0,1-1 0,-1 0 0,1 1 0,-1-1 0,0-1 0,0 1 0,6-6 0,-1 1-1365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94 444 24575,'-13'11'0,"0"1"0,-21 25 0,30-32 0,0 0 0,0 1 0,1-1 0,0 1 0,0-1 0,1 1 0,-1 0 0,1 0 0,1 0 0,-1 0 0,0 9 0,2-12 0,0 0 0,0 0 0,0 0 0,1 0 0,-1 0 0,1 0 0,0-1 0,0 1 0,0 0 0,0 0 0,0 0 0,0-1 0,1 1 0,0-1 0,-1 1 0,1-1 0,0 0 0,0 1 0,0-1 0,1 0 0,-1 0 0,0-1 0,1 1 0,-1 0 0,1-1 0,0 0 0,-1 1 0,1-1 0,0 0 0,0 0 0,0-1 0,0 1 0,0 0 0,0-1 0,0 0 0,0 0 0,0 0 0,0 0 0,0 0 0,0-1 0,-1 1 0,1-1 0,0 0 0,0 0 0,0 0 0,0 0 0,-1 0 0,1-1 0,0 1 0,-1-1 0,1 1 0,-1-1 0,0 0 0,0 0 0,3-3 0,0-2 0,-1 1 0,1-2 0,-1 1 0,0 0 0,-1-1 0,0 0 0,0 0 0,-1 0 0,3-14 0,-2 4 0,-1 1 0,-1-2 0,-1-25 0,-4 1 0,-2 0 0,-16-63 0,-39-78 0,56 170 0,4 9 0,-1 0 0,0 0 0,0 0 0,-1 0 0,1 0 0,-1 0 0,-6-7 0,9 12 0,-1-1 0,1 1 0,0 0 0,0-1 0,-1 1 0,1 0 0,0-1 0,-1 1 0,1 0 0,0 0 0,-1-1 0,1 1 0,-1 0 0,1 0 0,0 0 0,-1 0 0,1-1 0,-1 1 0,1 0 0,0 0 0,-1 0 0,1 0 0,-1 0 0,1 0 0,-1 0 0,1 0 0,0 0 0,-1 1 0,1-1 0,-1 0 0,1 0 0,-1 0 0,1 0 0,0 0 0,-1 1 0,1-1 0,0 0 0,-1 0 0,1 1 0,0-1 0,-1 0 0,1 1 0,0-1 0,0 0 0,-1 1 0,1-1 0,0 0 0,0 1 0,-1-1 0,1 1 0,0-1 0,0 1 0,-2 2 0,1 1 0,0-1 0,0 1 0,0-1 0,0 5 0,-1 19 0,1 0 0,1 1 0,1-1 0,9 50 0,-2-36 0,2-1 0,24 60 0,-21-70 40,1 0 0,22 32 0,42 51-1525,-66-95-5341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71 24575,'-18'-14'0,"-27"-17"0,38 27 0,1 1 0,-1-1 0,0 1 0,0 1 0,0 0 0,-1 0 0,1 0 0,-8-1 0,13 3 0,-1 0 0,1 0 0,0 0 0,0 0 0,-1 0 0,1 1 0,0-1 0,0 0 0,0 1 0,-1 0 0,1-1 0,0 1 0,0 0 0,0 0 0,0 1 0,0-1 0,1 0 0,-1 0 0,-2 3 0,2-1 0,-1 0 0,1 0 0,0 0 0,0 0 0,0 1 0,1-1 0,-1 1 0,1-1 0,0 1 0,-2 5 0,1 5 0,0 0 0,1 0 0,1 1 0,0-1 0,3 15 0,2 7 0,1 1 0,2-1 0,22 58 0,-10-42 0,48 85 0,-53-112 0,0-1 0,35 40 0,-41-53 0,2 0 0,-1-1 0,1-1 0,1 0 0,0 0 0,0-1 0,18 9 0,-28-16-44,-1 0 0,1-1 0,-1 1 0,1 0 0,0-1 0,-1 1 0,1-1 0,0 1 0,-1-1 0,1 0 0,0 0 0,0 0 0,-1 0 0,1 0 0,0 0 0,0 0 0,-1 0-1,1-1 1,0 1 0,-1-1 0,1 1 0,0-1 0,-1 0 0,1 0 0,-1 0 0,1 0 0,-1 0 0,0 0 0,1 0 0,1-2 0,3-6-6782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2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73 24575,'-28'-13'0,"-13"-4"0,-1 0 0,4 4 0,5 4 0,6 5 0,6 7 0,2 3 0,6 2 0,4 3 0,4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3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64 24575,'-7'-1'0,"-5"-1"0,-1 0 0,1 1 0,-21 0 0,30 2 0,0-1 0,0 0 0,0 1 0,0 0 0,1 0 0,-1-1 0,0 2 0,0-1 0,-3 2 0,5-2 0,0 0 0,0 0 0,0 0 0,0 0 0,0 0 0,0 0 0,0 0 0,0 0 0,0 1 0,0-1 0,1 0 0,-1 1 0,0-1 0,1 1 0,-1-1 0,1 1 0,0-1 0,-1 3 0,1-1 0,0-1 0,1 0 0,-1 1 0,0-1 0,1 0 0,0 1 0,0-1 0,-1 0 0,1 0 0,0 0 0,1 0 0,-1 1 0,0-2 0,1 1 0,-1 0 0,1 0 0,0 0 0,-1-1 0,1 1 0,0-1 0,2 2 0,2 2 0,1-1 0,-1 0 0,1-1 0,-1 0 0,12 4 0,-10-4 0,1-2 0,-1 1 0,0-1 0,1 0 0,-1-1 0,1 0 0,-1 0 0,13-3 0,-18 3 0,0-1 0,0 0 0,0 0 0,0 0 0,0 0 0,0-1 0,0 1 0,-1-1 0,1 1 0,0-1 0,2-3 0,-3 3 0,-1 1 0,0-1 0,0 1 0,0-1 0,0 0 0,0 1 0,0-1 0,0 0 0,0 0 0,-1 0 0,1 0 0,-1 0 0,0 0 0,1 0 0,-1 0 0,0 0 0,0 0 0,0 0 0,-1-3 0,0 0 0,0 1 0,-1-1 0,0 1 0,0 0 0,0-1 0,0 1 0,0 0 0,-1 0 0,0 0 0,0 1 0,0-1 0,0 1 0,-7-6 0,2 3 0,1 0 0,-1 0 0,0 1 0,-1 0 0,-16-7 0,19 10 30,0 0 0,-1 0 0,-9-1 0,15 3-95,0 0 1,-1 0-1,1 0 1,-1-1-1,1 1 1,0 1-1,-1-1 0,1 0 1,0 0-1,-1 0 1,1 1-1,-1-1 1,1 0-1,0 1 0,0 0 1,-1-1-1,1 1 1,0 0-1,0-1 1,0 1-1,0 0 1,-2 1-1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3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48 315 24575,'4'0'0,"0"1"0,0 0 0,1 0 0,-1 0 0,1-1 0,-1 0 0,1 0 0,-1 0 0,1 0 0,-1-1 0,1 0 0,6-2 0,-10 3 0,0-1 0,-1 1 0,1-1 0,-1 1 0,1-1 0,-1 1 0,1-1 0,-1 1 0,0-1 0,1 0 0,-1 1 0,0-1 0,1 0 0,-1 1 0,0-1 0,0 0 0,1 0 0,-1 1 0,0-1 0,0 0 0,0 1 0,0-1 0,0 0 0,0 0 0,0 1 0,0-1 0,-1 0 0,1 0 0,0 1 0,-1-2 0,-9-21 0,9 21 0,-34-53 0,20 33 0,-23-45 0,35 60 0,0-1 0,0 0 0,0 0 0,1 0 0,1 0 0,-1-1 0,1 1 0,1 0 0,-1-1 0,2-9 0,-1 16-5,0 1 0,0 0 0,0 0-1,0 0 1,1-1 0,-1 1 0,0 0-1,1 0 1,-1 0 0,1 0 0,-1 0-1,1 0 1,0 0 0,-1 0 0,1 0-1,0 0 1,0 0 0,0-1 0,0 2 14,0-1 0,0 1 0,0 0 0,0-1 0,-1 1 0,1 0 0,0 0 0,0 0 0,0 0 0,0 0 0,0 0 0,-1 0 0,1 0 0,0 0 0,0 0 0,0 0 0,0 1 0,0-1 0,0 0 0,6 3-114,-1 1 1,-1-1-1,1 1 1,0 0-1,5 5 1,-3-3-715,5 4-6007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4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24575,'1'7'0,"0"0"0,-1-1 0,2 1 0,-1 0 0,1-1 0,0 1 0,1-1 0,-1 1 0,1-1 0,1 0 0,-1 0 0,1 0 0,0-1 0,0 0 0,1 1 0,9 8 0,-5-6 0,0-1 0,1 1 0,1-2 0,-1 1 0,1-1 0,0-1 0,0 0 0,20 6 0,-25-9 0,-1-1 0,0 0 0,1 0 0,-1 0 0,1-1 0,-1 1 0,1-1 0,-1-1 0,9 0 0,-12 0 0,0 0 0,1 1 0,-1-1 0,0 0 0,0 0 0,0-1 0,0 1 0,0 0 0,0-1 0,0 1 0,-1-1 0,1 1 0,-1-1 0,1 0 0,-1 0 0,1 0 0,-1 0 0,0 0 0,0 0 0,0 0 0,0 0 0,0 0 0,0-1 0,0-2 0,1-10 0,0 0 0,0 0 0,-2 0 0,-2-25 0,2 22 0,0 18 0,0 0 0,0 0 0,0 0 0,0 0 0,0 0 0,0 0 0,0 0 0,0 0 0,0 0 0,0 0 0,0 0 0,0 0 0,0 0 0,0 0 0,0 0 0,0 0 0,0 0 0,0 0 0,0 0 0,0 0 0,0 0 0,0 0 0,1 0 0,-1 0 0,0 0 0,0 0 0,0 0 0,0 0 0,0 0 0,0 0 0,0 0 0,0 0 0,0 0 0,0 0 0,0 0 0,0 0 0,0 0 0,0 0 0,0 0 0,0 0 0,0 0 0,0 0 0,0 0 0,1 0 0,-1 0 0,0 0 0,0 0 0,0 0 0,0 0 0,0 0 0,0 0 0,0 0 0,0 0 0,0 0 0,0-1 0,0 1 0,0 0 0,0 0 0,0 0 0,0 0 0,0 0 0,0 0 0,0 0 0,0 0 0,0 0 0,0 0 0,5 6 0,6 9 0,-3-1 0,2 0 0,0-1 0,0 1 0,1-2 0,1 0 0,0 0 0,1-1 0,0-1 0,1 0 0,26 15 0,-38-24 0,1 0 0,-1 0 0,1 0 0,-1 0 0,1-1 0,-1 1 0,1-1 0,-1 1 0,1-1 0,0 0 0,-1 0 0,1 0 0,0 0 0,-1-1 0,1 1 0,4-2 0,-6 1 0,1 0 0,0 0 0,-1 0 0,1 0 0,-1 0 0,1 0 0,-1-1 0,0 1 0,1 0 0,-1-1 0,0 1 0,0-1 0,0 0 0,0 1 0,0-1 0,-1 0 0,1 1 0,0-1 0,-1 0 0,1 0 0,-1 0 0,0 0 0,1-3 0,-1-15 0,0-7 0,0 26 0,0-1 0,1 1 0,-1 0 0,0-1 0,1 1 0,-1-1 0,1 1 0,-1 0 0,1-1 0,0 1 0,-1 0 0,1 0 0,2-2 0,-2 2 0,0 0 0,0 1 0,0-1 0,0 1 0,0 0 0,0-1 0,0 1 0,0 0 0,0 0 0,1 0 0,-1-1 0,0 1 0,0 0 0,0 1 0,0-1 0,0 0 0,0 0 0,1 0 0,-1 1 0,0-1 0,0 0 0,0 1 0,2 0 0,27 16 0,-21-11 0,113 69-1365,-109-68-5461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4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42 24575,'-23'-11'0,"-40"-11"0,56 20 0,1 0 0,-1 1 0,0 0 0,1 0 0,-1 0 0,0 1 0,0 0 0,1 0 0,-1 1 0,0 0 0,-8 2 0,13-2 0,0 0 0,0 0 0,0 0 0,0 0 0,-1 0 0,1 0 0,1 0 0,-1 1 0,0-1 0,0 1 0,0-1 0,1 1 0,-1 0 0,1 0 0,0 0 0,-1 0 0,0 2 0,1-1 0,-1 0 0,1 1 0,1-1 0,-1 1 0,0-1 0,1 0 0,0 1 0,-1-1 0,2 1 0,-1 4 0,2 4 0,1 0 0,0-1 0,1 0 0,0 1 0,9 17 0,-1-7 0,1 0 0,1-1 0,1 0 0,1-1 0,21 20 0,-9-13 0,1-1 0,54 36 0,-82-61 0,-1-1 0,1 0 0,0 1 0,-1-1 0,1 1 0,-1-1 0,1 0 0,0 1 0,-1-1 0,1 1 0,-1 0 0,0-1 0,1 1 0,-1-1 0,1 1 0,-1 0 0,0-1 0,1 2 0,-1-2 0,-1 1 0,1-1 0,0 0 0,0 0 0,-1 1 0,1-1 0,0 0 0,-1 0 0,1 0 0,0 0 0,-1 1 0,1-1 0,0 0 0,-1 0 0,1 0 0,-1 0 0,1 0 0,0 0 0,-1 0 0,1 0 0,-1 0 0,1 0 0,-1 0 0,-30-4 0,-48-18-35,51 13-231,0 1 0,-1 1 0,0 2 0,-41-3 0,58 8-6560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91 105 24575,'-4'-1'0,"0"0"0,0-1 0,0 1 0,0 1 0,0-1 0,0 0 0,0 1 0,0 0 0,0 0 0,0 0 0,0 1 0,-8 1 0,10-1 0,0-1 0,1 1 0,-1 0 0,0 0 0,1-1 0,-1 1 0,1 0 0,-1 1 0,1-1 0,0 0 0,-1 0 0,1 1 0,0-1 0,0 1 0,0-1 0,0 1 0,0-1 0,0 1 0,0-1 0,0 1 0,1 0 0,-1 0 0,1-1 0,-1 1 0,1 0 0,0 0 0,0 0 0,-1 0 0,1-1 0,1 1 0,-1 2 0,0 0 0,1-1 0,0 1 0,-1-1 0,1 1 0,0-1 0,1 0 0,-1 1 0,1-1 0,-1 0 0,1 0 0,0 0 0,0 0 0,0 0 0,0-1 0,5 4 0,-3-2 0,0-1 0,0 0 0,0 0 0,1 0 0,-1 0 0,1-1 0,0 0 0,0 0 0,0 0 0,5 1 0,-6-2 0,0 0 0,0-1 0,0 1 0,1-1 0,-1 0 0,0 0 0,0-1 0,0 1 0,0-1 0,0 0 0,0 0 0,7-2 0,-9 1 0,1 1 0,-1 0 0,1-1 0,-1 0 0,0 0 0,1 1 0,-1-1 0,0-1 0,0 1 0,0 0 0,-1 0 0,1-1 0,0 1 0,-1-1 0,0 1 0,0-1 0,1 0 0,-2 0 0,2-3 0,0-2 11,0 0 0,-1 0 0,0 0 0,0-1 0,-1 1 0,0 0-1,0 0 1,-1-1 0,0 1 0,-4-13 0,3 17-85,1-1-1,-1 1 1,0 0 0,0-1 0,-1 1-1,1 0 1,-1 0 0,0 1 0,0-1-1,0 1 1,-1-1 0,1 1 0,-1 0-1,0 0 1,0 1 0,0-1 0,0 1-1,0 0 1,-7-3 0,-8-1-6752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6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230 707 24575,'5'-38'0,"-1"-1"0,-2 0 0,-2 0 0,-1 0 0,-2 0 0,-2 1 0,-2-1 0,-1 1 0,-24-69 0,9 42 0,10 25 0,-1 1 0,-26-47 0,40 85 0,-1-1 0,0 1 0,1 0 0,-1-1 0,0 1 0,0 0 0,0 0 0,0-1 0,0 1 0,0 0 0,0 0 0,-1 0 0,1 0 0,0 1 0,-1-1 0,1 0 0,0 0 0,-1 1 0,1-1 0,-3 0 0,2 1 0,1 1 0,-1-1 0,1 0 0,-1 1 0,1-1 0,-1 1 0,1 0 0,-1 0 0,1-1 0,0 1 0,-1 0 0,1 0 0,0 0 0,0 0 0,0 0 0,0 1 0,0-1 0,0 0 0,0 1 0,-1 1 0,-3 5 0,0 1 0,1-1 0,0 1 0,0 0 0,1 0 0,0 1 0,1-1 0,-2 12 0,0 8 0,0 41 0,5-55 0,0 0 0,0 1 0,2-1 0,0 0 0,1 0 0,0-1 0,1 1 0,10 20 0,-3-12 0,1-1 0,0 0 0,2 0 0,21 23 0,-27-35 0,1 0 0,0-1 0,0 0 0,1-1 0,0 0 0,1-1 0,0 0 0,12 5 0,-13-7 0,-1-1 0,1-1 0,-1 0 0,1 0 0,0-1 0,0-1 0,0 0 0,0 0 0,1-1 0,12-1 0,-21 1 0,0-1 0,1 0 0,-1 1 0,0-1 0,0 0 0,0-1 0,0 1 0,0 0 0,0-1 0,0 0 0,-1 1 0,1-1 0,0 0 0,3-5 0,-3 4 0,0-1 0,-1 0 0,1 1 0,-1-1 0,0-1 0,0 1 0,0 0 0,-1 0 0,2-7 0,0-7 0,-1 1 0,-1-1 0,0 1 0,-3-25 0,1 30 0,2 23 0,0 0 0,1-1 0,0 1 0,0 0 0,1-1 0,1 0 0,5 12 0,-5-13 0,1-1 0,1-1 0,0 1 0,0-1 0,0 0 0,1 0 0,-1-1 0,2 0 0,11 8 0,-13-9 0,1-1 0,0 0 0,0-1 0,1 0 0,-1 0 0,1 0 0,-1-1 0,1 0 0,0-1 0,0 1 0,12-1 0,-18-1 0,0 0 0,1 0 0,-1 0 0,0-1 0,0 1 0,0-1 0,0 0 0,1 1 0,-1-1 0,0 0 0,0 0 0,0 0 0,-1 0 0,1-1 0,0 1 0,0 0 0,-1-1 0,3-2 0,-1 0 0,0 0 0,-1 0 0,0 0 0,1 0 0,-2-1 0,1 1 0,2-8 0,-4 11 0,0 0 0,0 0 0,0 0 0,1 0 0,-1 0 0,0 0 0,1 0 0,-1 0 0,1 0 0,-1 0 0,1 0 0,0 1 0,-1-1 0,1 0 0,0 0 0,0 1 0,-1-1 0,1 0 0,0 1 0,0-1 0,0 0 0,0 1 0,0 0 0,0-1 0,0 1 0,0-1 0,0 1 0,0 0 0,0 0 0,0 0 0,0-1 0,0 1 0,0 0 0,0 0 0,0 1 0,0-1 0,0 0 0,0 0 0,0 0 0,0 1 0,0-1 0,0 0 0,2 2 0,4 1 0,1 1 0,-1 1 0,0-1 0,10 10 0,-8-7 0,47 36-1365,-46-36-5461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24575,'120'274'0,"-42"-89"0,-72-173 0,-3-6 0,0-1 0,0 2 0,-1-1 0,0 0 0,0 0 0,-1 1 0,2 9 0,-3-16 0,0 0 0,0 1 0,0-1 0,0 1 0,0-1 0,0 0 0,0 1 0,0-1 0,0 1 0,0-1 0,0 1 0,0-1 0,0 0 0,0 1 0,0-1 0,0 1 0,0-1 0,-1 0 0,1 1 0,0-1 0,0 0 0,0 1 0,-1-1 0,1 0 0,0 1 0,-1-1 0,1 0 0,0 1 0,-1-1 0,1 0 0,0 0 0,-1 1 0,1-1 0,0 0 0,-1 0 0,1 0 0,-1 0 0,1 0 0,0 1 0,-1-1 0,1 0 0,-1 0 0,1 0 0,0 0 0,-1 0 0,1 0 0,-1 0 0,1-1 0,-1 1 0,1 0 0,0 0 0,-1 0 0,1 0 0,-1 0 0,1-1 0,-1 1 0,-2-2 0,0 1 0,0-1 0,-1 0 0,2-1 0,-4-1 0,-13-14 0,1-1 0,1-1 0,1 0 0,-19-33 0,33 50 0,0 0 0,0 0 0,1 0 0,0 0 0,-1 0 0,0-6 0,2 8 0,0 1 0,0 0 0,-1-1 0,1 1 0,0-1 0,1 1 0,-1-1 0,0 1 0,0-1 0,0 1 0,0 0 0,0-1 0,0 1 0,0-1 0,1 1 0,-1-1 0,0 1 0,0 0 0,1-1 0,-1 1 0,0 0 0,1-1 0,0 0 0,0 1 0,0 0 0,-1-1 0,1 1 0,0 0 0,0 0 0,0-1 0,0 1 0,0 0 0,0 0 0,0 0 0,0 0 0,0 0 0,0 0 0,1 1 0,14 3 0,0 1 0,-1 0 0,0 1 0,26 13 0,-12-4 0,2-1 0,1-1 0,35 9 0,-52-18 0,-1-1 0,1-1 0,0 0 0,0-1 0,0 0 0,0-1 0,18-3 0,-32 3 0,0-1 0,1 1 0,-1 0 0,0 0 0,0 0 0,0 0 0,0 0 0,0 0 0,0 0 0,0 0 0,0 1 0,0-1 0,0 0 0,0 1 0,0-1 0,0 0 0,0 1 0,0-1 0,0 1 0,0 0 0,0-1 0,-1 1 0,1 0 0,0-1 0,0 1 0,-1 0 0,1 0 0,0 0 0,-1 0 0,1-1 0,-1 1 0,1 0 0,-1 0 0,1 0 0,-1 0 0,0 0 0,1 2 0,0 3 0,-1 1 0,1 0 0,-1-1 0,0 1 0,-2 7 0,1 10 0,5 1-1365,-1-14-5461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24575,'-7'2'0,"-4"4"0,1 1-8191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60 24575,'1'7'0,"0"-1"0,1 1 0,0-1 0,4 13 0,-3-13 0,0 0 0,-1 1 0,0-1 0,-1 1 0,1-1 0,-1 1 0,-1 0 0,1 0 0,-1 10 0,0-15 0,-1-1 0,1 1 0,-1 0 0,1-1 0,-1 1 0,0-1 0,1 1 0,-1-1 0,0 0 0,0 1 0,0-1 0,0 0 0,0 0 0,0 1 0,-1-1 0,1 0 0,0 0 0,0 0 0,-1-1 0,-1 2 0,0-1 0,0 0 0,0 0 0,0 0 0,0 0 0,-1-1 0,1 1 0,0-1 0,0 0 0,-6 0 0,0-1 0,-1-1 0,1 0 0,-1 0 0,1-1 0,-17-7 0,20 7 0,0 0 0,0-1 0,0 1 0,1-1 0,-1-1 0,1 1 0,0-1 0,0 0 0,1 0 0,0 0 0,-7-11 0,9 13 0,1 0 0,-1-1 0,1 1 0,-1-1 0,1 1 0,0-1 0,0 1 0,1-1 0,-1 0 0,1 0 0,-1 1 0,1-1 0,1 0 0,-1 1 0,0-1 0,1 0 0,0 0 0,0 1 0,0-1 0,0 1 0,0-1 0,4-5 0,-3 6 7,0 0 0,0 0 0,0 0 0,1 0 0,-1 0 1,1 1-1,0-1 0,0 1 0,0 0 0,0-1 0,0 1 0,0 1 0,1-1 0,-1 0 0,1 1 0,6-2 0,-4 2-131,-1 0 0,0 0 1,0 1-1,0 0 0,1 0 0,-1 0 1,0 1-1,0-1 0,0 1 0,1 1 1,6 2-1,4 2-6702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24575,'132'208'0,"-103"-166"0,-27-38 0,1-1 0,1 1 0,-1-1 0,0 0 0,1 0 0,0 0 0,-1-1 0,8 5 0,-10-7 0,0 1 0,0-1 0,0 1 0,0-1 0,1 0 0,-1 0 0,0 0 0,0 1 0,0-1 0,0 0 0,0 0 0,0 0 0,0 0 0,0-1 0,0 1 0,0 0 0,0 0 0,1-1 0,-1 1 0,0-1 0,0 1 0,-1-1 0,2 0 0,0 0 0,0-1 0,0 1 0,-1-1 0,1 0 0,-1 0 0,0 0 0,1 0 0,-1 0 0,0 0 0,1-3 0,2-5 0,-1-1 0,-1 0 0,3-16 0,-5 25 0,3-50 0,-4 40 0,2 0 0,0 0 0,3-18 0,-4 29 0,0-1 0,0 1 0,1-1 0,-1 1 0,1-1 0,-1 1 0,1 0 0,0-1 0,-1 1 0,1 0 0,0-1 0,0 1 0,0 0 0,0 0 0,0 0 0,0 0 0,0 0 0,0 0 0,0 0 0,1 0 0,-1 0 0,0 1 0,1-1 0,-1 0 0,0 1 0,1-1 0,-1 1 0,1 0 0,-1-1 0,1 1 0,-1 0 0,1 0 0,-1 0 0,1 0 0,-1 0 0,1 0 0,-1 0 0,2 1 0,4 1 0,-1 0 0,0 0 0,0 1 0,0 0 0,0 0 0,0 0 0,6 6 0,199 152-1365,-190-143-5461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9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47 24575,'-91'-33'0,"79"29"0,0 1 0,0 1 0,0 0 0,-1 0 0,-21 1 0,30 2 0,-1-1 0,0 1 0,0 0 0,1 1 0,-1-1 0,0 1 0,1-1 0,-1 2 0,1-1 0,0 0 0,0 1 0,0 0 0,-4 3 0,6-5 0,1 1 0,-1 0 0,0-1 0,1 1 0,-1 0 0,1 0 0,0 0 0,-1 0 0,1 0 0,0 1 0,0-1 0,1 0 0,-1 0 0,0 1 0,1-1 0,-1 1 0,1-1 0,0 0 0,0 1 0,0-1 0,0 1 0,0-1 0,1 0 0,-1 1 0,1-1 0,-1 0 0,2 5 0,4 3 0,-1 0 0,1 0 0,1 0 0,-1 0 0,2-1 0,-1-1 0,2 1 0,10 9 0,77 54 0,-82-64 0,15 11 0,-28-18 0,1 0 0,-1 0 0,0 1 0,1-1 0,-1 0 0,0 1 0,1-1 0,-1 1 0,0-1 0,0 1 0,0 0 0,-1-1 0,2 3 0,-2-4 0,0 1 0,0-1 0,0 1 0,0-1 0,0 1 0,-1-1 0,1 1 0,0-1 0,0 1 0,0-1 0,0 1 0,-1-1 0,1 1 0,0-1 0,0 1 0,-1-1 0,1 0 0,0 1 0,-1-1 0,1 0 0,-1 1 0,1-1 0,0 0 0,-1 1 0,1-1 0,-1 0 0,1 0 0,-1 0 0,1 1 0,-1-1 0,1 0 0,-1 0 0,1 0 0,-1 0 0,0 0 0,-21 3 0,20-3 0,-143 0 78,72-2-1521,45 2-5383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5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19 24575,'5'-6'0,"-4"5"0,0 0 0,0-1 0,1 1 0,-1 0 0,0-1 0,1 1 0,-1 0 0,1 0 0,2-1 0,-4 2 0,0 0 0,0 0 0,1 0 0,-1 0 0,0 0 0,0 0 0,0 0 0,0 0 0,0 1 0,1-1 0,-1 0 0,0 0 0,0 0 0,0 0 0,0 0 0,0 0 0,0 0 0,0 0 0,0 1 0,1-1 0,-1 0 0,0 0 0,0 0 0,0 0 0,0 0 0,0 1 0,0-1 0,0 0 0,0 0 0,0 0 0,0 0 0,0 0 0,0 1 0,0-1 0,0 0 0,0 0 0,0 0 0,0 0 0,0 0 0,0 1 0,0-1 0,0 0 0,0 0 0,0 0 0,-1 0 0,1 0 0,0 1 0,0-1 0,0 0 0,0 0 0,0 0 0,0 0 0,-4 9 0,-7 14 0,0 1 0,2 0 0,1 0 0,0 1 0,2 0 0,-4 33 0,7-17 0,3 77 0,1-50 0,-1 221 0,-1-274 0,0 0 0,-5 18 0,3-16 0,-1 25 0,5 72 0,-2 46 0,-4-129 0,-13 53 0,11-59 0,2-1 0,0 2 0,-1 42 0,7 14 0,-2 80 0,-6-112 0,3-31 0,0 33 0,3-5 0,3 131 0,24 14 0,-9-94 0,-9-38 0,2 92 0,-3-53 0,1-5 0,-9 233 0,2-311 0,0-1 0,5 18 0,-3-17 0,2 26 0,-5-31-119,1-7 36,-1-1 0,1 1 0,-1-1 0,0 1 0,0-1 0,-1 1 0,1-1 0,-1 1 0,0-1-1,0 1 1,0-1 0,0 1 0,0-1 0,-3 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20 24575,'0'-1'0,"0"0"0,-1 1 0,1-1 0,0 0 0,-1 1 0,1-1 0,0 1 0,-1-1 0,1 1 0,-1-1 0,1 0 0,-1 1 0,1 0 0,-1-1 0,1 1 0,-1-1 0,0 1 0,1 0 0,-1-1 0,0 1 0,1 0 0,-1-1 0,0 1 0,1 0 0,-1 0 0,0 0 0,1 0 0,-1 0 0,-1 0 0,-22 0 0,21 0 0,0 1 0,0-1 0,0 0 0,-1 0 0,1 0 0,0 0 0,0 0 0,0-1 0,0 1 0,0-1 0,0 0 0,0 0 0,-4-2 0,6 2 0,0 1 0,0 0 0,0 0 0,0 0 0,0 0 0,0 0 0,0 0 0,0 0 0,0 0 0,0 0 0,0 1 0,0-1 0,0 0 0,0 0 0,0 1 0,1-1 0,-1 1 0,0-1 0,0 1 0,0-1 0,1 1 0,-1 0 0,0-1 0,0 1 0,1 0 0,-1-1 0,1 1 0,-1 0 0,1 0 0,-1 0 0,0 1 0,-3 4 0,1 1 0,0 0 0,-3 7 0,5-9 0,-7 15 0,1 1 0,1 1 0,1-1 0,1 1 0,1 0 0,0 24 0,-4 40 0,-1-2 0,9 55 0,-2 52 0,-6-112 0,-1 29 0,-1 29 0,4-3 0,5-90 0,-7 52 0,0-18 0,4 110 0,4-115 0,2-18 0,19 103 0,-3-35 0,-1 185 0,-9-48 0,-3-130 0,34 249 0,-19-182 0,-17-133 0,2 7 0,-7 136 0,-8-89 0,8 133 0,10-129 0,-3-58 0,0-2 0,4 105 0,-3-76 0,1-8 0,1 76 0,19-5-1365,-25-141-5461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8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24575,'0'47'0,"-1"0"0,-12 67 0,-29 209 0,22 106 0,11-180 0,-12 221 0,20-413 0,0-19 0,1-1 0,8 49 0,-2-48 0,1-1 0,25 70 0,-31-105 10,0 1 0,0 0 0,-1-1 0,1 1 0,0 0 0,-1 0 0,0-1 0,1 1 0,-1 0 0,0 0 0,-1 4 0,0-6-75,1 1 1,0-1-1,-1 1 1,0-1-1,1 0 1,-1 1-1,0-1 0,0 0 1,0 0-1,0 1 1,0-1-1,0 0 1,0 0-1,0 0 0,0 0 1,-1 0-1,1 0 1,0-1-1,0 1 1,-1 0-1,1-1 1,-2 2-1,-9 1-6761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0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58 24575,'-6'-15'0,"5"12"0,0 0 0,0 0 0,-1 0 0,1 0 0,-1 0 0,1 0 0,-1 0 0,0 0 0,0 1 0,-1-1 0,1 1 0,0-1 0,-6-3 0,8 6 0,0 0 0,0 0 0,0 0 0,0 1 0,-1-1 0,1 0 0,0 0 0,0 0 0,0 0 0,0 0 0,0 0 0,-1 0 0,1 0 0,0 0 0,0 0 0,0 0 0,0 1 0,0-1 0,0 0 0,0 0 0,0 0 0,0 0 0,-1 0 0,1 0 0,0 1 0,0-1 0,0 0 0,0 0 0,0 0 0,0 0 0,0 0 0,0 1 0,0-1 0,0 0 0,0 0 0,0 0 0,0 0 0,0 0 0,0 1 0,0-1 0,0 0 0,0 0 0,0 0 0,0 0 0,0 0 0,1 1 0,-1-1 0,0 0 0,0 0 0,0 0 0,0 0 0,0 0 0,0 0 0,0 0 0,1 1 0,2 9 0,4 3 0,0-1 0,1 0 0,0 0 0,19 21 0,47 40 0,-61-61 0,126 107 0,-136-116 0,1 1 0,0 0 0,0-1 0,0 1 0,1-1 0,-1 0 0,7 3 0,-11-6 0,1 0 0,-1 0 0,0 0 0,0 1 0,0-1 0,1 0 0,-1 0 0,0 0 0,0 0 0,1 0 0,-1 0 0,0 0 0,0 0 0,0 0 0,1 0 0,-1 0 0,0 0 0,0 0 0,1 0 0,-1 0 0,0 0 0,0 0 0,0 0 0,1 0 0,-1-1 0,0 1 0,0 0 0,0 0 0,1 0 0,-1 0 0,0 0 0,0-1 0,1-7 0,-8-10 0,7 18 0,-29-60 0,16 34 0,1-1 0,0-1 0,-8-35 0,19 59 0,0 0 0,1 0 0,0 1 0,0-1 0,1-8 0,0-5 0,-1 17 0,0 0 0,0 0 0,0 0 0,0 0 0,0 0 0,0 0 0,0 0 0,0 0 0,0 0 0,0 0 0,0 0 0,0-1 0,0 1 0,0 0 0,0 0 0,0 0 0,0 0 0,0 0 0,0 0 0,0 0 0,0 0 0,0 0 0,0 0 0,0 0 0,0 0 0,0 0 0,0 0 0,0 0 0,0-1 0,0 1 0,0 0 0,0 0 0,0 0 0,0 0 0,-1 0 0,1 0 0,0 0 0,0 0 0,0 0 0,0 0 0,0 0 0,0 0 0,0 0 0,0 0 0,0 0 0,0 0 0,0 0 0,0 0 0,-1 0 0,1 0 0,0 0 0,0 0 0,0 0 0,0 0 0,0 0 0,0 0 0,0 0 0,0 0 0,0 1 0,-6 4 0,-5 8 0,-4 12 0,1 1 0,-19 50 0,19-42 0,-18 33 0,27-59-151,0-1-1,0 0 0,-1 0 0,1-1 1,-2 0-1,1 0 0,-1 0 1,-7 5-1,1-3-6674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1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76 24575,'-16'-10'0,"2"0"0,0 0 0,-1 2 0,-1 0 0,1 0 0,-1 2 0,-24-7 0,38 12 0,0 0 0,-1 1 0,1 0 0,-1-1 0,1 1 0,-1 0 0,1 0 0,-1 0 0,1 1 0,-1-1 0,1 1 0,-1-1 0,1 1 0,0 0 0,-1 0 0,1 0 0,0 0 0,-1 0 0,1 1 0,0-1 0,-3 3 0,2-1 0,1 1 0,-1-1 0,1 1 0,0 0 0,0 0 0,0-1 0,0 1 0,0 1 0,1-1 0,0 0 0,-1 7 0,0 2 0,1 1 0,0-1 0,1 0 0,0 0 0,2 0 0,-1 0 0,6 19 0,31 89 0,-30-98 0,60 188 0,-44-133 0,-22-73 0,-1 0 0,1 0 0,0-1 0,0 1 0,0-1 0,1 0 0,5 8 0,-7-10 0,1-1 0,0 1 0,0-1 0,0 1 0,1-1 0,-1 1 0,0-1 0,1 0 0,-1 0 0,0 0 0,1-1 0,-1 1 0,1 0 0,-1-1 0,1 0 0,4 1 0,36 0 0,52-5 0,-93 4-49,0 0 1,0-1-1,0 1 0,0 0 0,0 0 1,0-1-1,0 0 0,-1 1 0,1-1 1,0 0-1,0 0 0,0 1 0,-1-1 1,1-1-1,-1 1 0,1 0 0,-1 0 1,1-1-1,-1 1 0,0 0 0,1-1 1,-1 0-1,0 1 0,0-1 0,0 0 0,0 1 1,1-5-1,0-4-6777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1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24575,'-1'0'0,"0"1"0,0-1 0,1 0 0,-1 1 0,0-1 0,1 0 0,-1 1 0,1-1 0,-1 1 0,1-1 0,-1 1 0,0-1 0,1 1 0,0-1 0,-1 1 0,1 0 0,-1-1 0,1 1 0,0 0 0,-1-1 0,1 1 0,0 0 0,0-1 0,0 1 0,-1 0 0,1 0 0,0-1 0,0 1 0,0 0 0,0 1 0,0 23 0,1-17 0,1 1 0,-1-1 0,1 0 0,1 0 0,0 0 0,0-1 0,0 1 0,1-1 0,5 9 0,-9-16 0,1 1 0,-1 0 0,1-1 0,-1 1 0,1-1 0,-1 1 0,1-1 0,0 1 0,-1-1 0,1 0 0,-1 1 0,1-1 0,0 0 0,0 1 0,-1-1 0,1 0 0,0 0 0,-1 1 0,1-1 0,0 0 0,0 0 0,0 0 0,-1 0 0,1 0 0,0 0 0,0 0 0,-1-1 0,1 1 0,0 0 0,-1 0 0,1 0 0,0-1 0,0 1 0,-1 0 0,1-1 0,0 1 0,-1-1 0,1 1 0,-1-1 0,1 1 0,-1-1 0,1 1 0,-1-1 0,1 1 0,-1-1 0,1 0 0,4-5 0,-1 0 0,0 0 0,6-13 0,-7 14 0,-1 0 0,1-1 0,0 0 0,1 0 0,0 1 0,5-7 0,-8 11 0,0-1 0,1 1 0,-1 0 0,1 0 0,-1-1 0,1 1 0,-1 1 0,1-1 0,0 0 0,-1 0 0,1 0 0,0 1 0,0-1 0,0 1 0,0 0 0,-1-1 0,1 1 0,0 0 0,0 0 0,2 0 0,3 1 0,-1 1 0,1-1 0,-1 1 0,0 0 0,0 0 0,0 1 0,7 4 0,38 27 0,-5-3 0,-7-8-1365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24575,'7'-3'0,"70"-32"0,-67 31 0,0 1 0,0 0 0,0 0 0,1 1 0,19-1 0,-27 3 0,-1 0 0,1 1 0,0-1 0,0 0 0,0 1 0,-1 0 0,1-1 0,0 1 0,-1 0 0,1 1 0,-1-1 0,1 0 0,-1 1 0,0-1 0,1 1 0,1 2 0,0-1 0,-1 1 0,0 0 0,0 0 0,0 0 0,-1 0 0,1 1 0,-1-1 0,2 7 0,1 5 0,0 0 0,-2 1 0,0-1 0,1 23 0,3 75 0,9 100 0,-9-165 0,17 63 0,-6-38 0,-17-71 0,-1 0 0,1 0 0,-1 1 0,0-1 0,0 0 0,0 0 0,0 0 0,0 0 0,-1 0 0,1 1 0,-1-1 0,0 0 0,0 0 0,0 0 0,-1-1 0,1 1 0,0 0 0,-1 0 0,0-1 0,0 1 0,0-1 0,0 1 0,0-1 0,0 0 0,-1 0 0,1 0 0,-1 0 0,1 0 0,-1-1 0,0 1 0,-6 2 0,-1 0 0,-1-1 0,1 1 0,-1-2 0,0 1 0,0-2 0,0 1 0,-20-2 0,-66-2-1365,81 2-5461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65 24575,'-31'-8'0,"-13"-5"0,-4 0 0,3 2 0,8 2 0,6 4 0,7 2 0,1 2 0,3 0 0,2 2 0,2-1 0,0 1 0,3-3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32 24575,'-31'-5'0,"-15"-2"0,-5 0 0,0 2 0,5 1 0,4 2 0,2 1 0,5 0 0,6 1 0,8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5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90 24575,'-1'0'0,"1"0"0,0 0 0,-1 0 0,1 0 0,0 0 0,-1 0 0,1 0 0,0 0 0,-1 0 0,1-1 0,-1 1 0,1 0 0,0 0 0,0 0 0,-1 0 0,1 0 0,0-1 0,-1 1 0,1 0 0,0 0 0,0-1 0,-1 1 0,1 0 0,0-1 0,0 1 0,-1 0 0,1 0 0,0-1 0,0 0 0,0-11 0,11-11 0,-7 19 0,0 1 0,0-1 0,0 1 0,0 0 0,1-1 0,-1 2 0,1-1 0,0 1 0,-1-1 0,1 1 0,0 1 0,1-1 0,5-1 0,5 0 0,2 0 0,29 0 0,-23 3 0,0 1 0,0 1 0,0 1 0,0 1 0,34 10 0,-42-9 0,-1 1 0,1 0 0,-1 1 0,-1 1 0,1 0 0,-1 1 0,-1 0 0,25 22 0,-34-27 0,0 1 0,0-1 0,0 1 0,-1 0 0,1 0 0,-1 0 0,0 1 0,-1-1 0,1 1 0,-1-1 0,2 11 0,-3-11 0,-1-1 0,1 1 0,-1-1 0,0 1 0,-1-1 0,1 1 0,-1-1 0,0 0 0,0 1 0,0-1 0,0 0 0,-1 0 0,0 0 0,0 0 0,0 0 0,-4 6 0,-1-2 0,0 1 0,0-1 0,-1 0 0,0 0 0,0-1 0,-1 0 0,0-1 0,0 0 0,0 0 0,-1-1 0,-18 7 0,10-6 0,0 0 0,-1-1 0,1-2 0,-1 1 0,0-2 0,-19 0 0,14-2 0,1-1 0,-1-1 0,1-1 0,-25-6 0,35 5 0,1 0 0,-1 0 0,1-1 0,0 0 0,0-1 0,1-1 0,0 0 0,-19-14 0,23 13 0,-1 1 0,2-1 0,-1 0 0,1-1 0,0 0 0,1 0 0,0 0 0,0-1 0,1 1 0,0-1 0,-2-12 0,2 5 0,0 1 0,2-1 0,0 0 0,1-1 0,0 1 0,3-18 0,-2 32-170,0-1-1,1 0 0,0 1 1,0-1-1,0 0 0,0 1 1,3-5-1,3-4-6655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5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24575,'-15'13'0,"-6"7"0,-1-1 0,2 1 0,3-2 0,4-1 0,2-4 0,-1-3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80 24575,'-1'0'0,"0"-1"0,1 0 0,-1 1 0,0-1 0,1 0 0,-1 0 0,1 0 0,-1 1 0,1-1 0,0 0 0,-1 0 0,1 0 0,0 0 0,0 0 0,-1 0 0,1 0 0,0 0 0,0 0 0,0 0 0,0 0 0,0-1 0,1 0 0,-1 0 0,1 1 0,0-1 0,0 0 0,-1 1 0,1-1 0,0 1 0,0-1 0,1 1 0,1-3 0,1 0 0,0 1 0,0 0 0,0 0 0,0 0 0,0 0 0,1 1 0,7-4 0,-1 3 0,1 0 0,-1 1 0,1 0 0,0 1 0,18 0 0,-8 2 0,0 0 0,24 6 0,-43-7 0,0 1 0,0-1 0,0 1 0,1 0 0,-2 0 0,1 0 0,0 1 0,0-1 0,0 0 0,0 1 0,-1 0 0,1 0 0,-1 0 0,1 0 0,-1 0 0,0 0 0,0 1 0,0-1 0,0 1 0,0-1 0,-1 1 0,1 0 0,-1 0 0,0 0 0,1-1 0,-1 1 0,-1 0 0,1 1 0,0-1 0,0 6 0,0-2 0,-1 1 0,0-1 0,0 0 0,-1 1 0,1-1 0,-2 0 0,1 1 0,-1-1 0,0 0 0,0 0 0,-6 11 0,-2-1 0,-1 1 0,-22 28 0,16-26 0,-14 28 0,28-45 0,1 1 0,0 0 0,1 0 0,-1 0 0,1 0 0,-1 0 0,1 0 0,1 0 0,-2 6 0,2-8 0,0-1 0,1 1 0,-1 0 0,0-1 0,0 1 0,1-1 0,-1 1 0,1-1 0,0 1 0,-1-1 0,1 1 0,0-1 0,0 1 0,0-1 0,0 0 0,0 0 0,0 1 0,0-1 0,0 0 0,1 0 0,-1 0 0,0 0 0,1 0 0,-1-1 0,1 1 0,-1 0 0,2 0 0,4 1 0,0 1 0,0-2 0,0 1 0,0-1 0,0 0 0,8 0 0,47-2 0,-29 0 0,9 0-1365,-25 1-5461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24575,'-15'26'0,"-6"11"0,-1-1 0,3-3 0,2-8 0,4-6 0,1-6 0,1-4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8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24575,'14'-4'0,"0"0"0,0 2 0,0 0 0,0 0 0,0 2 0,0-1 0,15 3 0,-7 0 0,-1 1 0,1 2 0,39 12 0,-58-16 0,0 0 0,0 1 0,1-1 0,-1 1 0,0 0 0,0 0 0,0 0 0,-1 0 0,1 0 0,0 0 0,3 5 0,-5-5 0,0-1 0,-1 0 0,1 1 0,-1-1 0,1 1 0,-1-1 0,1 0 0,-1 1 0,0-1 0,0 1 0,0-1 0,0 1 0,0-1 0,0 1 0,0-1 0,0 1 0,-1-1 0,1 1 0,0-1 0,-1 0 0,1 1 0,-1-1 0,0 1 0,1-1 0,-1 0 0,0 0 0,0 1 0,0-1 0,-2 2 0,-3 3 0,0 0 0,-1 0 0,0-1 0,0 1 0,-11 5 0,-21 15 0,36-23 0,0-1 0,1 1 0,-1 0 0,1 0 0,0 0 0,-1 0 0,1 0 0,0 0 0,-2 6 0,3-6 0,1 0 0,-1 0 0,1 0 0,-1 0 0,1-1 0,0 1 0,0 0 0,1 0 0,-1 0 0,0 0 0,1-1 0,0 1 0,0 0 0,0 0 0,0-1 0,0 1 0,0 0 0,1-1 0,-1 0 0,1 1 0,2 2 0,5 5 0,0 1 0,1-2 0,11 11 0,-17-17 0,166 142 0,-169-145 0,0 1 0,0 0 0,0 0 0,0 0 0,0 0 0,0 0 0,0 0 0,0 0 0,0 0 0,-1 0 0,1 1 0,0-1 0,-1 0 0,1 0 0,-1 1 0,1-1 0,-1 0 0,0 1 0,0-1 0,0 0 0,1 1 0,-1-1 0,0 1 0,-1-1 0,1 2 0,-1-1 0,0 0 0,0-1 0,0 1 0,0-1 0,0 1 0,0-1 0,0 1 0,-1-1 0,1 0 0,0 0 0,-1 1 0,0-1 0,1 0 0,-1 0 0,1-1 0,-1 1 0,0 0 0,-2 0 0,-7 3 11,-1-1 0,0 0 0,0 0-1,0-2 1,0 1 0,-21-1 0,-74-11-565,74 6-333,13 2-5939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8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0 24575,'-8'13'0,"-2"7"0,-3 2 0,2 1 0,-1-2 0,3-1 0,2-2 0,-1-4 0,2-1 0,0-1 0,-1-3-8191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9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24575,'0'16'0,"3"7"0,0 5 0,3 1 0,0-3 0,2 0 0,2-2 0,2 0 0,4-1 0,-1 0 0,0-1 0,0-1 0,0-2 0,-3-2 0,-3-1 0,-3-1 0,-3-2-8191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43 24575,'0'-3'0,"0"-1"0,0 1 0,-1 0 0,1-1 0,-1 1 0,1-1 0,-1 1 0,0 0 0,-1 0 0,-1-6 0,3 9 0,0 0 0,0 0 0,0 0 0,0 0 0,-1 0 0,1 0 0,0 0 0,0 0 0,0 0 0,0 0 0,0 0 0,0 0 0,0 0 0,0 0 0,0 0 0,0 0 0,0-1 0,0 1 0,0 0 0,0 0 0,0 0 0,0 0 0,0 0 0,-1 0 0,1 0 0,0 0 0,0 0 0,0 0 0,0 0 0,0 0 0,0 0 0,0 0 0,0 0 0,0 0 0,0 1 0,0-1 0,0 0 0,0 0 0,0 0 0,0 0 0,0 0 0,-1 0 0,1 0 0,0 0 0,0 0 0,0 0 0,0 0 0,0 0 0,0 0 0,0 0 0,0 0 0,0 0 0,0 0 0,0 0 0,0 0 0,0 0 0,0 0 0,0 1 0,0-1 0,0 0 0,0 0 0,0 0 0,-2 7 0,0 9 0,2 184 0,1-94 0,0-90 0,0 1 0,5 17 0,1 17 0,-22-96 0,-9-18-1365,15 45-5461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2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15 24575,'0'-1'0,"0"0"0,0 1 0,0-1 0,0 0 0,0 1 0,0-1 0,0 0 0,0 1 0,0-1 0,0 0 0,1 1 0,-1-1 0,0 1 0,0-1 0,1 0 0,-1 1 0,1-1 0,-1 1 0,0-1 0,1 0 0,0 1 0,-1 0 0,1-1 0,-1 1 0,1 0 0,-1 0 0,1 0 0,-1 0 0,1 0 0,-1 0 0,1 0 0,-1 0 0,1 0 0,-1 0 0,1 0 0,-1 1 0,1-1 0,-1 0 0,1 0 0,-1 0 0,1 1 0,4 2 0,0 0 0,-1 1 0,8 7 0,-7-7 0,33 32 0,-8-8 0,59 44 0,-88-72 0,0 1 0,0 0 0,0-1 0,0 1 0,0-1 0,0 1 0,0-1 0,0 1 0,0-1 0,0 0 0,0 1 0,2-1 0,-3 0 0,0 0 0,0 0 0,0-1 0,0 1 0,0 0 0,1 0 0,-1-1 0,0 1 0,0 0 0,0 0 0,0 0 0,0-1 0,0 1 0,0 0 0,0 0 0,0-1 0,0 1 0,0 0 0,0 0 0,0-1 0,0 1 0,0 0 0,0 0 0,0-1 0,-1 1 0,1 0 0,0 0 0,0 0 0,0-1 0,0 1 0,0 0 0,-1 0 0,-16-27 0,16 25 0,-11-16 0,-2 1 0,1 1 0,-2 0 0,0 1 0,-34-26 0,48 40 0,0 0 0,0 1 0,-1-1 0,1 0 0,0 0 0,-1 1 0,1-1 0,0 1 0,-1-1 0,1 1 0,-1 0 0,1 0 0,-1-1 0,1 1 0,0 0 0,-1 0 0,1 0 0,-1 0 0,1 1 0,-1-1 0,1 0 0,-1 1 0,1-1 0,0 1 0,-1-1 0,1 1 0,0 0 0,-1-1 0,1 1 0,0 0 0,0 0 0,0 0 0,0 0 0,-1 0 0,2 0 0,-1 0 0,-2 3 0,-1 3 0,-1 1 0,1-1 0,1 1 0,-1 0 0,-2 10 0,3-10 0,-1 6-170,-2 0-1,0-1 0,0 1 1,-2-1-1,1-1 0,-2 0 1,-9 13-1,7-14-6655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3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24575,'0'8'0,"-1"9"0,2 0 0,-1 0 0,2-1 0,0 1 0,9 29 0,-5-22 0,-5-19 0,0 0 0,0 1 0,1-1 0,0 0 0,0 0 0,0 0 0,1 0 0,-1-1 0,4 6 0,-5-10 0,-1 0 0,1 1 0,-1-1 0,0 0 0,1 0 0,-1 1 0,1-1 0,-1 0 0,1 0 0,-1 1 0,1-1 0,0 0 0,-1 0 0,1 0 0,-1 0 0,1 0 0,-1 0 0,1 0 0,-1 0 0,1 0 0,0 0 0,-1 0 0,1 0 0,-1-1 0,1 1 0,-1 0 0,1 0 0,-1 0 0,1-1 0,-1 1 0,1 0 0,-1-1 0,0 1 0,1 0 0,-1-1 0,1 1 0,-1-1 0,0 1 0,1 0 0,-1-1 0,1 0 0,13-23 0,-12 22 0,8-21 0,13-38 0,-19 49 0,-3 11 0,-1-1 0,1 1 0,-1-1 0,1 1 0,0 0 0,0-1 0,-1 1 0,1 0 0,0-1 0,0 1 0,0 0 0,1 0 0,-1 0 0,0 0 0,0 0 0,1 0 0,2-1 0,-3 1 0,0 1 0,0 0 0,0 0 0,0 0 0,0 0 0,0 0 0,0 0 0,0 0 0,0 0 0,0 1 0,0-1 0,0 0 0,0 0 0,0 1 0,0-1 0,0 1 0,0-1 0,0 1 0,-1-1 0,1 1 0,0 0 0,0-1 0,0 1 0,-1 0 0,1 0 0,0-1 0,0 3 0,64 85 0,-45-63 0,-12-15 0,-6-7 0,-3-4 0,-13-13-1365,8 6-5461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3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96 24575,'-8'-5'0,"-5"-2"0,-2 0 0,0-1 0,1 1 0,0 1 0,0 0 0,-1 0 0,0-1 0,0 1 0,0 1 0,3-2 0,0 2 0,0-2 0,2 0-8191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4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0 24575,'-21'0'0,"-9"0"0,-2 0 0,2 0 0,3 0 0,3 0 0,4 0 0,3 0 0,1 0 0,4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4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 24575,'-4'8'0,"0"1"0,0-1 0,1 1 0,0-1 0,1 1 0,0 0 0,1 0 0,-2 18 0,4-22 0,-1 0 0,0 0 0,1 0 0,0 0 0,1-1 0,-1 1 0,1 0 0,0 0 0,0-1 0,0 1 0,0-1 0,1 0 0,0 1 0,0-1 0,0-1 0,0 1 0,7 6 0,1-1 0,0-1 0,0 0 0,1-1 0,0 0 0,1 0 0,-1-1 0,1-1 0,0 0 0,0-1 0,1-1 0,-1 0 0,1 0 0,0-2 0,0 0 0,26-1 0,-38 0 0,1 0 0,0 0 0,0-1 0,-1 0 0,1 1 0,-1-1 0,1 0 0,0 0 0,-1 0 0,0-1 0,1 1 0,-1-1 0,0 1 0,0-1 0,0 0 0,4-4 0,-4 3 0,0 0 0,0 0 0,0 0 0,-1 0 0,1-1 0,-1 1 0,0-1 0,0 1 0,0-1 0,-1 1 0,1-6 0,0-2 0,-2 1 0,1-1 0,-1 0 0,-1 1 0,0-1 0,-1 1 0,-6-18 0,7 21 0,-1 1 0,0 0 0,0-1 0,-1 1 0,0 0 0,0 1 0,0-1 0,-1 1 0,0 0 0,0 0 0,0 0 0,0 1 0,-1-1 0,0 1 0,0 1 0,0-1 0,0 1 0,-1 0 0,1 1 0,-1-1 0,0 1 0,1 0 0,-1 1 0,0 0 0,-12-1 0,-24 1-1365,25 2-5461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24575,'-7'12'0,"1"-1"0,1 1 0,0 1 0,1-1 0,0 1 0,1 0 0,0 0 0,1 0 0,0 15 0,2-4 0,2-1 0,0 1 0,2 0 0,11 38 0,0-14 0,26 53 0,-40-99 0,3 6 0,0-1 0,-1 0 0,-1 1 0,1-1 0,-1 1 0,0 0 0,-1 0 0,1 13 0,-4-16-1365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5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76 24575,'0'-2'0,"0"1"0,1-1 0,0 1 0,-1-1 0,1 1 0,0-1 0,0 1 0,0-1 0,0 1 0,0 0 0,0-1 0,0 1 0,1 0 0,-1 0 0,0 0 0,1 0 0,-1 0 0,0 0 0,1 0 0,1 0 0,0 0 0,-1 1 0,1 0 0,-1-1 0,1 1 0,-1 0 0,1 0 0,-1 0 0,1 1 0,-1-1 0,1 0 0,-1 1 0,3 1 0,7 3 0,0 0 0,0 1 0,-1 0 0,13 10 0,-18-11 0,11 7 0,-13-8 0,1 0 0,0-1 0,0 0 0,10 5 0,-15-12 0,-6-6 0,-9-10 0,4 8 0,-1 1 0,0 1 0,0 0 0,0 0 0,-2 2 0,1-1 0,-22-8 0,32 15 0,0 1 0,-1 0 0,1 0 0,-1 1 0,1-1 0,-1 1 0,1-1 0,-1 1 0,1 0 0,-6 1 0,8-1 0,-1 0 0,1 1 0,-1-1 0,1 1 0,-1 0 0,1-1 0,-1 1 0,1 0 0,-1 0 0,1 0 0,0 0 0,-1 0 0,1 0 0,0 0 0,0 0 0,0 1 0,0-1 0,0 0 0,0 1 0,0-1 0,1 0 0,-1 1 0,0-1 0,0 4 0,-4 16 43,1 1 0,-2 23 0,-3 15-1537,6-44-5332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24575,'-1'0'0,"1"0"0,0 0 0,0 1 0,-1-1 0,1 0 0,0 1 0,0-1 0,-1 0 0,1 0 0,0 1 0,0-1 0,0 0 0,0 1 0,-1-1 0,1 1 0,0-1 0,0 0 0,0 1 0,0-1 0,0 0 0,0 1 0,0-1 0,0 0 0,0 1 0,0-1 0,0 1 0,0-1 0,0 0 0,0 1 0,1-1 0,-1 0 0,0 1 0,0-1 0,0 0 0,0 1 0,1-1 0,5 17 0,-6-16 0,9 18 0,1 1 0,1-2 0,0 0 0,2 0 0,0-1 0,25 26 0,-35-40 0,-1-1 0,0 0 0,1 0 0,0 0 0,-1 0 0,1 0 0,0-1 0,0 1 0,0-1 0,6 2 0,-8-3 0,0 0 0,1 1 0,-1-1 0,0 0 0,0 0 0,0-1 0,0 1 0,1 0 0,-1 0 0,0-1 0,0 1 0,0 0 0,0-1 0,0 1 0,0-1 0,0 1 0,0-1 0,0 0 0,0 1 0,0-1 0,0 0 0,0 0 0,0 0 0,0 0 0,-1 0 0,1 0 0,0 0 0,-1 0 0,1 0 0,-1 0 0,1 0 0,0-2 0,3-11 0,0 0 0,0 0 0,-1 0 0,-1-1 0,-1 1 0,1-19 0,0-5 0,-2 37 0,0 0 0,0 1 0,0-1 0,0 0 0,0 0 0,0 0 0,0 1 0,0-1 0,0 0 0,1 0 0,-1 0 0,0 1 0,1-1 0,-1 0 0,1 1 0,-1-1 0,0 0 0,1 1 0,-1-1 0,1 0 0,0 1 0,-1-1 0,1 1 0,1-1 0,-1 0 0,0 1 0,0 0 0,-1 0 0,1 0 0,0 1 0,0-1 0,0 0 0,0 0 0,0 0 0,0 1 0,0-1 0,-1 0 0,1 1 0,0-1 0,0 1 0,0-1 0,1 2 0,4 3 0,0 0 0,0 0 0,7 11 0,-13-16 0,23 30 8,-1 1-1,26 52 1,-12-20-1396,-31-53-5438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59 24575,'-15'-5'0,"-9"-4"0,-1-1 0,-1 1 0,3 3 0,5-1 0,3 1 0,3-1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18 24575,'-26'-5'0,"-11"-2"0,-2 3 0,1 3 0,4 0 0,5 4 0,5 1 0,7 0-8191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7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24575,'2'31'0,"2"13"0,-1 2 0,2-5 0,1-4 0,1-6 0,2-5 0,0-5 0,1-3 0,-2-2 0,-1-4-8191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8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24575,'9'9'0,"-2"1"0,1 0 0,9 18 0,4 6 0,14 11 0,48 50 0,49 35 0,-65-66 0,28 24 86,22 23-1537,-107-102-5375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8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31 24575,'8'0'0,"86"1"0,-80-1 0,-1 1 0,0 0 0,17 4 0,-44-10 0,-57-19 0,60 21 0,1 1 0,-1 0 0,0 1 0,-19-1 0,29 2 0,-1 0 0,1 0 0,0 0 0,-1 1 0,1-1 0,0 0 0,-1 1 0,1-1 0,0 1 0,0-1 0,0 1 0,0-1 0,-1 1 0,1 0 0,0 0 0,0 0 0,0-1 0,0 1 0,1 0 0,-3 2 0,2 0 0,0-1 0,0 0 0,0 0 0,0 1 0,0-1 0,1 1 0,-1-1 0,1 1 0,0-1 0,-1 4 0,2 4 0,-1 1 0,1-1 0,1 0 0,3 12 0,5 13 23,-5-23-486,-2 1 1,4 20-1,-6-20-6363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24575,'3'25'0,"13"91"0,-12-97 0,0-1 0,2 0 0,0 0 0,11 21 0,-17-38 0,1 0 0,-1 0 0,1 0 0,-1 0 0,1 0 0,-1 0 0,1 0 0,0 0 0,0 0 0,-1 0 0,1 0 0,0 0 0,0-1 0,0 1 0,0 0 0,0-1 0,0 1 0,0 0 0,0-1 0,0 0 0,0 1 0,1-1 0,-1 1 0,0-1 0,0 0 0,0 0 0,1 0 0,-1 0 0,0 0 0,0 0 0,0 0 0,0 0 0,1 0 0,-1 0 0,0-1 0,0 1 0,0-1 0,0 1 0,0 0 0,1-1 0,-1 0 0,0 1 0,0-1 0,0 0 0,-1 1 0,3-3 0,1-1 0,1 0 0,-1-1 0,0 1 0,0-1 0,0 0 0,-1 0 0,6-10 0,6-26 0,-11 29 0,0 0 0,7-12 0,-11 23 0,0 1 0,1-1 0,-1 0 0,1 1 0,-1-1 0,0 1 0,1-1 0,-1 1 0,1-1 0,-1 1 0,1-1 0,-1 1 0,1-1 0,0 1 0,-1 0 0,1-1 0,0 1 0,-1 0 0,1-1 0,0 1 0,-1 0 0,1 0 0,0 0 0,1-1 0,-1 2 0,0-1 0,1 0 0,-1 1 0,0-1 0,0 0 0,1 1 0,-1 0 0,0-1 0,0 1 0,0 0 0,0-1 0,2 3 0,4 3 0,-1 1 0,0 0 0,7 11 0,-8-11 0,9 12-113,49 61-1139,-56-71-5574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88 24575,'-23'-10'0,"-11"-4"0,-1 1 0,2 0 0,4 2 0,4 3 0,7 0 0,4 2 0,4 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32 24575,'-28'-5'0,"-13"-2"0,-3 0 0,2 2 0,6 1 0,7 2 0,5 1 0,7 0-8191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00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24575,'4'-7'0,"0"0"0,0 1 0,1 0 0,0 0 0,0 0 0,1 1 0,12-10 0,-16 14 0,1-1 0,-1 1 0,1-1 0,-1 1 0,1 0 0,-1 0 0,1 0 0,0 1 0,0-1 0,0 0 0,-1 1 0,1 0 0,0 0 0,0 0 0,0 0 0,0 0 0,-1 1 0,1-1 0,0 1 0,0-1 0,0 1 0,-1 0 0,1 0 0,3 2 0,-1 1 0,1-1 0,-1 1 0,0 0 0,0 0 0,0 1 0,-1-1 0,0 1 0,1 0 0,-2 0 0,1 1 0,-1-1 0,1 1 0,-1 0 0,-1-1 0,1 1 0,-1 1 0,0-1 0,-1 0 0,2 10 0,-2-9 0,0 0 0,-1 1 0,0-1 0,0 1 0,-1-1 0,0 1 0,0-1 0,-1 0 0,0 0 0,0 1 0,0-1 0,-1-1 0,0 1 0,-1 0 0,0-1 0,-7 11 0,5-10 0,-15 20 0,20-25 0,0-1 0,0 1 0,0-1 0,0 1 0,1 0 0,-1-1 0,0 1 0,1 0 0,-1 0 0,1 0 0,0-1 0,-1 1 0,1 0 0,0 3 0,1-4 0,-1 0 0,1 1 0,0-1 0,-1 0 0,1 0 0,0 0 0,0 1 0,0-1 0,0 0 0,0 0 0,0 0 0,0 0 0,0-1 0,0 1 0,1 0 0,-1 0 0,0-1 0,1 1 0,-1 0 0,3 0 0,28 6 0,38 2-682,72-1-1,-127-8-6143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7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24575,'23'43'0,"72"143"0,-90-175 0,0 1 0,2 12 0,8 17 0,-15-66 0,-1 19 0,-4-18 0,0 0 0,0-37 0,5 53 0,0 0 0,1 0 0,0 0 0,4-16 0,-4 20 0,1 1 0,-1-1 0,1 0 0,0 0 0,0 1 0,0-1 0,1 1 0,-1 0 0,1-1 0,5-3 0,-6 5 0,0 0 0,0 0 0,0 1 0,1 0 0,-1-1 0,1 1 0,-1 0 0,1 0 0,-1 0 0,1 0 0,0 1 0,-1-1 0,1 1 0,0-1 0,0 1 0,-1 0 0,1 0 0,0 1 0,0-1 0,-1 0 0,1 1 0,0 0 0,-1-1 0,1 1 0,0 0 0,4 3 0,4 2 0,1 2 0,-1-1 0,-1 1 0,15 14 0,-8-7 0,135 120-1365,-142-125-5461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8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7 24575,'-270'0'0,"238"-3"-1365,21 0-5461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48 24575,'-28'-8'0,"-12"-2"0,-3 0 0,5 2 0,5 3 0,7 1 0,4 2 0,4 1 0,-1 1 0,1 1 0,1-1 0,0 1 0,1-1 0,0 0 0,1 0 0,2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9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24575,'-1'4'0,"-1"1"0,1-1 0,0 1 0,0 0 0,0-1 0,1 1 0,0 0 0,0-1 0,0 1 0,0 0 0,1-1 0,0 1 0,1 5 0,3 9 0,13 31 0,-18-48 0,25 56 0,52 91 0,-5-38 0,-82-125 29,5 8-494,1 0 1,-8-13-1,6 6-6361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9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63 24575,'4'-3'0,"0"0"0,0 1 0,0-1 0,1 1 0,-1 0 0,1 0 0,-1 0 0,1 0 0,0 1 0,0 0 0,7-1 0,-9 2 0,1 0 0,-1 0 0,0 1 0,1-1 0,-1 1 0,0 0 0,0 0 0,0 0 0,1 0 0,-1 0 0,0 1 0,-1 0 0,1-1 0,0 1 0,0 0 0,-1 0 0,1 0 0,2 4 0,11 12 0,-2 2 0,0 0 0,0 0 0,11 26 0,0-1 0,-15-29 0,-3-4 0,0 0 0,6 13 0,-12-22 0,0 0 0,0-1 0,0 1 0,0 0 0,0 0 0,-1-1 0,1 1 0,-1 0 0,0 0 0,0 0 0,0-1 0,0 1 0,-1 0 0,1 0 0,-1 0 0,0 2 0,0-3 0,-1-1 0,1 1 0,0-1 0,0 1 0,0-1 0,-1 0 0,1 1 0,-1-1 0,1 0 0,-1 0 0,0 0 0,1 0 0,-1 0 0,0-1 0,1 1 0,-1 0 0,0-1 0,0 1 0,0-1 0,0 0 0,-3 1 0,-6-1 0,1 1 0,-17-2 0,21 0 0,-10 0 0,0-2 0,-1 0 0,1-1 0,1-1 0,-1 0 0,-20-10 0,11 3 0,1-2 0,-45-32 0,62 41 0,1-1 0,-1 1 0,1-2 0,0 1 0,1-1 0,0 1 0,0-2 0,0 1 0,1 0 0,0-1 0,0 0 0,-4-15 0,7 18 0,0 0 0,0-1 0,0 1 0,1 0 0,-1 0 0,1 0 0,1 0 0,-1-1 0,1 1 0,0 0 0,0 0 0,0 0 0,1 0 0,0 0 0,0 1 0,0-1 0,0 0 0,1 1 0,0-1 0,0 1 0,0 0 0,5-5 0,-4 5-91,0 0 0,1 1 0,-1-1 0,1 1 0,0 0 0,0 0 0,0 0 0,0 1 0,0 0 0,0 0 0,1 0 0,-1 1 0,1 0 0,8-1 0,-1 1-6735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84 24575,'-15'-8'0,"-8"-6"0,-1 1 0,-1 1 0,0 2 0,-44-13 0,65 22 0,1 0 0,-1 1 0,0-1 0,0 1 0,0 0 0,1 0 0,-1 0 0,0 0 0,0 1 0,0-1 0,1 1 0,-1 0 0,0 0 0,1 1 0,-1-1 0,1 1 0,-1 0 0,1-1 0,0 2 0,0-1 0,0 0 0,0 1 0,0-1 0,0 1 0,1 0 0,-1 0 0,1 0 0,0 0 0,-4 6 0,0 1 0,1-1 0,0 1 0,1-1 0,0 2 0,0-1 0,1 0 0,-2 14 0,4-20 0,0 0 0,1 0 0,0 0 0,0 0 0,0 0 0,0-1 0,1 1 0,-1 0 0,1 0 0,0 0 0,0 0 0,1-1 0,-1 1 0,1 0 0,-1-1 0,1 1 0,0-1 0,1 0 0,-1 0 0,1 1 0,-1-2 0,6 6 0,2-1 0,0-1 0,1 0 0,0-1 0,-1 0 0,2-1 0,-1 0 0,0-1 0,1 0 0,0-1 0,22 2 0,-30-3 0,0-1 0,0 0 0,-1-1 0,1 1 0,0-1 0,0 1 0,-1-1 0,1 0 0,-1 0 0,1-1 0,-1 1 0,1-1 0,-1 0 0,0 0 0,0 0 0,0 0 0,0 0 0,0-1 0,0 1 0,0-1 0,3-5 0,-3 3 0,1-1 0,-1 1 0,-1-1 0,1 0 0,-1 0 0,0 0 0,-1 0 0,1 0 0,-1-1 0,-1 1 0,1-12 0,1 7 0,-2 11 0,0 0 0,0-1 0,0 1 0,0 0 0,0 0 0,0 0 0,0 0 0,0 0 0,0 0 0,1 0 0,-1 0 0,0 0 0,0 0 0,0 0 0,0 0 0,0 0 0,0 0 0,0 0 0,0 0 0,0 0 0,1 0 0,-1 0 0,0 0 0,0 0 0,0 0 0,0 0 0,0 0 0,0 0 0,0 0 0,0 0 0,0 0 0,1 0 0,-1 0 0,0 0 0,0 0 0,0 0 0,0 0 0,0 0 0,0 0 0,0 0 0,0 1 0,0-1 0,0 0 0,0 0 0,0 0 0,0 0 0,1 0 0,8 18 0,-4-10 0,4 8-136,1 0-1,1-1 1,0 0-1,1-1 1,1 0-1,0-1 1,1 0-1,0-1 0,25 15 1,-26-20-6690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24575,'3'52'0,"1"0"0,3-1 0,25 93 0,-22-107 0,30 65 0,27 30 0,-61-121-1365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463 64 24575,'-33'-10'0,"-17"-4"0,-5 1 0,2 3 0,5 2 0,2 3 0,5 3 0,0 1 0,3 1 0,6 0 0,7 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24575,'0'5'0,"1"0"0,0 0 0,0 0 0,0 0 0,0 0 0,1 0 0,0 0 0,0 0 0,0 0 0,1-1 0,3 5 0,6 8 0,20 21 0,-23-28 0,12 13 0,27 23 0,-37-36 0,0-2 0,1 0 0,-1 0 0,26 12 0,-33-19 0,-1 1 0,1-1 0,-1 0 0,1 0 0,0-1 0,0 1 0,-1-1 0,1 1 0,0-1 0,6-1 0,-9 1 0,1-1 0,-1 1 0,1 0 0,-1-1 0,1 1 0,-1-1 0,1 0 0,-1 0 0,0 1 0,1-1 0,-1 0 0,0 0 0,0 0 0,1 0 0,-1-1 0,0 1 0,0 0 0,0 0 0,-1-1 0,1 1 0,0 0 0,0-1 0,-1 1 0,1-1 0,-1 1 0,1-1 0,0-1 0,0-4 0,-1 0 0,1 1 0,-1-11 0,0 11 0,0 0 0,0 0 0,2-11 0,-2 17 0,0-1 0,0 1 0,0-1 0,0 1 0,0-1 0,1 1 0,-1 0 0,0-1 0,0 1 0,0-1 0,0 1 0,1 0 0,-1-1 0,0 1 0,1 0 0,-1-1 0,0 1 0,0 0 0,1 0 0,-1-1 0,0 1 0,1 0 0,-1 0 0,1-1 0,-1 1 0,0 0 0,1 0 0,-1 0 0,1 0 0,-1 0 0,0 0 0,1 0 0,-1 0 0,1 0 0,-1 0 0,1 0 0,-1 0 0,0 0 0,1 0 0,-1 0 0,1 0 0,-1 0 0,0 0 0,1 1 0,20 12 0,-13-7 0,-3-4 0,-1 0 0,0 0 0,0 0 0,1 0 0,-1-1 0,1 0 0,0 0 0,-1 0 0,1-1 0,0 1 0,5-1 0,-7 0 0,-1-1 0,1 1 0,0-1 0,0 1 0,-1-1 0,1 0 0,-1 0 0,1 0 0,-1-1 0,1 1 0,-1 0 0,0-1 0,1 0 0,-1 1 0,0-1 0,0 0 0,0 0 0,-1 0 0,1-1 0,2-2 0,-1 0 0,0 0 0,0-1 0,-1 1 0,1-1 0,-1 1 0,0-1 0,-1 0 0,1 0 0,0-11 0,-2 13 0,0 1 0,0-1 0,-1 1 0,1-1 0,-1 1 0,0 0 0,0-1 0,0 1 0,0 0 0,0 0 0,-1 0 0,0 0 0,1 0 0,-1 0 0,0 0 0,-1 0 0,1 1 0,-5-5 0,1 1-195,-1 0 0,0 1 0,-1 0 0,1 0 0,-1 0 0,-15-6 0,6 6-6631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2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24575,'5'53'0,"2"1"0,3-1 0,2-1 0,32 89 0,8-30 0,-42-92 0,2 0 0,1-1 0,21 24 0,-31-37 0,2-1 0,-1 0 0,0 0 0,1-1 0,0 1 0,0-1 0,0 0 0,0 0 0,0-1 0,10 4 0,-12-5 0,-1-1 0,0 1 0,1-1 0,-1 0 0,1 0 0,-1 0 0,1 0 0,-1 0 0,1-1 0,-1 1 0,0-1 0,1 1 0,-1-1 0,1 0 0,-1 0 0,0 0 0,0 0 0,0 0 0,0-1 0,0 1 0,0-1 0,0 1 0,0-1 0,0 0 0,-1 0 0,1 0 0,2-3 0,1-4 0,0 0 0,0 0 0,-1 0 0,0-1 0,3-13 0,7-17 0,-13 39 0,-1 0 0,0 0 0,1 0 0,-1 1 0,1-1 0,0 0 0,-1 0 0,1 0 0,0 0 0,-1 1 0,1-1 0,0 0 0,0 1 0,-1-1 0,1 0 0,0 1 0,0-1 0,0 1 0,0 0 0,0-1 0,0 1 0,0 0 0,0-1 0,1 1 0,1 0 0,-1 0 0,0 0 0,0 1 0,0-1 0,0 1 0,0-1 0,0 1 0,0 0 0,0-1 0,0 1 0,3 2 0,4 3 0,1 1 0,-1 0 0,13 13 0,-20-17 0,11 8 0,-1 0 0,21 12 0,-27-19 0,0 0 0,0-1 0,1 0 0,-1 0 0,1-1 0,0 0 0,-1 0 0,10 1 0,-14-2 0,-1-1 0,1 0 0,0 0 0,-1 0 0,1 0 0,-1-1 0,1 1 0,-1 0 0,1-1 0,0 1 0,-1-1 0,0 1 0,1-1 0,-1 0 0,1 0 0,-1 0 0,0 0 0,1 1 0,-1-2 0,0 1 0,0 0 0,0 0 0,0 0 0,0 0 0,0-1 0,0 1 0,0-1 0,-1 1 0,1 0 0,0-3 0,2-4 0,-1-1 0,0 1 0,0-1 0,0-13 0,1 0 0,-3 22 0,11-51 0,-10 46 0,1 1 0,0 0 0,-1-1 0,1 1 0,1 0 0,-1 0 0,0 0 0,7-7 0,-8 10 0,0 1 0,-1-1 0,1 0 0,0 1 0,0-1 0,0 0 0,0 1 0,0-1 0,0 1 0,0 0 0,0-1 0,0 1 0,0 0 0,1 0 0,-1-1 0,0 1 0,0 0 0,0 0 0,1 1 0,1-1 0,-1 0 0,1 1 0,-1 0 0,0 0 0,1 0 0,-1 0 0,0 0 0,3 2 0,4 4 0,-1 0 0,1 0 0,7 10 0,-10-11 0,66 77 0,-67-76-67,-6-4 235,-12-7-1634,3-3-5360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2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24575,'2'-2'0,"2"1"0,-1 4 0,0 3 0,-2 5 0,-2-1 0,-2 1 0,0-2-8191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3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155 304 24575,'-23'12'0,"-38"26"0,54-34 0,0 1 0,1 0 0,0 1 0,0 0 0,1 0 0,0 0 0,0 0 0,0 1 0,-7 14 0,11-18 0,0 1 0,0-1 0,0 1 0,0-1 0,0 1 0,1-1 0,0 1 0,0 0 0,0-1 0,0 1 0,0 0 0,2 5 0,0-2 0,0-1 0,0 0 0,1 0 0,-1 0 0,1 0 0,6 8 0,1 0 0,1-1 0,1-1 0,-1 0 0,23 17 0,-21-18 0,1-1 0,0 0 0,19 9 0,-30-17 0,1 0 0,0-1 0,0 1 0,0-1 0,0 0 0,0 0 0,0 0 0,1 0 0,-1-1 0,0 0 0,0 0 0,1 0 0,-1 0 0,0-1 0,0 1 0,0-1 0,1 0 0,5-3 0,-8 3 0,1-1 0,-1 0 0,0 1 0,0-1 0,1 0 0,-1-1 0,-1 1 0,1 0 0,0-1 0,0 1 0,-1-1 0,0 1 0,1-1 0,-1 0 0,0 1 0,0-1 0,-1 0 0,1 0 0,0 0 0,-1 0 0,1-5 0,-1-5 0,0 1 0,0-1 0,-4-22 0,-5-6 0,-23-68 0,-2-6 0,29 93 0,-18-94 0,21 101 0,1 0 0,0 0 0,1 0 0,1 0 0,4-25 0,-5 39 0,0 0 0,0 1 0,0-1 0,0 0 0,0 0 0,1 0 0,-1 1 0,0-1 0,1 0 0,-1 0 0,0 0 0,1 1 0,-1-1 0,1 0 0,-1 1 0,1-1 0,1 0 0,-2 0 0,0 1 0,1 0 0,-1 0 0,1 0 0,-1 1 0,0-1 0,1 0 0,-1 0 0,0 0 0,1 0 0,-1 0 0,0 0 0,1 0 0,-1 1 0,0-1 0,1 0 0,-1 0 0,0 0 0,1 1 0,-1-1 0,0 0 0,0 0 0,1 1 0,-1-1 0,0 0 0,1 1 0,2 4 0,0 1 0,0-1 0,3 9 0,-6-13 0,73 217 0,-52-145 0,50 115 0,-69-184 0,0 0 0,0 0 0,1 0 0,-1 0 0,1 0 0,0 0 0,0 0 0,5 3 0,-7-6 0,1 0 0,0 0 0,0 0 0,-1 0 0,1 0 0,0 0 0,0-1 0,0 1 0,0-1 0,0 1 0,0-1 0,0 0 0,0 0 0,-1 0 0,1 0 0,0 0 0,0 0 0,0-1 0,0 1 0,0 0 0,0-1 0,2-1 0,3-1 0,0 0 0,1-1 0,-1 0 0,11-8 0,-11 6 0,1 1 0,14-7 0,-19 11 0,0-1 0,1 1 0,-1 0 0,0 1 0,0-1 0,1 0 0,-1 1 0,1 0 0,-1 0 0,0 0 0,5 1 0,12 3 0,-1 2 0,1 0 0,-2 1 0,28 15 0,19 6 0,-21-12-1365,-27-9-5461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4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24575,'33'91'0,"81"195"0,-83-220 0,30 72 0,-59-126 0,-2-12 0,0 0 0,0 0 0,-1 1 0,1-1 0,0 0 0,0 0 0,0 0 0,0 0 0,-1 0 0,1 0 0,0 0 0,0 0 0,0 0 0,0 0 0,-1 0 0,1 0 0,0 0 0,0 0 0,0-1 0,0 1 0,0 0 0,-1 0 0,1 0 0,0 0 0,0 0 0,0 0 0,0 0 0,0 0 0,-1 0 0,1-1 0,0 1 0,0 0 0,0 0 0,0 0 0,0 0 0,-18-20 0,15 16 0,-21-24 0,-34-41 0,48 57 0,1-1 0,1 0 0,-11-23 0,19 35 0,-1 1 0,1-1 0,-1 0 0,1 0 0,0 0 0,-1 0 0,1 0 0,0 0 0,0 0 0,0 0 0,0 0 0,0 0 0,0 1 0,0-1 0,0 0 0,0 0 0,0 0 0,0 0 0,1 0 0,0-2 0,-1 3 0,1-1 0,0 1 0,-1 0 0,1-1 0,0 1 0,-1 0 0,1-1 0,0 1 0,0 0 0,-1 0 0,1 0 0,0 0 0,0-1 0,-1 1 0,1 0 0,0 0 0,0 1 0,-1-1 0,1 0 0,0 0 0,0 0 0,-1 0 0,1 1 0,0-1 0,1 1 0,30 11 0,53 30 0,-5-3 0,-64-32 0,20 9 0,53 15 0,-78-28 0,0 0 0,1-1 0,-1-1 0,1 0 0,-1 0 0,1-1 0,0 0 0,-1-1 0,15-3 0,-20 2 0,-1 1 0,0-1 0,1 0 0,-1-1 0,0 1 0,0-1 0,0 0 0,0-1 0,-1 1 0,0-1 0,1 0 0,-1 0 0,0 0 0,-1 0 0,1-1 0,-1 0 0,0 1 0,0-1 0,0 0 0,-1-1 0,0 1 0,0 0 0,0-1 0,1-6 0,-3 11 0,0 0 0,0 0 0,0 0 0,1 0 0,-1 0 0,0 0 0,0 0 0,1 1 0,-1-1 0,1 0 0,-1 0 0,1 0 0,-1 0 0,1 1 0,-1-1 0,2 0 0,1 3 0,-1 9 0,2 16-455,0-1 0,10 30 0,-10-42-6371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24575,'5'2'0,"5"4"0,0 4 0,-1 2 0,-3 2 0,-2 1 0,-1 0 0,-2-2-8191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24575,'11'12'0,"-1"0"0,11 18 0,-13-19 0,0 0 0,0 0 0,19 18 0,3-1 0,-17-15 0,1 0 0,0-1 0,1-1 0,24 14 0,-38-24 0,1 0 0,0 0 0,1 0 0,-1 0 0,0-1 0,0 1 0,0 0 0,0-1 0,1 0 0,-1 0 0,0 1 0,0-1 0,1 0 0,-1-1 0,0 1 0,0 0 0,0-1 0,1 1 0,-1-1 0,0 0 0,0 1 0,0-1 0,2-2 0,-1 1 0,0 0 0,-1-1 0,1 1 0,-1-1 0,0 1 0,0-1 0,0 0 0,0 0 0,-1 0 0,1 0 0,-1 0 0,1 0 0,-1-1 0,1-5 0,-1 0 0,1 0 0,-2 1 0,1-1 0,-2-10 0,1 12 0,-1 0 0,2 0 0,-1 0 0,1 0 0,0 1 0,0-1 0,3-10 0,-3 16 0,-1 1 0,0-1 0,0 0 0,1 1 0,-1-1 0,1 0 0,-1 1 0,0-1 0,1 0 0,-1 1 0,1-1 0,0 1 0,-1-1 0,1 1 0,-1-1 0,1 1 0,0 0 0,-1-1 0,1 1 0,0 0 0,-1-1 0,1 1 0,0 0 0,0 0 0,-1 0 0,1 0 0,0-1 0,0 1 0,-1 0 0,1 0 0,0 0 0,0 1 0,-1-1 0,1 0 0,0 0 0,-1 0 0,1 1 0,0-1 0,0 0 0,-1 0 0,1 1 0,0-1 0,-1 1 0,2 0 0,4 3 0,-1 0 0,1 1 0,9 10 0,-6-7 0,20 20 0,-20-19 0,0 1 0,1-1 0,0-1 0,1 0 0,21 13 0,-31-21 0,-1 1 0,1-1 0,0 0 0,0 0 0,0 1 0,0-1 0,0 0 0,0 0 0,-1 0 0,1 0 0,0 0 0,0 0 0,0 0 0,0 0 0,0-1 0,0 1 0,-1 0 0,1-1 0,0 1 0,0 0 0,0-1 0,0 1 0,-1-1 0,1 1 0,0-1 0,-1 1 0,1-1 0,0 1 0,-1-1 0,1 0 0,-1 0 0,1 1 0,-1-1 0,1 0 0,0-1 0,-1 1 0,1 0 0,0 0 0,0 0 0,0 0 0,0 0 0,0 0 0,0 0 0,1 0 0,-1 0 0,0 0 0,0 0 0,1 1 0,-1-1 0,3-1 0,2 2 0,1 0 0,-1 0 0,0 0 0,0 1 0,0-1 0,0 2 0,0-1 0,10 4 0,17 3 0,-9-4 0,4 1 0,48 2 0,-65-7 0,-1-1 0,1 0 0,-1 0 0,1-1 0,-1 0 0,0-1 0,0 0 0,11-6 0,-15 7 0,-1-1 0,1 0 0,-1 0 0,0 0 0,0-1 0,0 0 0,0 0 0,-1 0 0,0-1 0,0 1 0,4-6 0,-6 6 0,0 0 0,0 0 0,0 0 0,0 0 0,-1 0 0,0 0 0,0 0 0,0-1 0,0 1 0,-1 0 0,1-1 0,-1 1 0,0 0 0,-1-1 0,1 1 0,-2-7 0,-1 0 0,-1 0 0,0 0 0,0 0 0,-1 0 0,-1 1 0,1 0 0,-13-16 0,18 26 0,-1-1 0,1 0 0,-1 0 0,1 0 0,-1 1 0,0-1 0,0 0 0,1 0 0,-1 1 0,0-1 0,0 1 0,0-1 0,1 1 0,-1-1 0,0 1 0,0-1 0,0 1 0,0 0 0,0 0 0,-2-1 0,2 1 0,0 1 0,1-1 0,-1 0 0,0 1 0,0-1 0,1 0 0,-1 1 0,0-1 0,1 1 0,-1-1 0,1 1 0,-1-1 0,0 1 0,1-1 0,-1 1 0,1 0 0,0-1 0,-1 1 0,1 0 0,-1 0 0,-1 4 0,0 1 0,0-1 0,1 0 0,-1 1 0,1-1 0,0 7 0,0-2 0,0 0 0,1 0 0,0 0 0,1 1 0,0-1 0,0 0 0,1 0 0,0 0 0,1 0 0,0-1 0,1 1 0,0-1 0,7 12 0,-2-6 30,0-1 0,1-1 0,19 20 0,-24-28-154,0 0 0,0-1 1,0 1-1,1-2 0,0 1 0,0 0 1,0-1-1,0 0 0,1-1 0,-1 1 1,11 1-1,-4-1-6702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231 624 24575,'-6'-1'0,"-78"-20"0,72 19 0,-1 1 0,1 0 0,-1 0 0,-22 3 0,33-2 0,-1 0 0,0 1 0,1 0 0,-1-1 0,1 1 0,-1 0 0,1 0 0,-1 0 0,1 1 0,0-1 0,0 1 0,-1-1 0,1 1 0,0 0 0,0 0 0,1-1 0,-1 1 0,0 1 0,1-1 0,-1 0 0,1 0 0,-1 1 0,1-1 0,0 0 0,0 1 0,0-1 0,1 1 0,-1 0 0,1-1 0,-1 1 0,1 0 0,0 3 0,0-2 0,0 0 0,0 0 0,0 0 0,1 0 0,-1 0 0,1 0 0,0 0 0,1 0 0,-1 0 0,1 0 0,-1 0 0,1-1 0,0 1 0,1-1 0,-1 1 0,1-1 0,-1 0 0,1 0 0,0 0 0,5 3 0,-5-4 0,-1 0 0,1 0 0,1 0 0,-1 0 0,0-1 0,0 0 0,1 0 0,-1 0 0,0 0 0,1 0 0,-1-1 0,7 1 0,-8-1 0,0-1 0,1 1 0,-1-1 0,0 1 0,1-1 0,-1 0 0,0 0 0,0 0 0,0 0 0,0 0 0,0-1 0,0 1 0,0-1 0,0 1 0,-1-1 0,1 1 0,0-1 0,-1 0 0,2-3 0,3-5 0,0 1 0,-1-1 0,0 0 0,-1-1 0,-1 1 0,1-1 0,-2 0 0,1 0 0,-2 0 0,2-13 0,-2-10 0,-1 1 0,-5-38 0,-6-16 0,-4 0 0,-4 1 0,-32-91 0,50 174 0,0 0 0,0 0 0,0 0 0,0 0 0,0 0 0,-1 0 0,-2-3 0,4 6 0,0-1 0,0 1 0,0 0 0,0 0 0,0 0 0,-1 0 0,1 0 0,0 0 0,0 0 0,0 0 0,0 0 0,0 0 0,0 0 0,0 0 0,0 0 0,0 0 0,0 0 0,-1-1 0,1 1 0,0 0 0,0 0 0,0 0 0,0 0 0,0 0 0,0 0 0,0 0 0,0 0 0,-1 0 0,1 0 0,0 1 0,0-1 0,0 0 0,0 0 0,0 0 0,0 0 0,0 0 0,0 0 0,0 0 0,-1 0 0,1 0 0,0 0 0,0 0 0,0 0 0,0 0 0,0 0 0,0 0 0,0 1 0,-3 6 0,1 9 0,6 34 0,1 1 0,2-1 0,28 94 0,-18-87-341,4-2 0,1 0-1,51 88 1,-65-129-6485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7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131 164 24575,'24'2'0,"-1"2"0,24 7 0,-36-7 0,-1-1 0,0 1 0,0 0 0,-1 1 0,1 0 0,15 12 0,-23-14 0,1-1 0,-1 1 0,0-1 0,0 1 0,0 0 0,0 0 0,-1 0 0,1 0 0,-1 0 0,0 0 0,0 0 0,0 1 0,0-1 0,-1 0 0,1 1 0,-1 5 0,1-1 0,-1 1 0,-1-1 0,0 1 0,0-1 0,-4 14 0,4-19 0,0 0 0,0-1 0,0 1 0,-1 0 0,1 0 0,-1-1 0,0 1 0,1-1 0,-1 0 0,-1 1 0,1-1 0,0 0 0,0 0 0,-1 0 0,1 0 0,-1-1 0,0 1 0,1-1 0,-1 0 0,0 1 0,0-1 0,0 0 0,0-1 0,0 1 0,0 0 0,0-1 0,-6 0 0,-4 1 0,1-2 0,-1 0 0,0 0 0,0-1 0,-16-5 0,17 3 0,0 0 0,0-1 0,0 0 0,1-1 0,0 0 0,0-1 0,0 0 0,1-1 0,0 0 0,1 0 0,-1-1 0,-10-15 0,18 22 0,0-1 0,1 1 0,0-1 0,-1 0 0,1 0 0,0 1 0,0-1 0,0 0 0,1 0 0,-1 0 0,1 0 0,0 0 0,0 0 0,0-6 0,0 8 0,0 0 0,1 0 0,-1-1 0,1 1 0,-1 0 0,1 0 0,-1 0 0,1-1 0,0 1 0,0 0 0,-1 0 0,1 0 0,0 0 0,0 1 0,0-1 0,0 0 0,0 0 0,0 0 0,0 1 0,0-1 0,0 0 0,1 1 0,-1-1 0,0 1 0,0 0 0,1-1 0,-1 1 0,0 0 0,0 0 0,1 0 0,-1 0 0,0 0 0,1 0 0,-1 0 0,0 0 0,2 1 0,12 2 0,-1 0 0,0 1 0,0 1 0,0 0 0,-1 1 0,15 9 0,18 7 0,-42-20 0,74 27 0,-66-26 0,-1 0 0,1-1 0,0 0 0,-1-1 0,14 0 0,-18-1 0,-1 0 0,1 0 0,0-1 0,-1 0 0,1 0 0,-1-1 0,1 0 0,-1 0 0,1-1 0,-1 1 0,0-1 0,0-1 0,-1 1 0,1-1 0,-1 0 0,1 0 0,-1 0 0,0-1 0,-1 0 0,8-9 0,-6 4 0,0 1 0,0-1 0,-1 0 0,0-1 0,-1 1 0,0-1 0,-1 0 0,0 0 0,-1 0 0,0-1 0,-1 1 0,1-13 0,-3 18 0,1 1 0,-1 0 0,0-1 0,-1 1 0,1 0 0,-1 0 0,0 0 0,0 0 0,-5-8 0,5 10 0,0-1 0,0 1 0,0 0 0,-1 0 0,0 0 0,1 1 0,-1-1 0,0 0 0,0 1 0,0 0 0,-1 0 0,1 0 0,0 0 0,-5-1 0,6 2 0,1 1 0,-1 0 0,0-1 0,1 1 0,-1 0 0,0 0 0,1 0 0,-1 1 0,1-1 0,-1 0 0,0 0 0,1 1 0,-1-1 0,1 1 0,-1 0 0,1-1 0,-1 1 0,1 0 0,0 0 0,-1 0 0,1 0 0,0 0 0,0 0 0,-1 0 0,1 0 0,0 1 0,0-1 0,0 0 0,1 1 0,-1-1 0,0 1 0,0-1 0,0 3 0,-1 2 0,-1-1 0,2 1 0,-1 0 0,1 0 0,0-1 0,0 1 0,0 0 0,1 7 0,1-4 0,0-1 0,1 0 0,0 1 0,0-1 0,1 0 0,0-1 0,0 1 0,1 0 0,0-1 0,0 0 0,1 0 0,0 0 0,0-1 0,1 1 0,0-1 0,7 6 0,5 3 0,1-1 0,0-1 0,0 0 0,37 16 0,-40-21 0,0-1 0,0-1 0,0 0 0,1-2 0,0 0 0,0 0 0,0-2 0,33 2 0,-48-4-47,1 0 0,-1-1 0,1 1 0,0-1 0,-1 1 0,1-1 0,-1 0 0,1 0 0,-1 0-1,1 0 1,-1 0 0,0 0 0,0-1 0,1 1 0,-1-1 0,0 1 0,0-1 0,-1 0 0,1 0 0,0 0 0,-1 0 0,1 0-1,-1-1 1,1 1 0,-1 0 0,0-1 0,0 1 0,1-4 0,1-7-6779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8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23 24575,'-84'-19'0,"75"18"0,-1 0 0,1 0 0,0 1 0,0 0 0,0 1 0,0 0 0,-11 2 0,18-2 0,0-1 0,0 1 0,0 0 0,0 0 0,0 0 0,1 0 0,-1 0 0,0 0 0,1 0 0,-1 0 0,1 1 0,-1-1 0,1 1 0,0-1 0,-1 1 0,1 0 0,0-1 0,0 1 0,0 0 0,0 0 0,1-1 0,-1 1 0,0 0 0,1 0 0,0 0 0,-1 0 0,1 0 0,0 0 0,0 0 0,0 0 0,0 3 0,1 5 0,0 0 0,1 0 0,0 0 0,7 17 0,-9-24 0,6 12 0,1 0 0,0 0 0,1 0 0,17 25 0,47 49 0,-69-86 0,30 29 0,-25-26 0,0 1 0,-1 1 0,8 9 0,-15-17 0,1 1 0,-1-1 0,1 1 0,-1 0 0,1-1 0,-1 1 0,0 0 0,1-1 0,-1 1 0,0 0 0,1-1 0,-1 1 0,0 0 0,0 0 0,0-1 0,0 1 0,0 0 0,0 0 0,0-1 0,0 1 0,0 0 0,0 0 0,0-1 0,0 1 0,-1 1 0,0-1 0,0 0 0,1 0 0,-1 0 0,0-1 0,0 1 0,0 0 0,0-1 0,0 1 0,0-1 0,0 1 0,0-1 0,0 1 0,0-1 0,0 0 0,-2 1 0,-7 0 0,1 0 0,-1 0 0,-12-2 0,15 1 0,-98-9-41,67 5-1283,18 1-5502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9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24575,'3'16'0,"3"4"0,0 3 0,-2-4 0,-3-5-8191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9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24575,'5'8'0,"2"5"0,0 3 0,-5-2 0,-1 1 0,-2-4-8191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0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24575,'3'29'0,"3"14"0,1 5 0,1 0 0,0-4 0,1-3 0,2-4 0,1-3 0,1-5 0,1-5 0,1 0 0,-2-3 0,-1-5 0,0-2 0,1-3 0,1-5 0,-3-2-8191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0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32 24575,'-18'-5'0,"-9"-2"0,-2 1 0,-1 0 0,2 3 0,0 0 0,2 2 0,1 1 0,-1 0 0,-1 0 0,2 0 0,2 0 0,5 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24575,'0'-11'0,"0"-3"0,0 13 0,1 8 0,7 40 0,2-1 0,2 0 0,1-1 0,37 80 0,-10-46 0,-34-69 0,0-1 0,0 0 0,1 0 0,1 0 0,14 13 0,-21-21 0,0 0 0,0 0 0,0 0 0,0 0 0,1 0 0,-1 0 0,0-1 0,0 1 0,0 0 0,1-1 0,-1 1 0,0-1 0,1 1 0,-1-1 0,0 0 0,1 1 0,-1-1 0,1 0 0,-1 0 0,0 0 0,1 0 0,-1 0 0,1-1 0,-1 1 0,0 0 0,1-1 0,-1 1 0,0-1 0,1 1 0,-1-1 0,0 1 0,0-1 0,1 0 0,-1 0 0,0 0 0,0 0 0,0 0 0,0 0 0,0 0 0,0 0 0,0 0 0,-1 0 0,1 0 0,0 0 0,-1-1 0,1 1 0,0-2 0,7-15 0,-1 0 0,7-30 0,6-15 0,-20 61 0,1 0 0,0 0 0,0 0 0,0 0 0,1 0 0,-1 0 0,0 0 0,1 0 0,-1 1 0,1-1 0,-1 1 0,1-1 0,2-1 0,-3 3 0,0-1 0,0 1 0,0 0 0,0-1 0,0 1 0,0 0 0,0 0 0,0 0 0,0 0 0,0 0 0,0 0 0,0 0 0,0 0 0,0 0 0,0 1 0,0-1 0,0 0 0,0 1 0,0-1 0,0 0 0,-1 1 0,1-1 0,0 1 0,0 0 0,0-1 0,-1 1 0,1-1 0,0 1 0,0 0 0,-1 0 0,2 1 0,41 56 0,-32-42 0,0 0 0,28 27 0,-26-30-227,0 0-1,2-1 1,-1-1-1,2 0 1,29 15-1,-32-21-6598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24575,'-8'2'0,"1"1"0,-1 1 0,0-1 0,1 1 0,-14 10 0,19-13 0,1 0 0,-1 1 0,1-1 0,-1 0 0,1 0 0,0 1 0,0-1 0,0 1 0,-1-1 0,1 1 0,1 0 0,-1-1 0,0 1 0,0 0 0,1 0 0,-1-1 0,1 1 0,-1 0 0,1 0 0,0 0 0,-1 0 0,1 0 0,0 0 0,0-1 0,1 1 0,-1 0 0,0 0 0,1 0 0,-1 0 0,1 0 0,-1-1 0,2 3 0,2 2 0,1 0 0,-1 0 0,1 0 0,1-1 0,-1 0 0,1 0 0,0 0 0,0 0 0,0-1 0,0 0 0,1-1 0,0 1 0,0-1 0,0-1 0,0 1 0,0-1 0,13 2 0,-19-4 0,1 0 0,0 1 0,-1-1 0,1 0 0,-1-1 0,1 1 0,0 0 0,-1 0 0,1-1 0,-1 1 0,1-1 0,-1 1 0,1-1 0,-1 0 0,1 1 0,-1-1 0,0 0 0,0 0 0,1 0 0,-1 0 0,0 0 0,0 0 0,0 0 0,0-1 0,0 1 0,0 0 0,0-1 0,0 1 0,-1 0 0,1-1 0,0 1 0,-1-1 0,1-1 0,1-6 0,-1 0 0,1 0 0,-2 0 0,0-17 0,1 2 0,-1 24 0,0 0 0,0-1 0,-1 1 0,1 0 0,0 0 0,0 0 0,1-1 0,-1 1 0,0 0 0,0 0 0,0 0 0,0-1 0,0 1 0,0 0 0,0 0 0,0 0 0,0-1 0,0 1 0,0 0 0,1 0 0,-1 0 0,0 0 0,0-1 0,0 1 0,0 0 0,0 0 0,1 0 0,-1 0 0,0 0 0,0 0 0,0-1 0,1 1 0,5 4 0,6 15 0,-9-15 0,6 8-91,2-1 0,-1 0 0,1 0-1,1-1 1,17 11 0,-16-11-727,0 0-6008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2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24575,'-1'66'0,"0"-16"0,9 91 0,-6-128 0,1-1 0,0-1 0,0 1 0,10 21 0,-13-32 0,1-1 0,-1 1 0,0 0 0,0-1 0,1 1 0,-1-1 0,0 1 0,1-1 0,-1 1 0,1-1 0,-1 1 0,0-1 0,1 1 0,-1-1 0,1 1 0,-1-1 0,1 0 0,0 1 0,-1-1 0,1 0 0,-1 1 0,1-1 0,1 0 0,-2 0 0,1 0 0,-1 0 0,1-1 0,-1 1 0,1 0 0,-1 0 0,1-1 0,-1 1 0,1 0 0,-1-1 0,1 1 0,-1-1 0,1 1 0,-1-1 0,0 1 0,1 0 0,-1-1 0,0 0 0,0 1 0,1-1 0,1-3 0,-1 1 0,0 0 0,1-1 0,-1 0 0,-1 1 0,2-8 0,-3-2 0,-1-1 0,0 1 0,0-1 0,-2 1 0,0 0 0,-8-19 0,-1-4 0,0-1 0,5 15 0,0-1 0,2 0 0,-7-47 0,15 55 0,-2 14 0,0 1 0,0 0 0,0 0 0,1-1 0,-1 1 0,0 0 0,0 0 0,0-1 0,1 1 0,-1 0 0,0 0 0,0 0 0,1-1 0,-1 1 0,0 0 0,1 0 0,-1 0 0,0 0 0,1 0 0,-1-1 0,0 1 0,0 0 0,1 0 0,-1 0 0,1 0 0,0 0 0,0 1 0,1-1 0,-1 1 0,0-1 0,0 1 0,0 0 0,0-1 0,1 1 0,-1 0 0,0 0 0,0-1 0,0 1 0,-1 0 0,1 0 0,0 0 0,0 0 0,1 2 0,4 7 14,0-1-1,0 1 0,-1 1 0,0-1 1,-1 1-1,0 0 0,-1 0 1,4 18-1,-7-25-63,1 0 1,-1 0-1,1-1 1,-1 1-1,0 0 1,-1 0-1,1 0 1,-1 0-1,0-1 1,0 1-1,0 0 1,0 0-1,0-1 1,-1 1-1,0-1 1,0 0-1,0 1 1,0-1-1,0 0 1,0 0-1,-1 0 1,0 0-1,0-1 1,1 1-1,-1-1 1,-1 0-1,1 1 1,0-1-1,-5 2 1,-2 0-6777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2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116 195 24575,'-5'17'0,"-25"82"0,26-84 0,1 0 0,1 0 0,0 0 0,1 26 0,6-25 0,-1-13 0,0-10 0,-3 0 0,0 0 0,-1-1 0,1 1 0,-1 0 0,-1 0 0,1 0 0,-1 0 0,-3-9 0,0-14 0,-5-38 0,-3-35 0,11 87 0,1 1 0,1-1 0,0 1 0,5-25 0,-5 37 0,0 1 0,0-1 0,-1 0 0,2 0 0,-1 1 0,0-1 0,1 1 0,-1-1 0,1 1 0,0-1 0,-1 1 0,1 0 0,0 0 0,1 0 0,-1 0 0,4-2 0,-5 3 0,1 0 0,-1 1 0,1-1 0,0 1 0,-1-1 0,1 1 0,0 0 0,0 0 0,-1 0 0,1-1 0,0 2 0,-1-1 0,1 0 0,0 0 0,0 0 0,-1 1 0,1-1 0,0 1 0,-1 0 0,1-1 0,-1 1 0,1 0 0,-1 0 0,1 0 0,-1 0 0,0 0 0,1 0 0,1 3 0,1 1 0,0 0 0,0 1 0,-1-1 0,0 1 0,0 0 0,-1 0 0,1 0 0,-1 0 0,-1 0 0,1 0 0,-1 1 0,0-1 0,0 1 0,-1-1 0,0 1 0,0-1 0,-2 12 0,0-12 8,0-1-1,0 0 1,0 1-1,-1-1 1,0 0-1,0-1 1,0 1-1,-1 0 1,1-1-1,-1 0 1,0 1-1,0-2 1,-1 1-1,1 0 1,-8 3-1,1 0-255,-1 0 1,0-1-1,0-1 1,-1 0-1,-18 4 1,12-4-6579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3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79 262 24575,'28'-44'0,"-15"25"0,-1-1 0,-1 0 0,0 0 0,-1-1 0,8-28 0,-18 47 0,1 0 0,0 0 0,-1 0 0,0 0 0,0-1 0,1 1 0,-1 0 0,0 0 0,-1 0 0,1 0 0,0-1 0,-1 1 0,1 0 0,-1 0 0,1 0 0,-1 0 0,0 0 0,0 0 0,0 0 0,0 0 0,-1 0 0,-1-1 0,1 1 0,0 0 0,-1 0 0,1 0 0,-1 1 0,1-1 0,-1 1 0,0 0 0,0 0 0,0 0 0,1 0 0,-1 0 0,0 1 0,0-1 0,0 1 0,-4 0 0,1-1 0,-1 1 0,0 0 0,1 0 0,-1 1 0,1 0 0,-1 0 0,1 1 0,0 0 0,0 0 0,-8 3 0,11-3 0,0 0 0,0 0 0,0 0 0,0 0 0,1 1 0,-1-1 0,1 1 0,-1 0 0,1 0 0,0 0 0,0 0 0,0 0 0,0 0 0,1 0 0,-1 1 0,1-1 0,0 1 0,0-1 0,-1 7 0,1-3 0,0 0 0,0 1 0,1-1 0,-1 0 0,2 0 0,-1 0 0,1 0 0,2 9 0,-2-12 0,1 0 0,-1-1 0,1 1 0,0-1 0,-1 0 0,1 1 0,1-1 0,-1 0 0,0 0 0,1 0 0,0-1 0,-1 1 0,1 0 0,0-1 0,1 0 0,-1 0 0,4 2 0,18 7 0,-1-1 0,46 11 0,-53-17 0,-4 0 0,0-2 0,1 0 0,-1 0 0,0-1 0,26-2 0,-37 1 0,-1 0 0,0 0 0,1 0 0,-1 0 0,0-1 0,1 1 0,-1-1 0,0 1 0,0-1 0,1 1 0,-1-1 0,0 1 0,0-1 0,0 0 0,0 0 0,0 0 0,0 0 0,0 0 0,0 0 0,0 0 0,0 0 0,0 0 0,-1 0 0,1 0 0,0-1 0,-1 1 0,2-2 0,-1-3 0,-1 1 0,1 0 0,-1-1 0,1 1 0,-2-11 0,0 12 0,1-1 0,0 0 0,0 1 0,0-1 0,1 0 0,1-5 0,-2 10 0,0-1 0,0 1 0,1-1 0,-1 1 0,0-1 0,0 1 0,1 0 0,-1-1 0,0 1 0,1-1 0,-1 1 0,0 0 0,1-1 0,-1 1 0,0 0 0,1-1 0,-1 1 0,1 0 0,-1 0 0,1 0 0,-1-1 0,1 1 0,-1 0 0,1 0 0,-1 0 0,1 0 0,-1 0 0,1 0 0,-1 0 0,1 0 0,-1 0 0,1 0 0,-1 0 0,1 0 0,-1 0 0,1 0 0,-1 0 0,1 1 0,-1-1 0,1 0 0,-1 0 0,0 1 0,1-1 0,-1 0 0,1 0 0,-1 1 0,0-1 0,1 1 0,-1-1 0,1 1 0,21 21 0,-20-19 0,8 9 0,1 0 0,1 0 0,0-1 0,0-1 0,1 0 0,0-1 0,1 0 0,23 10 0,-35-18 0,0 0 0,0-1 0,0 1 0,0-1 0,0 1 0,0-1 0,0 0 0,0 0 0,0 0 0,0 0 0,0 0 0,0 0 0,1-1 0,2 0 0,-1-1 0,0 1 0,0-1 0,-1-1 0,1 1 0,4-4 0,14-10 0,-19 15 0,0 0 0,0 0 0,0 0 0,0 1 0,0-1 0,0 1 0,1-1 0,-1 1 0,0 0 0,0 0 0,0 1 0,0-1 0,0 1 0,0-1 0,6 3 0,4 2 0,0 0 0,14 8 0,-21-10 0,9 5-1365,-2-1-5461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24575,'38'-20'0,"1"3"0,0 1 0,52-13 0,-86 27 0,1 1 0,0 0 0,0 0 0,0 1 0,0 0 0,0 0 0,0 0 0,0 1 0,8 1 0,-12-1 0,0 0 0,0-1 0,0 1 0,-1 0 0,1 0 0,0 0 0,0 0 0,-1 0 0,1 0 0,-1 1 0,1-1 0,-1 0 0,0 1 0,1-1 0,-1 1 0,0-1 0,0 1 0,0 0 0,0 0 0,0-1 0,0 1 0,-1 0 0,1 0 0,-1 0 0,1 0 0,-1 0 0,0 0 0,0 0 0,1 0 0,-1 0 0,-1 2 0,1 1 0,-1 0 0,0 0 0,-1 0 0,1-1 0,-1 1 0,0 0 0,0-1 0,0 1 0,-1-1 0,-5 8 0,4-7 0,1 0 0,0 1 0,0-1 0,0 1 0,1-1 0,0 1 0,-2 7 0,3-10 4,1 0 0,0 0-1,0 1 1,0-1 0,0 0 0,0 0-1,1 0 1,-1 0 0,1 0 0,0 0-1,0 0 1,0 0 0,1 0 0,-1 0-1,0 0 1,3 2 0,2 4-108,1-1 0,0 0 1,12 9-1,-3-1-910,-6-6-5812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4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53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24575,'0'-2'0,"0"1"0,0-1 0,1 1 0,-1-1 0,0 0 0,1 1 0,-1-1 0,1 1 0,-1-1 0,1 1 0,0-1 0,-1 1 0,1 0 0,0-1 0,0 1 0,0 0 0,2-3 0,-2 4 0,0-1 0,0 1 0,0-1 0,-1 1 0,1-1 0,0 1 0,0 0 0,0 0 0,0-1 0,0 1 0,0 0 0,0 0 0,0 0 0,0 0 0,-1 0 0,1 0 0,0 0 0,0 1 0,0-1 0,0 0 0,0 0 0,0 1 0,0-1 0,0 0 0,-1 1 0,1-1 0,0 1 0,0-1 0,-1 1 0,1 0 0,0-1 0,0 2 0,8 6 0,0 1 0,-1 1 0,-1-1 0,1 1 0,6 13 0,26 57 0,-31-59 0,-1 0 0,-1 0 0,0 1 0,-2 0 0,-1 0 0,0 0 0,0 33 0,-4-89 0,0 4 0,4-32 0,-3 52 0,0 0 0,2 1 0,-1-1 0,1 0 0,0 1 0,1-1 0,7-12 0,-5 13 0,-1 0 0,1 0 0,1 1 0,0 0 0,0 0 0,1 0 0,15-11 0,-20 17 0,0 0 0,0 0 0,0 0 0,0 1 0,0-1 0,1 1 0,-1 0 0,0 0 0,1 0 0,-1 1 0,1-1 0,-1 1 0,1-1 0,0 1 0,-1 1 0,1-1 0,-1 0 0,1 1 0,-1-1 0,1 1 0,-1 0 0,0 1 0,1-1 0,-1 0 0,0 1 0,6 3 0,3 5 0,-1 0 0,0 1 0,-1 0 0,0 0 0,-1 1 0,8 13 0,-8-12 0,-7-11 0,52 69 0,-43-59 0,-1-1 0,2 0 0,21 16 0,-11-12-1365,-12-8-5461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4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1047 1899 24575,'-122'-214'-1101,"-14"8"-327,-32-51 642,-27-81-144,-207-489 0,378 770-2086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5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24575,'-16'11'0,"8"-6"0,0 1 0,0 0 0,-7 8 0,13-13 0,1 1 0,-1 0 0,1-1 0,0 1 0,-1 0 0,1-1 0,0 1 0,0 0 0,1 0 0,-1 0 0,0 0 0,1 0 0,-1 0 0,1 0 0,-1 0 0,1 0 0,0 0 0,0 0 0,0 0 0,0 3 0,1-3 0,0 0 0,-1 0 0,1-1 0,0 1 0,0 0 0,0 0 0,0-1 0,0 1 0,1 0 0,-1-1 0,0 0 0,1 1 0,-1-1 0,1 0 0,0 1 0,2 0 0,31 16 0,-24-14 0,138 78 0,-119-64 0,-28-17 0,12 7 0,0 1 0,17 14 0,-27-20 0,-1 0 0,0-1 0,-1 1 0,1 0 0,0 1 0,-1-1 0,0 0 0,0 1 0,0-1 0,0 1 0,0 0 0,-1-1 0,0 1 0,1 0 0,0 6 0,-2-8 0,-1 1 0,1-1 0,0 0 0,-1 1 0,1-1 0,-1 0 0,0 1 0,0-1 0,0 0 0,0 0 0,0 0 0,0 0 0,0 0 0,-1 0 0,1 0 0,-1 0 0,0-1 0,1 1 0,-1 0 0,0-1 0,0 0 0,0 1 0,0-1 0,0 0 0,-2 1 0,-5 2 0,1 0 0,-1 0 0,0-1 0,1-1 0,-11 3 0,1-2 0,1-1 0,-1-1 0,0 0 0,0-1 0,0-1 0,-24-4 0,39 5-85,0-1 0,0 0-1,0 0 1,-1 0 0,1 0-1,0-1 1,1 1 0,-1-1-1,0 0 1,0 0 0,1 0-1,-1 0 1,1 0 0,-1 0-1,-2-5 1,-2-4-6741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11 24575,'-21'-4'0,"-37"-3"0,51 7 0,-1 0 0,1 0 0,0 1 0,0 0 0,0 0 0,-1 1 0,1 0 0,-11 5 0,16-7 0,0 1 0,0 0 0,0 0 0,0 1 0,0-1 0,1 0 0,-1 1 0,0-1 0,1 1 0,-1-1 0,1 1 0,0 0 0,-1-1 0,1 1 0,0 0 0,0 0 0,0 0 0,-1 4 0,1-3 0,1 0 0,0-1 0,0 1 0,0 0 0,0 0 0,0 0 0,0 0 0,1-1 0,-1 1 0,1 0 0,0 0 0,2 4 0,1 0 0,0 1 0,0-1 0,0-1 0,1 1 0,0-1 0,1 0 0,-1 0 0,1 0 0,9 5 0,-8-5 0,1-2 0,0 1 0,1-1 0,-1 0 0,1-1 0,-1 0 0,17 3 0,-21-5 0,0 0 0,1 0 0,-1-1 0,0 0 0,0 0 0,1 0 0,-1 0 0,0-1 0,1 1 0,-1-1 0,0 0 0,0-1 0,0 1 0,0-1 0,0 1 0,0-1 0,0-1 0,4-2 0,-6 2 0,0 1 0,0 0 0,0-1 0,0 0 0,-1 1 0,0-1 0,1 0 0,-1 0 0,0 0 0,0 1 0,-1-1 0,1 0 0,0 0 0,-1 0 0,0-1 0,0 1 0,0-5 0,3-21 0,-3 29 0,0-1 0,0 1 0,0 0 0,0 0 0,0-1 0,0 1 0,0 0 0,1 0 0,-1-1 0,0 1 0,0 0 0,0 0 0,0-1 0,1 1 0,-1 0 0,0 0 0,0-1 0,0 1 0,1 0 0,-1 0 0,0 0 0,0 0 0,1-1 0,-1 1 0,0 0 0,0 0 0,1 0 0,-1 0 0,0 0 0,0 0 0,1 0 0,-1 0 0,0 0 0,1 0 0,-1 0 0,0 0 0,0 0 0,1 0 0,-1 0 0,0 0 0,1 0 0,-1 0 0,0 0 0,0 0 0,1 0 0,-1 1 0,0-1 0,0 0 0,1 0 0,-1 0 0,0 0 0,0 1 0,0-1 0,1 0 0,-1 0 0,0 0 0,0 1 0,0-1 0,0 0 0,1 0 0,-1 1 0,15 20 0,-11-15 0,0-1-195,0 0 0,0 0 0,1-1 0,0 0 0,-1 0 0,8 5 0,1-2-6631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6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24575,'1'2'0,"0"1"0,0-1 0,1 0 0,-1 0 0,0 0 0,1 0 0,-1 0 0,1 0 0,-1 0 0,1 0 0,0-1 0,0 1 0,0-1 0,3 2 0,2 3 0,-2-1 0,13 11 0,31 22 0,-44-35 0,1 1 0,0-1 0,0 0 0,0 0 0,0-1 0,0 0 0,0 0 0,0 0 0,1-1 0,12 1 0,-18-2 0,1 0 0,0 0 0,-1 0 0,1 0 0,0 0 0,0 0 0,-1 0 0,1-1 0,0 1 0,-1-1 0,1 0 0,-1 1 0,1-1 0,-1 0 0,1 0 0,-1 0 0,1 0 0,-1 0 0,0 0 0,1 0 0,-1 0 0,0-1 0,0 1 0,0 0 0,0-1 0,0 1 0,0-1 0,-1 1 0,1-1 0,0-1 0,1-4 0,-1-1 0,0 1 0,0 0 0,-1 0 0,-1-15 0,1-9 0,0 31 0,0 0 0,0-1 0,0 1 0,0 0 0,0 0 0,0-1 0,0 1 0,0 0 0,0 0 0,0-1 0,0 1 0,1 0 0,-1 0 0,0 0 0,0-1 0,0 1 0,0 0 0,0 0 0,1 0 0,-1-1 0,0 1 0,0 0 0,0 0 0,1 0 0,-1 0 0,0 0 0,0 0 0,0-1 0,1 1 0,-1 0 0,0 0 0,0 0 0,1 0 0,-1 0 0,0 0 0,0 0 0,12 4 0,9 11 0,-19-13 0,9 7 0,1-1 0,21 13 0,-30-19 0,0 0 0,1-1 0,-1 1 0,1-1 0,0 0 0,-1 0 0,1 0 0,0 0 0,0-1 0,-1 1 0,1-1 0,0 0 0,0 0 0,0-1 0,5 0 0,-7 0 0,-1 0 0,1 0 0,-1 0 0,1 0 0,-1 0 0,1 0 0,-1-1 0,1 1 0,-1-1 0,0 1 0,0-1 0,0 1 0,0-1 0,0 1 0,0-1 0,1-3 0,-1 2 0,0 1 0,0 0 0,0-1 0,1 1 0,-1 0 0,1 0 0,2-2 0,-3 3 0,-1 1 0,1-1 0,0 0 0,0 1 0,0 0 0,0-1 0,0 1 0,0-1 0,0 1 0,0 0 0,0 0 0,0 0 0,0 0 0,1 0 0,-1 0 0,0 0 0,0 0 0,0 0 0,0 0 0,0 0 0,0 1 0,1 0 0,3 1-2,0 0 0,-1 0 0,1 1 0,-1 0 0,0 0 0,8 6 0,1 2-1349,0-2-5475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7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 24575,'27'27'0,"-1"1"0,-1 1 0,-2 1 0,-1 0 0,-1 2 0,25 54 0,-41-76 0,-3-6 0,0 0 0,0 0 0,-1 1 0,3 7 0,-27-35 0,-15-27 0,-61-108 0,93 147 0,1-1 0,0 1 0,1-1 0,0-1 0,1 1 0,1 0 0,0-1 0,0 1 0,1-1 0,1 0 0,2-19 0,-2 30 0,0-1 0,0 0 0,1 1 0,-1-1 0,1 1 0,0-1 0,0 1 0,0-1 0,0 1 0,0 0 0,1-1 0,-1 1 0,1 0 0,-1 0 0,1 0 0,0 0 0,0 0 0,2-1 0,-1 1 0,0 0 0,0 1 0,0-1 0,0 1 0,0 0 0,0 0 0,1 0 0,-1 0 0,0 1 0,0-1 0,1 1 0,-1 0 0,4 0 0,-2 0 0,0 0 0,0 1 0,0 0 0,0 0 0,0 0 0,-1 1 0,1 0 0,0 0 0,0 0 0,-1 0 0,0 1 0,1-1 0,-1 1 0,0 0 0,0 0 0,-1 1 0,1-1 0,6 9 0,-8-9 0,0 1 0,0 0 0,0 0 0,0 0 0,0 0 0,-1 0 0,0 0 0,0 0 0,0 0 0,1 8 0,-3-10 0,1 1 0,0-1 0,-1 0 0,1 0 0,-1 1 0,1-1 0,-1 0 0,0 0 0,0 0 0,0 0 0,0 0 0,-1 0 0,1 0 0,-1 0 0,1 0 0,-1 0 0,1-1 0,-1 1 0,0-1 0,0 1 0,-2 1 0,-8 3-51,1 0-1,0-1 1,-1 0-1,-22 6 1,15-5-1057,-4 2-5718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231 776 24575,'3'-44'0,"-4"-73"0,-2 89 0,-1-1 0,-1 1 0,-14-43 0,-14-21 0,-70-138 0,40 93 0,61 169 0,3 13 0,12 73 0,-7-90 0,1-1 0,1 1 0,19 45 0,-11-39 0,0-1 0,3 0 0,36 49 0,-46-71 0,0 0 0,0-1 0,1 0 0,1-1 0,0 0 0,0 0 0,0-1 0,1-1 0,0 0 0,1-1 0,-1 0 0,28 8 0,-38-13 0,0 0 0,0-1 0,0 1 0,0-1 0,0 0 0,0 0 0,1 0 0,-1 0 0,0 0 0,0 0 0,0-1 0,0 1 0,0-1 0,0 1 0,0-1 0,0 0 0,4-2 0,-4 2 0,0-1 0,-1 0 0,1 1 0,0-1 0,-1 0 0,0 0 0,1 0 0,-1 0 0,0 0 0,0 0 0,0-1 0,-1 1 0,1 0 0,0-1 0,0-3 0,2-12 0,6-41 0,-9 59 0,0-1 0,0 0 0,0 1 0,0-1 0,0 1 0,0-1 0,0 1 0,1-1 0,-1 1 0,0-1 0,0 1 0,0-1 0,0 1 0,1-1 0,-1 1 0,0-1 0,0 1 0,1 0 0,-1-1 0,0 1 0,1-1 0,-1 1 0,1-1 0,0 1 0,-1 0 0,1 0 0,-1 1 0,1-1 0,-1 0 0,0 0 0,1 0 0,-1 0 0,1 1 0,-1-1 0,1 0 0,-1 0 0,0 1 0,1-1 0,-1 0 0,0 1 0,1-1 0,-1 0 0,0 1 0,1 0 0,17 29 0,-14-23 0,4 5-114,0-1 1,0 0-1,1 0 0,1 0 0,-1-1 1,2-1-1,0 1 0,0-2 0,0 1 1,1-2-1,25 13 0,-22-14-6712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24575,'0'3'0,"0"3"0,2 3 0,2 3 0,-1 2 0,0-2-8191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24575,'5'11'0,"-1"0"0,5 19 0,-6-20 0,0 1 0,0-1 0,9 15 0,-8-17 0,-3-5 0,0 0 0,1 0 0,0 0 0,-1 0 0,1 0 0,0 0 0,1 0 0,-1-1 0,0 1 0,1-1 0,-1 0 0,1 0 0,3 3 0,-5-5 0,-1 0 0,1 0 0,-1 0 0,0 0 0,1 0 0,-1 0 0,1 0 0,-1 0 0,1 0 0,-1 0 0,1 0 0,-1 0 0,1 0 0,-1 0 0,0 0 0,1 0 0,-1-1 0,1 1 0,-1 0 0,1 0 0,-1-1 0,0 1 0,1 0 0,-1 0 0,0-1 0,1 1 0,-1 0 0,0-1 0,1 1 0,-1-1 0,0 1 0,0 0 0,1-1 0,-1 1 0,0-1 0,0 1 0,0 0 0,0-1 0,0 1 0,1-2 0,2-19 0,-3 20 0,-1-53 0,-1 41 0,2 0 0,0 0 0,0 0 0,4-19 0,-4 31 0,0 0 0,0 0 0,1 0 0,-1 0 0,0 0 0,0 0 0,1 0 0,-1 0 0,0 0 0,1 0 0,-1 0 0,1 1 0,-1-1 0,1 0 0,0 0 0,-1 0 0,1 1 0,0-1 0,-1 0 0,1 1 0,0-1 0,0 1 0,0-1 0,0 1 0,-1-1 0,1 1 0,0-1 0,0 1 0,0 0 0,0 0 0,0-1 0,0 1 0,0 0 0,0 0 0,0 0 0,0 0 0,0 0 0,0 0 0,0 0 0,0 1 0,0-1 0,0 0 0,0 0 0,0 1 0,0-1 0,0 1 0,1 0 0,6 4 0,0 0 0,-1 0 0,1 0 0,8 10 0,-5-6 0,107 102-1365,-105-97-5461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9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24575,'-2'1'0,"-1"0"0,1 0 0,-1 0 0,1 0 0,-1 1 0,1-1 0,0 1 0,0 0 0,0 0 0,0 0 0,0 0 0,0 0 0,0 0 0,-2 5 0,2-3 0,0 0 0,0 0 0,1 0 0,-1 1 0,1-1 0,0 0 0,0 1 0,0 7 0,1-5 0,0 0 0,0 0 0,1 0 0,0 0 0,0 0 0,1 0 0,0 0 0,0-1 0,0 1 0,1 0 0,6 10 0,-3-9 0,0 1 0,0-2 0,1 1 0,0-1 0,0 1 0,16 9 0,-21-15 0,0-1 0,0 1 0,0-1 0,0 0 0,0 0 0,1 0 0,-1 0 0,0 0 0,1 0 0,-1-1 0,1 1 0,-1-1 0,1 0 0,-1 1 0,1-1 0,-1 0 0,1-1 0,-1 1 0,1 0 0,-1-1 0,1 1 0,-1-1 0,0 0 0,1 0 0,-1 0 0,0 0 0,0 0 0,1-1 0,-1 1 0,0-1 0,0 1 0,-1-1 0,3-1 0,-1-1 0,-1 1 0,1 0 0,-1-1 0,0 0 0,0 1 0,0-1 0,-1 0 0,1 0 0,-1 0 0,0 0 0,0 0 0,-1-1 0,1-4 0,0-7 0,-1 0 0,-1-17 0,0 26 0,9 107 0,-4-62 0,6 53 0,-2 146 0,-9-230 0,1 1 0,-1 0 0,-1-1 0,0 1 0,0-1 0,0 0 0,-1 1 0,0-1 0,0 0 0,-5 7 0,6-12 0,0 1 0,0 0 0,0-1 0,0 1 0,-1-1 0,1 0 0,-1 0 0,0 0 0,1 0 0,-1 0 0,0 0 0,0-1 0,0 1 0,0-1 0,0 0 0,0 0 0,-1 0 0,1-1 0,0 1 0,0-1 0,-1 1 0,1-1 0,0 0 0,-1-1 0,-4 0 0,2 0 0,0-1 0,0 0 0,0 0 0,0 0 0,0-1 0,1 0 0,0 0 0,-1-1 0,1 1 0,0-1 0,1 0 0,-1-1 0,1 1 0,0-1 0,0 1 0,0-1 0,-4-8 0,6 11 0,1-1 0,-1 0 0,1 0 0,-1 0 0,1-1 0,0 1 0,0 0 0,1 0 0,-1 0 0,0-1 0,1 1 0,0 0 0,0-1 0,0 1 0,0 0 0,1-1 0,-1 1 0,1 0 0,0-1 0,0 1 0,0 0 0,0 0 0,1 0 0,-1 0 0,1 0 0,0 0 0,0 1 0,0-1 0,0 0 0,0 1 0,0-1 0,1 1 0,3-3 0,-2 2 0,1 0 0,0 0 0,0 1 0,0 0 0,0 0 0,0 0 0,7-1 0,39-7 0,-39 8 0,6 1-273,0 0 1,0 1-1,0 1 0,27 4 0,-45-5 272,16 2-6825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0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24575,'31'78'0,"4"-2"0,4-1 0,73 109 0,-23-53 0,-78-112 0,-11-18 0,0-1 0,0 0 0,0 0 0,0 1 0,0-1 0,0 0 0,0 0 0,0 1 0,0-1 0,1 0 0,-1 0 0,0 1 0,-1-1 0,1 0 0,0 1 0,0-1 0,0 0 0,0 0 0,0 1 0,0-1 0,0 0 0,0 0 0,0 1 0,0-1 0,-1 0 0,1 0 0,-1 1 0,1-1 0,-1 0 0,1 0 0,-1 0 0,1 0 0,-1 0 0,1 0 0,-1 0 0,0 0 0,1 0 0,-1-1 0,1 1 0,-1 0 0,1 0 0,-1 0 0,1 0 0,-1-1 0,1 1 0,-21-11 0,2 0 0,0-2 0,0 0 0,-20-19 0,-30-20 0,67 50 0,0 1 0,1 0 0,-1 0 0,0-1 0,1 1 0,-1-1 0,1 0 0,-3-2 0,4 4 0,0-1 0,0 1 0,0 0 0,0 0 0,0 0 0,0 0 0,0 0 0,0-1 0,0 1 0,0 0 0,0 0 0,0 0 0,0 0 0,0 0 0,0-1 0,0 1 0,0 0 0,0 0 0,0 0 0,0 0 0,0-1 0,0 1 0,0 0 0,0 0 0,0 0 0,0 0 0,0 0 0,1 0 0,-1-1 0,0 1 0,0 0 0,0 0 0,0 0 0,0 0 0,0 0 0,0 0 0,1 0 0,-1 0 0,0-1 0,13 1 0,26 6 0,-1-2 0,1-2 0,53-4 0,-86 2 0,1-1 0,-1 0 0,1 0 0,-1-1 0,1 0 0,-1 0 0,0 0 0,12-7 0,-14 7 0,0-1 0,-1 0 0,1 0 0,-1 0 0,1-1 0,-1 1 0,0-1 0,0 1 0,0-1 0,-1 0 0,1 0 0,-1-1 0,2-4 0,9-23 0,-11 32 0,-1 4 0,0 6 0,-1-2 0,0 0 0,1 1 0,0-1 0,1 0 0,-1 1 0,1-1 0,1 0 0,0 0 0,0-1 0,0 1 0,1 0 0,0-1 0,1 0 0,0 0 0,7 8 0,-7-9 0,-3-3 0,1 0 0,0 0 0,-1 0 0,1 0 0,0 0 0,1-1 0,-1 1 0,0-1 0,7 4 0,-9-6-41,-1 0 0,1 0-1,-1 0 1,0 0-1,1 0 1,-1 0 0,1 0-1,-1 0 1,1 0 0,-1 0-1,0 0 1,1 0-1,-1 0 1,1 0 0,-1 0-1,1 0 1,-1-1 0,0 1-1,1 0 1,-1 0-1,0 0 1,1-1 0,-1 1-1,0 0 1,1-1 0,-1 1-1,0 0 1,1 0-1,-1-1 1,0 1 0,0-1-1,1 1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0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24575,'0'-7'0,"2"-1"0,2 4 0,-1 5 0,2 6 0,1 6 0,1 3 0,-1 2 0,0-2-8191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24575,'12'20'0,"2"0"0,0 0 0,23 23 0,-31-37 0,1 1 0,-1-1 0,1-1 0,0 1 0,1-1 0,-1-1 0,1 1 0,0-1 0,0-1 0,1 1 0,-1-1 0,13 2 0,-19-4 0,0-1 0,1 0 0,-1 0 0,0 0 0,1 0 0,-1 0 0,0 0 0,1 0 0,-1-1 0,0 1 0,0-1 0,1 0 0,-1 0 0,0 0 0,0 0 0,0 0 0,3-2 0,-3 1 0,1 0 0,-1-1 0,0 1 0,0 0 0,0-1 0,-1 0 0,1 1 0,-1-1 0,1 0 0,-1 0 0,2-5 0,-1-1 0,0-1 0,-1 1 0,0-1 0,0 1 0,-1-1 0,0 1 0,-3-15 0,3 23 0,0 0 0,0 0 0,-1 0 0,1 0 0,0 1 0,0-1 0,0 0 0,0 0 0,0 0 0,0 0 0,1 1 0,-1-1 0,0 0 0,0 0 0,1 0 0,-1 1 0,0-1 0,1 0 0,0-1 0,-1 2 0,1 0 0,-1 0 0,0 0 0,1-1 0,-1 1 0,1 0 0,-1 0 0,1 0 0,-1 0 0,1 0 0,-1 0 0,1 0 0,-1 0 0,1 0 0,-1 0 0,1 0 0,-1 0 0,1 1 0,-1-1 0,1 0 0,-1 0 0,1 0 0,0 1 0,5 3 0,0 0 0,0 0 0,8 8 0,-7-6 0,0 0 0,0-1 0,0 0 0,1-1 0,-1 1 0,1-1 0,0-1 0,0 0 0,1 0 0,-1 0 0,1-1 0,-1 0 0,1-1 0,0 0 0,9 0 0,-15-2 0,0 1 0,0-1 0,0 0 0,0 0 0,0 0 0,-1 0 0,1-1 0,0 1 0,-1-1 0,4-2 0,-3 2 0,0 0 0,0 0 0,1 0 0,-1 1 0,0-1 0,8-1 0,-4 2 0,0 1 0,0 0 0,0 0 0,0 1 0,0-1 0,0 2 0,9 1 0,23 4 0,-25-6 0,1 0 0,-1-1 0,1 0 0,13-4 0,-23 3 0,0 0 0,0 0 0,0-1 0,0 1 0,-1-1 0,1-1 0,-1 1 0,1-1 0,-1 1 0,0-1 0,0 0 0,0-1 0,0 1 0,6-8 0,-4 2 0,0 1 0,-1-1 0,1 0 0,-2-1 0,1 1 0,-1-1 0,-1 0 0,0 0 0,0 0 0,-1-1 0,1-13 0,-2 18 0,-1-1 0,0 1 0,0-1 0,-1 1 0,0 0 0,0-1 0,0 1 0,-1 0 0,0-1 0,0 1 0,-1 0 0,1 0 0,-1 1 0,-1-1 0,1 1 0,-1-1 0,0 1 0,0 0 0,-7-6 0,10 9 0,-1 1 0,0-1 0,1 1 0,-1 0 0,0 0 0,1 0 0,-1 0 0,0 0 0,0 0 0,0 0 0,0 0 0,0 1 0,0-1 0,0 1 0,0 0 0,0-1 0,0 1 0,0 0 0,-1 0 0,1 0 0,0 1 0,-4 0 0,4 0 0,0 0 0,-1 1 0,1-1 0,0 0 0,0 1 0,-1 0 0,1-1 0,1 1 0,-1 0 0,0 0 0,0 0 0,1 1 0,-1-1 0,1 0 0,0 0 0,-1 1 0,0 3 0,-1 2 0,0 0 0,0 0 0,1 0 0,1 0 0,-1 0 0,1 0 0,0 0 0,1 0 0,0 1 0,1-1 0,0 9 0,1-10 0,0 0 0,0 0 0,0 0 0,1-1 0,0 1 0,0-1 0,0 1 0,1-1 0,0 0 0,1-1 0,-1 1 0,1-1 0,5 6 0,1-3 0,0 0 0,0 0 0,0-1 0,1 0 0,0-1 0,0 0 0,0-1 0,1 0 0,0-1 0,22 4 0,-12-4 0,1-1 0,-1-2 0,1 0 0,-1-1 0,31-5 0,-45 4-136,-1 0-1,0-1 1,1 0-1,-1-1 1,0 1-1,0-2 1,-1 1-1,1-1 0,8-6 1,-7 4-6690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215 137 24575,'-129'-120'0,"128"118"0,0 1 0,-1 0 0,1-1 0,0 1 0,-1 0 0,0 0 0,1 0 0,-1 0 0,0 0 0,1 0 0,-1 1 0,0-1 0,0 0 0,0 1 0,0 0 0,0-1 0,-3 1 0,3 0 0,1 0 0,-1 1 0,0-1 0,1 1 0,-1-1 0,1 1 0,-1 0 0,1-1 0,-1 1 0,1 0 0,-1 0 0,1 0 0,0 0 0,0 1 0,-1-1 0,0 2 0,-2 1 0,1 1 0,1 0 0,-1-1 0,1 1 0,-1 0 0,1 0 0,1 1 0,-1-1 0,1 0 0,0 1 0,-1 6 0,1 21 0,1 0 0,2 0 0,1 0 0,2 0 0,1 0 0,20 60 0,-8-43 0,3-2 0,2 0 0,45 71 0,4 16 0,-41-73 0,-44-102-1365,7 27-5461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2 24575,'-28'2'0,"-15"2"0,-8-1 0,0 0 0,3-2 0,5 1 0,7-2 0,7-2 0,6-2 0,4 1 0,3 0 0,1 1 0,1 1 0,1 0 0,1 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159 128 24575,'-3'-3'0,"-6"-5"0,-1 0 0,0 1 0,0 0 0,-1 1 0,0 0 0,0 1 0,0 0 0,-15-5 0,24 10 0,1-1 0,-1 1 0,1 0 0,-1 0 0,0 0 0,1-1 0,-1 1 0,1 1 0,-1-1 0,1 0 0,-1 0 0,1 0 0,-1 1 0,1-1 0,-1 1 0,1-1 0,-1 1 0,1 0 0,0 0 0,-1-1 0,-1 3 0,2-2 0,0 1 0,0-1 0,0 1 0,0 0 0,0 0 0,0-1 0,0 1 0,0 0 0,1 0 0,-1 0 0,1 0 0,-1 0 0,1 0 0,0 2 0,0 6 0,0 0 0,1 0 0,0 0 0,0 0 0,5 13 0,-4-15 0,0 0 0,1 1 0,0-1 0,1 0 0,0-1 0,7 11 0,-9-14 0,1-1 0,0 0 0,0 0 0,0 0 0,0-1 0,0 1 0,1-1 0,-1 1 0,1-1 0,-1 0 0,1 0 0,0-1 0,0 1 0,0-1 0,5 1 0,-1-1 0,0 0 0,0-1 0,0 0 0,0-1 0,0 1 0,0-2 0,0 1 0,0-1 0,-1 0 0,1-1 0,-1 1 0,1-2 0,-1 1 0,0-1 0,9-6 0,-14 9 0,-1 0 0,1-1 0,0 0 0,0 1 0,-1-1 0,1 0 0,-1 0 0,1 0 0,-1 0 0,0 0 0,0 0 0,0 0 0,0 0 0,0-1 0,0 1 0,-1 0 0,1-1 0,-1 1 0,1 0 0,-1-1 0,0 1 0,0 0 0,0-1 0,0 1 0,-1-1 0,1 1 0,-2-4 0,0-1 0,0 1 0,0 0 0,0 0 0,-1 0 0,0 0 0,-1 0 0,1 1 0,-9-10 0,-2 1 0,0 0 0,-2 1 0,1 1 0,-34-18 0,8 4 0,39 24 0,0 1 0,0 0 0,0 0 0,0 0 0,0 0 0,-1 0 0,1 1 0,-3-1 0,5 1 0,0 0 0,-1 0 0,1 0 0,0 0 0,0 0 0,-1 0 0,1 0 0,0 0 0,0 0 0,-1 0 0,1 0 0,0 0 0,0 0 0,0 0 0,-1 0 0,1 0 0,0 0 0,0 1 0,-1-1 0,1 0 0,0 0 0,0 0 0,0 0 0,-1 1 0,1-1 0,0 0 0,0 0 0,0 0 0,0 1 0,-1 0 0,1-1 0,0 1 0,0 0 0,1 0 0,-1 0 0,0-1 0,0 1 0,0 0 0,0 0 0,1-1 0,-1 1 0,0 0 0,1-1 0,-1 1 0,1 1 0,5 7-1365,0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0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91 302 24575,'1'0'0,"-1"0"0,0 0 0,1 0 0,-1 0 0,0 1 0,1-1 0,-1 0 0,0 0 0,1 0 0,-1-1 0,0 1 0,1 0 0,-1 0 0,0 0 0,1 0 0,-1 0 0,0 0 0,1 0 0,-1 0 0,0-1 0,1 1 0,-1 0 0,0 0 0,1-1 0,-1 1 0,0 0 0,0 0 0,1-1 0,-1 1 0,0 0 0,0 0 0,0-1 0,0 1 0,1 0 0,-1-1 0,0 1 0,0 0 0,0-1 0,0 1 0,0 0 0,0-1 0,0 1 0,0 0 0,0-1 0,0 1 0,0-1 0,0 1 0,0 0 0,0-1 0,0 1 0,0 0 0,0-1 0,0 1 0,-1 0 0,1-1 0,0 1 0,-16-24 0,9 15 0,-7-14 0,1 0 0,1 0 0,0-1 0,-10-37 0,20 57 0,2 0 0,-1 0 0,0 0 0,1 0 0,0 0 0,0 0 0,0 0 0,0 0 0,1 0 0,-1 0 0,1 0 0,0 1 0,1-1 0,-1 0 0,0 0 0,4-5 0,-3 7 0,0-1 0,0 1 0,0 0 0,0 0 0,0 0 0,0 0 0,1 0 0,-1 0 0,1 1 0,-1-1 0,1 1 0,-1-1 0,1 1 0,0 0 0,0 0 0,0 1 0,0-1 0,0 0 0,0 1 0,-1 0 0,1 0 0,6 0 0,-2 1-114,0 0 1,0 0-1,0 1 0,-1-1 0,1 2 1,-1-1-1,1 1 0,-1 0 0,0 0 1,0 1-1,10 6 0,-6 0-6712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274 111 24575,'-4'-10'0,"0"1"0,0 0 0,-1 0 0,-1 1 0,1-1 0,-9-8 0,11 13 0,-1 1 0,0-1 0,1 1 0,-1 0 0,0 0 0,-1 1 0,1-1 0,0 1 0,-1 0 0,1 0 0,-1 0 0,0 1 0,0-1 0,-6 0 0,3 1 0,-1 1 0,1 0 0,-1 0 0,1 0 0,0 1 0,0 1 0,-1-1 0,1 1 0,0 1 0,0-1 0,-10 6 0,15-6 0,-1 0 0,1 0 0,0 0 0,0 0 0,0 0 0,0 1 0,0-1 0,0 1 0,0 0 0,1 0 0,0 0 0,0 0 0,-1 0 0,2 0 0,-1 1 0,0-1 0,1 1 0,-1-1 0,1 1 0,0 0 0,0-1 0,1 1 0,-1 0 0,1 0 0,0-1 0,0 1 0,0 4 0,1-2 0,0 0 0,1 0 0,-1 0 0,1 0 0,1 0 0,-1 0 0,1-1 0,0 1 0,0-1 0,0 0 0,6 8 0,1-3 0,0 1 0,1-1 0,21 15 0,-29-22 0,1 0 0,0-1 0,1 0 0,-1 0 0,0 0 0,0 0 0,1 0 0,-1-1 0,1 0 0,0 0 0,-1 0 0,1-1 0,0 1 0,-1-1 0,1 0 0,0-1 0,-1 1 0,1-1 0,7-2 0,-7 2 0,1-2 0,-1 1 0,0 0 0,0-1 0,0 0 0,0 0 0,0-1 0,-1 1 0,1-1 0,-1 0 0,0 0 0,0-1 0,-1 1 0,1-1 0,3-7 0,0-2 0,-5 10 0,-1 1 0,1 0 0,-1 0 0,1 0 0,0 0 0,5-5 0,-7 7 0,1 1 0,0-1 0,0 1 0,-1-1 0,1 1 0,0 0 0,0-1 0,0 1 0,-1 0 0,1 0 0,0 0 0,0-1 0,0 1 0,0 0 0,-1 0 0,1 0 0,0 0 0,0 0 0,0 1 0,0-1 0,0 0 0,-1 0 0,1 1 0,0-1 0,0 0 0,0 1 0,-1-1 0,1 0 0,0 1 0,-1-1 0,1 1 0,0 0 0,0 0 0,9 7 0,-1 1 0,-1 0 0,1 1 0,-2-1 0,10 15 0,19 24 0,-25-36-1365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2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24575,'9'7'0,"0"0"0,1 0 0,0-1 0,1 0 0,-1-1 0,18 6 0,6 4 0,-2 2 0,-19-9 0,1-2 0,0 1 0,15 4 0,-29-11 0,1 0 0,0 0 0,0 1 0,0-1 0,0 0 0,-1 0 0,1 0 0,0 0 0,0-1 0,0 1 0,0 0 0,0 0 0,-1 0 0,1-1 0,0 1 0,0 0 0,-1-1 0,1 1 0,0-1 0,0 1 0,0-1 0,1-1 0,0 0 0,-1 0 0,1 1 0,-1-1 0,1 0 0,-1 0 0,2-4 0,0-3 0,0 1 0,4-18 0,-3 7 0,-3 10 0,1 0 0,0 1 0,0-1 0,1 1 0,7-15 0,-9 21 0,0 1 0,0-1 0,0 1 0,0 0 0,0-1 0,0 1 0,0 0 0,1 0 0,-1 0 0,0 0 0,1 0 0,-1 0 0,1 1 0,-1-1 0,3 0 0,-2 0 0,0 1 0,0 0 0,0 0 0,0-1 0,1 2 0,-1-1 0,0 0 0,0 0 0,0 1 0,0-1 0,0 1 0,0 0 0,0-1 0,4 3 0,34 18 0,46 33 0,-39-24 0,0 3-1365,-36-25-5461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24575,'9'11'0,"1"0"0,-1-1 0,2 0 0,-1 0 0,22 13 0,-26-18 0,1-1 0,-1-1 0,1 1 0,0-1 0,0 0 0,0-1 0,0 1 0,1-2 0,-1 1 0,1-1 0,-1 0 0,12 0 0,-17-1 0,-1 0 0,1-1 0,0 1 0,0-1 0,0 1 0,-1-1 0,1 1 0,0-1 0,-1 0 0,1 0 0,0 0 0,-1 0 0,1 0 0,-1 0 0,3-3 0,-2 1 0,0 0 0,0 0 0,0 0 0,0 0 0,0 0 0,0-1 0,1-4 0,0-5 0,0 0 0,0 0 0,0-18 0,-3 22 0,0 0 0,0 0 0,-1 0 0,-3-11 0,0-10 0,4 30 0,0-1 0,-1 1 0,1-1 0,0 1 0,0 0 0,0-1 0,0 1 0,0-1 0,0 1 0,0-1 0,0 1 0,0-1 0,0 1 0,0-1 0,0 1 0,1-1 0,-1 1 0,0-1 0,0 1 0,0 0 0,1-1 0,-1 1 0,0-1 0,0 1 0,1-1 0,0 1 0,-1 0 0,1 1 0,-1-1 0,1 0 0,-1 0 0,1 1 0,-1-1 0,1 0 0,-1 1 0,1-1 0,-1 1 0,1-1 0,-1 0 0,0 1 0,1-1 0,0 2 0,15 24 0,52 126 0,-24-51 0,69 171 0,-107-255 0,6 29 0,-11-40 0,0-1 0,0 1 0,-1 0 0,1-1 0,-1 1 0,-1 0 0,1-1 0,-1 1 0,-2 8 0,2-13 0,1 1 0,-1-1 0,0 1 0,0 0 0,1-1 0,-1 0 0,0 1 0,0-1 0,0 0 0,-1 1 0,1-1 0,0 0 0,0 0 0,-1 0 0,1 0 0,0 0 0,-1 0 0,1 0 0,-4 1 0,2-2 0,1 1 0,-1-1 0,0 1 0,0-1 0,0 0 0,0 0 0,0 0 0,0-1 0,0 1 0,-4-2 0,-4-1 0,1 0 0,0-2 0,1 1 0,-1-1 0,-10-7 0,4 0 0,0 0 0,1-1 0,0-1 0,1 0 0,0-1 0,2 0 0,-1-1 0,2-1 0,0 0 0,-15-34 0,24 47-136,1 1-1,0-1 1,0 0-1,0 0 1,0 1-1,0-1 1,1 0-1,0 0 0,0-7 1,2-2-6690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4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24575,'-1'2'0,"-1"0"0,1 0 0,0 0 0,0 0 0,0 0 0,0 1 0,0-1 0,1 1 0,-1-1 0,1 0 0,-1 1 0,1-1 0,0 1 0,0-1 0,0 1 0,0-1 0,1 1 0,-1-1 0,1 0 0,0 4 0,3 7 0,0-1 0,7 17 0,-4-11 0,2-1 0,-1 0 0,2 0 0,0-1 0,15 18 0,-25-33 0,0-1 0,1 0 0,-1 0 0,0 1 0,0-1 0,0 0 0,1 0 0,-1 0 0,0 1 0,1-1 0,-1 0 0,0 0 0,0 0 0,1 0 0,-1 1 0,0-1 0,1 0 0,-1 0 0,0 0 0,1 0 0,-1 0 0,0 0 0,1 0 0,-1 0 0,0 0 0,1 0 0,-1 0 0,0 0 0,1 0 0,-1 0 0,1-1 0,6-8 0,0-20 0,-6 25 0,9-50 0,-5 27 0,0 0 0,14-37 0,-19 62 0,1 0 0,0 0 0,0-1 0,0 1 0,0 0 0,0 0 0,1 0 0,-1 0 0,0 1 0,1-1 0,0 0 0,-1 1 0,1-1 0,0 1 0,0-1 0,0 1 0,0 0 0,0 0 0,0 0 0,0 0 0,0 0 0,1 0 0,-1 0 0,0 1 0,0-1 0,1 1 0,-1 0 0,0 0 0,1 0 0,-1 0 0,0 0 0,1 0 0,-1 1 0,0-1 0,1 1 0,-1-1 0,0 1 0,0 0 0,0 0 0,0 0 0,1 0 0,-1 0 0,-1 1 0,4 2 0,113 98 0,-90-70 0,-18-21 0,1 1 0,19 16 0,8-1-1365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7 120 24575,'-3'-14'0,"1"1"0,1-1 0,0 1 0,1-1 0,1 1 0,3-21 0,-4 34 0,0 0 0,0 0 0,0-1 0,-1 1 0,1 0 0,0 0 0,0 0 0,0 0 0,0 0 0,0 0 0,0-1 0,0 1 0,0 0 0,0 0 0,0 0 0,0 0 0,0 0 0,0-1 0,1 1 0,-1 0 0,0 0 0,0 0 0,0 0 0,0 0 0,0 0 0,0 0 0,0-1 0,0 1 0,0 0 0,0 0 0,0 0 0,1 0 0,-1 0 0,0 0 0,0 0 0,0 0 0,0 0 0,0 0 0,0 0 0,0 0 0,1 0 0,-1 0 0,0-1 0,0 1 0,0 0 0,0 0 0,0 0 0,1 0 0,3 7 0,3 12 0,14 154 0,3-46 0,8 48 0,-13-48 0,-14-103 0,1-1 0,1 0 0,14 30 0,-20-51 0,0 0 0,0-1 0,0 1 0,1 0 0,-1-1 0,0 1 0,1-1 0,0 0 0,-1 1 0,1-1 0,0 0 0,-1 0 0,1 0 0,0 0 0,0 0 0,0-1 0,0 1 0,0 0 0,0-1 0,0 0 0,3 1 0,6 0 0,-1-1 0,1 0 0,10-1 0,-2 0 0,-16 1-32,13-1 84,0 0 0,30-5 0,-41 4-166,1 1-1,-1-1 0,0 0 1,0-1-1,0 1 1,0-1-1,-1 0 1,1 0-1,-1 0 1,1-1-1,-1 0 0,4-4 1,1-3-6712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6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47 24575,'-31'-5'0,"-10"-4"0,-1-1 0,4 1 0,7 3 0,5 2 0,4 1 0,4 2 0,3 3 0,3 2-8191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7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24575,'-3'6'0,"1"0"0,-1 0 0,1 0 0,0 1 0,1-1 0,0 0 0,0 1 0,0-1 0,0 1 0,1-1 0,0 1 0,1-1 0,-1 1 0,1-1 0,1 0 0,-1 1 0,1-1 0,0 0 0,0 0 0,1 0 0,5 9 0,-8-14 0,0 0 0,1-1 0,-1 1 0,0 0 0,1-1 0,-1 1 0,1-1 0,-1 1 0,1 0 0,-1-1 0,1 1 0,0-1 0,-1 0 0,1 1 0,-1-1 0,1 1 0,0-1 0,-1 0 0,1 1 0,0-1 0,0 0 0,-1 0 0,2 0 0,-1 0 0,-1 0 0,1 0 0,0-1 0,-1 1 0,1 0 0,-1-1 0,1 1 0,0-1 0,-1 1 0,1 0 0,-1-1 0,1 1 0,-1-1 0,0 0 0,1 1 0,-1-1 0,1 1 0,-1-1 0,1-1 0,1-4 0,1 0 0,-1 0 0,2-13 0,1-10 0,3-18 0,-8 44 0,1-1 0,1 0 0,-1 1 0,1 0 0,-1-1 0,1 1 0,0 0 0,0 0 0,5-6 0,-6 8 0,1-1 0,1 1 0,-1 0 0,0-1 0,0 1 0,0 0 0,1 0 0,-1 0 0,0 1 0,1-1 0,-1 0 0,1 1 0,-1 0 0,0-1 0,1 1 0,-1 0 0,1 1 0,-1-1 0,1 0 0,-1 0 0,1 1 0,-1 0 0,0-1 0,1 1 0,-1 0 0,4 2 0,5 3 0,-1-1 0,0 1 0,-1 1 0,12 9 0,87 88 0,-100-97 0,-3-1-1365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7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33 24575,'0'1'0,"0"0"0,-1 0 0,1 0 0,-1 0 0,0 0 0,1-1 0,-1 1 0,0 0 0,1 0 0,-1 0 0,0-1 0,0 1 0,0 0 0,0-1 0,1 1 0,-1-1 0,-2 2 0,-17 7 0,5-6 0,1 0 0,-1-1 0,0-1 0,1 0 0,-1-1 0,-19-2 0,-8 0 0,34 2-80,1 0 0,-1-1-1,1 0 1,0-1 0,0 0-1,-1 0 1,1 0 0,0-1-1,1 0 1,-1 0 0,0-1 0,1 0-1,0 0 1,0 0 0,0-1-1,-9-9 1,8 5-6746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8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62 24575,'-4'-4'0,"-1"0"0,1 1 0,-1-1 0,0 1 0,0 0 0,0 0 0,0 0 0,0 1 0,-1 0 0,1 0 0,-1 0 0,0 1 0,1 0 0,-1 0 0,0 0 0,0 1 0,0 0 0,0 0 0,1 0 0,-1 1 0,-8 1 0,2 0 0,0 0 0,1-2 0,-1 1 0,0-1 0,0-1 0,0 0 0,0-1 0,1 0 0,-17-6 0,13 4-455,0 0 0,-27-3 0,27 6-6371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61 24575,'0'-1'0,"-1"0"0,0 1 0,1-1 0,-1 1 0,1-1 0,-1 0 0,0 1 0,1-1 0,-1 1 0,0 0 0,0-1 0,0 1 0,1-1 0,-1 1 0,0 0 0,0 0 0,0 0 0,0-1 0,1 1 0,-1 0 0,0 0 0,0 0 0,0 0 0,0 0 0,0 1 0,-1-1 0,1 1 0,1-1 0,-1 1 0,1-1 0,-1 1 0,1 0 0,-1-1 0,1 1 0,0 0 0,-1-1 0,1 1 0,0 0 0,0 0 0,-1-1 0,1 1 0,0 0 0,0 0 0,0-1 0,0 1 0,0 0 0,0 0 0,0-1 0,0 1 0,0 0 0,0 0 0,1-1 0,-1 1 0,0 0 0,0 0 0,1 0 0,10 26 0,0-1 0,18 29 0,-4-8 0,4 25 0,-29-72 0,0 0 0,0 0 0,0 1 0,0-1 0,0 0 0,0 0 0,0 0 0,0 1 0,0-1 0,0 0 0,0 0 0,0 0 0,0 0 0,0 1 0,1-1 0,-1 0 0,0 0 0,0 0 0,0 0 0,0 1 0,0-1 0,0 0 0,1 0 0,-1 0 0,0 0 0,0 0 0,0 0 0,0 1 0,1-1 0,-1 0 0,0 0 0,0 0 0,0 0 0,1 0 0,-1 0 0,0 0 0,0 0 0,0 0 0,1 0 0,-1 0 0,0 0 0,0 0 0,0 0 0,1 0 0,-1 0 0,0 0 0,0 0 0,0 0 0,1-1 0,3-11 0,-2-19 0,-3 11 0,-6-35 0,4 37 0,0 0 0,2 0 0,0-19 0,1 32 0,1-1 0,0 1 0,0 0 0,0-1 0,0 1 0,1 0 0,0 0 0,0 0 0,0 0 0,1 0 0,0 0 0,0 1 0,0-1 0,5-5 0,-6 9 0,-1-1 0,1 1 0,-1 0 0,1-1 0,0 1 0,-1 0 0,1 0 0,0 0 0,0 0 0,0 1 0,0-1 0,0 0 0,0 1 0,0-1 0,0 1 0,2 0 0,0 0 0,0 0 0,-1 0 0,1 1 0,0-1 0,-1 1 0,1 0 0,-1 0 0,6 3 0,2 2 0,0 0 0,-1 0 0,1 1 0,11 11 0,11 12 0,53 59 0,18 43 0,-90-114-1365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6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27 24575,'-7'-20'0,"3"13"0,2 16 0,2 9 0,2-1 0,0 1 0,5 18 0,0-2 0,3 14 0,2-1 0,3 0 0,19 45 0,6-13 0,-21-44 0,-19-35 0,0 0 0,0-1 0,0 1 0,0 0 0,0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0,1 0 0,-1-7 0,-1-10 0,-3-1-1365,0 1-5461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7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822 62 24575,'0'0'0,"0"0"0,0 0 0,0 0 0,0 0 0,1-1 0,-1 1 0,0 0 0,0 0 0,0 0 0,0 0 0,0 0 0,1-1 0,-1 1 0,0 0 0,0 0 0,0 0 0,0-1 0,0 1 0,0 0 0,0 0 0,0 0 0,0-1 0,0 1 0,0 0 0,0 0 0,0-1 0,0 1 0,0 0 0,0 0 0,0 0 0,0-1 0,0 1 0,0 0 0,0 0 0,0 0 0,-1 0 0,1-1 0,0 1 0,0 0 0,0 0 0,-11-5 0,-16 2 0,26 3 0,-167-1 0,-61-4 0,-23-27 0,239 30 0,-1 0-114,4 0 176,0 1 0,0 0 0,-20 0 0,28 2-122,-1-1 0,1 0 0,0 0 0,0 1 0,0-1 0,0 1 0,0 0 0,0 0 0,0-1 0,0 1 0,1 1 0,-1-1 1,0 0-1,0 0 0,1 1 0,-1-1 0,1 0 0,-1 1 0,1 0 0,0-1 0,-1 1 0,1 0 0,0 0 0,-1 3 0,-2 6-6766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45 24575,'1'-1'0,"1"1"0,-1-1 0,0 0 0,0 0 0,0 0 0,0 0 0,0 0 0,0 0 0,0 0 0,0 0 0,0-1 0,0 1 0,0 0 0,-1 0 0,2-2 0,-3 2 0,1 0 0,0 0 0,0 0 0,0 1 0,0-1 0,-1 0 0,1 0 0,0 0 0,-1 1 0,1-1 0,0 0 0,-1 1 0,1-1 0,-1 0 0,1 1 0,-1-1 0,0 1 0,1-1 0,-1 1 0,0-1 0,1 1 0,-1-1 0,0 1 0,1 0 0,-1-1 0,0 1 0,0 0 0,1 0 0,-2-1 0,-4-1 0,0 0 0,0 1 0,0 0 0,-1 0 0,1 0 0,0 1 0,0 0 0,-1 0 0,1 0 0,0 1 0,0 0 0,0 0 0,-1 1 0,1 0 0,1 0 0,-1 0 0,-9 6 0,11-6 0,0 0 0,0 1 0,0-1 0,1 1 0,-1 0 0,1 0 0,0 1 0,0-1 0,0 1 0,0-1 0,-2 6 0,3-6 0,1 0 0,0 0 0,-1 0 0,1 0 0,1 1 0,-1-1 0,0 0 0,1 1 0,0-1 0,0 0 0,0 1 0,0-1 0,0 0 0,1 1 0,-1-1 0,3 5 0,-1-1 0,1-1 0,-1 1 0,2-1 0,-1 0 0,1 0 0,0 0 0,7 8 0,38 35 0,-2-3 0,-23-23 0,-19-18 0,0 0 0,0 0 0,0 0 0,0 1 0,-1-1 0,5 9 0,-8-13 0,-1 0 0,1 0 0,-1 0 0,1 0 0,-1 0 0,0 0 0,1 0 0,-1 0 0,0 0 0,0 0 0,0 0 0,0 0 0,0 0 0,0 0 0,0 1 0,0-1 0,0 0 0,-1 0 0,1 0 0,0 0 0,-1 0 0,0 1 0,0-1 0,0 0 0,0 0 0,0 0 0,0 0 0,0 0 0,0 0 0,0 0 0,-1-1 0,1 1 0,0 0 0,-1-1 0,1 1 0,0-1 0,-3 1 0,-6 0 0,0 1 0,0-2 0,-19 0 0,20-1 0,-39 0 0,-53-9 0,67 6-1365,21 3-5461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6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1251 250 24575,'87'-9'0,"116"3"0,-193 7 0,-12 3 0,-17 3 0,0-6 0,1 0 0,-1 0 0,1-2 0,-1 0 0,-21-5 0,12 2 0,-32-1 0,-91 5 0,64 2 0,68-2 0,-37 0 0,-80-9 0,102 5 0,-55 3 0,-6-1 0,39-5 0,31 3 0,-31 0 0,-278 4 0,321-1 0,0 0 0,-23-6 0,7 1 0,28 6 0,0 0 0,0 0 0,0 0 0,1 0 0,-1 0 0,0-1 0,0 1 0,1 0 0,-1 0 0,0-1 0,0 1 0,1 0 0,-1-1 0,0 1 0,1-1 0,-1 1 0,1-1 0,-1 1 0,0-1 0,1 1 0,-1-1 0,1 0 0,-1 1 0,1-1 0,0 0 0,-1 1 0,0-2 0,2 0 0,-1 1 0,0 0 0,0-1 0,0 1 0,0 0 0,1 0 0,-1-1 0,1 1 0,-1 0 0,1 0 0,-1 0 0,1-1 0,0 1 0,1-2 0,4-4 0,1 0 0,-1 1 0,12-9 0,51-34 0,6-5 0,-53 37 0,-61 41 0,-36 22 0,54-35 0,1 1 0,0 1 0,-28 24 0,39-29 0,5-4 0,0-1 0,0 1 0,0 0 0,0 0 0,1 0 0,0 1 0,-1-1 0,1 1 0,-3 7 0,6-11 0,0 0 0,0-1 0,0 1 0,0 0 0,0 0 0,0 0 0,0 0 0,0 0 0,0 0 0,0 0 0,0 0 0,1 0 0,-1-1 0,0 1 0,1 0 0,-1 0 0,1 0 0,-1 0 0,1-1 0,-1 1 0,1 0 0,0-1 0,-1 1 0,1 0 0,0-1 0,-1 1 0,1-1 0,1 1 0,25 13 0,-21-11 0,43 15 0,0-2 0,95 18 0,-123-28-15,-17-4-108,-1-1 1,1 0-1,-1 0 0,1 0 0,-1 0 1,1-1-1,-1 1 0,1-1 0,0 0 1,4 0-1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7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118 272 24575,'53'1'0,"-11"0"0,80-9 0,-119 8 0,-1-1 0,1 1 0,0-1 0,-1 1 0,1-1 0,-1 0 0,1 0 0,-1 0 0,1-1 0,-1 1 0,0-1 0,0 1 0,0-1 0,0 1 0,2-3 0,-3 2 0,0 1 0,0-1 0,-1 1 0,1-1 0,0 1 0,-1-1 0,1 1 0,-1-1 0,0 0 0,0 1 0,1-1 0,-1 1 0,0-1 0,-1 0 0,1 1 0,0-1 0,0 0 0,-1 1 0,1-1 0,0 1 0,-1-1 0,0 1 0,1-1 0,-1 1 0,-2-3 0,-2-5 0,-2 1 0,1 0 0,-1 0 0,-1 1 0,1 0 0,-14-10 0,8 6 0,-9-5 0,0 0 0,-1 2 0,-1 0 0,-38-15 0,44 21 0,-1 0 0,0 2 0,0 1 0,-1 0 0,-20-2 0,39 7 0,1 0 0,0 0 0,-1 0 0,1-1 0,0 1 0,-1 0 0,1 0 0,0 0 0,-1 0 0,1 0 0,-1 0 0,1 0 0,0 0 0,-1 0 0,1 0 0,0 1 0,-1-1 0,1 0 0,0 0 0,-1 0 0,1 0 0,0 0 0,-1 1 0,1-1 0,0 0 0,-1 0 0,1 1 0,0-1 0,0 0 0,-1 0 0,1 1 0,0-1 0,0 0 0,0 1 0,-1-1 0,1 1 0,0 0 0,1 0 0,-1 0 0,0 0 0,1-1 0,-1 1 0,1 0 0,-1 0 0,1 0 0,-1 0 0,1 0 0,0-1 0,1 2 0,25 22 0,153 83 0,9-15 0,-167-83 0,-14-6 0,-1 0 0,0 0 0,1 1 0,-1 0 0,0 0 0,-1 0 0,7 7 0,-13-11 0,1 0 0,-1 0 0,0 1 0,0-1 0,1 1 0,-1-1 0,0 0 0,0 1 0,1-1 0,-1 0 0,0 1 0,0-1 0,0 1 0,0-1 0,0 1 0,0-1 0,0 0 0,0 1 0,0-1 0,0 1 0,0-1 0,0 1 0,0-1 0,0 0 0,0 1 0,0-1 0,0 1 0,-1-1 0,1 1 0,0-1 0,0 0 0,0 1 0,-1-1 0,1 0 0,0 1 0,-1-1 0,1 0 0,0 1 0,-1-1 0,1 0 0,0 0 0,-1 1 0,1-1 0,0 0 0,-1 0 0,0 1 0,-22 8 0,19-8 0,-7 3-91,0 0 0,1 0 0,-1 1 0,1 1 0,0 0 0,1 0 0,-1 1 0,1 0 0,1 0 0,-1 1 0,1 0 0,1 1 0,-1-1 0,-6 13 0,6-7-6735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8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24575,'10'27'0,"20"36"0,-15-32 0,12 26 0,55 125 0,-74-163 0,16 45 0,-18-50 0,-6-14 0,1 0 0,-1 0 0,0 0 0,0 0 0,0 0 0,0 0 0,0 0 0,0 0 0,1 0 0,-1 0 0,0 1 0,0-1 0,0 0 0,0 0 0,0 0 0,1 0 0,-1 0 0,0 0 0,0 0 0,0 0 0,0 0 0,0 0 0,1 0 0,-1 0 0,0 0 0,0 0 0,0 0 0,0-1 0,0 1 0,1 0 0,-1 0 0,0 0 0,0 0 0,0 0 0,0 0 0,0 0 0,0 0 0,0 0 0,1-1 0,-1 1 0,0 0 0,0 0 0,0 0 0,1-2 0,0 0 0,-1 0 0,1 0 0,0 0 0,-1 0 0,0 0 0,1 0 0,-1 0 0,0-1 0,0-2 0,-2-8-273,0 1 0,0 0 0,-1 0 0,-6-15 0,4 11-6553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1 24575,'-47'0'0,"-138"1"0,41 13 0,4 1 0,-15 1 0,142-13-1365,3 1-5461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9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39 24575,'0'-1'0,"0"0"0,-1 0 0,1 0 0,-1 0 0,1 0 0,-1 0 0,1 0 0,-1 1 0,0-1 0,1 0 0,-1 0 0,0 0 0,0 1 0,0-1 0,1 0 0,-1 1 0,0-1 0,0 0 0,0 1 0,0-1 0,0 1 0,-2-1 0,-23-7 0,22 7 0,-11-3 0,1 1 0,-1 1 0,0 0 0,-25 1 0,36 1 0,0 0 0,1 1 0,-1 0 0,1-1 0,0 1 0,-1 0 0,1 0 0,-1 1 0,1-1 0,0 1 0,0 0 0,0-1 0,0 1 0,0 1 0,0-1 0,1 0 0,-1 1 0,1-1 0,0 1 0,-1 0 0,1 0 0,0 0 0,1 0 0,-1 0 0,-2 7 0,3-7 0,0 0 0,0 0 0,1 0 0,0 0 0,-1 0 0,1 0 0,0 1 0,0-1 0,1 0 0,-1 0 0,1 0 0,-1 0 0,1 0 0,0 0 0,0 0 0,0 0 0,1 0 0,-1 0 0,1 0 0,0-1 0,-1 1 0,1 0 0,4 2 0,4 7 0,2-2 0,-1 0 0,22 15 0,-16-13 0,23 17 0,37 30 0,-76-58 0,-1-1 0,1 1 0,0-1 0,-1 1 0,1 0 0,0-1 0,-1 1 0,1 0 0,-1-1 0,1 1 0,-1 0 0,1 0 0,-1-1 0,0 1 0,1 0 0,-1 0 0,0 0 0,0 0 0,1 0 0,-1-1 0,0 1 0,0 0 0,0 0 0,0 0 0,0 0 0,0 0 0,-1 1 0,1-1 0,-1 0 0,0 0 0,0 0 0,1 0 0,-1 0 0,0 0 0,0 0 0,0 0 0,0 0 0,0-1 0,0 1 0,-1 0 0,1-1 0,0 1 0,0-1 0,0 1 0,-1-1 0,-1 1 0,-12 2 0,-1-1 0,1 0 0,-1-1 0,1-1 0,-23-2 0,-2 1 0,-77 0-1365,103 1-5461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1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12 24575,'17'-3'0,"-12"2"0,-1 0 0,1 0 0,-1 0 0,9-4 0,-20 8 0,0-1 0,0-1 0,1 1 0,-1-1 0,0 0 0,-11-1 0,7 1 0,-1 0 0,-12 2 0,-10 8-49,-10 3 194,40-13-307,0 0-1,0-1 1,-1 1 0,1-1-1,0 0 1,0 0 0,0-1-1,-6 0 1,0-2-6664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1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26 24575,'-13'-5'0,"-6"-2"0,-4 0 0,1 2 0,0 4 0,3 2 0,0 1 0,5 3 0,2 0 0,0 0 0,-1-2 0,3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2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24575,'-1'4'0,"-1"0"0,1 0 0,0 0 0,1 0 0,-1 0 0,1 0 0,-1 0 0,1 0 0,1 1 0,-1-1 0,0 0 0,1 0 0,0 0 0,2 5 0,2 9 0,15 30 0,-17-42 0,23 40 0,-19-34 0,1 1 0,-2 0 0,6 16 0,-7-5-1365,-4-12-5461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2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32 24575,'-81'5'0,"-104"-6"0,-80-25 0,121 17-1365,124 8-5461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3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75 24575,'-79'-45'0,"68"40"0,-1-1 0,1 2 0,-1 0 0,0 0 0,-14-2 0,22 6 0,0-1 0,1 1 0,-1 0 0,0 0 0,1 1 0,-1-1 0,1 1 0,-1-1 0,1 1 0,-1 0 0,1 1 0,-1-1 0,1 0 0,0 1 0,0 0 0,0 0 0,0 0 0,0 0 0,0 0 0,0 1 0,1-1 0,-1 1 0,1 0 0,0-1 0,-3 6 0,1-1 0,0-1 0,1 2 0,-1-1 0,2 0 0,-1 1 0,1-1 0,0 1 0,1 0 0,0-1 0,-1 16 0,3-2 0,1-1 0,0 1 0,2-1 0,0 0 0,8 21 0,42 98 0,-16-43 0,-26-66 0,-2 2 0,-1 0 0,-2 0 0,-1 0 0,-1 1 0,0 33 0,-12-119 0,-2-3 0,8 17-1365,0 24-5461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3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47 24575,'-31'-6'0,"-15"-1"0,-3 1 0,4 1 0,6-2 0,6 2 0,6 0 0,5 2 0,4 1 0,5 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4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40 24575,'-30'-8'0,"-6"-2"0,0 2 0,-54-5 0,86 13 0,1 0 0,-1 0 0,0 0 0,0 0 0,1 0 0,-1 1 0,0 0 0,1 0 0,-1 0 0,0 0 0,1 0 0,0 1 0,-1 0 0,1-1 0,0 1 0,-5 4 0,6-3 0,0-1 0,0 1 0,0-1 0,0 1 0,0 0 0,1 0 0,-1-1 0,1 1 0,0 0 0,0 1 0,0-1 0,1 0 0,-1 0 0,1 0 0,-1 0 0,1 1 0,0-1 0,0 0 0,1 5 0,0-4 0,0 1 0,0 0 0,0-1 0,1 1 0,0-1 0,0 1 0,0-1 0,0 0 0,1 0 0,0 0 0,0 0 0,6 6 0,4 4 0,29 21 0,-26-22 0,-4-5 0,-9-6 0,0 1 0,0-1 0,1 1 0,-2-1 0,1 1 0,0 0 0,2 3 0,-5-5 0,1 0 0,-1-1 0,0 1 0,0-1 0,1 1 0,-1-1 0,0 1 0,0 0 0,0-1 0,0 1 0,0 0 0,0-1 0,0 1 0,0-1 0,0 1 0,0 0 0,0-1 0,0 1 0,-1 1 0,0-1 0,1 0 0,-1 0 0,0 0 0,0 0 0,0 1 0,0-1 0,0-1 0,0 1 0,0 0 0,0 0 0,-1 0 0,-1 0 0,-2 2-227,-1-1-1,1 1 1,-1-2-1,0 1 1,-10 1-1,2-1-6598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5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293 130 24575,'-35'-24'0,"-52"-32"0,70 46 0,-1 1 0,0 1 0,-24-8 0,42 16 0,-4-1 0,1-1 0,-1 1 0,0 0 0,-1 1 0,1-1 0,-7 1 0,9 0 0,1 0 0,-1 1 0,1-1 0,0 1 0,-1-1 0,1 1 0,0 0 0,-1-1 0,1 1 0,0 0 0,0 0 0,0 0 0,-1 0 0,1 0 0,0 0 0,1 0 0,-1 0 0,0 1 0,0-1 0,0 0 0,1 0 0,-2 2 0,0 3 0,-1 1 0,1-1 0,0 0 0,1 1 0,0-1 0,0 1 0,-1 10 0,4 49 0,-1-51 0,2 23 0,15 66 0,19 35 0,-33-126 0,51 160 0,-14-49 0,-40-120 0,50 175 0,-49-165 0,-2-14 0,-1 1 0,1-1 0,0 0 0,0 0 0,0 0 0,0 0 0,0 0 0,-1 0 0,1 0 0,0 0 0,0 0 0,0 0 0,0 0 0,0 0 0,-1 0 0,1 0 0,0 0 0,0 0 0,0 0 0,0 0 0,-1 0 0,1 0 0,0 0 0,0-1 0,0 1 0,0 0 0,0 0 0,0 0 0,-1 0 0,1 0 0,0 0 0,0 0 0,0 0 0,0-1 0,0 1 0,0 0 0,0 0 0,0 0 0,0 0 0,0 0 0,-1-1 0,-15-22 0,15 20 0,-34-63-22,23 41-1321,4 9-5483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5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29 24575,'-13'-3'0,"-7"-3"0,-2 0 0,-1 0 0,2 1 0,1 2 0,2 4 0,4 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7 24575,'-12'-1'0,"-12"-2"0,-36 0 0,53 4 0,1-1 0,-1 1 0,0 0 0,1 0 0,0 1 0,-1-1 0,1 2 0,0-1 0,0 1 0,-9 4 0,13-6 0,0 1 0,0-1 0,1 1 0,-1-1 0,0 1 0,0-1 0,1 1 0,-1 0 0,1 0 0,0 0 0,-1 0 0,1 0 0,0 0 0,0 0 0,0 0 0,0 0 0,1 0 0,-2 5 0,2-4 0,0 0 0,0 0 0,1 0 0,-1 0 0,1 0 0,-1 0 0,1 0 0,0 0 0,0 0 0,0-1 0,1 1 0,2 4 0,2 3 0,1-1 0,1 0 0,0 0 0,0-1 0,0 0 0,13 9 0,4 1 0,-10-9 0,21 21 0,-36-30 0,1 1 0,-1-1 0,1 0 0,-1 1 0,1-1 0,-1 1 0,0-1 0,1 1 0,-1-1 0,1 1 0,-1-1 0,0 1 0,0-1 0,1 1 0,-1-1 0,0 1 0,0 0 0,0-1 0,0 1 0,0-1 0,0 1 0,0 0 0,0-1 0,0 2 0,0-2 0,0 1 0,-1-1 0,1 1 0,-1-1 0,1 1 0,-1-1 0,1 0 0,-1 1 0,1-1 0,-1 0 0,1 1 0,-1-1 0,0 0 0,1 1 0,-1-1 0,1 0 0,-1 0 0,-1 0 0,-5 1 0,1 0 0,-1 0 0,-9-2 0,12 1 0,-64-1-1365,47 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49 24575,'-18'-6'0,"-93"-27"0,96 30 0,0 0 0,0 1 0,0 1 0,0 1 0,-25 1 0,38-1 0,0 0 0,0 1 0,0-1 0,0 0 0,1 1 0,-1-1 0,0 1 0,0-1 0,0 1 0,1 0 0,-1 0 0,0 0 0,1 0 0,-1 0 0,1 0 0,-1 1 0,1-1 0,0 0 0,-1 1 0,1-1 0,-1 2 0,1-1 0,1 0 0,0-1 0,-1 1 0,1 0 0,0 0 0,0-1 0,0 1 0,0 0 0,0 0 0,0-1 0,0 1 0,1 0 0,-1 0 0,1-1 0,-1 1 0,1 0 0,0-1 0,0 1 0,0-1 0,0 1 0,0-1 0,1 3 0,9 10 0,1 0 0,0-1 0,26 22 0,48 31 0,-36-30 0,-21-16 0,-17-12 0,0 1 0,0 0 0,-1 1 0,18 20 0,-28-29 0,0-1 0,0 1 0,0 0 0,-1 0 0,1 0 0,0 0 0,-1 0 0,1 0 0,-1 0 0,1 1 0,-1-1 0,0 0 0,1 0 0,-1 0 0,0 0 0,0 1 0,0-1 0,0 0 0,0 0 0,0 0 0,0 0 0,-1 3 0,1-3 0,-1 0 0,0 0 0,0 0 0,0-1 0,1 1 0,-1 0 0,0 0 0,0 0 0,0-1 0,0 1 0,0 0 0,-1-1 0,1 1 0,0-1 0,0 1 0,0-1 0,-2 1 0,-7 0 0,0 1 0,0-1 0,0-1 0,-10 0 0,17 0 0,-22-3 0,0 0 0,1-1 0,-41-13 0,53 13 0,11 4-50,-1-1-1,0 1 1,1-1-1,-1 1 0,1-1 1,-1 0-1,1 0 1,-1 0-1,1 0 1,0 0-1,-1 0 0,1 0 1,0 0-1,0-1 1,0 1-1,0 0 1,0-1-1,0 1 0,0-1 1,0 1-1,1-1 1,-1 0-1,0 1 1,1-1-1,-1 1 1,1-3-1,-2-7-6775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8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4 24575,'-17'-2'0,"-31"0"0,44 2 0,0 1 0,0-1 0,0 1 0,0-1 0,0 1 0,0 0 0,0 1 0,1-1 0,-1 1 0,0-1 0,1 1 0,-1 0 0,-4 4 0,7-5 0,0 0 0,0 0 0,0 0 0,0 0 0,0 0 0,1 1 0,-1-1 0,0 0 0,1 0 0,-1 1 0,1-1 0,-1 0 0,1 1 0,-1-1 0,1 0 0,0 1 0,0-1 0,0 1 0,0 1 0,0 0 0,1 0 0,-1 0 0,1 0 0,0-1 0,0 1 0,0 0 0,0-1 0,1 1 0,1 2 0,3 4 0,1-1 0,0 1 0,16 13 0,-13-14 0,-1 0 0,2-1 0,-1 0 0,1 0 0,19 7 0,-26-12 0,0 0 0,1 0 0,-1-1 0,1 0 0,-1 0 0,1 0 0,0 0 0,-1-1 0,1 1 0,0-1 0,0-1 0,-1 1 0,1-1 0,0 1 0,-1-1 0,1-1 0,8-2 0,-11 2 0,0 1 0,1-1 0,-1 0 0,0 1 0,0-1 0,0 0 0,0 0 0,0-1 0,0 1 0,-1 0 0,1 0 0,-1-1 0,0 1 0,1-1 0,-1 0 0,0 1 0,-1-1 0,1 0 0,0 1 0,-1-1 0,1 0 0,-1 0 0,0 0 0,0 1 0,0-1 0,-1-5 0,0 0 0,-1 0 0,0 0 0,0 1 0,0-1 0,-1 0 0,0 1 0,-1 0 0,-4-8 0,-1 5 0,9 10 0,0 0 0,0 0 0,0 0 0,0 0 0,0 0 0,0 0 0,0-1 0,0 1 0,-1 0 0,1 0 0,0 0 0,0 0 0,0 0 0,0 0 0,0 0 0,0 0 0,0 0 0,-1 0 0,1 0 0,0 0 0,0 0 0,0 0 0,0 0 0,0 0 0,0 0 0,-1 0 0,1 0 0,0 0 0,0 0 0,0 1 0,0-1 0,0 0 0,0 0 0,0 0 0,-1 0 0,1 0 0,0 0 0,0 0 0,0 0 0,0 0 0,0 1 0,0 0 0,-1 0 0,1 0 0,0 1 0,0-1 0,0 0 0,0 0 0,1 0 0,-1 1 0,0-1 0,0 0 0,1 0 0,-1 0 0,1 1 0,0 1 0,7 12 0,0 0 0,1-1 0,1 1 0,0-2 0,1 1 0,0-2 0,1 1 0,1-2 0,25 20 0,-35-29 17,0 0 0,1 0 1,-1 0-1,1-1 0,-1 1 0,6 0 0,-7-1-100,-1-1 1,1 0-1,0 1 1,-1-1-1,1 0 1,-1 0-1,1 0 1,0-1-1,-1 1 1,1 0-1,0-1 1,-1 1-1,1-1 1,-1 1-1,1-1 1,-1 1-1,3-3 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8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24575,'1'5'0,"-1"-1"0,1 1 0,0-1 0,0 0 0,0 1 0,1-1 0,-1 0 0,1 0 0,0 0 0,0 0 0,1 0 0,-1-1 0,1 1 0,0-1 0,5 6 0,4 2 0,-1-1 0,2-1 0,15 10 0,-25-16 0,1-1 0,0-1 0,0 1 0,-1 0 0,1-1 0,0 0 0,0 0 0,0 0 0,0 0 0,6 0 0,-8-1 0,-1 0 0,1 0 0,0 0 0,-1 0 0,1-1 0,-1 1 0,0 0 0,1-1 0,-1 1 0,1-1 0,-1 0 0,0 1 0,1-1 0,-1 0 0,0 0 0,0 0 0,1 0 0,-1 0 0,0 0 0,0 0 0,0 0 0,0 0 0,0-1 0,-1 1 0,1 0 0,0-1 0,-1 1 0,1 0 0,-1-1 0,1 1 0,0-3 0,4-51 0,-5 55 0,0-1 0,1 1 0,-1 0 0,0-1 0,0 1 0,0 0 0,0-1 0,0 1 0,0 0 0,0-1 0,1 1 0,-1 0 0,0 0 0,0-1 0,0 1 0,1 0 0,-1 0 0,0 0 0,0-1 0,1 1 0,-1 0 0,0 0 0,0 0 0,1 0 0,-1-1 0,0 1 0,1 0 0,-1 0 0,0 0 0,0 0 0,1 0 0,-1 0 0,11 5 0,10 16 0,-20-19 0,11 12 0,-4-4 0,0 0 0,1-1 0,0 0 0,0 0 0,1-1 0,0 0 0,13 7 0,-19-13 0,0 0 0,0 0 0,0-1 0,0 1 0,0-1 0,0 0 0,7 2 0,-10-3 0,0 0 0,1-1 0,-1 1 0,0 0 0,0 0 0,0-1 0,1 1 0,-1 0 0,0-1 0,0 1 0,0-1 0,0 1 0,0-1 0,0 0 0,0 0 0,0 1 0,0-1 0,0 0 0,0 0 0,0 0 0,-1 0 0,1 0 0,0 0 0,-1 0 0,1 0 0,-1 0 0,1 0 0,-1 0 0,1-1 0,0-1 0,3-25 0,-3 24 0,-1 0 0,1 0 0,-1-1 0,1 2 0,0-1 0,0 0 0,3-5 0,-3 8 0,-1 0 0,1 0 0,0 0 0,0 0 0,0 0 0,0 0 0,0 0 0,0 1 0,0-1 0,0 0 0,0 1 0,1-1 0,-1 1 0,0-1 0,0 1 0,1-1 0,-1 1 0,0 0 0,0 0 0,1-1 0,-1 1 0,0 0 0,1 0 0,-1 1 0,0-1 0,1 0 0,1 1 0,1 0-105,1-1 0,-1 2 0,1-1 0,-1 1 0,0-1 0,0 1 0,0 0 0,0 1 0,0-1 0,0 1 0,0 0 0,4 5 0,3 3-6721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109 405 24575,'6'9'0,"4"5"0,-1 1 0,0 1 0,0-1 0,10 29 0,-19-43 0,0-1 0,1 1 0,-1 0 0,0 0 0,0 0 0,1-1 0,-1 1 0,0 0 0,0 0 0,0 0 0,0 0 0,0-1 0,0 1 0,0 0 0,0 0 0,-1 1 0,1-2 0,-1 0 0,1 0 0,0 0 0,-1 0 0,1 0 0,0 0 0,-1 0 0,1 0 0,0 0 0,-1 0 0,1 0 0,0 0 0,-1-1 0,1 1 0,0 0 0,-1 0 0,1 0 0,0 0 0,0-1 0,-1 1 0,1 0 0,0 0 0,0-1 0,-1 1 0,1-1 0,-22-22 0,21 22 0,-16-22 0,1 0 0,1 0 0,1-2 0,1 0 0,1 0 0,2-1 0,0-1 0,2 0 0,0 0 0,2 0 0,2-1 0,0 0 0,1 0 0,3-43 0,0 65 0,1 0 0,0 0 0,0 1 0,1-1 0,-1 0 0,1 1 0,5-11 0,-6 15 0,-1 0 0,1-1 0,0 1 0,0 0 0,0 0 0,-1 0 0,1 1 0,0-1 0,0 0 0,0 0 0,0 0 0,1 1 0,-1-1 0,0 0 0,0 1 0,2-1 0,-1 0 0,-1 1 0,0 0 0,1 0 0,-1 1 0,0-1 0,1 0 0,-1 0 0,0 1 0,1-1 0,-1 1 0,0-1 0,0 1 0,0-1 0,1 1 0,-1 0 0,0-1 0,0 1 0,0 0 0,0 0 0,1 1 0,1 1 5,0 0 1,0 1-1,0-1 0,-1 1 0,1 0 0,-1-1 1,0 1-1,0 0 0,0 0 0,-1 1 1,1-1-1,-1 0 0,0 0 0,0 1 0,-1-1 1,1 1-1,-1-1 0,0 0 0,0 1 0,0-1 1,-1 1-1,-1 7 0,0-5-119,0 1 0,-1-1-1,0 0 1,0 0 0,0 0 0,-1 0-1,0-1 1,0 1 0,-1-1 0,0 0-1,0-1 1,-9 9 0,2-5-6712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63 591 24575,'-40'-469'0,"33"363"0,7 105 0,0 0 0,0 0 0,0 0 0,0 0 0,0 0 0,-1 0 0,1 0 0,0 0 0,-1 0 0,1 0 0,-1 0 0,1 0 0,-2-2 0,-1 5 0,0 8 0,0 26 0,2 66 0,2-55 0,-1-12 0,2 0 0,2 0 0,1 0 0,2-1 0,1 0 0,1 0 0,17 36 0,-20-55 0,1 0 0,0-1 0,2 0 0,-1 0 0,2-1 0,14 17 0,-17-22 0,0-1 0,1 1 0,0-2 0,0 1 0,11 6 0,-16-12 0,0 1 0,0-1 0,0 0 0,0 0 0,0 0 0,0 0 0,0 0 0,1-1 0,-1 1 0,0-1 0,1 0 0,-1 0 0,0 0 0,1 0 0,-1-1 0,0 0 0,0 1 0,1-1 0,-1 0 0,3-2 0,-1 1 0,-1 0 0,0-1 0,0 1 0,0-1 0,0 0 0,0 0 0,-1 0 0,1-1 0,4-6 0,-2 2 0,-1 0 0,0-1 0,7-14 0,-12 22 0,0 0 0,0 1 0,1-1 0,-1 0 0,0 1 0,1-1 0,-1 0 0,0 1 0,1-1 0,-1 0 0,1 1 0,-1-1 0,1 1 0,0-1 0,-1 1 0,1-1 0,0 1 0,0-1 0,-1 1 0,1 0 0,-1 0 0,1 0 0,-1 0 0,0 1 0,1-1 0,-1 0 0,0 0 0,1 0 0,-1 0 0,0 1 0,0-1 0,1 0 0,-1 0 0,0 1 0,0-1 0,1 0 0,-1 0 0,0 1 0,0-1 0,1 0 0,-1 1 0,0-1 0,0 0 0,0 1 0,0-1 0,9 33 0,-8-27 0,1 5-110,4 16-518,15 46 1,-17-62-6199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24575,'2'5'0,"2"5"0,-1 0-8191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0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24575,'95'130'0,"-95"-128"0,1-1 0,0 0 0,0 1 0,0-1 0,0 0 0,1 0 0,-1 0 0,0 0 0,0 0 0,1 0 0,-1 0 0,0-1 0,1 1 0,-1 0 0,1-1 0,-1 1 0,1-1 0,-1 1 0,1-1 0,-1 0 0,1 0 0,2 0 0,-2 0 0,-1-1 0,1 1 0,-1-1 0,1 0 0,-1 0 0,1 0 0,-1 0 0,1 0 0,-1 0 0,0 0 0,0 0 0,1-1 0,-1 1 0,0 0 0,0-1 0,0 1 0,0-1 0,-1 1 0,1-1 0,0-1 0,6-12 0,-2 0 0,0 0 0,0 0 0,-1 0 0,1-18 0,-5 31 0,1-1 0,-1 0 0,1 1 0,0-1 0,0 0 0,0 1 0,0-1 0,0 1 0,0-1 0,3-3 0,-3 6 0,-1-1 0,1 1 0,-1-1 0,0 1 0,1 0 0,-1-1 0,1 1 0,-1 0 0,1-1 0,0 1 0,-1 0 0,1 0 0,-1 0 0,1-1 0,-1 1 0,1 0 0,0 0 0,-1 0 0,1 0 0,0 0 0,1 1 0,-1-1 0,0 0 0,0 1 0,0-1 0,0 1 0,1 0 0,-1-1 0,0 1 0,0 0 0,0-1 0,0 1 0,0 0 0,1 1 0,12 15 0,0 1 0,11 20 0,-13-21 0,0 1 0,22 24 0,-25-33-273,0-1 0,1 0 0,-1 0 0,17 9 0,-15-11-6553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0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96 24575,'-1'-3'0,"0"-10"0,-7-26 0,7 37 0,1-1 0,-1 1 0,0-1 0,0 1 0,0-1 0,-1 1 0,1 0 0,0 0 0,-1-1 0,1 1 0,-1 0 0,0 0 0,0 1 0,0-1 0,0 0 0,-4-2 0,6 4 0,-1 0 0,0-1 0,0 1 0,0 0 0,0 0 0,1 0 0,-1 0 0,0 0 0,0 0 0,0 0 0,0 0 0,0 0 0,1 0 0,-1 1 0,0-1 0,0 0 0,0 1 0,1-1 0,-1 0 0,0 1 0,0-1 0,1 1 0,-1-1 0,0 1 0,1-1 0,-1 1 0,1 0 0,-1-1 0,0 1 0,1 0 0,0 0 0,-1-1 0,1 1 0,-1 0 0,1 1 0,-2 2 0,0 0 0,0 0 0,0 1 0,-1 8 0,2-5 0,0 0 0,0-1 0,1 1 0,0 0 0,1 0 0,0-1 0,0 1 0,0 0 0,1-1 0,5 14 0,-6-18 0,0-1 0,0 1 0,0-1 0,1 1 0,-1-1 0,1 0 0,-1 0 0,1 0 0,0 0 0,-1 0 0,1 0 0,0 0 0,1 0 0,-1-1 0,0 1 0,0-1 0,1 0 0,-1 1 0,0-1 0,1 0 0,0 0 0,-1-1 0,1 1 0,-1 0 0,1-1 0,0 0 0,-1 0 0,1 1 0,0-2 0,0 1 0,-1 0 0,1 0 0,5-2 0,-4 0 0,0 0 0,0 0 0,0-1 0,0 1 0,-1-1 0,1 0 0,0 0 0,-1 0 0,0 0 0,0-1 0,0 0 0,0 1 0,-1-1 0,3-5 0,15-30 0,-33 70 0,2 0 0,1 0 0,2 1 0,-4 34 0,0 49 0,6 153 0,6-268 0,0 0 0,-1 0 0,1 0 0,0 0 0,0 1 0,0-1 0,0 0 0,0 0 0,0 0 0,0 0 0,0 1 0,0-1 0,0 0 0,0 0 0,0 0 0,0 0 0,0 0 0,0 1 0,0-1 0,0 0 0,0 0 0,0 0 0,0 0 0,1 1 0,-1-1 0,0 0 0,0 0 0,0 0 0,0 0 0,0 0 0,0 0 0,0 1 0,0-1 0,1 0 0,-1 0 0,0 0 0,0 0 0,0 0 0,0 0 0,1 0 0,3-7 0,2-13 0,-5 15 15,0-1 0,-1 1 0,0-1 0,0 0 0,0 1 0,-1-1 0,-1-9 0,1 12-121,-1-1 0,1 1 0,0 0 0,-1-1 0,0 1 0,0 0-1,0 0 1,0 0 0,0 0 0,0 1 0,-1-1 0,1 1 0,-4-3 0,-4-2-6720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1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70 151 24575,'6'31'0,"2"59"0,-8-89 0,0-1 0,1 1 0,-1 0 0,0-1 0,0 1 0,0 0 0,0-1 0,0 1 0,-1-1 0,1 1 0,0 0 0,0-1 0,0 1 0,0-1 0,-1 1 0,1 0 0,-1 0 0,-4-8 0,-5-22 0,9 26 0,-17-51 0,-27-88 0,44 139 0,1-1 0,-1 1 0,1 0 0,-1-1 0,1 1 0,0 0 0,0-1 0,1 1 0,0-4 0,-1 6 0,0 1 0,0-1 0,1 0 0,-1 1 0,0-1 0,1 0 0,-1 1 0,0-1 0,1 1 0,-1-1 0,1 1 0,-1-1 0,1 1 0,-1-1 0,1 1 0,-1-1 0,1 1 0,-1 0 0,2-1 0,-1 0 0,0 1 0,0 0 0,0 0 0,1 0 0,-1 0 0,0 0 0,0 0 0,0 0 0,0 1 0,0-1 0,0 0 0,0 1 0,0-1 0,0 0 0,0 1 0,2 0 0,3 4-57,1-1 1,-1 1-1,0 0 0,0 1 0,-1-1 0,8 11 0,-5-7-910,3 4-5859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2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16 24575,'-39'-5'0,"-2"0"0,-77 0 0,117 5 0,-1 0 0,1 0 0,0 0 0,-1 0 0,1 1 0,0-1 0,-1 0 0,1 1 0,0-1 0,0 1 0,0-1 0,-1 1 0,1 0 0,0 0 0,0-1 0,0 1 0,0 0 0,0 0 0,0 0 0,0 0 0,-1 2 0,2-2 0,0-1 0,0 1 0,0 0 0,0 0 0,0-1 0,0 1 0,0 0 0,0 0 0,0 0 0,0-1 0,0 1 0,0 0 0,0 0 0,1 0 0,-1-1 0,0 1 0,1 0 0,-1 0 0,0-1 0,1 1 0,-1 0 0,1-1 0,-1 1 0,1-1 0,-1 1 0,1-1 0,0 1 0,-1-1 0,1 1 0,0-1 0,-1 1 0,1-1 0,0 0 0,0 1 0,-1-1 0,2 0 0,1 2 0,0-1 0,0 0 0,0-1 0,0 1 0,0 0 0,1-1 0,-1 0 0,0 0 0,0 0 0,1 0 0,-1 0 0,0-1 0,0 1 0,0-1 0,0 0 0,6-2 0,-3 1 0,0-1 0,0 0 0,-1 0 0,1-1 0,-1 1 0,0-1 0,7-6 0,-12 9 0,0 1 0,1 0 0,-1 0 0,0 0 0,0-1 0,1 1 0,-1 0 0,0 0 0,1 0 0,-1 0 0,0 0 0,0-1 0,1 1 0,-1 0 0,0 0 0,1 0 0,-1 0 0,0 0 0,1 0 0,-1 0 0,0 0 0,1 0 0,-1 0 0,0 0 0,1 0 0,-1 0 0,0 1 0,1-1 0,-1 0 0,0 0 0,0 0 0,1 0 0,-1 1 0,0-1 0,0 0 0,1 0 0,-1 0 0,0 1 0,0-1 0,1 0 0,-1 0 0,0 1 0,0-1 0,0 0 0,0 0 0,1 1 0,-1-1 0,0 0 0,0 1 0,0-1 0,0 1 0,8 22 0,-5-13 0,1 1 0,0-1 0,1 0 0,0 0 0,1 0 0,0 0 0,8 9 0,-10-15 0,-1-1 0,1 1 0,0 0 0,-1-1 0,2 0 0,-1 0 0,0 0 0,1 0 0,-1-1 0,1 0 0,0 0 0,0 0 0,0-1 0,0 1 0,9 0 0,-13-1-4,1-1-1,0 0 0,-1 0 0,1 0 1,-1 0-1,1 0 0,0 0 0,-1-1 1,1 1-1,-1 0 0,1-1 0,-1 1 1,1-1-1,-1 0 0,1 0 1,2-1-1,-3 1 17,0 0-1,0 0 1,-1 0 0,1 0 0,0 0-1,0-1 1,-1 1 0,1 0 0,-1 0 0,1 0-1,-1-1 1,0 1 0,1 0 0,-1-1-1,0 1 1,0-2 0,0-2-177,0-1 0,-1 1 0,0 0 0,0 0 0,0 0 0,0 0 0,-1 0 0,-4-9 0,-3-2-6661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3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24575,'4'34'0,"9"36"0,-4-28 0,-8-31 0,32 141 0,-26-125 0,2 0 0,1-1 0,20 39 0,-13-38 0,-16-26 0,-1 0 0,1 0 0,-1 0 0,1 0 0,0-1 0,-1 1 0,1 0 0,0-1 0,0 1 0,-1 0 0,1-1 0,0 1 0,0-1 0,0 1 0,0-1 0,0 1 0,0-1 0,-1 0 0,1 0 0,0 1 0,0-1 0,0 0 0,0 0 0,0 0 0,0 0 0,0 0 0,0 0 0,2-1 0,-2 0 0,0 0 0,0 0 0,0 0 0,0-1 0,0 1 0,0 0 0,0-1 0,-1 1 0,1-1 0,-1 1 0,1-1 0,-1 1 0,1-1 0,-1 0 0,0 1 0,1-1 0,-1-2 0,0 1 0,0 1 0,1-1 0,-1 1 0,1 0 0,-1-1 0,1 1 0,0 0 0,0 0 0,2-3 0,-2 3 0,1 1 0,0-1 0,0 0 0,0 1 0,0 0 0,1 0 0,-1-1 0,0 1 0,0 1 0,1-1 0,-1 0 0,1 0 0,-1 1 0,0 0 0,6-1 0,5 1 0,24 1 0,-18 0 0,-3 0 0,0-1 0,0 0 0,0-2 0,0 0 0,21-5 0,-33 6 0,1-1 0,-1 1 0,0-1 0,1 0 0,-1-1 0,0 1 0,0-1 0,0 1 0,-1-1 0,1 0 0,-1-1 0,1 1 0,-1-1 0,0 1 0,0-1 0,-1 0 0,1 0 0,-1 0 0,0 0 0,0-1 0,0 1 0,2-7 0,-3 6 0,0 1 0,-1 0 0,1 0 0,-1-1 0,0 1 0,0 0 0,0 0 0,-1-1 0,1 1 0,-2-4 0,1 6 0,1 1 0,0 0 0,-1 0 0,1 0 0,-1 0 0,1 0 0,-1 0 0,1 0 0,-1 0 0,0 0 0,0 0 0,1 0 0,-1 1 0,0-1 0,0 0 0,0 0 0,0 1 0,0-1 0,0 0 0,0 1 0,0-1 0,0 1 0,0 0 0,0-1 0,-1 1 0,1 0 0,0 0 0,0-1 0,0 1 0,0 0 0,0 0 0,-1 0 0,1 0 0,0 1 0,0-1 0,0 0 0,0 0 0,-1 1 0,1-1 0,-2 2 0,-1 0 0,0 0 0,-1 0 0,1 1 0,0 0 0,0 0 0,0 0 0,1 0 0,-1 0 0,1 1 0,0 0 0,0 0 0,0 0 0,0 0 0,1 0 0,-1 0 0,1 1 0,0-1 0,-1 7 0,0-4 0,1 0 0,1 0 0,-1 0 0,1 1 0,0-1 0,1 0 0,0 0 0,0 1 0,1-1 0,-1 0 0,5 13 0,-2-11 0,1 0 0,0-1 0,0 1 0,1-1 0,1-1 0,-1 1 0,1-1 0,0 0 0,1 0 0,0 0 0,0-1 0,10 7 0,3 0 0,-1 0 0,1-2 0,41 17 0,-32-17 0,1-2 0,0-1 0,0-1 0,61 6 0,-73-10-1365,-2 0-5461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7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24575,'0'-1'0,"0"1"0,1 0 0,-1 0 0,0 0 0,1 0 0,-1-1 0,1 1 0,-1 0 0,0 0 0,1 0 0,-1 0 0,1 0 0,-1 0 0,0 0 0,1 0 0,-1 0 0,1 0 0,-1 0 0,0 0 0,1 0 0,-1 1 0,0-1 0,1 0 0,-1 0 0,1 0 0,-1 1 0,0-1 0,1 0 0,-1 0 0,0 1 0,0-1 0,1 0 0,-1 0 0,0 1 0,0-1 0,1 0 0,-1 1 0,0-1 0,0 0 0,0 1 0,1 0 0,10 19 0,-9-16 0,19 44 0,28 89 0,-42-112 0,-5-15 0,1 0 0,7 18 0,-7-53 0,-10-30 0,2 26 0,1-35 0,3 58 0,1-10 0,0 1 0,1-1 0,1 1 0,4-21 0,-5 32 0,0 0 0,1 1 0,-1 0 0,1-1 0,-1 1 0,1 0 0,0 0 0,0 0 0,1 0 0,3-4 0,-5 5 0,2 1 0,-1-1 0,0 1 0,0 0 0,0-1 0,0 1 0,1 0 0,-1 0 0,1 1 0,-1-1 0,1 0 0,-1 1 0,1 0 0,-1-1 0,1 1 0,4 1 0,-3-1 0,1 1 0,-1 0 0,0 0 0,0 0 0,1 0 0,-1 1 0,0 0 0,6 3 0,31 23 0,-18-11 0,-6-6 30,0 1 0,-1 1 0,14 16 0,-23-22-179,-1 0 1,0 0-1,-1 0 1,1 0-1,-2 1 1,1 0-1,-1 0 1,0 1-1,3 10 1,-4-6-6678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40 24575,'27'-9'0,"28"-6"0,-44 12 0,-9 2 0,-6 0 0,-13 0 0,-22 0 0,1 3-97,16-1-156,0-1-1,0 0 0,0-2 1,-24-4-1,33 3-6572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6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16 24575,'-11'-2'0,"-5"-2"0,-3 1 0,-1 0 0,1 1 0,0 1 0,2 1 0,0-1 0,1 1 0,1 0 0,-1 1 0,1-1 0,0 0 0,0 3 0,3 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8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808 16 24575,'39'-7'0,"-29"6"0,0 0 0,17-5 0,-61 11 0,-123 17 0,77-13 0,-51 4 0,66-7 0,-249 29 0,302-34-195,-1 1 0,1 1 0,0-1 0,0 2 0,0 0 0,-18 8 0,20-5-6631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61 24575,'-24'-14'0,"0"1"0,-37-14 0,57 26 0,-1 0 0,0-1 0,1 1 0,-1 1 0,1-1 0,-1 1 0,0-1 0,1 1 0,-1 1 0,0-1 0,1 1 0,-1 0 0,0 0 0,-4 2 0,6-2 0,0 0 0,0 0 0,1 1 0,-1 0 0,1-1 0,-1 1 0,1 0 0,0 0 0,-1 0 0,1 1 0,0-1 0,1 1 0,-1-1 0,0 1 0,1-1 0,-1 1 0,1 0 0,0 0 0,0-1 0,0 1 0,0 0 0,0 5 0,-2 11 0,2 0 0,0 0 0,2 0 0,0 0 0,1 0 0,6 29 0,39 108 0,-17-73 0,32 105 0,-51-117 0,-15-83-273,-1 0 0,0 0 0,-1 1 0,-9-13 0,3 5-6553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 24575,'-109'12'0,"66"-8"0,-5 2-55,36-3-109,0-1 1,-1-1-1,1 0 0,-1 0 0,1-1 1,-1-1-1,-19-4 0,18 2-6662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12 24575,'-7'-3'0,"0"1"0,-1 0 0,1 0 0,-1 1 0,1 0 0,-15 0 0,20 2 0,1-1 0,-1 0 0,0 0 0,0 0 0,0 1 0,1-1 0,-1 1 0,0 0 0,0-1 0,1 1 0,-1 0 0,1 0 0,-1 0 0,1 0 0,-1 0 0,1 0 0,-1 1 0,1-1 0,0 0 0,0 1 0,0-1 0,0 1 0,0-1 0,0 1 0,0 0 0,0-1 0,1 1 0,-1 0 0,1 0 0,-1-1 0,1 1 0,-1 0 0,1 2 0,0 0 0,0 1 0,0-1 0,1 1 0,-1-1 0,1 1 0,0-1 0,0 1 0,1-1 0,-1 0 0,1 0 0,0 0 0,0 0 0,0 0 0,1 0 0,-1-1 0,1 1 0,6 5 0,5 6 0,1-2 0,29 21 0,-23-19 0,-16-11 0,0 1 0,0-1 0,0 1 0,-1 0 0,0 0 0,4 6 0,-7-10 0,0 0 0,-1 0 0,1 0 0,0 0 0,-1 0 0,1 0 0,-1 0 0,0 0 0,1 0 0,-1 0 0,0 0 0,0 1 0,1-1 0,-1 0 0,0 0 0,0 0 0,0 0 0,-1 1 0,1-1 0,0 0 0,0 0 0,-1 0 0,1 0 0,0 0 0,-1 1 0,1-1 0,-1 0 0,0 0 0,1 0 0,-1 0 0,0 0 0,0-1 0,1 1 0,-1 0 0,0 0 0,0 0 0,0-1 0,0 1 0,0 0 0,0-1 0,0 1 0,-1 0 0,-5 1-37,1 0 0,0-1 1,-1 1-1,1-1 0,-1-1 0,1 1 0,-1-1 0,1 0 0,-10-2 0,3 2-959,-1-1-5830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24575,'35'101'0,"-12"-51"0,3-1 0,2-2 0,46 59 0,114 120 0,-168-203 0,2 1-75,-15-18-69,-1 0 1,0 1 0,0-1 0,-1 1-1,0 1 1,0-1 0,-1 1-1,6 13 1,-6-9-6683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28 24575,'-15'-24'0,"14"24"0,1 0 0,0-1 0,0 1 0,-1 0 0,1-1 0,0 1 0,-1 0 0,1 0 0,0-1 0,-1 1 0,1 0 0,0 0 0,-1 0 0,1 0 0,-1-1 0,1 1 0,0 0 0,-1 0 0,1 0 0,-1 0 0,1 0 0,-1 0 0,0 0 0,1 1 0,-1-1 0,1 1 0,0-1 0,-1 1 0,1-1 0,-1 1 0,1-1 0,0 1 0,-1-1 0,1 1 0,0-1 0,0 1 0,-1 0 0,1-1 0,0 1 0,0-1 0,0 1 0,0 0 0,0 0 0,0 5 0,-1-1 0,2 0 0,-1 0 0,1 1 0,0-1 0,0 0 0,2 7 0,3 17 0,-5-26 0,-1-1 0,0 1 0,1 0 0,0-1 0,-1 1 0,1 0 0,0-1 0,1 1 0,-1-1 0,0 0 0,1 1 0,-1-1 0,1 0 0,-1 0 0,1 0 0,0 0 0,0 0 0,0 0 0,0 0 0,1-1 0,-1 1 0,0-1 0,1 1 0,-1-1 0,1 0 0,-1 0 0,1 0 0,0-1 0,-1 1 0,1-1 0,0 1 0,3-1 0,19 3 0,1-2 0,51-4 0,-66 2 0,0 0 0,0-1 0,0 0 0,-1 0 0,1-1 0,-1-1 0,15-6 0,-22 8 0,1 0 0,-1 0 0,0 0 0,0-1 0,0 0 0,0 1 0,0-1 0,0 0 0,-1 0 0,1 0 0,-1-1 0,0 1 0,0 0 0,0-1 0,0 0 0,-1 1 0,1-1 0,-1 0 0,0 0 0,0 0 0,-1 0 0,1 0 0,-1-4 0,1-7-1365,-2 1-5461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24575,'-3'31'0,"0"12"0,0 5 0,0-3 0,1-5 0,4-6 0,0-6 0,1-3 0,0-3 0,2-3 0,-1-2 0,0-1 0,2-3 0,-1-2 0,0 0 0,1-1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33 24575,'-16'-2'0,"0"1"0,0 1 0,-26 2 0,38-2 0,0 1 0,0-1 0,0 1 0,0 0 0,1 0 0,-1 0 0,0 1 0,1-1 0,-1 1 0,1 0 0,-1 0 0,1 0 0,0 0 0,0 1 0,0-1 0,0 1 0,0 0 0,1 0 0,-1 0 0,-3 6 0,6-8 0,-1 1 0,0 0 0,0 0 0,1 0 0,0-1 0,-1 1 0,1 0 0,0 0 0,0 0 0,0 0 0,0 0 0,0 0 0,0 0 0,0 0 0,1 0 0,-1-1 0,1 1 0,-1 0 0,1 0 0,0 0 0,0-1 0,0 1 0,0 0 0,0-1 0,0 1 0,0-1 0,0 1 0,1-1 0,-1 0 0,3 3 0,0-1 0,0-1 0,0 1 0,0-1 0,0 1 0,1-1 0,-1-1 0,1 1 0,-1 0 0,1-1 0,0 0 0,4 0 0,-4 0 0,0-1 0,-1 0 0,1 0 0,0 0 0,-1 0 0,1-1 0,0 0 0,-1 0 0,1 0 0,-1-1 0,6-2 0,-7 2 0,-1 1 0,0-1 0,1 1 0,-1-1 0,0 0 0,0 0 0,0 0 0,0 0 0,-1-1 0,1 1 0,-1 0 0,1-1 0,-1 1 0,0-1 0,0 1 0,0-1 0,0 0 0,0 1 0,-1-1 0,1-3 0,0 1 8,-1 1 0,1 0 0,-1 0 0,-1-1 0,1 1 0,0 0 0,-1 0 0,0-1 0,0 1 0,0 0 0,-1 0 0,1 0 0,-1 0 0,-4-6 0,5 8-63,-1 0 0,1 0 0,-1 0 0,0 0 0,0 0 0,0 1 0,0-1 0,0 1 0,0-1 0,0 1 0,0 0 0,-1 0 0,1 0 0,0 0 0,-1 0 0,1 1 0,-1-1 0,1 1 0,-1-1 0,1 1 0,-1 0 0,1 0 0,-1 0 0,1 0 0,-1 1 0,-2 0 0,-8 2-6771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24575,'-1'7'0,"1"0"0,-1 0 0,-4 12 0,4-14 0,-1 1 0,1-1 0,0 1 0,1 0 0,-1 0 0,2 10 0,1-1 0,1 0 0,1 0 0,0 0 0,7 16 0,-7-24 0,-1 1 0,1-1 0,0 0 0,0 0 0,1-1 0,0 1 0,0-1 0,0 0 0,11 8 0,-14-12 0,0-1 0,0 1 0,0-1 0,0 0 0,0 0 0,0 0 0,1 0 0,-1 0 0,0-1 0,0 1 0,1 0 0,-1-1 0,0 0 0,1 0 0,-1 1 0,1-2 0,-1 1 0,0 0 0,1 0 0,-1-1 0,0 1 0,1-1 0,-1 0 0,0 1 0,0-1 0,1 0 0,-1 0 0,0-1 0,0 1 0,0 0 0,0-1 0,-1 1 0,1-1 0,0 0 0,-1 0 0,3-1 0,0-3 0,0 1 0,0-1 0,-1 0 0,1 0 0,-1 0 0,-1 0 0,1 0 0,-1-1 0,0 1 0,0-1 0,1-11 0,-3 11-76,0 1 1,0-1-1,-1 0 0,0 1 0,0-1 0,-1 1 0,1-1 0,-2 1 1,1 0-1,0 0 0,-1 0 0,0 0 0,-1 0 0,1 1 1,-1-1-1,0 1 0,-8-8 0,0 0-6750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5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32 24575,'-14'2'0,"1"1"0,-18 5 0,26-6 0,1-1 0,0 1 0,0 0 0,0 0 0,0 0 0,0 1 0,0 0 0,0-1 0,1 1 0,-6 6 0,8-7 0,0 0 0,0 0 0,0-1 0,0 1 0,0 0 0,0 0 0,1 0 0,-1 0 0,1 0 0,-1 0 0,1 1 0,0-1 0,0 0 0,0 0 0,0 0 0,0 0 0,0 0 0,1 0 0,-1 0 0,1 0 0,-1 0 0,1 0 0,0 0 0,0 0 0,0 0 0,0 0 0,0-1 0,0 1 0,0 0 0,3 2 0,-1 0 0,1 0 0,0 0 0,0 0 0,0 0 0,1-1 0,-1 0 0,1 1 0,0-2 0,-1 1 0,9 3 0,-5-4 0,0 0 0,0 0 0,0-1 0,0 0 0,10 0 0,-15-1 0,1 0 0,-1 0 0,1 0 0,-1-1 0,1 1 0,-1-1 0,0 0 0,1 0 0,-1 0 0,0 0 0,0-1 0,0 0 0,0 1 0,5-4 0,-6 2 0,0 1 0,-1 0 0,1-1 0,-1 1 0,0-1 0,0 0 0,0 1 0,0-1 0,0 0 0,0 0 0,-1 0 0,1 0 0,-1 1 0,0-6 0,0-6 0,-3-21 0,3 31-57,-1 0 0,0 0 1,0 0-1,0 0 0,-1 1 0,1-1 0,-1 0 0,0 1 0,0 0 0,0-1 1,0 1-1,-1 0 0,1 0 0,-1 0 0,0 0 0,0 1 0,0-1 0,0 1 0,0 0 1,-1 0-1,1 0 0,-1 0 0,-6-2 0,-2 1-6769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67 24575,'0'0'0,"-21"0"0,-31 3 0,47-2 0,0 0 0,0 0 0,0 0 0,0 1 0,0 0 0,0-1 0,0 2 0,1-1 0,-1 1 0,1-1 0,-7 6 0,10-7 0,0 0 0,0 0 0,0 0 0,0 0 0,0 1 0,0-1 0,0 0 0,0 0 0,1 1 0,-1-1 0,0 1 0,1-1 0,-1 1 0,1-1 0,0 1 0,-1-1 0,1 1 0,0-1 0,0 1 0,0 1 0,0-1 0,1 1 0,0-1 0,-1 0 0,1 1 0,0-1 0,0 0 0,0 0 0,0 0 0,1 0 0,-1 0 0,4 3 0,0 1 0,1 0 0,0-1 0,0 0 0,1-1 0,-1 0 0,14 7 0,-12-7 0,1-1 0,-1 1 0,1-2 0,-1 1 0,1-1 0,15 1 0,-22-2 0,0-1 0,0 0 0,0 0 0,0 0 0,0-1 0,0 1 0,-1 0 0,1-1 0,0 1 0,0-1 0,0 0 0,0 0 0,0 0 0,-1 1 0,1-2 0,0 1 0,-1 0 0,1 0 0,-1 0 0,1-1 0,-1 1 0,0-1 0,1 1 0,-1-1 0,0 0 0,0 1 0,0-1 0,0 0 0,0 0 0,-1 1 0,1-1 0,-1 0 0,1 0 0,-1 0 0,1-4 0,0 1 0,-1 0 0,0 0 0,0 0 0,0 0 0,-1 0 0,1 0 0,-1 0 0,0 0 0,-1 0 0,1 0 0,-1 0 0,0 1 0,0-1 0,-1 1 0,1-1 0,-1 1 0,0 0 0,-6-7 0,1 2 0,-1 1 0,0 0 0,-1 1 0,0-1 0,0 2 0,-19-10 0,13 8-1365,4 0-5461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6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57 24575,'-15'2'0,"1"1"0,-1 0 0,1 2 0,-19 7 0,29-10 0,0-1 0,0 1 0,0 0 0,0 0 0,1 1 0,-1-1 0,1 1 0,0 0 0,0 0 0,0 0 0,0 0 0,0 0 0,1 1 0,-1-1 0,1 1 0,0-1 0,0 1 0,0 0 0,-2 7 0,4-8 0,0 1 0,0-1 0,0 0 0,0 1 0,0-1 0,1 0 0,0 0 0,-1 0 0,1 1 0,0-1 0,1 0 0,-1 0 0,0 0 0,1-1 0,0 1 0,-1 0 0,1 0 0,0-1 0,1 1 0,-1-1 0,0 0 0,1 0 0,2 3 0,1-1 0,0 0 0,0 0 0,0 0 0,1 0 0,0-1 0,-1 0 0,1-1 0,0 0 0,10 3 0,-9-4 0,-1 0 0,1 0 0,0-1 0,-1 0 0,1 0 0,0-1 0,-1 0 0,1 0 0,8-3 0,-12 2 0,0 1 0,0-1 0,0 0 0,0 0 0,0-1 0,0 1 0,-1-1 0,1 0 0,-1 0 0,0 0 0,0 0 0,0-1 0,0 1 0,0-1 0,-1 0 0,4-7 0,-3 5 0,0 1 0,-1-1 0,0 0 0,0 0 0,0-1 0,0 1 0,-1 0 0,0-10 0,-1 13 0,0-1 0,-1 0 0,1 1 0,-1-1 0,0 0 0,0 1 0,0-1 0,-1 1 0,1-1 0,-1 1 0,0 0 0,0 0 0,0 0 0,0 0 0,0 0 0,-4-3 0,-3-2-151,0 0-1,-1 1 0,0 0 0,-1 0 1,1 1-1,-1 1 0,0-1 1,-15-3-1,5 2-6674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15 125 24575,'-2'-1'0,"1"-1"0,-1 0 0,1 0 0,0 0 0,0 0 0,0 0 0,0 0 0,0-1 0,0 1 0,0 0 0,1-1 0,-1 1 0,1 0 0,-1-1 0,1 1 0,0 0 0,0-1 0,0 1 0,1 0 0,-1-1 0,1-2 0,0 2 0,0 0 0,0 0 0,0 0 0,0 0 0,0 0 0,1 0 0,0 0 0,-1 0 0,1 1 0,0-1 0,0 1 0,1-1 0,-1 1 0,5-4 0,0 2 0,0 0 0,0 1 0,0 0 0,0 0 0,1 0 0,-1 1 0,1 0 0,0 1 0,-1-1 0,1 1 0,11 1 0,-15 0 0,0 0 0,0 0 0,0 0 0,0 1 0,0 0 0,0 0 0,0 0 0,0 0 0,0 1 0,-1-1 0,1 1 0,0 0 0,-1 0 0,0 0 0,1 1 0,-1-1 0,0 1 0,0 0 0,0 0 0,-1 0 0,1 0 0,-1 0 0,4 6 0,-1 3 0,0 0 0,-1 1 0,0-1 0,-1 1 0,0 0 0,-1 0 0,-1 0 0,0 0 0,0 1 0,-1-1 0,-3 14 0,0-12 0,0 0 0,-1-1 0,-1 1 0,0-1 0,-14 26 0,10-23 0,9-16 0,-1-1 0,1 1 0,0 0 0,0-1 0,-1 1 0,1-1 0,0 1 0,0 0 0,0-1 0,0 1 0,0 0 0,0-1 0,0 1 0,0 0 0,0-1 0,0 1 0,0 0 0,0-1 0,0 1 0,1-1 0,-1 1 0,0 0 0,0-1 0,1 1 0,-1-1 0,0 1 0,1-1 0,-1 1 0,0-1 0,1 1 0,-1-1 0,1 1 0,-1-1 0,1 0 0,-1 1 0,1-1 0,0 0 0,-1 1 0,1-1 0,-1 0 0,1 0 0,0 1 0,-1-1 0,1 0 0,-1 0 0,1 0 0,0 0 0,1 0 0,5 1 0,0 0 0,0-1 0,11-1 0,-11 1 0,66-1 0,35-1 0,-79-3-1365,-18 1-5461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0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24575,'-1'0'0,"0"0"0,1 0 0,-1 1 0,0-1 0,1 0 0,-1 1 0,0-1 0,1 1 0,-1-1 0,1 1 0,-1-1 0,1 1 0,-1-1 0,1 1 0,-1-1 0,1 1 0,0 0 0,-1-1 0,1 1 0,-1 0 0,-6 17 0,6-16 0,-1 4 0,0-1 0,1 1 0,-1 0 0,1 0 0,1 0 0,-1 0 0,1 0 0,0 0 0,0 0 0,1 0 0,0 0 0,1 7 0,-1-9 0,1-1 0,-1 1 0,0-1 0,1 1 0,0-1 0,-1 0 0,1 0 0,1 0 0,-1 0 0,0 0 0,1 0 0,-1 0 0,1-1 0,0 1 0,0-1 0,0 0 0,0 0 0,0 0 0,1-1 0,5 4 0,7-2 0,0 0 0,0 0 0,0-2 0,0 0 0,0-1 0,23-2 0,2 1 0,-24 0 40,0 1 0,31-6 0,-44 5-133,1 0 0,-1-1 1,0 1-1,1-1 0,-1 0 0,0 0 0,0 0 0,0 0 1,0-1-1,0 0 0,0 0 0,-1 0 0,0 0 1,1 0-1,2-5 0,1-3-6733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24575,'-5'29'0,"-2"14"0,0 2 0,2-3 0,1-7 0,2-6 0,3-6 0,2-4 0,1-3 0,1-1 0,1-4-8191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1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 24575,'0'0'0,"1"-1"0,0 1 0,-1 0 0,1-1 0,0 1 0,-1 0 0,1 0 0,0 0 0,-1 0 0,1 0 0,0 0 0,0 0 0,-1 0 0,1 0 0,0 0 0,-1 0 0,1 0 0,0 0 0,-1 0 0,1 1 0,0-1 0,-1 0 0,1 1 0,0 0 0,1 0 0,-1 0 0,0 0 0,0 0 0,0 1 0,1-1 0,-1 1 0,-1-1 0,1 1 0,0-1 0,0 2 0,3 7 0,-1-1 0,3 20 0,-4-20 0,25 91 0,-27-99 0,0 0 0,1 1 0,-1-1 0,0 0 0,1 0 0,-1 0 0,0 1 0,0-1 0,0 0 0,0 0 0,0 0 0,-1 0 0,1 1 0,0-1 0,0 0 0,-1 0 0,1 0 0,-1 0 0,1 0 0,-1 0 0,1 0 0,-1 0 0,0 0 0,1 0 0,-1 0 0,0 0 0,0 0 0,0 0 0,0 0 0,0-1 0,-1 2 0,-1-1 0,0 0 0,-1 0 0,1 0 0,0 0 0,0 0 0,-1-1 0,1 0 0,0 0 0,0 0 0,-6 0 0,0-1 0,0-1 0,1 0 0,0 0 0,-1-1 0,1 0 0,0 0 0,-9-5 0,12 5 0,1 1 0,-1-1 0,0 0 0,1-1 0,0 1 0,0-1 0,0 0 0,0 0 0,0 0 0,1-1 0,0 1 0,-3-6 0,5 9-37,1-1 0,-1 1 1,1 0-1,0 0 0,-1-1 0,1 1 0,0 0 0,0-1 0,0 1 0,0 0 0,0-1 0,0 1 1,1 0-1,-1 0 0,0-1 0,0 1 0,1 0 0,-1 0 0,1-1 0,0 1 0,-1 0 0,1 0 1,0 0-1,-1 0 0,1 0 0,0 0 0,0 0 0,0 0 0,0 0 0,0 0 0,0 1 0,0-1 1,0 0-1,1 1 0,-1-1 0,2 0 0,9-4-6789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2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27 24575,'0'-1'0,"0"0"0,0 0 0,0 0 0,0 0 0,0 0 0,0 0 0,0 0 0,0 0 0,1 0 0,-1-1 0,0 1 0,1 0 0,-1 0 0,1 0 0,-1 0 0,1 0 0,-1 0 0,1 1 0,0-1 0,-1 0 0,1 0 0,0 0 0,0 1 0,-1-1 0,1 0 0,1 0 0,-1 1 0,1 0 0,-1 0 0,0 0 0,0 0 0,1 0 0,-1 0 0,0 0 0,0 1 0,0-1 0,1 0 0,-1 1 0,0-1 0,0 1 0,0-1 0,0 1 0,0 0 0,0-1 0,0 1 0,0 0 0,0 0 0,0 0 0,0 0 0,0 1 0,8 7 0,-1 1 0,0 0 0,-1 1 0,7 12 0,-11-16 0,0-1 0,0 1 0,0 0 0,-1 0 0,1 0 0,-2 1 0,1-1 0,0 11 0,-2-16 0,0 0 0,0 0 0,0 0 0,0-1 0,-1 1 0,1 0 0,0 0 0,-1 0 0,0-1 0,1 1 0,-1 0 0,0 0 0,0-1 0,0 1 0,0-1 0,0 1 0,0-1 0,0 1 0,-3 1 0,2-1 0,0-1 0,0 0 0,0 0 0,0 0 0,-1 0 0,1 0 0,0 0 0,0-1 0,-1 1 0,1-1 0,-1 0 0,1 0 0,-4 0 0,0 0 0,0 0 0,1-1 0,-1 0 0,0-1 0,1 1 0,-1-1 0,1 0 0,-1 0 0,1-1 0,0 0 0,0 0 0,-5-3 0,6 3 0,1 0 0,-1-1 0,1 1 0,0-1 0,0 1 0,0-1 0,0 0 0,1 0 0,-1-1 0,1 1 0,-3-9 0,4 11 0,1-1 0,-1 0 0,1 0 0,0 0 0,0 1 0,0-1 0,0 0 0,1 0 0,-1 0 0,1 1 0,-1-1 0,1 0 0,0 1 0,0-1 0,0 0 0,1 1 0,-1-1 0,1 1 0,-1 0 0,1-1 0,2-2 0,-1 1-85,1 1 0,-1-1-1,0 0 1,1 1 0,0 0-1,0 0 1,0 0 0,0 1-1,0-1 1,1 1 0,-1 0-1,1 0 1,-1 1 0,1-1-1,7-1 1,1 2-6741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3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2057 18 24575,'2'-1'0,"0"0"0,-1-1 0,1 1 0,0 0 0,-1 0 0,0-1 0,1 1 0,1-3 0,-3 4 0,0 0 0,0 0 0,0 0 0,0 0 0,0-1 0,0 1 0,0 0 0,0 0 0,0 0 0,0 0 0,0 0 0,0 0 0,0 0 0,0-1 0,0 1 0,0 0 0,0 0 0,0 0 0,0 0 0,0 0 0,0 0 0,0 0 0,0-1 0,0 1 0,-1 0 0,1 0 0,0 0 0,0 0 0,0 0 0,0 0 0,0 0 0,0 0 0,0 0 0,0 0 0,0-1 0,0 1 0,-1 0 0,1 0 0,0 0 0,0 0 0,0 0 0,0 0 0,0 0 0,-13 0 0,-53 15 0,45-10 0,0 0 0,-28 2 0,-178-5 0,119-3 0,78 0 0,-31-6 0,-27-1 0,-171 9 0,238 0 0,0 2 0,1 0 0,-1 2 0,-31 10 0,8-2 0,-14 0 0,-105 10 0,111-16 0,-56 2 0,60-9 0,-75-10 0,88 6 0,1 1 0,0 2 0,-43 3 0,63-1 0,1 1 0,-1 1 0,0 0 0,1 0 0,-1 2 0,1-1 0,0 2 0,1 0 0,-1 0 0,1 1 0,-13 10 0,-12 13-1365,28-23-5461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7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0 24575,'-10'1'0,"-7"-1"0,-2-1 0,-1 1 0,1 1 0,-2-1 0,0-1 0,1 4 0,1 1 0,2-1 0,1-1 0,0 0 0,1-1 0,0 0 0,0-1 0,0 0 0,2 0-8191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7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48 24575,'-29'-7'0,"-14"-4"0,-2 1 0,0 3 0,4 1 0,6 2 0,6 3 0,8 0-8191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24575,'7'-36'0,"-3"0"0,1-71 0,-5 112 0,1 27 0,7 49 0,-6-70 0,1-1 0,1 0 0,0 0 0,8 15 0,9 22 0,-16-22-1365,-4-13-5461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8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820 31 24575,'0'0'0,"-1"0"0,1-1 0,0 1 0,-1 0 0,1-1 0,-1 1 0,1 0 0,-1 0 0,1-1 0,-1 1 0,1 0 0,-1 0 0,1 0 0,-1 0 0,1 0 0,-1 0 0,1 0 0,-1 0 0,1 0 0,-1 0 0,1 0 0,-1 0 0,0 0 0,-17 2 0,18-2 0,-31 5 0,13-1 0,0-1 0,0-2 0,0 1 0,-23-3 0,-116-17 0,54 5 0,-174 0 0,188 23-1365,69-8-5461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8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24575,'0'-3'0,"0"0"0,1 0 0,-1 0 0,0 0 0,1 0 0,0 0 0,-1 0 0,1 0 0,1 0 0,-1 0 0,0 1 0,1-1 0,-1 0 0,1 1 0,0-1 0,0 1 0,0-1 0,0 1 0,0 0 0,0 0 0,1 0 0,-1 0 0,1 0 0,-1 1 0,1-1 0,0 1 0,0 0 0,-1 0 0,1 0 0,0 0 0,0 0 0,5 0 0,-1 0 0,0 0 0,0 0 0,1 1 0,-1 1 0,0-1 0,0 1 0,0 0 0,0 1 0,0-1 0,-1 1 0,1 1 0,0-1 0,7 5 0,-9-4 0,-1 0 0,1 0 0,-1 0 0,0 0 0,0 0 0,0 1 0,-1 0 0,1 0 0,-1 0 0,0 0 0,4 7 0,-5-6 0,0 1 0,0 0 0,0 0 0,0 0 0,-1 0 0,0 0 0,0 0 0,-1 0 0,0 9 0,0-2 0,0 0 0,-1 0 0,-1 0 0,0 0 0,-1 0 0,0 0 0,-1-1 0,-9 23 0,6-21 0,1-5 0,2 1 0,-1 0 0,-3 13 0,8-22 0,0 0 0,0 0 0,0 0 0,0 0 0,0-1 0,0 1 0,0 0 0,0 0 0,0 0 0,0 0 0,1 0 0,-1-1 0,0 1 0,0 0 0,1 0 0,-1 0 0,1-1 0,-1 1 0,1 0 0,-1 0 0,1-1 0,-1 1 0,1-1 0,0 1 0,-1 0 0,1-1 0,0 1 0,-1-1 0,1 0 0,0 1 0,0-1 0,0 1 0,-1-1 0,1 0 0,0 0 0,0 1 0,0-1 0,0 0 0,1 0 0,5 1 0,1 0 0,-1-1 0,13 0 0,-14-1 0,-2 1-55,6 0-132,1 0 0,-1-1 0,0 0 0,1 0-1,-1-1 1,19-7 0,-16 3-6639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91 24575,'-1'-1'0,"-51"-31"0,46 28 0,0 2 0,-1-1 0,1 0 0,-1 1 0,1 1 0,-12-3 0,16 4 0,1 0 0,-1-1 0,0 1 0,1 0 0,-1 0 0,1 0 0,-1 0 0,1 1 0,-1-1 0,0 0 0,1 1 0,-1-1 0,1 1 0,0 0 0,-1-1 0,1 1 0,-1 0 0,1 0 0,0 0 0,0 0 0,-1 0 0,1 0 0,0 0 0,0 0 0,0 0 0,0 1 0,0-1 0,0 0 0,1 1 0,-1-1 0,0 1 0,1-1 0,-1 1 0,1-1 0,-1 1 0,1-1 0,0 1 0,0-1 0,0 1 0,0-1 0,0 3 0,0 2 0,0 0 0,1-1 0,0 1 0,0 0 0,0-1 0,1 1 0,-1-1 0,1 1 0,1-1 0,3 6 0,-3-6 0,0-1 0,0 0 0,1 0 0,-1-1 0,1 1 0,0-1 0,0 0 0,1 0 0,-1 0 0,1-1 0,-1 1 0,1-1 0,0 0 0,0 0 0,0-1 0,0 0 0,5 1 0,1 0 0,1 0 0,-1-2 0,1 1 0,-1-2 0,0 1 0,21-5 0,-28 4 0,0 0 0,1-1 0,-1 1 0,0-1 0,-1 0 0,1 0 0,0 0 0,0-1 0,-1 1 0,0-1 0,1 0 0,-1 0 0,0 0 0,-1-1 0,1 1 0,0-1 0,-1 1 0,0-1 0,0 0 0,0 0 0,2-5 0,-3 6 0,0-1 0,0 1 0,0 0 0,-1-1 0,1 1 0,-1 0 0,0-1 0,0 1 0,0-1 0,0 1 0,-1 0 0,1-1 0,-1 1 0,0 0 0,0-1 0,0 1 0,0 0 0,-1 0 0,1 0 0,-1 0 0,0 0 0,0 0 0,0 1 0,0-1 0,0 1 0,-1-1 0,-4-3 0,-1 1-195,0-1 0,0 2 0,-1-1 0,0 1 0,0 0 0,-12-2 0,6 2-6631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22 24575,'4'1'0,"-1"-1"0,1-1 0,-1 1 0,1 0 0,-1-1 0,1 0 0,-1 0 0,1 0 0,-1 0 0,0 0 0,0-1 0,0 1 0,0-1 0,0 0 0,0 0 0,5-5 0,-22 11 0,1 2 0,0-1 0,1 0 0,-2 0 0,1-2 0,0 1 0,-1-2 0,0 0 0,0 0 0,-20-2 0,30 0-151,0-1-1,0 0 0,0 0 0,1 0 1,-1-1-1,0 1 0,1-1 1,-6-4-1,-1 0-6674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1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14 24575,'-3'-2'0,"-3"-2"0,-3 1 0,-3 0 0,-2 2 0,2 2 0,0 2 0,-1 0 0,0-1 0,-1 0 0,-1 2 0,1 1 0,-2-2 0,1 0 0,0-1 0,0-1 0,-1-1 0,3 0-8191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57 24575,'-8'-4'0,"11"6"0,13 9 0,-9-5 0,0 1 0,-1 0 0,0 1 0,-1-1 0,1 1 0,-2 0 0,1 1 0,4 10 0,-7-13 0,0-1 0,0 1 0,0 0 0,-1 0 0,0-1 0,0 1 0,-1 0 0,1 0 0,-1 0 0,-1 0 0,1 0 0,-1 0 0,0-1 0,-3 9 0,4-11 0,-2-1 0,1 1 0,0-1 0,0 0 0,-1 1 0,0-1 0,1 0 0,-1 0 0,0 0 0,0 0 0,0 0 0,0 0 0,0-1 0,0 1 0,-1-1 0,1 1 0,0-1 0,-1 0 0,1 0 0,-1 0 0,0 0 0,1-1 0,-1 1 0,0-1 0,1 1 0,-5-1 0,-1 0 0,0 0 0,0-1 0,0 0 0,0 0 0,0-1 0,0 0 0,-12-5 0,9 2 0,1 0 0,-1-1 0,1 0 0,0 0 0,1-1 0,0-1 0,0 1 0,0-2 0,-8-9 0,12 12 0,1 0 0,-1 0 0,1 0 0,0 0 0,1-1 0,-1 0 0,1 0 0,0 0 0,1 0 0,0 0 0,0 0 0,1-1 0,0 1 0,0-1 0,0-9 0,2 14 6,-1 0 0,1 0-1,0 0 1,-1 0 0,1 0-1,1 0 1,-1 0 0,0 0 0,1 1-1,-1-1 1,1 1 0,0-1-1,0 1 1,0-1 0,0 1-1,0 0 1,1 0 0,-1 0 0,1 0-1,5-2 1,-4 1-120,0 1 0,1 0-1,-1 0 1,1 1 0,0 0 0,-1-1-1,1 1 1,0 1 0,0-1 0,0 1-1,0 0 1,7 0 0,1 3-6712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2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24575,'0'3'0,"-3"0"0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24575,'0'0'0,"0"0"0,0 0 0,0 0 0,0 0 0,0 0 0,0 0 0,0 0 0,0 0 0,0 0 0,-1 0 0,1 1 0,0-1 0,0 0 0,0 0 0,0 0 0,0 0 0,0 0 0,0 0 0,0 0 0,0 0 0,0 0 0,0 0 0,0 0 0,0-1 0,0 1 0,-1 0 0,1 0 0,0 0 0,0 0 0,0 0 0,0 0 0,0 0 0,0 0 0,0 0 0,0 0 0,0 0 0,0 0 0,0 0 0,0 0 0,0 0 0,0 0 0,0 0 0,0 0 0,0 0 0,0 0 0,0 0 0,0-1 0,0 1 0,0 0 0,0 0 0,0 0 0,0 0 0,0 0 0,0 0 0,0 0 0,0 0 0,0 0 0,0 0 0,0 0 0,0 0 0,0 0 0,0 0 0,0-1 0,5-2 0,9-4 0,-4 6 0,0 0 0,0 0 0,1 1 0,-1 0 0,0 1 0,0 0 0,1 1 0,-1 0 0,0 0 0,-1 1 0,1 1 0,0-1 0,-1 2 0,0-1 0,17 12 0,-15-8 0,0 0 0,0 1 0,-1 0 0,0 1 0,0 0 0,-1 1 0,-1 0 0,0 0 0,0 1 0,-1 0 0,7 17 0,-11-24 0,-2 0 0,1 0 0,0 1 0,-1-1 0,0 0 0,0 0 0,-1 1 0,0-1 0,0 1 0,-1 7 0,1-11 0,0 0 0,-1 0 0,1 0 0,-1 0 0,0 0 0,0 0 0,0 0 0,0-1 0,0 1 0,0 0 0,0 0 0,0-1 0,-1 1 0,1-1 0,-1 1 0,1-1 0,-1 0 0,0 1 0,1-1 0,-1 0 0,0 0 0,0 0 0,0 0 0,0-1 0,0 1 0,0 0 0,0-1 0,-4 1 0,-4 0 0,1-1 0,-1 0 0,1 0 0,-1-1 0,1 0 0,-1-1 0,1 0 0,0 0 0,0-1 0,-11-5 0,-3-2 0,1-2 0,-36-23 0,52 31 17,0-1 0,1 1 1,-1-1-1,1 0 0,0-1 0,-8-10 0,11 13-100,1 0 1,-1 1-1,0-1 1,1 0-1,0 0 1,0-1-1,0 1 1,0 0-1,0 0 1,1 0-1,-1-1 1,1 1-1,0 0 1,0-1-1,0 1 1,0 0-1,1-5 1,3-2-6744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4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9 24575,'-5'-8'0,"6"12"0,6 13 0,-6-14 0,1 0 0,0 0 0,0 0 0,0-1 0,0 1 0,0-1 0,1 1 0,-1-1 0,1 0 0,-1 0 0,1 0 0,6 3 0,-2-2 0,1 0 0,0-1 0,14 3 0,-2-1 0,-16-2 0,-1-1 0,1 0 0,0 1 0,-1 0 0,0 0 0,1 0 0,-1 0 0,0 1 0,0-1 0,0 1 0,0 0 0,-1 0 0,1 0 0,-1 0 0,0 0 0,4 6 0,-3-2 0,1-1 0,-2 1 0,1 0 0,-1 0 0,0 0 0,0 1 0,1 13 0,-2-16 0,-1-1 0,-1 0 0,1 0 0,0 0 0,-1 0 0,0 1 0,0-1 0,0 0 0,-1 0 0,1-1 0,-1 1 0,0 0 0,0 0 0,0-1 0,-1 1 0,1-1 0,-1 0 0,0 0 0,0 0 0,-4 3 0,1 0 0,-1-2 0,0 1 0,-1-1 0,1 0 0,-1 0 0,0-1 0,0 0 0,-16 4 0,9-3-120,7-2-18,-1 0-1,1 0 1,0-1 0,-1 0-1,1 0 1,-1-1 0,1 0-1,-17-2 1,12-2-6688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4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0 130 24575,'16'-13'0,"7"-7"0,3 0 0,-1 4 0,-2 1 0,-2 4 0,0 1 0,0 2 0,-2 2 0,-1 3 0,-1 1 0,-1 2 0,-1-3 0,-3 0-8191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57 24575,'1'0'0,"0"-1"0,0 1 0,-1-1 0,1 1 0,-1 0 0,1-1 0,0 1 0,-1-1 0,1 1 0,-1-1 0,1 0 0,-1 1 0,1-1 0,-1 1 0,0-1 0,1 0 0,-1 1 0,0-1 0,1 0 0,-1 1 0,0-1 0,0 0 0,0 0 0,0 0 0,0-1 0,0 1 0,0 0 0,0-1 0,-1 1 0,1 0 0,0-1 0,-1 1 0,1 0 0,-1 0 0,0 0 0,1-1 0,-3-1 0,2 1 0,0 0 0,-1 1 0,0-1 0,1 0 0,-1 1 0,0-1 0,0 1 0,0 0 0,0-1 0,0 1 0,0 0 0,0 0 0,0 0 0,0 1 0,-1-1 0,-1 0 0,-4 1 0,-1 1 0,2 0 0,-1 1 0,0 0 0,0 0 0,0 1 0,-13 6 0,12-5 0,0 0 0,0-1 0,-1 0 0,-15 3 0,15-5 0,0 1 0,1-1 0,0 2 0,-1-1 0,1 1 0,0 1 0,-14 7 0,20-10 0,1 1 0,0-1 0,0 1 0,-1 0 0,1 0 0,0-1 0,1 1 0,-1 1 0,0-1 0,0 0 0,1 0 0,0 1 0,-1-1 0,1 0 0,0 1 0,0 0 0,0-1 0,0 1 0,1 0 0,-1-1 0,1 1 0,0 0 0,-1-1 0,1 1 0,0 0 0,1 0 0,-1-1 0,0 1 0,1 0 0,0-1 0,1 5 0,-1-3 0,1-1 0,-1 1 0,1-1 0,0 1 0,0-1 0,1 0 0,-1 0 0,1 0 0,-1 0 0,1 0 0,0 0 0,0-1 0,0 1 0,7 3 0,3 1 0,0-1 0,24 8 0,-6-2 0,107 55 0,-99-47 0,-18-10 0,24 16 0,-40-23 0,1 1 0,-1 0 0,0 0 0,-1 1 0,1-1 0,-1 1 0,0 0 0,0 0 0,3 6 0,-6-9 0,0-1 0,0 1 0,0-1 0,-1 1 0,1 0 0,0-1 0,-1 1 0,0 0 0,1-1 0,-1 1 0,0 0 0,0 0 0,0-1 0,0 1 0,0 0 0,0 0 0,0-1 0,-1 1 0,0 3 0,0-3 0,0-1 0,-1 1 0,1 0 0,0 0 0,-1-1 0,1 1 0,-1-1 0,1 1 0,-1-1 0,0 1 0,0-1 0,0 0 0,-3 2 0,-3 0 0,0 0 0,0-1 0,0 0 0,0 0 0,0-1 0,0 0 0,-10 0 0,-5-1 0,0 0 0,-23-5 0,36 3 0,1 1 0,0-2 0,0 1 0,0-1 0,0-1 0,0 0 0,-13-7 0,21 10 0,0 1 0,0-1 0,1 1 0,-1-1 0,0 0 0,0 1 0,1-1 0,-1 0 0,0 0 0,1 1 0,-1-1 0,1 0 0,-1 0 0,1 0 0,-1 0 0,1 0 0,-1 0 0,1 1 0,0-1 0,0 0 0,-1 0 0,1 0 0,0 0 0,0 0 0,0 0 0,0 0 0,0 0 0,0 0 0,0 0 0,1 0 0,-1 0 0,0 0 0,1 0 0,-1 0 0,0 0 0,1 0 0,-1 0 0,1 0 0,-1 1 0,1-1 0,0 0 0,-1 0 0,1 1 0,0-1 0,1-1 0,2-2 0,0 1 0,1-1 0,-1 1 0,1 0 0,0 0 0,10-4 0,31-9-1365,-33 12-5461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42 24575,'-7'-4'0,"1"-1"0,-1 1 0,0-1 0,0 1 0,-1 1 0,1 0 0,-1 0 0,0 0 0,0 1 0,-14-3 0,21 5 0,0 0 0,-1 0 0,1 0 0,0 0 0,0 0 0,0 0 0,0 0 0,-1 1 0,1-1 0,0 0 0,0 1 0,0-1 0,0 1 0,0-1 0,0 1 0,0-1 0,0 1 0,0 0 0,0 0 0,0-1 0,0 1 0,0 0 0,0 1 0,0 0 0,0 0 0,0 0 0,1 0 0,-1 0 0,1 0 0,-1 0 0,1 0 0,0 0 0,0 0 0,0 0 0,0 0 0,0 3 0,2 4 0,0 0 0,0 0 0,1 0 0,7 16 0,-6-14 0,0 1 0,0 0 0,-2 0 0,1 0 0,0 15 0,2 10 0,-2-13 0,-1 1 0,-1 29 0,-2-30 0,2 0 0,4 32 0,0-18 0,-1 0 0,-3 52 0,-1-82 0,0-6 0,0 0 0,0 1 0,0-1 0,0 0 0,0 1 0,1-1 0,-1 0 0,1 1 0,0-1 0,0 0 0,1 3 0,-1-4 0,-1 0 0,1 0 0,0-1 0,0 1 0,0 0 0,0-1 0,0 1 0,0 0 0,0-1 0,0 0 0,0 1 0,0-1 0,0 0 0,0 1 0,0-1 0,0 0 0,0 0 0,1 0 0,-1 0 0,0 0 0,0 0 0,0 0 0,0 0 0,0 0 0,2-1 0,70-22 0,-58 19-682,29-10-1,-36 9-6143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24575,'-1'34'0,"0"-23"0,1 0 0,0-1 0,0 1 0,1 0 0,0 0 0,1 0 0,3 11 0,-4-20 0,0 1 0,1-1 0,-1 1 0,1-1 0,0 1 0,-1-1 0,4 2 0,-5-3 0,0-1 0,1 1 0,-1-1 0,0 0 0,1 1 0,-1-1 0,0 0 0,1 0 0,-1 1 0,0-1 0,1 0 0,-1 0 0,1 1 0,-1-1 0,1 0 0,-1 0 0,1 0 0,-1 0 0,1 0 0,-1 0 0,1 0 0,-1 0 0,0 0 0,1 0 0,-1 0 0,1 0 0,-1 0 0,1 0 0,-1 0 0,1 0 0,-1-1 0,1 1 0,-1 0 0,1 0 0,-1 0 0,0-1 0,1 1 0,-1 0 0,0-1 0,1 1 0,-1 0 0,0-1 0,1 1 0,-1 0 0,0-1 0,1 1 0,-1-1 0,0 1 0,0-1 0,1 0 0,3-9 0,-1 0 0,4-15 0,-5 16 0,0 1 0,1-1 0,0 0 0,0 1 0,7-12 0,-9 18 0,1 0 0,-1 0 0,1 0 0,0 0 0,-1 1 0,1-1 0,0 0 0,0 1 0,0 0 0,0-1 0,0 1 0,1 0 0,-1 0 0,0 0 0,0 0 0,1 1 0,-1-1 0,0 1 0,1-1 0,-1 1 0,1 0 0,-1 0 0,1 0 0,-1 0 0,3 1 0,2 0 0,1 0 0,-1 1 0,0 0 0,-1 1 0,1-1 0,0 1 0,-1 1 0,1-1 0,-1 1 0,6 5 0,9 7 0,26 28 0,-17-14 0,-20-22-100,-6-6-15,-1 1 0,0-1 0,0 1 0,0 0 0,0 0 0,-1 0 0,1 0 0,-1 1 0,1-1 0,2 6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24575,'3'-7'0,"0"1"0,0-1 0,1 1 0,0-1 0,0 1 0,0 1 0,1-1 0,-1 0 0,8-5 0,-8 7 0,1 1 0,-1 1 0,0-1 0,1 0 0,-1 1 0,1 0 0,0 0 0,-1 1 0,1-1 0,0 1 0,0 0 0,0 0 0,0 1 0,6-1 0,0 2 0,0 0 0,-1 0 0,1 1 0,0 1 0,-1-1 0,0 2 0,0-1 0,0 2 0,0-1 0,0 1 0,-1 1 0,14 10 0,-20-14 0,-1 0 0,0 0 0,-1 0 0,1 0 0,0 0 0,0 0 0,-1 1 0,0-1 0,1 1 0,-1-1 0,0 1 0,0-1 0,0 1 0,-1 0 0,1-1 0,-1 1 0,1 0 0,-1 0 0,0-1 0,0 1 0,0 0 0,-1 5 0,-1 5 0,-1 0 0,-1 0 0,-7 19 0,5-16 0,0 1 0,2 1 0,0-1 0,0 1 0,2 0 0,0 0 0,2 27 0,0-36 0,-1 9 0,2-1 0,0 0 0,1 0 0,8 30 0,32 74 0,-40-113 20,0 1 0,0 0 0,-1-1 0,0 1 0,0 16 0,-1-23-73,0 0 0,0 1 0,-1-1 0,1 0 0,0 0 0,-1 0 0,1 0 0,-1 1 0,0-1 0,0 0 0,0 0 0,0 0 0,0 0-1,0-1 1,0 1 0,-1 0 0,1 0 0,-1-1 0,1 1 0,-1-1 0,1 1 0,-1-1 0,0 0 0,0 1 0,0-1 0,0 0 0,-3 1 0,-6 0-6773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50 24575,'0'0'0,"0"0"0,0 0 0,0 0 0,0 0 0,0 0 0,1 0 0,-1 0 0,0 0 0,0 0 0,0 0 0,0 0 0,0 0 0,0 0 0,0 0 0,0 0 0,0 0 0,0 0 0,0 0 0,0 0 0,0 0 0,0 0 0,0 0 0,1 0 0,-1 0 0,0 0 0,0 0 0,0 0 0,0 0 0,0 0 0,0 0 0,0 0 0,0 0 0,0 0 0,0 0 0,0 0 0,0 0 0,0 0 0,0 0 0,0 0 0,0 0 0,0 0 0,0 0 0,0 0 0,0-1 0,1 1 0,-1 0 0,0 0 0,0 0 0,0 0 0,0 0 0,0 0 0,0 0 0,0 0 0,0 0 0,0 0 0,0 0 0,0 0 0,0 0 0,0 0 0,0 0 0,-1-1 0,1 1 0,-4-3 0,-9-4 0,-1 2 0,-15-5 0,-33-7 0,54 16 0,-1-1 0,1 1 0,-1 0 0,1 1 0,-1 0 0,0 0 0,1 1 0,-16 3 0,21-3 0,-1 1 0,1-1 0,-1 1 0,1-1 0,-1 1 0,1 0 0,0 1 0,0-1 0,0 0 0,0 1 0,1 0 0,-1-1 0,1 1 0,-1 0 0,1 0 0,0 1 0,-2 3 0,3-4 0,0-1 0,0 1 0,0-1 0,0 1 0,1-1 0,-1 1 0,1-1 0,0 1 0,0-1 0,0 1 0,0 0 0,0-1 0,0 1 0,1-1 0,-1 1 0,1-1 0,0 1 0,-1-1 0,1 1 0,0-1 0,1 0 0,-1 1 0,0-1 0,1 0 0,2 4 0,1-1 0,1-1 0,-1 1 0,1-1 0,0 1 0,0-2 0,0 1 0,1-1 0,-1 0 0,1 0 0,0-1 0,10 3 0,-5-2 0,1-1 0,-1 0 0,1-1 0,-1-1 0,23-1 0,-31 0 0,-1 1 0,0 0 0,1-1 0,-1 1 0,0-1 0,0 0 0,1 0 0,-1 0 0,0-1 0,0 1 0,0-1 0,-1 0 0,1 1 0,0-1 0,-1-1 0,1 1 0,-1 0 0,1 0 0,-1-1 0,0 0 0,0 1 0,0-1 0,-1 0 0,1 0 0,-1 0 0,1 0 0,-1 0 0,0 0 0,1-4 0,-1-2 0,-1 7 0,1 0 0,-1 0 0,0 0 0,1 0 0,-1 0 0,1 0 0,0 0 0,0 0 0,-1 0 0,3-3 0,-3 5 0,1 0 0,-1 0 0,0 0 0,0 0 0,1 0 0,-1 0 0,0-1 0,0 1 0,1 0 0,-1 0 0,0 0 0,0 0 0,1 0 0,-1 1 0,0-1 0,0 0 0,1 0 0,-1 0 0,0 0 0,0 0 0,1 0 0,-1 0 0,0 0 0,0 0 0,1 1 0,-1-1 0,0 0 0,0 0 0,0 0 0,1 1 0,-1-1 0,0 0 0,0 0 0,0 1 0,9 9 0,-6-7 0,5 6 0,1-1 0,0 0 0,1-1 0,0 0 0,14 8 0,-17-12 0,1 1 0,-1-1 0,1 0 0,-1-1 0,1 1 0,0-2 0,0 1 0,16 0 0,-17-2 0,0-1 0,0 0 0,12-3 0,-14 2 0,0 1 0,0 0 0,1 0 0,-1 0 0,0 1 0,1-1 0,9 2 0,30 5 0,92 1 0,-124-7-120,2 0-191,-1 0 0,1-1-1,19-4 1,-21 1-6515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44 592 24575,'1'1'0,"0"1"0,0-1 0,0 1 0,-1 0 0,1-1 0,0 1 0,-1 0 0,1 0 0,-1-1 0,0 1 0,0 0 0,0 0 0,0 0 0,0-1 0,0 1 0,0 0 0,0 0 0,-1 3 0,0-2 0,1 0 0,-1 0 0,1 0 0,0 0 0,1 6 0,-1-8 0,0 0 0,1 1 0,-1-1 0,0 0 0,1 1 0,-1-1 0,1 0 0,-1 0 0,1 1 0,0-1 0,-1 0 0,1 0 0,0 0 0,0 0 0,0 0 0,0 0 0,0 0 0,0 0 0,0-1 0,0 1 0,0 0 0,0 0 0,1-1 0,-1 1 0,0-1 0,0 1 0,1-1 0,-1 0 0,0 1 0,1-1 0,-1 0 0,0 0 0,1 0 0,-1 0 0,0 0 0,1 0 0,-1 0 0,0-1 0,1 1 0,-1 0 0,2-1 0,1-1 0,-1 1 0,1-1 0,-1 0 0,0 0 0,1 0 0,-1 0 0,0-1 0,0 1 0,0-1 0,-1 0 0,1 1 0,-1-1 0,4-5 0,-3 2 0,-1 0 0,1 0 0,-1 0 0,0 0 0,-1-1 0,0 1 0,0-1 0,0 1 0,0-1 0,-1 1 0,0-1 0,-2-9 0,-2-8 0,-1 0 0,-8-23 0,6 21 0,-105-368 0,102 360 0,10 34 0,0 0 0,0 0 0,0 0 0,0 0 0,0 0 0,0 0 0,0 0 0,0 0 0,0 0 0,0 0 0,0 0 0,0 0 0,0 0 0,0 0 0,0 0 0,0 1 0,0-1 0,0 0 0,0 0 0,0 0 0,0 0 0,0 0 0,-1 0 0,1 0 0,0 0 0,0 0 0,0 0 0,0 0 0,0 0 0,0 0 0,0 0 0,0 0 0,0 0 0,0 0 0,0 0 0,0 0 0,0-1 0,0 1 0,0 0 0,0 9 0,2 14 0,9 45 0,34 117 0,-30-141 0,2 0 0,2-1 0,37 63 0,-51-98-110,1 2-99,0 0-1,0-1 1,1 1 0,0-1 0,13 11 0,-12-14-6617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278 167 24575,'-79'-82'0,"62"67"0,0 0 0,0 2 0,-21-12 0,35 22 0,0 1 0,-1 0 0,1 1 0,-1-1 0,0 1 0,0 0 0,0-1 0,1 2 0,-9-2 0,10 2 0,0 0 0,1 0 0,-1 1 0,0-1 0,0 1 0,0-1 0,0 1 0,1 0 0,-1-1 0,0 1 0,1 0 0,-1 0 0,0 0 0,1 1 0,-1-1 0,1 0 0,0 0 0,-1 1 0,1-1 0,0 1 0,0-1 0,-1 3 0,-3 5 0,1 0 0,0 0 0,1 0 0,0 0 0,0 1 0,1-1 0,0 1 0,1-1 0,0 1 0,0 0 0,1 0 0,1-1 0,1 14 0,-1-17 0,1 0 0,-1 0 0,1 0 0,0 0 0,0-1 0,1 1 0,0 0 0,0-1 0,0 0 0,1 0 0,0 0 0,0 0 0,0 0 0,0-1 0,1 0 0,7 6 0,8 4 0,1 0 0,42 19 0,-31-17 0,104 65 0,-116-67 0,-1 0 0,-1 2 0,0 1 0,24 28 0,-40-42 0,1 0 0,-1 1 0,0-1 0,0 1 0,0 0 0,0 0 0,-1 0 0,0 0 0,1 0 0,-1 0 0,-1 0 0,1 0 0,-1 0 0,1 0 0,-1 0 0,-1 6 0,1-6 0,-1-1 0,0 0 0,0 1 0,0-1 0,0 0 0,-1 0 0,1 0 0,-1 0 0,1 0 0,-1 0 0,0-1 0,-1 1 0,1 0 0,0-1 0,-1 0 0,1 1 0,-1-1 0,0 0 0,1 0 0,-7 2 0,2-1 0,1 0 0,-1-1 0,0 0 0,-1-1 0,1 1 0,0-1 0,0-1 0,-1 1 0,1-1 0,-13-2 0,6 0 0,-1 0 0,1-1 0,0-1 0,-20-8 0,30 10 0,0 0 0,-1 0 0,1 0 0,0-1 0,0 0 0,1 1 0,-1-1 0,0-1 0,1 1 0,0-1 0,-6-7 0,8 10 0,0-1 0,1 1 0,-1-1 0,0 0 0,0 0 0,1 0 0,-1 1 0,1-1 0,0 0 0,0 0 0,-1 0 0,1 0 0,0 0 0,0 1 0,1-1 0,-1 0 0,0 0 0,1 0 0,-1 0 0,1 0 0,-1 1 0,1-1 0,0 0 0,0 1 0,0-1 0,0 0 0,0 1 0,0-1 0,0 1 0,1 0 0,-1-1 0,2-1 0,4-2-151,1-1-1,-1 1 0,1 1 0,0-1 1,0 1-1,0 0 0,0 1 1,17-4-1,-11 3-6674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64 24575,'-5'-5'0,"-4"-6"0,-19-18 0,26 27 0,0 0 0,0 1 0,0-1 0,0 0 0,-1 1 0,1 0 0,-1-1 0,1 1 0,0 0 0,-1 0 0,0 1 0,1-1 0,-1 0 0,0 1 0,1 0 0,-5-1 0,6 2 0,0-1 0,0 0 0,-1 1 0,1-1 0,0 1 0,0-1 0,0 1 0,0-1 0,0 1 0,0 0 0,0 0 0,0 0 0,0-1 0,0 1 0,0 0 0,1 0 0,-1 0 0,0 0 0,1 0 0,-1 0 0,1 0 0,-1 1 0,1-1 0,-1 0 0,1 0 0,0 0 0,-1 1 0,1-1 0,0 0 0,0 0 0,0 0 0,0 1 0,0 0 0,0 6 0,1-1 0,-1 0 0,1 0 0,3 9 0,27 80 0,-21-72 0,-1 1 0,-2 0 0,7 43 0,-8-17 0,22 90 0,-24-129 0,0 0 0,0-1 0,1 1 0,1-1 0,0 0 0,0-1 0,1 0 0,0 0 0,15 16 0,-18-23 0,0 0 0,0 0 0,0 0 0,0-1 0,1 0 0,-1 0 0,0 0 0,1 0 0,0-1 0,-1 0 0,1 0 0,0 0 0,0 0 0,0-1 0,-1 0 0,1 0 0,0 0 0,0 0 0,0-1 0,0 0 0,-1 0 0,1 0 0,0-1 0,-1 1 0,1-1 0,-1 0 0,0-1 0,0 1 0,0-1 0,7-5 0,-8 6-195,-1-1 0,1 0 0,-1 0 0,1 0 0,-1 0 0,3-6 0,-2 0-6631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24575,'-1'0'0,"0"1"0,1-1 0,-1 0 0,0 1 0,1-1 0,-1 0 0,0 1 0,1-1 0,-1 1 0,1-1 0,-1 1 0,1-1 0,-1 1 0,1-1 0,-1 1 0,1 0 0,-1-1 0,1 1 0,0 0 0,0-1 0,-1 1 0,1 0 0,0-1 0,0 1 0,0 0 0,-1 0 0,1-1 0,0 1 0,0 0 0,0 1 0,1 23 0,0-15 0,1 1 0,1-1 0,0 0 0,0 0 0,6 11 0,-6-16 0,0 1 0,0-1 0,1 0 0,-1 0 0,1 0 0,1 0 0,-1-1 0,0 0 0,1 1 0,6 2 0,-10-6 0,0 0 0,0 0 0,0-1 0,0 1 0,1-1 0,-1 1 0,0-1 0,1 1 0,-1-1 0,0 0 0,1 0 0,-1 0 0,0 1 0,1-1 0,-1-1 0,0 1 0,1 0 0,-1 0 0,2-1 0,0 0 0,-1 0 0,0 0 0,0 0 0,0 0 0,0-1 0,-1 1 0,1 0 0,0-1 0,0 0 0,2-2 0,0-2 0,0 0 0,-1 1 0,1-1 0,-1-1 0,-1 1 0,5-13 0,-4 6 0,-2 7 0,1-1 0,-1 1 0,1-1 0,5-8 0,-7 14 0,0 1 0,1-1 0,-1 0 0,1 0 0,-1 0 0,1 0 0,0 1 0,-1-1 0,1 0 0,0 0 0,0 1 0,-1-1 0,1 1 0,0-1 0,0 1 0,0-1 0,0 1 0,0-1 0,0 1 0,-1 0 0,1-1 0,0 1 0,0 0 0,0 0 0,0 0 0,0 0 0,0 0 0,0 0 0,0 0 0,0 0 0,0 0 0,0 0 0,0 0 0,0 1 0,2 0 0,3 2 0,-1 0 0,1 0 0,-1 0 0,1 1 0,-1 0 0,6 6 0,29 32 0,-18-17 0,-3-5-682,32 26-1,-41-39-6143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24575,'-21'-3'0,"-9"0"0,-2 2 0,1 2 0,7 3 0,2 1 0,2 2 0,1 0 0,3 1 0,0 0 0,3-2-8191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24575,'-1'0'0,"1"0"0,-1 0 0,0 1 0,1-1 0,-1 0 0,1 1 0,-1-1 0,0 1 0,1-1 0,-1 1 0,1-1 0,-1 1 0,1-1 0,-1 1 0,1-1 0,0 1 0,-1 0 0,1-1 0,0 1 0,-1 0 0,1-1 0,0 1 0,0 0 0,0-1 0,-1 1 0,1 0 0,0 1 0,-3 23 0,3-22 0,0 7 0,0 1 0,0 0 0,1-1 0,1 1 0,0 0 0,0-1 0,8 20 0,-3-14 0,0-1 0,1 0 0,1 0 0,13 17 0,-13-20-1365,-3-3-5461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24575,'190'25'0,"-157"-21"0,-23-2 0,-2-1 0,-1 0 0,1 0 0,-1 1 0,11 4 0,-16-5 0,-1-1 0,1 1 0,-1 0 0,1 0 0,-1 0 0,1 0 0,-1 0 0,1 0 0,-1 1 0,0-1 0,0 0 0,0 1 0,0-1 0,0 1 0,0-1 0,0 1 0,0 0 0,0-1 0,-1 1 0,1 0 0,-1-1 0,1 1 0,-1 3 0,3 43 0,-3-25 0,5 24 0,5 2 0,19 55 0,-7-29 0,-16-56 0,-2 0 0,0 0 0,-1 1 0,1 29 0,-4-43 0,0 1 0,-1-1 0,0 0 0,0 0 0,0 0 0,-1 0 0,1 0 0,-6 9 0,5-11 0,0 0 0,-1 0 0,1-1 0,-1 1 0,0-1 0,0 0 0,0 1 0,-1-2 0,1 1 0,-1 0 0,0-1 0,-6 4 0,5-4-273,0 1 0,0-2 0,0 1 0,-6 1 0,-3-1-6553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24575,'-8'15'0,"-2"8"0,-2 3 0,0-1 0,1-2 0,1-2 0,1-5 0,1-4-8191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65 24575,'-7'-7'0,"-1"1"0,1-1 0,-1 1 0,-1 1 0,1 0 0,-1 0 0,0 1 0,0 0 0,0 0 0,-16-3 0,19 5 0,1 1 0,-1 0 0,0 1 0,0-1 0,0 1 0,1 0 0,-1 1 0,0-1 0,0 1 0,1 0 0,-1 1 0,1-1 0,-1 1 0,1 0 0,-1 1 0,1-1 0,0 1 0,0 0 0,-7 6 0,10-8 0,1 1 0,-1 0 0,1-1 0,0 1 0,0 0 0,0 0 0,-1 0 0,2 0 0,-1 0 0,0 0 0,0 0 0,1 0 0,-1 0 0,1 0 0,-1 0 0,1 1 0,0-1 0,0 0 0,0 0 0,0 0 0,1 1 0,-1-1 0,0 0 0,1 0 0,0 0 0,-1 0 0,3 4 0,2 5 0,0 0 0,1 0 0,12 16 0,-13-20 0,50 84 0,-19-30 0,-25-46 0,24 28 0,-24-30 0,1 1 0,14 23 0,-19-25 0,-1-3 0,0 0 0,-1 1 0,0 0 0,5 18 0,-9-27 0,-1 1 0,1 0 0,-1-1 0,1 1 0,-1 0 0,0 0 0,0-1 0,0 1 0,0 0 0,0 0 0,0-1 0,-1 1 0,1 0 0,-1 0 0,1-1 0,-1 1 0,1-1 0,-1 1 0,0 0 0,0-1 0,0 1 0,0-1 0,0 0 0,0 1 0,0-1 0,0 0 0,-1 0 0,1 1 0,0-1 0,-1 0 0,1 0 0,-1-1 0,1 1 0,-1 0 0,0 0 0,-2 0 0,-2 1 0,-1-1 0,1 0 0,-1 0 0,0 0 0,1-1 0,-1 0 0,0 0 0,0-1 0,1 0 0,-1 0 0,-11-4 0,-7-3 0,-38-17 0,61 24 0,-12-5 0,7 3 0,-1 0 0,1 0 0,-1-1 0,1 0 0,0-1 0,0 1 0,-11-12 0,17 15 0,0 1 0,1-1 0,-1 0 0,0 0 0,0 0 0,1-1 0,-1 1 0,1 0 0,-1 0 0,1 0 0,0 0 0,-1 0 0,1-1 0,0 1 0,0 0 0,0 0 0,0 0 0,0-1 0,0 1 0,0 0 0,0 0 0,1-2 0,0 1 0,0 0 0,0 0 0,0 0 0,0 0 0,0 0 0,1 0 0,-1 1 0,0-1 0,1 0 0,0 1 0,2-2 0,2-2 0,1 0 0,0 1 0,0 0 0,1 0 0,12-4 0,27-5-1,-32 10-272,-1-1 0,0 0 1,0-2-1,19-8 0,-24 8-6553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12 24575,'-26'-5'0,"-31"-1"0,50 5 0,0 1 0,0 0 0,0 1 0,0 0 0,1 0 0,-1 0 0,0 1 0,0 0 0,-10 5 0,15-6 0,0 0 0,0 0 0,0 0 0,1 1 0,-1-1 0,0 0 0,1 1 0,-1 0 0,1-1 0,0 1 0,0 0 0,-1 0 0,1 0 0,0 0 0,-1 3 0,1-1 0,0 1 0,0-1 0,0 0 0,1 1 0,-1-1 0,1 1 0,1 5 0,1 4 0,0 0 0,1 0 0,9 25 0,7 6 0,27 51 0,-24-54 0,-4-8 0,16 36 0,-30-59 0,0-1 0,-1 1 0,0 0 0,-1 0 0,1 11 0,12 102 0,-15-121 0,1-1 0,0 1 0,0-1 0,0 1 0,0-1 0,0 1 0,1-1 0,-1 0 0,1 0 0,0 0 0,-1 1 0,1-2 0,0 1 0,0 0 0,0 0 0,1-1 0,-1 1 0,0-1 0,1 1 0,-1-1 0,0 0 0,1 0 0,0 0 0,3 1 0,6 1 0,1 0 0,0-1 0,22 1 0,-28-2-65,8 0 113,0 0 1,0-2-1,22-2 0,-34 3-112,0 0-1,1-1 0,-1 0 0,0 0 0,0 0 0,0 0 0,-1 0 0,1 0 0,0-1 0,0 1 0,-1-1 0,1 0 0,-1 0 0,1 0 0,-1 0 1,0 0-1,0-1 0,0 1 0,0-1 0,0 1 0,0-1 0,2-5 0,0-4-6761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24575,'21'50'0,"-17"-37"0,1-1 0,1 0 0,0 0 0,0 0 0,14 18 0,-18-28 0,-1 0 0,1 0 0,0-1 0,0 1 0,0 0 0,0-1 0,0 1 0,0-1 0,1 0 0,-1 1 0,0-1 0,1 0 0,-1-1 0,1 1 0,-1 0 0,5 0 0,-5-1 0,0 0 0,0-1 0,-1 1 0,1 0 0,0-1 0,0 1 0,-1-1 0,1 1 0,0-1 0,-1 0 0,1 0 0,0 0 0,-1 0 0,0 0 0,1 0 0,-1 0 0,1 0 0,-1-1 0,0 1 0,0-1 0,0 1 0,0-1 0,2-2 0,10-24 0,-10 22 0,-1-1 0,2 1 0,-1 0 0,0 0 0,1 1 0,6-8 0,-8 11 0,-1 1 0,1 0 0,-1 0 0,1 0 0,0 0 0,-1 0 0,1 0 0,0 0 0,0 1 0,0-1 0,-1 1 0,1-1 0,0 1 0,0 0 0,0-1 0,0 1 0,0 0 0,0 0 0,0 1 0,0-1 0,0 0 0,0 1 0,-1-1 0,1 1 0,0-1 0,0 1 0,2 1 0,3 2 0,0-1 0,-1 1 0,0 0 0,1 1 0,-2 0 0,1 0 0,8 9 0,33 45 0,-20-22 0,-8-16-1365,-11-14-5461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63 24575,'-31'-8'0,"-13"-2"0,-4 0 0,1 0 0,6 1 0,5 2 0,5 2 0,6 3 0,2 0 0,3 5 0,1 0 0,2 1 0,1 2 0,1 0 0,2-2-8191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24575,'10'-3'0,"105"-36"0,-95 34 0,1 0 0,-1 1 0,37-1 0,-55 4 0,0 1 0,0 0 0,0 0 0,0 1 0,0-1 0,0 0 0,0 1 0,0-1 0,0 1 0,0-1 0,0 1 0,-1 0 0,1 0 0,0 0 0,0 0 0,-1 0 0,1 0 0,-1 1 0,1-1 0,2 3 0,-4-2 0,1-1 0,0 1 0,0 0 0,-1 0 0,1-1 0,-1 1 0,1 0 0,-1 0 0,0 0 0,1 0 0,-1 0 0,0 0 0,0-1 0,-1 1 0,1 0 0,0 0 0,-1 0 0,1 0 0,-1 0 0,1-1 0,-2 4 0,-6 10 0,-1 1 0,-13 18 0,14-22 0,0 0 0,1 1 0,0-1 0,-7 21 0,13-30 0,0 0 0,0 1 0,0-1 0,1 1 0,-1 0 0,1-1 0,0 1 0,0-1 0,0 1 0,1 0 0,-1-1 0,1 1 0,0-1 0,0 1 0,0-1 0,0 1 0,1-1 0,-1 0 0,1 0 0,0 0 0,2 4 0,0-4 0,-1 0 0,0 0 0,0 0 0,1 0 0,0 0 0,0-1 0,-1 1 0,2-1 0,-1 0 0,0 0 0,0-1 0,0 1 0,1-1 0,-1 0 0,1 0 0,6 0 0,2 0-91,1 0 0,-1-1 0,1-1 0,-1 0 0,1-1 0,-1-1 0,0 0 0,0 0 0,0-2 0,0 1 0,-1-2 0,1 0 0,-1 0 0,15-12 0,-16 10-6735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1 0,-1-1 0,0 0 0,1 1 0,-1-1 0,0 0 0,1 1 0,-1-1 0,1 1 0,-1-1 0,1 1 0,-1-1 0,1 1 0,0-1 0,-1 1 0,1 0 0,-1-1 0,1 1 0,0 0 0,0 0 0,-1-1 0,1 1 0,0 0 0,-1 0 0,1 0 0,1 0 0,23-3 0,-22 3 0,10-1 0,0 1 0,0 0 0,0 1 0,0 0 0,0 1 0,0 1 0,0 0 0,22 9 0,-33-11 0,0 0 0,0 0 0,0 0 0,0 0 0,-1 0 0,1 1 0,-1-1 0,1 0 0,-1 1 0,1 0 0,-1-1 0,0 1 0,1 0 0,-1 0 0,0 0 0,0-1 0,-1 1 0,2 2 0,0 4 0,0-1 0,-1 1 0,1 13 0,1 5 0,54 193 0,-6-29 0,-47-170 0,1-1 0,-1 1 0,-1-1 0,-1 1 0,-1 23 0,-1-38 0,0-1 0,0 1 0,-1-1 0,0 1 0,0 0 0,0-1 0,-1 0 0,1 1 0,-1-1 0,0 0 0,0 0 0,-1 0 0,1 0 0,-1 0 0,0 0 0,0-1 0,0 1 0,-1-1 0,1 0 0,-1 0 0,1 0 0,-1-1 0,-6 4 0,3-3-57,-1-1-1,1 0 0,-1 0 0,0-1 1,0 0-1,0 0 0,0-1 1,0 0-1,-12-1 0,8 0-730,-4 0-6038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24575,'-8'13'0,"-2"7"0,-3 2 0,2 0 0,-1 0 0,3 0 0,-1 0 0,2-2 0,0-2 0,-2 0 0,1-2 0,0-3 0,-2-2 0,-3-2 0,-3-2 0,2-4-8191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24575,'10'-3'0,"6"0"0,4-1 0,-3 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24575,'72'0'0,"78"-1"0,-131-1 0,0-1 0,27-7 0,-29 5 0,1 2 0,31-4 0,116 8 0,-141 2-110,1 1 0,-1 1-1,25 10 1,-29-9-814,0-1-5902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378 183 24575,'1'-1'0,"-1"1"0,1-1 0,-1 0 0,0 0 0,1 0 0,-1 1 0,0-1 0,0 0 0,0 0 0,0 0 0,0 0 0,0 0 0,0 1 0,0-1 0,0 0 0,0 0 0,0 0 0,0 0 0,-1 1 0,1-1 0,0 0 0,-1 0 0,1 0 0,-1 1 0,1-1 0,0 0 0,-1 0 0,0 1 0,0-2 0,-19-20 0,11 15 0,-1-1 0,-1 2 0,1-1 0,-1 1 0,-17-6 0,14 6 0,0-1 0,-24-15 0,27 14 0,2 0 0,-1 1 0,-1 1 0,1-1 0,-17-6 0,24 12 0,1 0 0,-1 0 0,0 0 0,0 1 0,1-1 0,-1 1 0,0 0 0,0-1 0,0 1 0,0 1 0,0-1 0,1 0 0,-1 1 0,0-1 0,0 1 0,0 0 0,1 0 0,-1 0 0,1 0 0,-1 0 0,0 1 0,1-1 0,0 1 0,-4 3 0,-1 1 0,0 1 0,1-1 0,0 2 0,0-1 0,1 1 0,-7 11 0,11-16 0,-1 1 0,0-1 0,1 1 0,0-1 0,-1 1 0,2 0 0,-1-1 0,0 1 0,1 0 0,-1 0 0,1 0 0,0-1 0,1 1 0,-1 0 0,1 0 0,-1 0 0,1-1 0,1 5 0,1-3 0,-1 0 0,1 0 0,0-1 0,1 1 0,-1-1 0,1 0 0,-1 0 0,1 0 0,0 0 0,1-1 0,-1 1 0,1-1 0,-1 0 0,7 3 0,8 2 0,-1-1 0,32 9 0,-38-13 0,-6-1 0,1 0 0,-1 0 0,1-1 0,0 0 0,0-1 0,12 0 0,-17 0 0,1 0 0,0-1 0,0 0 0,0 0 0,0 0 0,0 0 0,-1 0 0,1 0 0,0-1 0,-1 1 0,0-1 0,1 0 0,-1 0 0,0 0 0,0 0 0,1 0 0,2-4 0,-1-1 0,0 0 0,7-14 0,0-1 0,-11 21 0,0 1 0,0-1 0,1 1 0,-1 0 0,0-1 0,0 1 0,1 0 0,-1-1 0,0 1 0,1 0 0,-1-1 0,0 1 0,1 0 0,-1-1 0,0 1 0,1 0 0,-1 0 0,1 0 0,-1-1 0,1 1 0,-1 0 0,0 0 0,1 0 0,-1 0 0,1 0 0,-1 0 0,1 0 0,0 0 0,0 0 0,0 1 0,0-1 0,0 1 0,0-1 0,-1 1 0,1-1 0,0 1 0,0-1 0,-1 1 0,1 0 0,1 1 0,2 3 0,0 1 0,7 13 0,-8-14 0,3 5-170,0 0-1,0-1 0,1 0 1,0 0-1,1 0 0,0-1 1,12 10-1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100 247 24575,'13'22'0,"-8"-15"0,0 1 0,0 0 0,-1 0 0,3 9 0,-7-17 0,0 0 0,0 0 0,0 0 0,0 0 0,0 0 0,-1 0 0,1 0 0,0 0 0,0 0 0,0 0 0,0 0 0,0 0 0,0 0 0,0 0 0,0 0 0,0 0 0,0 0 0,0 0 0,0 0 0,0 0 0,0 0 0,0 0 0,0 0 0,0 0 0,0 0 0,0 0 0,0 0 0,0 0 0,-1 0 0,1 0 0,0 0 0,0 0 0,0 0 0,0 0 0,0 0 0,0 0 0,0 0 0,0 0 0,0 0 0,0 1 0,0-1 0,0 0 0,0 0 0,0 0 0,0 0 0,0 0 0,0 0 0,0 0 0,0 0 0,0 0 0,0 0 0,0 0 0,-7-6 0,-7-10 0,-4-8 0,-37-54 0,47 64 0,0 1 0,1-1 0,1-1 0,-6-14 0,12 29 0,0-1 0,0 1 0,0 0 0,-1-1 0,1 1 0,0-1 0,0 1 0,0-1 0,0 1 0,0 0 0,0-1 0,0 1 0,0-1 0,0 1 0,0-1 0,0 1 0,0 0 0,0-1 0,0 1 0,0-1 0,0 1 0,1 0 0,-1-1 0,8 3 0,17 21 0,-17-16 0,2 1 0,1-2 0,0 1 0,0-1 0,0-1 0,1 0 0,-1 0 0,1-1 0,1-1 0,-1 0 0,0-1 0,1 0 0,-1-1 0,1 0 0,-1-1 0,1 0 0,22-5 0,-24 3 0,0-2 0,0 1 0,-1-2 0,0 1 0,0-1 0,0-1 0,0 0 0,-1 0 0,0-1 0,-1 0 0,1 0 0,11-15 0,-18 20 0,0-1 0,0 1 0,-1-1 0,1 1 0,-1-1 0,0 0 0,0 1 0,0-1 0,0 0 0,0 0 0,-1 0 0,1 0 0,-1 0 0,0 0 0,0 1 0,0-1 0,0 0 0,0 0 0,-1-4 0,0 5 0,0 0 0,0 0 0,1 0 0,-1 0 0,0 0 0,-1 0 0,1 0 0,0 0 0,-1 0 0,1 1 0,0-1 0,-1 0 0,0 1 0,1 0 0,-1-1 0,0 1 0,0 0 0,0 0 0,0 0 0,0 0 0,0 0 0,0 0 0,0 0 0,-1 1 0,-2-1 0,1 0 0,-1 0 0,0 1 0,1 0 0,-1-1 0,0 2 0,1-1 0,-1 0 0,0 1 0,1 0 0,-1 0 0,1 1 0,-5 1 0,7-2 0,0 0 0,0 1 0,0-1 0,0 1 0,0-1 0,0 1 0,0 0 0,1-1 0,-1 1 0,1 0 0,-1 0 0,1 0 0,0 0 0,0 0 0,0 1 0,0-1 0,0 0 0,0 1 0,1-1 0,-1 0 0,1 1 0,0-1 0,-1 0 0,2 5 0,-1-1 0,1-1 0,0 1 0,0-1 0,0 1 0,1-1 0,0 0 0,0 0 0,0 0 0,1 0 0,-1 0 0,1 0 0,0-1 0,8 8 0,-1 0 0,2 0 0,0-1 0,19 14 0,-9-9 0,2 0 0,-1-2 0,2 0 0,0-2 0,1-1 0,0-1 0,0-1 0,37 7 0,-57-15-273,-1 0 0,0-1 0,1 0 0,8 0 0,1-3-6553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24575,'-1'0'0,"0"0"0,1 0 0,-1 1 0,0-1 0,1 0 0,-1 1 0,1-1 0,-1 1 0,0-1 0,1 1 0,-1-1 0,1 1 0,-1-1 0,1 1 0,-1 0 0,1-1 0,0 1 0,-1-1 0,1 1 0,0 0 0,-1 0 0,1-1 0,0 1 0,0 0 0,0-1 0,0 1 0,0 0 0,-1 0 0,1-1 0,1 2 0,-1 23 0,9 18 0,1-1 0,3-1 0,17 41 0,6 15 0,-30-80 0,-4-13 0,0 1 0,0 0 0,-1 0 0,1 0 0,-1 1 0,0-1 0,-1 0 0,1 0 0,-1 9 0,0-14 0,0 0 0,0 1 0,0-1 0,0 0 0,0 0 0,0 0 0,0 1 0,0-1 0,0 0 0,0 0 0,0 0 0,0 0 0,0 1 0,0-1 0,0 0 0,-1 0 0,1 0 0,0 0 0,0 1 0,0-1 0,0 0 0,0 0 0,0 0 0,0 0 0,0 0 0,-1 0 0,1 1 0,0-1 0,0 0 0,0 0 0,0 0 0,0 0 0,-1 0 0,1 0 0,0 0 0,0 0 0,0 0 0,-1 0 0,1 0 0,0 0 0,0 0 0,0 0 0,0 0 0,-1 0 0,-6-8 0,-3-14 0,5 6 0,0 0 0,1-1 0,1 0 0,1 0 0,0 0 0,1 0 0,1-20 0,0 34 0,0 0 0,0 1 0,1-1 0,-1 1 0,1-1 0,-1 1 0,1-1 0,0 1 0,0-1 0,0 1 0,0 0 0,0-1 0,1 1 0,-1 0 0,1 0 0,0 0 0,-1 0 0,1 0 0,0 0 0,0 1 0,0-1 0,0 0 0,0 1 0,1 0 0,-1-1 0,0 1 0,1 0 0,-1 0 0,1 1 0,-1-1 0,1 0 0,-1 1 0,1 0 0,0-1 0,-1 1 0,1 0 0,-1 0 0,1 0 0,0 1 0,-1-1 0,1 1 0,-1-1 0,1 1 0,-1 0 0,1 0 0,-1 0 0,3 2 0,8 4 0,-1 0 0,0 0 0,0 1 0,-1 1 0,0 0 0,-1 1 0,13 14 0,-19-20 0,0 1 0,-1-1 0,0 1 0,1 0 0,-1 0 0,-1 0 0,1 1 0,-1-1 0,0 1 0,0-1 0,-1 1 0,0 0 0,0 0 0,0-1 0,0 1 0,-1 0 0,0 0 0,-1 0 0,1 0 0,-2 7 0,1-11 0,0 1 0,-1 0 0,1-1 0,0 1 0,-1-1 0,0 0 0,0 1 0,1-1 0,-1 0 0,0 0 0,-1 0 0,1 0 0,0-1 0,0 1 0,-1-1 0,1 1 0,-1-1 0,0 0 0,1 0 0,-1 0 0,0 0 0,1 0 0,-1-1 0,-5 1 0,-1 1 0,-1-1 0,1-1 0,-1 0 0,1 0 0,-1-1 0,-11-2 0,9 1-118,0 0 202,-1-1 0,-12-4 0,23 6-172,-1 0 0,1 0-1,0 0 1,0 0 0,0 0 0,0 0 0,0-1 0,0 1-1,0-1 1,0 1 0,0-1 0,0 0 0,1 0-1,-1 0 1,1 0 0,-3-4 0,1-4-6738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39 24575,'-18'-7'0,"-50"-18"0,61 23 0,1 1 0,0-1 0,0 1 0,-1 1 0,1-1 0,-1 1 0,1 1 0,-12 1 0,17-2 0,-1 0 0,1 0 0,0 0 0,-1 1 0,1-1 0,0 1 0,0-1 0,-1 1 0,1 0 0,0-1 0,0 1 0,0 0 0,0 0 0,0 0 0,0 0 0,0 0 0,0 0 0,-2 2 0,3-2 0,0 0 0,-1 0 0,1 0 0,0 0 0,0 0 0,0 0 0,0 0 0,0 0 0,0 0 0,0 1 0,0-1 0,0 0 0,1 0 0,-1 0 0,0 0 0,1 0 0,-1 0 0,1 1 0,2 3 0,0-1 0,0 0 0,0 0 0,0 0 0,1 0 0,-1-1 0,1 1 0,6 4 0,-2-3 0,0 0 0,0-1 0,1 0 0,0 0 0,0-1 0,0 0 0,0 0 0,0-1 0,0 0 0,1-1 0,-1 0 0,11 0 0,-18-1 0,0-1 0,-1 1 0,1 0 0,0-1 0,-1 1 0,1-1 0,-1 1 0,1-1 0,-1 0 0,1 0 0,-1 1 0,0-1 0,1 0 0,-1 0 0,0 0 0,0-1 0,1 1 0,-1 0 0,0 0 0,1-3 0,1-1 0,-1 0 0,0 0 0,1 0 0,1-8 0,-4 12 0,0 3 10,0 1 0,1-1 0,-1 1 0,1-1 0,0 1 0,-1-1 0,1 1 0,0-1 0,0 0 0,0 0 0,3 5 0,0-1-381,1 1-1,-1-1 1,10 10 0,-5-8-6455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 24575,'-4'-2'0,"-1"1"0,1 0 0,-1 1 0,0-1 0,1 1 0,-1 0 0,0 0 0,0 0 0,1 1 0,-8 1 0,10-1 0,0 0 0,0 0 0,0 0 0,0 0 0,0 0 0,0 1 0,0-1 0,1 0 0,-1 1 0,1-1 0,-1 1 0,1 0 0,-1 0 0,1-1 0,0 1 0,0 0 0,0 0 0,0 0 0,0 0 0,0 0 0,1 0 0,-1 1 0,1-1 0,-1 4 0,1 0 0,-1-1 0,2 1 0,-1 0 0,1 0 0,0 0 0,0 0 0,0-1 0,1 1 0,0 0 0,0-1 0,0 1 0,1-1 0,5 8 0,5 8 0,30 34 0,-42-54 0,2 3 0,0-1 0,0 1 0,-1-1 0,1 1 0,-1 0 0,0 0 0,0 0 0,-1 0 0,2 5 0,-3-8 0,1 0 0,-1 1 0,0-1 0,0 0 0,0 1 0,0-1 0,-1 0 0,1 1 0,0-1 0,-1 0 0,1 0 0,0 1 0,-1-1 0,0 0 0,1 0 0,-1 0 0,0 0 0,1 1 0,-1-1 0,0 0 0,0 0 0,0-1 0,0 1 0,0 0 0,0 0 0,0 0 0,0-1 0,0 1 0,-1 0 0,1-1 0,0 1 0,0-1 0,0 0 0,-3 1 0,-2 1-91,0 0 0,-1-1 0,1 0 0,0 0 0,-1 0 0,1-1 0,-1 0 0,1 0 0,-1-1 0,1 0 0,0 0 0,-1 0 0,1-1 0,-11-4 0,7-1-6735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24575,'3'10'0,"0"7"0,1 2 0,1 1 0,0-1 0,0 0 0,1-4 0,-1-5-8191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24575,'2'10'0,"2"7"0,2 4 0,0 3 0,-1-2 0,1-3 0,0-6-8191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24575,'0'4'0,"-1"0"0,0 0 0,0 0 0,0 0 0,-2 4 0,-2 8 0,1 0 0,1-6 0,0 1 0,-1 15 0,4-23 0,0 1 0,0 0 0,0-1 0,0 1 0,1 0 0,0-1 0,0 1 0,0 0 0,0-1 0,0 1 0,2 2 0,8 12 0,25 34 0,-5-11 0,-29-38 0,0-1 0,-1 1 0,1 0 0,-1 0 0,1 0 0,-1 0 0,0 1 0,0-1 0,-1 0 0,1 0 0,-1 1 0,1-1 0,-1 0 0,0 1 0,0-1 0,0 0 0,-2 5 0,2-5 0,-1-1 0,-1 1 0,1 0 0,0 0 0,-1-1 0,1 1 0,-1-1 0,0 0 0,0 1 0,0-1 0,0 0 0,0 0 0,0 0 0,-1 0 0,1 0 0,-1-1 0,1 1 0,-1-1 0,-3 2 0,0-1-227,-1 0-1,1 0 1,-1 0-1,0-1 1,-12 1-1,1-1-6598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24575,'4'0'0,"1"0"0,-1 1 0,1 0 0,-1 0 0,0 0 0,0 1 0,1-1 0,-1 1 0,0 0 0,-1 0 0,1 1 0,0-1 0,0 1 0,-1 0 0,4 3 0,6 8 0,-1-1 0,15 22 0,-9-12 0,42 48 0,-49-59 0,0-2 0,0 1 0,1-1 0,13 8 0,-24-18 0,-1 0 0,1 0 0,-1 1 0,1-1 0,-1 0 0,1 0 0,-1 1 0,1-1 0,-1 0 0,1 0 0,0 0 0,-1 0 0,1 0 0,-1 0 0,1 0 0,-1 0 0,1 0 0,0 0 0,-1 0 0,1 0 0,-1 0 0,1 0 0,-1-1 0,1 1 0,-1 0 0,1 0 0,-1-1 0,1 1 0,-1 0 0,1-1 0,-1 1 0,1-1 0,-1 1 0,1 0 0,-1-1 0,0 1 0,1-1 0,-1 1 0,0-1 0,0 1 0,1-1 0,-1 1 0,0-1 0,0 0 0,0 1 0,1-2 0,0-3 0,1-1 0,-1 0 0,1-10 0,-1 7 0,10-82 0,-5 28 0,-2 24 0,11-66 0,-14 103-24,0 5 82,-1 5-1457,0 2-5427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96 270 24575,'6'-11'0,"8"-12"0,17-45 0,-29 61 0,1 0 0,-1 0 0,-1 0 0,1 0 0,-1 0 0,-1 0 0,1-1 0,-1 1 0,0 0 0,-1-1 0,-1-10 0,0 14 0,1 0 0,0 0 0,-1 0 0,0 1 0,0-1 0,0 0 0,0 1 0,0-1 0,-1 1 0,0 0 0,0 0 0,0 0 0,0 0 0,0 1 0,0-1 0,-1 1 0,1-1 0,-1 1 0,0 0 0,1 1 0,-6-2 0,6 2 0,1 0 0,-1 0 0,0 1 0,1 0 0,-1-1 0,0 1 0,0 0 0,0 0 0,1 1 0,-1-1 0,0 1 0,0-1 0,1 1 0,-1 0 0,0 0 0,1 0 0,-1 0 0,1 0 0,0 1 0,-1-1 0,1 1 0,0 0 0,0 0 0,0-1 0,0 1 0,0 0 0,0 1 0,0-1 0,1 0 0,-1 1 0,-1 4 0,0-2 0,1 1 0,0-1 0,0 1 0,1-1 0,0 1 0,0 0 0,0 0 0,1 0 0,-1 0 0,1-1 0,1 1 0,-1 0 0,1 0 0,0 0 0,1 0 0,-1-1 0,1 1 0,0-1 0,0 1 0,1-1 0,0 0 0,0 0 0,0 0 0,0 0 0,7 6 0,2 2 0,1-2 0,1 1 0,0-1 0,0-1 0,1-1 0,0 0 0,1-1 0,0 0 0,26 8 0,-28-13-103,6 3 221,39 6 0,-54-12-243,1 1 0,0-1 1,-1 0-1,1 0 0,0-1 0,-1 0 0,1 0 0,-1 0 0,1 0 1,-1-1-1,10-4 0,-4-1-6701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24575,'-10'0'0,"1"0"0,-1 1 0,1 0 0,-1 1 0,1 0 0,0 0 0,-16 7 0,23-8 0,-1 0 0,1 0 0,0 0 0,0 1 0,1-1 0,-1 0 0,0 1 0,0-1 0,1 1 0,-1-1 0,1 1 0,-1 0 0,1 0 0,0 0 0,0 0 0,-1 0 0,1 0 0,1 0 0,-1 0 0,0 0 0,0 0 0,1 1 0,0-1 0,-1 0 0,1 0 0,0 1 0,0-1 0,0 0 0,0 1 0,0-1 0,1 0 0,-1 0 0,1 1 0,-1-1 0,1 0 0,0 0 0,2 4 0,2 5 0,1 0 0,1 0 0,0 0 0,0-1 0,1 0 0,15 14 0,-4-6 0,0-1 0,27 17 0,-42-31 0,0-1 0,1 1 0,-1-1 0,0 0 0,1 0 0,0 0 0,-1-1 0,1 1 0,8 0 0,-11-2 0,0 0 0,0 0 0,0 0 0,0 0 0,-1 0 0,1-1 0,0 1 0,0-1 0,0 1 0,-1-1 0,1 0 0,0 1 0,-1-1 0,1 0 0,0 0 0,-1 0 0,1-1 0,-1 1 0,0 0 0,1 0 0,-1-1 0,0 1 0,0-1 0,0 1 0,0-1 0,0 0 0,0 1 0,1-3 0,0-3-227,0 0-1,0 0 1,-1 0-1,1 1 1,-1-13-1,0 3-6598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24575,'-1'2'0,"0"-1"0,-1 1 0,1 0 0,0 0 0,0 0 0,0 0 0,0 0 0,0 0 0,1 0 0,-1 1 0,0 3 0,-1 27 0,2-23 0,-2 17 0,2 0 0,1 0 0,2 0 0,0 0 0,2-1 0,1 1 0,12 34 0,74 154 0,-87-206-356,0-1-1,10 12 1,-14-18 60,6 7-6530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79 24575,'-28'-12'0,"-15"-6"0,-3 2 0,5 3 0,6 3 0,6 4 0,3 3 0,4 2 0,2 1 0,3 3 0,-1 1 0,-1 0 0,4 2 0,1 0 0,1-1 0,2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164 103 24575,'-4'-11'0,"-1"0"0,0 1 0,0-1 0,-1 1 0,-12-16 0,17 24 0,0 0 0,-1 0 0,1 1 0,-1-1 0,0 1 0,1-1 0,-1 1 0,0 0 0,0-1 0,0 1 0,1 0 0,-1 0 0,-1 0 0,1 1 0,0-1 0,0 0 0,0 1 0,0 0 0,0-1 0,-1 1 0,1 0 0,0 0 0,0 0 0,0 0 0,-1 0 0,1 1 0,0-1 0,0 1 0,0 0 0,0-1 0,0 1 0,0 0 0,0 0 0,0 0 0,0 0 0,0 1 0,-2 1 0,0 1 0,0-1 0,0 1 0,1 0 0,0 0 0,0 0 0,0 0 0,0 0 0,0 1 0,1 0 0,0-1 0,0 1 0,0 0 0,1 0 0,-1 0 0,1 0 0,0 7 0,0-8 0,1 0 0,0 1 0,0-1 0,0 0 0,1 0 0,-1 1 0,1-1 0,0 0 0,0 0 0,1 0 0,-1 1 0,1-2 0,0 1 0,0 0 0,0 0 0,0-1 0,1 1 0,0-1 0,4 6 0,4 0 0,0-1 0,1 0 0,-1-1 0,1 0 0,1-1 0,16 6 0,-19-8 0,1 0 0,0-1 0,1-1 0,-1 0 0,0 0 0,1-1 0,21-1 0,-32 0 0,1 0 0,-1 0 0,0 0 0,0 0 0,0 0 0,1 0 0,-1-1 0,0 1 0,0 0 0,0-1 0,0 1 0,0-1 0,0 0 0,0 1 0,0-1 0,0 0 0,0 1 0,0-1 0,0 0 0,0 0 0,-1 0 0,1 0 0,0 0 0,-1 0 0,1 0 0,0 0 0,-1 0 0,1 0 0,-1 0 0,0 0 0,1-1 0,-1 1 0,0 0 0,0 0 0,0 0 0,0-1 0,0 1 0,0 0 0,0 0 0,0 0 0,0 0 0,-1-1 0,1 1 0,0 0 0,-1-2 0,-1-3 0,-1 0 0,1 0 0,-1-1 0,0 2 0,-1-1 0,-7-10 0,5 9-97,0 0-1,-1 0 1,0 1-1,-1-1 1,1 2-1,-1-1 1,0 1-1,0 0 1,-1 1-1,1 0 1,-1 0-1,0 1 0,-13-3 1,9 4-6729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81 391 24575,'-1'-12'0,"-1"1"0,0-1 0,-1 0 0,0 1 0,-1 0 0,0 0 0,-9-17 0,-4-13 0,9 19 0,2 1 0,-9-44 0,14 58 0,0-1 0,1 0 0,-1 0 0,1 0 0,1 0 0,0 0 0,0 0 0,0 0 0,1 1 0,0-1 0,6-14 0,-7 20 0,0 1 0,0-1 0,0 0 0,0 0 0,1 1 0,-1-1 0,0 1 0,1-1 0,-1 1 0,1 0 0,-1-1 0,1 1 0,0 0 0,0 0 0,-1 0 0,4-1 0,-3 2 0,-1-1 0,1 1 0,-1 0 0,1 0 0,-1 0 0,1 0 0,0 0 0,-1 1 0,1-1 0,-1 0 0,1 1 0,-1-1 0,1 1 0,-1 0 0,1-1 0,-1 1 0,0 0 0,1 0 0,-1 0 0,0 0 0,3 2 0,1 2-273,1 1 0,0 0 0,-1 1 0,6 10 0,-3-4-6553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16 24575,'-6'-2'0,"0"-1"0,0 1 0,0 0 0,0 0 0,0 1 0,-1-1 0,1 1 0,0 1 0,-1-1 0,1 1 0,-12 2 0,15-2 0,0 1 0,1-1 0,-1 1 0,1 0 0,-1 0 0,1 0 0,-1 0 0,1 0 0,0 1 0,-1-1 0,1 1 0,0-1 0,0 1 0,0 0 0,0 0 0,0 0 0,1 0 0,-1 0 0,1 0 0,-1 1 0,1-1 0,0 0 0,0 1 0,0-1 0,0 1 0,0-1 0,0 1 0,1 0 0,-1-1 0,1 5 0,0-2 0,-1 0 0,1 0 0,1-1 0,-1 1 0,1 0 0,-1-1 0,1 1 0,1-1 0,-1 1 0,1-1 0,0 1 0,0-1 0,0 0 0,0 0 0,1 0 0,-1 0 0,1 0 0,4 4 0,5 2 0,0 0 0,0 0 0,1-1 0,16 9 0,-27-17 0,2 1 0,8 6 0,1 0 0,-1 0 0,11 12 0,-20-18 0,0 1 0,-1 0 0,1 0 0,-1 0 0,0 0 0,0 1 0,2 4 0,-3-7 0,-1 1 0,1 0 0,-1 0 0,1-1 0,-1 1 0,0 0 0,0 0 0,0-1 0,0 1 0,0 0 0,0 0 0,0 0 0,0-1 0,-1 1 0,1 0 0,-2 2 0,0 0 0,0-1 0,0 1 0,-1-1 0,1 0 0,-1 1 0,0-1 0,0-1 0,0 1 0,0 0 0,0-1 0,-1 1 0,-5 2 0,-6 3 0,-26 9 0,38-16 0,-28 12-1365,18-7-5461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3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98 24575,'-4'-5'0,"1"0"0,-1 0 0,-1 0 0,1 0 0,-1 1 0,0 0 0,0 0 0,-8-5 0,-11-10 0,21 16 0,-25-22 0,25 20 0,18 16 0,244 173 0,-141-95 0,-118-89-2,0 0-1,0 0 0,0 0 1,0 0-1,0 0 0,0 0 1,0 0-1,0 0 1,0 0-1,0 0 0,0 0 1,0 0-1,0 0 0,0 0 1,0 0-1,0 0 0,0 0 1,0 0-1,0 0 1,0 0-1,0 0 0,1-1 1,-1 1-1,0 0 0,0 0 1,0 0-1,0 0 0,-7-8 187,-11-10-1659,6 8-5351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3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 24575,'0'0'0,"0"0"0,0-1 0,0 1 0,0 0 0,0 0 0,0 0 0,-1 0 0,1 0 0,0 0 0,0 0 0,0 0 0,0 0 0,0 0 0,0 0 0,0-1 0,0 1 0,0 0 0,0 0 0,0 0 0,0 0 0,0 0 0,0 0 0,0 0 0,0 0 0,0 0 0,-1 0 0,1 0 0,0 0 0,0 0 0,0 0 0,0 0 0,0 0 0,0 0 0,0 0 0,0 0 0,0 0 0,0 0 0,0 0 0,-1 0 0,1 0 0,0 0 0,0 0 0,0 0 0,0 0 0,0 0 0,0 0 0,0 0 0,0 0 0,0 0 0,0 0 0,0 0 0,-1 0 0,1 0 0,0 0 0,0 0 0,0 0 0,0 1 0,0-1 0,-8 6 0,-6 9 0,-14 21 0,-28 48 0,32-46 0,-37 46 0,59-81-151,0-1-1,0 1 0,0 0 0,0 0 1,1 0-1,-1 0 0,1 0 1,-1 4-1,-1 4-6674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0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24575,'22'7'0,"-21"-6"0,0-1 0,0 1 0,0-1 0,0 1 0,0-1 0,0 1 0,0-1 0,0 1 0,0 0 0,0 0 0,-1-1 0,1 1 0,0 0 0,0 0 0,-1 0 0,1 0 0,0 1 0,-1-1 0,0 0 0,0-1 0,-1 1 0,1-1 0,0 1 0,0 0 0,-1-1 0,1 1 0,0 0 0,-1-1 0,1 1 0,-1-1 0,1 1 0,-1-1 0,1 1 0,-1-1 0,1 0 0,-1 1 0,1-1 0,-1 1 0,1-1 0,-1 0 0,0 0 0,1 1 0,-1-1 0,0 0 0,0 0 0,-20 7 0,10-6 0,1 0 0,-1 0 0,0-2 0,0 1 0,0-1 0,0 0 0,0-1 0,0-1 0,-10-3 0,-33-6 0,-9-3-1365,52 13-5461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24575,'37'9'0,"-30"-8"0,0 0 0,0 1 0,0 0 0,11 4 0,-18-6 0,0 0 0,0 0 0,0 0 0,0 0 0,1 0 0,-1 0 0,0 0 0,0 0 0,0 0 0,0 0 0,0 0 0,0 1 0,1-1 0,-1 0 0,0 0 0,0 0 0,0 0 0,0 0 0,0 0 0,0 0 0,0 0 0,0 0 0,1 0 0,-1 0 0,0 1 0,0-1 0,0 0 0,0 0 0,0 0 0,0 0 0,0 0 0,0 0 0,0 1 0,0-1 0,0 0 0,0 0 0,0 0 0,0 0 0,0 0 0,0 0 0,0 1 0,0-1 0,0 0 0,0 0 0,0 0 0,0 0 0,0 0 0,0 0 0,0 1 0,0-1 0,0 0 0,0 0 0,0 0 0,0 0 0,-1 0 0,-9 3 0,-14 0 0,-134-4-1365,145 1-5461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24575,'-8'0'0,"-5"0"0,-2 0 0,-3 0 0,1 2 0,-1 4 0,2 3 0,-1 1 0,1-2 0,3 0 0,1-1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 24575,'-4'-6'0,"-7"-9"0,11 13 0,7 6 0,129 106 0,36 27 0,-126-104 0,61 58 0,-97-77 0,-9-8 0,-10-8 0,-1-4-227,-1 0-1,1-1 1,1 0-1,-1 0 1,-9-11-1,8 6-6598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30 24575,'-2'-3'0,"-1"-1"0,0 1 0,0 0 0,0 0 0,0 0 0,-7-4 0,9 7 0,1-1 0,-1 1 0,0 0 0,1-1 0,-1 1 0,0 0 0,0-1 0,0 1 0,1 0 0,-1 0 0,0 0 0,0 0 0,0 0 0,1 0 0,-1 0 0,0 0 0,0 0 0,0 0 0,1 0 0,-1 0 0,0 0 0,0 1 0,1-1 0,-1 0 0,0 1 0,0-1 0,1 1 0,-1-1 0,0 0 0,1 1 0,-1 0 0,1-1 0,-1 1 0,0-1 0,1 1 0,-1 0 0,1-1 0,0 1 0,-1 0 0,1-1 0,0 1 0,-1 1 0,-2 5 0,1 1 0,1-1 0,-1 0 0,1 0 0,0 12 0,-1 5 0,-1-5 0,-8 47 0,9-58 0,0-1 0,-1 0 0,0 0 0,0 0 0,0 0 0,-8 11 0,8-15-76,0 0 1,-1 0-1,1 0 0,0 0 0,-1-1 0,0 1 0,1-1 0,-1 0 1,0 0-1,0 0 0,0-1 0,-1 1 0,1-1 0,0 0 1,0 0-1,-1-1 0,-4 1 0,-3 0-6750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33 24575,'-1'0'0,"0"0"0,0 1 0,0-1 0,-1 0 0,1 0 0,0 1 0,0-1 0,0 1 0,0-1 0,0 1 0,0-1 0,0 1 0,0-1 0,0 1 0,0 0 0,1 0 0,-1-1 0,0 1 0,0 0 0,1 0 0,-1 0 0,0 0 0,1 0 0,-1 0 0,1 0 0,-1 0 0,0 2 0,-1 4 0,1-1 0,-1 1 0,0 11 0,0-1 0,-1-5 0,1-5 0,1 0 0,-1 0 0,1 0 0,1 1 0,0 6 0,0-12 0,0 0 0,0 0 0,1 0 0,-1 0 0,1-1 0,-1 1 0,1 0 0,0-1 0,0 1 0,0 0 0,0-1 0,0 1 0,0-1 0,0 1 0,0-1 0,0 1 0,1-1 0,-1 0 0,1 0 0,-1 0 0,1 0 0,-1 0 0,1 0 0,2 1 0,6 1 0,1 0 0,-1-1 0,0-1 0,1 1 0,0-2 0,-1 1 0,1-1 0,12-2 0,5 0 0,-22 3 0,1-2 0,-1 1 0,0-1 0,0 0 0,0 0 0,8-4 0,-12 5 0,0-1 0,-1 0 0,1 0 0,0 0 0,0 0 0,-1 0 0,1-1 0,-1 1 0,1-1 0,-1 1 0,0-1 0,1 1 0,-1-1 0,0 1 0,0-1 0,0 0 0,0 0 0,-1 0 0,1 0 0,0 1 0,-1-1 0,1-4 0,0-1 8,0 0-1,-1 1 1,0-1-1,0 0 1,-1 0-1,1 1 1,-2-1-1,1 1 1,-1-1-1,0 1 1,0-1-1,-1 1 1,0 0-1,0 0 1,-5-8-1,4 9-90,1 1 1,-1-1-1,0 1 1,0 0-1,-1 0 1,1 0-1,-1 1 1,0 0-1,0-1 1,0 2-1,0-1 1,0 1-1,-1-1 1,1 1-1,-1 1 1,1-1-1,-12-1 1,3 2-6744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24575,'0'-2'0,"0"1"0,0-1 0,0 0 0,0 0 0,1 0 0,-1 0 0,1 1 0,-1-1 0,1 0 0,0 0 0,-1 1 0,1-1 0,0 0 0,0 1 0,0-1 0,2-1 0,-3 3 0,1-1 0,-1 1 0,0 0 0,1 0 0,-1-1 0,1 1 0,-1 0 0,0 0 0,1 0 0,-1 0 0,0 0 0,1 0 0,-1-1 0,1 1 0,-1 0 0,1 0 0,-1 0 0,0 0 0,1 0 0,-1 1 0,1-1 0,-1 0 0,0 0 0,1 0 0,-1 0 0,1 1 0,0-1 0,1 1 0,-1 0 0,0 0 0,0 0 0,0 0 0,0 0 0,-1 1 0,1-1 0,0 0 0,0 0 0,-1 1 0,2 0 0,1 8 0,0 1 0,0-1 0,-1 1 0,0-1 0,1 21 0,2 11 0,10 40 0,-14-77-83,2 8-237,0 0-1,1 0 0,10 23 1,-9-28-6506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15 24575,'2'-1'0,"1"-1"0,-1 0 0,0 1 0,1 0 0,0-1 0,-1 1 0,1 0 0,0 0 0,-1 1 0,1-1 0,0 0 0,0 1 0,0 0 0,3 0 0,1 0 0,0 0 0,0 0 0,0 1 0,12 3 0,-5 0 0,-1 1 0,1 1 0,-1 0 0,-1 1 0,1 0 0,-1 1 0,0 0 0,-1 1 0,19 19 0,-27-24 0,0-1 0,0 1 0,-1 0 0,0 0 0,0 0 0,0 0 0,0 0 0,0 0 0,-1 0 0,0 1 0,0-1 0,0 0 0,0 1 0,-1 4 0,0-6 0,0 0 0,0 0 0,0 0 0,-1 0 0,1 0 0,-1 0 0,0 0 0,0 0 0,0-1 0,0 1 0,0 0 0,-1 0 0,0-1 0,1 1 0,-1-1 0,0 0 0,0 1 0,0-1 0,0 0 0,0 0 0,-5 2 0,1 0 0,0-1 0,0 1 0,-1-2 0,0 1 0,0-1 0,1 0 0,-1 0 0,0-1 0,-1 0 0,1 0 0,0-1 0,0 0 0,0 0 0,0-1 0,0 1 0,-8-3 0,-5-2 0,1 0 0,1-2 0,-1 0 0,-28-15 0,42 19 0,-1-1 0,0 1 0,1-1 0,0 0 0,-8-7 0,11 9 0,1 0 0,-1 0 0,1 0 0,-1 0 0,1 0 0,0 0 0,0 0 0,0 0 0,0 0 0,0 0 0,0-1 0,1 1 0,-1 0 0,1-1 0,-1 1 0,1-1 0,0 1 0,0-4 0,6-23-1365,-3 16-5461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 24575,'0'0'0,"-1"0"0,1 0 0,0-1 0,-1 1 0,1 0 0,0-1 0,0 1 0,-1 0 0,1-1 0,0 1 0,0-1 0,-1 1 0,1 0 0,0-1 0,0 1 0,0-1 0,0 1 0,0 0 0,0-1 0,0 1 0,0-1 0,0 1 0,0 0 0,0-1 0,0 1 0,0-1 0,0 1 0,0-1 0,0 1 0,0 0 0,0-1 0,1 1 0,-1-1 0,0 1 0,0 0 0,0-1 0,1 1 0,-1 0 0,0-1 0,1 1 0,-1 0 0,0-1 0,1 1 0,-1 0 0,0 0 0,1 0 0,-1-1 0,0 1 0,1 0 0,-1 0 0,1 0 0,-1 0 0,0-1 0,1 1 0,2-1 0,0 0 0,-1 1 0,1-1 0,0 1 0,0-1 0,-1 1 0,4 0 0,2 1 0,0 0 0,-1 1 0,1 0 0,-1 0 0,1 1 0,-1 0 0,0 0 0,0 1 0,9 5 0,-2 1 0,0 1 0,-1 0 0,15 15 0,-23-20 0,0 0 0,0 1 0,-1-1 0,0 1 0,0 0 0,0 0 0,-1 0 0,0 1 0,-1-1 0,1 1 0,-2 0 0,1-1 0,0 13 0,-1-16 0,-1-1 0,0 1 0,0 0 0,0-1 0,-1 1 0,1 0 0,-1-1 0,0 1 0,0 0 0,0-1 0,-1 1 0,1-1 0,-1 0 0,0 0 0,1 1 0,-2-1 0,1 0 0,0 0 0,-1-1 0,1 1 0,-1 0 0,0-1 0,1 0 0,-1 1 0,-1-1 0,1 0 0,0-1 0,0 1 0,-1-1 0,-5 3 0,2-3 0,-1 1 0,1-1 0,-1 0 0,0 0 0,1-1 0,-1 0 0,0-1 0,1 0 0,-1 0 0,1 0 0,-1-1 0,-7-3 0,4 2 0,1-1 0,0-1 0,0 0 0,0-1 0,1 1 0,0-2 0,-15-12 0,21 16 0,0 1 0,1-1 0,-1 0 0,1-1 0,-1 1 0,1 0 0,0-1 0,0 0 0,1 1 0,-1-1 0,1 0 0,0 0 0,0 1 0,0-1 0,0 0 0,1 0 0,-1 0 0,1-6 0,1 2 0,0 1 0,0-1 0,1 1 0,0 0 0,0 0 0,1 0 0,0 0 0,7-13 0,-2 5-1365,-1 2-5461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24575,'-6'-4'0,"1"-1"0,-1 0 0,-1 1 0,1 0 0,0 1 0,-1-1 0,0 1 0,0 0 0,0 1 0,0 0 0,0 0 0,0 0 0,0 1 0,-1 0 0,-14 0 0,18 1 0,0 0 0,0 1 0,1-1 0,-1 1 0,0 0 0,0 0 0,1 0 0,-1 0 0,0 1 0,1-1 0,-1 1 0,1 0 0,0 0 0,0 0 0,0 1 0,0-1 0,0 1 0,0 0 0,0-1 0,1 1 0,0 0 0,-1 1 0,1-1 0,0 0 0,1 1 0,-1-1 0,0 1 0,1-1 0,0 1 0,0 0 0,0 0 0,0 3 0,-2 20 0,2 1 0,2 35 0,1-10 0,7 158 0,7-39 0,-1-20 0,0-16 0,-12-106 0,-1 56 0,-1 4 0,6-43 0,-4-30 0,2 26 0,-3-21 0,6 31 0,-3-22 0,2 3 0,-4-22 0,-1 0 0,2 21 0,-5 211 0,0-229 0,0 0 0,-4 18 0,1-17 0,0 26 0,3 117 0,2-74 0,-1-83 0,0 0 0,0 0 0,0 1 0,0-1 0,1 0 0,-1 0 0,1 0 0,-1 0 0,1 0 0,0 0 0,0 0 0,-1 0 0,2 0 0,1 4 0,-2-5 0,1 0 0,0 0 0,-1 1 0,1-1 0,0 0 0,0 0 0,0-1 0,-1 1 0,1 0 0,0-1 0,0 1 0,0-1 0,0 1 0,0-1 0,0 0 0,3 0 0,72-1 118,-30 0-1601,-34 0-5343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24575,'0'0'0,"1"-1"0,-1 0 0,0 1 0,0-1 0,1 0 0,-1 1 0,1-1 0,-1 1 0,1-1 0,-1 0 0,1 1 0,-1-1 0,1 1 0,-1-1 0,1 1 0,0 0 0,-1-1 0,1 1 0,0 0 0,-1-1 0,1 1 0,0 0 0,-1 0 0,1-1 0,0 1 0,0 0 0,-1 0 0,1 0 0,0 0 0,1 0 0,23 0 0,-15 2 0,1-1 0,0 1 0,0 0 0,18 6 0,-27-7 0,0 0 0,0 0 0,1 0 0,-1 0 0,0 1 0,0-1 0,0 1 0,0-1 0,0 1 0,-1 0 0,1-1 0,0 1 0,-1 0 0,1 0 0,-1 0 0,0 0 0,0 0 0,0 1 0,0-1 0,0 0 0,0 1 0,0 2 0,49 230 0,-41-195 0,-3 1 0,3 55 0,-7 84 0,-3-101 0,2-64 0,0 0 0,5 17 0,1 21 0,3 59 0,5 68 0,-9-106 0,-5 105 0,-2-83 0,2-57 0,7 53 0,-2-32 0,-5 109 0,-2-84 0,0-36 0,2 53 0,7-65 0,-1 3 0,-3-14 0,0 0 0,2-1 0,1 0 0,16 38 0,-11-31 0,-7-20 0,-3-8 0,0-1 0,-1 1 0,1 0 0,-1 0 0,1 4 0,-2-7 0,0-1 0,0 1 0,0 0 0,0 0 0,0-1 0,0 1 0,0 0 0,0-1 0,0 1 0,0 0 0,-1 0 0,1-1 0,0 1 0,-1 0 0,1-1 0,0 1 0,-1 0 0,1-1 0,-1 1 0,1-1 0,-1 1 0,1-1 0,-1 1 0,1-1 0,-1 1 0,1-1 0,-1 1 0,0-1 0,1 0 0,-1 1 0,0-1 0,0 1 0,-21 5-1365,12-2-5461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 24575,'-5'-7'0,"1"7"0,3 0 0,1 1 0,-1 0 0,1 0 0,-1 0 0,1 0 0,-1 1 0,1-1 0,0 0 0,0 0 0,-1 0 0,1 1 0,-2 35 0,2-37 0,0 12 0,1 0 0,1 0 0,0 0 0,6 20 0,20 46 0,-4-14 0,-24-63 0,27 94 0,-27-131-1365,0 22-5461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2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24575,'-20'0'0,"-13"0"0,-3 0 0,3 0 0,3 2 0,5 2 0,4-1 0,3 0 0,1 1 0,2 1 0,1 1 0,0 1 0,-1-2 0,3-2-8191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24575,'-6'-2'0,"5"3"0,9 8 0,15 11 0,32 15 0,1-3 0,1-2 0,72 25 0,-127-54-101,9 3 335,-11-4-282,0 0-1,1 0 1,-1 0 0,0 0-1,0 0 1,1 1 0,-1-1-1,0 0 1,1 0 0,-1 0-1,0 0 1,0 0 0,1 0-1,-1 0 1,0 0 0,1 0-1,-1 0 1,0 0 0,0-1 0,1 1-1,-1 0 1,0 0 0,0 0-1,1 0 1,-1 0 0,0 0-1,0-1 1,1 1 0,-1 0-1,0-1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 24575,'-2'-1'0,"-1"0"0,0 0 0,0 0 0,0 1 0,0-1 0,0 1 0,0 0 0,1 0 0,-1 0 0,0 0 0,0 0 0,0 0 0,0 1 0,0 0 0,0 0 0,0-1 0,1 1 0,-1 1 0,0-1 0,1 0 0,-1 1 0,1-1 0,-1 1 0,1 0 0,0 0 0,0 0 0,0 0 0,0 0 0,0 1 0,0-1 0,-2 4 0,-2 6 0,0 1 0,0-1 0,1 1 0,1 1 0,-4 16 0,4-16 0,-1 0-170,0 0-1,0 0 0,-2 0 1,1-1-1,-2 0 0,0 0 1,-18 21-1,19-25-6655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24575,'-1'0'0,"0"0"0,1 1 0,-1-1 0,0 0 0,1 1 0,-1-1 0,0 0 0,1 1 0,-1-1 0,1 1 0,-1-1 0,1 1 0,-1-1 0,1 1 0,-1 0 0,1-1 0,-1 1 0,1 0 0,0-1 0,-1 1 0,1 0 0,0-1 0,0 1 0,0 0 0,-1 0 0,1-1 0,0 1 0,0 0 0,0 0 0,0 0 0,0 25 0,3-15 0,-1-1 0,1 1 0,1-1 0,0 1 0,0-1 0,7 10 0,38 55 0,-47-72-227,0 0-1,0 0 1,0 0-1,-1 0 1,3 6-1,-2 0-6598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21 24575,'2'-2'0,"0"0"0,0 0 0,0 0 0,1 1 0,-1-1 0,1 1 0,-1-1 0,1 1 0,0 0 0,-1 0 0,1 0 0,0 0 0,0 0 0,0 1 0,0 0 0,0-1 0,0 1 0,-1 0 0,1 0 0,0 0 0,0 1 0,0-1 0,0 1 0,0 0 0,0 0 0,-1 0 0,1 0 0,4 2 0,6 4 0,-1 1 0,0 0 0,0 1 0,16 16 0,-10-9 0,-7-7 0,0 1 0,-1 0 0,0 1 0,14 20 0,-22-28 0,1 0 0,-1 0 0,0 1 0,-1-1 0,1 1 0,-1 0 0,0-1 0,1 1 0,-2 0 0,1 0 0,0 0 0,-1 0 0,0 0 0,1 0 0,-2-1 0,1 1 0,0 0 0,-1 0 0,0 0 0,0 0 0,0 0 0,-2 5 0,1-6 0,0-1 0,1 1 0,-1-1 0,0 0 0,-1 1 0,1-1 0,0 0 0,0 0 0,-1 0 0,0 0 0,1-1 0,-1 1 0,0-1 0,0 0 0,1 1 0,-1-1 0,0-1 0,0 1 0,0 0 0,-4 0 0,-8 0 0,1 0 0,-1 0 0,-15-2 0,10 0 0,4 0 0,0-1 0,0-1 0,0 0 0,1-1 0,-1 0 0,1-2 0,0 0 0,0 0 0,-27-18 0,40 23 0,0-1 0,-1 1 0,1-1 0,0 0 0,0 0 0,0 0 0,0 0 0,0 0 0,1 0 0,-1 0 0,1-1 0,-1 1 0,1-1 0,0 1 0,0-1 0,0 1 0,0-1 0,0-3 0,0 2 0,1 0 0,0 0 0,1 0 0,-1 0 0,1 0 0,-1 1 0,1-1 0,0 0 0,1 0 0,-1 1 0,3-7 0,4-2 0,0 0 0,0 0 0,1 0 0,1 1 0,18-17 0,-19 20-1365,-1 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18 24575,'-1'-2'0,"0"1"0,0-1 0,0 1 0,0 0 0,-1-1 0,1 1 0,0 0 0,0 0 0,-1 0 0,1 0 0,-1 0 0,-1-1 0,3 2 0,0 0 0,-1 0 0,1 0 0,0 0 0,-1 0 0,1 0 0,0 0 0,-1 0 0,1 0 0,0 0 0,0 0 0,-1 0 0,1 0 0,0 0 0,-1 0 0,1 1 0,0-1 0,0 0 0,-1 0 0,1 0 0,0 0 0,0 0 0,-1 1 0,1-1 0,0 0 0,-5 14 0,4-2 0,1 0 0,0 0 0,1-1 0,1 1 0,4 21 0,0-2 0,-3-17-273,1 0 0,1 0 0,0 0 0,12 24 0,-12-27-6553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14 24575,'6'-2'0,"1"-1"0,0 1 0,-1 0 0,1 1 0,0 0 0,0 0 0,0 0 0,0 1 0,0 0 0,0 0 0,0 1 0,0 0 0,-1 0 0,1 0 0,0 1 0,0 0 0,8 5 0,-1-2 0,-1 2 0,0 0 0,0 1 0,-1 0 0,0 1 0,0 0 0,12 13 0,-19-16 0,0-1 0,0 1 0,0 1 0,-1-1 0,0 0 0,6 14 0,-9-17 0,1 1 0,-1-1 0,0 0 0,-1 0 0,1 0 0,-1 1 0,1-1 0,-1 0 0,0 1 0,0-1 0,0 0 0,-1 1 0,1-1 0,-1 0 0,0 0 0,1 1 0,-2-1 0,0 4 0,-2 0 0,0-1 0,-1 1 0,1-1 0,-1 1 0,0-2 0,-1 1 0,0 0 0,0-1 0,0 0 0,-11 7 0,13-10 0,-1 1 0,0-1 0,0 0 0,0 0 0,-1 0 0,1-1 0,0 0 0,-1 0 0,1 0 0,0-1 0,-1 1 0,1-1 0,-1-1 0,1 1 0,-1-1 0,-6-1 0,0-2 0,0 0 0,0-1 0,0 0 0,1-1 0,-22-14 0,15 7 0,1-1 0,-26-27 0,39 37-50,1 0-1,-1 0 1,1-1-1,0 1 0,1-1 1,-1 0-1,1 0 1,0 0-1,0 0 1,1 0-1,-1 0 0,1-1 1,0 1-1,1 0 1,-1-1-1,1 1 1,0 0-1,0-1 0,1 1 1,0-1-1,0 1 1,0 0-1,0 0 1,1-1-1,0 1 1,3-6-1,4-3-6775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24575,'-14'4'0,"-7"2"0,-22 9 0,38-13 0,0 0 0,0 1 0,1-1 0,-1 1 0,1 0 0,0 0 0,0 1 0,0-1 0,0 1 0,-4 4 0,7-6 0,0 1 0,0-1 0,0 1 0,0-1 0,0 1 0,0-1 0,1 1 0,-1-1 0,1 1 0,0 0 0,-1-1 0,1 1 0,0 0 0,1-1 0,-1 4 0,3 6 0,6 24 0,-4-19 0,8 41 0,8 109 0,-15-100 0,-1 81 0,1 12 0,2-90 0,7 50 0,-11-93 0,2-1 0,13 37 0,2-4 0,17 81 0,-31-105 0,-1 1 0,2 64 0,-1-4 0,1-8 0,3 67 0,-7-116 0,3 9 0,-3-28 0,0 35 0,-5 5 0,2 47 0,-1-106 0,0 0 0,0 0 0,0 0 0,1 1 0,-1-1 0,0 0 0,0 0 0,1 0 0,-1 0 0,1 0 0,-1 0 0,1 0 0,-1 0 0,1 0 0,-1 0 0,1 0 0,0 0 0,0-1 0,-1 1 0,1 0 0,0 0 0,0-1 0,0 1 0,0-1 0,0 1 0,0-1 0,0 1 0,0-1 0,0 1 0,0-1 0,0 0 0,0 1 0,2-1 0,3 0 0,0 0 0,0-1 0,-1 1 0,1-1 0,9-3 0,8-1 0,53-6-1365,-63 8-5461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24575,'9'-6'0,"1"-1"0,0 2 0,0-1 0,0 1 0,20-6 0,-24 9 0,1 0 0,0 1 0,0-1 0,-1 1 0,1 1 0,0 0 0,0 0 0,0 0 0,0 0 0,12 4 0,-17-4 0,0 1 0,0 0 0,0 0 0,0 0 0,0 0 0,0 0 0,-1 1 0,1-1 0,0 0 0,-1 1 0,1-1 0,-1 1 0,0 0 0,1-1 0,-1 1 0,0 0 0,0 0 0,0 0 0,0 0 0,-1 0 0,1 0 0,0 0 0,-1 0 0,1 0 0,-1 4 0,1 6 0,0 0 0,-1 0 0,-2 19 0,0-6 0,2 4 0,1-1 0,7 40 0,-7-58 0,35 257 0,0 8 0,-33-264 0,10 51 0,-3 0 0,4 104 0,-16-38 0,4 142 0,12-124 0,-1-13 0,-9-98 0,3 3 0,-5-27 0,0 1 0,1 17 0,-2-2 0,-1 2 0,5 30 0,-3-48 0,0 0 0,1 0 0,0-1 0,0 1 0,1-1 0,7 12 0,-7-14 0,0 0 0,0-1 0,-1 2 0,5 15 0,-8-22 0,1-1 0,-1 1 0,0-1 0,1 1 0,-1-1 0,0 1 0,0-1 0,0 1 0,0-1 0,-1 1 0,1-1 0,0 1 0,-1-1 0,1 1 0,-1-1 0,1 0 0,-1 1 0,0-1 0,1 0 0,-1 1 0,0-1 0,0 0 0,0 0 0,0 0 0,0 0 0,0 0 0,0 0 0,-1 0 0,1 0 0,0 0 0,0 0 0,-1-1 0,1 1 0,-1 0 0,1-1 0,0 1 0,-3-1 0,-24 4-1365,15-4-5461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24575,'-1'45'0,"2"79"0,6-75 0,-6-45 0,0 1 0,0-1 0,1 0 0,-1 0 0,1 0 0,0-1 0,0 1 0,0 0 0,4 4 0,0-4-1365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24575,'-18'0'0,"-9"0"0,-2 0 0,2 0 0,2 0 0,3 0 0,2 0 0,3 3 0,1 0 0,1 0 0,0 0 0,3-1-8191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24575,'0'0'0,"0"0"0,0 0 0,-1 0 0,1 0 0,0-1 0,-1 1 0,1 0 0,0 0 0,-1 0 0,1 0 0,0 1 0,-1-1 0,1 0 0,0 0 0,-1 0 0,1 0 0,0 0 0,-1 0 0,1 0 0,0 1 0,0-1 0,-1 0 0,1 0 0,0 0 0,0 1 0,-1-1 0,1 0 0,0 0 0,0 1 0,0-1 0,-1 0 0,1 0 0,0 1 0,0-1 0,0 1 0,0 0 0,0 0 0,0-1 0,1 1 0,-1 0 0,0 0 0,1 0 0,-1 0 0,1-1 0,-1 1 0,1 0 0,-1-1 0,2 2 0,20 18 0,54 28 0,7 5 0,-68-43 0,141 99 0,-155-109-117,-1 1 60,1-1 1,-1 0-1,0 1 0,1-1 0,-1 0 1,1 1-1,-1-1 0,1 0 0,-1 0 1,0 0-1,1 1 0,-1-1 1,1 0-1,-1 0 0,1 0 0,-1 0 1,1 0-1,-1 0 0,1 0 0,-1 0 1,2 0-1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24575,'-7'2'0,"0"0"0,0 1 0,1 0 0,-1 0 0,1 0 0,-1 1 0,1 0 0,0 0 0,1 1 0,-1-1 0,1 1 0,0 1 0,0-1 0,0 1 0,1-1 0,0 1 0,0 1 0,-5 9 0,-5 21 0,1 1 0,-14 69 0,25-102-114,1 0 1,-1-1-1,1 1 0,-1-1 0,-1 1 1,1-1-1,0 0 0,-1 0 0,0 0 1,0 0-1,-6 5 0,-2 1-6712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24575,'2'-1'0,"0"-1"0,1 0 0,-1 1 0,0 0 0,1-1 0,-1 1 0,1 0 0,0 0 0,-1 1 0,1-1 0,0 1 0,-1-1 0,1 1 0,5 0 0,2 0 0,-1 0 0,0 1 0,10 2 0,-6 1 0,1-1 0,24 12 0,-31-12 0,-1 0 0,1 0 0,-1 1 0,0 0 0,0 0 0,-1 1 0,8 7 0,-12-11 0,1 1 0,-1-1 0,0 1 0,0 0 0,0-1 0,0 1 0,0 0 0,0 0 0,0-1 0,0 1 0,-1 0 0,1 0 0,-1 0 0,0 0 0,1 0 0,-1 0 0,0 0 0,0 0 0,0 0 0,0 0 0,-1 0 0,1 0 0,0 0 0,-1 0 0,0 2 0,-2 1 0,1-1 0,-1 1 0,0-1 0,0 0 0,-1 1 0,1-1 0,-1-1 0,-5 5 0,8-7 0,0 0 0,0-1 0,0 1 0,1 0 0,-1 0 0,0-1 0,1 1 0,-1 0 0,0 0 0,1 0 0,-1 0 0,1 0 0,0 0 0,-1 0 0,1 0 0,0 0 0,-1 0 0,1 1 0,0-1 0,0 0 0,0-1 0,1 1 0,-1 0 0,0 0 0,0-1 0,1 1 0,-1 0 0,0-1 0,1 1 0,-1-1 0,1 1 0,-1-1 0,1 1 0,-1-1 0,1 1 0,-1-1 0,1 1 0,1 0 0,1 1 0,1-1 0,-1 1 0,1-1 0,0 0 0,-1 0 0,1 0 0,0 0 0,5 0 0,65-2 0,-47 0 0,29 2 0,-44 1-1365,-2 2-5461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41 24575,'-5'-1'0,"1"0"0,-1 0 0,0 0 0,0-1 0,0 0 0,-6-3 0,-7-2 0,-5 0 0,1 2 0,-27-4 0,48 9 0,-1 0 0,1 0 0,0 0 0,0 0 0,0 0 0,-1 0 0,1 1 0,0-1 0,0 0 0,-1 1 0,1-1 0,0 1 0,0-1 0,0 1 0,0-1 0,0 1 0,0 0 0,0-1 0,0 1 0,0 0 0,0 0 0,0 0 0,0 0 0,1 0 0,-1 0 0,0 0 0,1 0 0,-1 0 0,1 0 0,-1 0 0,1 1 0,-1-1 0,1 0 0,0 0 0,0 0 0,0 1 0,-1 0 0,0 8 0,1 0 0,0-1 0,1 20 0,1-14 0,-1 15 0,8 112 0,8-33 0,33 113 0,-45-203 0,14 49 0,19 129 0,-24-73 0,13 57 0,-14-105 0,-4-19 0,3 110 0,-12 147 0,1-292 0,2 0 0,0 0 0,7 23 0,4 25 0,-8-32 0,-2-16 0,1 40 0,-4-49 0,0 0 0,1-1 0,1 1 0,5 16 0,-4-15 0,0 0 0,-1 0 0,1 16 0,-4-27 0,0-1 0,0 0 0,1 1 0,-1-1 0,1 0 0,-1 1 0,1-1 0,0 0 0,-1 0 0,1 1 0,1-1 0,-1 0 0,2 2 0,-2-2 0,1-1 0,-1 0 0,1 0 0,0 0 0,-1 0 0,1 0 0,0 0 0,0 0 0,0 0 0,0-1 0,-1 1 0,1-1 0,0 1 0,0-1 0,0 0 0,3 0 0,5 1-195,0-1 0,0 0 0,0 0 0,0-1 0,0-1 0,17-4 0,-17 3-6631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72 24575,'0'-6'0,"0"0"0,0-1 0,1 1 0,0 0 0,3-12 0,-4 17 0,0 0 0,1-1 0,0 1 0,-1 0 0,1 0 0,0 0 0,0-1 0,-1 1 0,1 0 0,0 0 0,0 0 0,0 0 0,0 0 0,0 1 0,1-1 0,-1 0 0,0 0 0,0 1 0,0-1 0,1 1 0,-1-1 0,0 1 0,1-1 0,-1 1 0,0 0 0,1 0 0,-1 0 0,1 0 0,-1 0 0,0 0 0,1 0 0,2 0 0,2 2 0,0 0 0,1 0 0,-1 0 0,0 1 0,0-1 0,0 1 0,5 4 0,2 2 0,22 19 0,-24-18 0,-1 0 0,0 0 0,-1 2 0,0-1 0,-1 1 0,0 0 0,-1 1 0,10 22 0,-15-29 0,0-1 0,0 0 0,-1 1 0,1-1 0,-1 1 0,-1 0 0,1-1 0,-1 1 0,0 0 0,0-1 0,-1 1 0,0 0 0,0-1 0,0 1 0,0-1 0,-1 1 0,0-1 0,0 0 0,0 0 0,-1 0 0,0 0 0,0 0 0,0 0 0,-8 8 0,8-11 0,0 0 0,0 0 0,0 0 0,0 0 0,-1 0 0,1-1 0,0 1 0,-1-1 0,1 0 0,-1 0 0,0 0 0,1-1 0,-1 1 0,-6-1 0,-5 1 0,0-2 0,-17-2 0,26 2 0,-1 0 0,1-1 0,0 0 0,0 0 0,0-1 0,0 0 0,0 0 0,0 0 0,1-1 0,-8-5 0,6 3 0,1 0 0,-1 0 0,1 0 0,0-1 0,1 0 0,-1-1 0,-3-7 0,6 10 0,1-1 0,0 1 0,1-1 0,-1 0 0,1 0 0,0 1 0,1-1 0,-1 0 0,1 0 0,0 0 0,1 0 0,-1 1 0,1-1 0,1 0 0,-1 0 0,1 1 0,4-11 0,-3 9 0,0-1 0,1 1 0,0 0 0,0 1 0,0-1 0,1 1 0,0 0 0,0 0 0,1 0 0,0 1 0,0 0 0,12-8 0,-16 12-114,-1 0 1,1 0-1,-1 1 0,1-1 0,-1 1 1,1-1-1,-1 1 0,1 0 0,0-1 1,-1 1-1,4 0 0,3 2-6712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42 24575,'-1'-2'0,"1"1"0,0-1 0,0 1 0,0-1 0,1 1 0,-1-1 0,0 0 0,0 1 0,1-1 0,-1 1 0,1-1 0,0 1 0,-1 0 0,1-1 0,0 1 0,0 0 0,0-1 0,0 1 0,0 0 0,0 0 0,0 0 0,0 0 0,0 0 0,0 0 0,1 0 0,-1 0 0,0 0 0,1 0 0,-1 1 0,1-1 0,-1 1 0,1-1 0,-1 1 0,1 0 0,-1-1 0,1 1 0,-1 0 0,1 0 0,0 0 0,1 0 0,4 1 0,0 0 0,0 0 0,-1 1 0,1-1 0,0 1 0,-1 1 0,1 0 0,5 3 0,11 7 0,-1 2 0,-1 1 0,0 1 0,28 28 0,-45-40 0,1 0 0,-1 0 0,0 0 0,0 1 0,-1-1 0,1 1 0,-1 0 0,-1 0 0,1 0 0,-1 0 0,0 1 0,0-1 0,1 11 0,-3-13 0,0 0 0,0 0 0,0-1 0,0 1 0,-1 0 0,1 0 0,-1 0 0,0-1 0,0 1 0,-1-1 0,1 1 0,-1-1 0,0 1 0,1-1 0,-2 0 0,1 0 0,0 0 0,0 0 0,-1 0 0,0 0 0,0-1 0,1 1 0,-1-1 0,-7 4 0,5-3 0,-1-1 0,1 0 0,-1 0 0,0 0 0,1-1 0,-1 0 0,0 0 0,0 0 0,0-1 0,0 0 0,0 0 0,0 0 0,0-1 0,1 0 0,-11-3 0,5 1 0,0 0 0,0-1 0,0-1 0,1 0 0,-1 0 0,1-1 0,-10-8 0,13 8 0,0 0 0,1 0 0,-1 0 0,1-1 0,1 0 0,-1-1 0,1 1 0,1-1 0,-1 0 0,-5-16 0,8 21 0,1-1 0,0 0 0,0 1 0,0-1 0,1 0 0,-1 1 0,1-1 0,0 0 0,0 0 0,0 0 0,1 1 0,-1-1 0,1 0 0,0 0 0,0 1 0,0-1 0,0 1 0,1-1 0,0 1 0,-1-1 0,1 1 0,1 0 0,-1 0 0,0 0 0,1 0 0,-1 0 0,1 1 0,4-4 0,4-2-1365,0 3-5461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 24575,'-6'-8'0,"6"8"0,0 0 0,-1 0 0,1 0 0,0 0 0,0 0 0,0 0 0,0 0 0,0 0 0,-1 0 0,1 0 0,0 0 0,0 0 0,0 1 0,0-1 0,0 0 0,-1 0 0,1 0 0,0 0 0,0 0 0,0 0 0,0 0 0,0 0 0,0 1 0,-1-1 0,1 0 0,0 0 0,0 0 0,0 0 0,0 0 0,0 0 0,0 1 0,0-1 0,0 0 0,-1 2 0,1 0 0,-1-1 0,1 1 0,0 0 0,0-1 0,0 1 0,0 0 0,0-1 0,0 3 0,5 16 0,1-1 0,1 0 0,1 0 0,0 0 0,21 31 0,-16-26 0,0-1-682,21 27-1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1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24575,'0'0'0,"0"-1"0,-1 1 0,1-1 0,0 0 0,-1 1 0,1-1 0,0 0 0,0 1 0,-1-1 0,1 0 0,0 1 0,0-1 0,0 0 0,0 1 0,0-1 0,0 0 0,0 1 0,0-1 0,0 0 0,0 1 0,1-1 0,-1 0 0,0 0 0,1 0 0,-1 1 0,1 0 0,0-1 0,-1 1 0,1 0 0,-1-1 0,1 1 0,0 0 0,-1 0 0,1-1 0,-1 1 0,1 0 0,0 0 0,-1 0 0,1 0 0,0 0 0,-1 0 0,1 0 0,0 0 0,4 1 0,0 0 0,0 0 0,0 0 0,9 4 0,94 43 0,-105-47 0,0 0 0,-1 1 0,1-1 0,0 1 0,-1-1 0,1 1 0,-1 0 0,0 0 0,0 0 0,1 0 0,-1 0 0,-1 1 0,1-1 0,0 1 0,-1-1 0,1 1 0,1 4 0,-1 0 0,0 0 0,-1-1 0,0 1 0,0 0 0,-1 0 0,0 12 0,-1 3 0,1-1 0,1 0 0,1 1 0,5 20 0,53 230 0,-18-31 0,-14-62 0,33 155 0,-23-77 0,-33-210 0,8 122 0,-13-144 0,-1 8 0,2 1 0,8 58 0,7 14 0,-5-49 0,12 84 0,-22-139 0,-1 1 0,0-1 0,1 0 0,-1 0 0,0 0 0,0 0 0,-1 1 0,1-1 0,0 0 0,-1 0 0,1 0 0,-1 0 0,0 0 0,0 0 0,0 0 0,0 0 0,0 0 0,0 0 0,0 0 0,-1 0 0,1-1 0,0 1 0,-1-1 0,0 1 0,1-1 0,-1 1 0,0-1 0,0 0 0,0 0 0,0 0 0,0 0 0,0 0 0,0 0 0,0-1 0,0 1 0,-3 0 0,-25 6-1365,16-4-5461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4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22 24575,'16'-21'0,"-15"33"0,-1 9 0,-1 32 0,0 20 0,-6-32 0,4-30 0,1 0 0,-1 17 0,4 86 0,-2 46 0,-6-109 0,3-33 0,-1 35 0,6 159 0,0-200 0,0-1 0,5 21 0,-4-20 0,1 1 0,0 14 0,-4 49 0,2 30 0,6-59 0,-4-30 0,2 26 0,-4-21 0,5 21 0,-2-23 0,0 32 0,-4 588 0,-2-615 0,-4 32 0,-2 18 0,9 19 0,-2 37 0,-6-70 0,-1 17 0,7 227 0,2-144 0,-2-144 0,-5 32 0,-2 10 0,7-21 0,0-1 0,3 1 0,7 44 0,7 15 0,-11-64 0,-6-57 0,1-33 0,1 13 0,16-332 0,13 59 0,-25 238 0,5-131 0,-11-473 0,-8 559 0,2 52 0,-6-58 0,-4-81 0,18-177 0,-11 278 0,4 61 0,-1 1 0,4 28 0,-2-31 0,4 38 0,-1 0 0,-3-14 0,3 18 0,0 1 0,1-1 0,0 0 0,0 0 0,1 1 0,0-1 0,2-12 0,4-23 0,-1 0 0,-3-77 0,-2 86 0,0 24 17,-2 0 1,-3-19-1,0 7-1434,3 10-5409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7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33 24575,'23'2'0,"-23"-3"0,0 1 0,0 0 0,0 0 0,1 0 0,-1 0 0,0 0 0,0 0 0,0 0 0,0 0 0,0 0 0,0 0 0,1 0 0,-1 1 0,0-1 0,0 0 0,0 0 0,0 0 0,0 0 0,0 0 0,1 0 0,-1 0 0,0 0 0,0 0 0,0 0 0,0 0 0,0 0 0,0 1 0,0-1 0,0 0 0,0 0 0,1 0 0,-1 0 0,0 0 0,0 0 0,0 1 0,0-1 0,0 0 0,0 0 0,0 0 0,0 0 0,-12 5 0,-6-1 0,-1-2 0,-1 0 0,1-1 0,-33-3 0,13 1 0,33 1 17,0 0 0,1 0 1,-1-1-1,1 0 0,-1 0 0,-8-4 0,11 4-123,0 0 0,0-1 0,1 1 0,-1-1 0,0 0 0,1 0-1,-1 0 1,1 0 0,0 0 0,0-1 0,0 1 0,0-1 0,-2-3 0,-1-2-6720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7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16 24575,'-28'-3'0,"-15"0"0,-3-1 0,4 2 0,7 0 0,6 1 0,6 3 0,5 1 0,1 0 0,3 0 0,2 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9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 24575,'-5'-8'0,"1"8"0,3 1 0,1 0 0,-1 0 0,1 0 0,-1 0 0,1 0 0,-1 0 0,1 0 0,0 0 0,0 0 0,-1 0 0,1 2 0,-2 33 0,2-36 0,1 29 0,2 0 0,1 0 0,1-1 0,1 0 0,11 31 0,-14-48-273,0 1 0,-1 0 0,-1-1 0,1 19 0,-2-17-6553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 24575,'38'0'0,"45"1"0,-78 0 0,0 0 0,0 0 0,0 1 0,0-1 0,0 1 0,-1 1 0,1-1 0,-1 1 0,1 0 0,-1 0 0,0 0 0,5 4 0,-3 0 0,1-1 0,-1 1 0,0 0 0,0 1 0,8 15 0,-12-20 0,0 1 0,-1 0 0,1 0 0,-1 0 0,0 0 0,0 0 0,0 0 0,-1 0 0,1 1 0,-1-1 0,0 0 0,0 0 0,0 0 0,-1 1 0,0-1 0,1 0 0,-2 0 0,1 0 0,0 0 0,-1 0 0,0-1 0,1 1 0,-1 0 0,-1-1 0,1 1 0,-1-1 0,-3 4 0,2-3 0,0 0 0,0 0 0,0-1 0,-1 0 0,0 0 0,1 0 0,-1 0 0,0-1 0,0 0 0,-1 0 0,1 0 0,0-1 0,-1 1 0,1-1 0,-1-1 0,1 1 0,-1-1 0,1 0 0,-1 0 0,-7-1 0,2-2 0,1 1 0,-1-1 0,1-1 0,-1 0 0,1 0 0,0-1 0,1-1 0,-1 1 0,-16-14 0,21 14 0,0 1 0,0-1 0,0 0 0,1 0 0,0 0 0,-1-1 0,2 0 0,-1 0 0,1 0 0,0 0 0,0 0 0,1-1 0,0 1 0,0-1 0,0 1 0,1-1 0,-1-7 0,2 12-124,0-1 0,0 1 0,0 0 0,1 0 0,-1-1 0,1 1-1,-1 0 1,1 0 0,0-1 0,1-2 0,5-4-6702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53 24575,'1'-3'0,"0"0"0,0 0 0,0 0 0,0 0 0,0 1 0,1-1 0,-1 0 0,1 1 0,0-1 0,-1 1 0,1-1 0,0 1 0,1 0 0,-1 0 0,0 0 0,1 0 0,3-2 0,-4 3 0,1 0 0,-1 0 0,0 0 0,1 1 0,-1-1 0,1 1 0,-1 0 0,0-1 0,1 1 0,-1 0 0,1 1 0,-1-1 0,1 0 0,-1 1 0,1-1 0,-1 1 0,0 0 0,1 0 0,-1 0 0,0 0 0,5 3 0,4 3 0,0 1 0,0 1 0,-1 0 0,0 0 0,0 1 0,-1 0 0,-1 1 0,0 0 0,0 0 0,-1 1 0,0 0 0,-1 0 0,0 1 0,-1-1 0,4 17 0,-8-25 0,0 1 0,-1 0 0,1-1 0,-1 1 0,0 0 0,0 0 0,-1-1 0,1 1 0,-1 0 0,0 0 0,0-1 0,-4 8 0,4-9 0,-1 0 0,0 0 0,0 0 0,0 0 0,0-1 0,0 1 0,-1 0 0,0-1 0,1 0 0,-1 0 0,0 0 0,0 0 0,0 0 0,0 0 0,0-1 0,0 1 0,-7 1 0,3-2 0,0 0 0,0 0 0,0 0 0,0-1 0,0 0 0,0-1 0,0 1 0,0-1 0,0-1 0,0 1 0,0-1 0,0-1 0,1 1 0,-1-1 0,1 0 0,-1 0 0,1-1 0,-8-6 0,10 7 0,-1-1 0,1 0 0,0 0 0,0 0 0,1 0 0,-1 0 0,1-1 0,0 0 0,0 1 0,-4-10 0,6 10 0,0 0 0,0 0 0,0 0 0,0 0 0,1 0 0,-1 0 0,1 0 0,0 0 0,0 0 0,1-1 0,-1 1 0,1 0 0,0 0 0,0 0 0,3-6 0,-2 6-97,0 0 0,1 0 0,-1 0-1,1 1 1,6-7 0,-6 7-685,4-6-6044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1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67 24575,'-56'-23'0,"-46"-17"0,100 39 0,0 1 0,1-1 0,-1 0 0,0 1 0,0 0 0,0-1 0,0 1 0,0 0 0,1 0 0,-1 0 0,0 0 0,0 1 0,0-1 0,0 0 0,0 1 0,1-1 0,-1 1 0,-3 1 0,4-1 0,-1 1 0,1-1 0,0 1 0,-1-1 0,1 1 0,0-1 0,0 1 0,0 0 0,0 0 0,0-1 0,0 1 0,0 0 0,1 0 0,-1 0 0,1 0 0,0 0 0,-1 3 0,0 9 0,1 0 0,0 0 0,1 0 0,1 0 0,0 0 0,7 22 0,2 21 0,0 23 0,0 106 0,-1 2 0,-5-109 0,13 65 0,-7-59 0,-6-47 0,7 98 0,-13-86 0,-8 52 0,5-66 0,1 0 0,2 0 0,3 36 0,2-42 0,9 33 0,0-5 0,-9-34 0,1-1 0,-2-1 0,1 31 0,-4-18 0,-6 51 0,6-85 0,-1 1 0,1-1 0,0 1 0,0-1 0,0 1 0,0 0 0,0-1 0,1 1 0,-1-1 0,0 1 0,1-1 0,-1 0 0,1 1 0,-1-1 0,1 1 0,0-1 0,0 0 0,-1 1 0,1-1 0,2 2 0,-1-2 0,0 1 0,0-1 0,0 1 0,0-1 0,1 0 0,-1 1 0,0-1 0,1-1 0,-1 1 0,1 0 0,2 0 0,6 0 0,-1 0 0,1 0 0,-1-1 0,20-3 0,-17 0-1365,-3 0-5461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2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24575,'1'-6'0,"0"0"0,0 0 0,1 0 0,0 0 0,0 1 0,1-1 0,-1 0 0,7-9 0,-7 13 0,0 0 0,0 0 0,0 0 0,0 0 0,0 0 0,0 0 0,1 1 0,-1-1 0,0 1 0,1 0 0,0-1 0,-1 1 0,1 0 0,-1 1 0,1-1 0,0 0 0,0 1 0,0 0 0,-1-1 0,1 1 0,3 0 0,8 2 0,-1 0 0,0 1 0,0 0 0,0 1 0,0 1 0,0 0 0,-1 0 0,0 2 0,0-1 0,-1 1 0,1 1 0,11 11 0,-20-17 0,-1 1 0,1 1 0,-1-1 0,0 0 0,0 1 0,0-1 0,0 1 0,-1-1 0,1 1 0,-1 0 0,0 0 0,0-1 0,-1 1 0,1 0 0,-1 0 0,1 0 0,-1 0 0,-1 0 0,1 0 0,-1 5 0,-1 6 0,-1-1 0,-1 1 0,-10 27 0,2-10 0,1 0 0,2 0 0,1 1 0,1 1 0,2-1 0,2 1 0,0-1 0,5 67 0,14 39 0,13 206 0,4 119 0,-21-352 0,-5-56 0,-3-24 0,1 38 0,-5-61 0,1 0 0,1 0 0,-1 0 0,1 0 0,1 0 0,0-1 0,0 1 0,0-1 0,1 0 0,1 0 0,-1 0 0,9 10 0,-11-16 0,-1 0 0,1 1 0,-1-1 0,0 0 0,0 1 0,0-1 0,0 1 0,0-1 0,-1 1 0,1-1 0,-1 1 0,1 4 0,-2-6 0,1 0 0,0 0 0,0 1 0,-1-1 0,1 0 0,-1 0 0,1 0 0,-1 0 0,1 0 0,-1 0 0,0 0 0,1 0 0,-1-1 0,0 1 0,0 0 0,0 0 0,1 0 0,-1-1 0,0 1 0,0 0 0,0-1 0,0 1 0,0-1 0,0 1 0,-1-1 0,1 0 0,0 1 0,0-1 0,0 0 0,0 0 0,-1 0 0,-18 2 0,0 0 0,-34-3 0,-20 1 0,16 6-1365,35-3-5461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4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111 262 24575,'-6'-6'0,"1"0"0,-1 0 0,1 0 0,0-1 0,1 0 0,-7-12 0,10 17 0,0 0 0,0 0 0,1-1 0,-1 1 0,1 0 0,-1 0 0,1-1 0,0 1 0,0 0 0,0-1 0,0 1 0,0 0 0,0-1 0,1 1 0,-1 0 0,1-1 0,-1 1 0,1 0 0,0 0 0,0 0 0,0 0 0,0 0 0,1 0 0,-1 0 0,0 0 0,1 0 0,2-2 0,13-11 0,1 0 0,32-18 0,-27 18 0,-9 6 0,1 0 0,0 1 0,1 1 0,0 0 0,30-8 0,-35 12 0,0 1 0,0 0 0,0 1 0,0 1 0,0-1 0,1 2 0,-1 0 0,0 0 0,22 6 0,-21-3 0,0 2 0,-1-1 0,0 2 0,0 0 0,0 0 0,16 14 0,3 2 0,-12-8 0,-1 1 0,0 0 0,24 32 0,-14-16 0,-15-19 0,-2 0 0,1 1 0,-2 0 0,14 28 0,-20-37 0,-1 0 0,0 1 0,0 0 0,0-1 0,-1 1 0,0 0 0,0 0 0,0 0 0,-1 0 0,0 0 0,0 0 0,0 0 0,-1 0 0,0 0 0,0-1 0,-1 1 0,-2 7 0,2-9 0,-1 0 0,1 0 0,-1 0 0,0-1 0,0 1 0,0-1 0,0 0 0,0 0 0,-1 0 0,-6 4 0,-6 3 0,-20 10 0,26-15 0,-11 4 0,1-1 0,-32 8 0,4-2 0,12-1 0,0-3 0,0 0 0,-51 5 0,51-12 0,-65-6 0,92 2 0,-1 0 0,1-1 0,-1-1 0,1 0 0,0 0 0,0-1 0,0 0 0,1 0 0,-1-1 0,-9-7 0,12 7 0,0 1 0,0-1 0,1-1 0,-1 1 0,1-1 0,1 0 0,-1 0 0,1 0 0,0-1 0,0 0 0,1 1 0,0-1 0,-4-11 0,5 5 0,-1 0 0,1 0 0,1 0 0,1 0 0,0-14 0,1 18 0,0 0 0,0 1 0,1-1 0,0 1 0,0 0 0,1-1 0,0 1 0,7-13 0,-8 17-151,1 0-1,0 0 0,0 1 0,1-1 1,-1 1-1,1-1 0,0 1 1,8-5-1,1 1-6674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5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60 154 24575,'-4'-2'0,"0"0"0,0 0 0,0-1 0,1 1 0,-1-1 0,1 0 0,0 0 0,0 0 0,0 0 0,0 0 0,0-1 0,1 1 0,-1-1 0,1 1 0,0-1 0,0 0 0,1 0 0,-3-7 0,4 9 0,-1 0 0,0 0 0,1 0 0,0 0 0,-1-1 0,1 1 0,0 0 0,0 0 0,1 0 0,-1 0 0,0-1 0,1 1 0,-1 0 0,1 0 0,-1 0 0,1 0 0,0 0 0,0 0 0,2-3 0,-1 3 0,1-1 0,-1 0 0,1 1 0,0 0 0,-1-1 0,1 1 0,0 0 0,0 1 0,1-1 0,5-2 0,3 0 0,1 0 0,-1 1 0,1 1 0,-1 0 0,21 0 0,0 3 0,-1 2 0,1 1 0,-1 2 0,0 0 0,0 3 0,33 13 0,-53-18 0,0 1 0,0 0 0,0 1 0,-1 1 0,0 0 0,0 0 0,-1 1 0,13 12 0,-16-13 0,-1 0 0,0 1 0,0 0 0,0 1 0,-1-1 0,0 1 0,-1 0 0,0 0 0,0 1 0,-1-1 0,3 14 0,-5-16 0,28 164 0,-27-160 0,-2 1 0,1 0 0,-1-1 0,-1 1 0,-2 12 0,2-21 0,0 0 0,0 1 0,0-1 0,0 0 0,-1 0 0,1 0 0,-1 0 0,0 0 0,0 0 0,0-1 0,0 1 0,0 0 0,-1-1 0,1 0 0,-1 0 0,0 0 0,1 0 0,-1 0 0,0 0 0,0 0 0,-6 1 0,0 0 0,0 0 0,0-1 0,0 0 0,0-1 0,-12 1 0,-48-3 0,36 0 0,9 0 0,1-2 0,0 0 0,0-2 0,0-1 0,1 0 0,-1-2 0,1-1 0,-29-15 0,44 20 10,0 0 0,0 0 0,0-1 0,1 0 0,0 0 0,0 0 0,1-1 0,-1 1 0,1-2 0,0 1 0,-5-10 0,7 11-93,1 1 1,-1-1-1,1 0 1,1 0-1,-1 0 1,1 0-1,0-1 1,0 1-1,0 0 1,1-1-1,0 1 1,0 0-1,0 0 1,1-1-1,0 1 1,0 0-1,3-9 1,-1 4-6744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6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18 141 24575,'-1'-3'0,"0"1"0,0 0 0,0 0 0,0 0 0,1-1 0,-1 1 0,1 0 0,-1-1 0,1 1 0,0 0 0,0-1 0,0 1 0,0-1 0,0 1 0,0 0 0,1-1 0,-1 1 0,1 0 0,0-1 0,0 1 0,0 0 0,1-4 0,1 3 0,0-1 0,0 1 0,0 0 0,0 0 0,0 0 0,1 0 0,-1 0 0,1 1 0,0 0 0,0 0 0,6-3 0,14-5 0,1 2 0,0 0 0,0 2 0,0 1 0,1 1 0,0 1 0,-1 1 0,1 1 0,34 3 0,-56-1 0,1-1 0,-1 1 0,0 0 0,1 0 0,-1 1 0,0-1 0,1 1 0,-1 0 0,0 0 0,0 1 0,0-1 0,-1 1 0,1-1 0,-1 1 0,1 0 0,3 5 0,-1 0 0,0 1 0,0 0 0,0 0 0,-1 1 0,7 17 0,46 143 0,-30-84 0,-24-75 0,-1 0 0,0 1 0,0-1 0,-2 1 0,1 0 0,-1 0 0,-2 20 0,1-28 0,0 0 0,-1-1 0,0 1 0,0 0 0,0-1 0,0 1 0,0-1 0,-1 1 0,0-1 0,1 0 0,-1 1 0,0-1 0,-1 0 0,1 0 0,0-1 0,-1 1 0,0 0 0,0-1 0,1 1 0,-1-1 0,-1 0 0,1 0 0,0 0 0,0-1 0,-1 1 0,1-1 0,-8 2 0,-27 5 0,0-3 0,-1-1 0,1-1 0,-1-3 0,1-1 0,-1-1 0,-47-10 0,75 10 0,-1-1 0,1 0 0,-1 0 0,1-1 0,0 0 0,-12-7 0,19 9 0,0-1 0,1 1 0,-1-1 0,1 0 0,0 1 0,-1-1 0,1-1 0,1 1 0,-1 0 0,0-1 0,1 1 0,0-1 0,0 0 0,0 0 0,0 0 0,0 0 0,1 0 0,0 0 0,-1-8 0,0-19-1365,3 17-5461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9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0 24575,'22'0'0,"-17"0"0,-16 0 0,-19 1 0,-50 7 0,57-4 0,-1-2 0,0 0 0,-40-4 0,62 2-105,1 0 0,-1 0 0,1-1 0,-1 1 0,0-1 0,1 1 0,-1-1 0,1 0 0,0 1 0,-1-1 0,1 0 0,-2-1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63 24575,'-28'-10'0,"-13"-4"0,-1 1 0,4 2 0,3 4 0,4 2 0,6 2 0,2 5 0,2 1 0,1 1 0,3 2 0,3 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0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23 24575,'7'-4'0,"0"1"0,0 0 0,1 0 0,0 1 0,-1 0 0,1 0 0,0 0 0,0 1 0,15 1 0,-16 0 0,-1 1 0,0 0 0,0 0 0,0 1 0,0 0 0,0 0 0,0 0 0,0 1 0,-1 0 0,1 0 0,-1 1 0,0-1 0,6 6 0,1 2 0,0 0 0,0 1 0,-1 1 0,10 14 0,-16-19 0,1 1 0,-2-1 0,1 1 0,-1-1 0,0 1 0,-1 1 0,0-1 0,2 13 0,-5-19 0,1 0 0,-1 0 0,0 0 0,0 0 0,-1 0 0,1 0 0,-1 0 0,1 0 0,-1 0 0,0 0 0,0 0 0,0 0 0,0-1 0,-1 1 0,1 0 0,-1-1 0,0 1 0,1-1 0,-1 0 0,0 1 0,-1-1 0,1 0 0,0 0 0,-1 0 0,1-1 0,-1 1 0,1 0 0,-1-1 0,0 0 0,-3 2 0,-5 1 0,0-1 0,0 0 0,0 0 0,0-1 0,0 0 0,-20-1 0,11 0 0,0-2 0,0 0 0,1-2 0,-31-6 0,39 6 0,1-1 0,0 0 0,-1 0 0,1-1 0,1 0 0,-1-1 0,1 0 0,0 0 0,-14-13 0,20 15 0,0 0 0,0 0 0,1 0 0,-1 0 0,1-1 0,0 1 0,0-1 0,0 1 0,1-1 0,0 0 0,-1 0 0,2 0 0,-1 1 0,1-1 0,-1 0 0,1 0 0,1-9 0,0 8 0,0-1 0,0 0 0,0 0 0,1 0 0,0 1 0,1-1 0,-1 1 0,1-1 0,0 1 0,1 0 0,7-11 0,-8 14-76,-1 1 1,1-1-1,-1 1 0,1-1 0,0 1 0,0 0 0,0 0 0,0 0 1,0 0-1,0 1 0,1-1 0,-1 1 0,1 0 0,-1 0 1,1 0-1,-1 0 0,7 0 0,2 3-6750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17 24575,'-2'-2'0,"1"0"0,-1 1 0,1-1 0,-1 0 0,0 0 0,-3-2 0,4 4 0,1-1 0,0 1 0,0 0 0,0 0 0,-1 0 0,1 0 0,0 0 0,0 0 0,-1 0 0,1 0 0,0-1 0,0 1 0,-1 0 0,1 0 0,0 0 0,0 0 0,-1 0 0,1 0 0,0 0 0,0 1 0,-1-1 0,1 0 0,0 0 0,0 0 0,-1 0 0,1 0 0,0 0 0,-1 1 0,1-1 0,0 1 0,-1-1 0,1 1 0,0 0 0,0-1 0,-1 1 0,1 0 0,0-1 0,0 1 0,0-1 0,0 1 0,0 0 0,0-1 0,0 1 0,0 0 0,0 8 0,1-1 0,0 0 0,1 0 0,0-1 0,0 1 0,5 11 0,23 46 0,-18-42 0,-5-9 30,-1-1 0,-1 1 0,6 24 0,-9-34-108,-2 0 0,1 0 0,0 0-1,-1 0 1,0 0 0,0 0 0,0 0 0,0 1 0,-1-1-1,0 0 1,1 0 0,-1 0 0,-1 0 0,1-1 0,-1 1-1,1 0 1,-1 0 0,-3 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24575,'63'-1'0,"63"2"0,-109 0 0,0 1 0,-1 1 0,0 0 0,1 2 0,21 7 0,-31-8 0,-1-1 0,1 0 0,-1 1 0,0 0 0,0 1 0,0-1 0,-1 1 0,0 1 0,0-1 0,0 0 0,0 1 0,-1 0 0,6 11 0,-7-11 0,-1-1 0,0 0 0,0 0 0,0 1 0,-1-1 0,1 1 0,-1-1 0,-1 1 0,1 0 0,-1-1 0,0 1 0,0 0 0,-1-1 0,1 1 0,-1-1 0,-1 1 0,1-1 0,-3 7 0,1-6 0,0 0 0,0 0 0,0 0 0,-1-1 0,1 1 0,-1-1 0,-1 0 0,1 0 0,-1-1 0,0 1 0,0-1 0,-8 6 0,9-8 0,0 0 0,0 0 0,0-1 0,0 1 0,-1-1 0,1 0 0,0 0 0,-1 0 0,1 0 0,0-1 0,-1 0 0,1 0 0,-1 0 0,1 0 0,-1-1 0,1 0 0,-1 0 0,1 0 0,-6-2 0,-6-4 0,0 0 0,0-1 0,-20-15 0,27 17 0,0 0 0,1-1 0,0 0 0,0-1 0,1 0 0,-12-16 0,16 18 14,0 0-1,0 0 0,0-1 0,1 1 1,0-1-1,0 1 0,0-1 1,0-9-1,1 11-127,1 0 0,0 0-1,0 0 1,0 0 0,1 0 0,0 0-1,0 0 1,0 1 0,0-1 0,1 0-1,0 0 1,2-4 0,3-1-6712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66 24575,'-3'-2'0,"-18"-13"0,-29-15 0,45 27 0,-1 0 0,0 1 0,0 0 0,0 0 0,0 0 0,0 0 0,0 1 0,0 0 0,0 1 0,-12-1 0,16 1 0,0 1 0,1-1 0,-1 0 0,1 1 0,-1-1 0,1 1 0,-1-1 0,1 1 0,-1 0 0,1 0 0,0-1 0,-1 1 0,1 0 0,0 0 0,0 0 0,0 1 0,-1-1 0,0 1 0,1 1 0,-1-1 0,1 1 0,0-1 0,0 1 0,0-1 0,0 1 0,1 0 0,-1-1 0,0 6 0,1 4 0,0 0 0,1 0 0,4 22 0,-4-29 0,58 246 0,-17-81 0,-4-7 0,40 204 0,-15 3 0,-47-281 0,28 91 0,-37-156 0,-1 0 0,-2 1 0,0-1 0,-1 1 0,-2 34 0,-1-57 0,0 0 0,0 1 0,0-1 0,0 0 0,1 0 0,-1 0 0,1 0 0,-1 0 0,1 1 0,0-1 0,-1 0 0,1 0 0,0-1 0,3 5 0,-3-5 0,1 0 0,-1 1 0,1-1 0,0 0 0,0 0 0,-1 0 0,1 0 0,0-1 0,0 1 0,0 0 0,0-1 0,0 1 0,0-1 0,0 0 0,0 0 0,3 1 0,28-2 0,0-1 0,0-1 0,0-2 0,32-9 0,-32 5-1365,-19 4-5461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3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24575,'6'-12'0,"0"0"0,1 0 0,1 0 0,0 1 0,15-16 0,-19 23 0,-1 1 0,1 0 0,0 0 0,0 0 0,0 0 0,0 1 0,1 0 0,-1 0 0,1 0 0,-1 0 0,1 0 0,0 1 0,0 0 0,-1 0 0,1 1 0,0-1 0,0 1 0,0 0 0,5 1 0,4 1 0,-1 2 0,1-1 0,-1 2 0,0 0 0,0 0 0,0 1 0,17 12 0,-26-16 0,-1 0 0,0 1 0,1-1 0,-1 1 0,-1 0 0,1 0 0,0 1 0,-1-1 0,1 0 0,-1 1 0,0-1 0,0 1 0,0 0 0,-1 0 0,1 0 0,-1 0 0,0 0 0,1 7 0,0 5 0,-1 1 0,-1 0 0,-2 24 0,0-2 0,2 59 0,5-1 0,3 0 0,30 130 0,46 157 0,-65-286 0,10 155 0,-23-181 0,3 105 0,-9-162 0,1-8 0,-1 0 0,-1 0 0,1 0 0,-1 0 0,-3 13 0,3-18 0,0 0 0,0 0 0,0 0 0,0 0 0,0 0 0,0-1 0,0 1 0,-1 0 0,1-1 0,-1 1 0,1-1 0,-1 0 0,0 1 0,1-1 0,-1 0 0,0 0 0,0 0 0,0 0 0,0 0 0,0-1 0,0 1 0,0 0 0,0-1 0,-3 1 0,-23 1-1365,15-2-5461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5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24575,'3'0'0,"-1"-1"0,1 0 0,-1 0 0,1-1 0,-1 1 0,0 0 0,1-1 0,2-2 0,2-1 0,10-7 0,0-1 0,16-17 0,21-16 0,-47 41 0,0 0 0,1 1 0,0 0 0,0 0 0,0 1 0,9-3 0,2 1 0,-1 0 0,1 2 0,0 0 0,0 2 0,0 0 0,0 1 0,0 1 0,0 0 0,0 2 0,0 0 0,0 1 0,-1 1 0,0 1 0,0 0 0,0 1 0,-1 1 0,31 20 0,-33-17 0,1 1 0,-2 1 0,0 0 0,-1 1 0,0 1 0,-1 0 0,0 0 0,18 35 0,-14-22 0,2 0 0,1-1 0,42 46 0,-59-71 0,0 0 0,0 0 0,0 1 0,-1-1 0,1 1 0,-1-1 0,0 1 0,0-1 0,0 1 0,0 0 0,0 0 0,0-1 0,-1 1 0,1 0 0,-1 0 0,0 0 0,0 0 0,0 0 0,0 0 0,0 0 0,-1-1 0,1 1 0,-1 0 0,0 0 0,0 0 0,0-1 0,-2 4 0,-4 7 0,0-1 0,-1 0 0,0-1 0,-13 15 0,9-12 0,-8 11 0,1-1 0,-1 0 0,-1-1 0,-26 21 0,34-33 0,0 0 0,0-2 0,-1 1 0,0-2 0,-1 0 0,0-1 0,0 0 0,-20 5 0,32-11 0,-14 3 0,-27 4 0,38-8 0,-1 0 0,1 0 0,-1 0 0,1-1 0,0 0 0,-1 0 0,-9-4 0,-7-4 0,0-2 0,1-1 0,0-1 0,1 0 0,-26-23 0,30 21 0,0 0 0,1 0 0,1-2 0,-18-23 0,23 26 0,1 0 0,1 0 0,1 0 0,0-1 0,0 0 0,-6-27 0,11 36-114,1 0 1,-1 0-1,2-1 0,-1 1 0,1 0 1,0-1-1,0 1 0,1-1 0,-1 1 1,2 0-1,2-10 0,-1 7-6712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24575,'0'320'0,"1"-305"0,1 0 0,3 18 0,-2-16 0,2 25 0,-4-20 0,6 21 0,-4-22 0,1 30 0,-2-24 0,4 26 0,-2-26 0,0 27 0,-5 302 0,2-341 0,0 0 0,5 18 0,-3-17 0,2 27 0,-5-25 0,0 8 0,8 51 0,-3-41 0,-2-1 0,-3 70 0,-2-41 0,2-33 0,0 3 0,0 0 0,10 54 0,-6-53 0,-1 0 0,-1 0 0,-4 37 0,1-6 0,1-24 0,9 63 0,-6-70 0,-1 57 0,-1-8 0,7-26 0,-5-38 0,2 31 0,-6 146 0,0-178 0,-6 33 0,4-31 0,-2 24 0,5 174 0,1-103 0,0-104 0,0 1 0,6 23 0,-1-6 0,1 1 0,-4-24 0,-2 0 0,1-1 0,-1 1 0,0 0 0,0 0 0,-1 0 0,0 0 0,-1 6 0,-1-9-1365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8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110 339 24575,'-3'-10'0,"-18"-61"0,19 63 0,1 1 0,0-1 0,0 0 0,0 0 0,1 0 0,1 1 0,0-10 0,1 11 0,0-1 0,1 1 0,-1 0 0,1 0 0,0 0 0,1 0 0,-1 1 0,1-1 0,0 1 0,1 0 0,-1 0 0,1 0 0,0 1 0,9-7 0,8-4 0,1 1 0,30-14 0,-49 26 0,12-6 0,1 2 0,-1 0 0,1 1 0,0 1 0,0 1 0,0 0 0,1 1 0,-1 1 0,1 1 0,29 2 0,-17 2 0,0 1 0,0 1 0,-1 2 0,1 1 0,35 16 0,-25-7 0,-1 2 0,-1 2 0,-1 2 0,62 51 0,-92-69 0,0 1 0,0 0 0,-1 0 0,0 1 0,0 0 0,-1 0 0,0 1 0,-1-1 0,1 1 0,-2 0 0,1 0 0,-1 0 0,2 14 0,-3-9 0,0 1 0,-1-1 0,-1 0 0,0 1 0,-1-1 0,-1 0 0,0 1 0,-6 20 0,-7 22 0,-17 60 0,25-99 0,0 1 0,-1-2 0,-1 1 0,-11 17 0,15-28 0,-1 0 0,0 0 0,0 0 0,0-1 0,-1 0 0,0 0 0,0-1 0,0 1 0,-1-2 0,0 1 0,0-1 0,0 0 0,0-1 0,-13 4 0,8-4 0,-1 0 0,0-1 0,0-1 0,0 0 0,0-1 0,-1 0 0,1-1 0,-21-4 0,-10-5 0,2-1 0,-1-2 0,2-2 0,0-2 0,-42-24 0,52 23 0,1-1 0,1-1 0,1-2 0,1-1 0,1-1 0,-44-50 0,58 57 0,0-1 0,-20-35 0,29 45 0,0 0 0,1-1 0,0 1 0,0 0 0,1-1 0,0 0 0,0 1 0,1-1 0,0-17 0,1 23-62,1 0 0,-1 0 0,1 1 0,-1-1 0,1 0 0,0 0 0,0 1 0,1-1 0,-1 0 0,0 1 0,1-1 0,0 1-1,-1 0 1,1 0 0,0-1 0,0 1 0,0 0 0,1 1 0,-1-1 0,0 0 0,5-2 0,4 0-6764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0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16 258 24575,'1'-12'0,"0"1"0,0-1 0,1 0 0,1 1 0,0 0 0,6-13 0,31-65 0,-29 66 0,-9 20 0,0-1 0,0 1 0,0-1 0,0 1 0,0 0 0,1-1 0,0 1 0,-1 1 0,1-1 0,0 0 0,1 1 0,-1-1 0,0 1 0,7-3 0,-7 4 0,0 0 0,1 0 0,-1 0 0,1 1 0,-1-1 0,1 1 0,-1 0 0,1 0 0,0 0 0,-1 1 0,1-1 0,-1 1 0,1 0 0,-1 0 0,0 0 0,1 0 0,2 2 0,18 10 0,0 1 0,-1 1 0,34 30 0,-26-21 0,-24-18 0,0 0 0,0 0 0,0 1 0,-1 0 0,0 0 0,0 0 0,-1 1 0,0 0 0,0 0 0,-1 0 0,0 1 0,0 0 0,-1-1 0,0 1 0,-1 0 0,1 1 0,-2-1 0,0 0 0,0 0 0,0 10 0,-1-8 0,-1 0 0,1-1 0,-2 1 0,1 0 0,-2-1 0,1 0 0,-1 1 0,-1-1 0,0 0 0,0 0 0,-7 9 0,5-8 0,0-1 0,-1 1 0,0-2 0,-1 1 0,0-1 0,-1 0 0,0-1 0,0 0 0,0 0 0,-1-1 0,0 0 0,-1-1 0,0 0 0,0-1 0,0 0 0,-18 5 0,19-8 0,-1 0 0,1-1 0,0-1 0,-1 1 0,1-2 0,-1 1 0,1-1 0,-1-1 0,1 0 0,0 0 0,0-1 0,-10-5 0,14 6 0,0 0 0,1-1 0,-1 0 0,1 0 0,-1 0 0,1-1 0,0 0 0,1 0 0,-1 0 0,1-1 0,-1 1 0,1-1 0,0 0 0,1 0 0,-1-1 0,1 1 0,0-1 0,1 0 0,-1 1 0,1-1 0,-1-7 0,2 10-80,1 0 0,0 0-1,0 0 1,0 0 0,0 0-1,1 0 1,-1 0 0,1 0-1,-1 0 1,1 0 0,0 0 0,0 0-1,1 1 1,-1-1 0,1 0-1,1-2 1,4-6-6746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31 24575,'10'-7'0,"-9"6"0,0 0 0,1 0 0,-1 0 0,0 0 0,0 0 0,1 0 0,-1-1 0,0 1 0,0 0 0,-1-1 0,2-1 0,-26 6 0,5-1 0,-1-1 0,1-1 0,-1 0 0,-30-6 0,-33-2 0,19 9-1365,51-1-5461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22 24575,'0'-1'0,"0"0"0,0 0 0,0 0 0,-1 1 0,1-1 0,0 0 0,-1 0 0,1 1 0,0-1 0,-1 0 0,1 1 0,-1-1 0,1 0 0,-1 1 0,1-1 0,-1 1 0,1-1 0,-1 0 0,0 1 0,1 0 0,-1-1 0,0 1 0,1-1 0,-1 1 0,0 0 0,1-1 0,-1 1 0,0 0 0,0 0 0,0 0 0,1 0 0,-1 0 0,0-1 0,0 1 0,0 1 0,1-1 0,-2 0 0,-6 0 0,1 1 0,-1 0 0,-8 2 0,9-2 0,-18 3 0,0-1 0,-49-2 0,-49-11 0,114 9 0,-18-3-1365,6 0-5461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61 24575,'2'-3'0,"1"1"0,-1-1 0,0 0 0,0 0 0,-1 0 0,3-5 0,-4 6 0,1 0 0,0 0 0,0 0 0,0 0 0,0 0 0,0 0 0,1 0 0,-1 1 0,0-1 0,1 1 0,-1-1 0,1 1 0,0-1 0,-1 1 0,1 0 0,0-1 0,0 1 0,0 0 0,4-1 0,-2 1 0,0 1 0,0-1 0,0 1 0,0 0 0,0 0 0,0 0 0,-1 1 0,1-1 0,0 1 0,0 0 0,0 0 0,0 0 0,-1 1 0,1 0 0,0-1 0,-1 1 0,1 0 0,-1 0 0,0 1 0,0-1 0,3 4 0,2 1 0,0 1 0,-1-1 0,-1 1 0,1 1 0,-1-1 0,9 19 0,-14-25 0,0 0 0,0 0 0,0 1 0,0-1 0,0 0 0,-1 0 0,1 0 0,-1 1 0,0-1 0,0 0 0,0 0 0,0 1 0,0-1 0,0 0 0,0 0 0,-1 1 0,1-1 0,-2 3 0,1-2 0,-1-1 0,1 1 0,-1-1 0,0 0 0,0 0 0,0 1 0,0-1 0,0 0 0,0-1 0,0 1 0,-1 0 0,-4 2 0,-1 0 0,-1-1 0,0 1 0,0-2 0,0 1 0,0-1 0,0-1 0,-18 2 0,6-3 0,1-1 0,-1 0 0,1-2 0,0 0 0,0-1 0,0-2 0,-36-13 0,55 19 5,0-1 0,0 1 0,-1-1 0,1 1 0,0-1 0,0 0 0,0 1 0,0-1 0,0 0 0,0 0 0,0 0 0,0 0 0,0 0 0,0 0 0,1 0 0,-1 0 0,0 0 0,0 0 0,1 0 0,-1-1 0,1 1 0,-1 0 0,1-2 0,0 2-64,0 0-1,1 0 1,-1 0-1,0 0 1,1-1 0,-1 1-1,1 0 1,-1 0-1,1 0 1,0 0 0,-1 0-1,1 0 1,0 0-1,0 1 1,0-1 0,0 0-1,0 0 1,0 0-1,0 1 1,0-1 0,0 1-1,0-1 1,0 1-1,2-1 1,8-5-6767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5415 1 24575,'4'1'0,"-2"-1"0,-1 1 0,1-1 0,0 0 0,0 1 0,-1-1 0,1 1 0,0-1 0,-1 1 0,1 0 0,-1 0 0,1 0 0,-1 0 0,1 0 0,-1 0 0,1 0 0,-1 0 0,0 1 0,2 1 0,-3-3 0,0 1 0,0-1 0,0 1 0,0-1 0,0 1 0,-1-1 0,1 0 0,0 1 0,0-1 0,0 1 0,0-1 0,-1 0 0,1 1 0,0-1 0,0 1 0,-1-1 0,1 0 0,0 0 0,-1 1 0,1-1 0,0 0 0,-1 1 0,1-1 0,0 0 0,-1 0 0,1 0 0,0 1 0,-1-1 0,1 0 0,-1 0 0,1 0 0,-1 0 0,1 0 0,0 0 0,-1 0 0,0 0 0,-18 3 0,18-3 0,-114 1 0,57-2 0,-65-8 0,59 2 0,3 2 0,-116-5 0,151 9 0,-248 11 0,121 6 0,-53 6 0,89-8 0,76-7 0,20-4 0,-39 3 0,44-5 0,-29 5 0,33-4 0,1 0 0,-1 0 0,1-2 0,-1 1 0,-18-3 0,-104-12 0,81 8 0,40 3 0,0 1 0,-1 1 0,1 0 0,-1 1 0,1 0 0,-27 5 0,11 1 0,-63 18 0,64-17 0,0-1 0,0 0 0,-47 1 0,-88-7 0,76-1 0,-19-7 0,-5 0 0,77 9 0,-1 2 0,1 0 0,-41 12 0,48-11 0,0 0 0,-34-1 0,-9 2 0,-208 4 0,229-10 0,-48-7 0,-3 0 0,62 9 0,-42 0 0,-150-18 0,-4-10 0,233 27 0,-201-3 0,126 3 0,-50 8 0,9 0 0,-66 1 0,131-5 0,-1-3 0,-99-9 0,-90-26 0,209 31-1365,19 2-5461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7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 24575,'-2'0'0,"0"-1"0,0 0 0,0 1 0,0 0 0,0-1 0,0 1 0,0 0 0,0 0 0,1 0 0,-1 0 0,0 0 0,0 1 0,0-1 0,0 1 0,0-1 0,0 1 0,0 0 0,0-1 0,1 1 0,-1 0 0,0 0 0,1 0 0,-1 0 0,0 1 0,1-1 0,-1 0 0,1 1 0,0-1 0,0 1 0,-2 1 0,2-1 0,0 0 0,0 0 0,0 1 0,1-1 0,-1 0 0,0 0 0,1 0 0,0 1 0,-1-1 0,1 0 0,0 1 0,0-1 0,0 0 0,1 0 0,-1 1 0,0-1 0,1 0 0,-1 0 0,1 1 0,0-1 0,0 0 0,0 0 0,0 0 0,0 0 0,0 0 0,3 2 0,-2-2 0,0 1 0,0-1 0,1 0 0,0 0 0,-1 0 0,1 0 0,0 0 0,0 0 0,0-1 0,0 1 0,0-1 0,0 0 0,0 0 0,1 0 0,-1 0 0,0-1 0,1 1 0,-1-1 0,5 0 0,-6 0 0,1 0 0,-1-1 0,0 1 0,0 0 0,0-1 0,0 0 0,0 1 0,0-1 0,0 0 0,0 0 0,0 0 0,0 0 0,0 0 0,-1-1 0,1 1 0,0-1 0,-1 1 0,1-1 0,-1 1 0,0-1 0,1 0 0,-1 0 0,0 1 0,0-1 0,0 0 0,0 0 0,-1 0 0,1 0 0,0-1 0,0-2 0,-1 1 0,0 1 0,0 0 0,0-1 0,0 1 0,0-1 0,-1 1 0,1 0 0,-1-1 0,0 1 0,0 0 0,0 0 0,-1-1 0,1 1 0,-1 0 0,0 0 0,0 1 0,0-1 0,0 0 0,0 1 0,0-1 0,-1 1 0,1 0 0,-1-1 0,0 1 0,0 0 0,0 1 0,1-1 0,-2 1 0,1-1 0,-4 0 0,5 1 0,0 1 0,0-1 0,0 1 0,0 0 0,0 0 0,0 0 0,0 0 0,0 1 0,0-1 0,0 0 0,0 1 0,0-1 0,0 1 0,0 0 0,0 0 0,1 0 0,-1 0 0,0 0 0,0 0 0,1 0 0,-1 0 0,1 1 0,-1-1 0,1 1 0,-1-1 0,1 1 0,0-1 0,-2 4 0,-1 1 0,0 0 0,1 1 0,-1-1 0,1 1 0,0 0 0,-2 11 0,4-14 0,0 0 0,0 0 0,1 0 0,0 0 0,0 0 0,0 0 0,0 0 0,0 0 0,1 0 0,0 0 0,0 0 0,0 0 0,2 5 0,-2-7 0,0 0 0,1 0 0,-1 0 0,0 0 0,1-1 0,-1 1 0,1-1 0,-1 1 0,1-1 0,0 1 0,0-1 0,0 0 0,-1 0 0,1 0 0,0 0 0,1 0 0,-1 0 0,0 0 0,0-1 0,0 1 0,0-1 0,0 1 0,1-1 0,-1 0 0,4 0 0,-2-1 0,0 1 0,0-1 0,-1 0 0,1 0 0,0 0 0,-1-1 0,1 1 0,-1-1 0,1 0 0,-1 0 0,0 0 0,0-1 0,0 1 0,0-1 0,0 1 0,0-1 0,-1 0 0,1 0 0,-1 0 0,0-1 0,0 1 0,0 0 0,0-1 0,-1 1 0,2-5 0,-2 5 0,0 0 0,0 0 0,0-1 0,0 1 0,-1 0 0,1 0 0,-1 0 0,0 0 0,0-1 0,0 1 0,0 0 0,-1 0 0,1 0 0,-1 0 0,0-1 0,0 1 0,0 0 0,0 0 0,0 1 0,-1-1 0,0 0 0,1 0 0,-1 1 0,0-1 0,0 1 0,0-1 0,-1 1 0,1 0 0,-1 0 0,-4-3 0,5 3 0,0 1 0,0 0 0,0 0 0,-1 1 0,1-1 0,0 0 0,0 1 0,-1-1 0,1 1 0,0 0 0,-1 0 0,1 0 0,-1 0 0,1 0 0,0 1 0,-1-1 0,-2 1 0,4 0 0,0-1 0,0 1 0,0-1 0,0 1 0,0 0 0,0-1 0,0 1 0,0 0 0,0 0 0,0 0 0,0 0 0,0 0 0,1 0 0,-1 0 0,0 0 0,1 0 0,-1 0 0,1 0 0,-1 0 0,1 0 0,-1 0 0,1 1 0,0-1 0,0 0 0,0 0 0,-1 0 0,1 1 0,0-1 0,0 0 0,1 0 0,-1 1 0,0-1 0,1 2 0,1 4 0,1-8 0,-3-11 0,0 9 0,-1 1 0,1 0 0,-1-1 0,0 1 0,0 0 0,0 0 0,0 0 0,0 0 0,0 0 0,-1 0 0,1 0 0,-1 0 0,1 0 0,-1 1 0,0-1 0,-2-2 0,3 4 0,1 0 0,-1 0 0,1 0 0,-1 0 0,1 0 0,0 0 0,-1 0 0,1 1 0,-1-1 0,1 0 0,0 0 0,-1 0 0,1 0 0,-1 0 0,1 1 0,0-1 0,-1 0 0,1 0 0,0 1 0,-1-1 0,1 0 0,0 1 0,-1-1 0,1 0 0,0 1 0,0-1 0,0 0 0,-1 1 0,1-1 0,0 0 0,0 1 0,0-1 0,0 1 0,0-1 0,-1 1 0,1-1 0,0 1 0,-3 19 0,3-19 0,0 2 0,0 0 0,1 0 0,-1 0 0,0 0 0,1 0 0,0 0 0,-1 0 0,1 0 0,0 0 0,1 0 0,-1 0 0,0 0 0,4 4 0,-4-6 0,0 0 0,0 1 0,0-1 0,0 0 0,1 1 0,-1-1 0,0 0 0,1 0 0,-1 0 0,1 0 0,-1-1 0,1 1 0,0 0 0,-1-1 0,1 1 0,0-1 0,-1 1 0,1-1 0,0 0 0,-1 0 0,1 1 0,0-1 0,0 0 0,-1-1 0,5 1 0,-6-1-52,1 1-1,0 0 1,-1 0-1,1-1 1,0 1-1,-1 0 1,1-1-1,0 1 1,-1 0-1,1-1 1,0 1-1,-1-1 1,1 1-1,-1-1 1,1 0-1,-1 1 1,1-1-1,-1 1 1,0-1-1,1 0 1,-1 1-1,0-1 0,1 0 1,-1 1-1,0-2 1,1-8-6774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0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24575,'1'15'0,"0"1"0,1-1 0,0 0 0,1 0 0,1 0 0,0-1 0,9 18 0,-9-18 0,-3-11 0,-1 0 0,1 0 0,0 0 0,0 0 0,0-1 0,1 1 0,-1 0 0,1-1 0,-1 1 0,1-1 0,3 4 0,-5-6 0,0 0 0,0 0 0,0 0 0,0 0 0,0 0 0,0 0 0,0 0 0,0 0 0,0 0 0,0 0 0,0 0 0,0 0 0,1 0 0,-1 0 0,0 0 0,0 0 0,0 0 0,0 0 0,0 0 0,0 0 0,0 0 0,0 0 0,0 0 0,0 0 0,1 0 0,-1 0 0,0 0 0,0 0 0,0 0 0,0 0 0,0 0 0,0 0 0,0 0 0,0 0 0,0 0 0,0-1 0,0 1 0,0 0 0,0 0 0,1 0 0,-1 0 0,0 0 0,0 0 0,0 0 0,0 0 0,0 0 0,0 0 0,0 0 0,0-1 0,0 1 0,0 0 0,0-8 0,-2-10 0,2 16 0,-2-6 0,-2-19 0,-14-49 0,18 75 0,-1-1 0,1 1 0,-1 0 0,1 0 0,-1 0 0,1 0 0,-1 0 0,0 0 0,1 0 0,-1 0 0,-2-1 0,3 1 0,0 1 0,0 0 0,-1 0 0,1 0 0,0 0 0,0 0 0,-1 0 0,1 0 0,0 0 0,-1-1 0,1 1 0,0 0 0,0 0 0,-1 0 0,1 0 0,0 1 0,-1-1 0,1 0 0,0 0 0,0 0 0,-1 0 0,1 0 0,0 0 0,-1 0 0,1 0 0,0 1 0,0-1 0,-1 0 0,1 0 0,-1 2 0,0-1 0,-1 1 0,1-1 0,0 1 0,1-1 0,-1 1 0,0 0 0,0-1 0,1 1 0,-1 0 0,1 0 0,0 0 0,-1 1 0,1 0 10,0 0 0,-1 0 0,2 0 0,-1 1 0,0-1 0,1 0 0,-1 0 0,1-1 0,0 1 0,0 0 0,2 5 0,1 0-505,1-1 0,9 12 0,-7-10-6331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 24575,'5'0'0,"0"0"0,-1 0 0,1-1 0,0 0 0,8-2 0,-10 2 0,-2 0 0,1 0 0,0 0 0,0 0 0,0 0 0,0 0 0,-1 0 0,1-1 0,0 1 0,-1-1 0,1 1 0,-1-1 0,0 1 0,1-1 0,0-2 0,-2 7 0,0 1 0,1 0 0,-1-1 0,1 1 0,-1-1 0,1 1 0,0-1 0,3 6 0,-3-6 0,0 0 0,15 39 0,-14-38 0,-1 0 0,1 0 0,1-1 0,-1 1 0,1-1 0,-1 1 0,7 5 0,-9-9 0,0 0 0,0 0 0,0 0 0,0 0 0,0 0 0,0 0 0,0 0 0,1 1 0,-1-1 0,0 0 0,0 0 0,0 0 0,0 0 0,0 0 0,0 0 0,0 0 0,1 0 0,-1 0 0,0 0 0,0 0 0,0 0 0,0 0 0,0 0 0,0 0 0,1 0 0,-1 0 0,0 0 0,0 0 0,0 0 0,0 0 0,0 0 0,0-1 0,0 1 0,0 0 0,1 0 0,-1 0 0,0 0 0,0 0 0,0 0 0,0 0 0,0 0 0,0 0 0,0 0 0,0-1 0,3-7 0,-2-9 0,-1 16 0,0-2 0,0-1 0,0 1 0,-1-1 0,1 0 0,-1 1 0,0-1 0,0 1 0,0-1 0,-1 1 0,1 0 0,-3-5 0,3 7 0,0 0 0,0 0 0,1 0 0,-1 1 0,0-1 0,0 0 0,0 0 0,0 1 0,0-1 0,0 0 0,0 1 0,0-1 0,0 1 0,-1-1 0,1 1 0,0 0 0,0-1 0,0 1 0,0 0 0,-1 0 0,1 0 0,0 0 0,0 0 0,-1 0 0,1 0 0,0 0 0,0 0 0,0 1 0,0-1 0,-1 0 0,1 1 0,0-1 0,0 1 0,0 0 0,0-1 0,-2 2 0,0 0 0,0 0 0,1 0 0,-1 0 0,0 0 0,1 1 0,0-1 0,-1 1 0,1-1 0,0 1 0,0 0 0,1 0 0,-1 0 0,1 0 0,-1 0 0,1 0 0,0 0 0,0 1 0,0-1 0,1 0 0,-1 1 0,1-1 0,-1 0 0,1 1 0,0-1 0,2 7 0,-2-6 0,1-1 0,0 1 0,0 0 0,0-1 0,1 1 0,-1-1 0,1 1 0,0-1 0,0 0 0,0 0 0,0 0 0,1 0 0,-1 0 0,1-1 0,0 1 0,0-1 0,0 1 0,0-1 0,0 0 0,0 0 0,1 0 0,5 2 0,-3-2 0,-1-1 0,0 0 0,1 1 0,-1-2 0,1 1 0,-1-1 0,1 0 0,-1 0 0,1 0 0,-1-1 0,1 1 0,7-4 0,-10 4 0,0-2 0,-1 1 0,1 0 0,-1 0 0,1-1 0,-1 1 0,1-1 0,-1 0 0,0 0 0,0 1 0,0-2 0,0 1 0,0 0 0,0 0 0,-1-1 0,1 1 0,-1 0 0,0-1 0,1 0 0,-1 1 0,0-1 0,-1 0 0,1 1 0,0-1 0,0-4 0,-1-1 0,1 0 0,-1-1 0,0 1 0,-1 0 0,0 0 0,0 0 0,-1 0 0,0 0 0,-4-10 0,5 14 0,-1 1 0,1-1 0,-1 0 0,0 1 0,-1-1 0,1 1 0,0 0 0,-1 0 0,0 0 0,0 0 0,0 0 0,0 1 0,0-1 0,0 1 0,-1 0 0,1 0 0,-1 0 0,1 0 0,-1 0 0,-6-1 0,8 3 4,0-1 0,0 1 0,0 0 0,0 0 0,0 0 0,0 0 0,-1 0 0,1 1 0,0-1 0,0 1 0,0-1 0,0 1 0,0 0 0,0-1 0,0 1 0,0 0 0,1 0 0,-1 1 0,0-1 0,0 0 0,1 1 0,-1-1 0,1 1 0,-1-1 0,1 1 0,0 0 0,0-1 0,-1 1 0,0 2 0,-1 4-216,-1-1 0,1 1 0,0-1-1,1 1 1,0 0 0,-2 10 0,3-6-6614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2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39 111 24575,'-4'-4'0,"0"-1"0,0 0 0,0-1 0,0 1 0,1-1 0,0 1 0,0-1 0,0 0 0,-1-7 0,3 11 0,1 0 0,-1 1 0,1-1 0,0 0 0,0 0 0,0 1 0,0-1 0,0 0 0,0 1 0,0-1 0,1 0 0,-1 0 0,1 1 0,-1-1 0,1 1 0,0-3 0,0 3 0,1 0 0,-1-1 0,0 1 0,0 0 0,1 0 0,-1 0 0,0 0 0,1 0 0,-1 0 0,1 0 0,0 0 0,-1 1 0,1-1 0,-1 1 0,1-1 0,0 1 0,0 0 0,-1-1 0,3 1 0,6-1 0,0 0 0,0 1 0,-1 0 0,1 0 0,0 1 0,0 0 0,18 6 0,-24-6 0,-1 0 0,0 1 0,1-1 0,-1 1 0,0 0 0,0 0 0,0 0 0,0 0 0,-1 0 0,1 1 0,0-1 0,-1 1 0,0 0 0,0-1 0,0 1 0,0 0 0,0 0 0,0 1 0,-1-1 0,1 0 0,-1 1 0,0-1 0,0 1 0,1 5 0,-2-3 0,1 0 0,-1 0 0,0-1 0,0 1 0,0 0 0,-1 0 0,0-1 0,0 1 0,-1 0 0,1-1 0,-1 1 0,-3 5 0,-2 1 0,0 0 0,-1-1 0,-17 21 0,24-31 0,-2 1 0,1 1 0,1-1 0,-1 1 0,0-1 0,-2 6 0,4-7 0,0-1 0,-1 1 0,1-1 0,0 1 0,0-1 0,0 1 0,0-1 0,0 1 0,0-1 0,0 1 0,0-1 0,0 1 0,0-1 0,1 1 0,-1-1 0,0 1 0,0-1 0,0 1 0,0-1 0,1 1 0,-1-1 0,0 0 0,1 1 0,-1-1 0,0 1 0,1-1 0,-1 0 0,0 1 0,1-1 0,-1 0 0,1 1 0,-1-1 0,0 0 0,1 0 0,-1 0 0,1 1 0,-1-1 0,1 0 0,-1 0 0,1 0 0,-1 0 0,1 0 0,-1 0 0,2 0 0,13 2 0,1 0 0,0-2 0,-1 0 0,23-2 0,-28 1 0,1 0-114,-1 0 1,0-1-1,0 0 0,0 0 0,0-1 1,0 0-1,-1-1 0,1 0 0,-1-1 1,0 0-1,12-8 0,-11 5-6712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68 24575,'-23'-7'0,"14"4"0,0 0 0,0 0 0,0 1 0,-15-1 0,24 3 0,-1 0 0,1 0 0,0 0 0,0 0 0,0 0 0,-1 0 0,1 0 0,0 0 0,0 0 0,0 0 0,-1 0 0,1 0 0,0 0 0,0 0 0,0 0 0,-1 0 0,1 0 0,0 0 0,0 0 0,0 0 0,-1 0 0,1 1 0,0-1 0,0 0 0,0 0 0,0 0 0,-1 0 0,1 0 0,0 1 0,0-1 0,0 0 0,0 0 0,0 0 0,0 0 0,0 1 0,-1-1 0,1 0 0,0 0 0,0 1 0,5 7 0,12 6 0,-8-8 0,-1-1 0,1 0 0,0-1 0,0 0 0,1 0 0,-1-1 0,1 0 0,0-1 0,0 0 0,0-1 0,16 1 0,-25-2 0,0 0 0,0 0 0,0 0 0,0 0 0,0 0 0,0 0 0,0 0 0,0 0 0,0 0 0,0-1 0,-1 1 0,1 0 0,0-1 0,0 1 0,0 0 0,0-1 0,0 1 0,-1-1 0,1 0 0,0 1 0,-1-1 0,1 1 0,0-1 0,-1 0 0,1 0 0,-1 1 0,1-1 0,-1 0 0,1 0 0,-1 0 0,1 0 0,-1 0 0,0 0 0,0 1 0,1-1 0,-1 0 0,0 0 0,0 0 0,0 0 0,0 0 0,0 0 0,0 0 0,0 0 0,0 0 0,-1 0 0,1 0 0,0 0 0,-1 0 0,1 1 0,-1-3 0,-1-1 0,0-1 0,-1 1 0,1-1 0,-1 1 0,0 0 0,0 0 0,0 0 0,-6-5 0,4 5 0,-1-1 0,1 1 0,-1 1 0,0-1 0,0 1 0,0 0 0,0 0 0,-1 1 0,-11-3 0,15 4 0,-1 1 0,1-1 0,-1 1 0,1 0 0,-1 1 0,1-1 0,-1 0 0,1 1 0,-1 0 0,1 0 0,-1 0 0,1 0 0,0 0 0,0 1 0,0-1 0,0 1 0,0 0 0,0 0 0,0 0 0,-3 4 0,4-5 0,-1 2 0,-1 0 0,1 0 0,0 1 0,0-1 0,0 1 0,0-1 0,1 1 0,0 0 0,-4 7 0,6-10 0,0-1 0,0 1 0,-1-1 0,1 1 0,0-1 0,0 0 0,0 1 0,0-1 0,1 1 0,-1-1 0,0 1 0,0-1 0,0 0 0,0 1 0,0-1 0,0 1 0,1-1 0,-1 0 0,0 1 0,0-1 0,1 0 0,-1 1 0,0-1 0,1 0 0,-1 1 0,0-1 0,1 0 0,-1 0 0,0 1 0,1-1 0,-1 0 0,0 0 0,1 0 0,-1 1 0,1-1 0,-1 0 0,0 0 0,1 0 0,-1 0 0,1 0 0,-1 0 0,1 0 0,-1 0 0,1 0 0,24-3 0,-18 2 0,-6 1-114,1 0 1,0 0-1,0 0 0,-1 0 0,1 0 1,0 0-1,-1 0 0,1 1 0,0-1 1,-1 1-1,4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3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25 24575,'1'-2'0,"-1"-1"0,1 1 0,0-1 0,-1 1 0,0-1 0,0 0 0,0-3 0,-5 14 0,-2 6 0,-2 15 0,1 0 0,1 1 0,2 1 0,-3 45 0,9 125 0,14 11 0,-1-80 0,3 45 0,-18 81-1365,1-245-5461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3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255 146 24575,'-9'-11'0,"-43"-50"0,48 56 0,-1 0 0,0 1 0,-1-1 0,1 1 0,-1 1 0,0-1 0,0 1 0,0 0 0,-8-3 0,13 6 0,-1-1 0,1 1 0,-1 0 0,1-1 0,-1 1 0,1 0 0,-1 0 0,0 0 0,1 0 0,-1 0 0,1 1 0,-1-1 0,1 0 0,-1 1 0,1-1 0,-1 1 0,1 0 0,0-1 0,-1 1 0,-1 1 0,1 0 0,0 0 0,0 0 0,0 0 0,0 0 0,1 1 0,-1-1 0,1 0 0,0 1 0,-1-1 0,1 1 0,-1 2 0,1 0 0,-1 0 0,1 0 0,0 0 0,1 0 0,-1 0 0,1 1 0,0-1 0,0 0 0,0 0 0,1 0 0,0 0 0,2 8 0,-2-11 0,0 0 0,0 0 0,0 0 0,0 0 0,1 0 0,-1 0 0,0 0 0,1 0 0,0-1 0,-1 1 0,1 0 0,0-1 0,0 0 0,0 1 0,0-1 0,0 0 0,0 0 0,0 0 0,1 0 0,-1 0 0,0-1 0,0 1 0,1-1 0,-1 1 0,0-1 0,1 0 0,-1 0 0,4 0 0,-3 0 0,0-1 0,-1 1 0,1-1 0,0 0 0,0 0 0,-1 0 0,1 0 0,-1-1 0,1 1 0,-1 0 0,1-1 0,-1 0 0,0 0 0,0 0 0,0 0 0,0 0 0,0 0 0,0 0 0,-1 0 0,1-1 0,-1 1 0,1-1 0,0-3 0,0 2 0,-1-1 0,0 1 0,0 0 0,0-1 0,-1 1 0,1-1 0,-1 1 0,0-1 0,-1 1 0,1-1 0,-1 1 0,0-1 0,0 1 0,0 0 0,-4-8 0,4 10 0,0 0 0,0-1 0,0 1 0,-1 0 0,1 1 0,-1-1 0,1 0 0,-1 0 0,0 1 0,0-1 0,1 1 0,-1-1 0,0 1 0,0 0 0,-1 0 0,1 0 0,0 0 0,0 0 0,-1 0 0,1 0 0,0 1 0,-1-1 0,1 1 0,0 0 0,-1 0 0,1 0 0,-1 0 0,1 0 0,0 0 0,-1 1 0,-2 0 0,0 1 0,0-1 0,0 2 0,0-1 0,1 0 0,-1 1 0,0 0 0,1 0 0,0 0 0,-1 1 0,1-1 0,1 1 0,-1 0 0,1 0 0,-1 1 0,1-1 0,0 1 0,-3 6 0,-2 6 0,0 0 0,1 1 0,-8 28 0,14-44 0,1 1 0,-1-1 0,0 0 0,1 1 0,0-1 0,-1 1 0,1-1 0,0 1 0,0-1 0,0 1 0,1-1 0,-1 1 0,0-1 0,1 1 0,0-1 0,0 0 0,0 1 0,0-1 0,0 0 0,0 0 0,0 1 0,1-1 0,-1 0 0,1 0 0,-1-1 0,1 1 0,0 0 0,0 0 0,0-1 0,0 1 0,0-1 0,0 0 0,0 1 0,0-1 0,1 0 0,-1 0 0,0-1 0,1 1 0,-1 0 0,1-1 0,3 1 0,0-1 0,-1 1 0,1-1 0,-1-1 0,1 1 0,0-1 0,-1 0 0,1 0 0,-1-1 0,1 1 0,-1-1 0,0 0 0,0-1 0,0 1 0,0-1 0,0 0 0,-1 0 0,1-1 0,7-7 0,-5 5 0,-1-1 0,0 1 0,-1-1 0,1 0 0,-1-1 0,-1 1 0,1-1 0,-1 0 0,-1 0 0,1 0 0,2-13 0,-4 7 0,0 0 0,-1 0 0,0 0 0,-1 0 0,-2-18 0,2 31 0,-1-1 0,1 1 0,0 0 0,0-1 0,-1 1 0,1-1 0,-1 1 0,1 0 0,-1-1 0,0 1 0,1 0 0,-1-1 0,0 1 0,0 0 0,0 0 0,0 0 0,-1-1 0,1 2 0,0-1 0,1 1 0,-1 0 0,0 0 0,0-1 0,0 1 0,1 0 0,-1 0 0,0 0 0,0 0 0,1 0 0,-1 0 0,0 0 0,0 0 0,0 1 0,1-1 0,-1 0 0,0 0 0,0 1 0,1-1 0,-1 0 0,0 1 0,1-1 0,-1 1 0,0-1 0,1 1 0,-1-1 0,1 1 0,-1-1 0,1 1 0,-1-1 0,0 2 0,-4 5-227,0 0-1,1 0 1,0 0-1,0 0 1,-3 9-1,0 0-6598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4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94 24575,'-9'-7'0,"1"1"0,-2-1 0,1 2 0,-16-8 0,22 12 0,1 0 0,0 0 0,-1 1 0,1-1 0,-1 1 0,1-1 0,-1 1 0,1 0 0,-1 0 0,1 0 0,-4 1 0,4-1 0,1 1 0,0-1 0,-1 1 0,1 0 0,0-1 0,-1 1 0,1 0 0,0 0 0,0 0 0,0 0 0,0 0 0,0 0 0,0 0 0,0 0 0,0 0 0,1 0 0,-1 0 0,0 1 0,1-1 0,-1 0 0,0 3 0,0-2 0,1-1 0,-1 0 0,1 1 0,0-1 0,0 1 0,-1-1 0,1 1 0,0-1 0,0 1 0,1-1 0,-1 1 0,0-1 0,0 1 0,1-1 0,-1 1 0,1-1 0,-1 1 0,1-1 0,-1 0 0,1 1 0,0-1 0,0 0 0,0 0 0,0 0 0,0 0 0,0 1 0,0-1 0,0 0 0,0-1 0,1 1 0,-1 0 0,0 0 0,0 0 0,1-1 0,-1 1 0,1-1 0,0 1 0,2 1 0,0-1 0,-1 0 0,1 0 0,0-1 0,-1 1 0,1-1 0,0 0 0,0 0 0,-1 0 0,1 0 0,0-1 0,0 1 0,6-3 0,-8 3 0,-1-1 0,0 0 0,1 0 0,-1 0 0,1 0 0,-1 0 0,0 0 0,0 0 0,0 0 0,1 0 0,-1-1 0,0 1 0,-1 0 0,1-1 0,0 1 0,0-1 0,0 1 0,-1-1 0,1 1 0,-1-1 0,1 1 0,-1-1 0,0 0 0,0 1 0,0-1 0,0 1 0,0-1 0,0 0 0,0 1 0,0-1 0,0 0 0,-1 1 0,0-3 0,0-1 0,-1 1 0,1 0 0,-1 0 0,0 0 0,0 0 0,0 0 0,0 1 0,-1-1 0,0 0 0,0 1 0,-4-4 0,2 3 0,1 1 0,-1 0 0,0 1 0,0-1 0,0 1 0,0 0 0,-9-2 0,12 4 0,0-1 0,0 1 0,-1 0 0,1 0 0,0 0 0,0 0 0,-1 0 0,1 0 0,-4 1 0,5 0 0,0-1 0,0 0 0,0 1 0,0-1 0,1 1 0,-1-1 0,0 1 0,0 0 0,0-1 0,0 1 0,1 0 0,-1 0 0,0-1 0,1 1 0,-1 0 0,0 0 0,1 0 0,-1 0 0,1 0 0,0 0 0,-1 1 0,1-1 5,-1 1-1,1-1 0,0 0 0,0 1 1,0-1-1,0 1 0,0-1 0,0 1 1,0-1-1,1 0 0,-1 1 1,1-1-1,-1 0 0,1 1 0,-1-1 1,1 0-1,-1 0 0,1 1 0,0-1 1,0 0-1,0 0 0,0 0 1,0 0-1,0 0 0,0 0 0,0 0 1,2 1-1,2 1-252,-1 0 1,1 0-1,0-1 1,0 1-1,10 2 1,-1-1-6579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5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24575,'0'-1'0,"0"-1"0,1 1 0,-1 0 0,0-1 0,1 1 0,-1 0 0,1 0 0,0-1 0,-1 1 0,1 0 0,0 0 0,0 0 0,-1 0 0,1 0 0,0 0 0,0 0 0,0 0 0,0 0 0,0 0 0,1 1 0,-1-1 0,0 0 0,0 1 0,0-1 0,1 1 0,-1-1 0,0 1 0,1 0 0,-1-1 0,0 1 0,2 0 0,4-1 0,-1 0 0,0 1 0,1 0 0,-1 0 0,9 1 0,1 2 0,-1 2 0,0-1 0,0 2 0,0 0 0,0 0 0,16 12 0,-30-18 0,1 1 0,-1 0 0,1-1 0,-1 1 0,0 0 0,1 0 0,-1 0 0,0 0 0,0 1 0,0-1 0,0 0 0,0 0 0,0 1 0,0-1 0,0 0 0,0 1 0,-1-1 0,1 1 0,-1-1 0,1 1 0,-1-1 0,1 1 0,-1 1 0,0-1 0,-1 0 0,1 0 0,-1-1 0,1 1 0,-1 0 0,0-1 0,0 1 0,0-1 0,1 1 0,-2-1 0,1 1 0,0-1 0,0 1 0,0-1 0,-1 0 0,1 0 0,0 0 0,-1 0 0,1 0 0,-3 1 0,-12 7 0,12-6 0,-1-1 0,0 1 0,0 0 0,1 0 0,-7 7 0,10-9 0,0 0 0,0 1 0,0-1 0,0 0 0,1 1 0,-1-1 0,0 1 0,1 0 0,-1-1 0,0 1 0,1 0 0,0-1 0,-1 1 0,1 0 0,0-1 0,0 1 0,0 0 0,0-1 0,0 1 0,1 0 0,-1-1 0,1 4 0,1-1 0,0 1 0,1 0 0,-1-1 0,1 1 0,0-1 0,7 8 0,12 19 0,-21-30 0,-1 1 0,1-1 0,0 1 0,-1-1 0,1 1 0,-1 0 0,1-1 0,-1 1 0,0 0 0,0-1 0,0 1 0,0 0 0,0-1 0,0 1 0,0 0 0,-1 0 0,0 1 0,0 0 0,0-1 0,0-1 0,-1 1 0,1 0 0,-1 0 0,1 0 0,-1-1 0,0 1 0,0-1 0,1 1 0,-1-1 0,0 0 0,0 0 0,0 0 0,-1 0 0,1 0 0,0 0 0,-4 0 0,-4 2 0,1-1 0,-1-1 0,-10 1 0,-36-1-1365,41-1-5461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8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94 24575,'-4'-8'0,"0"0"0,-1 1 0,0-1 0,0 1 0,-1 0 0,1 1 0,-9-8 0,10 11 0,0 0 0,0 0 0,-1 0 0,1 1 0,0-1 0,-1 1 0,0 0 0,1 1 0,-1-1 0,0 1 0,0 0 0,0 0 0,0 0 0,-5 1 0,-1-1 0,0 1 0,1 1 0,-1 0 0,0 1 0,1 0 0,-1 0 0,-17 7 0,24-7 0,0 0 0,0 0 0,0 0 0,0 1 0,1-1 0,-1 1 0,1 0 0,0 0 0,0 0 0,0 1 0,0-1 0,0 1 0,1-1 0,-1 1 0,1 0 0,0 0 0,1 0 0,-1 0 0,1 0 0,-1 1 0,0 7 0,1-6 0,0 0 0,1 0 0,-1 0 0,1 0 0,1 0 0,-1 0 0,1 0 0,0 0 0,1 0 0,-1 0 0,1 0 0,0-1 0,5 9 0,0-2 0,0-1 0,1 0 0,0-1 0,1 0 0,11 10 0,82 99 0,-56-63 0,-33-39 0,14 20 0,-23-32 0,-1 1 0,0 1 0,0-1 0,0 0 0,-1 1 0,0-1 0,2 11 0,-3-15 0,-1 0 0,0 0 0,0 0 0,0 0 0,0 0 0,-1 0 0,1 0 0,0 0 0,-1 0 0,1 0 0,-1 0 0,0 0 0,0 0 0,0-1 0,0 1 0,0 0 0,0 0 0,0-1 0,0 1 0,-1-1 0,1 1 0,-1-1 0,1 0 0,-1 1 0,0-1 0,1 0 0,-1 0 0,-2 1 0,1 0 0,-1-1 0,1 0 0,0 0 0,0 0 0,-1 0 0,1-1 0,-1 1 0,1-1 0,0 0 0,-1 0 0,1 0 0,-1 0 0,1-1 0,-1 0 0,1 1 0,-4-2 0,-8-4 0,0-1 0,1 0 0,0 0 0,0-2 0,-20-14 0,34 22 5,-1 1 0,1-1 0,-1 1 0,0-1 0,1 0 0,-1 1 0,1-1 0,-1 1 0,1-1 0,0 0 0,-1 1 0,1-1 0,0 0 0,-1 1 0,1-1 0,0 0 0,0 0 0,0 1 0,0-1 0,-1 0 0,1 0 0,0 0 0,1 0 0,-1 0-98,0 0 0,1 0 1,-1 0-1,1 0 0,-1 0 0,1 0 0,0 0 0,0 0 1,-1 0-1,1 0 0,0 1 0,0-1 0,0 0 1,0 0-1,1 0 0,6-4-6733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8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31 24575,'-13'-7'0,"0"2"0,-25-8 0,33 11 0,0 1 0,1 0 0,-1 0 0,0 1 0,0 0 0,0-1 0,0 2 0,0-1 0,0 0 0,0 1 0,-8 2 0,10-1 0,1-1 0,-1 1 0,0 0 0,1 0 0,0 0 0,-1 0 0,1 0 0,0 1 0,0-1 0,0 1 0,0-1 0,1 1 0,-1 0 0,1 0 0,0-1 0,-2 5 0,1-1 0,0 0 0,0 1 0,0-1 0,1 1 0,0-1 0,0 12 0,2-10 0,-1-1 0,2 0 0,-1 1 0,1-1 0,0 0 0,5 11 0,22 39 0,-9-21 0,2 7 0,-6-13 0,-1-1 0,-2 2 0,15 51 0,-20-42 0,-2 2 0,-2-1 0,-1 79 0,-4-118 0,1 0 0,0 0 0,0 1 0,1-1 0,-1 0 0,0 0 0,1 0 0,-1 0 0,1 0 0,0 0 0,-1 0 0,1 0 0,0 0 0,0-1 0,2 4 0,-1-4 0,-1 0 0,1 0 0,0 1 0,-1-1 0,1 0 0,0-1 0,0 1 0,0 0 0,0 0 0,0-1 0,0 1 0,0-1 0,0 0 0,0 0 0,0 1 0,2-1 0,7 0 20,-1 0 0,1-1 0,-1 0 0,1-1 0,16-4 0,-20 4-155,-1 0 0,0 0 0,0-1 0,0 0 0,0-1 0,0 1 0,-1-1 0,0 0 0,1 0 0,4-6 0,-1-1-6691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9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47 24575,'0'0'0,"0"-1"0,0 1 0,0-1 0,0 1 0,-1-1 0,1 1 0,0 0 0,0-1 0,-1 1 0,1-1 0,0 1 0,-1 0 0,1-1 0,0 1 0,-1 0 0,1-1 0,0 1 0,-1 0 0,1-1 0,-1 1 0,1 0 0,0 0 0,-1 0 0,0-1 0,1 2 0,-1-1 0,1 0 0,0 1 0,-1-1 0,1 0 0,0 1 0,-1-1 0,1 1 0,0-1 0,0 0 0,0 1 0,-1-1 0,1 1 0,0-1 0,0 1 0,0-1 0,0 1 0,0-1 0,0 1 0,-1 27 0,13 23 0,-11-47 0,0 0 0,1-1 0,-1 1 0,1 0 0,0 0 0,0-1 0,0 1 0,1-1 0,-1 0 0,5 4 0,-7-7 0,0 1 0,0-1 0,0 0 0,0 0 0,0 0 0,0 0 0,0 0 0,0 0 0,1 0 0,-1 0 0,0 0 0,0 0 0,0 0 0,0 0 0,0 0 0,0 0 0,0 0 0,1 0 0,-1 0 0,0 0 0,0 0 0,0 0 0,0 0 0,0 0 0,0 0 0,0 0 0,1 0 0,-1 0 0,0 0 0,0 0 0,0 0 0,0 0 0,0 0 0,0 0 0,0 0 0,0 0 0,1 0 0,-1-1 0,0 1 0,0 0 0,0 0 0,0 0 0,0 0 0,0 0 0,0 0 0,3-9 0,-2-8 0,-1 17 0,0-16 0,0 3 0,0 0 0,1 0 0,0 0 0,4-14 0,-4 24 0,-1 1 0,1-1 0,0 1 0,-1 0 0,1 0 0,0-1 0,1 1 0,-1 0 0,0 0 0,1 0 0,-1 0 0,1 0 0,-1 0 0,1 1 0,0-1 0,0 1 0,0-1 0,0 1 0,0-1 0,0 1 0,0 0 0,0 0 0,1 0 0,-1 0 0,0 1 0,1-1 0,-1 1 0,4-1 0,-2 1 0,0 0 0,0 1 0,-1-1 0,1 1 0,0 0 0,0 0 0,-1 1 0,1-1 0,-1 1 0,0 0 0,1-1 0,-1 2 0,0-1 0,5 5 0,5 4 0,21 25 0,-31-32 0,53 65 0,-50-59-1365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61 24575,'-23'-11'0,"-10"-2"0,-3-1 0,0 4 0,4 2 0,7 4-8191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0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24575,'8'-7'0,"1"-1"0,-1 1 0,1 1 0,1-1 0,16-7 0,-21 11 0,-1 1 0,1 0 0,0 1 0,0-1 0,-1 1 0,1 0 0,0 0 0,0 0 0,0 1 0,1 0 0,-1 0 0,0 0 0,0 1 0,9 1 0,-12-1 0,0 0 0,0-1 0,0 1 0,-1 0 0,1 0 0,0 0 0,-1 0 0,1 1 0,0-1 0,-1 0 0,0 1 0,1-1 0,-1 1 0,0-1 0,0 1 0,0 0 0,0 0 0,0-1 0,0 1 0,0 0 0,0 0 0,-1 0 0,1 0 0,-1 0 0,0 0 0,1 0 0,-1 0 0,0 0 0,0 0 0,0 0 0,0 0 0,-1 3 0,-1 2 0,1 0 0,-1 0 0,0 0 0,0 0 0,-1 0 0,0-1 0,-7 13 0,-8 4 0,14-18 0,0-1 0,0 1 0,0 0 0,1 1 0,0-1 0,0 0 0,1 1 0,-4 9 0,6-14 0,0 0 0,0 0 0,0 0 0,0 0 0,0 0 0,0 0 0,0 0 0,0 0 0,0 0 0,1 0 0,-1 0 0,0 0 0,1 0 0,-1 0 0,1 0 0,-1-1 0,1 1 0,-1 0 0,1 0 0,-1 0 0,1-1 0,0 1 0,0 0 0,-1-1 0,1 1 0,0-1 0,0 1 0,0-1 0,0 1 0,-1-1 0,1 1 0,0-1 0,0 0 0,0 0 0,0 1 0,0-1 0,2 0 0,4 1 0,0 0 0,1-1 0,13 0 0,-15 0 0,1 0-99,0 0 176,1-1 0,14-2 1,-20 3-166,0 0-1,0-1 1,0 0 0,0 1 0,-1-1 0,1 0 0,0 0 0,0 0 0,-1 0 0,1 0 0,-1 0-1,1-1 1,-1 1 0,1 0 0,-1-1 0,2-2 0,1-5-6738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0 102 24575,'14'-16'0,"0"1"0,23-18 0,-32 28 0,0 1 0,1 0 0,0 1 0,0-1 0,0 1 0,0 0 0,1 1 0,-1-1 0,1 1 0,-1 1 0,8-2 0,-9 3 0,0 0 0,-1 1 0,1-1 0,-1 1 0,1 0 0,-1 1 0,1-1 0,-1 1 0,0 0 0,1 0 0,-1 0 0,0 0 0,0 1 0,-1 0 0,5 3 0,7 7 0,-1 1 0,14 16 0,-25-26 0,1 0 0,-1 0 0,-1 0 0,1 0 0,-1 0 0,1 1 0,-1-1 0,-1 1 0,1 0 0,0-1 0,-1 1 0,0 0 0,0 0 0,-1 0 0,1 0 0,-1 0 0,-1 5 0,0-1 0,-1 0 0,0 0 0,0-1 0,-1 1 0,0-1 0,-1 0 0,0 1 0,-7 10 0,5-9 0,-11 17 0,2 0 0,1 1 0,-14 37 0,25-57 0,1-1 0,0 1 0,0 0 0,0 0 0,1 0 0,1 0 0,-1 1 0,1-1 0,1 0 0,-1 0 0,1 0 0,1 0 0,0 0 0,0 0 0,0 0 0,1-1 0,7 15 0,0-6 0,1-1 0,16 17 0,8 11 0,-34-41 0,1 1 0,0-1 0,-1 1 0,1 0 0,-1 0 0,0-1 0,0 1 0,0 0 0,0 0 0,0 0 0,-1 0 0,1 5 0,-1-7 0,0 0 0,-1 1 0,1-1 0,0 1 0,-1-1 0,1 0 0,-1 1 0,1-1 0,-1 0 0,0 0 0,0 1 0,1-1 0,-1 0 0,0 0 0,0 0 0,0 0 0,0 0 0,0 0 0,0 0 0,-1-1 0,1 1 0,0 0 0,0 0 0,0-1 0,-1 1 0,1-1 0,0 1 0,-3-1 0,-10 3-36,-1 0-1,0-1 1,1-1-1,-1-1 1,-26-1-1,14-1-1109,7 2-5680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79 24575,'-1'-4'0,"1"-1"0,1 0 0,-1 1 0,1-1 0,0 0 0,0 1 0,0-1 0,2-4 0,-2 7 0,0 0 0,1 0 0,-1 0 0,0 1 0,1-1 0,-1 0 0,1 1 0,0-1 0,-1 1 0,1-1 0,0 1 0,0 0 0,0 0 0,0 0 0,0 0 0,0 0 0,0 0 0,4-1 0,0 1 0,0 0 0,0 0 0,0 0 0,0 0 0,0 1 0,0 0 0,0 0 0,0 1 0,0 0 0,0 0 0,-1 0 0,1 1 0,6 2 0,-9-2 0,1-1 0,-1 1 0,0 0 0,0 0 0,0 0 0,0 0 0,0 1 0,-1-1 0,1 1 0,-1 0 0,0 0 0,1-1 0,-1 2 0,0-1 0,-1 0 0,1 0 0,-1 1 0,1-1 0,-1 0 0,0 1 0,0 0 0,0 4 0,0 1 0,-1 0 0,0 0 0,0 0 0,-1 1 0,0-1 0,-1 0 0,0 0 0,0 0 0,-1-1 0,0 1 0,0-1 0,-1 1 0,-1-1 0,1 0 0,-10 12 0,12-17 0,-1-1 0,1 1 0,-1 0 0,0-1 0,0 1 0,0-1 0,0 0 0,0 0 0,-1 0 0,1 0 0,-1-1 0,-5 2 0,3-1 0,-1-1 0,1 0 0,0 0 0,-1 0 0,1-1 0,-1 0 0,-6-1 0,2-1 0,0 0 0,0 0 0,0-1 0,1-1 0,-1 1 0,1-2 0,0 1 0,-13-10 0,18 11 0,1 0 0,0 0 0,0-1 0,1 0 0,-1 0 0,1 0 0,0 0 0,0 0 0,0-1 0,0 1 0,1-1 0,0 0 0,-3-9 0,4 11 0,0 1 0,1 0 0,-1-1 0,1 1 0,0-1 0,0 1 0,0-1 0,0 1 0,0-1 0,1 1 0,-1 0 0,1-1 0,0 1 0,-1-1 0,1 1 0,0 0 0,0 0 0,1 0 0,-1-1 0,0 1 0,1 0 0,-1 0 0,1 1 0,0-1 0,-1 0 0,1 0 0,0 1 0,0-1 0,0 1 0,0 0 0,3-2 0,2 0-151,0 1-1,-1 0 0,1 0 0,0 0 1,0 1-1,0 0 0,0 0 1,8 1-1,0 0-6674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 24575,'1'-1'0,"0"-1"0,1 1 0,-1 0 0,1 0 0,-1 0 0,1 0 0,0 0 0,-1 0 0,1 0 0,0 1 0,0-1 0,-1 1 0,1-1 0,0 1 0,0 0 0,0-1 0,2 1 0,0 1 0,-1-1 0,0 1 0,0-1 0,0 1 0,0 0 0,0 0 0,0 1 0,-1-1 0,6 3 0,0 2 0,1 1 0,-1 0 0,0 0 0,0 1 0,6 8 0,2 3 0,23 39 0,-33-48 0,0 0 0,-2 1 0,1-1 0,-1 1 0,-1 0 0,4 15 0,-7-24 0,1 1 0,-1-1 0,0 1 0,0 0 0,0-1 0,0 1 0,0-1 0,-1 1 0,1 0 0,-1-1 0,1 1 0,-1-1 0,0 0 0,0 1 0,0-1 0,-1 1 0,1-1 0,0 0 0,-1 0 0,1 0 0,-1 0 0,0 0 0,0 0 0,-3 2 0,2-2 0,0 0 0,0-1 0,0 1 0,0-1 0,0 0 0,-1 0 0,1 0 0,0 0 0,-1-1 0,1 1 0,-1-1 0,1 0 0,0 0 0,-1 0 0,1 0 0,-1-1 0,1 0 0,-5-1 0,-7-3 0,1-1 0,0 0 0,0-1 0,1-1 0,-1-1 0,2 1 0,-1-2 0,1 0 0,1 0 0,0-1 0,0-1 0,-14-19 0,23 26 10,-1 1 0,1 0 0,0-1 0,0 1 0,0-1 0,1 0 0,-1 1 0,1-1 0,0 0 0,1 0 0,-1-5 0,1 8-21,0 1 0,0 0-1,0-1 1,1 1 0,-1-1 0,0 1 0,1 0 0,-1-1-1,1 1 1,-1 0 0,1 0 0,0-1 0,-1 1 0,1 0-1,0 0 1,0 0 0,1-2 0,-1 3-60,1-1-1,-1 0 1,1 0 0,-1 0-1,1 1 1,0-1 0,-1 1-1,1-1 1,0 1 0,-1 0-1,1 0 1,0 0 0,-1 0-1,1 0 1,0 0 0,-1 0-1,4 1 1,8 2-6755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3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24575,'3'36'0,"1"0"0,17 67 0,-9-48 0,-11-53-72,-1 0 1,1-1-1,-1 1 0,1 0 0,-1 0 0,0 0 0,0 0 0,0-1 1,0 1-1,0 0 0,-1 0 0,1 0 0,0-1 0,-1 1 0,0 0 1,1 0-1,-1-1 0,-1 3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258 103 24575,'-13'-10'0,"-66"-47"0,71 52 0,-1 0 0,0 0 0,-1 1 0,1 0 0,-1 1 0,0 0 0,-12-3 0,20 6 0,0 0 0,-1 0 0,1-1 0,-1 1 0,1 1 0,-1-1 0,1 0 0,0 1 0,-1-1 0,1 1 0,-1 0 0,1-1 0,0 1 0,0 0 0,-1 1 0,1-1 0,-3 3 0,2-2 0,1 1 0,-1-1 0,1 1 0,0 0 0,0 0 0,0 0 0,0 0 0,0 1 0,1-1 0,-3 7 0,2-2 0,0 0 0,0 1 0,1-1 0,0 1 0,0 0 0,1-1 0,0 1 0,1-1 0,2 14 0,41 227 0,-35-193 0,9 94 0,-2 275 0,-16-408 0,-1 16 0,2 0 0,7 55 0,8-8 0,-10-47 0,-6-27 0,1 1 0,0-1 0,0 0 0,1 1 0,3 8 0,-3-13 0,-1 1 0,0-1 0,1 0 0,-1 0 0,1 0 0,0 0 0,0 0 0,-1-1 0,1 1 0,0-1 0,1 1 0,-1-1 0,0 0 0,0 1 0,1-1 0,-1 0 0,0-1 0,4 2 0,6 1-1365,-1-2-5461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5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24575,'0'-2'0,"0"1"0,0 0 0,0-1 0,0 1 0,0 0 0,1-1 0,-1 1 0,0 0 0,1-1 0,-1 1 0,0 0 0,1 0 0,0-1 0,-1 1 0,1 0 0,0 0 0,1-2 0,-1 3 0,0-1 0,-1 1 0,1-1 0,0 1 0,0 0 0,0-1 0,0 1 0,0 0 0,-1 0 0,1 0 0,0-1 0,0 1 0,0 0 0,0 0 0,0 0 0,0 1 0,0-1 0,-1 0 0,3 1 0,4 1 0,-1 1 0,1 0 0,-1 0 0,0 1 0,7 5 0,-10-7 0,115 80 0,-116-81 0,-1 1 0,1-1 0,-1 1 0,1-1 0,-1 1 0,0 0 0,0 0 0,1-1 0,-1 1 0,0 0 0,-1 0 0,1 0 0,0 0 0,-1 0 0,1 0 0,-1 1 0,1-1 0,-1 0 0,0 0 0,0 0 0,0 0 0,0 0 0,0 1 0,-1-1 0,0 2 0,-2 7 0,0 0 0,-1 0 0,-10 18 0,1 1 0,5-5 0,1 0 0,1 0 0,-4 45 0,4 79 0,10-35 0,20 121 0,-12-132 0,11 184 0,-16-213 0,1 41 0,-7-92 0,-1-16 0,1 1 0,-1-1 0,0 0 0,-1 0 0,0 0 0,-3 14 0,3-20 0,1 1 0,-1-1 0,0 0 0,0 1 0,0-1 0,0 0 0,-1 0 0,1 0 0,0 0 0,0 0 0,-1 0 0,1 0 0,-1 0 0,1 0 0,-1 0 0,1-1 0,-1 1 0,1-1 0,-1 1 0,1-1 0,-1 0 0,0 0 0,1 1 0,-1-1 0,-3 0 0,-4-1 0,0 1 0,-1-1 0,-11-3 0,15 2 0,-15-2-1365,1 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 24575,'-5'-3'0,"5"8"0,7 10 0,-2-6 0,1 0 0,1 0 0,0-1 0,0 0 0,0 0 0,1-1 0,10 8 0,67 43 0,-67-47 0,91 49 0,-70-40 0,69 46 0,-91-54 0,-11-8 0,-1-1 0,1 1 0,-1 1 0,0-1 0,8 10 0,-13-14 0,1 1 0,-1-1 0,0 0 0,0 0 0,0 0 0,1 1 0,-1-1 0,0 0 0,0 0 0,0 1 0,0-1 0,0 0 0,1 0 0,-1 1 0,0-1 0,0 0 0,0 1 0,0-1 0,0 0 0,0 0 0,0 1 0,0-1 0,0 0 0,0 1 0,0-1 0,0 0 0,-1 1 0,-5-1 0,-12-7 0,8 1-195,0 1 0,1-1 0,0-1 0,1 0 0,-1 0 0,-13-16 0,11 10-6631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30 24575,'-3'-3'0,"0"0"0,0 0 0,0 1 0,-1 0 0,1 0 0,0-1 0,-1 2 0,0-1 0,1 0 0,-1 1 0,0 0 0,0 0 0,0 0 0,0 0 0,0 0 0,0 1 0,0 0 0,0 0 0,0 0 0,0 0 0,0 1 0,-6 1 0,5 0 0,-1 0 0,0 0 0,1 0 0,-1 1 0,1 0 0,0 0 0,0 1 0,0-1 0,0 1 0,1 0 0,-1 0 0,1 1 0,0-1 0,-4 7 0,-7 14 0,0 0 0,2 0 0,0 2 0,-12 39 0,18-39 14,6-19-289,-1-1-1,0 0 0,-1 1 0,-4 8 0,1-6-6550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77 24575,'-9'-4'0,"0"1"0,-1 0 0,0 0 0,1 1 0,-1 0 0,0 1 0,-14-1 0,20 3 0,1-1 0,0 0 0,-1 1 0,1-1 0,0 1 0,-1 0 0,1 0 0,0 0 0,0 1 0,0-1 0,0 1 0,0 0 0,0 0 0,1 0 0,-1 0 0,0 0 0,1 0 0,0 1 0,-1-1 0,1 1 0,0 0 0,0-1 0,1 1 0,-1 0 0,-1 5 0,-1-1 0,2 0 0,-1 0 0,1 0 0,0 0 0,0 1 0,0 10 0,2-15 0,0-1 0,0 1 0,0-1 0,0 1 0,1-1 0,-1 1 0,1-1 0,0 1 0,0-1 0,0 1 0,0-1 0,0 0 0,0 0 0,1 1 0,-1-1 0,1 0 0,-1 0 0,1 0 0,0-1 0,0 1 0,0 0 0,3 2 0,1 0 0,1-1 0,0 1 0,1-1 0,-1-1 0,1 1 0,-1-1 0,1 0 0,-1-1 0,1 0 0,0 0 0,14-1 0,-9 0 0,0-1 0,-1-1 0,1 0 0,0-1 0,-1 0 0,18-7 0,-25 7 0,0 1 0,0-1 0,0 0 0,0 0 0,0 0 0,-1-1 0,0 0 0,0 1 0,0-2 0,0 1 0,0 0 0,-1-1 0,0 1 0,0-1 0,4-9 0,-6 11 0,0-1 0,1 1 0,-2 0 0,1-1 0,0 1 0,-1-1 0,0 1 0,0-1 0,0 1 0,0 0 0,0-1 0,-1 1 0,1-1 0,-1 1 0,0 0 0,0-1 0,0 1 0,-1 0 0,1 0 0,-1 0 0,1 0 0,-1 0 0,0 0 0,0 0 0,-1 1 0,-3-4 0,-1-1 15,0 2 0,-1-1 0,0 1 0,0 0 0,0 1 0,0 0 0,-13-4 0,3 2-510,0 1 0,-31-5 0,32 8-6331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275 107 24575,'-17'-12'0,"-67"-41"0,69 45 0,0 0 0,-1 0 0,-25-6 0,39 13 0,0 0 0,0 1 0,-1-1 0,1 1 0,0 0 0,0 0 0,0 0 0,0 0 0,-1 0 0,1 0 0,0 1 0,0-1 0,0 1 0,0-1 0,0 1 0,0 0 0,-4 2 0,4-2 0,-1 1 0,1 0 0,0 0 0,0 0 0,0 1 0,0-1 0,0 0 0,0 1 0,1-1 0,-1 1 0,-1 4 0,-1 4 0,0 1 0,1-1 0,1 1 0,0 0 0,-1 16 0,2-16 0,1 0 0,0 1 0,1-1 0,0 0 0,1 1 0,0-1 0,1 0 0,8 20 0,-5-18 0,1 1 0,1-2 0,0 1 0,1-1 0,0 0 0,16 16 0,-7-12 0,0-1 0,39 27 0,-33-27 0,33 31 0,40 36 0,-88-75 0,1 0 0,-2 0 0,1 1 0,10 14 0,-17-20 0,0-1 0,0 1 0,0 0 0,-1-1 0,1 1 0,-1 0 0,0 0 0,1 0 0,-1 0 0,-1 0 0,1 0 0,0 1 0,-1-1 0,0 0 0,1 0 0,-1 0 0,-1 1 0,1-1 0,0 0 0,-1 0 0,-1 5 0,1-6 0,0 0 0,0 0 0,0 0 0,-1 0 0,1 0 0,0 0 0,-1-1 0,0 1 0,1 0 0,-1-1 0,0 0 0,0 1 0,0-1 0,0 0 0,-3 2 0,0-2 0,1 0 0,-1 1 0,1-1 0,-1-1 0,1 1 0,-1-1 0,-5 1 0,-5-2 0,1-1 0,-1 0 0,-26-8 0,23 4 0,-1 0 0,1-1 0,0-1 0,0-1 0,1-1 0,-30-21 0,44 28 0,0 1 0,1-1 0,-1 0 0,1 0 0,-1 0 0,1 0 0,0 0 0,0-1 0,0 1 0,1 0 0,-3-8 0,4 9 0,-1 1 0,1-1 0,-1 0 0,1 1 0,0-1 0,0 0 0,0 1 0,0-1 0,0 0 0,1 0 0,-1 1 0,0-1 0,1 0 0,-1 1 0,1-1 0,0 1 0,-1-1 0,1 1 0,0-1 0,0 1 0,0-1 0,0 1 0,0 0 0,0-1 0,0 1 0,1 0 0,-1 0 0,3-2 0,6-2-227,1 0-1,1 0 1,-1 1-1,0 0 1,20-3-1,-17 4-6598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 24575,'-2'0'0,"-71"2"0,63-1 0,1 1 0,-1 0 0,1 0 0,0 0 0,-15 7 0,20-6 0,-1 0 0,0 1 0,1-1 0,0 1 0,0 0 0,0 0 0,0 0 0,1 1 0,-1-1 0,1 1 0,0 0 0,1 0 0,-1 0 0,1 0 0,0 1 0,0-1 0,1 0 0,-1 1 0,1-1 0,0 1 0,1 0 0,0-1 0,-1 1 0,2 0 0,0 7 0,2-2 0,1-1 0,0 1 0,1-1 0,0 0 0,0-1 0,9 11 0,44 51 0,-10-13 0,-37-45 0,-1 1 0,-1 0 0,0 1 0,-1 0 0,-1 1 0,0 0 0,9 32 0,-10-25 0,-2 1 0,-1 0 0,0 32 0,-3-53 0,0 0 0,0-1 0,0 1 0,1 0 0,-1 0 0,1-1 0,-1 1 0,1 0 0,0-1 0,0 1 0,0-1 0,0 1 0,1-1 0,-1 1 0,3 2 0,-2-3 0,0 0 0,0-1 0,0 1 0,1-1 0,-1 1 0,0-1 0,1 0 0,-1 0 0,1 0 0,-1 0 0,1-1 0,0 1 0,-1-1 0,1 1 0,0-1 0,2 0 0,117-1 0,-42-1 0,-76 2 24,1 0 0,0 0 0,0-1 0,6-1 0,-9 2-117,-1-1 0,1 1 1,0-1-1,-1 0 0,1 0 0,-1 1 0,1-1 0,-1 0 1,0 0-1,1-1 0,-1 1 0,0 0 0,0 0 1,1 0-1,0-3 0,2-5-6733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6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32 24575,'-14'-10'0,"12"12"0,6 8 0,13 18 0,0 0 0,2-1 0,1-1 0,31 32 0,-50-58 0,0 1 0,-1 0 0,1 0 0,0-1 0,-1 1 0,1 0 0,0-1 0,0 1 0,0-1 0,0 1 0,-1-1 0,1 1 0,0-1 0,0 0 0,2 1 0,-3-1 0,0 0 0,1 0 0,-1 0 0,1-1 0,-1 1 0,1 0 0,-1 0 0,0 0 0,1 0 0,-1-1 0,0 1 0,1 0 0,-1 0 0,1-1 0,-1 1 0,0 0 0,0-1 0,1 1 0,-1 0 0,0-1 0,0 1 0,1 0 0,-1-1 0,0 0 0,2-3 0,-1-1 0,1 0 0,-1 1 0,0-1 0,0-5 0,0-3 0,6-40 0,-6 38 0,1-1 0,6-26 0,-8 40 0,1 1 0,-1-1 0,1 0 0,-1 1 0,1-1 0,0 1 0,0-1 0,0 1 0,0-1 0,0 1 0,0 0 0,0-1 0,0 1 0,0 0 0,1 0 0,-1 0 0,0 0 0,1 0 0,-1 0 0,1 0 0,2 0 0,-2 0 0,1 1 0,-1-1 0,1 1 0,0 0 0,-1 0 0,1 0 0,0 0 0,-1 1 0,1-1 0,0 1 0,-1-1 0,4 3 0,5 1 0,1 2 0,-2-1 0,1 2 0,16 12 0,75 64 0,-100-80-109,17 13 352,-19-15-284,1-1 1,-1 0-1,0 1 1,1-1-1,-1 0 1,1 1-1,-1-1 1,0 1-1,0-1 1,1 0-1,-1 1 1,0-1-1,0 1 1,1-1-1,-1 1 1,0-1-1,0 1 1,0 0-1,0-1 1,0 1-1,0-1 1,0 1-1,0-1 1,0 1-1,0-1 1,0 1-1,0-1 1,0 1-1,0-1 1,0 1-1,-1-1 0,1 1 1,0-1-1,0 1 1,-1-1-1,1 1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7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24575,'10'-8'0,"0"0"0,0 2 0,0-1 0,1 1 0,0 1 0,14-6 0,-19 9 0,0 1 0,0-1 0,0 1 0,0 0 0,1 1 0,-1 0 0,0 0 0,0 0 0,1 0 0,-1 1 0,0 0 0,0 0 0,0 1 0,6 2 0,-1 0 0,0 0 0,0 1 0,-1 1 0,0 0 0,0 0 0,0 1 0,-1 0 0,0 0 0,0 1 0,-1 0 0,0 1 0,0 0 0,-1 0 0,-1 1 0,1 0 0,6 15 0,30 65 0,18 43 0,-33-77 0,-18-39 0,-2 0 0,8 21 0,-4-7 0,-7-17 0,0 0 0,0 0 0,2 18 0,-7-31 0,1 0 0,-1 0 0,0 0 0,0 1 0,0-1 0,0 0 0,0 0 0,-1 0 0,1 0 0,0 0 0,0 0 0,-1 0 0,1 0 0,-1 0 0,1 0 0,-1 0 0,1 0 0,-1 0 0,1 0 0,-1 0 0,-1 0 0,1 0 0,-1 1 0,1-1 0,-1 0 0,0-1 0,0 1 0,1 0 0,-1 0 0,0-1 0,0 1 0,0-1 0,-2 1 0,-5 0 0,0-1 0,0 0 0,-18-2 0,26 2 0,-174-29-1365,157 27-5461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24575,'-1'2'0,"-1"1"0,0-1 0,1 0 0,0 1 0,-1 0 0,1-1 0,0 1 0,0 0 0,1-1 0,-1 1 0,0 0 0,1 0 0,0 0 0,0 5 0,0 0 0,0 0 0,1 1 0,3 14 0,1-6 0,1-1 0,1 1 0,13 22 0,1 3 0,-12-22 0,-4-7 0,1 0 0,10 17 0,-16-31-20,0 1 1,0 0-1,0 0 0,0 0 0,0 0 1,0 0-1,0 0 0,0-1 0,0 1 0,0 0 1,0 0-1,1 0 0,-1 0 0,0 0 0,0 0 1,0 0-1,0 0 0,0-1 0,0 1 1,0 0-1,0 0 0,1 0 0,-1 0 0,0 0 1,0 0-1,0 0 0,0 0 0,0 0 0,0 0 1,1 0-1,-1 0 0,0 0 0,0 0 1,0 0-1,0 0 0,0 0 0,0 0 0,1 0 1,-1 0-1,0 0 0,0 0 0,0 0 0,0 0 1,0 0-1,0 0 0,0 0 0,1 0 1,-1 0-1,0 0 0,0 1 0,0-1 0,0 0 1,0 0-1,0 0 0,0 0 0,0 0 0,0 0 1,1 0-1,-1 1 0,0-1 0,0 0 0,0 0 1,0 0-1,0 0 0,0 0 0,0 0 1,0 0-1,0 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 24575,'-28'10'0,"-15"4"0,-3 1 0,5-1 0,5-3 0,8-3 0,2-4 0,4-2 0,2-1 0,3-1 0,1-1 0,1 0 0,3 1-8191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 24575,'-13'-10'0,"11"10"0,8 6 0,26 21 0,2-3 0,50 29 0,80 31 0,-112-60 0,102 35 0,-150-58 0,0 0 0,1 0 0,-1-1 0,0 1 0,8-1 0,-11 0 0,-1 0 0,1 0 0,0-1 0,-1 1 0,1 0 0,0 0 0,-1 0 0,1-1 0,0 1 0,-1 0 0,1 0 0,-1-1 0,1 1 0,-1-1 0,1 1 0,-1 0 0,1-1 0,0 0 0,-1 0 0,0 0 0,1 1 0,-1-1 0,0 0 0,0 1 0,0-1 0,0 0 0,0 0 0,0 1 0,0-1 0,0 0 0,0 0 0,0 1 0,-1-1 0,1 0 0,0 1 0,0-1 0,-1 0 0,1 1 0,0-1 0,-1 0 0,-3-6-40,-1 2 0,1-1 0,-1 0-1,0 1 1,-10-8 0,5 4-1084,-4-3-5702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24575,'-41'10'0,"-58"19"0,90-26 0,0 1 0,-1 0 0,2 1 0,-1 0 0,0 1 0,1 0 0,-14 12 0,19-15-6,0 1-1,1 0 1,-1-1-1,0 1 1,1 0-1,0 0 1,0 0-1,0 1 1,-1 6-1,0 2 106,-3 26 0,6-32-249,-1 1 0,0-1 0,0 1 1,-1-1-1,0 0 0,0 0 0,0 0 1,-1 0-1,-6 11 0,1-8-6676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9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24575,'0'11'0,"1"1"0,0-1 0,0 1 0,1-1 0,0 0 0,1 0 0,0 0 0,1 0 0,0 0 0,1-1 0,11 18 0,-11-20 0,-2-3 0,0-1 0,0 1 0,0 0 0,-1 0 0,1 0 0,2 9 0,-5-13-25,0-1 1,0 0-1,0 0 0,0 0 0,0 0 0,0 0 0,0 0 1,0 1-1,0-1 0,0 0 0,0 0 0,0 0 1,0 0-1,0 0 0,0 1 0,0-1 0,0 0 0,0 0 1,0 0-1,0 0 0,0 0 0,0 0 0,0 1 0,-1-1 1,1 0-1,0 0 0,0 0 0,0 0 0,0 0 1,0 0-1,0 0 0,0 0 0,0 0 0,-1 1 0,1-1 1,0 0-1,0 0 0,0 0 0,0 0 0,0 0 0,0 0 1,-1 0-1,1 0 0,0 0 0,0 0 0,0 0 1,0 0-1,0 0 0,-1 0 0,1 0 0,0 0 0,0 0 1,0 0-1,0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490 230 24575,'-129'-120'0,"108"102"0,-1 2 0,-1 1 0,0 0 0,-36-15 0,54 27 0,-1 1 0,0-1 0,0 2 0,0-1 0,0 1 0,0 0 0,0 0 0,-10 0 0,12 1 0,-1 1 0,1 0 0,-1 0 0,1 0 0,-1 1 0,1-1 0,0 1 0,0 0 0,0 0 0,0 1 0,-7 4 0,3-1 0,0 1 0,1-1 0,0 1 0,1 1 0,0-1 0,0 1 0,0 0 0,1 1 0,0-1 0,1 1 0,-1 0 0,2 0 0,0 0 0,0 1 0,0-1 0,1 1 0,-1 11 0,2-9 0,1 0 0,0 0 0,1 0 0,0 0 0,0 0 0,2-1 0,-1 1 0,1-1 0,1 1 0,0-1 0,1 0 0,0 0 0,13 18 0,5 4 0,2-2 0,47 45 0,66 48 0,-119-108 0,5 3 0,-1 1 0,-1 1 0,-1 1 0,23 31 0,-42-51 0,-1 0 0,0-1 0,0 1 0,0 0 0,-1 0 0,1 0 0,0-1 0,-1 1 0,1 0 0,-1 0 0,1 0 0,-1 0 0,0 0 0,0 4 0,0-5 0,-1 0 0,1 1 0,-1-1 0,1 1 0,-1-1 0,0 0 0,1 0 0,-1 1 0,0-1 0,0 0 0,0 0 0,0 0 0,0 0 0,0 0 0,0 0 0,0 0 0,0 0 0,-1-1 0,1 1 0,0 0 0,-2 0 0,-5 2 0,-1 0 0,1 0 0,-1-1 0,1 0 0,-1-1 0,0 0 0,1 0 0,-1-1 0,0 0 0,0 0 0,0-1 0,-9-2 0,-5-2 0,0-1 0,1-1 0,-30-13 0,39 14 0,0 0 0,0-1 0,0 0 0,-15-13 0,24 17 0,1 0 0,-1 0 0,0-1 0,1 0 0,-1 0 0,1 1 0,0-2 0,1 1 0,-1 0 0,1-1 0,0 1 0,0-1 0,0 0 0,0 1 0,1-1 0,-1-7 0,2 10 5,0 0 0,0 0 0,0 0 0,0 0 0,0 0 0,1 0 0,-1 0 0,1 0 0,0 0 0,-1 0 0,1 0 0,0 0 0,0 0 0,0 0 0,0 0 0,1 1 0,-1-1 0,0 0 0,1 1 0,-1-1 0,1 1 0,0 0 0,2-2 0,3-2-302,0 2 0,1-1 0,-1 1 0,14-5 0,-7 4-6529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1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1 24575,'-17'0'0,"0"1"0,0 0 0,0 2 0,1 0 0,-1 0 0,-29 12 0,40-12 0,0-1 0,1 1 0,-1 1 0,0-1 0,1 1 0,0 0 0,0 0 0,0 1 0,-4 5 0,6-6 0,0 0 0,1-1 0,0 1 0,0 0 0,0 0 0,0 1 0,0-1 0,1 0 0,0 1 0,0-1 0,0 1 0,1-1 0,-1 1 0,1 6 0,2 4 0,1 0 0,0 0 0,1 0 0,0-1 0,13 26 0,-8-18 0,8 20 0,23 67 0,-33-89 0,-2 0 0,-1 0 0,3 33 0,-5-13 0,2-1 0,12 52 0,-15-85 0,0-1 0,1 1 0,0-1 0,1 0 0,-1 0 0,1 0 0,0 0 0,0 0 0,5 5 0,-5-7 0,-1-1 0,1 1 0,0-1 0,0 0 0,0 0 0,0 0 0,0 0 0,0-1 0,1 1 0,-1-1 0,1 0 0,-1 0 0,1 0 0,-1-1 0,7 1 0,5 1 24,0-1 0,0-1 0,-1-1 0,23-3 0,-33 3-86,-1 1 0,1-1 0,-1 0 0,1 0 1,-1-1-1,0 1 0,1-1 0,-1 0 0,0 0 0,0 0 0,0 0 0,0 0 1,-1-1-1,1 1 0,0-1 0,-1 1 0,0-1 0,0 0 0,0 0 0,0 0 1,0-1-1,-1 1 0,3-6 0,0-4-6764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2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24575,'21'29'0,"24"27"0,-39-50 0,1 1 0,-1-1 0,1 0 0,1-1 0,13 9 0,-19-13 0,-1 0 0,0-1 0,1 1 0,-1 0 0,1-1 0,-1 1 0,1-1 0,-1 1 0,1-1 0,-1 0 0,1 1 0,0-1 0,-1 0 0,1 0 0,-1 0 0,1 0 0,0-1 0,-1 1 0,1 0 0,-1-1 0,1 1 0,-1-1 0,1 1 0,-1-1 0,1 0 0,-1 0 0,0 0 0,1 1 0,-1-1 0,0 0 0,0-1 0,1 1 0,-1 0 0,0 0 0,0 0 0,-1-1 0,1 1 0,1-3 0,2-5 0,0-1 0,-1 1 0,0-1 0,-1 0 0,2-12 0,1-4 0,-4 22 0,0-1 0,1 1 0,-1-1 0,1 1 0,3-8 0,-5 12 0,1-1 0,-1 1 0,0-1 0,1 0 0,-1 1 0,1-1 0,-1 1 0,1-1 0,-1 1 0,1-1 0,-1 1 0,1 0 0,-1-1 0,1 1 0,0 0 0,-1-1 0,1 1 0,0 0 0,-1 0 0,1-1 0,0 1 0,-1 0 0,1 0 0,0 0 0,-1 0 0,1 0 0,0 0 0,-1 0 0,1 0 0,0 0 0,0 0 0,-1 1 0,1-1 0,0 0 0,-1 0 0,1 1 0,-1-1 0,1 0 0,0 1 0,7 5 0,-1 0 0,-1 0 0,1 0 0,-1 1 0,0 0 0,0 0 0,5 11 0,16 17 0,-8-12-682,26 40-1,-39-53-6143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2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 24575,'-13'-3'0,"-4"2"0,-2 2 0,2 2 0,2 4 0,1 0 0,2 2 0,1 2 0,0-1 0,-1 0 0,-4 2 0,-1-2 0,2-3-8191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3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24575,'3'18'0,"3"12"0,0 2 0,3-1 0,2-1 0,1-2 0,2-4 0,0-4 0,2-2 0,-3 1 0,-1 0 0,0-1 0,-2-1 0,-2-1 0,-3 0 0,-3-3-8191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24575,'23'5'0,"-6"-2"0,1 1 0,-1 1 0,21 8 0,-34-11 0,-1-1 0,1 1 0,-1 0 0,1 0 0,-1 0 0,0 0 0,0 1 0,0 0 0,0-1 0,0 1 0,-1 0 0,1 0 0,-1 1 0,0-1 0,0 0 0,0 1 0,0-1 0,0 1 0,-1 0 0,2 4 0,6 42 0,20 79 0,33 52 0,-7-23 0,-51-146 0,-1 0 0,1 15 0,-3-22 0,-1-1 0,1 1 0,-1-1 0,0 1 0,-1 0 0,1-1 0,-1 1 0,0 0 0,-2 4 0,2-8 0,1 1 0,-1-1 0,0 0 0,0 0 0,0 1 0,0-1 0,0 0 0,0 0 0,-1 0 0,1 0 0,0 0 0,-1 0 0,1 0 0,0-1 0,-1 1 0,1 0 0,-1-1 0,1 1 0,-1-1 0,1 0 0,-1 1 0,1-1 0,-1 0 0,0 0 0,-2 0 0,-5-1 0,0 1 0,0-2 0,-13-2 0,7 1 0,-76-11-1365,70 10-5461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4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24575,'0'13'0,"0"7"0,0 3 0,3-1 0,0-1 0,3-1 0,0 1 0,2-1 0,-1-1 0,1-1 0,0-1 0,0-3 0,0-2 0,0 0 0,2-3 0,-1 1 0,0-2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4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0 24575,'-28'3'0,"-13"0"0,-1 1 0,1-2 0,5 0 0,6-1 0,6 0 0,3 2 0,4 0 0,5 0-8191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5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24575,'-1'1'0,"0"1"0,0-1 0,0 0 0,0 0 0,0 0 0,0 0 0,1 1 0,-1-1 0,1 0 0,-1 1 0,1-1 0,-1 1 0,1-1 0,-1 0 0,1 1 0,0-1 0,0 1 0,0-1 0,0 1 0,0-1 0,0 1 0,0-1 0,1 0 0,-1 1 0,1-1 0,-1 1 0,1-1 0,-1 0 0,1 1 0,-1-1 0,1 0 0,0 0 0,0 1 0,0-1 0,0 0 0,0 0 0,1 1 0,5 5 0,0-1 0,0 1 0,1-2 0,11 8 0,-12-9 0,96 58 0,133 58 0,-224-114-111,16 7 349,-26-12-362,0 0-1,0-1 1,0 1 0,0-1-1,-1 1 1,1-1 0,0 0-1,0 0 1,0 0 0,0 0-1,4 0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5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0 24575,'-23'5'0,"-11"2"0,2 2 0,2 3 0,4 1 0,7 1 0,6 1 0,4 1 0,2-1 0,0 1 0,2 0 0,-2-4 0,1 0 0,1 0 0,0 1 0,-3 0 0,0 1 0,2-2-8191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6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24575,'7'-5'0,"1"1"0,0 0 0,1 0 0,-1 1 0,0 0 0,1 0 0,0 1 0,0 0 0,0 1 0,0 0 0,0 0 0,0 1 0,0 0 0,0 1 0,12 2 0,-19-3 0,1 1 0,-1-1 0,0 1 0,0 0 0,1-1 0,-1 1 0,0 0 0,0 1 0,0-1 0,0 0 0,-1 0 0,1 1 0,0-1 0,0 1 0,-1 0 0,1-1 0,-1 1 0,1 0 0,-1 0 0,0 0 0,0 0 0,0 0 0,0 0 0,0 0 0,0 0 0,-1 1 0,1-1 0,-1 0 0,1 0 0,-1 1 0,0-1 0,0 0 0,0 1 0,0-1 0,0 0 0,-1 0 0,1 1 0,-1-1 0,-1 4 0,-1 3 0,0-1 0,-1 0 0,0 0 0,0 0 0,-1 0 0,0-1 0,0 0 0,-1 0 0,-7 7 0,12-13 0,0 0 0,0 0 0,-1 0 0,1 1 0,0-1 0,0 0 0,0 1 0,1-1 0,-1 1 0,0-1 0,0 1 0,1-1 0,-1 1 0,1-1 0,-1 1 0,1 0 0,0-1 0,0 1 0,-1 0 0,1-1 0,0 1 0,1 0 0,-1-1 0,0 1 0,0 0 0,1 1 0,0-1 0,0 0 0,1-1 0,-1 1 0,0 0 0,1 0 0,-1-1 0,1 1 0,-1-1 0,1 0 0,-1 1 0,1-1 0,0 0 0,0 0 0,0 0 0,0 0 0,0 0 0,0 0 0,0-1 0,4 1 0,9 2 0,0-1 0,1-1 0,-1-1 0,1 0 0,17-3 0,-21 0-1365,-2-1-5461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7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319 106 24575,'-36'-20'0,"0"0"0,0 1 0,-64-23 0,97 41 0,-1 0 0,1 0 0,-1 0 0,1 1 0,-1-1 0,1 1 0,-1 0 0,1 0 0,-1 0 0,0 1 0,1-1 0,-1 1 0,1 0 0,0 0 0,-1 0 0,1 1 0,0-1 0,-7 4 0,7-3 0,0 1 0,0 0 0,0-1 0,0 1 0,1 0 0,-1 1 0,1-1 0,0 0 0,0 1 0,0-1 0,0 1 0,0 0 0,1-1 0,0 1 0,0 0 0,-1 6 0,1-3 0,0 0 0,1 0 0,0 0 0,1 0 0,0 1 0,0-1 0,0 0 0,1-1 0,0 1 0,0 0 0,1 0 0,0-1 0,0 0 0,1 1 0,-1-1 0,1-1 0,6 8 0,9 9 0,1-1 0,40 35 0,-58-54 0,39 32 0,67 62 0,-91-80 0,-1 1 0,-1 1 0,-1 1 0,13 21 0,-24-36 0,-1 1 0,0 0 0,0 0 0,0-1 0,-1 1 0,1 0 0,-1 1 0,0-1 0,-1 0 0,1 0 0,-1 0 0,-1 8 0,1-10 0,0-1 0,-1 1 0,1-1 0,-1 1 0,0-1 0,0 1 0,0-1 0,0 0 0,0 0 0,-1 1 0,1-1 0,-1 0 0,1 0 0,-1 0 0,0-1 0,0 1 0,0 0 0,0-1 0,0 1 0,0-1 0,0 1 0,0-1 0,-1 0 0,1 0 0,0 0 0,-1 0 0,-3 0 0,-5 1 0,0-1 0,0 0 0,1 0 0,-1-1 0,0-1 0,0 0 0,0 0 0,0-1 0,0-1 0,1 1 0,-1-2 0,1 1 0,0-2 0,0 1 0,0-1 0,1-1 0,0 0 0,0 0 0,0-1 0,-9-9 0,17 15 0,-1 0 0,1-1 0,0 1 0,0-1 0,-1 1 0,1-1 0,0 1 0,0-1 0,1 0 0,-1 1 0,0-1 0,0 0 0,1 0 0,-1 0 0,1 1 0,0-1 0,0 0 0,-1 0 0,1 0 0,0 0 0,1-2 0,-1 2 0,1 0 0,0 0 0,0 0 0,0 0 0,0 0 0,0 0 0,0 0 0,0 1 0,1-1 0,-1 0 0,1 1 0,-1-1 0,1 1 0,0-1 0,-1 1 0,1 0 0,0 0 0,2-1 0,13-6-175,0 1-1,0 0 0,35-7 1,-41 12-488,0-1-6163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7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65 24575,'-85'-41'0,"71"36"0,1 0 0,0 1 0,-1 1 0,-22-3 0,34 6 0,-1-1 0,1 1 0,-1 0 0,1 0 0,-1 1 0,1-1 0,-1 0 0,1 1 0,-1 0 0,1-1 0,0 1 0,-1 0 0,1 0 0,0 0 0,0 1 0,0-1 0,0 0 0,-2 3 0,1-2 0,1 1 0,0-1 0,0 1 0,0 0 0,1 0 0,-1 0 0,0 0 0,1 0 0,0 0 0,0 0 0,-1 7 0,0 1 0,1-1 0,1 1 0,0 0 0,0-1 0,1 1 0,0 0 0,4 14 0,2-4 0,1 1 0,1-2 0,1 1 0,23 35 0,0 0 0,-17-25 0,-2 0 0,17 58 0,6 71 0,-33-142 0,-1 0 0,1 1 0,0-1 0,11 26 0,-13-39 0,0-1 0,1 1 0,-1 0 0,1-1 0,0 0 0,1 0 0,-1 0 0,0 0 0,1 0 0,0-1 0,0 1 0,0-1 0,1 0 0,-1 0 0,1-1 0,-1 0 0,7 3 0,-6-3-44,0 0 0,0-1 0,1 1 0,-1-1 0,1 0 0,-1-1 0,1 1 0,-1-1 0,1 0 0,-1-1 0,1 1 0,-1-1 0,1 0 0,-1-1 0,0 1 0,1-1 0,-1 0 0,0 0-1,0-1 1,0 1 0,-1-1 0,1 0 0,-1 0 0,1-1 0,-1 0 0,0 1 0,0-1 0,-1-1 0,1 1 0,4-7 0,-1-2-6782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8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14 24575,'-1'0'0,"1"0"0,0 0 0,-1 0 0,1 0 0,0 0 0,-1 0 0,1 0 0,0 0 0,-1 0 0,1 0 0,0 0 0,-1 1 0,1-1 0,0 0 0,-1 0 0,1 0 0,0 1 0,-1-1 0,1 0 0,0 0 0,0 1 0,0-1 0,-1 0 0,1 0 0,0 1 0,0-1 0,0 0 0,0 1 0,-1 0 0,1 13 0,8 13 0,23 32 0,-27-52 0,0-1 0,0 0 0,1 0 0,0 0 0,0 0 0,11 8 0,-15-13 0,0-1 0,0 1 0,0 0 0,0-1 0,0 1 0,1 0 0,-1-1 0,0 1 0,0-1 0,1 0 0,-1 0 0,0 1 0,0-1 0,1 0 0,-1 0 0,0 0 0,0 0 0,1 0 0,-1 0 0,2-1 0,-1 0 0,0 0 0,-1 0 0,1 0 0,0 0 0,-1 0 0,1 0 0,-1 0 0,1 0 0,-1-1 0,0 1 0,1-1 0,0-1 0,2-4 0,0 1 0,-1-1 0,0 0 0,0 0 0,3-13 0,0-5 0,-6 20 0,1-1 0,0 1 0,0-1 0,1 1 0,-1 0 0,1 0 0,0 0 0,1 0 0,-1 0 0,1 0 0,0 1 0,5-6 0,-7 9 0,1 0 0,-1 0 0,1 0 0,-1 0 0,1 0 0,0 1 0,-1-1 0,1 0 0,0 1 0,0 0 0,-1-1 0,1 1 0,0 0 0,0 0 0,0 0 0,-1 0 0,1 0 0,0 0 0,0 1 0,0-1 0,-1 1 0,1-1 0,0 1 0,-1-1 0,1 1 0,0 0 0,2 2 0,4 2 0,0 0 0,0 0 0,12 13 0,17 12-38,-27-22-151,0 0-1,-1 0 0,1 0 1,-2 1-1,1 1 1,12 18-1,-15-16-6636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8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10 24575,'-10'-3'0,"-7"0"0,-2 0 0,-1 3 0,1 1 0,0 1 0,2 0 0,0 3 0,1-1 0,1 0 0,0-1 0,2-1-8191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9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24575,'10'-4'0,"0"1"0,1 0 0,-1 1 0,1 0 0,0 1 0,0 0 0,-1 1 0,1 0 0,0 1 0,0 0 0,-1 0 0,1 1 0,-1 1 0,1 0 0,-1 0 0,0 1 0,0 0 0,0 1 0,-1 0 0,1 0 0,-1 1 0,0 1 0,8 7 0,-14-12 0,-1 0 0,1 1 0,-1-1 0,1 1 0,-1 0 0,0-1 0,0 1 0,0 0 0,0 0 0,-1 0 0,1 1 0,-1-1 0,0 0 0,0 1 0,0-1 0,0 0 0,-1 1 0,1 3 0,-1-2 0,-1 0 0,1 1 0,-1-1 0,0 0 0,-1 0 0,1 0 0,-1-1 0,0 1 0,0 0 0,-1 0 0,-3 5 0,-17 23 0,15-22 0,0-1 0,1 1 0,-7 16 0,13-25 0,0-1 0,0 1 0,1 0 0,-1 0 0,1 0 0,-1 0 0,1 0 0,0 0 0,0 0 0,0 0 0,0 0 0,0-1 0,0 1 0,0 0 0,0 0 0,1 0 0,-1 0 0,1 0 0,0 0 0,1 2 0,-1-2 0,1 0 0,0 0 0,-1 0 0,1 0 0,0-1 0,0 1 0,0-1 0,0 1 0,0-1 0,1 0 0,-1 0 0,0 0 0,1 0 0,-1 0 0,4 1 0,12 1-1,0-1-1,0 0 1,0-2-1,33-2 1,-3 0-1357,-35 2-5468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10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24575,'41'7'0,"-14"-3"0,-1 1 0,0 1 0,0 1 0,36 15 0,-57-19 0,0-1 0,0 1 0,0 0 0,0 1 0,-1-1 0,1 1 0,-1 0 0,0 0 0,6 7 0,-8-8 0,0 1 0,0 0 0,0 0 0,0 0 0,-1 0 0,1 0 0,-1 0 0,0 1 0,0-1 0,0 0 0,-1 0 0,0 9 0,-1 18 0,0-9 0,1 0 0,0-1 0,1 1 0,2 0 0,0 0 0,7 23 0,33 66 0,-25-70 0,20 73 0,-37-111 4,-1-1 0,1 1 0,-1-1 0,0 1 0,1 0-1,-1-1 1,0 1 0,-1 0 0,1-1 0,0 1 0,-1 0 0,0-1-1,1 1 1,-1-1 0,0 1 0,0-1 0,0 1 0,-1-1 0,1 0-1,-1 0 1,1 0 0,-1 1 0,0-1 0,1-1 0,-1 1 0,0 0 0,-1 0-1,1-1 1,0 1 0,-4 1 0,-1 0-153,0 0 1,0 0-1,0-1 1,0 0-1,-1 0 1,1-1-1,-1 0 1,1 0-1,-13 0 1,7-2-6678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47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93 24575,'-16'-1'0,"1"0"0,-17-5 0,23 4 0,0 0 0,-1 1 0,1 0 0,-1 0 0,1 1 0,-1 1 0,1-1 0,-16 4 0,-7 4 0,70-6 0,25-2 0,81 9 0,-69-3 0,116-4 0,-92-4 0,20 3 0,118-2 0,-153-9 0,-39 4 0,-26 3 0,1-1 0,29-11 0,-34 9 0,0 2 0,1 0 0,-1 0 0,1 2 0,17-2 0,315 5 0,-331-2 0,-1 0 0,22-6 0,-3 1 0,0 0 0,-13 2 0,43-2 0,-49 5 0,30-5 0,-28 3 0,23-2 0,138 5 0,-84 1 0,-79-1 0,33 7 0,7 1 0,92 8 0,-47-2 0,-65-11 0,151 10 0,-97-12 0,137-3 0,5-20 0,5 0 0,-89 14 0,78-1 0,147 28 0,69-8 0,-159-10 0,-15 14 0,64 0 0,-189-8 0,-72-2 0,119-7 0,48-17 0,100 12 0,-211 8 0,222 18 0,-266-13 0,191 10 0,218-10 0,-299-7 0,12 0 0,224 2 0,-56 20 0,-266-14 0,-98-6 0,301 16 0,-179-11 0,130 3 0,-137-8 0,196-3 0,-177-5 0,51-1 0,-55 7 0,264 3 0,-143 14 0,-81-3 0,-125-9 0,292 9 0,270-14 0,-449-6 0,-25-1 0,12 0 0,16 0 0,-17 1 0,8-1 0,22-1 0,45 4 0,-50 4 0,-108-6 0,26-1 0,82-1 0,114-22 0,-197 24 0,95 7 0,-81 1 0,980-1 0,-1074 1 0,0 1 0,18 3 0,-18-2 0,27 2 0,-13-2 0,0 0 0,0 2 0,36 12 0,-52-13-1365,-4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48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 24575,'-1'1'0,"0"1"0,0-1 0,1 1 0,-1-1 0,0 1 0,1 0 0,-1-1 0,1 1 0,-1 0 0,1 0 0,0-1 0,0 1 0,0 0 0,0 0 0,0 0 0,1 3 0,6 32 0,-6-31 0,6 33 0,-3 0 0,-1 1 0,-3 64 0,0-47 0,-3-12 0,-2 0 0,-13 60 0,-2 13 0,9-46 0,-22 72 0,19-99 0,8-29 0,-6 28 0,4-2 0,0-4 0,2 2 0,-3 69 0,9-92 0,0 29 0,10 68 0,-1-59 0,3 109 0,-12-138 0,0 6 0,-1 1 0,-7 43 0,4-49 0,1 0 0,1 0 0,2 0 0,3 32 0,4-9 0,-3-31 0,0 34 0,-3-36 0,0 0 0,1-1 0,0 1 0,1 0 0,8 21 0,-7-24-120,2 1-191,-2 0 0,0 1-1,4 30 1,-8-34-6515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16835 139 24575,'-321'-15'0,"289"13"0,-34-5 0,20 2 0,-178-23 0,-90-7 0,244 29 0,-72-3 0,108 9 0,-11-1 0,-89 12 0,93-7 0,0-1 0,-61-3 0,35-1 0,34-1 0,0-1 0,-44-11 0,12 3 0,58 10 0,-35-6 0,-70-2 0,-303 10 0,392 0 0,-31 6 0,30-3 0,-29 0 0,32-4 0,-1 2 0,-26 5 0,13-3 0,0-1 0,-68-3 0,38-2 0,39 3 0,-19-1 0,-85-10 0,85 5 0,-1 2 0,-62 4 0,34 0 0,-35 0 0,-125-2 0,120-6 0,-39-2 0,74 9 0,-151 2 0,54 13 0,15 0 0,80-10 0,-165 5 0,110-2 0,5 0 0,-930-9 0,894 9 0,13-1 0,-30 3 0,104-4 0,-227 34 0,306-40 0,-271 55 0,265-54 0,-83 15 0,-106 6 0,-126-18 0,182-6 0,33 1 0,-116 3 0,32 20 0,37-2 0,80-13 0,-94 5 0,-1079-13 0,1081 9 0,13 0 0,-308-18 0,154 5 0,-11-2 0,-75-1 0,129 6 0,3-12 0,100 6 0,-31 0 0,-246 8 0,327 8 0,7 0 0,71-7 0,-254-3 0,144-14 0,37 3 0,86 11 0,-216-13 0,112 14 0,-163 3 0,187 6 0,-40 0 0,-94 0 0,-107 0 0,214-10 0,-530 2 0,643 1 0,0 1 0,-16 3 0,-15 1 0,-91 10-1365,119-15-5461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2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24575,'-6'17'0,"1"-2"0,-9 75 0,9-64 0,-1 0 0,-1 0 0,-1 0 0,-13 23 0,14-28 0,1-1 0,0 1 0,2 0 0,0 1 0,-1 25 0,3-19 0,2 0 0,1-1 0,6 44 0,24 80 0,-15-77 0,6 80 0,-15-108 0,-4-25 0,2 27 0,-5-15 0,-1 138 0,-14-80 0,7-34 0,5-39 0,-2 29 0,4-27 0,-7 31 0,2-16 0,0 2 0,2-15 0,-1 41 0,4-22 0,3 70 0,5-60 0,-4-32 0,2 33 0,-5 495-1365,0-534-5461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5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1 253 24575,'69'-16'0,"24"-8"0,-77 19 0,0-1 0,-1 0 0,24-14 0,-37 19 0,1-1 0,-1 0 0,1 0 0,-1 0 0,0 0 0,0 0 0,0-1 0,0 1 0,-1-1 0,1 1 0,-1-1 0,1 0 0,-1 1 0,0-1 0,0 0 0,0 0 0,0 0 0,-1 0 0,1 0 0,-1 0 0,0 0 0,1 0 0,-1 0 0,-1 0 0,1 0 0,-2-6 0,1 3 0,0 0 0,-1 0 0,0 0 0,-1 0 0,1 0 0,-1 0 0,0 1 0,0-1 0,-1 1 0,0 0 0,-8-9 0,10 12 0,0 0 0,0 0 0,0 0 0,0 0 0,-1 1 0,1-1 0,0 1 0,-1-1 0,0 1 0,1 0 0,-1 0 0,0 0 0,1 0 0,-1 1 0,0-1 0,0 1 0,0 0 0,1-1 0,-1 1 0,0 0 0,0 1 0,0-1 0,0 0 0,1 1 0,-1 0 0,0 0 0,1 0 0,-1 0 0,0 0 0,1 0 0,-3 2 0,0 0 0,1-1 0,0 1 0,0 0 0,1 0 0,-1 0 0,1 1 0,-1-1 0,1 1 0,0 0 0,0 0 0,1 0 0,-1 0 0,-2 7 0,-1 3 0,1 0 0,0 0 0,-2 16 0,5-21 0,0 0 0,1 0 0,0 0 0,0 0 0,1 0 0,2 17 0,-1-23 0,-1 0 0,1 0 0,0 0 0,0 0 0,0 0 0,0-1 0,0 1 0,0 0 0,1-1 0,0 1 0,-1-1 0,1 1 0,0-1 0,0 0 0,0 0 0,1 0 0,-1 0 0,0 0 0,1 0 0,-1-1 0,1 1 0,0-1 0,-1 0 0,5 1 0,11 3 0,2-1 0,37 3 0,-28-4 0,31 6 48,30 2-1461,-77-10-5413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24575,'-3'-5'0,"8"6"0,9 5 0,100 65 0,-70-42 0,51 26 0,-73-43-29,-18-9-104,0-1-1,0 1 0,0-1 1,0 0-1,1 0 1,-1 0-1,1-1 0,0 1 1,5 0-1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6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0 24575,'-26'21'0,"-11"9"0,-2 2 0,6-1 0,6-4 0,5-4 0,6-3 0,3-3 0,4-1 0,4-3-8191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7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76 172 24575,'-1'2'0,"-1"1"0,1-1 0,-1 0 0,1 1 0,0-1 0,0 1 0,0 0 0,0-1 0,0 1 0,0 0 0,1-1 0,-1 5 0,0 33 0,5-9 0,0-1 0,3 0 0,17 54 0,-15-55 0,-9-29 0,0 0 0,0 0 0,0 0 0,0 0 0,0 0 0,0 0 0,0 0 0,0 0 0,0 0 0,0 0 0,0 0 0,0 0 0,0 0 0,0 0 0,0 0 0,0 0 0,0 0 0,0 0 0,0 0 0,0 0 0,0 0 0,0 0 0,0 0 0,0 0 0,0 0 0,-1 0 0,1 0 0,0 0 0,0 0 0,0 0 0,0 0 0,0 0 0,0 0 0,0 0 0,0 0 0,0 0 0,0 0 0,0 0 0,0 0 0,0 0 0,0 0 0,0 0 0,0 0 0,0 0 0,0 0 0,0 1 0,0-1 0,0 0 0,-6-7 0,-6-8 0,-4-12 0,2-1 0,1-1 0,-12-35 0,20 47 0,0 1 0,2-1 0,0 0 0,0 0 0,2-1 0,0 1 0,2-25 0,0 34 0,0 0 0,1 0 0,0 0 0,0 1 0,1-1 0,0 0 0,0 1 0,5-8 0,-6 12 0,0 0 0,0 0 0,0 0 0,1 0 0,-1 0 0,1 1 0,0-1 0,0 1 0,0-1 0,0 1 0,0 0 0,1 0 0,-1 1 0,0-1 0,1 1 0,0 0 0,-1-1 0,1 2 0,4-2 0,3 1 0,1 0 0,-1 0 0,0 1 0,15 2 0,-23-1 0,0-1 0,1 1 0,-1 0 0,1 0 0,-1 0 0,0 0 0,0 1 0,0-1 0,0 1 0,0 0 0,0 0 0,0 0 0,0 0 0,-1 1 0,1-1 0,-1 1 0,0-1 0,3 4 0,-3-3 0,0 0 0,-1 1 0,1-1 0,0 0 0,-1 1 0,0 0 0,0-1 0,0 1 0,0 0 0,-1-1 0,0 1 0,1 7 0,-2-6 0,0 0 0,0 0 0,-1 0 0,1 0 0,-1 0 0,0 0 0,0 0 0,-5 7 0,1-3-124,0 0 0,0-1 0,-1 1 0,-1-1 0,1-1 0,-1 0-1,0 0 1,-1 0 0,1-1 0,-12 6 0,6-4-6702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75 24575,'-21'-12'0,"-57"-28"0,68 35 0,0 2 0,0-1 0,0 2 0,0-1 0,0 1 0,-12-1 0,20 3 0,-1 0 0,0 0 0,1 0 0,-1 0 0,0 1 0,1-1 0,-1 1 0,1-1 0,-1 1 0,1 0 0,-1 0 0,1 0 0,-1 0 0,1 1 0,0-1 0,0 0 0,-1 1 0,1 0 0,-2 2 0,2-1 0,0 0 0,0 0 0,0 0 0,1 0 0,-1 0 0,1 0 0,0 0 0,0 0 0,0 1 0,0-1 0,0 1 0,1-1 0,-1 5 0,1-2 0,0 0 0,1 0 0,-1 0 0,1 0 0,0 0 0,1 0 0,-1 0 0,1 0 0,0 0 0,1-1 0,-1 1 0,1-1 0,0 0 0,1 0 0,-1 0 0,8 8 0,-7-10 0,0 0 0,1 0 0,-1-1 0,1 1 0,0-1 0,0 0 0,0 0 0,0-1 0,0 1 0,0-1 0,6 1 0,-3-1 0,0-1 0,-1 0 0,1 0 0,0 0 0,-1-1 0,1 0 0,8-2 0,-13 2 0,-1 0 0,1 0 0,-1 0 0,1-1 0,-1 1 0,1-1 0,-1 1 0,0-1 0,0 0 0,0 1 0,0-1 0,0 0 0,0-1 0,0 1 0,0 0 0,-1 0 0,1-1 0,1-3 0,0-3 0,0-1 0,0 1 0,3-19 0,3-12 0,-9 40 0,1 0 0,-1-1 0,0 1 0,0-1 0,1 1 0,-1-1 0,0 1 0,0 0 0,1-1 0,-1 1 0,0 0 0,1-1 0,-1 1 0,1 0 0,-1 0 0,0-1 0,1 1 0,-1 0 0,1 0 0,-1 0 0,1-1 0,-1 1 0,1 0 0,-1 0 0,1 0 0,-1 0 0,1 0 0,-1 0 0,1 0 0,-1 0 0,1 0 0,-1 0 0,1 0 0,-1 0 0,0 1 0,1-1 0,-1 0 0,1 0 0,-1 0 0,1 1 0,-1-1 0,0 0 0,1 1 0,21 15 0,-20-14 0,19 16 0,1-1 0,40 24 0,-53-37 0,-1 1 0,1-1 0,0-1 0,0 1 0,0-2 0,0 1 0,0-1 0,0-1 0,1 0 0,-1 0 0,17-1 0,-24 0 0,0 0 0,0 0 0,0-1 0,0 1 0,-1-1 0,1 1 0,0-1 0,0 0 0,0 0 0,0 0 0,-1 0 0,1 0 0,0 0 0,-1 0 0,1 0 0,-1-1 0,1 1 0,-1-1 0,1 1 0,-1-1 0,0 1 0,0-1 0,0 0 0,0 0 0,0 1 0,-1-1 0,1 0 0,1-3 0,-1-4 0,0 1 0,0 0 0,-1-1 0,0 1 0,-1-12 0,0 17 0,45 36 0,-29-24 0,1-2 0,0 0 0,0-1 0,1 0 0,0-2 0,0 0 0,0 0 0,21 0 0,-16-3 21,16 2-1407,-25 0-5440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149 505 24575,'-18'0'0,"-34"4"0,46-3 0,1 0 0,-1 0 0,1 1 0,-1 0 0,1 0 0,0 0 0,0 1 0,0 0 0,-9 6 0,12-8 0,1 0 0,0 0 0,0 0 0,-1 0 0,1 0 0,0 1 0,0-1 0,0 0 0,0 1 0,1-1 0,-1 1 0,0-1 0,1 1 0,-1-1 0,1 1 0,-1 0 0,1-1 0,0 1 0,-1 0 0,1-1 0,0 4 0,1-2 0,-1-1 0,1 1 0,0-1 0,0 1 0,0-1 0,0 0 0,1 1 0,-1-1 0,1 0 0,-1 0 0,1 0 0,2 3 0,3 2 0,0-1 0,1-1 0,-1 1 0,1-1 0,0-1 0,15 8 0,-20-11 0,1 0 0,-1 0 0,0 0 0,1 0 0,-1 0 0,1-1 0,-1 1 0,1-1 0,-1 0 0,1 0 0,-1-1 0,0 1 0,1-1 0,-1 1 0,1-1 0,-1 0 0,0-1 0,4 0 0,-3-1 0,-1 1 0,1 0 0,-1-1 0,0 0 0,0 0 0,0 0 0,0 0 0,0 0 0,0-1 0,-1 1 0,0-1 0,0 0 0,0 1 0,2-8 0,0-1 0,0 0 0,-2 0 0,1 0 0,-2 0 0,0-1 0,0 1 0,-1-1 0,-3-22 0,-3-9 0,-15-47 0,18 78 0,-54-255 0,55 261 0,2 4 0,-1-1 0,0 1 0,0-1 0,0 1 0,0-1 0,-1 1 0,1 0 0,-5-6 0,6 9 0,0 0 0,-1 1 0,1-1 0,0 0 0,-1 1 0,1-1 0,0 0 0,0 0 0,-1 1 0,1-1 0,0 0 0,0 1 0,0-1 0,-1 1 0,1-1 0,0 0 0,0 1 0,0-1 0,0 0 0,0 1 0,0-1 0,0 1 0,0-1 0,0 0 0,0 1 0,0-1 0,0 1 0,-1 15 0,3 8 0,1 0 0,1-1 0,0 1 0,13 34 0,44 87 0,-42-107 0,2 0 0,1-1 0,2-1 0,49 57 0,-54-74-1365,-10-13-5461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24575,'3'18'0,"3"8"0,1 3 0,1-1 0,0-8 0,-2-7-8191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24575,'18'41'0,"38"83"0,-55-122 0,1 1 0,-1-1 0,0 1 0,1-1 0,0 0 0,0 0 0,0 0 0,3 3 0,-5-5 0,1 1 0,-1-1 0,0 0 0,1 0 0,-1 1 0,1-1 0,-1 0 0,1 0 0,-1 0 0,1 0 0,-1 0 0,0 0 0,1 0 0,-1 0 0,1 0 0,-1 0 0,1 0 0,-1 0 0,1 0 0,-1 0 0,1-1 0,0 1 0,0-1 0,0 0 0,0 1 0,0-1 0,0 0 0,-1 0 0,1 0 0,0 1 0,-1-1 0,1 0 0,0 0 0,-1 0 0,1-1 0,2-5 0,-1 0 0,0 0 0,0 0 0,-1 0 0,1-9 0,-1 11 0,-1 0 0,1 0 0,0 0 0,0 0 0,0 0 0,1 0 0,-1 0 0,1 0 0,1 1 0,-1-1 0,1 1 0,4-7 0,-5 9 0,0 1 0,0-1 0,0 1 0,0 0 0,0-1 0,1 1 0,-1 0 0,0 0 0,1 0 0,-1 1 0,1-1 0,-1 1 0,1-1 0,-1 1 0,1 0 0,0 0 0,-1 0 0,1 0 0,-1 0 0,1 1 0,-1-1 0,1 1 0,-1-1 0,5 3 0,2 1 0,1 0 0,-1 0 0,1 1 0,13 11 0,11 8-86,75 49-1193,-92-64-5547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67 24575,'-2'-2'0,"-12"-7"0,0 0 0,0 0 0,-1 2 0,0 0 0,-1 0 0,-30-8 0,44 15 0,0-1 0,0 1 0,0 0 0,0 0 0,-1-1 0,1 2 0,0-1 0,0 0 0,0 0 0,0 0 0,0 1 0,0 0 0,0-1 0,0 1 0,0 0 0,0 0 0,-3 2 0,3-2 0,1 0 0,0 1 0,0 0 0,-1-1 0,1 1 0,0 0 0,0-1 0,1 1 0,-1 0 0,0 0 0,1 0 0,-1-1 0,1 1 0,-1 0 0,1 0 0,0 0 0,0 0 0,0 4 0,1 1 0,-1 0 0,1 1 0,1-1 0,0 0 0,0 0 0,0 0 0,1 0 0,0-1 0,0 1 0,6 8 0,-6-10 0,0-1 0,0 0 0,0 0 0,1 0 0,-1 0 0,1 0 0,0-1 0,0 0 0,0 1 0,1-2 0,-1 1 0,1 0 0,0-1 0,-1 0 0,7 2 0,-9-4 0,-1 1 0,1-1 0,-1 0 0,0 0 0,1 0 0,-1 0 0,0 0 0,1 0 0,-1 0 0,1 0 0,-1-1 0,0 1 0,1 0 0,-1-1 0,0 1 0,0-1 0,1 0 0,-1 1 0,0-1 0,2-1 0,-1 0 0,-1 0 0,1 0 0,-1 0 0,1 0 0,-1 0 0,0 0 0,0 0 0,0 0 0,0 0 0,0 0 0,0-3 0,1-4 0,-1 0 0,0-1 0,0 1 0,-2-18 0,1 74 0,1 33 0,6-31 0,3 0 0,23 68 0,0 2 0,-32-114 0,0 0 0,0 0 0,0-1 0,-1 1 0,0 0 0,0 0 0,0 0 0,-2 9 0,1-12 0,1-1 0,-1 1 0,1-1 0,-1 1 0,0-1 0,0 1 0,0-1 0,1 0 0,-2 1 0,1-1 0,0 0 0,0 0 0,0 0 0,0 0 0,-1 0 0,1 0 0,0 0 0,-1 0 0,1 0 0,-1-1 0,1 1 0,-1-1 0,1 1 0,-1-1 0,0 1 0,1-1 0,-1 0 0,0 0 0,-2 0 0,0 0 0,-1-1 0,1 1 0,0-1 0,0 0 0,0 0 0,0 0 0,0-1 0,-5-1 0,-29-18 0,33 18 0,-1 0 0,1-1 0,0 0 0,0 0 0,1 0 0,-1-1 0,1 0 0,-6-7 0,9 10 0,0 0 0,0 0 0,0 1 0,0-1 0,0 0 0,1 0 0,-1 0 0,0 0 0,1 0 0,0 0 0,0 0 0,-1 0 0,1 0 0,0 0 0,1 0 0,-1 0 0,0 0 0,1 0 0,-1 0 0,1 0 0,-1 0 0,1 0 0,0 0 0,0 0 0,0 1 0,0-1 0,0 0 0,0 1 0,0-1 0,3-1 0,-1-1 9,1 1 0,0 0 0,0 0 0,0 0 0,0 0 0,0 0 0,1 1 0,-1 0 0,1 0 0,7-2 0,5 0-472,29-4 0,-37 7-75,10-2-6288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1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1 24575,'-138'0'0,"163"2"0,33 6 0,-11-2 0,-85-6 0,-67-10 0,73 6-152,1 2 0,-38 2 0,47 0-757,9 0-5917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2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24575,'-70'-1'0,"-74"3"0,143-2 0,0 0 0,0 0 0,0 0 0,1 0 0,-1 0 0,0 0 0,0 0 0,1 0 0,-1 1 0,0-1 0,0 0 0,1 1 0,-1-1 0,0 0 0,0 1 0,1-1 0,-1 1 0,1-1 0,-1 1 0,0 0 0,1 0 0,0-1 0,0 1 0,1-1 0,-1 1 0,1-1 0,-1 0 0,0 1 0,1-1 0,-1 1 0,1-1 0,-1 0 0,1 1 0,-1-1 0,1 0 0,-1 0 0,1 1 0,-1-1 0,1 0 0,-1 0 0,1 0 0,-1 0 0,1 0 0,0 0 0,-1 0 0,1 0 0,-1 0 0,1 0 0,0 0 0,8 0 0,1 0 0,-1 0 0,0-1 0,0 0 0,12-3 0,22-3 0,-27 6 0,-6 1 0,-20 0 0,-9 1 0,-32 7 0,15-2 0,-5 1-1365,24-3-5461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3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41 24575,'-6'-3'0,"6"8"0,4 10 0,14 18 0,1 0 0,2-2 0,40 48 0,28 44 0,-164-220 0,37 49 0,-99-138 0,118 160 0,31 54 0,67 79 0,156 162 0,-111-135 0,-257-271-1365,114 118-5461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4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77 24575,'-2'-5'0,"-1"0"0,0 1 0,0-1 0,0 1 0,-7-7 0,10 10 0,-1 1 0,1-1 0,-1 1 0,1-1 0,-1 1 0,1-1 0,-1 1 0,0 0 0,1-1 0,-1 1 0,0 0 0,1 0 0,-1-1 0,0 1 0,1 0 0,-1 0 0,0 0 0,0 0 0,1 0 0,-1 0 0,0 0 0,1 0 0,-1 0 0,0 0 0,1 0 0,-1 1 0,0-1 0,0 0 0,1 0 0,-1 1 0,1-1 0,-1 0 0,0 1 0,1-1 0,-1 1 0,1-1 0,-1 1 0,1-1 0,-1 1 0,1-1 0,-1 1 0,1-1 0,-1 2 0,-7 10 0,0 1 0,2 1 0,-8 16 0,-12 23 0,13-31 0,-1 0 0,-1-2 0,-1 0 0,-27 27 0,78-99 0,142-153 0,-174 201 0,0 0 0,0 1 0,0-1 0,0 0 0,-1 0 0,0 0 0,1-1 0,1-5 0,-15 19 0,-29 39 0,-67 91 0,105-137 0,-25 38 0,1 1 0,-24 52 0,46-86-228,0 0-1,-9 12 1,11-15-452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5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79 24575,'23'-4'0,"-15"3"0,1-1 0,0 0 0,-1 0 0,0-1 0,15-7 0,-23 10 0,1 0 0,-1 0 0,0 0 0,1 0 0,-1 0 0,0-1 0,0 1 0,1 0 0,-1 0 0,0 0 0,0-1 0,1 1 0,-1 0 0,0 0 0,0 0 0,0-1 0,0 1 0,1 0 0,-1 0 0,0-1 0,0 1 0,0 0 0,0-1 0,0 1 0,0 0 0,0 0 0,0-1 0,0 1 0,0 0 0,0-1 0,0 1 0,0-1 0,-8-5 0,-15 1 0,-6 1 0,-8-2 0,0 1 0,0 2 0,-54 3 0,45 8 0,31-5 0,-29 2 0,36-5 0,6 1 0,-1-1 0,0 0 0,1 1 0,-1-1 0,1-1 0,-1 1 0,0 0 0,1-1 0,-1 1 0,1-1 0,-1 0 0,1 1 0,-1-1 0,-2-2 0,5 3 0,0-1 0,0 1 0,0 0 0,0 0 0,0-1 0,0 1 0,0 0 0,0-1 0,0 1 0,0 0 0,0 0 0,0-1 0,0 1 0,0 0 0,0-1 0,0 1 0,1 0 0,-1 0 0,0-1 0,0 1 0,0 0 0,0 0 0,1 0 0,-1-1 0,0 1 0,0 0 0,0 0 0,1 0 0,-1-1 0,0 1 0,0 0 0,1 0 0,-1 0 0,0 0 0,1 0 0,-1 0 0,11-6 0,-2 3 0,-1 0 0,1 1 0,-1 0 0,1 1 0,14-1 0,47 2 0,-34 1 0,21-1 0,54 2 0,-95 2 0,-13-1 0,-10 1 0,-10-1 0,-1-1 0,0-1 0,0 0 0,-24-3 0,1 1 0,13 0 0,-27 0 0,49 2 0,1-1 0,0 1 0,0 0 0,0 0 0,0 1 0,0-1 0,-9 5 0,40-2 0,286-4 0,-374-3 0,-62-11 0,33 3 0,82 10-110,-3 0-99,0-1 0,0 2 0,0 0-1,-1 0 1,-13 3 0,13 1-6617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6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96 121 24575,'-95'-120'0,"141"160"0,58 56 0,11 11 0,-96-87 0,33 24 0,-52-44-3,0 0 0,0 0 0,0 0 0,0 0 0,0 0 0,0 0 0,0 0 0,0 0 0,0 0 0,0 0 0,0 0 0,0 0 0,0 0 0,0 0 0,1 0-1,-1 0 1,0 0 0,0 0 0,0 0 0,0 0 0,0 0 0,0-1 0,0 1 0,-7-7 185,-11-10-1656,6 7-5352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55 24575,'-4'-7'0,"0"1"0,-1 0 0,1 0 0,-1 0 0,-7-7 0,10 12 0,1 0 0,0 0 0,0 0 0,0 0 0,0 0 0,-1 0 0,1 1 0,0-1 0,-1 1 0,1-1 0,-1 1 0,1-1 0,-1 1 0,1 0 0,-1-1 0,1 1 0,-1 0 0,1 0 0,-1 0 0,1 0 0,-1 1 0,1-1 0,-1 0 0,1 1 0,-1-1 0,1 0 0,0 1 0,-1 0 0,1-1 0,0 1 0,-1 0 0,1 0 0,-2 1 0,-12 12 0,1 1 0,0 0 0,1 1 0,1 0 0,0 1 0,1 1 0,1 0 0,1 0 0,0 1 0,-8 29 0,7-14 33,7-20-499,0-1 0,-8 16 0,7-21-6360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7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16 24575,'-2'-2'0,"0"1"0,0-1 0,0 1 0,-1 0 0,1-1 0,-1 1 0,1 0 0,-1 0 0,1 1 0,-1-1 0,0 0 0,-3 1 0,-37-2 0,31 2 0,-24 1 0,-58 8 0,40-4 0,-93-3 0,83-3 0,55 1-341,0-1 0,0 0-1,-13-3 1,9 1-6485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11 24575,'-4'0'0,"0"0"0,0 0 0,1 0 0,-1 1 0,0 0 0,0 0 0,1 0 0,-1 0 0,1 0 0,-1 1 0,1-1 0,0 1 0,-1 0 0,-2 3 0,4-3 0,0-1 0,1 1 0,-1 0 0,1 0 0,0 0 0,-1 0 0,1 0 0,0 0 0,0 0 0,0 0 0,1 0 0,-1 1 0,0-1 0,1 0 0,0 0 0,-1 1 0,1-1 0,0 0 0,0 1 0,0-1 0,1 0 0,-1 1 0,0-1 0,2 3 0,0 1 0,0-1 0,0 1 0,0-1 0,1 1 0,0-1 0,0 0 0,0 0 0,1 0 0,-1-1 0,1 1 0,1-1 0,4 5 0,-2-4 0,-1-1 0,0 1 0,1-1 0,0 0 0,0-1 0,0 1 0,1-1 0,12 3 0,-9-3 0,-1-1 0,1-1 0,0 1 0,-1-2 0,1 1 0,19-3 0,-26 1 0,0 0 0,1 0 0,-1 0 0,0 0 0,0-1 0,0 0 0,0 0 0,0 0 0,-1 0 0,1 0 0,-1-1 0,1 0 0,-1 0 0,0 0 0,0 0 0,0 0 0,0-1 0,-1 1 0,5-7 0,-5 5 0,0 0 0,0 1 0,0-1 0,-1 0 0,1 0 0,-1-1 0,-1 1 0,1 0 0,-1 0 0,0-8 0,-1-3 0,-7-32 0,4 28 0,31 46 0,-15-13-100,2 1 158,0 0 0,0-1 1,24 17-1,-34-27-133,0-1 0,0 1 0,0-1 0,1 0 0,-1 0 0,1 0 1,-1-1-1,1 0 0,0 0 0,0 0 0,-1 0 0,1-1 0,0 0 0,0 1 0,0-2 1,-1 1-1,1-1 0,0 0 0,6-1 0,-1-2-6751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24575,'-7'11'0,"1"-2"0,0 0 0,-10 20 0,15-26 0,0-1 0,0 1 0,0 0 0,1 0 0,-1 0 0,1 1 0,-1-1 0,1 0 0,0 0 0,0 0 0,0 0 0,1 0 0,-1 0 0,1 0 0,1 4 0,1 0 0,0 1 0,1-1 0,0 0 0,1 0 0,-1 0 0,1 0 0,1-1 0,-1 0 0,11 9 0,5 2 0,37 22 0,-33-22 0,-23-16 0,-1 0 0,1 0 0,-1 0 0,0 0 0,0 0 0,1 0 0,-1 0 0,0 0 0,0 1 0,0-1 0,0 0 0,0 1 0,-1-1 0,1 1 0,0-1 0,0 3 0,-1-3 0,0 0 0,0 0 0,0 0 0,0 0 0,-1 0 0,1 0 0,-1 0 0,1 0 0,0 0 0,-1 0 0,1 0 0,-1 0 0,0 0 0,1 0 0,-1-1 0,0 1 0,0 0 0,1-1 0,-1 1 0,0 0 0,0-1 0,0 1 0,0-1 0,0 1 0,0-1 0,0 1 0,-1-1 0,-6 3 0,0 0 0,0 0 0,0-1 0,0 0 0,-1-1 0,-13 2 0,-55-4 0,41 0 0,31 1 0,0 0 0,0 0 0,0-1 0,0 1 0,0-1 0,0 0 0,-5-2 0,9 2 0,-1 0 0,1 0 0,0 0 0,0 1 0,0-1 0,0 0 0,-1-1 0,1 1 0,1 0 0,-1 0 0,0 0 0,0-1 0,0 1 0,1 0 0,-1-1 0,0 1 0,1 0 0,-1-1 0,1 1 0,0-1 0,0 1 0,-1-1 0,1 1 0,0-1 0,0 1 0,0-1 0,1-2 0,1-8-1365,2 2-5461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24575,'5'18'0,"5"9"0,2 2 0,3-4 0,-2-6-8191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24575,'0'7'0,"3"6"0,0 3 0,1 1 0,1 4 0,0-1 0,2 0 0,0-3-8191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0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24575,'7'7'0,"32"30"0,-34-33 0,0 0 0,0-1 0,0 1 0,0-1 0,1 0 0,8 3 0,-13-6 0,1 1 0,-1-1 0,0 0 0,1 0 0,-1 1 0,1-1 0,-1 0 0,1 0 0,-1 0 0,1-1 0,-1 1 0,0 0 0,1 0 0,-1-1 0,1 1 0,-1-1 0,0 1 0,1-1 0,-1 0 0,0 0 0,2-1 0,1-1 0,0-1 0,-1 0 0,1 0 0,4-8 0,-6 9 0,0 0 0,0 0 0,0 0 0,1 0 0,-1 0 0,1 0 0,0 1 0,0-1 0,4-2 0,-6 5 0,1-1 0,-1 1 0,1 0 0,-1 0 0,1-1 0,0 1 0,-1 0 0,1 0 0,-1 0 0,1 1 0,0-1 0,-1 0 0,1 1 0,-1-1 0,1 0 0,-1 1 0,1 0 0,-1-1 0,2 2 0,28 20 0,-20-14 0,4 3-273,0-1 0,1 0 0,1-2 0,21 10 0,-24-13-6553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0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14 24575,'-14'-2'0,"-68"-9"0,73 10 0,0 1 0,-1 0 0,1 1 0,0 0 0,0 0 0,-14 4 0,21-5 0,1 1 0,-1-1 0,1 1 0,-1 0 0,1-1 0,-1 1 0,1 0 0,-1 0 0,1 0 0,-1 0 0,1 0 0,0 0 0,0 0 0,0 1 0,-1-1 0,0 3 0,1-3 0,1 0 0,0 0 0,-1 0 0,1 1 0,0-1 0,0 0 0,0 0 0,0 0 0,0 0 0,0 1 0,0-1 0,0 0 0,1 0 0,-1 0 0,0 0 0,1 0 0,-1 0 0,1 2 0,2 2 0,0-1 0,0 0 0,0 0 0,1 0 0,-1 0 0,1-1 0,0 1 0,0-1 0,5 4 0,2 0 0,1-1 0,0 0 0,0 0 0,0-1 0,1 0 0,20 4 0,-27-8 0,0 0 0,0 0 0,0 0 0,0-1 0,0 0 0,0 0 0,0 0 0,0-1 0,0 0 0,0 0 0,0-1 0,0 1 0,0-1 0,-1-1 0,1 1 0,8-6 0,-12 6 0,0 0 0,0 0 0,0 0 0,-1-1 0,1 1 0,0-1 0,-1 1 0,0-1 0,0 0 0,1 0 0,-1 1 0,0-5 0,0 5 0,-1 1 0,0-1 0,0 1 0,0-1 0,0 1 0,0 0 0,0-1 0,0 1 0,0-1 0,0 1 0,-1-1 0,0-1 0,1 3 0,0-1 0,-1 0 0,1 1 0,-1-1 0,1 1 0,0-1 0,-1 1 0,0-1 0,1 1 0,-1-1 0,1 1 0,-1-1 0,0 1 0,1 0 0,-1-1 0,0 1 0,1 0 0,-1-1 0,0 1 0,1 0 0,-1 0 0,0 0 0,0 0 0,-1 0 0,0 0 0,0 0 0,0 1 0,0-1 0,0 1 0,0-1 0,1 1 0,-1 0 0,0 0 0,0 0 0,0 0 0,1 0 0,-1 0 0,0 0 0,1 1 0,-1-1 0,1 0 0,0 1 0,-1 0 0,0 1 0,-3 4 0,0 0 0,1 0 0,-5 10 0,4-6 0,1 1 0,1-1 0,0 0 0,1 1 0,0 0 0,1-1 0,0 1 0,1 14 0,1-2 0,1 0 0,1-1 0,7 26 0,17 39 0,-19-64 0,0 2 0,-1-1 0,-1 1 0,-2 0 0,2 33 0,-6-51 0,0 0 0,0-1 0,-1 1 0,-1 0 0,1 0 0,-1 0 0,-1-1 0,-4 12 0,5-15 0,0 0 0,0-1 0,-1 1 0,1-1 0,-1 0 0,0 0 0,0 0 0,0 0 0,0 0 0,0 0 0,-1-1 0,1 0 0,-1 0 0,0 0 0,0 0 0,1 0 0,-9 1 0,5-1 0,-1 0 0,1-1 0,-1 0 0,0 0 0,1-1 0,-1 0 0,0-1 0,1 1 0,-1-1 0,0-1 0,1 0 0,-1 0 0,-7-3 0,5 1 0,1-1 0,1 1 0,-1-2 0,1 1 0,0-1 0,0 0 0,0-1 0,1 0 0,-11-13 0,15 16 0,1 1 0,-1-1 0,1 0 0,0 1 0,0-1 0,1 0 0,-1 0 0,1 0 0,0 0 0,0-1 0,0 1 0,1 0 0,-1 0 0,1-1 0,0 1 0,0 0 0,1 0 0,-1-1 0,1 1 0,0 0 0,0 0 0,0 0 0,1 0 0,0 0 0,-1 0 0,1 0 0,0 0 0,1 1 0,-1-1 0,1 1 0,0 0 0,0-1 0,0 1 0,0 1 0,0-1 0,0 0 0,1 1 0,-1-1 0,1 1 0,7-3 0,35-12-1365,-32 13-5461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24575,'-1'0'0,"1"1"0,0-1 0,-1 0 0,1 1 0,0-1 0,-1 0 0,1 1 0,0-1 0,0 1 0,0-1 0,-1 0 0,1 1 0,0-1 0,0 1 0,0-1 0,0 1 0,0-1 0,0 0 0,0 1 0,0-1 0,0 1 0,0-1 0,0 1 0,0-1 0,0 1 0,0-1 0,0 0 0,1 1 0,-1 0 0,5 16 0,33 71 0,-32-76 0,1 0 0,0-1 0,1 0 0,0 0 0,11 9 0,-19-18 0,1-1 0,0 0 0,0-1 0,0 1 0,0 0 0,0 0 0,0 0 0,0 0 0,0-1 0,1 1 0,-1-1 0,0 1 0,0-1 0,0 1 0,1-1 0,-1 1 0,0-1 0,1 0 0,-1 0 0,0 0 0,0 0 0,1 0 0,-1 0 0,0 0 0,1 0 0,-1-1 0,0 1 0,1 0 0,-1-1 0,0 1 0,0-1 0,0 1 0,1-1 0,-1 0 0,0 1 0,0-1 0,0 0 0,0 0 0,0 0 0,0 0 0,0 0 0,1-2 0,1-1 0,0 0 0,-1-1 0,0 1 0,1 0 0,-1-1 0,-1 0 0,1 0 0,-1 1 0,0-1 0,1-7 0,-2 6 0,5-28 0,-5 33 0,1-1 0,-1 1 0,0 0 0,1-1 0,-1 1 0,1 0 0,0-1 0,-1 1 0,1 0 0,0-1 0,0 1 0,0 0 0,0 0 0,0 0 0,0 0 0,0 0 0,0 0 0,2-1 0,-2 2 0,0 0 0,0-1 0,0 1 0,-1 0 0,1 0 0,0 0 0,0 0 0,0 1 0,0-1 0,0 0 0,0 0 0,-1 0 0,1 1 0,0-1 0,0 0 0,0 1 0,-1-1 0,1 1 0,0-1 0,0 1 0,-1-1 0,2 2 0,15 16 0,-12-13 0,24 32 0,-17-21 0,23 23 0,-31-35 0,-1-1 0,1 1 0,0-1 0,1 0 0,-1-1 0,0 1 0,1-1 0,-1 0 0,1 0 0,0 0 0,7 1 0,-10-2 0,0-1 0,0 1 0,0-1 0,0 0 0,0 0 0,0 0 0,0 0 0,0 0 0,0-1 0,0 1 0,0-1 0,0 1 0,-1-1 0,1 0 0,0 1 0,0-1 0,0 0 0,-1 0 0,1 0 0,0 0 0,-1-1 0,1 1 0,-1 0 0,0-1 0,1 1 0,-1-1 0,0 1 0,2-4 0,1-3 0,-1 0 0,0 0 0,0 0 0,-1-1 0,2-11 0,4-14 0,-8 34 0,0-1 0,1 1 0,-1 0 0,0-1 0,0 1 0,0 0 0,1-1 0,-1 1 0,0 0 0,0-1 0,1 1 0,-1 0 0,0 0 0,1-1 0,-1 1 0,0 0 0,1 0 0,-1-1 0,0 1 0,1 0 0,-1 0 0,0 0 0,1 0 0,-1 0 0,1 0 0,-1 0 0,0 0 0,1-1 0,-1 1 0,1 0 0,-1 1 0,0-1 0,1 0 0,-1 0 0,1 0 0,-1 0 0,0 0 0,1 0 0,-1 0 0,0 1 0,1-1 0,-1 0 0,1 0 0,-1 0 0,0 1 0,0-1 0,1 1 0,19 16 0,-14-11 0,16 13 0,48 37 0,-59-48 0,1 0 0,0-1 0,0 0 0,17 6 0,-16-10-1365,-4-3-5461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4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0 530 24575,'1'3'0,"0"0"0,0-1 0,0 1 0,0-1 0,1 0 0,-1 1 0,1-1 0,2 3 0,1 2 0,-2-3 0,0 0 0,0 0 0,1 0 0,-1 0 0,1-1 0,0 1 0,0-1 0,0 0 0,1 0 0,4 2 0,6 2 0,29 9 0,-36-13 0,-6-2 0,0-1 0,0 1 0,0-1 0,-1 0 0,1 1 0,0-1 0,0 0 0,0 0 0,0 0 0,0-1 0,0 1 0,0 0 0,0-1 0,0 1 0,0-1 0,-1 1 0,1-1 0,0 0 0,2-2 0,-1 2 0,-1-1 0,0 0 0,0 0 0,0-1 0,0 1 0,0 0 0,0-1 0,0 1 0,-1-1 0,0 1 0,1-1 0,0-3 0,-2 5 0,0 0 0,1 1 0,-1-1 0,0 0 0,1 0 0,-1 0 0,0 1 0,1-1 0,-1 0 0,1 0 0,-1 1 0,1-1 0,0 1 0,-1-1 0,1 0 0,0 1 0,-1-1 0,1 1 0,0-1 0,-1 1 0,1 0 0,0-1 0,0 1 0,0 0 0,-1-1 0,1 1 0,0 0 0,0 0 0,0 0 0,0 0 0,0 0 0,-1 0 0,1 0 0,0 0 0,0 0 0,0 0 0,0 0 0,-1 1 0,1-1 0,1 1 0,4 2 0,-1 0 0,0 0 0,0 0 0,0 1 0,4 4 0,4 2 0,-1-2 0,0-1 0,1 0 0,0-1 0,0 0 0,0-1 0,26 6 0,-30-9 0,0 0 0,0-1 0,1 0 0,-1 0 0,0-1 0,0 0 0,0-1 0,0 0 0,1 0 0,-1-1 0,14-5 0,-18 5 0,0-1 0,0 0 0,-1 1 0,1-2 0,-1 1 0,1-1 0,-1 1 0,0-1 0,0 0 0,-1-1 0,1 1 0,-1-1 0,0 1 0,0-1 0,-1 0 0,1 0 0,-1 0 0,2-6 0,-2 3 0,0 0 0,0-1 0,-1 1 0,0 0 0,0-1 0,-1 1 0,0-1 0,0 1 0,-1-1 0,0 1 0,-4-11 0,-29-89 0,-59-128 0,87 222 0,0-1 0,0 1 0,1-1 0,1 0 0,-4-31 0,9 78 0,0 4 0,8 46 0,5-15 0,4 0 0,35 92 0,-40-131 0,1-1 0,0-1 0,2 0 0,1-1 0,29 32 0,-30-39 0,31 26 0,-39-37 0,0-1 0,1 0 0,0 0 0,0-1 0,1 0 0,12 4 0,-21-8-42,1-1-1,0 1 0,-1-1 1,1 0-1,0 1 0,0-1 1,0 0-1,-1 0 0,1 0 1,0 0-1,0 0 0,-1 0 1,1-1-1,0 1 0,0-1 1,-1 1-1,1-1 0,0 0 1,-1 1-1,1-1 0,-1 0 1,1 0-1,-1 0 0,1 0 1,-1 0-1,0-1 0,0 1 1,1 0-1,-1-1 0,0 1 1,1-3-1,3-4-6783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5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24575,'-3'2'0,"-1"0"0,1 0 0,-1 1 0,1-1 0,0 1 0,0 0 0,0 0 0,0 0 0,1 0 0,-1 1 0,-3 5 0,3-3 0,0 1 0,0 0 0,0 0 0,1 0 0,-3 15 0,3-3 0,1 0 0,0 0 0,1 0 0,3 22 0,1-15 0,1 0 0,1-1 0,1 1 0,13 31 0,0-12 0,34 58 0,-51-99 0,-1 0 0,0-1 0,-1 1 0,1 0 0,-1 0 0,1 0 0,-1 1 0,0 5 0,0-9 0,-1 1 0,0-1 0,-1 0 0,1 0 0,0 1 0,0-1 0,0 0 0,-1 0 0,1 0 0,-1 0 0,1 1 0,-1-1 0,1 0 0,-1 0 0,0 0 0,1 0 0,-1 0 0,0 0 0,0 0 0,0-1 0,0 1 0,1 0 0,-1 0 0,0-1 0,-1 1 0,1 0 0,0-1 0,0 1 0,0-1 0,0 0 0,0 1 0,-1-1 0,-1 1 0,-3 0 0,0-1 0,0 1 0,0-1 0,0 0 0,-1 0 0,-8-2 0,12 1 0,0 1 0,-1-1 0,1 0 0,0 0 0,0 0 0,0 0 0,0-1 0,0 1 0,0-1 0,0 1 0,0-1 0,1 0 0,-4-4 0,5 6 0,1-1 0,-1 0 0,1 0 0,-1 1 0,1-1 0,0 0 0,-1 0 0,1 0 0,0 0 0,-1 1 0,1-1 0,0 0 0,0 0 0,0 0 0,0 0 0,0 0 0,0 1 0,0-1 0,0 0 0,0 0 0,1 0 0,-1 0 0,0 0 0,1 1 0,-1-1 0,0 0 0,1 0 0,-1 0 0,1 1 0,-1-1 0,1 0 0,-1 1 0,1-1 0,0 0 0,-1 1 0,1-1 0,0 1 0,-1-1 0,1 1 0,1-1 0,4-3 0,0 0 0,1 1 0,12-5 0,-15 6 0,10-3 0,0 1 0,0 1 0,1 0 0,-1 0 0,1 2 0,-1 0 0,19 1 0,-4 1 0,-1 2 0,49 11 0,-54-8 0,0 1 0,33 14 0,-46-16 0,-1 0 0,1 0 0,-1 0 0,-1 1 0,1 1 0,-1-1 0,0 2 0,8 8 0,-14-13 12,0 0 0,0 0 0,0 0 0,0 0 0,-1 1 0,1-1 0,-1 0 0,0 1 0,1 3 0,-2-6-60,0 0 0,1 0 0,-1 0 0,0 1 0,0-1 1,0 0-1,0 0 0,0 0 0,-1 0 0,1 1 0,0-1 0,0 0 0,-1 0 0,1 0 0,-1 0 1,1 0-1,-1 0 0,1 0 0,-1 0 0,0 0 0,1 0 0,-1 0 0,0 0 0,0 0 0,0 0 0,0-1 1,0 1-1,0 0 0,0-1 0,-1 1 0,-8 3-6778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 24575,'-2'-2'0,"-4"1"0,-3 4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6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258 490 24575,'-63'10'0,"-96"30"0,156-39 0,0 0 0,1 0 0,-1 0 0,1 0 0,-1 1 0,1-1 0,-1 1 0,1-1 0,0 1 0,-1 0 0,-1 3 0,4-5 0,-1 1 0,1 0 0,-1-1 0,1 1 0,0 0 0,0-1 0,-1 1 0,1 0 0,0-1 0,0 1 0,0 0 0,0 0 0,-1-1 0,1 1 0,0 0 0,0-1 0,1 1 0,-1 1 0,0-1 0,1 1 0,-1-1 0,1 0 0,0 0 0,0 0 0,-1 0 0,1 0 0,0 0 0,0 0 0,0 0 0,0 0 0,0 0 0,2 1 0,6 3 0,0 1 0,1-2 0,-1 1 0,1-1 0,0-1 0,0 0 0,21 4 0,-24-6 0,0 0 0,1 0 0,0-1 0,-1 0 0,1 0 0,-1-1 0,1 0 0,-1-1 0,1 1 0,-1-1 0,14-6 0,-16 5 0,-1 0 0,1 0 0,-1-1 0,1 0 0,-1 0 0,0 0 0,-1 0 0,1-1 0,-1 1 0,0-1 0,0 0 0,0 0 0,0 0 0,-1 0 0,0-1 0,0 1 0,-1-1 0,2-6 0,0-4 0,-1 0 0,0 0 0,-2-1 0,1 1 0,-4-20 0,-1 6 0,-1 1 0,-2 0 0,0 0 0,-16-36 0,3 19 0,-44-76 0,56 108 0,5 9 0,0-1 0,-1 1 0,1 0 0,-1 0 0,-7-8 0,11 13 0,0 0 0,0 0 0,-1 0 0,1-1 0,0 1 0,0 0 0,0 0 0,-1 0 0,1 0 0,0-1 0,0 1 0,0 0 0,-1 0 0,1 0 0,0 0 0,0 0 0,-1 0 0,1 0 0,0 0 0,0 0 0,-1 0 0,1 0 0,0 0 0,0 0 0,-1 0 0,1 0 0,0 0 0,0 0 0,-1 0 0,1 0 0,0 0 0,0 0 0,-1 0 0,1 0 0,0 0 0,0 1 0,-4 9 0,6 15 0,9 30 0,2 0 0,3-2 0,1 1 0,47 93 0,-52-125 0,1 0 0,1-1 0,1-1 0,0 0 0,2 0 0,27 24 0,-33-35 0,0 0 0,1-1 0,0 0 0,1-1 0,17 8 0,-20-11 0,-1-1 0,1 0 0,0 0 0,0-1 0,0-1 0,0 0 0,0 0 0,15-1 0,-21 0 0,-1-1 0,1 0 0,0 0 0,0 0 0,0 0 0,-1-1 0,1 1 0,-1-1 0,1 0 0,-1 0 0,0 0 0,1 0 0,-1-1 0,0 1 0,-1-1 0,1 0 0,0 0 0,-1 0 0,0 0 0,1 0 0,-1-1 0,0 1 0,-1-1 0,3-5 0,-2 3 0,0 0 0,0 0 0,0 0 0,-1 0 0,0-1 0,-1 1 0,1 0 0,-1-1 0,0 1 0,-1 0 0,1-1 0,-1 1 0,-1 0 0,-2-9 0,-1 1 0,-1 0 0,0 0 0,-13-18 0,16 28 0,1 0 0,-1 0 0,-1 0 0,1 0 0,0 1 0,-1-1 0,0 1 0,0 0 0,0 0 0,0 0 0,0 1 0,-1 0 0,1 0 0,-8-3 0,11 5 0,-1-1 0,1 1 0,0 0 0,-1-1 0,1 1 0,-1 0 0,1 0 0,-1 0 0,1 0 0,0 0 0,-1 1 0,1-1 0,-1 0 0,1 1 0,0-1 0,-1 1 0,1-1 0,0 1 0,0 0 0,-1-1 0,-1 3 0,2-1 0,-1-1 0,1 1 0,0 0 0,-1 0 0,1 0 0,0 0 0,0 0 0,0 0 0,1 0 0,-1 0 0,0 0 0,0 4 0,1 1 0,-1-1 0,1 1 0,0-1 0,0 1 0,1-1 0,0 1 0,0-1 0,4 12 0,-1-8 0,1 0 0,0-1 0,1 0 0,0 0 0,1-1 0,9 12 0,3-2 0,29 25 0,-41-38 0,0 0 0,0 0 0,1 0 0,0-1 0,0 0 0,0 0 0,1-1 0,-1-1 0,1 1 0,-1-1 0,1 0 0,0-1 0,0 0 0,0-1 0,0 1 0,11-3 0,-17 2 0,1-1 0,-1 0 0,0 0 0,0 0 0,0 0 0,0 0 0,-1-1 0,1 1 0,0-1 0,0 0 0,-1 0 0,1 0 0,-1 0 0,0 0 0,0 0 0,1-1 0,-1 1 0,-1-1 0,3-4 0,0 0 0,0 0 0,-1 0 0,-1 0 0,1-1 0,-1 0 0,2-11 0,0 24 0,5 10 0,-1-1 0,-5-10 0,0 0 0,1 0 0,-1 0 0,1 0 0,0 0 0,0-1 0,1 0 0,-1 0 0,10 5 0,-11-6 0,0-1 0,1 0 0,0 1 0,-1-2 0,1 1 0,-1 0 0,1-1 0,0 1 0,-1-1 0,1 0 0,0 0 0,0 0 0,-1-1 0,1 0 0,3 0 0,19-8 0,-14 5 0,-1 0 0,1 1 0,1 0 0,-1 1 0,15-1 0,-4 4 0,0 0 0,44 9 0,44 17 0,-91-21 0,29 9-1365,-38-13-5461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7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157 117 24575,'-6'-20'0,"-2"0"0,0 1 0,-12-19 0,19 36 0,0 1 0,0-1 0,0 1 0,0 0 0,0 0 0,0-1 0,-1 1 0,1 0 0,0 0 0,-1 0 0,1 0 0,-1 1 0,1-1 0,-1 0 0,1 1 0,-1-1 0,1 1 0,-1-1 0,0 1 0,1 0 0,-3-1 0,-2 1 0,0 1 0,0-1 0,0 1 0,-10 3 0,9-2 0,5-2 0,0 1 0,1-1 0,-1 1 0,0 0 0,1 0 0,-1-1 0,1 1 0,-1 0 0,1 0 0,-1 0 0,1 1 0,0-1 0,-1 0 0,1 0 0,0 1 0,0-1 0,0 1 0,-1 2 0,0-1 0,1 0 0,0 0 0,0 0 0,0 0 0,1 0 0,-1 0 0,1 0 0,0 0 0,0 0 0,0 4 0,0-2 0,1 0 0,0 0 0,0-1 0,0 1 0,0 0 0,1-1 0,0 1 0,-1-1 0,2 0 0,-1 1 0,0-1 0,1 0 0,0-1 0,4 6 0,1-4 0,1 1 0,-1-1 0,1-1 0,0 0 0,0 0 0,1-1 0,14 4 0,-2-1 0,-15-3 0,1-1 0,0 0 0,1 0 0,-1-1 0,0 0 0,0-1 0,17 0 0,-22-1 0,0 1 0,0-1 0,1 0 0,-1 0 0,0 0 0,0 0 0,0-1 0,0 1 0,0-1 0,-1 0 0,1 0 0,0 0 0,-1 0 0,1 0 0,-1 0 0,0-1 0,0 1 0,0-1 0,0 0 0,0 0 0,0 1 0,1-6 0,1 0 0,0-1 0,0 1 0,1 0 0,0 0 0,7-8 0,-11 15 0,0 0 0,0-1 0,1 1 0,-1 0 0,1 0 0,-1-1 0,1 1 0,-1 0 0,1 1 0,-1-1 0,1 0 0,0 0 0,-1 1 0,1-1 0,0 1 0,0-1 0,0 1 0,-1 0 0,1 0 0,0 0 0,0 0 0,0 0 0,0 0 0,-1 0 0,1 0 0,0 1 0,0-1 0,0 1 0,-1 0 0,1-1 0,0 1 0,-1 0 0,3 1 0,4 4 0,-1 0 0,0 0 0,0 1 0,0 0 0,8 11 0,-7-8 0,0-1 0,12 10 0,-17-16 0,1 0 0,0 0 0,-1-1 0,1 0 0,0 0 0,0 0 0,0 0 0,1-1 0,8 3 0,-6-3 13,0-1 0,0 0-1,0 0 1,0-1 0,0 1-1,1-1 1,10-4 0,-12 3-147,0 1 1,0 0 0,0 0-1,0 0 1,0 0 0,1 1-1,-1 0 1,0 1 0,0-1-1,10 3 1,-6 1-6693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 24575,'-5'-1'0,"0"0"0,1 1 0,-1 0 0,0 0 0,0 0 0,0 0 0,1 1 0,-1 0 0,0 0 0,1 0 0,-7 2 0,9-2 0,0 0 0,1 0 0,-1 1 0,0-1 0,1 0 0,-1 0 0,0 1 0,1-1 0,0 1 0,-1 0 0,1-1 0,0 1 0,0 0 0,0 0 0,0-1 0,0 1 0,0 0 0,0 0 0,1 0 0,-1 0 0,1 0 0,0 0 0,-1 1 0,1-1 0,0 0 0,0 0 0,0 0 0,1 3 0,0 1 0,0 1 0,1-1 0,0 1 0,0-1 0,0 0 0,1 0 0,0 0 0,0 0 0,1-1 0,0 1 0,6 7 0,7 6 0,30 27 0,-41-41 0,28 26 0,1-2 0,45 30 0,-78-58 0,3 2 0,-1 0 0,0 0 0,7 6 0,-10-8 0,-1-1 0,0 0 0,1 1 0,-1-1 0,0 0 0,1 1 0,-1-1 0,0 1 0,0-1 0,1 1 0,-1-1 0,0 1 0,0-1 0,0 1 0,0-1 0,0 1 0,0-1 0,0 1 0,0 0 0,0 0 0,0-1 0,-1 1 0,1-1 0,0 1 0,-1-1 0,1 1 0,-1-1 0,1 0 0,0 1 0,-1-1 0,1 1 0,-1-1 0,0 0 0,1 0 0,-1 1 0,1-1 0,-1 0 0,1 0 0,-1 0 0,0 1 0,0-1 0,-8 1 0,0 0 0,0 0 0,-1-1 0,1-1 0,0 1 0,0-1 0,-15-4 0,-13-1 0,-22-3 72,-20-2-1509,66 11-5389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24575,'13'26'0,"4"11"0,2-1 0,-3-4 0,-3-4 0,-2-8 0,-2-6-8191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9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0 24575,'2'17'0,"0"0"0,-1 0 0,0 0 0,-2 1 0,-2 16 0,3-29 0,-1-1 0,0 1 0,0 0 0,-1-1 0,1 1 0,-1-1 0,0 0 0,0 1 0,0-1 0,-1 0 0,1 0 0,-1-1 0,0 1 0,0 0 0,-1-1 0,1 0 0,-1 0 0,1 0 0,-1 0 0,0 0 0,0-1 0,0 0 0,-5 3 0,5-4 0,1 0 0,0-1 0,-1 1 0,1 0 0,0-1 0,-1 0 0,1 0 0,0 0 0,-1 0 0,1 0 0,-1-1 0,1 0 0,0 1 0,-4-3 0,1 1 0,1 0 0,0-1 0,1 1 0,-1-1 0,0-1 0,1 1 0,0-1 0,-6-5 0,5 4 0,1 0 0,-1 0 0,1-1 0,0 0 0,1 0 0,-1 0 0,1 0 0,0 0 0,1-1 0,0 1 0,0-1 0,0 0 0,1 0 0,-1-10 0,2 15 4,0-1 1,0 0-1,0 1 0,1-1 0,-1 1 0,1-1 0,0 1 0,0 0 0,0-1 1,0 1-1,0 0 0,0 0 0,1-1 0,-1 1 0,1 0 0,-1 0 0,1 0 1,0 1-1,0-1 0,0 0 0,0 1 0,0-1 0,0 1 0,0 0 0,0-1 1,1 1-1,-1 0 0,4-1 0,0 1-139,0-1 0,0 1 0,1 0 0,-1 0 0,0 1 0,0 0 0,1 0 0,-1 0 0,0 1 0,10 2 0,-2 1-6691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24575,'15'32'0,"34"56"0,-22-43 0,-19-32 0,0 1 0,1-2 0,12 14 0,-20-25 0,-1 0 0,1-1 0,-1 1 0,1-1 0,0 1 0,-1 0 0,1-1 0,0 1 0,-1-1 0,1 0 0,0 1 0,0-1 0,-1 0 0,1 1 0,0-1 0,0 0 0,0 0 0,-1 0 0,1 0 0,0 0 0,0 1 0,0-2 0,0 1 0,-1 0 0,2 0 0,-1-1 0,0 1 0,1-1 0,-1 0 0,0 1 0,0-1 0,0 0 0,0 0 0,0 0 0,-1 0 0,1 0 0,0 0 0,0 0 0,-1 0 0,2-2 0,2-5 0,-1-1 0,0 0 0,3-14 0,-5 19 0,3-14 0,-3 10 0,1-1 0,0 0 0,1 1 0,5-13 0,-8 20 0,1-1 0,-1 1 0,1 0 0,0 0 0,-1 0 0,1 0 0,0 0 0,0 0 0,0 0 0,0 0 0,0 0 0,0 0 0,0 0 0,0 0 0,0 1 0,0-1 0,0 0 0,1 1 0,-1-1 0,0 1 0,1 0 0,-1-1 0,0 1 0,0 0 0,1 0 0,-1 0 0,0 0 0,1 0 0,-1 0 0,0 0 0,1 0 0,-1 0 0,0 1 0,1-1 0,-1 0 0,2 1 0,2 3 0,1-1 0,0 1 0,-1 0 0,0 1 0,0-1 0,0 1 0,-1 0 0,0 0 0,6 9 0,6 6 0,-3-6-1365,-1-1-5461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88 602 24575,'-6'1'0,"-1"0"0,1 1 0,0 0 0,0 0 0,0 0 0,0 1 0,0 0 0,0 0 0,-5 5 0,9-7 0,0 1 0,0-1 0,1 1 0,-1-1 0,1 1 0,0 0 0,-1-1 0,1 1 0,0 0 0,0 0 0,0 0 0,0 0 0,0 0 0,1 0 0,-1 0 0,0 1 0,1-1 0,0 0 0,-1 0 0,1 0 0,0 0 0,0 1 0,1-1 0,-1 0 0,0 0 0,1 0 0,-1 1 0,1-1 0,-1 0 0,2 2 0,2 4 0,-1-1 0,1 0 0,1 0 0,6 8 0,-9-13 0,0 1 0,0-1 0,0 1 0,0-1 0,1 0 0,-1 0 0,1 0 0,-1 0 0,1-1 0,0 1 0,0-1 0,-1 0 0,7 2 0,-8-2 0,0-1 0,1 0 0,-1 0 0,0 0 0,0-1 0,0 1 0,0 0 0,1 0 0,-1-1 0,0 1 0,0-1 0,0 1 0,0-1 0,0 1 0,0-1 0,0 0 0,0 1 0,0-1 0,0 0 0,0 0 0,0 0 0,0 1 0,-1-1 0,1 0 0,0 0 0,-1 0 0,1 0 0,-1-1 0,1 1 0,-1 0 0,1 0 0,-1 0 0,0 0 0,0 0 0,1-1 0,-1 0 0,1-7 0,0 0 0,0 0 0,-2-16 0,1 19 0,0-5 0,1 17 0,2 16 0,-1-16 0,-1 0 0,1-1 0,1 0 0,-1 1 0,1-1 0,0 0 0,0 0 0,0 0 0,1-1 0,-1 1 0,1-1 0,0 0 0,1 0 0,-1 0 0,1-1 0,0 1 0,-1-1 0,2 0 0,-1-1 0,0 1 0,0-1 0,1 0 0,-1 0 0,1-1 0,11 2 0,-15-3 0,1 0 0,-1 0 0,0-1 0,0 1 0,0 0 0,1-1 0,-1 0 0,0 0 0,0 0 0,0 0 0,0 0 0,0 0 0,0 0 0,0 0 0,-1-1 0,1 1 0,0-1 0,-1 1 0,1-1 0,-1 0 0,1 0 0,-1 0 0,0 0 0,0 1 0,0-2 0,0 1 0,1-2 0,2-8 0,0 1 0,0-1 0,2-19 0,-5 29 0,2-20 0,-1 0 0,-1 1 0,-1-1 0,-1 0 0,-5-34 0,-30-108 0,31 145 0,-6-25 0,-59-195 0,65 224 0,-5-14 0,9 28 0,1-1 0,-1 1 0,0 0 0,1 0 0,-1-1 0,0 1 0,0 0 0,0 0 0,0 0 0,0 0 0,0 0 0,0 0 0,0 0 0,0 0 0,-2 0 0,2 1 0,1 0 0,-1 0 0,0 0 0,1 0 0,-1 0 0,0 0 0,1 0 0,-1 0 0,0 0 0,1 1 0,-1-1 0,0 0 0,1 1 0,-1-1 0,0 0 0,1 1 0,-1-1 0,1 1 0,-1-1 0,1 0 0,-1 1 0,1 0 0,-1-1 0,1 1 0,0-1 0,-1 1 0,1-1 0,0 1 0,-1 0 0,1-1 0,0 2 0,-9 22 0,5-7 0,1 0 0,1 0 0,0 0 0,2 1 0,0-1 0,1 1 0,3 21 0,1-11 0,1 1 0,2-1 0,17 42 0,-12-40 0,2 0 0,2-1 0,0-1 0,2-1 0,1 0 0,1-1 0,46 42 0,46 23-1365,-104-83-5461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1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24575,'1'19'0,"0"0"0,2 0 0,0 1 0,1-2 0,1 1 0,8 21 0,53 104 0,-37-86 0,-27-54 0,0 0 0,0-1 0,-1 1 0,0 0 0,1 1 0,-1-1 0,0 5 0,-2-5 0,-3-7 0,-2-10 0,6 11 0,-1 0 0,1 0 0,-1 0 0,1 1 0,0-1 0,0 0 0,0 0 0,0 0 0,0 0 0,0 0 0,1 1 0,-1-1 0,0 0 0,1 0 0,0 0 0,-1 1 0,1-1 0,0 0 0,0 1 0,0-1 0,0 0 0,0 1 0,0 0 0,1-1 0,-1 1 0,0 0 0,1-1 0,-1 1 0,1 0 0,-1 0 0,1 0 0,0 0 0,-1 0 0,4 0 0,-1-1 0,1 1 0,0 0 0,-1 0 0,1 1 0,0-1 0,0 1 0,-1 0 0,1 0 0,0 1 0,0-1 0,-1 1 0,10 3 0,13 7 0,0 1 0,-1 2 0,0 1 0,42 32 0,-62-42 0,0-1 0,0 1 0,-1 1 0,0-1 0,0 1 0,-1 0 0,1 0 0,-1 0 0,6 13 0,-9-17 0,0 0 0,-1 0 0,1 0 0,-1 0 0,1 1 0,-1-1 0,1 0 0,-1 0 0,0 0 0,0 1 0,0-1 0,0 0 0,-1 0 0,1 0 0,-1 0 0,1 1 0,-1-1 0,0 0 0,1 0 0,-1 0 0,0 0 0,0 0 0,-1 0 0,1-1 0,0 1 0,-1 0 0,1-1 0,-1 1 0,1 0 0,-1-1 0,0 0 0,0 1 0,1-1 0,-1 0 0,0 0 0,0 0 0,-3 0 0,-3 3 0,0-1 0,0-1 0,0 1 0,-1-1 0,1-1 0,-14 1 0,-55-2 0,47-1 0,-40-3 0,61 3 0,1-1 0,-1 1 0,1-2 0,0 1 0,0-1 0,-9-4 0,17 7 3,-1-1 0,0 1 0,0-1 1,0 0-1,0 1 0,1-1 0,-1 0 0,0 0 0,0 1 0,1-1 0,-1 0 0,1 0 0,-1 0 0,1 0 0,-1 0 0,1 0 0,-1 0 1,1 1-1,0-1 0,0-1 0,-1 1 0,1 0 0,0 0 0,0 0 0,0 0 0,0 0 0,0 0 0,0 0 0,1 0 0,-1 0 0,0 0 0,0 0 1,1 0-1,-1 0 0,1 0 0,-1 0 0,1 1 0,0-3 0,2-1-251,0-1 1,0 0-1,1 1 1,0-1-1,6-5 1,-1 2-6579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91 24575,'-20'-10'0,"-79"-37"0,80 39 0,-1 1 0,0 0 0,-24-3 0,42 9 0,0 1 0,-1 0 0,1-1 0,0 1 0,0 0 0,-1 0 0,1 0 0,0 1 0,0-1 0,-1 0 0,1 1 0,0 0 0,0-1 0,0 1 0,0 0 0,0 0 0,0 0 0,0 0 0,-3 2 0,4-1 0,0-1 0,0 1 0,0-1 0,0 1 0,0 0 0,1-1 0,-1 1 0,0 0 0,1-1 0,-1 1 0,1 0 0,0 0 0,-1 0 0,1-1 0,0 1 0,0 0 0,0 0 0,0 0 0,1 0 0,-1-1 0,0 1 0,1 0 0,0 3 0,2 0 0,-1 1 0,1 0 0,0-1 0,0 1 0,0-1 0,1 0 0,0 0 0,0 0 0,0-1 0,1 0 0,0 1 0,-1-1 0,1-1 0,1 1 0,-1-1 0,0 0 0,9 4 0,-2-2 0,1 0 0,0-1 0,-1 0 0,1-1 0,1-1 0,-1 0 0,16 0 0,-24-1 0,0-1 0,0-1 0,1 1 0,-1-1 0,0 0 0,0 0 0,0 0 0,0-1 0,0 0 0,0 0 0,0 0 0,-1 0 0,1-1 0,-1 0 0,6-4 0,-9 6-72,0 1 1,-1-1-1,1 1 0,-1-1 0,1 1 0,0-1 0,0 1 0,-1 0 1,1-1-1,0 1 0,0 0 0,0 0 0,-1-1 0,1 1 0,0 0 1,0 0-1,0 0 0,1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20 24575,'-17'-5'0,"-34"-7"0,47 11 0,-1 0 0,0 1 0,0-1 0,0 1 0,1 0 0,-1 1 0,0-1 0,0 1 0,0 0 0,1 0 0,-1 1 0,-5 2 0,9-4 0,0 1 0,-1 0 0,1 0 0,0 0 0,0 0 0,-1 1 0,1-1 0,0 0 0,0 0 0,0 1 0,1-1 0,-1 1 0,0-1 0,0 1 0,1-1 0,-1 1 0,1-1 0,-1 1 0,1-1 0,0 1 0,0 0 0,0-1 0,-1 1 0,2 0 0,-1-1 0,0 1 0,0 0 0,0-1 0,1 1 0,-1-1 0,1 1 0,0 1 0,2 5 0,0 0 0,1-1 0,-1 1 0,1-1 0,6 7 0,14 18 0,51 49 0,-50-55 0,0-3 0,-18-17 0,0 0 0,0 1 0,-1 0 0,10 12 0,-16-18 0,1 0 0,0 0 0,-1 0 0,1 0 0,-1 0 0,1 0 0,-1 0 0,1 0 0,-1 0 0,0 0 0,0 0 0,1 0 0,-1 0 0,0 0 0,0 0 0,0 0 0,0 0 0,0 1 0,-1-1 0,1 0 0,0 0 0,-1 1 0,0-1 0,1 0 0,-1 0 0,0 0 0,0 0 0,0 0 0,0 0 0,0 0 0,0-1 0,0 1 0,0 0 0,-1-1 0,1 1 0,0-1 0,0 0 0,0 1 0,-2-1 0,-7 2 0,0-1 0,0 0 0,0-1 0,-10-1 0,13 1 0,-8 0-81,7 0-176,1 0 0,0-1 1,0 0-1,-9-2 0,6 0-6569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24575,'0'18'0,"2"6"0,2 2 0,2-1 0,0-3 0,2-2 0,1-2 0,3-1 0,2-4 0,-3-4-8191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24575,'0'-3'0,"-2"2"0,-2 4 0,1 4 0,1 5 0,0 4 0,0-1-8191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3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 24575,'-3'-1'0,"1"0"0,0 1 0,-1 0 0,1-1 0,-1 1 0,1 0 0,0 0 0,-1 0 0,1 1 0,-1-1 0,1 1 0,0-1 0,-1 1 0,1 0 0,0 0 0,-3 1 0,4-1 0,0 0 0,-1 0 0,1 0 0,1 0 0,-1 0 0,0 0 0,0 0 0,0 0 0,0 0 0,1 1 0,-1-1 0,1 0 0,-1 1 0,1-1 0,-1 0 0,1 1 0,0-1 0,0 1 0,-1-1 0,1 0 0,0 1 0,0-1 0,1 1 0,-1-1 0,0 0 0,0 1 0,1-1 0,-1 0 0,1 2 0,2 5 0,0 0 0,0-1 0,0 1 0,1-1 0,0 0 0,1 0 0,-1-1 0,7 8 0,6 3 0,26 22 0,-29-27 0,0 0 0,-1 1 0,-1 0 0,14 19 0,-25-31 0,0 0 0,-1 0 0,1 0 0,0 0 0,-1 0 0,1 1 0,-1-1 0,1 0 0,-1 0 0,0 1 0,1-1 0,-1 0 0,0 1 0,0-1 0,0 0 0,0 1 0,0-1 0,0 0 0,-1 0 0,1 1 0,0-1 0,-1 0 0,1 0 0,-1 1 0,1-1 0,-1 0 0,1 0 0,-1 0 0,0 0 0,0 0 0,1 0 0,-1 0 0,0 0 0,0 0 0,0 0 0,0 0 0,-2 1 0,-4 2 0,0 1 0,-1-2 0,1 1 0,-15 4 0,20-7 0,-20 6-273,-1-1 0,1-2 0,-1 0 0,-35 2 0,32-5-6553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3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24575,'5'15'0,"0"-1"0,1 1 0,1-1 0,12 18 0,-8-13 0,-3-5 0,1-1 0,0 0 0,1 0 0,0-1 0,1-1 0,0 0 0,1 0 0,1-1 0,-1-1 0,22 13 0,-33-22 0,0 1 0,0-1 0,0 1 0,-1-1 0,1 1 0,0-1 0,0 1 0,0-1 0,0 0 0,0 0 0,0 1 0,0-1 0,0 0 0,0 0 0,0 0 0,0 0 0,0 0 0,0 0 0,-1 0 0,1-1 0,0 1 0,0 0 0,0 0 0,0-1 0,0 1 0,0 0 0,0-1 0,0 1 0,-1-1 0,1 1 0,0-1 0,0 0 0,-1 1 0,1-1 0,0 0 0,-1 0 0,1 1 0,-1-1 0,1 0 0,-1 0 0,1 0 0,-1 1 0,1-1 0,-1-2 0,3-4 0,-1 0 0,0-1 0,-1 0 0,1-12 0,-1 9 0,1-13 0,-2 0 0,0-1 0,-6-34 0,-1-28 0,7 44 0,3 70-1365,0-11-5461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4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136 230 24575,'0'-31'0,"1"5"0,-5-46 0,3 65 0,0 1 0,0-1 0,-1 1 0,0-1 0,0 1 0,-1-1 0,1 1 0,-1 0 0,-1 0 0,1 1 0,-9-11 0,11 15 0,0-1 0,0 1 0,0 0 0,0 0 0,0 0 0,-1 0 0,1 0 0,0 0 0,0 1 0,-1-1 0,1 0 0,-1 1 0,1-1 0,0 1 0,-1-1 0,1 1 0,-1-1 0,1 1 0,-1 0 0,0 0 0,1 0 0,-3 0 0,2 1 0,0 0 0,0-1 0,1 1 0,-1 0 0,0 0 0,0 0 0,1 1 0,-1-1 0,1 0 0,-1 1 0,1-1 0,-1 1 0,1-1 0,-2 4 0,-3 4 0,1 1 0,0 0 0,1 0 0,-6 20 0,8-24 0,0-1 0,1 0 0,0 1 0,0-1 0,1 1 0,0-1 0,0 12 0,1-14 0,-1-1 0,1 1 0,0 0 0,0-1 0,0 1 0,0-1 0,0 1 0,1-1 0,-1 0 0,1 1 0,-1-1 0,1 0 0,0 0 0,0 0 0,0 0 0,0 0 0,4 2 0,16 9 0,1-1 0,0-1 0,39 13 0,-34-14 0,13 6 0,1-2 0,1-2 0,48 7 0,-39-9-1365,-38-7-5461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 24575,'-18'8'0,"-32"18"0,46-23 0,-1-1 0,1 1 0,0 1 0,0-1 0,0 1 0,1-1 0,-1 1 0,1 0 0,0 0 0,0 1 0,0-1 0,-3 8 0,6-11 0,-1 1 0,1-1 0,-1 1 0,1 0 0,0-1 0,0 1 0,0 0 0,0 0 0,0-1 0,0 1 0,0 0 0,0-1 0,1 1 0,-1 0 0,1-1 0,0 3 0,1-1 0,0 0 0,-1 0 0,1 0 0,0-1 0,0 1 0,1-1 0,4 5 0,3 1 0,0-1 0,1-1 0,16 9 0,-26-15 0,11 6 20,-1-1 0,1 0 0,0-1 0,0 0 0,13 2 0,-19-6-126,-1 1 0,1-1 0,0 0 0,-1 0 0,1 0 0,0-1-1,-1 0 1,1 0 0,0 0 0,-1-1 0,1 0 0,-1 0 0,7-4 0,-2 1-6720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24575,'24'105'0,"2"16"0,46 127 0,-59-212 0,19 49 0,-28-76 0,0 0 0,1 0 0,1 0 0,0-1 0,0 0 0,10 11 0,-14-17 0,0 0 0,0-1 0,0 1 0,0-1 0,0 1 0,0-1 0,0 1 0,0-1 0,0 0 0,1 0 0,-1 0 0,1-1 0,-1 1 0,0 0 0,1-1 0,-1 0 0,1 1 0,-1-1 0,1 0 0,-1 0 0,1-1 0,-1 1 0,1 0 0,-1-1 0,1 0 0,2 0 0,-2-1 0,-1 1 0,1-1 0,0 0 0,-1 0 0,1 0 0,-1 0 0,0 0 0,0-1 0,1 1 0,-2-1 0,1 1 0,0-1 0,0 0 0,-1 0 0,0 0 0,1 0 0,-1 0 0,0 0 0,-1 0 0,2-3 0,-1 1 0,-1 0 0,1 0 0,-1 0 0,0 0 0,0 0 0,0 0 0,-1 0 0,1 1 0,-1-1 0,-1 0 0,1 0 0,-1 1 0,1-1 0,-1 0 0,0 1 0,-6-8 0,4 7 0,0 0 0,0 1 0,0-1 0,-1 1 0,0 0 0,0 0 0,0 0 0,0 1 0,-1 0 0,1 0 0,-1 0 0,-11-3 0,-8-1 0,0 0 0,0 2 0,-1 1 0,1 0 0,-43 1 0,52 3-118,1 0 202,0 0 0,-15 3 0,26-2-199,0-1-1,0 1 1,0 1 0,0-1-1,0 0 1,0 1 0,1 0-1,-1 0 1,1 0 0,-1 0 0,1 0-1,-4 4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6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172 276 24575,'-62'-50'0,"53"44"0,1 0 0,-2 1 0,1 0 0,0 0 0,-15-4 0,23 8 0,0 1 0,-1-1 0,1 1 0,0 0 0,-1-1 0,1 1 0,-1 0 0,1 0 0,-1 0 0,1 0 0,-1 0 0,1 0 0,-1 0 0,1 1 0,-1-1 0,1 0 0,0 1 0,-1-1 0,1 1 0,-2 1 0,2-2 0,0 1 0,0 0 0,1 0 0,-1 0 0,0 0 0,1 1 0,-1-1 0,0 0 0,1 0 0,-1 0 0,1 0 0,0 1 0,-1-1 0,1 0 0,0 0 0,0 1 0,0-1 0,0 2 0,0 3 0,1-1 0,0 1 0,0 0 0,0-1 0,1 1 0,-1-1 0,1 1 0,5 8 0,-3-8 0,0-1 0,1 1 0,0-1 0,-1 0 0,1 0 0,1-1 0,-1 0 0,1 0 0,0 0 0,0 0 0,0-1 0,0 0 0,0 0 0,1-1 0,8 3 0,-1-2 0,0 0 0,1 0 0,-1-1 0,0-1 0,1-1 0,19-1 0,-30 1 0,0-1 0,0 1 0,0-1 0,0 0 0,0 0 0,0 0 0,0-1 0,-1 1 0,1-1 0,0 0 0,-1 0 0,7-5 0,-8 4 0,0 1 0,0 0 0,0-1 0,0 0 0,0 0 0,-1 1 0,1-1 0,-1 0 0,1 0 0,-1 0 0,0 0 0,-1-1 0,1 1 0,0 0 0,-1 0 0,0-5 0,-1-19 0,1 21 0,-1 1 0,1-1 0,0 1 0,0-1 0,1 1 0,2-10 0,-3 14 0,0 0 0,0 1 0,1-1 0,-1 0 0,0 1 0,1-1 0,-1 0 0,1 1 0,-1-1 0,1 0 0,-1 1 0,1-1 0,0 1 0,-1-1 0,1 1 0,-1-1 0,1 1 0,0 0 0,0-1 0,-1 1 0,1 0 0,0 0 0,0-1 0,-1 1 0,1 0 0,0 0 0,0 0 0,-1 0 0,1 0 0,0 0 0,0 0 0,0 0 0,-1 0 0,1 0 0,0 1 0,0-1 0,-1 0 0,1 0 0,0 1 0,-1-1 0,1 1 0,1 0 0,5 2 0,-1 1 0,0 1 0,10 7 0,-9-6 0,71 60 0,14 11 0,-56-49 0,-36-28 0,0 0 0,0 0 0,0 0 0,0 0 0,0 0 0,0 0 0,0 0 0,0 0 0,0 0 0,0 0 0,0 0 0,0 0 0,0 0 0,0 0 0,0 0 0,0 0 0,0 0 0,0-1 0,0 1 0,0 0 0,0 0 0,0 0 0,0 0 0,0 0 0,0 0 0,0 0 0,0 0 0,1 0 0,-1 0 0,0 0 0,0 0 0,0 0 0,0 0 0,0 0 0,0 0 0,0 0 0,0 0 0,0 0 0,0 0 0,0 0 0,0 0 0,0 0 0,0 0 0,0 0 0,0 0 0,0 0 0,0 0 0,1 0 0,-1 0 0,0 0 0,0 0 0,0 0 0,0 0 0,0 0 0,0 0 0,0 0 0,0 0 0,0 0 0,0 0 0,0 0 0,0 1 0,0-1 0,0 0 0,0 0 0,0 0 0,-2-7 0,-7-7 0,-62-82 0,66 85 0,-1 1 0,1-1 0,1 1 0,0-1 0,1-1 0,0 1 0,0 0 0,1-1 0,1 1 0,0-1 0,0 0 0,1 1 0,1-1 0,0 0 0,1 1 0,5-22 0,-6 30 0,0-1 0,0 1 0,0 0 0,1 0 0,0-1 0,-1 1 0,1 0 0,0 1 0,1-1 0,-1 0 0,0 0 0,1 1 0,-1 0 0,1-1 0,0 1 0,3-2 0,-1 2 0,0-1 0,0 1 0,0 1 0,0-1 0,1 1 0,-1 0 0,0 0 0,0 0 0,11 0 0,-4 2 0,0 0 0,0 1 0,0 0 0,0 0 0,0 2 0,0-1 0,-1 1 0,20 11 0,-25-12-136,1 1-1,-1 0 1,0 1-1,-1-1 1,1 1-1,-1 0 1,0 1-1,0-1 0,7 12 1,-4-3-6690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6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87 24575,'-116'-55'0,"98"48"0,1 1 0,-1 1 0,-1 0 0,-33-3 0,47 7 0,-1 1 0,1 1 0,-1-1 0,1 1 0,-1-1 0,1 2 0,-1-1 0,1 0 0,0 1 0,0 0 0,0 1 0,0-1 0,0 1 0,0 0 0,-4 3 0,2 0 0,1-1 0,0 1 0,0 1 0,1-1 0,0 1 0,0 0 0,0 0 0,1 0 0,-4 10 0,6-13 0,1-1 0,0 1 0,0 0 0,0-1 0,0 1 0,0 0 0,1 0 0,0 0 0,0-1 0,0 1 0,0 0 0,2 7 0,-1-5 0,1 0 0,0 0 0,0-1 0,1 1 0,0 0 0,0-1 0,5 7 0,5 4 0,1 0 0,0-1 0,27 22 0,-37-34 0,27 21 0,-22-18 0,0 0 0,-1 1 0,0 0 0,8 10 0,-16-17 0,1 1 0,-1-1 0,1 1 0,-1-1 0,1 1 0,-1 0 0,0-1 0,1 1 0,-1-1 0,0 1 0,1 0 0,-1-1 0,0 1 0,0 0 0,0-1 0,0 1 0,0 0 0,0-1 0,0 1 0,0 0 0,0-1 0,0 1 0,0 0 0,0 1 0,-1-2 0,0 1 0,1 0 0,-1-1 0,1 1 0,-1 0 0,0-1 0,0 1 0,1-1 0,-1 1 0,0-1 0,0 1 0,0-1 0,0 0 0,1 1 0,-1-1 0,-1 0 0,-6 2 0,0-1 0,1 0 0,-13 0 0,15-1 0,-110-1-1365,79 1-5461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9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 24575,'13'-3'0,"-8"2"0,0 0 0,0 0 0,-1 0 0,1 0 0,0-1 0,-1 0 0,0 0 0,1 0 0,-1-1 0,0 1 0,6-6 0,-10 8 0,1-1 0,-1 1 0,0 0 0,0-1 0,1 1 0,-1 0 0,0-1 0,0 1 0,1 0 0,-1-1 0,0 1 0,0-1 0,0 1 0,0 0 0,0-1 0,0 1 0,0-1 0,1 1 0,-1-1 0,0 1 0,-1 0 0,1-1 0,0 1 0,0-1 0,0 1 0,0-1 0,0 1 0,-1-1 0,1 0 0,-1 0 0,0 0 0,1 1 0,-1-1 0,0 0 0,0 0 0,0 1 0,0-1 0,0 0 0,1 1 0,-3-1 0,-25-8 0,8 5 0,11 2 0,-1 0 0,0 1 0,0 0 0,-19 0 0,27 1 0,-1 1 0,1-1 0,0 1 0,-1-1 0,1 1 0,0 0 0,-1 0 0,1 0 0,0 0 0,0 0 0,0 0 0,0 1 0,0-1 0,0 1 0,0-1 0,0 1 0,1 0 0,-1 0 0,1 0 0,-1 0 0,1 0 0,0 0 0,0 0 0,0 0 0,-2 3 0,0 4 0,0 0 0,0 0 0,1 0 0,0 0 0,0 0 0,0 17 0,3-21 0,-1 0 0,1 0 0,0 0 0,0 0 0,0 0 0,1 0 0,0 0 0,0 0 0,0 0 0,0-1 0,1 1 0,0-1 0,5 7 0,24 25 0,2-2 0,52 42 0,-49-46 0,-1 3 0,41 47 0,-73-75 0,-1-1 0,1 1 0,-1 0 0,0 0 0,-1 0 0,1 1 0,-1-1 0,0 1 0,2 5 0,-4-9 0,0 0 0,0 1 0,1-1 0,-1 0 0,0 0 0,-1 0 0,1 0 0,0 0 0,-1 0 0,1 0 0,-1 0 0,1 0 0,-1 0 0,0 0 0,0 0 0,0-1 0,0 1 0,0 0 0,-1-1 0,1 1 0,0 0 0,-1-1 0,1 0 0,-1 1 0,1-1 0,-1 0 0,0 0 0,-3 2 0,-1 0 0,0-1 0,0 1 0,-1-1 0,1 0 0,-1-1 0,1 0 0,-1 0 0,0 0 0,-12-1 0,2-1 0,1 0 0,-31-7 0,38 6 0,-7-1 0,0-1 0,0-1 0,0 0 0,0-1 0,-24-13 0,39 18 0,0 0 0,-1 1 0,1-1 0,0 0 0,0 1 0,0-1 0,0 0 0,1 0 0,-1 0 0,0 0 0,0 0 0,0 0 0,1 0 0,-1 0 0,0 0 0,1-1 0,-1 1 0,1 0 0,0 0 0,-1-1 0,1 1 0,0-2 0,0 1 0,0 1 0,1-1 0,-1 1 0,1 0 0,-1-1 0,1 1 0,0-1 0,-1 1 0,1 0 0,0 0 0,0 0 0,0-1 0,0 1 0,0 0 0,0 0 0,2-1 0,5-3 0,-1 0 0,1 1 0,0-1 0,0 2 0,9-4 0,87-26-1365,-94 30-5461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72 24575,'-26'-16'0,"-41"-20"0,58 33 0,1 0 0,0 0 0,0 0 0,-1 1 0,0 0 0,1 0 0,-1 1 0,0 1 0,0-1 0,-9 2 0,15-1 0,1 1 0,-1 0 0,0-1 0,0 1 0,0 0 0,0 0 0,1 1 0,-1-1 0,0 1 0,1-1 0,0 1 0,-1 0 0,1 0 0,0 0 0,0 0 0,0 0 0,0 0 0,0 1 0,0-1 0,1 1 0,-1-1 0,1 1 0,0 0 0,-1-1 0,1 1 0,1 0 0,-2 3 0,1 1 0,0 0 0,0-1 0,0 1 0,1 0 0,0 0 0,0 0 0,1 0 0,0-1 0,0 1 0,5 12 0,9 18 0,39 69 0,8 16 0,-55-103 0,-1 0 0,-1 1 0,-1-1 0,0 1 0,-2 0 0,0 0 0,-2 36 0,0-41 0,-1-10 0,1 1 0,0 0 0,0 0 0,0 0 0,2 6 0,-2-10 0,1-1 0,-1 0 0,1 1 0,-1-1 0,1 0 0,0 1 0,-1-1 0,1 0 0,0 0 0,0 0 0,0 0 0,0 0 0,0 0 0,0 0 0,0 0 0,0 0 0,0 0 0,0-1 0,1 1 0,-1 0 0,0-1 0,0 1 0,1-1 0,-1 0 0,0 1 0,3-1 0,13 2 0,0-1 0,28-2 0,-28 0 0,-1 1 0,32 4 0,-32-1-119,1 0 246,28 2-1,-41-5-233,0 1 0,-1-2 0,1 1 0,0 0 0,0-1-1,-1 1 1,1-1 0,-1 0 0,1 0 0,-1-1 0,1 1 0,-1-1 0,6-3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18 24575,'-1'0'0,"0"0"0,0 1 0,1-1 0,-1 0 0,0 1 0,1-1 0,-1 1 0,0-1 0,1 1 0,-1-1 0,1 1 0,-1 0 0,1-1 0,-1 1 0,1 0 0,-1-1 0,1 1 0,0 0 0,-1 0 0,1-1 0,0 1 0,0 0 0,-1 0 0,1 0 0,0-1 0,0 1 0,0 1 0,-2 23 0,2-22 0,0 0 0,1 0 0,-1 0 0,1-1 0,0 1 0,-1 0 0,1-1 0,0 1 0,1-1 0,-1 1 0,0-1 0,1 1 0,-1-1 0,1 0 0,0 0 0,0 0 0,0 0 0,0 0 0,0 0 0,0 0 0,0-1 0,3 2 0,-3-2 0,0 0 0,0 0 0,0 0 0,0-1 0,0 1 0,0-1 0,0 0 0,0 0 0,0 1 0,0-1 0,0 0 0,0-1 0,0 1 0,0 0 0,0 0 0,0-1 0,0 0 0,0 1 0,0-1 0,0 0 0,-1 0 0,1 0 0,0 0 0,0 0 0,-1 0 0,1 0 0,-1-1 0,1 1 0,-1 0 0,3-4 0,-2 2 0,0 0 0,0 0 0,-1 0 0,1-1 0,-1 1 0,0 0 0,0-1 0,0 1 0,-1-1 0,1 1 0,-1-1 0,1 0 0,-2-5 0,1 4 0,1 0 0,-1 0 0,1 1 0,-1-1 0,1 0 0,3-6 0,-4 11 0,0-1 0,1 0 0,-1 1 0,1-1 0,-1 1 0,1-1 0,-1 1 0,1-1 0,0 1 0,-1-1 0,1 1 0,-1-1 0,1 1 0,0 0 0,-1-1 0,1 1 0,0 0 0,-1 0 0,1 0 0,0-1 0,0 1 0,-1 0 0,1 0 0,0 0 0,0 0 0,-1 0 0,1 0 0,0 0 0,0 1 0,-1-1 0,1 0 0,0 0 0,-1 1 0,1-1 0,0 0 0,-1 1 0,2-1 0,24 16 0,-4 3 0,-1 0 0,32 38 0,-39-41 0,1-3 0,-15-13 0,0 0 0,0 0 0,0 0 0,0 0 0,0 0 0,0 0 0,0 1 0,0-1 0,0 0 0,0 0 0,0 0 0,0 0 0,0 0 0,1 0 0,-1 0 0,0 0 0,0 0 0,0 0 0,0 0 0,0 0 0,0 0 0,0 0 0,0 0 0,0 0 0,0 0 0,1 0 0,-1 0 0,0 0 0,0 0 0,0 0 0,0 0 0,0 0 0,0 0 0,0 0 0,0 0 0,0 0 0,0-1 0,0 1 0,1 0 0,-1 0 0,0 0 0,0 0 0,0 0 0,0 0 0,0 0 0,0 0 0,0 0 0,0 0 0,0 0 0,0 0 0,-4-11 0,-1 2-1365,1-2-5461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4 24575,'-13'-3'0,"-6"2"0,-4 1 0,1 4 0,0 0 0,3 0 0,-2 1 0,1 1 0,3-1-8191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24575,'-2'28'0,"-2"15"0,1 5 0,0 0 0,4-3 0,1-5 0,1-3 0,2-3 0,3-2 0,0-4 0,-1-4 0,0-4 0,0-2 0,0-2 0,3-1 0,1-4 0,-1-2-8191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 24575,'-9'2'0,"-4"1"0,-1 0 0,1 1 0,0 0 0,1 1 0,-1 0 0,1 1 0,0 1 0,-13 8 0,22-12 0,0-1 0,0 1 0,1-1 0,-1 1 0,1 0 0,-3 4 0,4-7 0,1 1 0,-1-1 0,1 1 0,0-1 0,0 1 0,-1 0 0,1-1 0,0 1 0,0 0 0,0-1 0,0 1 0,0 0 0,0-1 0,0 1 0,0-1 0,0 1 0,0 0 0,0-1 0,0 1 0,0 0 0,0-1 0,1 1 0,-1 0 0,0-1 0,0 1 0,1-1 0,-1 1 0,0-1 0,1 1 0,-1-1 0,1 1 0,-1-1 0,1 1 0,-1-1 0,1 1 0,-1-1 0,1 0 0,-1 1 0,1-1 0,-1 0 0,1 1 0,0-1 0,-1 0 0,2 1 0,8 1 0,-1 0 0,1 0 0,-1 0 0,1-1 0,0-1 0,-1 0 0,17-1 0,12 0 0,99 16 120,-2-1-1605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24575,'4'-3'0,"0"0"0,0 0 0,0 1 0,0 0 0,1-1 0,-1 1 0,1 1 0,-1-1 0,10-1 0,-12 3 0,1-1 0,-1 2 0,1-1 0,-1 0 0,1 0 0,-1 1 0,0-1 0,1 1 0,-1 0 0,1 0 0,-1 0 0,0 0 0,0 0 0,0 0 0,0 1 0,0-1 0,0 1 0,0-1 0,0 1 0,3 3 0,1 3 0,0 0 0,0 0 0,0 1 0,-1 0 0,7 16 0,15 52 0,-17-45 0,69 280 0,-75-293 0,9 52 0,-6-29 0,21 67 0,-27-106 0,0-1 0,0 1 0,-1 0 0,1-1 0,-1 1 0,1 0 0,-1 0 0,0-1 0,0 1 0,0 0 0,-1 0 0,0 4 0,0-5 0,0 0 0,0 0 0,0 0 0,0 0 0,0 0 0,-1-1 0,1 1 0,0 0 0,-1-1 0,0 1 0,1-1 0,-1 1 0,0-1 0,0 1 0,-3 1 0,-11 4-227,0-1-1,0 0 1,0-1-1,-1 0 1,-28 3-1,26-5-6598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7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14 24575,'0'-1'0,"0"1"0,0-1 0,0 1 0,0-1 0,0 1 0,0-1 0,0 1 0,0-1 0,0 1 0,0-1 0,0 1 0,0 0 0,0-1 0,-1 1 0,1-1 0,0 1 0,0-1 0,0 1 0,-1-1 0,1 1 0,0 0 0,-1-1 0,1 1 0,0 0 0,-1-1 0,1 1 0,0 0 0,-1-1 0,1 1 0,-1 0 0,1 0 0,-1-1 0,1 1 0,-1 1 0,1-1 0,-1 0 0,1 1 0,-1-1 0,1 0 0,0 1 0,-1-1 0,1 0 0,0 1 0,-1-1 0,1 1 0,0-1 0,-1 1 0,1-1 0,0 0 0,0 1 0,0-1 0,-1 1 0,1-1 0,0 1 0,0 0 0,0-1 0,0 1 0,0-1 0,0 1 0,0-1 0,0 1 0,0 0 0,1 3 0,-1 1 0,1-1 0,0 0 0,0 0 0,0 0 0,1 0 0,0 0 0,-1 0 0,1 0 0,1 0 0,3 5 0,3 3 0,21 22 0,2-4 0,0-1 0,53 35 0,80 38 0,-86-58 0,-99-60 11,2-1 0,-18-19 0,6 4-1409,16 19-5428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7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 24575,'-13'21'0,"0"1"0,-17 20 0,14-21 0,-23 40 0,30-44 0,0-1 0,-14 19 0,18-28 0,-1-1 0,1 0 0,-1-1 0,-1 1 0,1-1 0,-1 0 0,-12 6 0,4-3-1365,2-2-5461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8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 24575,'-12'0'0,"0"1"0,0 0 0,0 1 0,0 0 0,1 1 0,-22 7 0,28-8 0,0 0 0,0 1 0,1-1 0,-1 1 0,1 0 0,-1 0 0,1 0 0,0 1 0,0-1 0,0 1 0,1 0 0,0 0 0,-1 1 0,1-1 0,1 1 0,-1-1 0,1 1 0,-3 5 0,4-5 0,1-1 0,-1 1 0,1 0 0,-1-1 0,2 1 0,-1 0 0,0-1 0,1 1 0,0 0 0,0-1 0,0 1 0,0-1 0,3 6 0,4 8 0,18 30 0,-24-44 0,22 40 0,-2 2 0,27 81 0,13 102 0,-59-209 0,2 24 0,-3-23 0,-2-20 0,0 0 0,1 1 0,-1-1 0,0 0 0,0 1 0,1-1 0,-1 0 0,1 0 0,-1 1 0,1-1 0,0 0 0,-1 0 0,1 0 0,0 0 0,0 0 0,0 0 0,0 0 0,0 0 0,0 0 0,0 0 0,0 0 0,0-1 0,0 1 0,0 0 0,0-1 0,1 1 0,-1-1 0,0 1 0,1-1 0,-1 0 0,0 0 0,0 1 0,1-1 0,1 0 0,5 0 0,0-1 0,0 0 0,0 0 0,14-4 0,-1 0 0,0 2 0,0 0 0,-1-2 0,1 0 0,32-14 0,-51 17-85,0 1 0,0 0-1,0 0 1,0-1 0,0 1-1,0-1 1,-1 1 0,1-1-1,0 0 1,-1 0 0,0 0-1,1 0 1,-1 0 0,0 0-1,1-4 1,2-5-6741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8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24575,'0'9'0,"1"-1"0,1 1 0,-1-1 0,1 1 0,1-1 0,0 0 0,0 0 0,0 0 0,1 0 0,0 0 0,8 9 0,-8-10 0,1-1 0,0 0 0,0-1 0,0 1 0,0-1 0,1 0 0,0 0 0,0-1 0,1 1 0,-1-1 0,1-1 0,0 1 0,9 2 0,-15-6 0,1 1 0,-1-1 0,1 1 0,-1-1 0,1 0 0,-1 0 0,1 0 0,-1 0 0,1 0 0,-1 0 0,1 0 0,-1 0 0,1-1 0,-1 1 0,1 0 0,-1-1 0,1 0 0,-1 1 0,0-1 0,1 0 0,-1 1 0,0-1 0,1 0 0,-1 0 0,0 0 0,0 0 0,0 0 0,0-1 0,0 1 0,0 0 0,0 0 0,-1-1 0,1 1 0,1-3 0,1-4 0,-1-1 0,1 1 0,-1-1 0,1-17 0,0 5 0,0 0 0,-2 14 0,-1 0 0,2 1 0,-1-1 0,1 0 0,3-8 0,-4 14 0,0-1 0,-1 1 0,1-1 0,0 1 0,0 0 0,1-1 0,-1 1 0,0 0 0,0 0 0,1-1 0,-1 1 0,0 0 0,1 0 0,-1 1 0,1-1 0,0 0 0,-1 0 0,1 1 0,-1-1 0,1 1 0,0-1 0,0 1 0,-1 0 0,1 0 0,3 0 0,2 0 0,0 1 0,0 0 0,0 0 0,0 1 0,0 0 0,0 0 0,0 1 0,-1 0 0,9 5 0,8 5 0,24 20 0,-38-27 0,16 13 0,0 0 0,32 34 0,-57-53 0,0 0 0,0 0 0,0 0 0,0-1 0,0 1 0,0 0 0,0 0 0,0 0 0,-1 0 0,1 0 0,0 0 0,0 0 0,0 0 0,0 0 0,0 1 0,0-1 0,0 0 0,0 0 0,0 0 0,0 0 0,0 0 0,0 0 0,0 0 0,0 0 0,0 0 0,-1 0 0,1 0 0,0 0 0,0 0 0,0 0 0,0 0 0,0 0 0,0 0 0,0 0 0,0 0 0,0 0 0,0 0 0,0 0 0,0 0 0,0 1 0,0-1 0,0 0 0,0 0 0,0 0 0,0 0 0,0 0 0,0 0 0,0 0 0,0 0 0,0 0 0,0 0 0,-12-4 0,-14-9 0,9 2-1365,1-1-5461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24575,'9'-4'0,"11"-6"0,1 2 0,0 0 0,35-8 0,-50 15 0,0 0 0,1 0 0,-1 1 0,1 0 0,-1 0 0,0 0 0,1 1 0,-1 0 0,0 0 0,1 1 0,-1 0 0,0 0 0,0 0 0,0 1 0,0 0 0,-1 0 0,7 4 0,-11-6 0,13 9 0,1 1 0,-2 0 0,0 1 0,23 26 0,-30-30 0,-1-1 0,0 2 0,0-1 0,-1 0 0,0 1 0,0 0 0,-1 0 0,0 0 0,-1 0 0,2 15 0,12 130 0,22 126 0,-21-178 0,-9-30 0,-8-61 0,0 0 0,0-1 0,-1 1 0,-4 18 0,4-27 0,1 0 0,-1 0 0,0 0 0,-1 0 0,1 0 0,0 0 0,0 0 0,-1-1 0,1 1 0,-1 0 0,0-1 0,1 1 0,-1-1 0,0 0 0,0 1 0,0-1 0,0 0 0,0 0 0,0 0 0,0 0 0,-1-1 0,1 1 0,0-1 0,0 1 0,0-1 0,-1 0 0,-2 0 0,-7 1 0,1-1 0,-1-1 0,1 0 0,-14-3 0,-56-17-1365,64 17-5461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19 24575,'-28'-3'0,"-13"0"0,-1-1 0,1 2 0,5 0 0,6 1 0,6 0 0,3 1 0,4 0 0,2 0 0,1 0 0,0 0 0,0 0 0,-1 0 0,1 0 0,1-2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64 24575,'-28'-10'0,"-15"-4"0,-3 1 0,2 2 0,3 4 0,5 2 0,5 3 0,4 1 0,7 1-8191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684 94 24575,'0'-3'0,"1"0"0,0 0 0,-1 0 0,0 0 0,1 0 0,-1-1 0,0 1 0,-1 0 0,1 0 0,-1 0 0,1 0 0,-1 0 0,0 0 0,0 0 0,0 0 0,-1 0 0,1 0 0,-1 0 0,1 1 0,-3-4 0,1 4 0,1-1 0,-1 0 0,0 1 0,0 0 0,0 0 0,0 0 0,0 0 0,0 0 0,-1 1 0,1 0 0,-1-1 0,1 1 0,-1 0 0,1 1 0,-1-1 0,-7 0 0,-90 2 0,32 1 0,62-2 0,0 1 0,0-1 0,1 1 0,-1 1 0,0-1 0,0 1 0,1 1 0,-1-1 0,1 1 0,-1 0 0,1 0 0,0 1 0,1 0 0,-1 0 0,0 0 0,1 1 0,0-1 0,0 1 0,-4 7 0,1-2 0,2 0 0,-1 1 0,1-1 0,1 1 0,0 0 0,1 1 0,0-1 0,0 1 0,1 0 0,-1 13 0,-2 9 0,3-16 0,1-1 0,-1 20 0,2 15 0,3 86 0,5-82 0,-3-34 0,0 31 0,-5 8 0,2 45 0,6-56 0,-3-31 0,1 33 0,-6 408 0,0-437 0,-6 32 0,3-31 0,0 29 0,5 306 0,-3-342 0,0-1 0,-1 1 0,-1 0 0,0-1 0,-1 0 0,-1 0 0,-11 21 0,13-29 0,0 0 0,-1 0 0,0 0 0,-1 0 0,0-1 0,0 0 0,0 0 0,-1-1 0,0 0 0,0 0 0,-1 0 0,1-1 0,-1 0 0,-1-1 0,1 0 0,-1 0 0,1 0 0,-1-1 0,0-1 0,0 0 0,-15 2 0,17-3 0,-1 1 0,1 0 0,-13 4 0,20-6 0,-1 1 0,1-1 0,0 0 0,0 0 0,0 1 0,0-1 0,0 0 0,0 0 0,0 0 0,0 1 0,0-1 0,0 0 0,0 0 0,0 1 0,0-1 0,0 0 0,0 0 0,0 1 0,0-1 0,0 0 0,0 0 0,0 0 0,0 1 0,1-1 0,-1 0 0,0 0 0,0 0 0,0 1 0,0-1 0,0 0 0,1 0 0,-1 0 0,0 0 0,0 1 0,0-1 0,1 0 0,-1 0 0,0 0 0,0 0 0,0 0 0,1 0 0,-1 0 0,0 0 0,0 0 0,1 0 0,10 7 0,12 7 0,3 0 0,-1 0 0,24 20 0,-32-17 0,0 0 0,0 1 0,-2 1 0,22 35 0,-25-34 0,-2 1 0,0 0 0,-1 1 0,-1 0 0,-1 0 0,-1 1 0,-1 0 0,4 38 0,48 272 0,-33-210 0,1 77 0,-15-104 0,-4-7 0,-5 96 0,-3-78 0,1-43 0,3 72 0,13-45 0,-6-38 0,25 79 0,-32-125 0,1-1 0,0 1 0,0-1 0,1 0 0,0 1 0,0-2 0,0 1 0,1 0 0,0-1 0,0 0 0,6 5 0,1-1 0,-1-1 0,2 0 0,-1 0 0,20 7 0,-27-13-227,0 0-1,0 0 1,1-1-1,-1 0 1,7 1-1,0-1-6598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50 119 24575,'-6'-6'0,"-22"-24"0,26 28 0,0 0 0,1-1 0,-1 1 0,1 0 0,-1-1 0,1 1 0,0-1 0,0 1 0,0-1 0,1 1 0,-2-6 0,2 7 0,0-1 0,1 1 0,-1 0 0,0 0 0,1-1 0,-1 1 0,0 0 0,1 0 0,-1-1 0,1 1 0,0 0 0,-1 0 0,1 0 0,0 0 0,0 0 0,0 0 0,0 0 0,0 0 0,0 1 0,0-1 0,0 0 0,0 0 0,0 1 0,0-1 0,2 0 0,4-2 0,0 1 0,0 0 0,10-2 0,-10 2 0,7-1 0,-1 1 0,1 0 0,-1 1 0,1 1 0,-1 0 0,1 0 0,0 2 0,-1 0 0,0 0 0,1 1 0,-1 1 0,0 0 0,0 0 0,-1 2 0,0-1 0,0 2 0,0 0 0,13 10 0,-22-15 0,1 1 0,-1 0 0,0 0 0,-1 0 0,1 1 0,0-1 0,-1 0 0,0 1 0,0 0 0,0 0 0,0 0 0,-1-1 0,1 1 0,-1 1 0,0-1 0,1 6 0,-2-4 0,0 0 0,0 0 0,-1 0 0,0 0 0,0 0 0,0 0 0,-1 0 0,1 0 0,-2 0 0,-4 10 0,-5 4 0,0 0 0,-2-1 0,-29 33 0,-1 1 0,42-51 0,1-1 0,0 1 0,0 0 0,0-1 0,0 1 0,0 0 0,0 0 0,0 0 0,0 0 0,1 0 0,-1 0 0,1 0 0,0 0 0,-1 0 0,1 0 0,0 0 0,0 0 0,0 0 0,1 4 0,0-4 0,0-1 0,-1 1 0,1-1 0,0 1 0,1-1 0,-1 1 0,0-1 0,0 0 0,0 1 0,1-1 0,-1 0 0,1 0 0,-1 0 0,1 0 0,-1 0 0,1 0 0,0-1 0,-1 1 0,1 0 0,0-1 0,0 1 0,3-1 0,8 3 0,0-2 0,0 0 0,0 0 0,1-1 0,17-2 0,66-16 0,-53 9 0,27-7-1365,-58 13-5461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24575,'32'32'0,"-1"0"0,1-1 0,57 42 0,-87-72 0,-1 0 0,0 0 0,1 0 0,-1 0 0,1 0 0,-1-1 0,1 1 0,-1-1 0,1 1 0,0-1 0,-1 1 0,1-1 0,0 0 0,-1 0 0,1 0 0,0 0 0,-1 0 0,1 0 0,0 0 0,-1-1 0,1 1 0,2-1 0,-2 0 0,0-1 0,-1 1 0,0 0 0,1 0 0,-1-1 0,0 1 0,1-1 0,-1 1 0,0-1 0,0 1 0,0-1 0,0 0 0,-1 0 0,1 1 0,0-1 0,-1 0 0,1 0 0,-1 0 0,1-3 0,0-6 0,-1 1 0,-1-15 0,0 17 0,1 1 0,0-1 0,0 1 0,1-1 0,3-15 0,-4 22 0,0 1 0,1-1 0,-1 0 0,1 0 0,-1 0 0,1 0 0,-1 1 0,1-1 0,-1 0 0,1 0 0,0 1 0,-1-1 0,1 0 0,0 1 0,0-1 0,0 1 0,-1-1 0,1 1 0,0 0 0,0-1 0,0 1 0,0 0 0,0-1 0,0 1 0,0 0 0,0 0 0,0 0 0,0 0 0,-1 0 0,1 0 0,0 0 0,0 0 0,0 0 0,0 1 0,0-1 0,0 0 0,0 0 0,0 1 0,0-1 0,1 2 0,4 0 0,0 1 0,-1 0 0,1 1 0,8 6 0,109 95 0,-121-103-151,-1-1-1,1 0 0,0 0 0,0 0 1,0 0-1,-1 0 0,1 0 1,3 1-1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22 24575,'-16'-2'0,"-7"-2"0,-3 1 0,1 0 0,2 1 0,2 1 0,2 1 0,5-3 0,1-1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30 24575,'-28'-8'0,"-13"-2"0,-1 3 0,6 2-8191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46 24575,'-30'-11'0,"-42"-14"0,63 22 0,1 1 0,-1 0 0,-1 1 0,1 0 0,-16 0 0,23 2 0,1-1 0,-1 0 0,0 1 0,1-1 0,-1 1 0,1-1 0,-1 1 0,1 0 0,-1-1 0,1 1 0,0 0 0,-1 0 0,1 0 0,0 0 0,0 0 0,-1 1 0,1-1 0,0 0 0,0 1 0,0-1 0,1 0 0,-1 1 0,0-1 0,0 1 0,1-1 0,-1 1 0,1-1 0,-1 1 0,1 0 0,0-1 0,0 1 0,0 1 0,-1 8 0,1-1 0,0 1 0,3 19 0,-2-21 0,0 5 0,2 1 0,0 0 0,0-1 0,1 0 0,1 0 0,1 0 0,8 16 0,-8-19 0,1-1 0,0-1 0,0 1 0,1-1 0,0-1 0,1 1 0,-1-1 0,2-1 0,15 11 0,-13-11 0,1 0 0,0-1 0,0 0 0,1-1 0,0-1 0,19 4 0,-24-6 0,0-1 0,1 0 0,-1 0 0,0-1 0,1 0 0,-1-1 0,0 0 0,1 0 0,-1-1 0,17-6 0,-22 7 0,0-1 0,0 0 0,0 0 0,-1 0 0,1-1 0,-1 1 0,1-1 0,-1 0 0,0 0 0,0 0 0,0 0 0,-1-1 0,1 1 0,-1-1 0,0 1 0,0-1 0,0 0 0,0 0 0,1-6 0,-1 4 0,-1 0 0,-1 1 0,1-1 0,-1 0 0,0 1 0,0-1 0,-1 0 0,1 1 0,-1-1 0,-1 1 0,1-1 0,-1 1 0,0-1 0,-3-5 0,-1-1 20,0 0 0,-2 1 0,1-1 0,-1 2 0,-16-18 0,17 22-169,1 0 1,-1 0-1,0 1 1,0 0-1,0 1 1,-1-1-1,0 1 1,0 1-1,-15-6 1,2 5-6678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0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0 24575,'1'1'0,"0"0"0,0 0 0,0 0 0,0 0 0,0 1 0,0-1 0,0 0 0,0 0 0,0 1 0,-1-1 0,1 1 0,-1-1 0,1 0 0,-1 1 0,1-1 0,-1 1 0,0-1 0,0 1 0,0-1 0,0 2 0,0-1 0,-1-1 0,1 0 0,-1 0 0,1 0 0,-1 0 0,0-1 0,1 1 0,-1 0 0,0 0 0,0 0 0,0-1 0,0 1 0,0 0 0,0-1 0,0 1 0,0 0 0,0-1 0,0 0 0,0 1 0,0-1 0,0 1 0,0-1 0,0 0 0,0 0 0,-1 0 0,-1 0 0,-28 2 0,-1-1 0,-44-4 0,55 1 0,0 0 0,-1-2 0,-20-6 0,39 9-195,1 0 0,-1 0 0,1 0 0,-1 0 0,1 0 0,-4-3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0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24575,'0'0'0,"0"0"0,0 0 0,0-1 0,0 1 0,0 0 0,0 0 0,0 0 0,0 0 0,0 0 0,0 0 0,0 0 0,0 0 0,0 0 0,0 0 0,0 0 0,0 0 0,0 0 0,0-1 0,0 1 0,0 0 0,0 0 0,0 0 0,0 0 0,0 0 0,0 0 0,0 0 0,0 0 0,0 0 0,0 0 0,0 0 0,0 0 0,0 0 0,0 0 0,0 0 0,0 0 0,1 0 0,-1 0 0,0 0 0,0 0 0,0-1 0,0 1 0,0 0 0,0 0 0,0 0 0,0 0 0,0 0 0,0 0 0,0 0 0,0 0 0,0 0 0,0 0 0,1 0 0,-1 0 0,0 1 0,0-1 0,0 0 0,0 0 0,0 0 0,0 0 0,0 0 0,0 0 0,0 0 0,0 0 0,0 0 0,0 0 0,0 0 0,0 0 0,6 6 0,4 10 0,62 131 0,-13-23 0,-25-49 0,-22-41 130,-5-10-1625,-3-14-5331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24575,'25'24'0,"1"-2"0,51 35 0,-74-55 0,0 0 0,0 0 0,1 0 0,-1-1 0,0 1 0,1-1 0,-1 0 0,1 0 0,0 0 0,-1-1 0,6 1 0,-8-1 0,1 0 0,0 0 0,0-1 0,-1 1 0,1 0 0,0-1 0,-1 0 0,1 1 0,-1-1 0,1 0 0,-1 0 0,1 0 0,-1 0 0,1 0 0,-1 0 0,0 0 0,1 0 0,-1 0 0,0-1 0,0 1 0,0 0 0,0-1 0,0 1 0,0-1 0,0-2 0,3-7 0,0 0 0,-1-1 0,-1 1 0,0-1 0,0 1 0,-1-1 0,-1-20 0,1-10 0,-1 41 0,0 0 0,0 0 0,0 0 0,0 0 0,0 0 0,0 0 0,1 0 0,-1 0 0,0 0 0,0 1 0,1-1 0,-1 0 0,1 0 0,-1 0 0,1 0 0,-1 1 0,1-1 0,-1 0 0,1 0 0,0 1 0,-1-1 0,1 1 0,0-1 0,1 0 0,-1 1 0,0-1 0,0 1 0,0 0 0,1 0 0,-1 0 0,0 0 0,0 0 0,1 0 0,-1 0 0,0 1 0,0-1 0,0 0 0,0 1 0,1-1 0,-1 1 0,1 0 0,5 3 0,0 0 0,0 1 0,-1 0 0,8 7 0,93 92 0,-105-102-83,15 18 297,-17-20-279,1 1 0,-1 0 0,1 0 0,-1-1 0,1 1 0,-1 0 0,0 0-1,1 0 1,-1 0 0,0 0 0,0 0 0,1 0 0,-1 0 0,0 0 0,0 0 0,0 0 0,0-1 0,0 1 0,0 0 0,-1 0 0,1 0 0,-1 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42 24575,'-29'-7'0,"-11"-4"0,-2 2 0,3 1 0,7 2 0,7 5 0,7 3 0,3 3 0,2 1 0,0-1 0,3 0-8191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13 24575,'-29'-3'0,"-11"0"0,-2-1 0,4 2 0,5 2 0,4 3 0,6 2 0,5 1 0,5-1-8191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2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24575,'10'32'0,"8"23"0,45 95 0,-27-77 0,29 51 0,-62-119-170,0 0-1,0 1 0,-1-1 1,1 1-1,-1 0 0,0 0 1,2 11-1,-3-5-6655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4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24575,'33'1'0,"1"1"0,-1 1 0,0 3 0,0 0 0,42 15 0,-58-16 0,31 10 0,77 36 0,-121-50 0,-1 1 0,0 0 0,0 0 0,0 0 0,-1 0 0,1 0 0,-1 1 0,5 3 0,-7-5 0,1 0 0,-1 0 0,1 0 0,-1-1 0,0 1 0,1 0 0,-1 0 0,0 0 0,0 0 0,1 0 0,-1 0 0,0 0 0,0 0 0,0-1 0,0 1 0,0 0 0,0 0 0,-1 0 0,1 0 0,0 0 0,0 0 0,-1 0 0,1 0 0,0-1 0,-1 1 0,1 0 0,-1 0 0,1 0 0,-1-1 0,1 1 0,-1 0 0,0-1 0,1 1 0,-1 0 0,0-1 0,0 1 0,0 0 0,-3 2 0,0-1 0,-1 1 0,1-1 0,-1 1 0,1-1 0,-1-1 0,-8 3 0,-38 6 0,34-8 0,8 0 0,-2-1 0,0 1 0,-20 7 0,29-9 0,1 1 0,-1-1 0,0 1 0,0 0 0,1-1 0,-1 1 0,1 0 0,-1 0 0,0 0 0,1 1 0,0-1 0,-1 0 0,1 0 0,0 1 0,0-1 0,0 1 0,0-1 0,0 1 0,0 0 0,0-1 0,0 1 0,0 0 0,1-1 0,-1 4 0,1-4 0,0 1 0,0-1 0,0 0 0,1 1 0,-1-1 0,1 0 0,-1 1 0,1-1 0,-1 0 0,1 0 0,0 1 0,-1-1 0,1 0 0,0 0 0,0 0 0,0 0 0,0 0 0,0 0 0,2 2 0,26 15 0,-21-13 0,85 39 0,-68-33 0,0 0 0,46 30 0,-70-40 0,0-1 0,0 1 0,0 0 0,0-1 0,0 1 0,0 0 0,0 0 0,0 0 0,-1 0 0,1 0 0,0 0 0,0 0 0,-1 0 0,1 0 0,-1 0 0,1 1 0,-1-1 0,1 0 0,-1 0 0,0 1 0,0-1 0,1 0 0,-1 0 0,0 1 0,0 0 0,-1 0 0,0-1 0,1 1 0,-1-1 0,0 1 0,0-1 0,0 0 0,0 1 0,0-1 0,0 0 0,0 0 0,0 0 0,-1 0 0,1 0 0,0 0 0,-1 0 0,1 0 0,-1 0 0,-2 1 0,-7 2 0,0 0 0,-1 0 0,1-1 0,-1-1 0,1 0 0,-17 1 0,-73-3 0,56-1 0,-7 0-1365,38 1-5461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 24575,'0'0'0,"0"-1"0,-1 1 0,1 0 0,0 0 0,-1 0 0,1 0 0,-1-1 0,1 1 0,0 0 0,-1 0 0,1 0 0,0 0 0,-1 0 0,1 0 0,-1 0 0,1 0 0,0 0 0,-1 0 0,1 0 0,-1 0 0,1 0 0,0 0 0,-1 0 0,1 0 0,-1 1 0,1-1 0,0 0 0,-1 1 0,1-1 0,-1 1 0,1-1 0,0 1 0,-1 0 0,1-1 0,0 1 0,0 0 0,0-1 0,-1 1 0,1 0 0,0-1 0,0 1 0,0 0 0,1 1 0,5 28 0,-5-28 0,2 10 0,-2-6 0,0 0 0,1-1 0,0 1 0,0-1 0,0 1 0,0-1 0,1 0 0,0 0 0,5 7 0,-7-12 0,0 1 0,-1-1 0,1 1 0,0-1 0,0 0 0,0 1 0,0-1 0,-1 0 0,1 0 0,0 1 0,0-1 0,0 0 0,0 0 0,0 0 0,0 0 0,0 0 0,-1 0 0,1 0 0,0 0 0,0-1 0,0 1 0,0 0 0,0-1 0,0 1 0,-1 0 0,1-1 0,0 1 0,0-1 0,-1 1 0,1-1 0,0 1 0,0-2 0,4-2 0,0-1 0,0 0 0,5-7 0,-3 3 0,-2 4 0,0-1 0,1 1 0,-1 0 0,1 0 0,0 1 0,1 0 0,-1 0 0,1 0 0,13-4 0,-16 6 0,0 1 0,0 0 0,0 1 0,0-1 0,0 1 0,1 0 0,-1 0 0,0 0 0,0 1 0,0-1 0,0 1 0,0 0 0,0 0 0,0 0 0,0 1 0,0-1 0,0 1 0,-1 0 0,7 4 0,-4-1 0,1 0 0,0 1 0,-1 0 0,0 0 0,-1 0 0,8 10 0,-3 0 0,14 30 0,-17-34-1365,-1-3-5461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45 24575,'-21'-8'0,"-9"-2"0,-2 0 0,1 2 0,4 3 0,4 1 0,3 5 0,2 1 0,3 2 0,0-1 0,0-1 0,0 0 0,1-1 0,-1-1 0,3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30 24575,'-31'-5'0,"-13"-2"0,-1 1 0,1 0 0,6 3 0,9 0-8191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7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24575,'19'-36'0,"-16"27"0,2 1 0,9-16 0,-12 22 0,0-1 0,0 1 0,0 0 0,0 0 0,1-1 0,-1 2 0,1-1 0,0 0 0,-1 0 0,1 1 0,0 0 0,5-3 0,-1 3 0,-1-1 0,1 1 0,0 1 0,-1-1 0,1 1 0,0 0 0,0 0 0,-1 1 0,1 0 0,6 2 0,10 3 0,33 14 0,-35-12 0,7 3 0,44 24 0,-62-29 0,0 0 0,-1 1 0,1 0 0,-1 0 0,-1 1 0,1 0 0,9 13 0,-16-19 0,-1 0 0,0 0 0,1 0 0,-1 0 0,0 0 0,0 0 0,0 0 0,0 0 0,-1 1 0,1-1 0,0 0 0,-1 1 0,0-1 0,0 0 0,1 1 0,-1-1 0,-1 0 0,1 1 0,0-1 0,-1 5 0,-1-5 0,1 1 0,0-1 0,-1 1 0,1-1 0,-1 0 0,0 0 0,0 0 0,0 0 0,0 0 0,0 0 0,0 0 0,0 0 0,-1-1 0,1 1 0,-1-1 0,1 0 0,-4 1 0,-21 7 0,-10 3 0,35-11 0,0 0 0,0 0 0,0 0 0,0 0 0,1 0 0,-1 0 0,0 0 0,1 1 0,-1-1 0,1 1 0,-1-1 0,1 1 0,-2 3 0,2-4 0,1 1 0,-1 0 0,1-1 0,0 1 0,0-1 0,0 1 0,0 0 0,0-1 0,0 1 0,0 0 0,1-1 0,-1 1 0,1-1 0,-1 1 0,1-1 0,-1 1 0,1-1 0,0 1 0,0-1 0,0 0 0,0 1 0,1 1 0,4 4 0,0 0 0,10 9 0,-14-14 0,34 28 0,-25-21 0,1 0 0,-2 1 0,18 19 0,-28-28 0,1 0 0,-1-1 0,1 1 0,0 0 0,-1-1 0,0 1 0,1 0 0,-1 0 0,1-1 0,-1 1 0,0 0 0,0 0 0,1 0 0,-1 0 0,0 0 0,0-1 0,0 1 0,0 0 0,0 0 0,0 0 0,0 0 0,0 0 0,0 0 0,-1-1 0,1 1 0,0 0 0,0 0 0,-1 0 0,1-1 0,-1 1 0,1 0 0,0 0 0,-1-1 0,0 1 0,1 0 0,-1-1 0,1 1 0,-1 0 0,0-1 0,1 1 0,-1-1 0,0 1 0,0-1 0,1 0 0,-1 1 0,0-1 0,0 0 0,-1 1 0,-5 2 0,-1-1 0,1 0 0,-1-1 0,-9 2 0,16-3 0,-42 4-312,-54-3 0,81-1-429,-7 0-6085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9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15 24575,'36'14'0,"6"2"0,52 29 0,-72-33 0,0 1 0,-2 1 0,0 1 0,0 0 0,-2 2 0,20 20 0,-35-32 0,1-1 0,-1 1 0,1 1 0,-1-1 0,-1 0 0,1 1 0,-1-1 0,0 1 0,0 0 0,-1 0 0,0-1 0,0 1 0,1 9 0,-2-11 0,-1-1 0,1 0 0,0 0 0,-1 1 0,0-1 0,0 0 0,0 0 0,0 0 0,0 0 0,0 0 0,-1 0 0,1-1 0,-1 1 0,0 0 0,0-1 0,0 1 0,0-1 0,-1 0 0,1 1 0,-1-1 0,1 0 0,-1-1 0,0 1 0,1 0 0,-1-1 0,-5 3 0,-2-1 0,0 0 0,-1 0 0,1-1 0,-1-1 0,1 1 0,-1-2 0,1 1 0,-1-2 0,-13-1 0,8 0 0,1-1 0,0 0 0,-1-1 0,2-1 0,-25-11 0,26 9 0,0 0 0,1-1 0,0-1 0,0 1 0,1-2 0,0 0 0,1 0 0,0-1 0,0 0 0,1-1 0,-13-22 0,19 27 0,0-1 0,1 1 0,-1-1 0,1 0 0,1 1 0,-1-1 0,2 0 0,-1 0 0,1-13 0,1 10 0,0 0 0,0 0 0,1 0 0,0 0 0,1 0 0,6-13 0,-8 22-97,-1 0-1,1 0 1,1 0-1,-1 0 1,0 0-1,0 0 1,1 0-1,-1 0 1,1 0-1,-1 1 1,1-1-1,0 1 0,3-3 1,3 0-6729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34 24575,'14'9'0,"32"24"0,-41-29 0,-1-1 0,0 1 0,0 1 0,0-1 0,-1 0 0,0 1 0,5 7 0,-8-11 0,1 0 0,-1 0 0,1 0 0,-1 0 0,1 0 0,-1 0 0,0 0 0,1 0 0,-1 1 0,0-1 0,0 0 0,0 0 0,0 0 0,0 0 0,0 0 0,0 1 0,0-1 0,-1 0 0,1 0 0,0 0 0,-1 0 0,0 1 0,0-1 0,0 1 0,0-1 0,0 0 0,0 0 0,0 0 0,0 0 0,0-1 0,-1 1 0,1 0 0,0 0 0,-1-1 0,1 1 0,0-1 0,-3 1 0,-6 1 0,0-1 0,1 0 0,-1 0 0,-11-2 0,14 1 0,-17 0 0,1-2 0,0-1 0,-1 0 0,-22-8 0,33 7 0,-1 0 0,1-2 0,0 1 0,0-2 0,1 0 0,-1 0 0,-20-17 0,32 23 0,-1 0 0,1 0 0,0 0 0,0 0 0,0-1 0,0 1 0,0 0 0,0 0 0,0-1 0,0 1 0,0-1 0,1 1 0,-1-1 0,0 1 0,1-1 0,-1 1 0,1-1 0,0 1 0,0-1 0,-1 0 0,1 1 0,0-1 0,0 1 0,1-1 0,-1 0 0,0 1 0,0-1 0,1-2 0,1 2 0,-1 0 0,0 0 0,0 1 0,1-1 0,-1 0 0,1 0 0,-1 1 0,1-1 0,0 1 0,0 0 0,0-1 0,0 1 0,0 0 0,0 0 0,0 0 0,0 0 0,0 0 0,0 1 0,4-1 0,11-2-170,-1 2-1,1 0 0,0 1 1,0 1-1,-1 0 0,1 1 1,20 6-1,-22-5-6655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24575,'102'219'0,"7"13"0,-72-156-1365,-31-65-5461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32 24575,'-29'-2'0,"-11"-4"0,-5-1 0,3 1 0,6 2 0,7 0 0,5 3 0,5 0 0,2 1 0,2 0 0,1 0 0,3 0-8191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1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24575,'22'26'0,"0"1"0,33 53 0,-31-42 0,189 248 0,-199-267 0,6 10 0,-18-27 0,0 0 0,-1-1 0,1 1 0,0 0 0,0-1 0,0 1 0,0-1 0,0 0 0,0 0 0,4 2 0,-6-3 0,1 0 0,-1 0 0,0 0 0,1 0 0,-1 1 0,1-1 0,-1 0 0,0 0 0,1 0 0,-1 0 0,1 0 0,-1 0 0,1 0 0,-1-1 0,0 1 0,1 0 0,-1 0 0,1 0 0,-1 0 0,0 0 0,1-1 0,-1 1 0,0 0 0,1 0 0,-1-1 0,0 1 0,1 0 0,-1-1 0,1 1 0,2-14 0,-6-15 0,-7-1 0,8 24 0,0 0 0,0 1 0,0-1 0,1 0 0,-1-10 0,2 16 0,0 0 0,0 0 0,0-1 0,0 1 0,0 0 0,0 0 0,0 0 0,0 0 0,0 0 0,0 0 0,0 0 0,0 0 0,0 0 0,0 0 0,0 0 0,0 0 0,0-1 0,0 1 0,0 0 0,1 0 0,-1 0 0,0 0 0,0 0 0,0 0 0,0 0 0,0 0 0,0 0 0,0 0 0,0 0 0,0 0 0,0 0 0,0 0 0,0 0 0,1 0 0,-1 0 0,0 0 0,0 0 0,0 0 0,0 0 0,0 0 0,0 0 0,0 0 0,0 0 0,0 0 0,0 0 0,1 0 0,-1 0 0,0 0 0,0 0 0,0 0 0,7 4 0,7 7 0,-13-10 0,16 13 0,2-1 0,0 0 0,0-1 0,1-1 0,0-1 0,1-1 0,0-1 0,0-1 0,27 6 0,-35-10 0,1-1 0,-1 0 0,1-1 0,-1 0 0,1-1 0,0-1 0,-1 0 0,1-1 0,-1 0 0,1-1 0,-1-1 0,0 0 0,0-1 0,-1 0 0,1-1 0,17-11 0,-26 14 0,0 0 0,0-1 0,0 1 0,0-1 0,-1 0 0,1 0 0,-1 0 0,0-1 0,0 1 0,-1-1 0,1 0 0,-1 0 0,0 0 0,-1 0 0,3-10 0,-3 8 0,0 1 0,0-1 0,-1 0 0,0 0 0,0 0 0,-1 0 0,0 0 0,0 0 0,-1 0 0,1 1 0,-6-13 0,5 16 0,1 1 0,0 0 0,-1-1 0,1 1 0,-1 0 0,0 0 0,0 0 0,0 0 0,0 0 0,0 1 0,0-1 0,0 1 0,-1-1 0,1 1 0,-5-2 0,6 2 0,-1 1 0,1-1 0,-1 1 0,1 0 0,-1-1 0,1 1 0,-1 0 0,1 0 0,-1 0 0,1 0 0,-1 0 0,1 0 0,-1 1 0,1-1 0,0 0 0,-1 1 0,1-1 0,-1 1 0,1 0 0,0-1 0,-1 1 0,1 0 0,0 0 0,0 0 0,0 0 0,0 0 0,0 0 0,0 0 0,-2 2 0,0 1 0,1 0 0,-1 1 0,1-1 0,0 0 0,0 1 0,0-1 0,1 1 0,0 0 0,0-1 0,0 1 0,0 0 0,1 0 0,-1-1 0,2 10 0,0-8 0,0 0 0,0 0 0,1 0 0,0 0 0,0 0 0,1 0 0,0-1 0,0 1 0,0-1 0,6 8 0,-3-6 0,0 0 0,0-1 0,0 0 0,1 0 0,0-1 0,0 1 0,0-1 0,0-1 0,1 0 0,0 0 0,0 0 0,0-1 0,1 0 0,-1-1 0,1 0 0,12 2 0,1-3 0,0-1 0,0-1 0,0 0 0,42-10 0,-51 8 0,-1 0 0,0-2 0,0 1 0,0-2 0,0 1 0,-1-1 0,0-1 0,-1 0 0,19-17 0,-26 22 0,-1-1 0,0 1 0,0-1 0,0 0 0,-1 0 0,1 0 0,-1 0 0,0 0 0,1 0 0,-1 0 0,-1-1 0,1 1 0,0 0 0,-1-1 0,0 1 0,1 0 0,-1-1 0,-1 1 0,1 0 0,0-1 0,-2-5 0,-1-1 0,0 0 0,0 0 0,-1 1 0,0-1 0,-10-15 0,11 19-151,-1 1-1,0 0 0,0 0 0,0 0 1,0 1-1,-1-1 0,0 1 1,-9-6-1,2 3-6674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24575,'5'15'0,"1"0"0,1 0 0,1-1 0,0 0 0,1-1 0,0 0 0,1 0 0,17 16 0,-14-14 0,-5-6 0,-1-1 0,19 15 0,-25-21 0,1-1 0,0 1 0,0-1 0,0 0 0,0 0 0,0 0 0,0 0 0,1 0 0,-1 0 0,0-1 0,0 1 0,1-1 0,-1 0 0,0 1 0,1-1 0,-1 0 0,0 0 0,1-1 0,-1 1 0,3-1 0,-3 0 0,-1 1 0,1-1 0,-1 0 0,1 0 0,-1 0 0,0 0 0,1-1 0,-1 1 0,0 0 0,0 0 0,0-1 0,0 1 0,0-1 0,0 1 0,0-1 0,-1 1 0,1-1 0,-1 1 0,1-1 0,-1 0 0,1 1 0,-1-1 0,0 0 0,0-2 0,1-7 0,0 0 0,-2-18 0,0 15 0,0 5 0,1 7 0,-1-1 0,1 1 0,0-1 0,0 0 0,0 1 0,0-1 0,0 1 0,1-1 0,-1 0 0,1 1 0,-1-1 0,1 1 0,0 0 0,2-4 0,-3 6 0,1-1 0,-1 1 0,1 0 0,0-1 0,-1 1 0,1 0 0,-1 0 0,1 0 0,-1 0 0,1 0 0,0-1 0,-1 1 0,1 0 0,-1 0 0,1 0 0,-1 0 0,1 1 0,0-1 0,-1 0 0,1 0 0,-1 0 0,1 0 0,-1 1 0,1-1 0,-1 0 0,1 0 0,-1 1 0,2 0 0,15 12 0,-13-9 0,23 17 0,-11-6 0,34 21 0,-45-33 0,0 0 0,1 0 0,-1-1 0,0 1 0,1-1 0,0-1 0,-1 1 0,1-1 0,0 0 0,0 0 0,9-1 0,-11 0 0,0-1 0,0 0 0,0 0 0,-1 0 0,1-1 0,0 1 0,-1-1 0,1 0 0,-1 0 0,0 0 0,1 0 0,-1-1 0,0 1 0,-1-1 0,1 0 0,0 0 0,-1 0 0,1 0 0,-1 0 0,0-1 0,0 1 0,2-8 0,0 4 0,-1-1 0,0 0 0,-1 0 0,0 0 0,0 0 0,-1-1 0,0 1 0,0 0 0,-1-16 0,0 22 5,0 0-1,-1 0 1,1 0 0,0 0-1,-1 0 1,0 0-1,1 0 1,-1 1-1,0-1 1,0 0-1,0 0 1,0 1 0,0-1-1,-1 0 1,1 1-1,0-1 1,-1 1-1,1 0 1,-1-1 0,-2 0-1,-1-1-149,-1 0-1,1 1 1,-1 0 0,0 1-1,-8-3 1,6 3-444,-7-3-6237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24575,'13'20'0,"6"11"0,4 1 0,-3-2 0,-5-3 0,-5-4 0,-3-5-8191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24575,'11'2'0,"5"4"0,1 4 0,-1 2 0,-2-1-8191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3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29 24575,'-2'-3'0,"-1"-1"0,0 1 0,0 0 0,0 0 0,0 0 0,-5-3 0,7 5 0,0 1 0,1-1 0,-1 1 0,0 0 0,0-1 0,1 1 0,-1 0 0,0 0 0,0 0 0,1-1 0,-1 1 0,0 0 0,0 0 0,0 0 0,1 0 0,-1 0 0,0 1 0,0-1 0,0 0 0,1 0 0,-1 0 0,0 1 0,0-1 0,1 0 0,-1 1 0,0-1 0,1 0 0,-1 1 0,0-1 0,1 1 0,-1-1 0,1 1 0,-1 0 0,1-1 0,-1 1 0,1 0 0,-1-1 0,1 1 0,-1 0 0,1-1 0,-1 3 0,-1 1 0,1 1 0,-1 0 0,1 0 0,0 1 0,0-1 0,0 0 0,1 0 0,0 0 0,0 1 0,0-1 0,0 0 0,1 0 0,1 6 0,2 5 0,0-1 0,1 0 0,8 15 0,-6-16 0,2 0 0,-1 0 0,2-2 0,0 1 0,14 13 0,-13-13 0,-10-12 0,0-1 0,0 1 0,-1 0 0,1 0 0,0 0 0,0 0 0,-1 1 0,1-1 0,0 0 0,-1 0 0,1 0 0,-1 0 0,0 1 0,1-1 0,-1 0 0,0 0 0,0 3 0,0-3 0,-1-1 0,1 1 0,0 0 0,-1 0 0,0-1 0,1 1 0,-1-1 0,1 1 0,-1 0 0,0-1 0,1 1 0,-1-1 0,0 0 0,0 1 0,1-1 0,-1 0 0,0 1 0,0-1 0,0 0 0,1 0 0,-1 0 0,0 1 0,0-1 0,0 0 0,0 0 0,0 0 0,0-1 0,-4 2 0,0-1 0,1 0 0,-1 0 0,1 0 0,-1 0 0,1-1 0,-1 0 0,1 0 0,-1 0 0,1 0 0,-1-1 0,-4-2 0,9 4 0,0 0 0,0 0 0,0 0 0,0-1 0,-1 1 0,1 0 0,0 0 0,0 0 0,0 0 0,0 0 0,0 0 0,0 0 0,0 0 0,0 0 0,0 0 0,0 0 0,0 0 0,0 0 0,0 0 0,0 0 0,0-1 0,0 1 0,0 0 0,0 0 0,0 0 0,0 0 0,0 0 0,0 0 0,0 0 0,0 0 0,0 0 0,0 0 0,0 0 0,0 0 0,0-1 0,0 1 0,0 0 0,0 0 0,0 0 0,0 0 0,0 0 0,0 0 0,0 0 0,0 0 0,0 0 0,1 0 0,-1 0 0,0 0 0,0 0 0,0 0 0,0 0 0,0 0 0,0 0 0,0 0 0,0 0 0,0 0 0,0 0 0,0-1 0,8-1 0,9 0 0,134-12 0,-107 11 0,0-1 0,-1-2 0,84-23 0,-114 25 0,0-1 0,-1 1 0,0-2 0,12-7 0,-21 12 0,0-1 0,0 0 0,-1 0 0,1 0 0,0 0 0,-1-1 0,0 1 0,0-1 0,0 1 0,0-1 0,0 0 0,0 0 0,0 0 0,-1 0 0,0 0 0,1 0 0,-1 0 0,-1-1 0,1 1 0,0 0 0,0-5 0,-1 7 0,0-1 0,0 0 0,-1 1 0,1-1 0,0 0 0,-1 0 0,1 1 0,-1-1 0,1 1 0,-1-1 0,0 0 0,1 1 0,-1-1 0,0 1 0,0 0 0,0-1 0,-1 1 0,0-2 0,0 1 0,-1 1 0,1-1 0,-1 1 0,1-1 0,-1 1 0,1 0 0,-1 0 0,0 0 0,1 0 0,-5-1 0,3 2 0,-1-1 0,1 1 0,-1-1 0,1 1 0,0 0 0,-1 1 0,1-1 0,0 1 0,-1 0 0,1 0 0,0 0 0,0 1 0,0-1 0,-6 4 0,6-2 0,1 0 0,-1 1 0,1-1 0,-1 1 0,1 0 0,0 0 0,1 0 0,-1 0 0,1 0 0,0 1 0,0-1 0,0 1 0,0 0 0,1-1 0,0 1 0,0 0 0,0 0 0,0 0 0,1 0 0,0 0 0,0-1 0,1 1 0,-1 0 0,1 0 0,0 0 0,0 0 0,0-1 0,1 1 0,0 0 0,0-1 0,3 6 0,-1-5 0,1 0 0,-1 0 0,1 0 0,0-1 0,0 0 0,1 0 0,-1-1 0,1 1 0,0-1 0,7 3 0,11 3 0,28 8 0,41 5-1365,-80-19-5461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 24575,'-5'-3'0,"7"11"0,8 10 0,12 14 0,1-2 0,2-1 0,44 41 0,96 67 0,-148-124 0,-11-7 0,1 0 0,0-1 0,1 0 0,9 5 0,-17-10-25,1 0 0,-1 0-1,0 1 1,0-1 0,0 0 0,0 0-1,0 0 1,0 0 0,1 0-1,-1 0 1,0 0 0,0 0 0,0 0-1,0 0 1,1 0 0,-1 0-1,0 1 1,0-1 0,0 0 0,0 0-1,0 0 1,1 0 0,-1 0-1,0 0 1,0-1 0,0 1 0,0 0-1,1 0 1,-1 0 0,0 0 0,0 0-1,0 0 1,0 0 0,0 0-1,1 0 1,-1 0 0,0 0 0,0 0-1,0-1 1,0 1 0,0 0-1,0 0 1,0 0 0,1 0 0,-1 0-1,0-1 1,0 1 0,0 0-1,0 0 1,0 0 0,0 0 0,0 0-1,0-1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24575,'-5'2'0,"-1"0"0,1 1 0,0 0 0,0 0 0,0 0 0,0 0 0,0 1 0,1 0 0,0 0 0,0 0 0,-6 8 0,-2 5 0,1 0 0,-9 20 0,-7 10 0,20-37-124,1 0 0,-2 0 0,1-1 0,-2 0 0,1 0 0,-1-1-1,0 0 1,-1-1 0,0 0 0,-10 6 0,10-8-6702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9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94 24575,'-51'-22'0,"-55"-21"0,84 36 0,0 0 0,0 2 0,-23-3 0,40 7 0,1 0 0,-1 1 0,1 0 0,-1 0 0,1 1 0,-1-1 0,-6 2 0,9-1 0,1-1 0,-1 1 0,1 0 0,0-1 0,-1 1 0,1 0 0,0 0 0,0 0 0,-1 0 0,1 0 0,0 0 0,0 0 0,0 0 0,0 0 0,0 0 0,1 1 0,-1-1 0,0 0 0,0 1 0,1-1 0,-1 1 0,1-1 0,-1 1 0,1-1 0,-1 3 0,1 6 0,0-1 0,0 1 0,0-1 0,1 1 0,1-1 0,0 0 0,0 0 0,0 0 0,1 0 0,1 0 0,7 15 0,7 7 0,39 52 0,-33-49 0,9 12 0,-5-10 0,-3 2 0,-1 0 0,27 59 0,-43-71 0,0-1 0,-2 2 0,-1-1 0,1 28 0,-5-43 0,-1-8 0,0 1 0,1 0 0,0 0 0,-1 0 0,1 0 0,2 3 0,-2-5 0,-1-1 0,1 0 0,0 0 0,0 0 0,0 0 0,0 0 0,-1 0 0,2 0 0,-1 0 0,0 0 0,0 0 0,0-1 0,0 1 0,0 0 0,1-1 0,-1 1 0,0-1 0,1 1 0,-1-1 0,0 0 0,3 1 0,8 1 0,2-1 0,-1-1 0,0 0 0,0 0 0,0-2 0,14-2 0,6-3 0,37-14 0,-66 20-76,1-1 1,0 0-1,0 0 0,-1 0 0,1 0 0,-1-1 0,0 0 0,0 1 1,0-2-1,0 1 0,0 0 0,-1-1 0,1 0 0,-1 0 1,0 0-1,0 0 0,3-8 0,-1 0-6750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24575,'0'3'0,"1"0"0,-1 0 0,1 0 0,-1 0 0,1-1 0,0 1 0,0 0 0,0 0 0,0-1 0,1 1 0,-1-1 0,1 1 0,0-1 0,-1 0 0,1 1 0,0-1 0,0 0 0,1 0 0,-1 0 0,0-1 0,1 1 0,3 2 0,0-1 0,0 0 0,0-1 0,1 1 0,-1-1 0,0 0 0,1-1 0,0 1 0,11-1 0,-13 0 0,1-1 0,-1 0 0,0-1 0,1 1 0,-1-1 0,0 0 0,0-1 0,0 1 0,0-1 0,5-2 0,-7 2 0,1 0 0,-1 0 0,-1 0 0,1 0 0,0-1 0,-1 1 0,1-1 0,-1 0 0,0 1 0,1-1 0,-2 0 0,1 0 0,0-1 0,0 1 0,1-7 0,-1 5 0,-1 1 0,0 1 0,1-1 0,-1 0 0,1 1 0,0-1 0,4-5 0,-5 8 0,0 0 0,0 0 0,0 0 0,0 0 0,0 1 0,0-1 0,1 0 0,-1 1 0,0-1 0,0 1 0,1-1 0,-1 1 0,0 0 0,0 0 0,1-1 0,-1 1 0,0 0 0,1 0 0,-1 0 0,0 1 0,1-1 0,-1 0 0,0 0 0,1 1 0,0 0 0,14 4 26,-1 1-1,-1 0 1,1 2-1,14 9 1,30 14-1519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24575,'15'-10'0,"63"-38"0,-70 44 0,0 0 0,1 0 0,-1 1 0,1 0 0,-1 1 0,1 0 0,17-1 0,-20 3 0,-1 0 0,1 1 0,-1 0 0,0 0 0,1 0 0,-1 1 0,0 0 0,0 0 0,0 0 0,0 1 0,0-1 0,-1 1 0,6 4 0,2 3 0,0 1 0,-1-1 0,14 17 0,-17-17 0,-1 1 0,0 0 0,-1 0 0,0 0 0,-1 0 0,0 1 0,-1 0 0,0 0 0,-1 0 0,0 1 0,1 13 0,0 19 0,-3 80 0,-2-73 0,1 196 0,0-244 11,0-1 0,-1 1 0,1-1 0,0 0 0,-1 1 0,0-1-1,0 0 1,0 0 0,0 0 0,-3 6 0,3-8-85,0 1-1,0-1 1,-1 1 0,1-1 0,0 1-1,-1-1 1,0 0 0,1 0 0,-1 0-1,0 0 1,1 0 0,-1 0 0,0 0-1,0-1 1,0 1 0,0-1 0,1 1-1,-1-1 1,-3 1 0,-7 0-6752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43 24575,'-18'-5'0,"-11"-2"0,-4 1 0,2 0 0,1 3 0,2 0 0,2 2 0,2 0 0,3 1 0,2 1 0,-1-1 0,1 0 0,3-2 0,2-1 0,3-3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64 24575,'-31'-8'0,"-15"-5"0,-6 0 0,2 2 0,4 2 0,4 4 0,7 2 0,9 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24575,'-6'13'0,"1"0"0,0 0 0,1 0 0,0 0 0,1 1 0,1 0 0,0-1 0,1 27 0,2-19 0,0-1 0,2 0 0,0 0 0,2 0 0,9 27 0,-8-30 0,15 49 0,-18-57 0,-1 1 0,-1-1 0,0 1 0,1 18 0,-2-27-6,-1 1 0,1-1 0,0 0 0,0 1-1,0-1 1,-1 0 0,1 0 0,-1 1 0,1-1-1,-1 0 1,1 0 0,-2 2 0,2-3 15,0 0-1,-1 1 1,1-1 0,0 0-1,-1 1 1,1-1 0,-1 0-1,1 0 1,0 1 0,-1-1 0,1 0-1,-1 0 1,1 0 0,-1 1-1,1-1 1,-1 0 0,1 0-1,-1 0 1,1 0 0,-1 0 0,1 0-1,-1 0 1,-1 0-83,1-1-1,0 1 1,-1-1 0,1 0 0,0 1-1,0-1 1,-1 0 0,1 0 0,0 0-1,0 1 1,0-1 0,0 0 0,0-1-1,0 1 1,0 0 0,1 0 0,-1 0-1,0 0 1,-1-3 0,-2-8-6752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0 24575,'-19'9'0,"-140"68"0,155-75 0,1 0 0,-1 1 0,1-1 0,-1 1 0,1 0 0,-4 5 0,6-7 0,1-1 0,-1 1 0,1-1 0,-1 1 0,1 0 0,0-1 0,-1 1 0,1 0 0,0 0 0,0-1 0,-1 1 0,1 0 0,0 0 0,0-1 0,0 1 0,0 0 0,0 0 0,0-1 0,0 1 0,0 0 0,0 0 0,0 0 0,1-1 0,-1 1 0,0 0 0,0 0 0,1-1 0,-1 1 0,0 0 0,1-1 0,-1 1 0,1 0 0,-1-1 0,1 1 0,-1-1 0,1 1 0,0-1 0,-1 1 0,1-1 0,-1 1 0,2 0 0,6 3 0,-1 0 0,0-1 0,1 1 0,0-1 0,0-1 0,0 1 0,13 1 0,62 3 0,-31-4 0,123 6-1365,-161-10-5461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688 51 24575,'62'-5'0,"0"-3"0,74-19 0,-133 27 0,0-1 0,0 0 0,0 0 0,-1-1 0,1 1 0,5-4 0,-46 14 0,4 0 0,0-2 0,-1-2 0,-44 2 0,-108-6 0,101-3 0,67 2 0,-224 9 0,220-6 0,0-1 0,-1 2 0,1 0 0,-33 11 0,45-12 0,9-3 0,0 0 0,0 0 0,0 1 0,0-1 0,0 1 0,0 0 0,1-1 0,-1 1 0,0 0 0,1 0 0,-1 0 0,0 0 0,-2 3 0,4-4 0,0 1 0,0-1 0,0 0 0,0 0 0,0 0 0,0 1 0,0-1 0,0 0 0,0 0 0,0 1 0,1-1 0,-1 0 0,0 0 0,0 1 0,0-1 0,0 0 0,0 0 0,0 0 0,1 1 0,-1-1 0,0 0 0,0 0 0,0 0 0,1 0 0,-1 0 0,0 1 0,0-1 0,0 0 0,1 0 0,-1 0 0,0 0 0,0 0 0,0 0 0,1 0 0,-1 0 0,0 0 0,0 0 0,1 0 0,-1 0 0,0 0 0,1 0 0,11 2 0,-11-2 0,60 4 0,40 5 0,-49-1 0,-1 2 0,0 3 0,-1 1 0,-1 3 0,64 30 0,-103-41 0,0-1 0,0 1 0,-1 1 0,0-1 0,0 2 0,15 15 0,-21-20 0,0 1 0,-1 0 0,1 0 0,-1 0 0,1 0 0,-1 0 0,-1 1 0,1-1 0,0 0 0,-1 1 0,0 0 0,0-1 0,-1 1 0,1-1 0,-1 1 0,0 0 0,0 0 0,0-1 0,-2 6 0,0 0 0,-1 0 0,-1 0 0,0 0 0,0-1 0,-1 0 0,0 0 0,-1 0 0,1 0 0,-13 12 0,-1 0 0,-1 0 0,-29 21 0,25-24 0,0-2 0,-2 0 0,1-2 0,-2 0 0,0-2 0,0-1 0,-1-1 0,-50 10 0,-143 37 0,218-56 0,1-1 0,0 1 0,-1 0 0,1 0 0,0 0 0,0 0 0,-1 1 0,1-1 0,0 0 0,0 1 0,-3 3 0,5-5 0,0 1 0,-1-1 0,1 0 0,0 1 0,-1-1 0,1 1 0,0-1 0,0 1 0,0-1 0,0 1 0,-1-1 0,1 1 0,0-1 0,0 1 0,0-1 0,0 1 0,0-1 0,0 1 0,0-1 0,0 1 0,0-1 0,0 1 0,1 0 0,0 0 0,-1 0 0,1 0 0,0 0 0,0-1 0,-1 1 0,1 0 0,0 0 0,0-1 0,0 1 0,0 0 0,0-1 0,0 1 0,0-1 0,0 1 0,2-1 0,9 4 0,0-2 0,0 0 0,0 0 0,0-1 0,1 0 0,-1-1 0,13-2 0,20 1 0,63 7 0,75-1 0,-75-10-48,152-3-1269,-229 8-5509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24575,'2'4'0,"-1"-1"0,0 0 0,1 0 0,-1 0 0,1 0 0,0 0 0,0 0 0,0 0 0,0 0 0,1-1 0,-1 1 0,4 2 0,-3-2 0,22 19 0,1-1 0,0-1 0,49 26 0,-52-32 0,60 34 0,34 21 0,-117-69-2,3 2-225,0 0 0,0 0 0,1 0-1,-1-1 1,6 3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0 24575,'-13'16'0,"-4"7"0,-2 3 0,0-1 0,3-2 0,1-2 0,4-2 0,1-2 0,2-1 0,0-1 0,1 0 0,0-3 0,0-1 0,-1 1 0,-1 0 0,-2 2 0,0-3-8191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5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338 106 24575,'-29'-20'0,"-1"2"0,0 1 0,-1 1 0,-36-12 0,61 26 0,0 1 0,0 0 0,0 0 0,-1 0 0,1 1 0,0 0 0,0 0 0,0 1 0,0-1 0,0 1 0,0 0 0,0 1 0,0 0 0,0 0 0,0 0 0,1 1 0,-7 3 0,9-4 0,1-1 0,-1 1 0,1 0 0,-1 0 0,1 0 0,0 0 0,0 1 0,0-1 0,0 1 0,0-1 0,0 1 0,1 0 0,-1 0 0,1-1 0,0 1 0,0 0 0,0 0 0,0 0 0,1 0 0,-1 1 0,1-1 0,0 0 0,-1 0 0,1 0 0,1 0 0,-1 0 0,0 0 0,1 1 0,0-1 0,0 0 0,0 0 0,0 0 0,0-1 0,3 6 0,7 12 0,2-1 0,0 0 0,1-1 0,29 29 0,7 9 0,-34-37 0,-1 1 0,-1 0 0,0 1 0,-2 1 0,-1 0 0,0 0 0,14 46 0,-12-3 0,4 11 0,-17-74 0,1-1 0,0 1 0,-1-1 0,1 1 0,0 0 0,0-1 0,0 1 0,0-1 0,0 0 0,1 1 0,-1-1 0,0 0 0,0 0 0,1 0 0,-1 0 0,1 0 0,-1 0 0,1 0 0,0 0 0,2 1 0,3 0 0,0-1 0,0 0 0,0 0 0,8 0 0,10 2 0,-10-1-170,0 0-1,0-1 0,0 0 1,0-1-1,0-1 0,0-1 1,18-3-1,-20 2-6655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 24575,'0'0'0,"0"0"0,0 0 0,0-1 0,0 1 0,0 0 0,0 0 0,0-1 0,0 1 0,-1 0 0,1-1 0,0 1 0,0 0 0,0 0 0,-1 0 0,1-1 0,0 1 0,0 0 0,0 0 0,-1 0 0,1-1 0,0 1 0,0 0 0,-1 0 0,1 0 0,0 0 0,-1 0 0,1 0 0,0 0 0,-1 0 0,-2 7 0,1 15 0,9 24 0,1 0 0,22 68 0,-22-87 0,0 3 0,1-1 0,1 0 0,2-1 0,20 36 0,-30-61-136,0 0-1,0-1 1,0 1-1,0-1 1,1 1-1,-1-1 1,1 0-1,0 0 0,3 2 1,5 1-6690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6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24575,'-9'13'0,"-57"81"0,64-91 0,0 1 0,0 0 0,0 0 0,1-1 0,-1 1 0,1 0 0,0 0 0,0 0 0,1 0 0,-1 6 0,1-8 0,0-1 0,0 1 0,0 0 0,1 0 0,-1-1 0,1 1 0,-1 0 0,1-1 0,0 1 0,-1-1 0,1 1 0,0-1 0,0 1 0,0-1 0,0 0 0,0 1 0,1-1 0,-1 0 0,0 0 0,0 0 0,1 0 0,-1 0 0,1 0 0,-1 0 0,1 0 0,3 1 0,9 2 0,0 1 0,1-2 0,0 0 0,0-1 0,0 0 0,0-1 0,16-1 0,104-14 0,-134 14 0,36-8-1365,-23 4-5461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7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24575,'21'-8'0,"2"2"0,-1 0 0,1 2 0,0 0 0,0 2 0,0 0 0,33 3 0,-50-1 0,-1 1 0,1-1 0,0 2 0,-1-1 0,1 1 0,-1-1 0,10 6 0,-14-6 0,1 0 0,-1 0 0,1 0 0,-1 0 0,1 0 0,-1 1 0,0-1 0,0 0 0,0 1 0,0-1 0,0 1 0,0 0 0,0-1 0,0 1 0,0 0 0,-1-1 0,1 1 0,-1 0 0,1 0 0,-1 0 0,0 0 0,0-1 0,1 1 0,-1 0 0,-1 0 0,1 0 0,0 2 0,-4 17 0,-6 69 0,9-76 0,1 0 0,1 0 0,0 0 0,4 21 0,1-15 0,0 0 0,1-1 0,1 1 0,17 29 0,52 67 0,-53-82 0,-2 1 0,24 46 0,-44-77 0,-1 0 0,1 0 0,-1 1 0,0-1 0,0 0 0,0 0 0,-1 1 0,1-1 0,-1 0 0,0 1 0,0-1 0,-1 0 0,1 1 0,-1-1 0,-1 5 0,1-7 0,0 1 0,-1 0 0,1 0 0,0-1 0,-1 1 0,0-1 0,0 1 0,1-1 0,-1 0 0,-1 0 0,1 0 0,0 0 0,0 0 0,-1 0 0,1-1 0,-1 1 0,0-1 0,1 1 0,-1-1 0,0 0 0,0 0 0,0 0 0,-3 0 0,-5 0-113,-1 0 0,0 0 1,-15-2-1,16 1-801,-2 0-5912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 24575,'-2'-3'0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138 182 24575,'-6'-12'0,"-59"-121"0,62 128 0,0 0 0,-1 0 0,1 1 0,-6-7 0,8 10 0,1 1 0,-1-1 0,1 1 0,0 0 0,-1-1 0,1 1 0,-1-1 0,1 1 0,-1 0 0,1-1 0,-1 1 0,1 0 0,-1 0 0,1 0 0,-1-1 0,1 1 0,-1 0 0,0 0 0,1 0 0,-1 0 0,1 0 0,-1 0 0,1 0 0,-1 0 0,0 0 0,1 0 0,-1 0 0,1 0 0,-1 1 0,1-1 0,-1 0 0,0 0 0,1 1 0,-1-1 0,1 0 0,-1 0 0,1 1 0,0-1 0,-1 1 0,1-1 0,-1 0 0,1 1 0,0-1 0,-1 1 0,1-1 0,0 1 0,-1-1 0,1 1 0,0-1 0,0 1 0,0 0 0,-1-1 0,1 1 0,0-1 0,0 2 0,-5 15 0,1 1 0,0 0 0,1 0 0,1 1 0,1-1 0,0 1 0,4 27 0,-1-32 0,0 0 0,2 1 0,0-1 0,0 0 0,1 0 0,1-1 0,0 0 0,1 0 0,0 0 0,1-1 0,1 0 0,0 0 0,11 11 0,15 11 0,1-2 0,65 45 0,-33-27 0,-52-38 0,0 2 0,25 27 0,-37-37 0,-1 0 0,1 1 0,-1-1 0,0 1 0,0 0 0,-1 0 0,1 0 0,-1 0 0,0 0 0,0 0 0,-1 1 0,0-1 0,0 1 0,0-1 0,0 8 0,-1-11 0,-1 0 0,1 0 0,-1 0 0,1 0 0,-1 0 0,0 0 0,1 0 0,-1 0 0,0-1 0,0 1 0,0 0 0,-1 0 0,1-1 0,0 1 0,-1-1 0,1 0 0,0 1 0,-1-1 0,0 0 0,1 0 0,-1 0 0,0 0 0,0 0 0,0 0 0,1 0 0,-1 0 0,0-1 0,0 1 0,-2-1 0,-7 2 0,0 0 0,-1-1 0,1 0 0,-11-2 0,13 1 0,-11 0 0,0-1 0,1-1 0,-20-5 0,29 5 0,1-1 0,-1 0 0,1-1 0,0 1 0,0-2 0,0 1 0,1-2 0,-9-5 0,16 10 0,-1 0 0,1 0 0,0 0 0,0 0 0,-1 0 0,1 0 0,0 0 0,0 0 0,0-1 0,0 1 0,0 0 0,0-1 0,1 1 0,-1-1 0,0 1 0,1-1 0,-1 1 0,1-1 0,0 1 0,-1-1 0,1 1 0,0-1 0,0 0 0,0 1 0,0-1 0,0 0 0,0 1 0,1-1 0,-1 1 0,0-1 0,1 1 0,-1-1 0,1 1 0,0-1 0,-1 1 0,1-1 0,0 1 0,0 0 0,0-1 0,0 1 0,0 0 0,2-1 0,1-3 0,1 1 0,0 0 0,0 0 0,0 1 0,0-1 0,1 1 0,-1 0 0,1 1 0,10-4 0,-5 4-273,0 0 0,1 0 0,-1 1 0,16 1 0,-11 0-6553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11 24575,'0'0'0,"0"-1"0,0 1 0,0-1 0,-1 1 0,1-1 0,0 0 0,0 1 0,-1-1 0,1 1 0,0-1 0,-1 1 0,1 0 0,0-1 0,-1 1 0,1-1 0,-1 1 0,1 0 0,-1-1 0,1 1 0,-1 0 0,1-1 0,-1 1 0,1 0 0,-1 0 0,1 0 0,-1-1 0,0 1 0,1 0 0,-1 0 0,1 0 0,-1 0 0,1 0 0,-1 0 0,0 0 0,-22 3 0,19-1 0,0 0 0,0 0 0,0 1 0,1 0 0,-1-1 0,1 1 0,-1 1 0,1-1 0,0 0 0,0 1 0,0 0 0,1-1 0,-1 1 0,1 0 0,-3 6 0,0 2 0,0 0 0,0 1 0,1 0 0,-2 14 0,5-20 0,0 0 0,1-1 0,0 1 0,0 0 0,1 0 0,0-1 0,0 1 0,0 0 0,1-1 0,0 1 0,4 8 0,4 6 0,25 39 0,-16-29 0,10 15 0,-12-19 0,-1 0 0,-1 1 0,21 57 0,-34-80 0,16 63 0,-18-67 0,1 0 0,-1 0 0,0 0 0,1 0 0,-1 0 0,1 0 0,0 0 0,-1 0 0,1 0 0,0 0 0,-1 0 0,1-1 0,0 1 0,0 0 0,0 0 0,0-1 0,0 1 0,0-1 0,0 1 0,0-1 0,0 1 0,0-1 0,0 1 0,0-1 0,0 0 0,0 0 0,0 1 0,0-1 0,0 0 0,2 0 0,5 0 0,0 0 0,0-1 0,11-2 0,1 0 0,-3 3 30,-1 1-1,1 0 0,18 4 1,18 2-1513,-40-6-5343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24575,'1'8'0,"-1"0"0,1 0 0,0 0 0,0 0 0,1-1 0,0 1 0,1-1 0,0 1 0,7 13 0,-9-19 0,0 0 0,1 0 0,-1 0 0,1 0 0,-1 0 0,1 0 0,0 0 0,0-1 0,0 1 0,0-1 0,0 1 0,0-1 0,0 0 0,0 0 0,1 0 0,-1 0 0,0 0 0,1-1 0,-1 1 0,0 0 0,1-1 0,-1 0 0,1 0 0,-1 0 0,1 0 0,-1 0 0,1 0 0,-1-1 0,0 1 0,1-1 0,-1 1 0,1-1 0,-1 0 0,0 0 0,4-2 0,-3 1 0,0 0 0,0 1 0,0-2 0,0 1 0,0 0 0,0-1 0,0 1 0,-1-1 0,1 0 0,3-5 0,-1-2 0,0 1 0,5-14 0,6-10 0,-15 31 0,0 1 0,0-1 0,0 1 0,0-1 0,0 1 0,1 0 0,-1-1 0,1 1 0,-1 0 0,1 0 0,-1 0 0,1 0 0,-1 0 0,1 1 0,0-1 0,0 0 0,-1 1 0,1-1 0,0 1 0,0 0 0,0-1 0,0 1 0,0 0 0,-1 0 0,1 0 0,0 1 0,0-1 0,0 0 0,0 1 0,2 0 0,6 2 0,0 0 0,-1 1 0,1 1 0,9 5 0,-15-7 0,34 17-341,-2 1 0,-1 2-1,40 34 1,-61-43-6485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61 24575,'-31'-11'0,"-13"-2"0,-1 0 0,4 2 0,6 4 0,7 2 0,6 5 0,3 2 0,3 4 0,2 1 0,0 1 0,3 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0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24575,'14'52'0,"58"184"0,-50-174 0,52 103 0,-65-150-119,0 4-296,1-2-1,19 26 1,-21-33-6411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0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24575,'-23'3'0,"-44"11"0,60-12 0,-1 0 0,1 0 0,0 1 0,0 1 0,0-1 0,0 1 0,1 0 0,0 1 0,-11 8 0,16-11 0,-1-1 0,0 1 0,1 0 0,-1 0 0,1 0 0,-1 0 0,1 0 0,0 0 0,0 0 0,0 0 0,0 0 0,1 1 0,-1-1 0,0 0 0,1 0 0,0 1 0,-1-1 0,1 1 0,0-1 0,0 0 0,0 1 0,1-1 0,-1 0 0,1 1 0,-1-1 0,1 0 0,1 3 0,0-1 0,0 0 0,1 0 0,0 0 0,-1-1 0,1 1 0,1-1 0,-1 0 0,0 0 0,1 0 0,0 0 0,-1-1 0,1 1 0,6 1 0,9 5 0,1-1 0,0-1 0,0-1 0,25 4 0,88 8 0,-62-10 0,-18-2-1365,-32-4-5461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1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24575,'150'-11'0,"-101"5"0,-47 6 0,-1 0 0,0 0 0,1 0 0,-1 0 0,1 0 0,-1 0 0,1 0 0,-1 0 0,1 1 0,-1-1 0,0 0 0,1 1 0,-1-1 0,0 1 0,1 0 0,-1-1 0,0 1 0,0 0 0,1 0 0,-1 0 0,0 0 0,1 1 0,1 2 0,-1 0 0,0 0 0,0 0 0,0 0 0,2 9 0,-2-9 0,109 248 0,-87-201 0,-3 2 0,-1 0 0,19 88 0,-36-121 0,2 37 0,-3-28 0,0-13 0,-1-14 0,-1 0 0,0 1 0,1-1 0,-1 1 0,0 0 0,0-1 0,-1 1 0,0 2 0,1-4 0,-1 0 0,1 1 0,-1-1 0,0 0 0,0 0 0,0 0 0,0 0 0,0 1 0,0-1 0,0-1 0,0 1 0,0 0 0,0 0 0,0 0 0,-1-1 0,1 1 0,0 0 0,-3 0 0,-5 2 7,-1 0 0,0-1 0,0 0 0,0 0 0,-11 0 0,-11 1-1414,11 1-5419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4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489 13 24575,'-3'3'0,"0"1"0,0-1 0,-1 1 0,1-1 0,-1 0 0,1 0 0,-1-1 0,0 1 0,0-1 0,-1 0 0,1 0 0,0 0 0,-1-1 0,1 1 0,-1-1 0,-6 1 0,-8 1 0,0-2 0,-31 0 0,40-1 0,-25-2 0,0-2 0,-42-9 0,-3-1 0,67 12-61,-1-2-1,-22-8 0,19 6-1118,7 3-5646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48 24575,'-29'-7'0,"-14"-4"0,-5 1 0,0 2 0,4 3 0,6 1 0,5 2 0,2 2 0,4 0 0,7 0-8191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 24575,'24'-16'0,"44"-22"0,-57 34 0,0-1 0,0 2 0,0-1 0,0 2 0,1-1 0,-1 1 0,14 0 0,4 3 0,1 0 0,-2 2 0,1 1 0,0 1 0,28 10 0,-54-15 0,0 1 0,0 0 0,0 1 0,0-1 0,0 1 0,0-1 0,0 1 0,-1 0 0,1 0 0,0 0 0,-1 0 0,0 0 0,1 1 0,-1-1 0,0 1 0,0 0 0,-1-1 0,1 1 0,2 5 0,-3-4 0,0 0 0,0 0 0,0 0 0,0 0 0,-1 0 0,0 0 0,0 0 0,0 0 0,0 0 0,0 0 0,-1 0 0,0 0 0,0 0 0,0 0 0,-3 6 0,-8 15 0,-1 1 0,-2-2 0,-18 24 0,-11 20 0,36-57 0,1 2 0,-12 22 0,18-32 0,0 0 0,0 0 0,0 0 0,0 0 0,0 0 0,1 0 0,-1 0 0,1 0 0,0 0 0,0 0 0,0 0 0,0 0 0,1 0 0,0 5 0,0-7 0,0 0 0,0 1 0,-1-1 0,1 0 0,0 0 0,0 1 0,0-1 0,0 0 0,1 0 0,-1 0 0,0 0 0,0 0 0,1-1 0,-1 1 0,0 0 0,1-1 0,-1 1 0,1-1 0,-1 1 0,1-1 0,-1 1 0,1-1 0,-1 0 0,1 0 0,-1 0 0,1 0 0,-1 0 0,1 0 0,2-1 0,4 0 0,0-1 0,0 1 0,0-2 0,9-2 0,152-53 0,-154 52-1365,-2-1-5461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90 24575,'-22'-15'0,"-5"-2"0,-35-18 0,54 31 0,0 1 0,-1 0 0,1 0 0,-1 0 0,1 1 0,-1 1 0,0-1 0,1 1 0,-13 1 0,18 0 0,1 0 0,-1 1 0,0-1 0,0 1 0,1 0 0,-1 0 0,1 0 0,-1 0 0,1 0 0,-1 1 0,1-1 0,-1 1 0,1 0 0,-3 2 0,2-1 0,0 1 0,0 0 0,0 0 0,0 0 0,0 0 0,1 1 0,-4 6 0,3-2 0,0 1 0,0-1 0,1 0 0,1 1 0,-1 0 0,1-1 0,1 18 0,1-21 0,0-1 0,0 0 0,1 0 0,-1 0 0,1 0 0,1 0 0,-1-1 0,1 1 0,-1-1 0,1 1 0,0-1 0,1 0 0,5 5 0,7 7 0,31 24 0,-41-36 0,23 16 0,0-2 0,33 16 0,-33-20 0,-1 2 0,42 31 0,-68-45 0,0-1 0,0 1 0,-1-1 0,1 1 0,-1-1 0,1 1 0,-1 0 0,1 0 0,-1 0 0,0 0 0,0 0 0,0 0 0,0 0 0,0 0 0,-1 1 0,1-1 0,-1 0 0,1 3 0,-1-2 0,0-1 0,-1 0 0,1 0 0,-1 0 0,0 0 0,1 1 0,-1-1 0,0 0 0,0 0 0,0 0 0,0-1 0,-1 1 0,1 0 0,0 0 0,-1-1 0,1 1 0,-1 0 0,-3 2 0,-4 2 0,0-1 0,0 1 0,0-1 0,-1-1 0,1 0 0,-1 0 0,0-1 0,-1 0 0,-11 1 0,-1 0 0,-1-2 0,-46 0 0,53-3 0,0 0 0,0-1 0,0-1 0,-28-7 0,44 9 0,0 1 0,0 0 0,0-1 0,0 1 0,0-1 0,0 1 0,0-1 0,0 1 0,0-1 0,0 0 0,0 1 0,0-1 0,1 0 0,-1 0 0,0 0 0,0 0 0,1 0 0,-1 0 0,1 0 0,-1 0 0,1 0 0,-1 0 0,0-2 0,1 2 0,0 0 0,1 0 0,-1 0 0,0-1 0,0 1 0,1 0 0,-1 0 0,1 0 0,-1 0 0,1 0 0,0 0 0,-1-1 0,1 2 0,0-1 0,0 0 0,-1 0 0,1 0 0,0 0 0,0 0 0,0 1 0,0-1 0,2-1 0,7-4 27,1 1-1,0 0 1,0 0-1,15-4 1,-11 4-776,21-10 0,-26 9-6077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0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67 24575,'-11'-11'0,"0"1"0,0 0 0,-15-9 0,23 17 0,1 0 0,-1 0 0,0 1 0,0-1 0,0 1 0,0 0 0,-1 0 0,1 0 0,0 0 0,0 0 0,-1 1 0,1-1 0,0 1 0,-1 0 0,1 0 0,-1 0 0,1 1 0,0-1 0,-1 1 0,-3 1 0,5-1 0,0 0 0,0 0 0,1 1 0,-1-1 0,0 1 0,1-1 0,-1 1 0,1 0 0,0-1 0,-1 1 0,1 0 0,0 0 0,0 0 0,0 0 0,0 0 0,1 0 0,-1 0 0,0 0 0,1 0 0,0 1 0,-1-1 0,1 3 0,-1 7 0,1 1 0,2 21 0,-1-27 0,1 5 0,0 0 0,0 1 0,2-1 0,-1 0 0,8 15 0,32 57 0,-6-15 0,19 65 0,-50-115 0,-1 0 0,0 0 0,-1 0 0,-2 0 0,2 28 0,-5-45 0,1 0 0,0 0 0,0 0 0,1 0 0,-1 0 0,0 1 0,1-1 0,-1 0 0,1 0 0,0 0 0,0 0 0,0 0 0,-1-1 0,4 5 0,-3-5 0,0-1 0,1 1 0,-1 0 0,0 0 0,1-1 0,-1 1 0,0 0 0,1-1 0,-1 1 0,1-1 0,-1 0 0,1 0 0,-1 1 0,1-1 0,-1 0 0,1 0 0,-1 0 0,1-1 0,-1 1 0,1 0 0,1-1 0,43-8 0,63-10 0,-106 19-195,1-1 0,-1 1 0,0-1 0,0 0 0,0 0 0,5-4 0,2-1-6631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0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24575,'0'4'0,"1"0"0,-1 1 0,1-1 0,0 0 0,0 0 0,1 0 0,-1 0 0,1 0 0,0 0 0,0-1 0,4 7 0,3 1 0,0 0 0,11 11 0,-18-20 0,-1 0 0,1-1 0,-1 1 0,1-1 0,0 0 0,-1 1 0,1-1 0,0 0 0,0 0 0,0 0 0,0 0 0,0-1 0,0 1 0,0-1 0,0 1 0,0-1 0,0 1 0,1-1 0,-1 0 0,0 0 0,0 0 0,0 0 0,0-1 0,0 1 0,0 0 0,1-1 0,-1 0 0,2 0 0,-1-1 0,-1 0 0,1 1 0,-1-1 0,0 0 0,1 0 0,-1-1 0,0 1 0,0 0 0,0-1 0,-1 1 0,1-1 0,0 0 0,-1 1 0,0-1 0,0 0 0,0 0 0,0 0 0,0 0 0,0-4 0,2-12 0,-3 13 0,1-1 0,0 1 0,0 0 0,1-1 0,0 1 0,3-8 0,-4 13 0,0-1 0,0 1 0,0 0 0,0 0 0,0 0 0,0-1 0,0 1 0,0 0 0,0 1 0,1-1 0,-1 0 0,0 0 0,1 0 0,-1 1 0,0-1 0,1 1 0,-1-1 0,1 1 0,-1-1 0,1 1 0,-1 0 0,1 0 0,-1 0 0,1 0 0,0 0 0,-1 0 0,1 0 0,-1 0 0,1 1 0,-1-1 0,1 1 0,1 0 0,15 5 0,0 2 0,-1 0 0,0 1 0,0 0 0,29 24 0,18 9 0,-59-40 60,-10-7-1485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24575,'8'-12'0,"1"1"0,0 0 0,1 0 0,0 1 0,19-16 0,-25 24 0,0-1 0,0 1 0,0-1 0,0 1 0,0 0 0,1 1 0,-1-1 0,1 1 0,-1 0 0,1 0 0,-1 0 0,1 0 0,0 1 0,0 0 0,-1 0 0,1 0 0,0 1 0,-1 0 0,1 0 0,-1 0 0,6 2 0,9 6 0,-1 0 0,0 2 0,-1 0 0,0 1 0,18 16 0,-17-13 0,-13-11 0,1 1 0,-1 0 0,0 0 0,-1 1 0,1 0 0,-1-1 0,0 2 0,0-1 0,-1 0 0,0 1 0,0-1 0,-1 1 0,0 0 0,0 0 0,0 0 0,-1 0 0,1 13 0,3 20 0,-1-8 0,1 33 0,-5-54 0,1 0 0,1 0 0,-1 0 0,2 0 0,-1-1 0,2 1 0,7 18 0,1-6 0,1 0 0,18 24 0,-20-31 0,17 33 0,-25-43 0,-1 0 0,1 0 0,-1 1 0,0-1 0,0 1 0,-1 0 0,0-1 0,0 14 0,-1-17 0,0-1 0,0 1 0,-1-1 0,0 1 0,1-1 0,-1 1 0,0-1 0,0 1 0,0-1 0,-1 0 0,1 0 0,0 1 0,-1-1 0,1 0 0,-1 0 0,0 0 0,0-1 0,0 1 0,0 0 0,0-1 0,0 1 0,0-1 0,0 0 0,-5 2 0,-4 1 0,0-1 0,0 0 0,0 0 0,-16 1 0,14-2 0,-13 1-682,-38-1-1,50-2-6143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2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0 24575,'-21'0'0,"-9"0"0,-2 0 0,1 0 0,4 0 0,4 0 0,3 0 0,2 0 0,3 0 0,0 0 0,0 3 0,0 0 0,1 0 0,2 0-8191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98 24575,'-15'-11'0,"-62"-44"0,69 50 0,1 1 0,-1 0 0,0 0 0,0 1 0,-1 0 0,1 0 0,-1 1 0,-12-2 0,18 4 0,0 0 0,-1 0 0,1 0 0,0 1 0,0-1 0,0 1 0,0-1 0,0 1 0,0 0 0,0 0 0,0 1 0,0-1 0,0 1 0,1-1 0,-6 5 0,5-3 0,-1 0 0,1 1 0,0 0 0,0-1 0,0 1 0,0 0 0,1 1 0,-1-1 0,-2 8 0,2-5 0,1 1 0,0-1 0,0 1 0,1-1 0,0 1 0,0 0 0,1 0 0,0-1 0,0 1 0,1 0 0,0 0 0,3 12 0,-2-14 0,1 0 0,0 0 0,0-1 0,0 1 0,0-1 0,1 0 0,0 0 0,6 6 0,6 4 0,18 13 0,-16-13 0,24 16 0,56 32 0,-23-17 0,-60-36 0,-1-1 0,0 0 0,17 16 0,-28-22 0,0 0 0,-1-1 0,1 1 0,-1 0 0,1 0 0,-1 1 0,0-1 0,0 0 0,-1 1 0,1-1 0,-1 1 0,1 0 0,-1-1 0,0 1 0,1 7 0,-2-9 0,0 1 0,-1-1 0,1 1 0,0-1 0,-1 1 0,1-1 0,-1 0 0,0 1 0,0-1 0,0 0 0,0 1 0,0-1 0,0 0 0,-1 0 0,-2 3 0,1-1 0,-1-1 0,1 0 0,-1 0 0,0 0 0,0 0 0,0-1 0,-8 4 0,2-1 0,-1-2 0,1 1 0,-1-2 0,0 1 0,0-1 0,-15 0 0,13-2 0,1-1 0,0 0 0,-1 0 0,1-2 0,0 1 0,0-2 0,0 0 0,1 0 0,-15-8 0,23 11 0,1 0 0,0-1 0,0 1 0,0-1 0,0 0 0,0 1 0,0-1 0,1 0 0,-1 0 0,0 0 0,1 0 0,0-1 0,-1 1 0,1 0 0,0-1 0,0 1 0,1 0 0,-1-1 0,0 1 0,1-1 0,-1 1 0,1-1 0,0 0 0,0 1 0,0-1 0,0 1 0,0-1 0,1 1 0,-1-1 0,1 1 0,0-1 0,-1 1 0,1-1 0,0 1 0,1 0 0,-1-1 0,0 1 0,1 0 0,-1 0 0,1 0 0,-1 0 0,1 0 0,3-2 0,22-15-1365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5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67 24575,'-10'-7'0,"-1"-1"0,0 0 0,-1 0 0,0 1 0,0 1 0,-1 0 0,-24-8 0,35 13 0,1 1 0,-1 0 0,1-1 0,-1 1 0,1 0 0,-1 0 0,1 0 0,-1 0 0,1 0 0,-1 0 0,1 0 0,0 1 0,-1-1 0,1 0 0,-1 1 0,1-1 0,-1 1 0,1 0 0,-2 0 0,3 0 0,-1 0 0,0 0 0,0 0 0,0 0 0,1 0 0,-1 0 0,0 1 0,1-1 0,-1 0 0,1 0 0,0 0 0,-1 1 0,1-1 0,0 0 0,0 0 0,0 1 0,0 1 0,0 5 0,1 0 0,0 0 0,1 0 0,0 0 0,3 9 0,-5-16 0,14 53 0,11 74 0,3 18 0,27 56 0,-49-173 0,-5-21 0,0 0 0,1-1 0,0 1 0,4 10 0,-5-16 0,0-1 0,0 1 0,0 0 0,0-1 0,0 1 0,0-1 0,1 1 0,-1-1 0,1 1 0,-1-1 0,1 0 0,-1 0 0,1 1 0,0-1 0,-1-1 0,1 1 0,0 0 0,0 0 0,0-1 0,0 1 0,0-1 0,2 1 0,8 0 0,0 0 0,0-1 0,0 0 0,18-3 0,48-13 0,-5 1 0,-70 15-136,0-1-1,0 1 1,0-1-1,0 0 1,0 0-1,0 0 1,0-1-1,0 1 0,3-3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5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24575,'6'7'0,"0"1"0,9 13 0,0 1 0,-6-10 0,1-1 0,14 13 0,-20-20 0,0-1 0,0 0 0,0 0 0,0 0 0,0-1 0,1 1 0,-1-1 0,1 0 0,-1 0 0,9 1 0,-11-3 0,0 0 0,0 0 0,0 0 0,0 0 0,0 0 0,0-1 0,0 1 0,0-1 0,0 1 0,0-1 0,0 0 0,0 0 0,-1 0 0,1 0 0,0 0 0,0 0 0,-1-1 0,1 1 0,-1 0 0,1-1 0,-1 1 0,0-1 0,1 0 0,-1 1 0,0-1 0,0 0 0,0 0 0,0 0 0,0-2 0,3-7 0,0 0 0,0-1 0,2-20 0,-5 27 0,-1 3 0,1-1 0,0-1 0,0 0 0,0 1 0,0-1 0,0 0 0,2-3 0,-2 7 0,-1-1 0,1 0 0,0 0 0,-1 0 0,1 1 0,0-1 0,-1 0 0,1 1 0,0-1 0,0 1 0,0-1 0,0 1 0,0-1 0,-1 1 0,1-1 0,0 1 0,0 0 0,0 0 0,0-1 0,0 1 0,0 0 0,0 0 0,0 0 0,0 0 0,0 0 0,0 0 0,0 0 0,2 1 0,7 2 0,0 1 0,1 0 0,-1 0 0,0 1 0,-1 1 0,0 0 0,1 0 0,9 9 0,20 12 0,-27-19-115,-6-5-63,1 1-1,0 1 1,-1-1-1,0 1 0,0 0 1,6 7-1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6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15 24575,'-29'-5'0,"-11"0"0,-2 2 0,6 1-8191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6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24575,'5'18'0,"5"9"0,2 5 0,3-1 0,-2 0 0,0-3 0,-3-1 0,0-2 0,-2-4 0,1-2 0,-2-1 0,-2-2 0,-2-1 0,-1-3-8191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7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24575,'8'-2'0,"22"-7"0,1 2 0,45-5 0,-66 11 0,0 0 0,0 2 0,1-1 0,-1 1 0,0 1 0,0-1 0,0 2 0,0 0 0,0 0 0,-1 0 0,15 8 0,-10-3 0,0 1 0,-1 0 0,0 0 0,-1 1 0,0 1 0,14 15 0,-19-17 0,0-1 0,-1 2 0,0-1 0,-1 1 0,1 0 0,-2 0 0,0 0 0,0 1 0,5 20 0,-2 16 0,2 64 0,-9-95 0,2 2 0,0 1 0,1-1 0,1 1 0,9 23 0,-2-10 0,26 45 0,-23-50 0,-1-4 0,-1 1 0,-1 0 0,13 44 0,-23-65 0,0 0 0,-1-1 0,1 1 0,-1-1 0,0 1 0,0 0 0,0-1 0,0 1 0,-1 0 0,1-1 0,-1 1 0,0-1 0,1 1 0,-1-1 0,0 1 0,0-1 0,-1 1 0,1-1 0,0 0 0,-1 0 0,-3 4 0,1-2 0,0-1 0,0 0 0,0 0 0,0 0 0,-1 0 0,1-1 0,-1 0 0,0 0 0,0 0 0,-7 1 0,7-1-85,-12 3-341,-1-1-1,-19 2 0,24-5-6399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8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24575,'0'7'0,"0"19"0,1 1 0,1-1 0,7 38 0,-3-42-227,0 1-1,1-1 1,2 0-1,0-1 1,21 35-1,-24-46-6598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8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3 24575,'-26'-2'0,"-11"1"0,-4 1 0,2 3 0,2 2 0,5 1 0,6 3 0,4 0 0,6-1-8191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24575,'10'-6'0,"1"0"0,0 1 0,0 0 0,1 1 0,-1 0 0,1 1 0,0 0 0,0 1 0,0 0 0,0 1 0,0 1 0,0 0 0,0 0 0,24 5 0,-4 1 0,0 2 0,0 1 0,-1 1 0,39 19 0,-69-29 0,6 3 0,-1 0 0,1 1 0,-1-1 0,1 1 0,6 6 0,-12-9 0,0 0 0,0 0 0,0-1 0,-1 1 0,1 0 0,0 0 0,-1 0 0,1 0 0,-1 0 0,1 0 0,-1 0 0,1 0 0,-1 0 0,1 0 0,-1 1 0,0-1 0,0 0 0,0 0 0,0 0 0,0 0 0,0 0 0,0 1 0,0-1 0,0 0 0,0 0 0,0 0 0,-1 0 0,1 0 0,0 0 0,-1 0 0,1 0 0,-1 0 0,0 0 0,1 0 0,-1 0 0,0 0 0,1 0 0,-1 0 0,0 0 0,0-1 0,-2 2 0,-5 5 0,0 0 0,-1-1 0,-10 6 0,11-8 0,0 1 0,1 0 0,-1 1 0,-10 10 0,16-14 0,1 0 0,0-1 0,-1 1 0,1 0 0,0 0 0,0 0 0,0 0 0,0 0 0,1 0 0,-1 0 0,0 0 0,1 0 0,0 0 0,-1 0 0,1 0 0,0 5 0,0-4 0,1 1 0,0-1 0,0 1 0,0-1 0,0 1 0,0-1 0,1 0 0,-1 1 0,4 3 0,1 2 0,1 0 0,0-1 0,1 0 0,0 0 0,14 11 0,13 5 0,1-2 0,60 28 0,-30-17 0,-65-32 0,17 10 0,-18-10 0,1-1 0,-1 0 0,0 0 0,0 1 0,1-1 0,-1 0 0,0 1 0,0-1 0,0 0 0,1 1 0,-1-1 0,0 0 0,0 1 0,0-1 0,0 0 0,0 1 0,0-1 0,0 0 0,0 1 0,0-1 0,0 1 0,0-1 0,0 0 0,0 1 0,0-1 0,0 0 0,0 1 0,0-1 0,0 0 0,0 1 0,-1-1 0,1 0 0,0 1 0,0-1 0,0 0 0,-1 1 0,1-1 0,0 0 0,0 1 0,-1-1 0,1 0 0,0 0 0,-1 0 0,1 1 0,0-1 0,-1 0 0,1 0 0,0 0 0,-1 0 0,1 1 0,-6 1 0,1 0 0,0 0 0,-1 0 0,0 0 0,1-1 0,-1 0 0,-8 1 0,-44-1 0,36-2 0,12 1-77,-42 0-567,-62 8 0,95-5-6182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0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276 122 24575,'-14'-11'0,"-64"-50"0,65 52 0,0 1 0,-1 0 0,-29-12 0,41 19 0,0 0 0,0 1 0,0-1 0,0 1 0,0-1 0,0 1 0,0 0 0,0 0 0,0 0 0,0 0 0,0 0 0,0 0 0,0 0 0,0 1 0,0-1 0,0 1 0,0 0 0,0-1 0,0 1 0,0 0 0,1 0 0,-1 0 0,0 0 0,1 1 0,-1-1 0,0 0 0,1 1 0,0-1 0,-1 1 0,-1 2 0,-2 4 0,0 1 0,1-1 0,0 1 0,1 0 0,-4 12 0,3-7 0,2-8 0,0 0 0,0-1 0,1 1 0,0 0 0,0 0 0,0 0 0,1 0 0,0 0 0,0 0 0,1 0 0,0 0 0,0 0 0,0 0 0,1 0 0,-1 0 0,1 0 0,1-1 0,-1 1 0,1-1 0,0 0 0,0 1 0,1-1 0,5 6 0,130 108 0,-36-35 0,-80-63 0,-1 1 0,24 31 0,-43-48 0,1 1 0,-1-1 0,1 1 0,-2 0 0,1 0 0,-1 0 0,0 0 0,0 0 0,0 0 0,-1 0 0,0 1 0,0-1 0,-1 11 0,0-15 0,0 1 0,0 0 0,-1 0 0,1 0 0,-1-1 0,0 1 0,0 0 0,0-1 0,0 1 0,0 0 0,-1-1 0,1 0 0,-1 1 0,0-1 0,1 0 0,-1 0 0,0 0 0,0 0 0,0 0 0,-1 0 0,1 0 0,0-1 0,-1 1 0,1-1 0,-1 0 0,1 0 0,-1 0 0,0 0 0,0 0 0,1 0 0,-1-1 0,-4 1 0,-6 1 0,-1-2 0,1 1 0,-1-1 0,1-1 0,-1-1 0,1 0 0,-1 0 0,1-2 0,0 1 0,0-2 0,-24-11 0,35 15 0,0 0 0,-1-1 0,1 1 0,0-1 0,0 0 0,1 0 0,-1 0 0,0 1 0,0-2 0,1 1 0,-1 0 0,1 0 0,0 0 0,0-1 0,-1-2 0,1 4 0,1 0 0,0-1 0,0 1 0,-1 0 0,1-1 0,0 1 0,0 0 0,1-1 0,-1 1 0,0-1 0,0 1 0,1 0 0,-1-1 0,0 1 0,1 0 0,-1 0 0,1-1 0,0 1 0,-1 0 0,1 0 0,0 0 0,0 0 0,0 0 0,0 0 0,0 0 0,0 0 0,0 0 0,0 0 0,3-1 0,1-1 14,0 0-1,1 1 0,-1-1 0,1 1 1,0 0-1,0 1 0,0-1 1,6 0-1,6 1-756,25 0 1,-29 1-6084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1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83 24575,'-6'-10'0,"1"-1"0,-2 1 0,-7-11 0,12 19 0,0-1 0,0 1 0,-1-1 0,1 1 0,0 0 0,-1 0 0,0 0 0,1 0 0,-1 1 0,0-1 0,0 1 0,0-1 0,0 1 0,0 0 0,0 0 0,-5-1 0,5 3 0,0-1 0,1 1 0,-1-1 0,1 1 0,-1 0 0,1 0 0,-1 0 0,1 0 0,-1 0 0,1 0 0,0 1 0,0-1 0,0 1 0,0 0 0,0-1 0,0 1 0,-3 4 0,-1 1 0,1 0 0,0 0 0,1 0 0,-6 10 0,8-10 0,-1-1 0,1 1 0,0 0 0,1 0 0,0 0 0,0 0 0,0 0 0,1 0 0,0 0 0,0 0 0,1 0 0,1 9 0,4 8 0,0 0 0,13 27 0,4 20 0,65 260 0,-83-308 0,-4-15 0,1 0 0,0-1 0,0 1 0,4 10 0,-5-16 0,0 0 0,0-1 0,0 1 0,0 0 0,1-1 0,-1 1 0,0-1 0,1 1 0,-1-1 0,1 1 0,0-1 0,-1 0 0,1 0 0,0 0 0,0 0 0,0 0 0,-1 0 0,1 0 0,0-1 0,0 1 0,3 0 0,15 0 0,0 0 0,35-3 0,-6 0 0,82 2-1365,-118 0-5461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2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24575,'1'1'0,"0"-1"0,-1 0 0,1 0 0,0 1 0,0-1 0,0 0 0,0 1 0,-1-1 0,1 1 0,0-1 0,-1 1 0,1 0 0,0-1 0,-1 1 0,1 0 0,-1-1 0,1 1 0,-1 0 0,2 1 0,8 19 0,-6-13 0,21 36 0,47 64 0,-71-107 0,-1 0 0,1 0 0,-1 0 0,1 0 0,0 0 0,0 0 0,0-1 0,0 1 0,-1 0 0,1 0 0,0-1 0,0 1 0,0 0 0,1-1 0,-1 1 0,0-1 0,0 1 0,0-1 0,0 0 0,0 1 0,1-1 0,-1 0 0,0 0 0,0 0 0,0 0 0,1 0 0,-1 0 0,0 0 0,0-1 0,0 1 0,0 0 0,1 0 0,-1-1 0,0 1 0,0-1 0,0 1 0,0-1 0,0 0 0,0 1 0,0-1 0,0 0 0,0 0 0,0 0 0,-1 1 0,1-1 0,0 0 0,0-1 0,4-5 0,-1 1 0,0-1 0,0 1 0,0-1 0,-1 0 0,3-8 0,3-20 0,-6 26 0,-1-1 0,1 1 0,0 0 0,1 0 0,9-17 0,-12 25 0,-1 0 0,1 0 0,0 0 0,0 0 0,0 1 0,0-1 0,-1 0 0,1 0 0,0 1 0,0-1 0,0 1 0,0-1 0,1 1 0,-1-1 0,0 1 0,0 0 0,0-1 0,0 1 0,0 0 0,0 0 0,1 0 0,-1 0 0,0 0 0,0 0 0,0 0 0,0 0 0,0 1 0,1-1 0,-1 0 0,0 1 0,0-1 0,2 2 0,3 1 0,0 0 0,0 1 0,-1 0 0,8 7 0,-5-4 0,-7-6 0,82 68 0,-69-55 0,0 1 0,-1-1 0,17 24 0,-24-26-1365,-2-2-5461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2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10 24575,'-10'-3'0,"-6"0"0,-4-1 0,1 4 0,-1 2 0,2 2 0,0 2 0,2 1 0,0 1 0,3-2-8191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3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24575,'25'-5'0,"0"2"0,0 0 0,0 2 0,1 1 0,-1 1 0,0 1 0,31 6 0,-15 1 0,-1 2 0,0 1 0,60 28 0,-95-38 0,21 12 0,-25-14 0,0 1 0,0-1 0,0 1 0,0 0 0,0 0 0,0-1 0,0 1 0,0 0 0,-1 0 0,1 0 0,0 0 0,-1 0 0,1 0 0,-1 0 0,1 0 0,-1 0 0,1 0 0,-1 0 0,0 1 0,1 0 0,-1-1 0,-1 0 0,1 0 0,0 0 0,-1-1 0,1 1 0,0 0 0,-1 0 0,1 0 0,-1-1 0,1 1 0,-1 0 0,1 0 0,-1-1 0,0 1 0,1 0 0,-1-1 0,0 1 0,1-1 0,-1 1 0,-1 0 0,-19 9 0,16-8 0,-9 4 0,0-2 0,-23 6 0,25-8 0,0 1 0,0 0 0,0 2 0,-17 7 0,27-11 0,0 0 0,0 0 0,0 0 0,0 1 0,1-1 0,-1 0 0,1 1 0,-1-1 0,1 1 0,-1-1 0,1 1 0,0 0 0,0 0 0,0 0 0,0-1 0,0 1 0,0 0 0,0 2 0,0-1 0,1-1 0,0 0 0,0 0 0,0 0 0,0 0 0,1 0 0,-1 0 0,1 0 0,-1 0 0,1 0 0,0 0 0,-1 0 0,1 0 0,3 4 0,2 3 0,1 0 0,1-1 0,0 0 0,0 0 0,12 8 0,-19-15 0,41 32 0,76 44 0,-116-76 0,-1 0 0,1 0 0,-1 0 0,1 0 0,-1 0 0,0 0 0,1 0 0,-1 0 0,0 1 0,0-1 0,0 0 0,0 1 0,0-1 0,0 1 0,0-1 0,-1 1 0,1 0 0,1 2 0,-3-3 0,1 0 0,0 1 0,0-1 0,0 0 0,-1 0 0,1 0 0,-1 0 0,1 0 0,-1 0 0,1 0 0,-1 0 0,1-1 0,-1 1 0,0 0 0,1 0 0,-1 0 0,0-1 0,0 1 0,0 0 0,0-1 0,0 1 0,1 0 0,-1-1 0,0 1 0,0-1 0,0 0 0,-1 1 0,1-1 0,0 0 0,-1 1 0,-16 2 0,1 0 0,-1-1 0,1 0 0,-1-2 0,-30-2 0,6 0 0,-11 2-1365,40 0-5461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3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24575,'4'-6'0,"1"1"0,0 0 0,0 0 0,0 0 0,0 1 0,1 0 0,0 0 0,-1 0 0,1 1 0,1 0 0,-1 0 0,1 1 0,-1-1 0,1 1 0,-1 1 0,1-1 0,0 1 0,0 1 0,0-1 0,0 1 0,0 0 0,0 0 0,0 1 0,-1 0 0,1 1 0,0-1 0,0 1 0,-1 0 0,9 4 0,172 96 0,-185-102 0,-1 1 0,1 0 0,0 0 0,0 0 0,-1 1 0,1-1 0,-1 0 0,1 1 0,-1-1 0,1 1 0,-1-1 0,0 1 0,0-1 0,0 1 0,0 0 0,0 0 0,0 0 0,0-1 0,-1 1 0,1 0 0,-1 0 0,1 0 0,-1 0 0,0 0 0,0 0 0,0 2 0,-1 4 0,0 0 0,0 0 0,-1 0 0,-1 0 0,-3 10 0,2-8 0,1-1 0,-3 14 0,3 14 0,1 0 0,2 1 0,1-1 0,10 57 0,-2-44 0,28 82 0,-3-13 0,-28-94 0,-1 1 0,2 44 0,-7-66 0,0 0 0,0 0 0,-1 0 0,1 0 0,-1 0 0,0-1 0,0 1 0,0 0 0,0 0 0,-1-1 0,1 1 0,-1-1 0,0 1 0,0-1 0,-1 0 0,-4 6 0,4-6 0,0 0 0,-1 0 0,0-1 0,1 1 0,-1-1 0,0 0 0,0 0 0,0-1 0,-1 1 0,1-1 0,0 1 0,-1-1 0,1-1 0,-8 1 0,-109-1 64,63-1-1493,35 1-5397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5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16 132 24575,'-2'2'0,"0"0"0,1 1 0,-1-1 0,1 0 0,0 1 0,0-1 0,0 0 0,0 1 0,0-1 0,1 1 0,-1 0 0,1-1 0,-1 1 0,1-1 0,0 1 0,0 0 0,0-1 0,0 1 0,1 2 0,1 5 0,0-1 0,1 1 0,6 16 0,-3-14 0,0 0 0,0 0 0,1-1 0,1 0 0,0 0 0,1 0 0,0-1 0,0-1 0,1 0 0,20 15 0,-21-18 0,1 1 0,0-1 0,0-1 0,0 0 0,1-1 0,0 0 0,0 0 0,0-1 0,0-1 0,0 0 0,1 0 0,-1-1 0,13 0 0,-20-2 0,-1 1 0,1-1 0,0 1 0,-1-1 0,1 0 0,0-1 0,-1 1 0,0-1 0,1 1 0,-1-1 0,0 0 0,0 0 0,0 0 0,0-1 0,0 1 0,0-1 0,0 0 0,-1 1 0,0-1 0,1 0 0,-1-1 0,0 1 0,-1 0 0,3-6 0,0 0 0,-1-1 0,0 0 0,0 0 0,-1 0 0,-1 0 0,0 0 0,0-19 0,-1 29 0,0 0 0,0-1 0,0 1 0,0 0 0,0-1 0,0 1 0,0 0 0,0-1 0,0 1 0,0 0 0,0-1 0,0 1 0,0 0 0,0-1 0,0 1 0,0 0 0,0-1 0,0 1 0,0 0 0,1-1 0,-1 1 0,0 0 0,0 0 0,0-1 0,1 1 0,-1 0 0,0 0 0,0-1 0,0 1 0,1 0 0,-1 0 0,0 0 0,1-1 0,-1 1 0,1 0 0,0 0 0,0 1 0,-1-1 0,1 0 0,0 1 0,0-1 0,0 1 0,-1-1 0,1 1 0,0-1 0,0 1 0,-1 0 0,2 0 0,22 31 0,-21-29 0,12 19 0,1-1 0,37 36 0,-48-52 0,1 0 0,0 0 0,0 0 0,0-1 0,1 0 0,-1 0 0,1-1 0,0 1 0,0-2 0,0 1 0,1-1 0,-1 0 0,0 0 0,1-1 0,8 0 0,-14-1 0,1 0 0,-1 0 0,0 0 0,0 0 0,0-1 0,0 1 0,0-1 0,0 0 0,0 0 0,0 1 0,0-1 0,0 0 0,0-1 0,-1 1 0,1 0 0,0-1 0,-1 1 0,4-4 0,-3 2 0,0 0 0,0 0 0,0 0 0,-1-1 0,1 1 0,-1-1 0,0 0 0,0 1 0,0-1 0,0-4 0,0-2 0,0 0 0,-1 0 0,0 0 0,-1 0 0,0 0 0,-1 0 0,-3-13 0,-3 0-105,-1 0 0,-1 1 0,-1 0 0,-1 0 0,-1 1 0,-1 1 0,-1 0 0,0 1 0,-2 1 0,0 0 0,-1 1 0,-38-27 0,40 34-6721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59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24575,'92'189'0,"-66"-136"0,48 81 0,-62-116 0,0 0 0,1-1 0,1-1 0,1 0 0,18 15 0,-30-29 0,0 1 0,0-1 0,0 0 0,1 0 0,-1 0 0,1 0 0,-1-1 0,1 0 0,-1 1 0,1-1 0,0 0 0,0-1 0,5 1 0,-7-1 0,0 0 0,0 0 0,1-1 0,-1 1 0,0-1 0,0 1 0,0-1 0,0 0 0,0 0 0,0 0 0,0 0 0,0 0 0,0 0 0,0-1 0,0 1 0,-1-1 0,1 1 0,0-1 0,-1 1 0,0-1 0,1 0 0,-1 0 0,0 0 0,1-2 0,2-3 0,-1 0 0,0 0 0,0 0 0,-1-1 0,0 1 0,1-9 0,-2 11 0,-1 1 0,0-1 0,1 1 0,-2-1 0,1 1 0,0 0 0,-1-1 0,0 1 0,0 0 0,0-1 0,-4-7 0,11 23 0,1-1 0,0 0 0,1 0 0,0-1 0,0 0 0,1 0 0,0-1 0,1 0 0,0 0 0,0-2 0,0 1 0,13 5 0,-10-5 0,1-2 0,-1 1 0,1-2 0,0 0 0,0 0 0,0-2 0,1 1 0,-1-2 0,1 0 0,17-1 0,-27-1 0,-1 1 0,1-1 0,-1 0 0,0 0 0,1 0 0,-1 0 0,0-1 0,1 0 0,-1 0 0,4-3 0,-6 4 0,0-1 0,0 0 0,0 1 0,0-1 0,-1 0 0,1 0 0,0 0 0,-1 0 0,0-1 0,1 1 0,-1 0 0,0-1 0,0 1 0,0-1 0,0 1 0,-1-1 0,1 1 0,0-5 0,0-15 0,-3-30 0,2 41 0,14 45 0,-12-26 0,3 8 0,2 1 0,0-1 0,10 18 0,-15-30 0,0-1 0,0 0 0,0 1 0,1-1 0,0 0 0,0 0 0,0 0 0,0 0 0,0-1 0,0 1 0,1-1 0,-1 0 0,1 0 0,-1 0 0,1 0 0,0-1 0,0 1 0,0-1 0,6 1 0,-8-2 0,1 0 0,-1 0 0,1 0 0,0 0 0,-1 0 0,1-1 0,0 1 0,-1-1 0,1 0 0,-1 0 0,1 0 0,-1 0 0,0 0 0,1 0 0,1-2 0,0 0 0,-1 0 0,0 0 0,0 0 0,0 0 0,-1 0 0,1-1 0,-1 1 0,4-7 0,-2 1 0,0 0 0,-1 1 0,0-1 0,-1-1 0,0 1 0,-1 0 0,2-18 0,-3 24 0,1-21 0,-1 23 0,1 0 0,-1-1 0,0 1 0,0 0 0,1 0 0,-1 0 0,0 0 0,1 0 0,0 0 0,-1 0 0,1 0 0,-1 0 0,1 0 0,0 0 0,0 0 0,1-1 0,-2 2 0,0 0 0,1 0 0,-1 0 0,1 0 0,-1 0 0,0 0 0,1 0 0,-1 0 0,1 0 0,-1 0 0,0 0 0,1 0 0,-1 0 0,1 0 0,-1 0 0,0 0 0,1 0 0,-1 0 0,1 1 0,-1-1 0,0 0 0,1 0 0,-1 1 0,0-1 0,1 0 0,-1 0 0,0 1 0,0-1 0,1 0 0,-1 1 0,0-1 0,0 0 0,1 1 0,-1-1 0,0 1 0,0-1 0,8 17 0,-8-16 0,134 412 0,-126-386 0,20 73 0,-25-84 0,0 0 0,-2 0 0,1 0 0,-2 21 0,0-34 0,-1 1 0,1-1 0,0 0 0,-1 0 0,0 1 0,0-1 0,0 0 0,0 0 0,0 0 0,0 0 0,-1 0 0,0 0 0,0 0 0,-3 4 0,2-5 0,0 0 0,1 0 0,-1 0 0,0 0 0,0-1 0,0 0 0,0 1 0,0-1 0,0 0 0,0 0 0,0-1 0,-1 1 0,1-1 0,-6 1 0,-3-1 0,0 0 0,0-1 0,0 0 0,0-1 0,0 0 0,1-1 0,-1-1 0,1 1 0,-1-2 0,1 0 0,1 0 0,-1-1 0,1 0 0,0 0 0,-12-11 0,14 10 0,0 0 0,1-1 0,0 0 0,0 0 0,0 0 0,1-1 0,1 0 0,0 0 0,0 0 0,0-1 0,1 0 0,1 0 0,0 0 0,0 0 0,1 0 0,0-1 0,0-15 0,2 9-1365,0 2-5461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24575,'0'21'0,"3"9"0,3 2 0,3-1 0,3-5 0,2-2 0,1-4 0,1-5 0,0-3 0,0-3 0,-3-5 0,-4-7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24575,'0'3'0,"3"3"0,0 3 0,0 3 0,3 4 0,2 5 0,-1 2 0,3 1 0,0 0 0,0-2 0,-2-5-8191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24575,'-8'0'0,"-1"0"0,0 0 0,0 1 0,0 1 0,-15 4 0,22-6 0,0 1 0,0 0 0,0 0 0,0 0 0,0 0 0,0 0 0,0 0 0,1 0 0,-1 1 0,0-1 0,1 1 0,-1-1 0,1 1 0,-1 0 0,1-1 0,0 1 0,0 0 0,0 0 0,0 0 0,0 0 0,0 0 0,1 0 0,-1 0 0,0 0 0,1 0 0,0 1 0,-1-1 0,1 0 0,0 3 0,1 4 0,1 0 0,-1 0 0,1 0 0,1-1 0,-1 1 0,2-1 0,-1 1 0,1-1 0,0 0 0,9 11 0,6 7 0,36 37 0,-38-44 0,-15-17 0,-1-1 0,1 1 0,-1 0 0,0 0 0,1 0 0,1 4 0,-3-5 0,0-1 0,0 1 0,0-1 0,0 0 0,0 1 0,0-1 0,0 1 0,0-1 0,0 1 0,0-1 0,0 1 0,0-1 0,0 0 0,0 1 0,-1-1 0,1 1 0,0-1 0,0 0 0,0 1 0,-1-1 0,1 0 0,0 1 0,0-1 0,-1 0 0,1 1 0,0-1 0,-1 0 0,1 1 0,0-1 0,-1 0 0,1 0 0,-1 0 0,1 1 0,0-1 0,-1 0 0,1 0 0,-1 0 0,1 0 0,0 0 0,-1 0 0,1 0 0,-1 0 0,0 0 0,-16 3 0,-1-2 0,0 0 0,-28-2 0,11-1 0,-142-8-1365,152 7-5461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24575,'0'34'0,"2"18"0,4 9 0,4-1 0,2-3 0,1-4 0,2-3 0,1-1 0,0-6 0,2 0 0,2-4 0,-2-3 0,1-5 0,-5-5 0,-3-7-8191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31 24575,'-73'-13'0,"0"4"0,0 3 0,-110 4 0,124 9 5,45-4-201,1-1 1,0 0-1,0-1 0,-1 0 0,1-2 1,-18-1-1,19-1-6630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24575,'0'3'0,"-11"254"0,12-226 0,2-1 0,1 1 0,1-1 0,1 0 0,2 0 0,16 38 0,-19-54 0,-2-6 0,0 0 0,0-1 0,1 1 0,0-1 0,0 0 0,1 0 0,0 0 0,8 9 0,-12-15 0,0-1 0,-1 1 0,1 0 0,0-1 0,0 1 0,-1-1 0,1 1 0,0-1 0,0 0 0,0 1 0,0-1 0,0 0 0,-1 0 0,1 0 0,0 1 0,0-1 0,0 0 0,0 0 0,0 0 0,0 0 0,0-1 0,0 1 0,1 0 0,-1-1 0,1 0 0,-1 0 0,1 0 0,-1 0 0,0 0 0,1 0 0,-1 0 0,0 0 0,0 0 0,0-1 0,0 1 0,1-2 0,2-3 0,-1-1 0,0 0 0,0 0 0,3-13 0,-3-7 0,-3 23 0,0 1 0,0-1 0,1 0 0,-1 0 0,1 1 0,0-1 0,0 0 0,0 1 0,0-1 0,1 1 0,3-7 0,-4 9 0,1 0 0,-1 0 0,1 0 0,-1 0 0,1 0 0,-1 1 0,1-1 0,-1 1 0,1-1 0,-1 1 0,1 0 0,0-1 0,-1 1 0,1 0 0,0 0 0,-1 0 0,1 0 0,0 1 0,-1-1 0,1 0 0,-1 1 0,3 0 0,5 2 0,0 0 0,13 6 0,-21-8 0,82 44 0,4 1 0,-71-39-1365,-3-3-5461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45 215 24575,'7'2'0,"12"3"0,29 6 0,-44-10 0,0-1 0,1 1 0,0-1 0,-1 0 0,1 0 0,-1-1 0,1 1 0,-1-1 0,0 0 0,1 0 0,-1-1 0,6-2 0,-9 4 0,1-1 0,-1 0 0,0 1 0,0-1 0,0 0 0,0 0 0,0 0 0,0 0 0,0 0 0,0 0 0,0 0 0,0-1 0,0 1 0,-1 0 0,1 0 0,-1-1 0,1 1 0,-1 0 0,1-1 0,0-2 0,-1 2 0,0-1 0,0 1 0,-1-1 0,1 1 0,0-1 0,-1 1 0,0-1 0,1 1 0,-1 0 0,0-1 0,-2-1 0,0-2 0,0 0 0,-1 0 0,0 1 0,-1-1 0,1 1 0,-1 0 0,0 1 0,-6-6 0,6 7 0,0 0 0,-1 0 0,1 0 0,-1 1 0,0 0 0,1 0 0,-1 0 0,0 1 0,0-1 0,0 1 0,0 1 0,-8-1 0,12 1 0,-1 0 0,0 1 0,0-1 0,0 1 0,1-1 0,-1 1 0,0 0 0,1 0 0,-1 0 0,1 0 0,-1 0 0,1 1 0,-1-1 0,1 1 0,0-1 0,0 1 0,-1 0 0,1 0 0,1 0 0,-1 0 0,0 0 0,0 1 0,1-1 0,-1 0 0,1 1 0,0 0 0,0-1 0,-1 4 0,1-3 0,0 1 0,0-1 0,1 1 0,-1-1 0,1 1 0,0 0 0,0-1 0,1 1 0,-1-1 0,1 1 0,-1 0 0,1-1 0,0 1 0,0-1 0,1 0 0,-1 1 0,1-1 0,0 0 0,-1 0 0,1 0 0,1 0 0,-1 0 0,3 2 0,6 6 0,1 0 0,0-1 0,1-1 0,14 9 0,-16-11 0,28 20 0,-25-16 0,0-1 0,0-1 0,1 0 0,0-1 0,22 7 0,-35-14 0,0 0 0,0-1 0,0 1 0,0-1 0,0 1 0,0-1 0,0 0 0,0 0 0,1 0 0,-1 0 0,0 0 0,0-1 0,0 1 0,0-1 0,0 1 0,0-1 0,0 0 0,0 0 0,0 0 0,0 0 0,0 0 0,2-2 0,-1 0 0,0 0 0,-1 0 0,1-1 0,-1 1 0,0 0 0,0-1 0,0 0 0,-1 1 0,1-1 0,1-8 0,0 4 0,1-7 0,0 0 0,13-25 0,-16 37 0,0 0 0,1 0 0,0 0 0,-1 1 0,1-1 0,0 1 0,0-1 0,0 1 0,1 0 0,-1-1 0,1 1 0,-1 1 0,1-1 0,0 0 0,-1 0 0,1 1 0,0 0 0,0 0 0,6-2 0,-5 3 0,-1 0 0,1 0 0,-1 1 0,1-1 0,-1 1 0,0 0 0,1 0 0,-1 0 0,0 0 0,0 1 0,1-1 0,-1 1 0,0 0 0,5 4 0,1 1 0,1 1 0,-2 1 0,9 8 0,55 78 0,-53-68 0,-76-121 0,36 64 0,-27-55 0,41 71 0,1 0 0,1-1 0,0 0 0,1 0 0,1 0 0,-3-26 0,6 39 0,-1 1 0,1-1 0,0 0 0,0 0 0,1 0 0,-1 0 0,0 0 0,1 0 0,-1 0 0,1 0 0,-1 0 0,1 0 0,0 0 0,0 1 0,0-1 0,0 0 0,2-2 0,-2 3 0,1 0 0,-1 0 0,0 0 0,1 1 0,-1-1 0,1 0 0,-1 1 0,1-1 0,0 0 0,-1 1 0,1 0 0,-1-1 0,1 1 0,0 0 0,-1 0 0,1 0 0,0 0 0,-1 0 0,1 0 0,0 1 0,2 0 0,6 2 0,0 0 0,0 1 0,0 1 0,0 0 0,13 9 0,15 7 0,12 2 0,64 21 0,-88-36 0,0-1 0,1-2 0,-1 0 0,42 1 0,-65-6 0,0 1 0,0-1 0,0-1 0,0 1 0,0 0 0,0-1 0,0 1 0,0-1 0,0 0 0,0 0 0,5-3 0,-7 3 0,1 0 0,-1-1 0,0 1 0,1 0 0,-1-1 0,0 1 0,0-1 0,0 0 0,0 1 0,-1-1 0,1 0 0,0 1 0,-1-1 0,1 0 0,-1 0 0,1 0 0,-1 1 0,0-1 0,0 0 0,0-3 0,0-3 0,0 0 0,-1 1 0,0-1 0,0 0 0,-1 1 0,0-1 0,0 1 0,-4-8 0,6 13 0,-1 0 0,0 0 0,0 0 0,0 0 0,0 1 0,0-1 0,-1 0 0,1 0 0,0 1 0,-1-1 0,1 1 0,-1-1 0,0 1 0,1 0 0,-1 0 0,0 0 0,0 0 0,0 0 0,0 0 0,0 0 0,0 0 0,0 1 0,0-1 0,0 1 0,0 0 0,0-1 0,0 1 0,-1 0 0,1 0 0,0 0 0,0 1 0,0-1 0,0 0 0,-3 2 0,3-1 0,0 0 0,0 0 0,0 0 0,0 0 0,0 1 0,0-1 0,0 1 0,0-1 0,1 1 0,-1 0 0,1 0 0,-1 0 0,1 0 0,0 0 0,-1 0 0,1 0 0,0 0 0,0 0 0,1 1 0,-1-1 0,0 0 0,1 1 0,-1 3 0,0 5 0,0-1 0,0 1 0,3 21 0,-1-24 0,1 1 0,-1 0 0,2-1 0,-1 1 0,1-1 0,1 0 0,-1 0 0,1 0 0,1-1 0,0 1 0,6 8 0,-3-7 0,0 0 0,1 0 0,0-1 0,1 0 0,-1 0 0,2-1 0,13 8 0,-23-15-15,60 30 152,-56-28-286,0 0 1,1 0-1,-1-1 0,1 0 0,-1 0 1,1 0-1,-1 0 0,1-1 1,9 0-1,-5-3-6677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98 24575,'1'6'0,"0"0"0,0-1 0,0 1 0,0 0 0,1-1 0,0 1 0,0-1 0,1 1 0,-1-1 0,1 0 0,0 0 0,1 0 0,-1 0 0,7 6 0,7 6 0,0 0 0,24 16 0,-30-25 0,-4-2 0,0 0 0,1-1 0,0 0 0,0-1 0,0 0 0,1 0 0,11 4 0,-18-8 0,0 1 0,0-1 0,1 1 0,-1-1 0,0 0 0,0 0 0,1 0 0,-1 0 0,0 0 0,0 0 0,0-1 0,1 1 0,-1-1 0,0 0 0,0 1 0,0-1 0,0 0 0,0 0 0,0 0 0,0-1 0,0 1 0,0 0 0,-1-1 0,1 1 0,0-1 0,-1 1 0,1-1 0,-1 0 0,0 0 0,1 0 0,-1 0 0,0 0 0,0 0 0,1-4 0,1-6 0,0 0 0,0-1 0,-2 1 0,1-1 0,-2 1 0,0-1 0,-2-18 0,1-1 0,0 3 0,0 18 0,0 1 0,1-1 0,0 1 0,1-1 0,3-16 0,-4 26 0,0 1 0,0 0 0,0-1 0,0 1 0,0 0 0,0-1 0,0 1 0,1 0 0,-1 0 0,0-1 0,0 1 0,0 0 0,0 0 0,1-1 0,-1 1 0,0 0 0,0 0 0,1-1 0,-1 1 0,0 0 0,0 0 0,1 0 0,-1 0 0,0-1 0,1 1 0,-1 0 0,0 0 0,0 0 0,1 0 0,-1 0 0,0 0 0,1 0 0,-1 0 0,0 0 0,1 0 0,-1 0 0,0 0 0,1 0 0,-1 0 0,0 0 0,1 0 0,-1 0 0,0 1 0,0-1 0,1 0 0,-1 0 0,0 0 0,1 0 0,-1 1 0,15 12 0,-12-10 0,31 32 0,124 118 0,-133-132 0,0-1 0,2-2 0,0 0 0,50 23 0,-70-37 0,1-1 0,-1-1 0,1 1 0,-1-1 0,1-1 0,0 1 0,14-1 0,-18-1 0,-1 0 0,1 0 0,0-1 0,-1 0 0,1 1 0,0-1 0,-1-1 0,1 1 0,-1-1 0,1 1 0,-1-1 0,0 0 0,0 0 0,0 0 0,0-1 0,0 1 0,0-1 0,2-3 0,-1 2 0,0-1 0,-1 0 0,0 0 0,0-1 0,0 1 0,-1-1 0,0 1 0,0-1 0,0 0 0,-1 0 0,1-8 0,0-6 0,-1 0 0,-2-22 0,0 12 0,-3-5 0,4 33 0,0 1 0,0-1 0,-1 0 0,1 1 0,0-1 0,-1 1 0,0-1 0,1 1 0,-1-1 0,0 1 0,0-1 0,0 1 0,0 0 0,0-1 0,0 1 0,0 0 0,0 0 0,-2-2 0,2 3 0,1 0 0,-1 0 0,0 0 0,1 0 0,-1 0 0,1 0 0,-1 0 0,0 0 0,1 0 0,-1 0 0,1 0 0,-1 1 0,0-1 0,1 0 0,-1 0 0,1 0 0,-1 1 0,1-1 0,-1 0 0,1 1 0,-1-1 0,1 1 0,-1-1 0,1 0 0,-1 1 0,1-1 0,0 1 0,-1-1 0,1 1 0,0-1 0,0 1 0,-1-1 0,1 1 0,0 0 0,0-1 0,-1 2 0,-6 22 0,6-14 0,0 1 0,0-1 0,1 0 0,0 0 0,1 0 0,0 1 0,1-1 0,0 0 0,0 0 0,1 0 0,8 18 0,-8-21 0,1 0 0,0 0 0,0 0 0,1-1 0,0 1 0,0-1 0,0 0 0,1-1 0,0 1 0,0-1 0,1 0 0,-1 0 0,1-1 0,0 0 0,13 5 0,-17-7 0,1-1 0,-1 0 0,1 0 0,-1 0 0,1 0 0,-1 0 0,1-1 0,0 0 0,-1 0 0,1 0 0,-1 0 0,1 0 0,0-1 0,-1 1 0,1-1 0,-1 0 0,1 0 0,-1-1 0,0 1 0,1-1 0,-1 0 0,0 1 0,0-1 0,0-1 0,0 1 0,-1 0 0,1-1 0,0 1 0,-1-1 0,0 0 0,0 0 0,1 0 0,-2 0 0,1 0 0,0 0 0,-1-1 0,1 1 0,1-7 0,-2 4 0,1-1 0,-1 1 0,0-1 0,0 0 0,-1 1 0,0-1 0,0 0 0,-1 1 0,0-1 0,0 1 0,0-1 0,-1 1 0,0-1 0,0 1 0,-1 0 0,1 0 0,-2 0 0,1 0 0,0 0 0,-1 1 0,0 0 0,0-1 0,-1 2 0,0-1 0,0 0 0,0 1 0,0 0 0,0 0 0,-1 0 0,0 1 0,0 0 0,0 0 0,-10-3 0,-5 0-1365,3 3-5461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5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288 146 24575,'-37'-31'0,"13"9"0,-1 2 0,-1 1 0,-43-24 0,66 42 0,0-1 0,0 1 0,-1-1 0,1 1 0,0 0 0,-1 1 0,1-1 0,-1 1 0,1-1 0,-1 1 0,-4 0 0,6 0 0,0 1 0,0-1 0,0 1 0,0 0 0,1-1 0,-1 1 0,0 0 0,0 0 0,0 0 0,1 0 0,-1 0 0,1 1 0,-1-1 0,1 0 0,-1 1 0,1-1 0,0 1 0,-1-1 0,1 1 0,-1 2 0,-3 6 0,1-1 0,1 0 0,-1 1 0,2 0 0,-1-1 0,1 1 0,1 0 0,-1 0 0,2 13 0,0-7 0,1 0 0,0 0 0,1-1 0,1 1 0,6 17 0,-2-12 0,2 1 0,0-1 0,2 0 0,0-1 0,2 0 0,0-1 0,22 25 0,15 9 0,57 48 0,-25-25 0,-78-73 0,-1 1 0,1 0 0,-1 0 0,0 0 0,0 0 0,-1 0 0,4 8 0,-5-11 0,-1 0 0,1 0 0,-1 0 0,0 1 0,1-1 0,-1 0 0,0 0 0,0 0 0,0 1 0,0-1 0,0 0 0,0 0 0,0 1 0,0-1 0,-1 0 0,1 0 0,0 0 0,-1 1 0,1-1 0,-1 0 0,1 0 0,-1 0 0,0 0 0,1 0 0,-1 0 0,0 0 0,0 0 0,0 0 0,0 0 0,0-1 0,0 1 0,0 0 0,0 0 0,0-1 0,-1 1 0,-4 2 0,0-1 0,1 0 0,-1 0 0,0 0 0,0-1 0,0 0 0,-9 0 0,-46-1 0,35-1 0,7 2 0,0-2 0,0 0 0,-1-2 0,1 0 0,1-1 0,-35-11 0,52 15 0,1-1 0,-1 1 0,0 0 0,0-1 0,0 1 0,1-1 0,-1 1 0,0-1 0,1 1 0,-1-1 0,0 1 0,1-1 0,-1 0 0,1 1 0,-1-1 0,1 0 0,-1 1 0,1-1 0,-1 0 0,1 0 0,0 0 0,-1 1 0,1-1 0,0 0 0,0-1 0,0 0 0,0 0 0,0 1 0,1-1 0,-1 1 0,0-1 0,1 1 0,0-1 0,-1 1 0,1-1 0,0 1 0,0-1 0,2-1 0,2-3 0,0 0 0,1 0 0,0 1 0,11-8 0,1 2 53,21-10 0,-21 12-788,27-18-1,-35 20-6090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215 171 24575,'-17'-28'0,"-32"-45"0,43 64 0,0 1 0,-1 1 0,-1-1 0,1 1 0,-1 1 0,-10-8 0,17 13 0,-1 0 0,1 0 0,-1 0 0,0 0 0,1 0 0,-1 0 0,0 1 0,1-1 0,-1 1 0,0-1 0,0 1 0,0-1 0,1 1 0,-1 0 0,0 0 0,0 0 0,0 0 0,0 0 0,0 0 0,1 1 0,-1-1 0,0 1 0,0-1 0,0 1 0,1 0 0,-1-1 0,0 1 0,1 0 0,-1 0 0,1 0 0,-1 1 0,1-1 0,-1 0 0,1 0 0,0 1 0,0-1 0,-3 4 0,1 1 0,0 0 0,0 0 0,0 0 0,1 1 0,0-1 0,0 1 0,0-1 0,1 1 0,0 7 0,-1 11 0,2 0 0,1 0 0,1 0 0,1 0 0,1-1 0,11 38 0,7 4 0,33 67 0,-47-114 0,26 57 0,42 138 0,-65-144 0,0-3 0,-11-65 0,1-1 0,0 1 0,-1 0 0,1-1 0,0 1 0,0-1 0,0 1 0,0-1 0,0 1 0,0-1 0,0 1 0,1-1 0,-1 0 0,0 0 0,1 0 0,-1 0 0,1 0 0,-1 0 0,1 0 0,0 0 0,-1-1 0,1 1 0,0 0 0,-1-1 0,1 0 0,2 1 0,5 0 0,0 0 0,0-1 0,1 0 0,9-2 0,2 0 0,-11 2-101,5 0 179,0-1 0,17-4 0,-28 5-178,-1-1 0,1 0 0,-1 0 0,1 0 1,-1-1-1,1 1 0,-1-1 0,0 0 0,0 0 0,0 0 0,0 0 1,0-1-1,0 1 0,2-4 0,2-4-6726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0 0,-1 0 0,1 1 0,0-1 0,-1 0 0,1 0 0,0 0 0,0 0 0,-1 0 0,1 0 0,0 1 0,0-1 0,-1 0 0,1 0 0,0 0 0,0 1 0,-1-1 0,1 0 0,0 0 0,0 1 0,0-1 0,0 0 0,-1 1 0,1-1 0,0 0 0,0 0 0,0 1 0,0-1 0,0 0 0,0 1 0,0-1 0,0 0 0,0 1 0,0-1 0,0 0 0,0 1 0,0-1 0,0 0 0,0 1 0,0-1 0,0 0 0,0 0 0,1 1 0,-1-1 0,0 1 0,7 16 0,-6-16 0,5 13 0,1 0 0,1-1 0,1 0 0,0 0 0,0-1 0,1 0 0,1-1 0,0 0 0,0-1 0,1 0 0,0-1 0,1 0 0,25 13 0,-36-21 0,1 0 0,-1-1 0,0 1 0,1 0 0,-1-1 0,1 1 0,-1-1 0,1 0 0,-1 0 0,1 0 0,-1 0 0,4-1 0,-4 1 0,-1 0 0,0-1 0,1 1 0,-1-1 0,0 0 0,0 1 0,0-1 0,1 0 0,-1 0 0,0 0 0,0 1 0,0-1 0,0 0 0,-1 0 0,1-1 0,0 1 0,0 0 0,-1 0 0,1 0 0,0 0 0,-1-1 0,1 1 0,-1 0 0,1-2 0,28-119 0,-29 120 0,0 1 0,1 0 0,-1 0 0,0-1 0,1 1 0,-1 0 0,1 0 0,0-1 0,-1 1 0,1 0 0,0 0 0,0 0 0,0 0 0,0 0 0,0 0 0,0 0 0,0 0 0,0 1 0,0-1 0,0 0 0,0 1 0,2-2 0,-1 2 0,0 0 0,-1-1 0,1 1 0,0 0 0,0 0 0,0 1 0,0-1 0,0 0 0,-1 0 0,1 1 0,0-1 0,0 1 0,-1 0 0,3 1 0,5 3 0,0 0 0,0 1 0,-1 1 0,11 9 0,18 16-95,-6-6-328,-2 1-1,31 37 1,-49-50-6403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406 61 24575,'-31'-8'0,"-13"-2"0,-2-2 0,5 0 0,7 3 0,6 3 0,3 2 0,3 5 0,0 2 0,-1 0 0,-2 0 0,0 2 0,3 1 0,4-2-8191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7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1 111 24575,'11'-14'0,"2"0"0,-1 1 0,2 0 0,16-12 0,-24 21 0,0 0 0,0 1 0,1-1 0,-1 1 0,1 1 0,0-1 0,0 1 0,0 0 0,0 0 0,0 1 0,1 0 0,-1 1 0,10-1 0,-5 2 0,0 0 0,-1 1 0,1 0 0,0 1 0,0 0 0,-1 1 0,0 0 0,11 6 0,-18-8 0,0 0 0,0 1 0,0-1 0,-1 1 0,1 0 0,-1 0 0,0 1 0,1-1 0,-2 1 0,5 5 0,-6-6 0,1 0 0,-1 0 0,0 0 0,0 1 0,0-1 0,0 1 0,0-1 0,-1 1 0,1-1 0,-1 1 0,0-1 0,0 1 0,-1-1 0,1 1 0,-1 3 0,-2 2 0,1 1 0,-1-1 0,-1 0 0,0 0 0,0 0 0,-10 14 0,-38 45 0,-1 1 0,52-68 0,0 0 0,1 0 0,-1 0 0,0 0 0,1 1 0,-1-1 0,1 0 0,-1 0 0,1 1 0,-1-1 0,1 0 0,0 1 0,0-1 0,-1 0 0,1 1 0,0-1 0,1 1 0,-1-1 0,0 0 0,0 1 0,0-1 0,1 0 0,-1 1 0,1-1 0,0 2 0,1-1 0,-1 0 0,1-1 0,0 1 0,0 0 0,0-1 0,0 0 0,0 1 0,0-1 0,0 0 0,0 0 0,0 0 0,0-1 0,1 1 0,2 0 0,14 3 0,1-2 0,-1 0 0,1-1 0,32-3 0,-7 0 0,119 2-1365,-150 0-5461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24575,'9'-9'0,"0"0"0,1 1 0,0 0 0,0 0 0,1 1 0,21-11 0,-27 16 0,-1 1 0,1-1 0,0 1 0,0 0 0,0 0 0,0 0 0,0 1 0,0-1 0,1 1 0,-1 1 0,0-1 0,0 1 0,0 0 0,0 0 0,0 0 0,0 1 0,-1-1 0,1 1 0,0 0 0,4 3 0,1 2 0,0-1 0,0 2 0,-1-1 0,0 1 0,0 1 0,-1-1 0,0 1 0,-1 1 0,0-1 0,0 1 0,-1 1 0,0-1 0,-1 1 0,0 0 0,-1 0 0,0 1 0,-1-1 0,0 1 0,-1 0 0,0 0 0,-1 0 0,0 13 0,4 36 0,1 0 0,4 0 0,23 79 0,-19-86 0,28 122 0,-37-145 0,-1 1 0,-1-1 0,-3 54 0,0-78 0,0 1 0,-1-1 0,-1 0 0,1 0 0,-1 0 0,0 0 0,0 0 0,-1 0 0,0-1 0,0 1 0,-1-1 0,0 0 0,0 0 0,0 0 0,-1 0 0,0-1 0,0 0 0,0 0 0,-1 0 0,0-1 0,1 0 0,-2 0 0,-7 4 0,-76 28-1365,77-31-5461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5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24575,'0'0'0,"0"-1"0,-1 1 0,1 0 0,0 0 0,-1 0 0,1-1 0,0 1 0,-1 0 0,1 0 0,-1 0 0,1 0 0,0 0 0,-1 0 0,1 0 0,-1 0 0,1 0 0,0 0 0,-1 0 0,1 0 0,0 0 0,-1 0 0,1 0 0,-1 0 0,1 1 0,0-1 0,-1 0 0,1 0 0,-1 0 0,1 1 0,0 0 0,-1-1 0,1 1 0,0-1 0,-1 1 0,1 0 0,0-1 0,0 1 0,0 0 0,0-1 0,0 1 0,0 0 0,0-1 0,0 1 0,0 0 0,6 30 0,-5-26 0,32 96 0,-5-18 0,-12-23 0,-17-59-57,-2-3 199,-5-6-1592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6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32 24575,'-29'-3'0,"-14"-3"0,-2-1 0,1 1 0,2 2 0,7 1 0,3 1 0,6 1 0,0 3 0,4 2 0,-1 2 0,2 0 0,1 2 0,5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7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12 24575,'-9'-3'0,"0"1"0,-1 0 0,1 0 0,0 1 0,-1 0 0,1 0 0,-1 1 0,1 1 0,-1-1 0,1 1 0,-1 1 0,1 0 0,-12 4 0,15-4 0,0 1 0,0 0 0,0 0 0,1 0 0,-1 1 0,1 0 0,0 0 0,0 0 0,0 0 0,1 1 0,0 0 0,-1 0 0,2 0 0,-1 1 0,1-1 0,-1 1 0,2 0 0,-1 0 0,1 0 0,-3 8 0,1 6 0,1 0 0,1 0 0,1 0 0,0 0 0,4 30 0,-2-39 0,1 0 0,0-1 0,1 1 0,0-1 0,1 0 0,0 0 0,0 0 0,1 0 0,0-1 0,8 12 0,-1-6 0,-1-1 0,2 1 0,0-2 0,0 0 0,18 12 0,-22-18 0,1-1 0,0-1 0,0 0 0,0 0 0,0-1 0,1 0 0,0-1 0,0 0 0,0 0 0,17 0 0,-20-2 0,0-1 0,-1 0 0,1 0 0,-1-1 0,1 0 0,-1-1 0,11-3 0,-14 4 0,0-1 0,1 0 0,-1 0 0,0 0 0,0-1 0,0 1 0,-1-1 0,1 0 0,-1 0 0,1-1 0,-1 1 0,4-7 0,-4 5 0,0 0 0,0 0 0,-1 0 0,0-1 0,0 0 0,0 1 0,-1-1 0,0 0 0,0 1 0,0-1 0,-1 0 0,0 0 0,0 0 0,0 0 0,-1 1 0,-1-9 0,-4-9 0,0 1 0,-17-38 0,16 40 0,-11-21 0,-23-43 0,29 62 0,-1 1 0,-1 1 0,-27-30 0,40 49 6,0 0-1,0 0 1,0 0-1,0 0 0,0 0 1,0 0-1,-1 0 1,1 0-1,0 1 1,-1-1-1,1 0 1,0 1-1,-1-1 0,1 1 1,0-1-1,-1 1 1,1 0-1,-1 0 1,1 0-1,-1 0 1,-1 0-1,1 0-104,0 1 0,0 0 0,0 0 0,0-1 0,0 1 0,0 1 0,1-1 0,-1 0 0,0 0 0,1 1 0,-1-1 0,1 0 0,0 1 0,-2 2 0,-6 8-6727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24575,'-5'0'0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8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16 24575,'-2'0'0,"-17"-5"0,0 1 0,0 2 0,-31-2 0,45 4 0,0 0 0,-1 1 0,1-1 0,0 1 0,0 0 0,0 1 0,0-1 0,0 1 0,0 0 0,0 1 0,0-1 0,1 1 0,-1 0 0,1 0 0,0 0 0,0 0 0,0 1 0,-4 4 0,3-2 0,0 1 0,0-1 0,1 1 0,0 0 0,0 1 0,1-1 0,-4 11 0,6-16 0,0 1 0,1 0 0,-1 0 0,1 0 0,-1 0 0,1 0 0,0 0 0,0 0 0,0 0 0,1 0 0,-1 0 0,1 0 0,-1 0 0,1 0 0,0 0 0,0 0 0,1 0 0,-1-1 0,0 1 0,1 0 0,0-1 0,2 4 0,6 2 0,0 1 0,0-2 0,0 0 0,1 0 0,0-1 0,0 0 0,16 5 0,23 14 0,0 3 0,-1 3 0,46 37 0,-84-59 0,-3-4 0,-1 1 0,0 0 0,-1 1 0,1-1 0,5 9 0,-11-14 0,0 0 0,0 1 0,-1-1 0,1 0 0,0 1 0,-1-1 0,1 1 0,-1-1 0,1 1 0,-1-1 0,0 1 0,1-1 0,-1 1 0,0-1 0,0 1 0,0-1 0,0 1 0,0-1 0,-1 1 0,1-1 0,0 1 0,-1-1 0,1 1 0,-1-1 0,0 1 0,1-1 0,-1 0 0,0 1 0,0-1 0,0 0 0,0 1 0,0-1 0,0 0 0,0 0 0,0 0 0,-2 1 0,-2 1 0,0 0 0,0 0 0,0 0 0,-1-1 0,1 0 0,-1 0 0,1 0 0,-1-1 0,0 0 0,1 0 0,-1 0 0,-12-1 0,-3 0 0,0-1 0,-25-6 0,31 5 0,1-1 0,0 0 0,1-1 0,-23-10 0,32 13 0,1-1 0,0 0 0,-1 0 0,1-1 0,0 1 0,1 0 0,-1-1 0,0 0 0,1 0 0,-3-3 0,3 4 0,1 0 0,0 0 0,0-1 0,1 1 0,-1 0 0,0 0 0,1-1 0,-1 1 0,1 0 0,0-1 0,0 1 0,0 0 0,0-1 0,0 1 0,0 0 0,1-1 0,0-3 0,0 4 7,0 0-1,-1 1 0,1-1 0,0 1 1,0-1-1,0 1 0,0-1 1,0 1-1,0-1 0,0 1 1,0 0-1,1 0 0,-1-1 0,0 1 1,1 0-1,-1 0 0,1 0 1,1 0-1,1-1-218,0 1 0,0-1 0,0 1-1,0 1 1,0-1 0,7 0 0,2 0-6614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8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49 24575,'-2'-1'0,"-10"-9"0,-25-15 0,34 24 0,0-1 0,0 0 0,0 1 0,0 0 0,0 0 0,0 0 0,0 0 0,0 0 0,-1 1 0,1-1 0,0 1 0,-1 0 0,1 0 0,0 0 0,-6 1 0,7 0 0,0 0 0,0 0 0,0 1 0,-1-1 0,1 1 0,0-1 0,1 1 0,-1 0 0,0 0 0,0-1 0,1 1 0,-1 0 0,1 1 0,0-1 0,-1 0 0,1 0 0,0 1 0,0-1 0,1 0 0,-2 3 0,-1 6 0,1 0 0,0 0 0,-1 13 0,1-6 0,1-1 0,1 1 0,0 0 0,2 0 0,0-1 0,1 1 0,0-1 0,2 0 0,0 0 0,1 0 0,15 30 0,8 4 0,41 80 0,-58-105 0,-1 0 0,-2 1 0,9 33 0,-16-38 0,-1-17 0,-1-1 0,1 1 0,-1 0 0,1-1 0,3 7 0,-4-10 0,1 0 0,-1 0 0,1 1 0,0-1 0,0 0 0,0 0 0,0 0 0,0 0 0,0 0 0,0 0 0,0 0 0,0-1 0,0 1 0,0 0 0,0 0 0,1-1 0,-1 1 0,0-1 0,1 1 0,-1-1 0,0 0 0,2 1 0,18 1 0,0-1 0,0-1 0,33-4 0,-48 3 0,7 0 40,-1 0 0,25-7 0,-33 6-146,0 1 0,-1 0 0,1-1 0,0 0 0,-1 1 0,0-1-1,1-1 1,-1 1 0,0 0 0,0-1 0,0 0 0,0 0 0,4-5 0,-1-3-6720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24575,'1'4'0,"0"0"0,1-1 0,-1 1 0,1-1 0,0 0 0,0 1 0,0-1 0,0 0 0,1 0 0,2 3 0,-4-5 0,12 14 0,0-2 0,1 1 0,0-2 0,1 0 0,0-1 0,24 13 0,-37-23 0,0 0 0,0 0 0,0 0 0,0 0 0,0 0 0,0-1 0,0 1 0,1-1 0,-1 0 0,0 1 0,0-1 0,1 0 0,-1 0 0,0 0 0,0-1 0,0 1 0,1-1 0,-1 1 0,0-1 0,0 0 0,0 1 0,0-1 0,4-2 0,-4 1 0,0 0 0,1 0 0,-1 0 0,0 0 0,0 0 0,-1-1 0,1 1 0,0-1 0,-1 1 0,0-1 0,1 1 0,-1-1 0,0 0 0,0 1 0,0-1 0,-1 0 0,1-6 0,-1-27 0,-1 30 0,1 1 0,-1 0 0,1 0 0,1 0 0,-1-1 0,0 1 0,1 0 0,0 0 0,1 0 0,-1 0 0,3-6 0,-3 10 0,-1 0 0,1 1 0,0-1 0,-1 0 0,1 1 0,0-1 0,-1 1 0,1-1 0,0 0 0,0 1 0,-1 0 0,1-1 0,0 1 0,0-1 0,0 1 0,0 0 0,0 0 0,0 0 0,-1-1 0,1 1 0,0 0 0,0 0 0,0 0 0,0 0 0,0 0 0,0 1 0,0-1 0,0 0 0,0 0 0,-1 1 0,1-1 0,0 0 0,0 1 0,0-1 0,0 1 0,-1-1 0,2 1 0,4 3 0,-1 0 0,1 1 0,8 8 0,-10-10 0,158 141 0,-155-137-1365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25 24575,'-21'-5'0,"-9"-2"0,-2 0 0,1 2 0,4 4 0,4 2 0,3 4 0,3 0 0,1 3 0,3 0-8191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30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24575,'11'-12'0,"2"0"0,0 1 0,0 1 0,1 0 0,0 0 0,17-7 0,-27 15 0,1 0 0,-1 0 0,1 0 0,-1 1 0,1 0 0,-1 0 0,1 0 0,0 1 0,0-1 0,0 1 0,-1 0 0,1 0 0,0 1 0,0-1 0,-1 1 0,1 0 0,0 1 0,-1-1 0,1 1 0,-1 0 0,1 0 0,-1 0 0,0 1 0,0-1 0,0 1 0,4 4 0,-4-4 0,-1 1 0,1-1 0,-1 1 0,0-1 0,0 1 0,-1 0 0,1 0 0,-1 0 0,0 0 0,0 1 0,0-1 0,-1 0 0,0 1 0,0 0 0,0-1 0,0 1 0,0 0 0,-1-1 0,0 1 0,0 0 0,-1 7 0,-2 2 0,0-1 0,-1 0 0,-1-1 0,0 1 0,0-1 0,-10 16 0,3-8 0,-14 29 0,24-44 0,0 1 0,0 0 0,0-1 0,1 1 0,-1 0 0,0 11 0,2-15 0,0-1 0,0 0 0,0 0 0,1 0 0,-1 1 0,0-1 0,0 0 0,1 0 0,-1 0 0,1 0 0,-1 0 0,1 1 0,-1-1 0,1 0 0,0 0 0,-1-1 0,1 1 0,0 0 0,0 0 0,0 0 0,2 1 0,-1 0 0,0-1 0,1 0 0,-1 0 0,1 0 0,0 0 0,-1 0 0,1-1 0,0 1 0,3-1 0,4 1 0,0-1 0,-1-1 0,1 0 0,15-3 0,-16 2-151,0-1-1,0 0 0,0-1 0,-1 0 1,1 0-1,-1-1 0,0 0 1,9-8-1,-7 5-6674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24575,'27'-4'0,"1"1"0,-1 1 0,1 1 0,-1 1 0,40 6 0,-46-3 0,-1 2 0,0 0 0,0 1 0,0 0 0,-1 2 0,0 0 0,33 21 0,-40-21 0,-1 0 0,0 1 0,0 1 0,-1 0 0,0 0 0,-1 1 0,14 19 0,-21-26 0,0 0 0,0 1 0,-1-1 0,1 1 0,-1-1 0,0 1 0,0 0 0,0-1 0,0 7 0,-3 45 0,1-26 0,1-19 0,1 113 0,1-104 0,0 0 0,2 0 0,0 0 0,8 21 0,-6-23 0,1-1 0,1 0 0,1 0 0,0 0 0,1-1 0,0-1 0,2 0 0,0 0 0,0-1 0,2-1 0,16 14 0,-26-23 0,-1-2 0,0 0 0,-1 0 0,1 0 0,-1 0 0,3 5 0,-4-7 0,-1 1 0,0-1 0,0 1 0,1-1 0,-1 1 0,0-1 0,0 1 0,0-1 0,0 1 0,1 0 0,-1-1 0,0 1 0,0-1 0,0 1 0,0-1 0,0 1 0,-1-1 0,1 1 0,0-1 0,0 1 0,0-1 0,0 1 0,-1-1 0,1 1 0,0-1 0,0 1 0,-1-1 0,1 1 0,0-1 0,-1 0 0,1 1 0,0-1 0,-1 1 0,1-1 0,-1 0 0,1 1 0,-1-1 0,1 0 0,-1 0 0,1 1 0,-1-1 0,-10 5 0,0-1 0,0-1 0,0 0 0,-1 0 0,1-1 0,-16 1 0,2 0 0,-87 15-1365,80-12-5461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6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48 24575,'4'-17'0,"-4"13"0,1-1 0,0 1 0,1-1 0,2-7 0,-2 12 0,-1 4 0,0 6 0,-16 84 0,7-26 0,4-40 0,0 33 0,4 463 0,1-510 0,5 29 0,-4-34 0,-1 0 0,1 1 0,-2-1 0,1 0 0,-1 1 0,-1-1 0,-1 11 0,-4 20 0,2 1 0,1 0 0,5 59 0,-1-24 0,0-51 0,6 31 0,-3-31 0,0 30 0,-3-30 0,6 27 0,-4-27 0,1 28 0,-4-23 0,0 13 0,9 70 0,-4-63 0,-2 0 0,-4 60 0,0-32 0,1-50 0,-1 23 0,11 84 0,-8-118 0,0 0 0,-1 1 0,-1-1 0,-1 1 0,0-1 0,-5 22 0,1 1 0,2-1 0,3 77 0,2-43 0,-2 495 0,-1-553 0,0 0 0,-5 18 0,3-17 0,-2 26 0,5-26 0,1 120 0,2-120 0,1-1 0,0 0 0,1 0 0,1 0 0,8 15 0,-12-24-119,5 11 372,-11-12-565,-7-6-875,1-2-5639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8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24575,'17'-33'0,"-14"27"0,0-1 0,0 1 0,0 0 0,7-9 0,-10 15 0,0 0 0,0 0 0,0 0 0,0 0 0,1 0 0,-1-1 0,0 1 0,0 0 0,0 0 0,0 0 0,0 0 0,0 0 0,0 0 0,0 0 0,0 0 0,0 0 0,1 0 0,-1 0 0,0 0 0,0 0 0,0-1 0,0 1 0,0 0 0,0 0 0,0 0 0,1 0 0,-1 0 0,0 0 0,0 0 0,0 0 0,0 0 0,0 0 0,0 0 0,0 0 0,1 1 0,-1-1 0,0 0 0,0 0 0,0 0 0,0 0 0,0 0 0,0 0 0,0 0 0,0 0 0,1 0 0,-1 0 0,2 8 0,-1 8 0,-9 34 0,5-33 0,-3 28 0,-8 86 0,13-70 0,11 87 0,8 32 0,-11-111 0,5 103 0,-13 497 0,3-613 0,12 62 0,-7-62 0,1 60 0,-18 192 0,-11 40 0,21 225 0,1-550 0,7 36 0,-2-15 0,0-1 0,-1-10 0,0 40 0,-6-30 0,-1-28 0,2-1 0,0 1 0,0 0 0,5 23 0,2-20-1365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29 24575,'-2'-20'0,"0"12"0,1 8 0,1 0 0,0 0 0,0 0 0,0 0 0,0 0 0,0 0 0,-1 0 0,1 0 0,0 0 0,0 0 0,0 0 0,0 0 0,0 0 0,-1 0 0,1 0 0,0 0 0,0 0 0,0 0 0,0 0 0,0 0 0,0 0 0,-1 0 0,1 1 0,0-1 0,0 0 0,0 0 0,0 0 0,0 0 0,0 0 0,0 0 0,0 0 0,0 1 0,-1-1 0,1 0 0,0 0 0,0 0 0,0 0 0,0 0 0,0 0 0,0 1 0,0-1 0,0 0 0,0 0 0,0 0 0,0 0 0,0 1 0,-4 13 0,0 1 0,0-1 0,2 1 0,-2 23 0,0 203 0,5-142 0,-1 1157 0,32-852 0,-23-328 0,12 246 0,-22 586 0,2-890 0,2 0 0,0 0 0,1-1 0,12 33 0,-11-33 0,11 22 0,-11-28 0,0-1 0,5 19 0,-14-30-1365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2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24575,'1'0'0,"-1"-1"0,1 1 0,-1-1 0,1 1 0,0-1 0,-1 1 0,1-1 0,-1 1 0,1 0 0,0-1 0,0 1 0,-1 0 0,1-1 0,0 1 0,-1 0 0,1 0 0,0 0 0,0 0 0,-1 0 0,1 0 0,0 0 0,0 0 0,-1 0 0,2 0 0,-1 1 0,0-1 0,0 1 0,0-1 0,0 1 0,0 0 0,0-1 0,0 1 0,0 0 0,0 0 0,0 0 0,0 0 0,-1 0 0,2 1 0,0 2 0,0 1 0,0-1 0,0 0 0,-1 0 0,1 1 0,-1-1 0,1 5 0,4 38 0,-1-17 0,0 31 0,2 22 0,1 2 0,-18 285 0,2-185 0,1-24 0,0-24 0,-7 76 0,-2 49 0,16 1 0,1-117 0,1-87 0,12 66 0,1-5 0,-10-57 0,5 99 0,-10-131 0,8 229 0,24 8 0,-27-219 0,-3 1 0,-3 52 0,0-25 0,1-48-119,-2 64 372,1-78-628,-1 1 0,-1-1 1,-9 29-1,8-31-6451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29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40 24575,'-25'-36'0,"20"33"0,5 9 0,3 13 0,-3-17 0,32 176 0,-27-130 0,1 84 0,-6-180 0,-1 1 0,-17-94 0,16 130 0,-1-8 0,-2 0 0,-7-20 0,9 36 0,1 9 0,-1 16 0,2-14 0,-2 6 0,1 0 0,0 0 0,1 0 0,0 0 0,1 1 0,1-1 0,4 23 0,-4-35-195,-1 1 0,1 0 0,-1-1 0,0 1 0,0-1 0,0 5 0,-2 2-6631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29 24575,'1'19'0,"0"-1"0,1 1 0,1-1 0,1 0 0,1 0 0,9 25 0,-9-30 0,5 13 0,-1 0 0,-1 1 0,5 34 0,-12-61 0,-1 1 0,0 0 0,0-1 0,0 1 0,0-1 0,0 1 0,0 0 0,0-1 0,0 1 0,0-1 0,0 1 0,0 0 0,0-1 0,0 1 0,0-1 0,-1 1 0,1 0 0,0-1 0,-1 2 0,1-2 0,-1 0 0,1 0 0,-1 0 0,1 0 0,0-1 0,-1 1 0,1 0 0,0 0 0,-1 0 0,1 0 0,0 0 0,-1 0 0,1-1 0,0 1 0,-1 0 0,1 0 0,0-1 0,0 1 0,-1 0 0,1 0 0,0-1 0,-1 0 0,-14-21 0,3-3 0,1 0 0,1 0 0,2-1 0,-9-42 0,16 64 0,0-1 0,1 0 0,-1 0 0,1 0 0,0 0 0,1 0 0,-1 0 0,1 0 0,0 0 0,0 0 0,0 0 0,1 1 0,0-1 0,0 0 0,0 1 0,0-1 0,1 1 0,0 0 0,0 0 0,5-6 0,-4 6 0,1-1 0,0 1 0,0 0 0,1 0 0,-1 0 0,1 1 0,-1 0 0,1 0 0,0 0 0,0 1 0,0 0 0,1 0 0,-1 0 0,0 1 0,9-1 0,-10 2 0,-1 1 0,1-1 0,-1 1 0,0-1 0,0 1 0,1 1 0,-1-1 0,0 1 0,0-1 0,0 1 0,0 0 0,-1 1 0,1-1 0,-1 1 0,1-1 0,-1 1 0,5 6 0,2 0 0,-2 2 0,0-1 0,0 1 0,8 18 0,87 170 0,-100-192-1365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24575,'-3'0'0,"-3"0"0,-3 0 0,-3 2 0,-2 2 0,-1-1 0,0 2 0,-1 1 0,0-2 0,0-1 0,1-1 0,-1 0 0,1-2 0,2-2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0 24575,'-26'0'0,"-11"0"0,-1 0 0,2 0 0,5 0 0,3 0 0,3 0 0,4 0 0,2 3 0,3 0 0,3 0-8191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17 24575,'-33'-3'0,"-17"0"0,-2-1 0,2 2 0,8 0 0,8 1 0,7 0 0,5 1 0,5 0 0,2 0 0,1 0 0,0 0 0,3 0-8191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24575,'12'-10'0,"0"1"0,1 0 0,0 1 0,0 1 0,1 0 0,0 0 0,0 1 0,16-4 0,-22 8 0,1 0 0,0 1 0,-1 0 0,1 0 0,0 1 0,0 0 0,0 1 0,-1 0 0,1 0 0,0 1 0,-1 0 0,1 0 0,-1 1 0,1 0 0,10 6 0,-16-8 0,-1 1 0,0-1 0,0 0 0,0 1 0,0-1 0,0 1 0,0 0 0,0 0 0,0 0 0,-1 0 0,1 0 0,-1 0 0,0 0 0,1 0 0,-1 1 0,0-1 0,0 0 0,0 1 0,-1-1 0,1 1 0,0 3 0,-1-1 0,0-1 0,0 0 0,-1 1 0,1-1 0,-1 1 0,0-1 0,0 0 0,-1 0 0,1 1 0,-1-1 0,-4 6 0,-44 66 0,33-52 0,-27 51 0,30-43 0,13-29 0,0 0 0,0 0 0,1-1 0,-1 1 0,1 0 0,-1 0 0,1 0 0,0 0 0,0 4 0,0-6 0,1 0 0,-1 0 0,1 0 0,-1 0 0,1-1 0,-1 1 0,1 0 0,-1 0 0,1 0 0,0-1 0,-1 1 0,1 0 0,0-1 0,0 1 0,-1-1 0,1 1 0,0-1 0,0 1 0,0-1 0,0 0 0,0 1 0,-1-1 0,1 0 0,0 0 0,0 1 0,0-1 0,0 0 0,0 0 0,0 0 0,1 0 0,5-1 0,-1 1 0,1-1 0,9-3 0,-7 2 0,4 0 0,26-6 0,1 2 0,47-2 0,-70 8 60,32 3 0,-43-2-225,0 1 0,0-1 0,0 1 0,0 0 0,-1 0 0,1 0 0,-1 1 0,9 6 0,-4-2-6661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5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24575,'0'-3'0,"0"1"0,1 0 0,-1 0 0,1 0 0,-1 0 0,1 0 0,0 0 0,-1 0 0,1 0 0,0 0 0,2-2 0,-3 4 0,1 0 0,-1 0 0,0 0 0,0 0 0,0-1 0,0 1 0,0 0 0,1 0 0,-1 0 0,0 0 0,0 0 0,0 0 0,0 0 0,1 0 0,-1 0 0,0 0 0,0 0 0,0 0 0,1 0 0,-1 0 0,0 0 0,0 0 0,0 0 0,0 0 0,1 1 0,-1-1 0,0 0 0,0 0 0,0 0 0,0 0 0,0 0 0,1 0 0,-1 0 0,0 0 0,0 1 0,0-1 0,0 0 0,0 0 0,0 0 0,0 0 0,0 0 0,1 1 0,-1-1 0,5 9 0,-5-8 0,10 20 0,-1 0 0,7 30 0,10 23 0,-12-42 0,-1 0 0,22 36 0,-34-67 0,-1 1 0,1-1 0,0 1 0,1-1 0,-1 1 0,0-1 0,0 0 0,1 0 0,-1 1 0,0-1 0,1 0 0,-1-1 0,1 1 0,0 0 0,-1 0 0,1 0 0,0-1 0,-1 1 0,1-1 0,2 1 0,-1-1 0,0 0 0,-1 0 0,1-1 0,0 1 0,0-1 0,0 1 0,0-1 0,-1 0 0,1 0 0,0 0 0,3-3 0,3-1 0,1-2 0,-1 1 0,-1-1 0,1-1 0,8-10 0,-9 9 0,-1 0 0,0-1 0,-1 0 0,0 0 0,0 0 0,-1-1 0,5-13 0,-4 5 0,-1-1 0,-1 1 0,3-29 0,-6 55 0,0 0 0,0 0 0,0 0 0,1-1 0,0 1 0,4 8 0,-1-4-97,0 1-1,1-1 1,0 0-1,1 0 1,0-1-1,0 0 1,1 0-1,1-1 1,0 0-1,0 0 1,0-1-1,1 0 0,14 8 1,-10-9-6729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474 16 24575,'-399'-16'0,"396"16"0,-1 0 0,1 0 0,-1 1 0,0-1 0,1 1 0,-1 0 0,1 0 0,0 0 0,-1 0 0,1 1 0,0-1 0,0 1 0,-4 2 0,5-2 0,0 0 0,0 0 0,0 0 0,0 0 0,1 1 0,-1-1 0,1 1 0,-1-1 0,1 1 0,0-1 0,0 1 0,0 0 0,0 0 0,1-1 0,-1 1 0,0 5 0,1 0 0,0-1 0,0 1 0,1-1 0,0 1 0,0-1 0,0 0 0,1 1 0,0-1 0,1 0 0,5 10 0,4 7 0,26 36 0,-11-20 0,7 19 0,-3 1 0,-2 2 0,-3 0 0,-3 2 0,20 88 0,-39-124 0,-4-23 0,0 0 0,1 0 0,0 0 0,-1 0 0,2 0 0,-1 0 0,0-1 0,1 1 0,0-1 0,0 1 0,4 6 0,-4-10 0,1 1 0,-1-1 0,0 1 0,1-1 0,-1 0 0,1 0 0,-1 0 0,1 0 0,-1 0 0,1-1 0,0 1 0,-1-1 0,1 0 0,0 0 0,4 0 0,2 0 0,1-1 0,-1 0 0,11-2 0,-14 1-57,0 1 0,1-1 1,-1 0-1,0 0 0,0-1 0,0 0 0,-1 0 0,1-1 0,-1 1 0,1-1 0,-1 0 1,0-1-1,-1 1 0,1-1 0,-1 0 0,0 0 0,0 0 0,0-1 0,-1 1 1,0-1-1,0 0 0,0 0 0,2-7 0,-2 0-6769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24575,'-2'2'0,"1"0"0,0 0 0,-1 1 0,1-1 0,0 0 0,0 0 0,0 1 0,0-1 0,0 0 0,1 1 0,-1-1 0,1 1 0,-1-1 0,1 1 0,0-1 0,0 1 0,0-1 0,1 1 0,-1-1 0,0 1 0,1-1 0,0 1 0,0-1 0,-1 0 0,3 3 0,0 2 0,0 1 0,1-2 0,0 1 0,0 0 0,0-1 0,10 11 0,-9-12 0,0-1 0,1 1 0,-1-1 0,1 0 0,0 0 0,0-1 0,0 0 0,0 0 0,1 0 0,-1-1 0,1 1 0,-1-2 0,1 1 0,0-1 0,0 0 0,0 0 0,0-1 0,0 0 0,13-2 0,-17 2 0,0-1 0,-1 0 0,1 1 0,0-1 0,-1 0 0,1-1 0,0 1 0,-1 0 0,1-1 0,-1 0 0,0 1 0,0-1 0,1 0 0,-1 0 0,0 0 0,-1 0 0,1-1 0,0 1 0,1-4 0,3-4 0,-1-1 0,-1 0 0,6-17 0,-1-1 0,-8 28 0,-1 0 0,1 0 0,-1-1 0,1 1 0,-1 0 0,1 0 0,0 0 0,0 0 0,-1 0 0,1 0 0,0 0 0,0 0 0,0 0 0,0 0 0,0 1 0,0-1 0,0 0 0,0 1 0,1-1 0,-1 1 0,0-1 0,0 1 0,0-1 0,1 1 0,-1 0 0,0 0 0,1 0 0,-1-1 0,0 1 0,0 0 0,1 1 0,-1-1 0,0 0 0,1 0 0,-1 0 0,0 1 0,0-1 0,0 1 0,1-1 0,-1 1 0,1 0 0,7 4 0,-1 0 0,0 0 0,0 1 0,10 9 0,-9-7 0,42 40 0,-36-33 0,0-1 0,31 22 0,-37-31-1365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422 0 24575,'-33'0'0,"-17"0"0,-5 0 0,5 0 0,5 0 0,5 0 0,7 0 0,4 0 0,5 0 0,0 0 0,2 0 0,5 0-8191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24575,'-1'0'0,"0"1"0,1-1 0,-1 0 0,0 0 0,0 1 0,0-1 0,1 0 0,-1 1 0,0-1 0,1 1 0,-1-1 0,0 1 0,1-1 0,-1 1 0,1 0 0,-1-1 0,1 1 0,-1-1 0,1 1 0,-1 0 0,1 0 0,0-1 0,-1 1 0,1 0 0,0 0 0,0-1 0,0 1 0,0 0 0,-1 0 0,1 0 0,0 0 0,0-1 0,0 1 0,1 1 0,1 30 0,4-2 0,16 49 0,-12-49 0,24 82 0,-34-111 0,0 0 0,1 1 0,-1-1 0,1 0 0,-1 0 0,1 1 0,0-1 0,-1 0 0,1 0 0,0 0 0,0 0 0,0 0 0,0 0 0,0 0 0,0 0 0,0 0 0,0 0 0,0-1 0,0 1 0,0 0 0,1-1 0,-1 1 0,0-1 0,0 1 0,1-1 0,-1 1 0,0-1 0,1 0 0,-1 0 0,0 0 0,2 0 0,5 0 0,-1-1 0,0 0 0,1-1 0,12-3 0,-3 0 0,76-11 0,-67 14 0,-1-2 0,0-1 0,42-14 0,-65 18-136,0 0-1,1 0 1,-1 0-1,0 0 1,0 0-1,0-1 1,0 1-1,0 0 0,1-3 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7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24575,'0'11'0,"0"5"0,0 3 0,2 4 0,2 0 0,2-2 0,0 0 0,1 0 0,1-1 0,0 0 0,-1-2 0,2-2 0,-2 1 0,1-5 0,0 0 0,0-3 0,-1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8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24575,'146'-18'0,"-119"17"0,-1 0 0,0 2 0,41 7 0,-57-6 0,-1 0 0,0 0 0,0 1 0,0 0 0,0 1 0,-1 0 0,17 9 0,-22-10 0,1 0 0,0 0 0,-1 1 0,0-1 0,0 1 0,0-1 0,0 1 0,0 0 0,-1 0 0,0 0 0,0 0 0,0 1 0,0-1 0,-1 1 0,1-1 0,-1 1 0,1 7 0,1 23 0,-2 37 0,-2-51 0,1 1 0,1-1 0,0 1 0,2-1 0,11 41 0,139 334 0,-153-395 0,1 0 0,-1 1 0,1-1 0,-1 0 0,1 0 0,-1 1 0,0-1 0,1 0 0,-1 1 0,0-1 0,0 1 0,0-1 0,0 0 0,0 1 0,0-1 0,-1 0 0,1 1 0,0-1 0,-1 0 0,1 1 0,-1-1 0,1 0 0,-1 0 0,0 1 0,0-1 0,1 0 0,-1 0 0,0 0 0,0 0 0,0 0 0,0 0 0,0 0 0,0 0 0,0-1 0,-1 1 0,1 0 0,0-1 0,0 1 0,-1-1 0,-1 2 0,-7 1 0,0-1 0,0 0 0,0 0 0,-16 1 0,11-2 0,-8 2-119,-9 0-504,-56 14 0,71-12-6203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1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85 24575,'-5'6'0,"0"1"0,1-1 0,0 1 0,1 0 0,-5 10 0,7-15 0,1 1 0,-1 0 0,0 0 0,1-1 0,0 1 0,0 0 0,-1 0 0,2 0 0,-1 0 0,0-1 0,0 1 0,1 0 0,0 0 0,-1-1 0,1 1 0,0 0 0,3 4 0,2 3 0,1-1 0,0 0 0,1 0 0,0 0 0,0-1 0,1 0 0,0-1 0,0 0 0,19 10 0,-9-6 0,2-1 0,0-1 0,0-1 0,25 6 0,-37-11 0,1 0 0,1-1 0,-1-1 0,0 0 0,0 0 0,21-2 0,-29 0 0,1 1 0,0 0 0,-1-1 0,1 0 0,0 0 0,-1 0 0,1 0 0,-1 0 0,1 0 0,-1-1 0,0 1 0,1-1 0,-1 1 0,0-1 0,0 0 0,0 0 0,-1 0 0,1 0 0,0 0 0,-1-1 0,1 1 0,-1 0 0,0-1 0,1 1 0,-1-1 0,-1 1 0,1-1 0,0 0 0,-1 1 0,1-6 0,-1-33 0,0 34 0,-1 0 0,1 0 0,0 0 0,1 0 0,1-8 0,-2 15 0,0 0 0,0 0 0,0-1 0,0 1 0,0 0 0,0-1 0,1 1 0,-1 0 0,0-1 0,0 1 0,0 0 0,0 0 0,0-1 0,1 1 0,-1 0 0,0 0 0,0-1 0,1 1 0,-1 0 0,0 0 0,0 0 0,1 0 0,-1-1 0,0 1 0,1 0 0,-1 0 0,0 0 0,0 0 0,1 0 0,-1 0 0,0 0 0,1 0 0,-1 0 0,0 0 0,1 0 0,-1 0 0,0 0 0,1 0 0,-1 0 0,0 0 0,1 0 0,-1 0 0,0 0 0,0 0 0,1 0 0,-1 1 0,1-1 0,14 11 0,-11-7 0,14 10 0,0-1 0,1-1 0,0-1 0,0-1 0,1 0 0,1-1 0,0-1 0,0-2 0,29 7 0,-46-13 0,0 1 0,1-1 0,-1 1 0,0-1 0,1-1 0,-1 1 0,0-1 0,1 1 0,-1-1 0,0 0 0,0-1 0,0 1 0,0-1 0,0 0 0,0 0 0,0 0 0,-1 0 0,1-1 0,-1 1 0,1-1 0,-1 0 0,0 0 0,0 0 0,0 0 0,-1-1 0,1 1 0,-1-1 0,0 0 0,0 0 0,0 0 0,0 0 0,-1 0 0,1 0 0,-1 0 0,0 0 0,0-8 0,-1 7 0,0-1 0,-1 0 0,1 0 0,-1 1 0,-1-1 0,1 1 0,-1-1 0,0 1 0,0 0 0,-1 0 0,0 0 0,1 0 0,-2 0 0,1 0 0,-7-7 0,-3-2 0,-1 0 0,-1 1 0,-19-14 0,-41-22-1365,56 39-5461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1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24575,'29'86'0,"3"-1"0,45 80 0,-71-152 0,1-1 0,1-1 0,0 1 0,1-1 0,0-1 0,1 0 0,0 0 0,1-1 0,0 0 0,0 0 0,1-1 0,0-1 0,15 7 0,-23-12 0,0-1 0,0 0 0,0 0 0,1 0 0,-1 0 0,0 0 0,1-1 0,-1 0 0,0 0 0,8-1 0,-9 0 0,-1 1 0,1-1 0,-1 0 0,1 0 0,-1 0 0,0 0 0,0 0 0,0 0 0,0-1 0,0 1 0,0-1 0,0 1 0,0-1 0,0 0 0,0 0 0,-1 0 0,1 0 0,-1 0 0,3-4 0,1-8 0,-3 10 0,-1 0 0,1 0 0,0 0 0,5-7 0,-7 10 0,1 1 0,-1-1 0,1 0 0,0 1 0,0-1 0,-1 0 0,1 1 0,0-1 0,0 1 0,0-1 0,0 1 0,0-1 0,0 1 0,0 0 0,0-1 0,0 1 0,0 0 0,0 0 0,0 0 0,0-1 0,0 1 0,0 0 0,0 1 0,0-1 0,1 0 0,11 4 0,0 0 0,-1 1 0,20 10 0,-17-7 0,23 8 0,-10-8 0,0 0 0,0-2 0,35 3 0,-45-8 0,-1 0 0,0-2 0,1 1 0,-1-2 0,0 0 0,27-8 0,-38 8 0,0 0 0,0 0 0,-1 0 0,1-1 0,-1 0 0,10-7 0,-14 9 0,0 0 0,0 0 0,1 0 0,-2 0 0,1 0 0,0 0 0,0 0 0,0 0 0,0 0 0,-1-1 0,1 1 0,-1 0 0,1-1 0,-1 1 0,1 0 0,-1-1 0,0 1 0,1-1 0,-1 1 0,0-1 0,0 1 0,0 0 0,0-1 0,-1 1 0,1-1 0,0 1 0,0 0 0,-1-1 0,1 1 0,-1 0 0,1-1 0,-1 1 0,0 0 0,-1-3 0,-2 0 0,1-1 0,-1 1 0,0-1 0,-1 1 0,1 0 0,-1 1 0,0-1 0,0 1 0,0 0 0,-7-3 0,1 1 0,0 0 0,0 1 0,0 1 0,-16-3 0,25 5 0,0 1 0,0-1 0,1 1 0,-1 0 0,0 0 0,0 0 0,0 0 0,0 0 0,1 0 0,-1 1 0,0-1 0,0 1 0,1-1 0,-1 1 0,0 0 0,1-1 0,-1 1 0,-2 2 0,2-1 0,1-1 0,0 1 0,0 0 0,-1-1 0,1 1 0,0 0 0,1 0 0,-1 0 0,0 0 0,1 0 0,-1 0 0,1 0 0,-1 0 0,1 0 0,0 0 0,0 3 0,-1 0 0,1 0 0,0 0 0,0 0 0,1-1 0,0 1 0,-1 0 0,1 0 0,1-1 0,-1 1 0,1 0 0,0-1 0,0 1 0,0-1 0,0 0 0,1 0 0,0 0 0,0 0 0,0 0 0,0-1 0,1 1 0,-1-1 0,1 0 0,0 0 0,0 0 0,0 0 0,6 2 0,9 5 0,0-1 0,1-1 0,0-1 0,0-1 0,0 0 0,1-2 0,39 4 0,-25-6 0,-1-1 0,1-2 0,0-2 0,34-6 0,-57 6 0,0 0 0,-1 0 0,1-1 0,-1-1 0,0 0 0,-1 0 0,1-1 0,-1 0 0,0-1 0,0 0 0,-1-1 0,0 0 0,0 0 0,13-17 0,-17 17 0,-1 0 0,1 0 0,-2 0 0,1-1 0,-1 0 0,0 1 0,-1-1 0,0 0 0,0 0 0,-1 0 0,0 0 0,-1 0 0,0-1 0,-1-9 0,-2 13-1365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2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156 292 24575,'6'-17'0,"0"0"0,-2 0 0,0-1 0,0 0 0,-2 0 0,1-28 0,-3 40 0,0 0 0,-1 0 0,1 1 0,-1-1 0,-1 0 0,1 1 0,-1-1 0,0 1 0,0-1 0,0 1 0,-1 0 0,0 0 0,0 0 0,0 0 0,-1 1 0,0-1 0,0 1 0,0 0 0,0 0 0,0 0 0,-1 0 0,0 1 0,0 0 0,-5-3 0,4 3 0,0 1 0,0-1 0,-1 1 0,1 0 0,-1 1 0,1-1 0,-10 0 0,15 2 0,-1 0 0,0 0 0,0 0 0,0 0 0,0 0 0,0 1 0,1-1 0,-1 0 0,0 1 0,0-1 0,1 1 0,-1 0 0,0 0 0,1-1 0,-1 1 0,0 0 0,1 1 0,-1-1 0,1 0 0,0 0 0,-1 0 0,1 1 0,0-1 0,0 1 0,0-1 0,0 1 0,0 0 0,0-1 0,0 1 0,0 3 0,-1 2 0,1 0 0,0 0 0,0 1 0,1-1 0,0 0 0,0 0 0,1 1 0,0-1 0,0 0 0,1 0 0,0 0 0,0 0 0,0 0 0,1-1 0,0 1 0,1 0 0,-1-1 0,7 8 0,0 0 0,0-1 0,1-1 0,1 0 0,0 0 0,0-1 0,1 0 0,15 8 0,-13-10 0,1 0 0,0-1 0,1-1 0,0 0 0,0-1 0,1-1 0,-1-1 0,1 0 0,0-2 0,0 0 0,0-1 0,30-1 0,-41-1 24,-1 0 0,0 0 0,1 0 0,9-4 0,-14 4-138,1 0 0,-1 0-1,1-1 1,-1 1 0,1 0 0,-1-1-1,0 0 1,0 0 0,0 0 0,0 0-1,0 0 1,3-4 0,1-5-6712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3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356 549 24575,'-26'-7'0,"-53"-13"0,-111-14 0,185 34 0,0-1 0,-1 1 0,1 0 0,0 0 0,-9 2 0,13-2 0,0 0 0,0 1 0,0-1 0,0 0 0,0 1 0,0-1 0,0 1 0,0-1 0,0 1 0,1 0 0,-1-1 0,0 1 0,0 0 0,0 0 0,1-1 0,-1 1 0,0 0 0,1 0 0,-1 0 0,1 0 0,-1 0 0,1 0 0,-1 0 0,1 0 0,0 0 0,-1 0 0,1 0 0,0 0 0,0 0 0,0 0 0,0 1 0,0-1 0,0 1 0,0 2 0,1 1 0,0-1 0,0 0 0,0 1 0,1-1 0,0 0 0,-1 0 0,1 0 0,1 0 0,-1 0 0,0-1 0,1 1 0,0-1 0,0 1 0,0-1 0,0 0 0,1 0 0,3 3 0,9 5 0,0-1 0,31 16 0,-47-26 0,13 6 0,1 0 0,-1 0 0,1-2 0,0 0 0,23 4 0,-32-7 0,1-1 0,0 0 0,0 0 0,-1 0 0,1 0 0,0-1 0,8-2 0,-10 2 0,-1-1 0,0 1 0,0 0 0,0-1 0,0 0 0,0 0 0,0 0 0,-1 0 0,1 0 0,0 0 0,-1-1 0,0 1 0,4-6 0,-3 4 0,-1 0 0,0-1 0,0 0 0,0 1 0,-1-1 0,0 0 0,1 0 0,-2 0 0,1 1 0,-1-1 0,1 0 0,-1 0 0,0 0 0,-1 0 0,-1-9 0,-2-3 0,0 1 0,-2-1 0,-8-19 0,-12-17 0,-2 1 0,-38-53 0,-1 0 0,-12-37 0,73 133 0,6 9 0,0 0 0,0 0 0,0 0 0,0 0 0,0 0 0,0 0 0,-1 0 0,1 0 0,0 0 0,0 0 0,0 0 0,0 0 0,0 0 0,0 0 0,0 0 0,0 0 0,0 0 0,0 0 0,0 0 0,0 0 0,-1 0 0,1 0 0,0 0 0,0 0 0,0 0 0,0 0 0,0 0 0,0 1 0,0-1 0,0 0 0,0 0 0,0 0 0,0 0 0,0 0 0,0 0 0,0 0 0,0 0 0,0 0 0,0 0 0,0 0 0,0 0 0,0 1 0,0-1 0,0 0 0,0 0 0,0 0 0,0 0 0,0 0 0,0 0 0,0 0 0,0 0 0,0 0 0,0 0 0,0 0 0,0 1 0,5 20 0,9 22 0,2 0 0,1-1 0,35 59 0,44 47 0,-77-123 0,1 0 0,2-1 0,34 30 0,-52-51-273,-1 0 0,1-1 0,-1 1 0,7 2 0,0-1-6553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63 24575,'15'-2'0,"1"0"0,-1 1 0,0 1 0,1 1 0,16 2 0,-27-2 0,1 0 0,0 1 0,0 0 0,0 0 0,-1 0 0,1 1 0,-1 0 0,0 0 0,0 0 0,0 1 0,0 0 0,-1 0 0,1 0 0,-1 0 0,7 10 0,-5-5 0,0-1 0,-1 1 0,0 0 0,-1 1 0,0-1 0,0 1 0,-1 0 0,-1 0 0,1 0 0,-1 0 0,0 15 0,-2-24 0,0 1 0,0 0 0,0 0 0,-1-1 0,1 1 0,-1 0 0,1-1 0,-1 1 0,1 0 0,-1-1 0,0 1 0,0-1 0,0 1 0,0-1 0,0 0 0,0 1 0,-2 2 0,0-3 0,1 1 0,0-1 0,0 0 0,-1 1 0,1-1 0,-1 0 0,1 0 0,-1-1 0,0 1 0,-3 0 0,-4 0 0,1 0 0,-1-1 0,1-1 0,-1 1 0,-13-4 0,3 0 0,-1-1 0,1-1 0,1-1 0,-1 0 0,1-2 0,-33-20 0,49 27 0,0 0 0,0-1 0,0 1 0,1-1 0,-1 0 0,1 0 0,0 0 0,0 0 0,0-1 0,0 1 0,1 0 0,-1-1 0,1 1 0,-2-7 0,3 9 0,0-1 0,-1 1 0,1-1 0,0 1 0,0-1 0,0 1 0,0-1 0,0 0 0,1 1 0,-1-1 0,0 1 0,1-1 0,-1 1 0,1-1 0,0 1 0,-1 0 0,1-1 0,0 1 0,0 0 0,0-1 0,0 1 0,0 0 0,0 0 0,0 0 0,0 0 0,0 0 0,1 0 0,-1 0 0,0 0 0,1 0 0,-1 1 0,1-1 0,-1 1 0,0-1 0,1 1 0,3-1 0,-1 0 0,1 0 0,-1 1 0,1 0 0,-1 0 0,1 0 0,-1 0 0,1 1 0,0 0 0,-1 0 0,5 2 0,10 3 0,19 10 0,-7-2 0,14 3 0,72 25 0,-55-30 0,-32-8 0,-24-3 0,1 0 0,-1-1 0,0 0 0,1 0 0,-1-1 0,0 1 0,1-2 0,-1 1 0,0 0 0,0-1 0,0-1 0,0 1 0,-1-1 0,1 1 0,-1-2 0,1 1 0,-1-1 0,0 1 0,0-2 0,0 1 0,-1 0 0,0-1 0,0 0 0,0 0 0,0 0 0,-1 0 0,1-1 0,-2 1 0,1-1 0,0 0 0,-1 0 0,0 0 0,1-8 0,-2 9 0,-1-1 0,0 1 0,0-1 0,0 1 0,-1-1 0,0 1 0,0 0 0,0-1 0,0 1 0,-1 0 0,0 0 0,0 0 0,-6-9 0,6 11 0,0 0 0,0 0 0,0 1 0,-1-1 0,1 0 0,-1 1 0,0-1 0,0 1 0,0 0 0,0 0 0,0 0 0,0 1 0,-1-1 0,1 1 0,0-1 0,-1 1 0,1 0 0,-1 1 0,0-1 0,1 0 0,-6 1 0,8 0 0,-1 0 0,1 0 0,0 0 0,0 0 0,-1 0 0,1 1 0,0-1 0,0 1 0,-1-1 0,1 1 0,0-1 0,0 1 0,0-1 0,0 1 0,0 0 0,-1 0 0,1-1 0,1 1 0,-1 0 0,0 0 0,-1 2 0,0-1 0,1 1 0,0-1 0,0 1 0,0-1 0,0 1 0,0-1 0,1 1 0,-1 0 0,1-1 0,0 4 0,-1 0 0,2 1 0,-1-1 0,0 0 0,1 0 0,1 1 0,-1-1 0,1 0 0,4 10 0,-1-7 0,1 1 0,0-1 0,1-1 0,0 1 0,1-1 0,0-1 0,0 1 0,15 10 0,-10-9 0,1-1 0,0 0 0,0 0 0,1-2 0,21 8 0,-20-10 30,0 0 0,0-1 0,32 1 0,-39-4-195,1 0 0,-1 0 0,1-1 0,-1-1 0,1 1 0,-1-2 0,0 1 0,10-5 0,-6 1-6661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24575,'-4'5'0,"-1"0"0,2 1 0,-1 0 0,1 0 0,-1 0 0,2 0 0,-1 1 0,1-1 0,0 1 0,-2 10 0,3-12 0,1 1 0,0 0 0,0 0 0,1 0 0,0-1 0,0 1 0,0 0 0,0 0 0,1-1 0,0 1 0,0-1 0,6 9 0,1 2 0,2 0 0,0-1 0,15 14 0,14 21 0,-39-49 0,0 0 0,-1-1 0,1 1 0,0 0 0,-1 0 0,1 0 0,-1 0 0,1 0 0,-1 0 0,0 0 0,1 0 0,-1 0 0,0 0 0,0 0 0,0 0 0,0 0 0,0 0 0,0 0 0,0 0 0,0 2 0,-1-2 0,1 0 0,-1 0 0,1-1 0,-1 1 0,1 0 0,-1-1 0,0 1 0,0 0 0,1-1 0,-1 1 0,0-1 0,0 1 0,1-1 0,-1 0 0,0 1 0,0-1 0,0 0 0,-1 1 0,-7 1 0,1-1 0,0-1 0,0 1 0,-11-2 0,10 1 0,-239-2-1365,222 2-5461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24575,'3'5'0,"3"5"0,3 2 0,3 0 0,-1-2-8191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31 24575,'-3'-11'0,"0"0"0,0 4 0,0 6 0,1 5 0,1 5 0,0 4 0,1 1 0,0 2 0,0 1 0,0-4-8191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24575,'34'38'0,"-2"1"0,-2 2 0,-2 1 0,-2 1 0,-1 2 0,-3 0 0,-1 1 0,19 65 0,13 62 0,-53-172 0,0 0 0,1 0 0,-1 0 0,0 0 0,1 0 0,-1 0 0,1 0 0,-1 0 0,1 0 0,-1 0 0,1 0 0,0-1 0,-1 1 0,3 1 0,-3-2 0,0 0 0,0 0 0,1 0 0,-1 0 0,0 0 0,1 0 0,-1 0 0,0 0 0,1 0 0,-1 0 0,0 0 0,0 0 0,1-1 0,-1 1 0,0 0 0,0 0 0,1 0 0,-1 0 0,0-1 0,0 1 0,0 0 0,1 0 0,-1-1 0,0 1 0,0 0 0,0 0 0,0-1 0,1 1 0,-1 0 0,0 0 0,0-1 0,10-32 0,-10 30 0,5-16 0,-2 0 0,0 0 0,0-24 0,-3 39 0,0-1 0,0 0 0,-1 0 0,1 1 0,-1-1 0,0 1 0,0-1 0,-1 0 0,1 1 0,-1 0 0,0-1 0,0 1 0,0 0 0,-1 0 0,0 0 0,1 0 0,-1 1 0,-1-1 0,-3-2 0,4 3 0,0 1 0,0 1 0,-1-1 0,1 0 0,-1 1 0,0 0 0,1 0 0,-1 0 0,0 0 0,1 1 0,-1-1 0,0 1 0,-5 0 0,-6 1 0,0 1 0,-15 3 0,14-2 0,-71 12-1365,63-11-5461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24575,'5'33'0,"5"20"0,2 5 0,3-2 0,1-2 0,2-6 0,2-6 0,2-1 0,0-4 0,1-2 0,0-5 0,1-2 0,-1-3 0,-2-7 0,-5-5-8191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32 24575,'-31'-2'0,"-16"-2"0,-4 1 0,-2 0 0,3-1 0,3-1 0,3 1 0,7 1 0,5 2 0,5 0 0,2 0 0,3 1 0,2 0 0,2 0 0,4 0-8191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6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24575,'-1'3'0,"0"1"0,0 0 0,0-1 0,0 1 0,0 0 0,1-1 0,0 1 0,-1 0 0,1 0 0,1-1 0,-1 1 0,0 0 0,1 0 0,0-1 0,0 1 0,0 0 0,1-1 0,-1 1 0,1-1 0,-1 0 0,1 1 0,0-1 0,1 0 0,-1 0 0,4 3 0,-2 0 0,1-1 0,1 0 0,-1 0 0,1-1 0,-1 1 0,1-1 0,0 0 0,1-1 0,-1 0 0,1 0 0,0 0 0,11 3 0,-12-5 0,0 0 0,0 0 0,1-1 0,-1 0 0,0 0 0,0 0 0,1-1 0,-1 1 0,0-2 0,0 1 0,0-1 0,6-2 0,-9 3 0,1-1 0,-1 0 0,0 0 0,0 0 0,0-1 0,0 1 0,0-1 0,0 0 0,-1 1 0,0-1 0,1 0 0,-1-1 0,0 1 0,0 0 0,-1 0 0,1-1 0,-1 1 0,1-1 0,-1 0 0,1-6 0,-1 4 0,-1 4 0,1 0 0,-1 0 0,0 0 0,1 0 0,0 1 0,-1-1 0,1 0 0,1-2 0,-2 4 0,0 0 0,0 0 0,1-1 0,-1 1 0,0 0 0,0 0 0,0 0 0,1 0 0,-1 0 0,0 0 0,0-1 0,0 1 0,1 0 0,-1 0 0,0 0 0,0 0 0,0 0 0,1 0 0,-1 0 0,0 0 0,0 0 0,1 0 0,-1 0 0,0 0 0,0 0 0,1 0 0,-1 1 0,10 6 0,42 63 0,-7-10 0,-43-58-195,1 1 0,-1-1 0,0 0 0,1 0 0,0 0 0,3 2 0,5 1-6631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6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202 330 24575,'0'1'0,"0"-1"0,0 0 0,0 0 0,0 0 0,0 0 0,0 0 0,0 0 0,0 0 0,0 0 0,0 0 0,0 0 0,0 1 0,0-1 0,0 0 0,0 0 0,0 0 0,0 0 0,0 0 0,0 0 0,0 0 0,0 0 0,-1 0 0,1 0 0,0 0 0,0 1 0,0-1 0,0 0 0,0 0 0,0 0 0,0 0 0,0 0 0,0 0 0,0 0 0,0 0 0,0 0 0,-1 0 0,1 0 0,0 0 0,0 0 0,0 0 0,0 0 0,0 0 0,0 0 0,0 0 0,0 0 0,0 0 0,-1 0 0,1 0 0,0 0 0,0 0 0,0 0 0,0 0 0,0 0 0,-7-5 0,-7-8 0,13 12 0,-90-105 0,76 86 0,1-2 0,1 0 0,-16-33 0,26 47 0,0 0 0,1 0 0,-3-12 0,5 18 0,-1 0 0,1 0 0,0 0 0,-1 0 0,1 0 0,0 0 0,0 0 0,1 0 0,-1 0 0,0 1 0,1-1 0,-1 0 0,1 0 0,-1 0 0,1 0 0,0 1 0,0-1 0,0 0 0,0 1 0,2-3 0,-2 3-52,0 1-1,0-1 1,0 1-1,0-1 1,0 1-1,0 0 1,0 0-1,0-1 1,0 1-1,0 0 1,0 0-1,0 0 1,0 0-1,0 0 1,0 0-1,0 1 1,0-1-1,0 0 1,0 0-1,0 1 1,0-1-1,0 1 1,0-1-1,0 1 0,1 0 1,8 5-6774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7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24575,'20'23'0,"-17"-19"0,1 1 0,0 0 0,0-1 0,0 1 0,1-1 0,0 0 0,0-1 0,0 1 0,0-1 0,9 5 0,-13-8 0,0 0 0,0 0 0,0 0 0,0 0 0,0 0 0,0 0 0,0 0 0,0 0 0,0 0 0,0 0 0,0-1 0,0 1 0,0 0 0,0-1 0,0 1 0,0-1 0,0 1 0,0-1 0,0 1 0,0-1 0,-1 1 0,1-1 0,0 0 0,0 0 0,-1 1 0,1-1 0,0 0 0,-1 0 0,1 0 0,-1 0 0,1 0 0,0-1 0,2-5 0,-1 0 0,1-1 0,2-11 0,-2 6 0,0 2 0,-2 6 0,0 0 0,1 0 0,0 0 0,0 0 0,2-5 0,-3 9 0,-1 0 0,1 1 0,0-1 0,-1 0 0,1 0 0,-1 1 0,1-1 0,0 0 0,0 1 0,-1-1 0,1 1 0,0-1 0,0 1 0,0-1 0,0 1 0,-1 0 0,1-1 0,0 1 0,0 0 0,0 0 0,0 0 0,0 0 0,0 0 0,0 0 0,0 0 0,0 0 0,0 0 0,0 0 0,0 0 0,-1 0 0,1 1 0,0-1 0,2 1 0,3 2 0,0 0 0,0 1 0,0 0 0,0 0 0,-1 0 0,6 6 0,30 33 0,-31-32 0,14 15-682,44 34-1,-59-53-6143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51 24575,'0'8'0,"-1"-1"0,0 1 0,0-1 0,0 1 0,-1-1 0,0 1 0,-3 6 0,4-11 0,0-1 0,0 1 0,0-1 0,-1 1 0,1-1 0,-1 0 0,1 0 0,-1 0 0,0 0 0,0 0 0,0 0 0,0 0 0,0-1 0,0 1 0,-1-1 0,1 1 0,0-1 0,-1 0 0,1 0 0,-1 0 0,0 0 0,-3 0 0,-3 0 0,0-1 0,0 0 0,0 0 0,0-1 0,1 0 0,-1-1 0,0 0 0,1 0 0,-1-1 0,-9-4 0,1-1 0,0-1 0,0-1 0,-25-18 0,38 25 0,1 0 0,-1 0 0,0-1 0,1 1 0,0-1 0,0 0 0,0 0 0,-3-6 0,6 9 0,-1 0 0,1 0 0,-1 0 0,1 0 0,0 0 0,-1 0 0,1 0 0,0 0 0,0 0 0,0 0 0,0-1 0,0 1 0,0 0 0,0 0 0,0 0 0,0 0 0,0 0 0,1 0 0,-1 0 0,1 0 0,-1 0 0,0-1 0,1 1 0,0 1 0,-1-1 0,1 0 0,-1 0 0,1 0 0,0 0 0,0 0 0,0 1 0,-1-1 0,1 0 0,0 1 0,0-1 0,0 0 0,0 1 0,0-1 0,0 1 0,2-1 0,4-1 0,-1 0 0,1 0 0,-1 1 0,1 0 0,0 0 0,-1 0 0,1 1 0,8 0 0,54 9 0,-68-9 0,41 10-1365,-25-5-5461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8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24575,'76'137'0,"-75"-136"0,0 1 0,0-1 0,0 0 0,0 0 0,0 1 0,0-1 0,0 0 0,0 0 0,0 0 0,1 0 0,-1-1 0,0 1 0,1 0 0,-1 0 0,0-1 0,1 1 0,-1-1 0,1 1 0,-1-1 0,3 1 0,-2-2 0,-1 1 0,0 0 0,1 0 0,-1-1 0,0 1 0,1-1 0,-1 1 0,0-1 0,1 0 0,-1 1 0,0-1 0,0 0 0,0 0 0,0 0 0,0 0 0,0 0 0,0 0 0,0 0 0,0 0 0,0 0 0,-1-1 0,2-1 0,17-42 0,-15 35 0,0 1 0,0-1 0,0 1 0,1 0 0,6-9 0,-9 16 0,1-1 0,-1 1 0,0 0 0,1 0 0,-1 0 0,1 0 0,-1 0 0,1 1 0,0-1 0,0 1 0,0-1 0,0 1 0,0 0 0,0 0 0,0 1 0,0-1 0,0 1 0,0-1 0,0 1 0,6 0 0,3 1 0,0 1 0,0 0 0,0 1 0,0 0 0,0 0 0,14 8 0,68 36 0,-60-28 0,-17-10-115,56 33 364,-66-37-416,-1-1 1,0 1-1,-1 0 1,1 0-1,-1 1 1,0 0-1,0 0 1,6 10-1,-5-3-6659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9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24575,'57'-75'0,"-48"64"0,1 1 0,1 0 0,0 0 0,17-11 0,-25 19 0,-1 0 0,1 1 0,1-1 0,-1 1 0,0 0 0,0-1 0,0 1 0,1 1 0,-1-1 0,0 0 0,1 1 0,-1 0 0,0 0 0,1 0 0,-1 0 0,4 1 0,-5-1 0,1 1 0,-1 0 0,0 0 0,0 0 0,0 0 0,0 0 0,0 0 0,0 1 0,0-1 0,0 1 0,0 0 0,0-1 0,-1 1 0,1 0 0,-1 0 0,1 0 0,-1 0 0,0 0 0,0 0 0,0 0 0,0 0 0,0 1 0,0 2 0,1 1 0,0 0 0,-1 1 0,0-1 0,0 1 0,-1-1 0,0 1 0,0-1 0,0 1 0,-1-1 0,0 1 0,-3 9 0,-1 1 0,-2 0 0,-15 28 0,12-24 0,8-18 8,0 1-1,1-1 1,-1 1-1,1-1 1,0 1-1,0 0 1,0-1-1,1 1 1,-1 0-1,1 0 1,0 0-1,0-1 1,1 1-1,-1 0 1,2 4-1,-1-4-121,1 0 0,-1 0-1,1 0 1,1 0 0,-1 0 0,0-1-1,1 1 1,0-1 0,0 1 0,0-1-1,0 0 1,6 4 0,4 3-6712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24575,'-3'3'0,"0"3"0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24575,'0'0'0,"-1"-1"0,1 0 0,-1 1 0,0-1 0,1 1 0,-1-1 0,0 1 0,1-1 0,-1 1 0,0-1 0,0 1 0,1 0 0,-1-1 0,0 1 0,0 0 0,0 0 0,1 0 0,-1 0 0,0-1 0,0 1 0,0 0 0,0 0 0,1 1 0,-1-1 0,0 0 0,0 0 0,0 0 0,0 0 0,1 1 0,-1-1 0,0 0 0,0 1 0,1-1 0,-1 1 0,0-1 0,0 1 0,1-1 0,-1 1 0,0 1 0,-1 0 0,1-1 0,-1 1 0,1 0 0,0 0 0,-1 1 0,1-1 0,0 0 0,1 0 0,-1 0 0,0 1 0,1-1 0,-1 0 0,1 3 0,0 3 0,0-1 0,1 1 0,0-1 0,0 1 0,1-1 0,5 14 0,21 43 0,-13-33 0,-2 0 0,15 29 0,-28-60 0,0 1 0,0-1 0,0 0 0,0 0 0,0 0 0,0 1 0,0-1 0,0 0 0,1 0 0,-1 0 0,0 1 0,0-1 0,0 0 0,0 0 0,0 0 0,0 0 0,0 0 0,0 1 0,1-1 0,-1 0 0,0 0 0,0 0 0,0 0 0,0 0 0,1 0 0,-1 1 0,0-1 0,0 0 0,0 0 0,0 0 0,1 0 0,-1 0 0,0 0 0,0 0 0,0 0 0,1 0 0,-1 0 0,0 0 0,0 0 0,0 0 0,1 0 0,-1 0 0,0 0 0,0 0 0,0 0 0,3-11 0,-2-20 0,-1 29 0,0-31 0,1-62 0,0 85 0,0 1 0,1-1 0,0 1 0,0 0 0,1-1 0,1 1 0,6-14 0,-8 21 0,-1-1 0,0 1 0,1 0 0,0 0 0,-1 0 0,1 0 0,0 0 0,0 1 0,0-1 0,0 1 0,0-1 0,1 1 0,-1-1 0,0 1 0,1 0 0,-1 0 0,4-1 0,-2 2 0,0-1 0,0 1 0,0 0 0,0 0 0,0 0 0,0 0 0,0 1 0,-1 0 0,1 0 0,6 2 0,0 1 0,0 0 0,0 1 0,0 0 0,-1 1 0,0 0 0,0 1 0,10 9 0,4 8 0,-1 1 0,-1 1 0,27 44 0,-44-64-195,0 0 0,-1 0 0,0 1 0,0-1 0,-1 1 0,4 13 0,-5-11-6631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8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4 24575,'-3'2'0,"-5"2"0,-5-4 0,-5-1 0,-2 0 0,0 0 0,0-1 0,-1 1 0,1 1 0,0-1 0,2 1 0,0 0 0,2 0 0,1 0 0,-1 0 0,1 0 0,3-2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95 24575,'-29'-13'0,"-14"-4"0,-5-2 0,0 3 0,7 3 0,3 4 0,7 4 0,4 3 0,3 1 0,3 2 0,3-1 0,4 1-8191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9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24575,'0'31'0,"-1"22"0,11 86 0,-5-71 0,-3-23 0,-2-44 0,0 0 0,0 1 0,1-1 0,-1 0 0,0 0 0,0 1 0,1-1 0,-1 0 0,1 0 0,-1 1 0,1-1 0,0 0 0,-1 0 0,1 0 0,0 0 0,0 0 0,0 0 0,0 0 0,0 0 0,0 0 0,0-1 0,0 1 0,0 0 0,0 0 0,0-1 0,0 1 0,0-1 0,1 1 0,-1-1 0,0 0 0,1 1 0,-1-1 0,2 0 0,4 0 0,0 0 0,0 0 0,0-1 0,0 0 0,8-3 0,-2 2 0,250-37 0,-253 39 0,6-2 0,1 0 0,-1 0 0,28-9 0,-42 10-72,0 0 1,-1 0-1,1 0 0,0 0 0,-1 0 0,1 0 0,0 0 0,-1 0 1,0-1-1,1 1 0,-1-1 0,0 1 0,0-1 0,1 1 0,-1-1 1,-1 0-1,1 1 0,1-4 0,1-7-6754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9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24575,'-6'31'0,"2"15"0,1 3 0,4-2 0,1-4 0,3-6 0,1-5 0,2-3 0,2-3 0,0-3 0,0-1 0,-1-2 0,-3-1 0,1-2 0,-1 0 0,1-2 0,-1-2-8191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4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24575,'1'22'0,"2"-1"0,1 0 0,0-1 0,11 33 0,-2-9 0,41 127 0,-48-157 0,-3-5 0,0-1 0,0 0 0,1-1 0,1 1 0,5 8 0,-9-15 0,1 1 0,-1 0 0,1-1 0,0 1 0,0-1 0,-1 1 0,1-1 0,0 0 0,0 0 0,0 0 0,0 0 0,1 0 0,-1 0 0,0 0 0,0-1 0,1 1 0,-1-1 0,0 0 0,0 0 0,1 0 0,-1 0 0,0 0 0,1 0 0,2-1 0,3-1 0,1 1 0,-1-2 0,0 1 0,0-1 0,0 0 0,0-1 0,0 0 0,-1 0 0,1-1 0,-1 1 0,0-2 0,-1 1 0,1-1 0,-1 0 0,0 0 0,-1-1 0,1 0 0,-1 0 0,-1 0 0,1 0 0,-1-1 0,-1 0 0,1 0 0,-1 0 0,-1 0 0,1 0 0,-1-1 0,-1 1 0,1-15 0,-1 5 0,-2-1 0,0 1 0,-1 0 0,-1-1 0,-1 1 0,0 1 0,-8-19 0,4 21 0,5 12 0,3 11 0,4 8 0,0 0 0,1 0 0,1 0 0,1-1 0,0 0 0,9 14 0,61 82 0,-50-75 0,-5-10-1365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5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61 24575,'-12'-9'0,"-1"0"0,-1 0 0,0 2 0,0 0 0,-16-6 0,26 11 0,0 1 0,0 0 0,1 0 0,-1 1 0,0-1 0,0 1 0,0-1 0,0 1 0,0 1 0,0-1 0,1 0 0,-1 1 0,0 0 0,0 0 0,0 0 0,1 0 0,-1 1 0,0-1 0,1 1 0,0 0 0,-1 0 0,1 0 0,0 1 0,0-1 0,0 1 0,-3 3 0,1 0 0,0 1 0,0 0 0,1 0 0,0 0 0,0 1 0,1-1 0,0 1 0,0 0 0,0 0 0,1 0 0,1 0 0,-2 10 0,1 9 0,1 1 0,4 36 0,0-38 0,1 1 0,1-1 0,10 33 0,33 75 0,-4-13 0,31 151 0,-71-252 0,-2-9 0,0-1 0,1 0 0,0 0 0,5 10 0,-7-18 0,0 0 0,0-1 0,0 0 0,1 1 0,-1-1 0,1 0 0,-1 0 0,1 1 0,-1-1 0,1 0 0,0 0 0,-1-1 0,1 1 0,0 0 0,0-1 0,0 1 0,-1-1 0,1 1 0,0-1 0,3 0 0,6 1 0,0-1 0,17-2 0,-11 1 0,17 1 0,-23 1 0,-1-1 0,0 0 0,0-1 0,0 0 0,12-3 0,-20 3-54,0 0-1,0 1 0,0-1 1,0 0-1,-1-1 1,1 1-1,0 0 0,-1 0 1,1-1-1,-1 1 1,0-1-1,1 1 0,-1-1 1,0 0-1,0 1 0,0-1 1,0 0-1,0 0 1,0 0-1,-1 0 0,1 0 1,-1 0-1,1 0 1,-1-2-1,2-9-6771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6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71 24575,'-3'-3'0,"0"-1"0,-1 1 0,0-1 0,1 0 0,-1-1 0,-4-8 0,8 13 0,0 0 0,0-1 0,0 1 0,-1 0 0,1-1 0,0 1 0,0 0 0,0-1 0,0 1 0,0 0 0,0-1 0,0 1 0,1 0 0,-1-1 0,0 1 0,0 0 0,0-1 0,0 1 0,0 0 0,0 0 0,1-1 0,-1 1 0,0 0 0,0 0 0,0-1 0,1 1 0,-1 0 0,0 0 0,0-1 0,1 1 0,-1 0 0,0 0 0,0 0 0,1 0 0,-1-1 0,0 1 0,1 0 0,-1 0 0,0 0 0,1 0 0,-1 0 0,0 0 0,1 0 0,16-2 0,-15 2 0,45 1 0,48 7 0,29 1 0,-78-8 0,72-3 0,-117 2 0,0 0 0,0 0 0,0 0 0,-1 0 0,1 0 0,0 0 0,0-1 0,0 1 0,-1 0 0,1 0 0,0-1 0,-1 1 0,1 0 0,0-1 0,0 1 0,-1-1 0,1 1 0,-1-1 0,1 1 0,0-2 0,-1 2 0,0-1 0,0 1 0,-1-1 0,1 1 0,-1 0 0,1-1 0,0 1 0,-1-1 0,1 1 0,-1 0 0,1-1 0,-1 1 0,1 0 0,-1-1 0,1 1 0,-1 0 0,1 0 0,-1 0 0,1 0 0,-1-1 0,0 1 0,1 0 0,-1 0 0,1 0 0,-1 0 0,1 0 0,-2 0 0,-28-2 0,-31 1 0,33 2 0,-43-6 0,7-1 70,42 5-787,-41-8-1,50 6-6108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7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28 24575,'0'-1'0,"-1"1"0,1-1 0,-1 0 0,0 1 0,1-1 0,-1 1 0,0-1 0,1 1 0,-1-1 0,0 1 0,1-1 0,-1 1 0,0 0 0,0-1 0,0 1 0,-1 0 0,2 0 0,0 0 0,0 0 0,-1 1 0,1-1 0,0 0 0,0 0 0,0 1 0,0-1 0,-1 0 0,1 0 0,0 1 0,0-1 0,0 0 0,0 1 0,0-1 0,0 0 0,0 1 0,0-1 0,0 0 0,0 1 0,0-1 0,0 0 0,0 1 0,0-1 0,0 0 0,0 1 0,1-1 0,8 30 0,100 239 0,-106-305 0,-3 32 0,0-10 0,0 0 0,0-1 0,1 1 0,1 0 0,6-26 0,0 18 0,-1-3 0,13-28 0,-17 47 0,0-1 0,1 1 0,0 0 0,0 0 0,0 1 0,0-1 0,1 1 0,0 0 0,7-6 0,-10 10 0,0-1 0,0 1 0,0-1 0,1 1 0,-1 0 0,0 0 0,1 0 0,-1 1 0,1-1 0,-1 0 0,1 1 0,-1 0 0,1-1 0,-1 1 0,1 0 0,-1 0 0,1 0 0,2 1 0,0 0 0,-1 1 0,0-1 0,0 1 0,1 0 0,-1 0 0,0 1 0,-1-1 0,1 1 0,5 4 0,3 5 0,1 1 0,-2 0 0,0 1 0,10 17 0,3 6 0,50 55 0,-66-84-1365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8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24575,'0'18'0,"-1"15"0,2 1 0,1-1 0,1 0 0,10 39 0,49 103 0,-59-165 0,1 0 0,-1 0 0,-1 0 0,2 15 0,-6-25 0,-2-5 0,-5-9 0,-6-12-1365,7 15-5461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8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0 24575,'-31'3'0,"-15"0"0,-6-2 0,2-2 0,6 0 0,6-1 0,4 1 0,5 0 0,2 1 0,4-1 0,2 4 0,3 0 0,2 3 0,0 0 0,4-1-8191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9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24575,'5'-3'0,"-1"-1"0,0 1 0,1 0 0,-1 1 0,1-1 0,0 1 0,0 0 0,0 0 0,0 0 0,0 1 0,1-1 0,-1 1 0,0 1 0,8-1 0,9 0 0,0 2 0,26 3 0,-39-2 0,60 6 0,115 30 0,-177-36 0,0 1 0,0-1 0,0 1 0,0 0 0,10 7 0,-16-9 0,0 0 0,0-1 0,0 1 0,0 0 0,0 0 0,0 0 0,0 0 0,-1 0 0,1 0 0,0 0 0,-1 0 0,1 0 0,-1 0 0,1 0 0,-1 0 0,1 0 0,-1 2 0,0-1 0,0-1 0,0 0 0,-1 1 0,1-1 0,0 0 0,-1 1 0,1-1 0,-1 0 0,0 0 0,1 0 0,-1 0 0,0 1 0,0-1 0,0 0 0,1 0 0,-1-1 0,0 1 0,0 0 0,-1 0 0,0 1 0,-9 5 0,-1 0 0,0 0 0,0-1 0,-25 8 0,1 1 0,35-15 0,-1 1 0,0 0 0,1-1 0,-1 1 0,0 0 0,1 0 0,-1 1 0,1-1 0,0 0 0,-1 0 0,1 1 0,0-1 0,0 0 0,0 1 0,0 0 0,0-1 0,0 1 0,-1 2 0,2-3 0,0 1 0,0 0 0,0-1 0,0 1 0,0-1 0,0 1 0,0 0 0,0-1 0,1 1 0,-1-1 0,1 1 0,-1-1 0,1 1 0,-1-1 0,1 1 0,0-1 0,0 1 0,0-1 0,0 0 0,0 0 0,1 2 0,12 10 0,1 0 0,0-1 0,1-1 0,0 0 0,32 16 0,29 19 0,-70-41 0,50 38 0,-50-36 0,0 0 0,0 0 0,0 0 0,-1 1 0,6 9 0,-11-16 0,-1 0 0,1 1 0,0-1 0,-1 1 0,1-1 0,0 1 0,-1-1 0,0 1 0,1-1 0,-1 1 0,0-1 0,0 1 0,0-1 0,0 1 0,0 0 0,0-1 0,-1 1 0,1-1 0,0 1 0,-2 2 0,1-2 0,-1 1 0,1-1 0,-1 1 0,0-1 0,1 0 0,-1 1 0,-1-1 0,1 0 0,0-1 0,-4 4 0,-2 0 0,-1 0 0,1-1 0,-1 0 0,0 0 0,-17 3 0,13-4 45,1-2-1,-18 1 1,-12 2-1544,27-1-5327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0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24575,'43'-5'0,"0"3"0,0 2 0,59 6 0,-95-5 0,-1 0 0,0 0 0,0 0 0,1 1 0,-1 0 0,0 1 0,9 4 0,-15-6 0,1 0 0,0-1 0,0 1 0,-1 1 0,1-1 0,-1 0 0,1 0 0,-1 0 0,1 0 0,-1 0 0,0 0 0,1 1 0,-1-1 0,0 0 0,0 0 0,0 0 0,0 1 0,0-1 0,0 1 0,-5 26 0,5-25 0,-28 150 0,26-128 0,0 0 0,2 0 0,1 0 0,5 30 0,11 37 0,5-2 0,57 152 0,-68-216 0,-5-13 0,-1 0 0,-1 0 0,6 24 0,-10-36 0,1 1 0,-1 0 0,0-1 0,0 1 0,0 0 0,0 0 0,-1-1 0,1 1 0,0 0 0,-1-1 0,1 1 0,-1 0 0,1-1 0,-1 1 0,0-1 0,0 1 0,0-1 0,0 0 0,0 1 0,0-1 0,0 0 0,0 1 0,-1-1 0,1 0 0,0 0 0,-1 0 0,1 0 0,0 0 0,-1-1 0,-2 2 0,-4 1 0,0 0 0,0-1 0,-1 0 0,-15 2 0,5-1 0,-5 0-455,0 0 0,-36-1 0,47-3-6371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4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54 24575,'-4'-4'0,"0"-1"0,-1 0 0,0 1 0,0-1 0,0 1 0,0 0 0,-1 0 0,1 1 0,-1 0 0,-12-6 0,17 9 0,0 0 0,1 0 0,-1 0 0,0 0 0,1-1 0,-1 1 0,0 0 0,0 0 0,1 0 0,-1 0 0,0 1 0,1-1 0,-1 0 0,0 0 0,1 0 0,-1 0 0,0 1 0,1-1 0,-1 0 0,0 1 0,1-1 0,-1 1 0,1-1 0,-2 1 0,1 1 0,1-1 0,-1 0 0,0 0 0,1 1 0,-1-1 0,1 0 0,-1 0 0,1 1 0,-1-1 0,1 1 0,0 2 0,0 2 0,0 0 0,0 1 0,1-1 0,1 9 0,2-3 0,0-1 0,0 1 0,1-1 0,0 0 0,1-1 0,0 1 0,1-1 0,0 0 0,1-1 0,0 0 0,0 0 0,1-1 0,0 0 0,1 0 0,-1-1 0,1 0 0,1-1 0,-1 0 0,1-1 0,19 7 0,-27-11 0,0 0 0,0 0 0,0-1 0,0 1 0,0-1 0,0 0 0,0 1 0,0-2 0,0 1 0,0 0 0,0 0 0,0-1 0,0 0 0,0 0 0,0 0 0,0 0 0,0 0 0,-1 0 0,1-1 0,0 1 0,-1-1 0,1 0 0,-1 0 0,0 0 0,4-4 0,-2 2 0,-1 0 0,0-1 0,0 1 0,0-1 0,-1 0 0,0 0 0,0 0 0,0 0 0,0 0 0,-1 0 0,0-1 0,0 1 0,0-10 0,-1-41 0,0 57 0,0-1 0,0 0 0,0 0 0,0 0 0,0 0 0,1 0 0,-1 1 0,0-1 0,0 0 0,0 0 0,0 0 0,0 0 0,0 0 0,0 0 0,1 1 0,-1-1 0,0 0 0,0 0 0,0 0 0,0 0 0,1 0 0,-1 0 0,0 0 0,0 0 0,0 0 0,0 0 0,1 0 0,-1 0 0,0 0 0,0 0 0,0 0 0,0 0 0,1 0 0,-1 0 0,0 0 0,0 0 0,0 0 0,0 0 0,1 0 0,-1 0 0,0-1 0,0 1 0,0 0 0,0 0 0,0 0 0,0 0 0,1 0 0,-1 0 0,0-1 0,0 1 0,0 0 0,0 0 0,0 0 0,0 0 0,0 0 0,0-1 0,0 1 0,0 0 0,1 0 0,-1 0 0,0 0 0,0-1 0,0 1 0,10 17 0,-6-11 0,2 4 0,1-1 0,1 0 0,0 0 0,0 0 0,1-1 0,0 0 0,1-1 0,-1 0 0,14 7 0,-16-10 0,0-1 0,1 0 0,-1 0 0,1-1 0,-1 0 0,1 0 0,0 0 0,0-1 0,0 0 0,-1-1 0,1 0 0,0 0 0,0-1 0,16-3 0,-20 3 0,-1 0 0,1 0 0,0-1 0,0 1 0,-1-1 0,1 0 0,-1 0 0,1-1 0,-1 1 0,0-1 0,0 1 0,0-1 0,0 0 0,-1 0 0,1 0 0,-1-1 0,0 1 0,0-1 0,0 1 0,0-1 0,0 0 0,1-5 0,-2 4 0,0 0 0,0 1 0,-1-1 0,1 1 0,-1-1 0,0 0 0,-1 1 0,1-1 0,-1 0 0,0 1 0,0-1 0,0 1 0,-1-1 0,1 1 0,-1 0 0,0-1 0,0 1 0,-1 0 0,-3-5 0,-2 0-195,-1 0 0,1 1 0,-1 0 0,-1 0 0,1 1 0,-16-8 0,7 5-6631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5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24575,'0'46'0,"2"1"0,3-1 0,1-1 0,20 71 0,-21-99 0,1 0 0,1-1 0,1 0 0,14 23 0,-2-11 0,28 33 0,-45-57 0,8 9 0,22 20 0,-31-31 0,1 0 0,0 0 0,-1 0 0,1 0 0,0 0 0,0 0 0,0-1 0,0 0 0,0 1 0,0-1 0,0 0 0,1-1 0,-1 1 0,0-1 0,6 1 0,-7-1 0,0-1 0,0 1 0,0-1 0,0 0 0,0 0 0,-1 1 0,1-1 0,0 0 0,0 0 0,-1-1 0,1 1 0,-1 0 0,1-1 0,-1 1 0,1-1 0,-1 1 0,0-1 0,0 1 0,0-1 0,0 0 0,0 0 0,0 0 0,0 1 0,0-4 0,3-5 0,-2 0 0,1 0 0,1-14 0,-3 20 0,-1 0 0,0 1 0,1 0 0,0 0 0,0 0 0,0 0 0,0 0 0,0 0 0,1 0 0,1-4 0,-2 7 0,0-1 0,0 0 0,0 0 0,0 0 0,0 0 0,0 1 0,0-1 0,0 0 0,0 1 0,0-1 0,0 1 0,0-1 0,1 1 0,-1 0 0,0-1 0,0 1 0,0 0 0,1 0 0,-1 0 0,0 0 0,0 0 0,1 0 0,-1 0 0,0 0 0,0 1 0,2 0 0,23 6 0,35 16 0,20 6 0,-62-24 0,1-1 0,40 3 0,-51-7 0,1 0 0,-1 0 0,1-1 0,-1 0 0,0-1 0,1 0 0,-1 0 0,13-5 0,-19 5 0,0 0 0,1 1 0,-1-1 0,0 0 0,0-1 0,-1 1 0,1 0 0,0-1 0,-1 0 0,1 0 0,-1 1 0,0-1 0,0-1 0,2-2 0,-3 4 0,-1 0 0,1 0 0,-1 1 0,1-1 0,-1 0 0,0 0 0,0 1 0,1-1 0,-1 0 0,-1 0 0,1 0 0,0 1 0,0-1 0,-1 0 0,1 0 0,0 0 0,-1 1 0,0-1 0,0 0 0,1 1 0,-1-1 0,0 1 0,0-1 0,0 1 0,0-1 0,-1 1 0,1 0 0,0-1 0,-3-1 0,-2-1 0,0-1 0,0 2 0,-1-1 0,1 1 0,-1-1 0,1 2 0,-11-4 0,13 5 0,0 0 0,-1 0 0,1 0 0,0 1 0,0 0 0,-1-1 0,1 1 0,0 1 0,-1-1 0,1 1 0,0 0 0,-1 0 0,-5 2 0,8-2 0,1-1 0,0 1 0,0-1 0,-1 1 0,1 0 0,0 0 0,0-1 0,0 1 0,0 0 0,0 0 0,0 0 0,0 0 0,0 1 0,0-1 0,1 0 0,-1 0 0,0 0 0,1 1 0,-1-1 0,1 0 0,-1 2 0,1-1 0,0 0 0,0 0 0,0 0 0,0 0 0,0 0 0,0 0 0,1 0 0,-1 0 0,1 0 0,0 0 0,-1 0 0,1 0 0,1 1 0,2 4 0,1-1 0,-1 0 0,1 0 0,0 0 0,0 0 0,10 6 0,1 0 0,1 0 0,0-1 0,1-1 0,0-1 0,1-1 0,0 0 0,0-1 0,23 5 0,-7-5 0,0-2 0,0-1 0,66-1 0,-65-2 0,-14-1 0,34-2 0,-50 1 0,-1 0 0,1 0 0,0 0 0,-1-1 0,1 0 0,-1 0 0,0 0 0,1-1 0,-1 1 0,8-7 0,-11 7 0,0 0 0,-1 1 0,1-1 0,-1 0 0,1 0 0,-1 0 0,0-1 0,0 1 0,0 0 0,0 0 0,0-1 0,-1 1 0,1 0 0,-1-1 0,1 1 0,-1-1 0,0 1 0,0 0 0,0-1 0,0 1 0,0-1 0,-1 1 0,1-1 0,-2-3 0,-2-6 0,0 0 0,0 1 0,-10-17 0,12 25 0,-9-16 0,-1 1 0,-1 1 0,0 0 0,-27-26 0,33 37-1365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6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140 277 24575,'7'-12'0,"42"-70"0,-42 69 0,-1 0 0,0 0 0,-1-1 0,4-20 0,-8 31 0,-1 0 0,1 0 0,-1 0 0,0 0 0,0 0 0,0 0 0,0 0 0,0 0 0,-1 0 0,1 0 0,-1 0 0,0 0 0,0 1 0,0-1 0,0 0 0,-1 0 0,1 1 0,-3-5 0,1 4 0,0 0 0,0 0 0,0 1 0,-1-1 0,1 1 0,0-1 0,-1 1 0,0 0 0,1 1 0,-1-1 0,0 1 0,-8-3 0,6 3 0,-1 0 0,1-1 0,0 2 0,-1-1 0,1 1 0,-1 0 0,1 0 0,-1 1 0,1 0 0,-1 0 0,1 0 0,-8 4 0,10-4 0,0 1 0,0 1 0,0-1 0,0 0 0,0 1 0,1 0 0,-1 0 0,1 0 0,0 0 0,0 1 0,0-1 0,0 1 0,0 0 0,1-1 0,0 1 0,-1 1 0,2-1 0,-3 4 0,2-1 0,-1 0 0,1 1 0,0-1 0,1 0 0,0 0 0,0 1 0,1-1 0,-1 1 0,2-1 0,-1 0 0,1 1 0,0-1 0,0 0 0,1 1 0,0-1 0,1 0 0,-1 0 0,1-1 0,1 1 0,-1 0 0,1-1 0,0 0 0,1 0 0,-1 0 0,1 0 0,0-1 0,9 7 0,3 1 0,1-1 0,1 0 0,-1-2 0,2 0 0,25 9 0,4-3 0,52 11 0,-96-26-227,-1 0-1,1 0 1,-1 0-1,1-1 1,4 0-1,2-2-6598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6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105 505 24575,'-7'4'0,"1"0"0,-1 1 0,1-1 0,0 1 0,1 0 0,-1 1 0,1-1 0,0 1 0,-4 6 0,7-9 0,0 0 0,1 0 0,0 0 0,-1-1 0,1 1 0,0 0 0,0 0 0,1 1 0,-1-1 0,1 0 0,-1 0 0,1 0 0,0 0 0,0 0 0,1 1 0,-1-1 0,1 0 0,-1 0 0,1 0 0,0 0 0,0 0 0,0 0 0,1 0 0,1 3 0,1 0 0,0 0 0,1 0 0,-1-1 0,1 1 0,0-1 0,1-1 0,-1 1 0,1-1 0,0 0 0,0 0 0,0 0 0,1-1 0,-1 0 0,1 0 0,0-1 0,0 0 0,0 0 0,0 0 0,8 0 0,-13-2 0,-1 0 0,1 0 0,0 0 0,-1 0 0,1-1 0,-1 1 0,1 0 0,0-1 0,-1 1 0,1-1 0,-1 1 0,1-1 0,-1 0 0,0 0 0,1 0 0,-1 0 0,0 0 0,3-2 0,-3 1 0,1 0 0,0-1 0,-1 1 0,1-1 0,-1 1 0,0-1 0,0 1 0,0-1 0,1-5 0,0-5 0,-1 1 0,0-1 0,-2-23 0,0 29 0,-1-18 0,-1 0 0,-12-45 0,-22-48 0,33 109 0,-27-80 0,-81-159 0,112 247 0,0 1 0,0-1 0,-1 0 0,1 1 0,0-1 0,-1 1 0,1-1 0,0 0 0,-1 1 0,1-1 0,0 1 0,-1-1 0,1 1 0,-1-1 0,1 1 0,-1 0 0,0-1 0,1 1 0,-2-1 0,2 13 0,8 22 0,72 201 0,-55-177 0,63 105 0,-70-135-682,29 33-1,-30-41-6143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71 24575,'16'-10'0,"52"-28"0,-60 34 0,1 0 0,-1 1 0,1 0 0,0 1 0,0 0 0,10-2 0,-18 4 0,1 0 0,-1 0 0,1 0 0,0 0 0,-1 0 0,1 0 0,-1 1 0,1-1 0,-1 0 0,1 1 0,-1-1 0,1 1 0,-1 0 0,1-1 0,-1 1 0,0 0 0,0 0 0,3 2 0,-3-2 0,1 1 0,-1 0 0,1 0 0,-1 0 0,0 1 0,0-1 0,0 0 0,0 0 0,0 1 0,0-1 0,0 3 0,0 6 0,0 1 0,0-1 0,-1 1 0,-1 13 0,0-13 0,1 5 0,0-9 0,0-1 0,0 1 0,-1-1 0,0 1 0,-3 10 0,3-16 0,0 0 0,0-1 0,1 1 0,-1 0 0,0-1 0,0 1 0,-1-1 0,1 1 0,0-1 0,0 1 0,-1-1 0,1 0 0,-1 1 0,1-1 0,-1 0 0,0 0 0,1 0 0,-1-1 0,0 1 0,0 0 0,1-1 0,-1 1 0,0-1 0,0 1 0,0-1 0,-3 0 0,-1 1 0,0-2 0,-1 1 0,1-1 0,0 1 0,0-2 0,-1 1 0,1-1 0,0 0 0,0 0 0,1 0 0,-1-1 0,0 0 0,1 0 0,-1-1 0,1 0 0,-8-7 0,5 4 0,1-1 0,0 1 0,1-1 0,-1-1 0,1 1 0,1-1 0,0 0 0,0-1 0,-5-13 0,10 21-68,-1 0 0,0 1-1,1-1 1,-1 0 0,1 0 0,-1 1-1,1-1 1,0 0 0,0 0 0,0 0-1,0 0 1,0 1 0,0-1 0,0 0-1,1 0 1,-1 0 0,1 1 0,-1-1-1,2-2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1 334 24575,'52'-28'0,"-6"4"0,66-46 0,-107 67 0,0-1 0,-1 0 0,0 0 0,0 0 0,0-1 0,0 1 0,-1-1 0,1 0 0,-1 0 0,-1 0 0,1-1 0,3-8 0,-5 10 0,0 0 0,-1 0 0,1 0 0,-1 0 0,1 0 0,-1-1 0,-1 1 0,1 0 0,0 0 0,-1 0 0,0 0 0,0 0 0,0 0 0,-1 0 0,1 0 0,-1 0 0,0 0 0,-4-5 0,2 4 0,0 0 0,-1 0 0,1 0 0,-1 1 0,0-1 0,0 1 0,-1 1 0,1-1 0,-1 1 0,0 0 0,0 0 0,0 1 0,0-1 0,-1 1 0,1 1 0,-1-1 0,1 1 0,-8 0 0,10 0 0,1 1 0,0 0 0,-1 0 0,1 0 0,-1 1 0,1-1 0,-1 1 0,1 0 0,0 0 0,-1 0 0,1 0 0,0 0 0,0 1 0,0-1 0,0 1 0,0 0 0,0 0 0,0 0 0,1 1 0,-1-1 0,1 0 0,0 1 0,-1 0 0,1-1 0,0 1 0,1 0 0,-1 0 0,0 0 0,1 1 0,0-1 0,0 0 0,0 0 0,0 1 0,0-1 0,0 5 0,1-2 0,0-1 0,0 0 0,1 1 0,-1-1 0,1 0 0,0 1 0,1-1 0,-1 0 0,1 0 0,0 0 0,1 0 0,-1 0 0,1-1 0,0 1 0,0-1 0,0 0 0,8 8 0,4 3 0,1 0 0,0-1 0,20 13 0,-7-7 0,35 18 0,-54-32 0,1-1 0,0 0 0,0-1 0,1 0 0,-1-1 0,1 0 0,12 1 0,-19-4 11,0 0 0,-1 0 0,1-1 0,-1 1 0,0-1 0,1 0-1,-1 0 1,1-1 0,-1 1 0,6-4 0,-3 1-308,1-1 0,-1 1 0,-1-1 0,11-10 0,-5 3-6529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 24575,'-5'-1'0,"-1"0"0,0 1 0,0-1 0,1 1 0,-1 1 0,0-1 0,0 1 0,-7 2 0,11-3 0,0 1 0,1-1 0,-1 1 0,0 0 0,1 0 0,-1 0 0,1 0 0,-1 0 0,1 0 0,-1 0 0,1 0 0,0 0 0,-1 1 0,1-1 0,0 1 0,0-1 0,0 1 0,0-1 0,1 1 0,-1 0 0,0-1 0,0 1 0,1 0 0,0-1 0,-1 1 0,1 0 0,0 0 0,-1 0 0,1-1 0,1 4 0,-1 3 0,1 0 0,1 0 0,0 0 0,0 0 0,0 0 0,1 0 0,7 13 0,32 49 0,-18-38 0,-18-26 0,0 1 0,0 0 0,-1 1 0,-1-1 0,1 1 0,5 14 0,-10-20 0,1-1 0,-1 0 0,0 1 0,1-1 0,-1 1 0,0-1 0,0 0 0,0 1 0,-1-1 0,1 1 0,0-1 0,0 0 0,-1 1 0,1-1 0,-1 1 0,1-1 0,-1 0 0,1 0 0,-2 2 0,0 0 0,0-1 0,0 0 0,0 0 0,0 0 0,-1 0 0,1 0 0,0-1 0,-6 4 0,-2-1 0,0 0 0,0 0 0,0-1 0,-13 2 0,-35 4-455,0-2 0,-70-2 0,94-5-6371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24575,'-2'2'0,"1"4"0,4 4 0,3 2 0,5-1 0,1 0 0,0-1-8191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43 24575,'-3'-13'0,"0"-2"0,-1 5 0,2 6 0,0 6 0,1 9 0,0 4 0,1 3 0,0-2-8191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0 24575,'32'27'0,"51"56"0,-69-67 0,-2 0 0,0 0 0,0 2 0,-2-1 0,15 33 0,-18-26 0,0-1 0,6 48 0,-8-41 0,10 35 0,-12-55 0,1-1 0,0 1 0,0-1 0,1 0 0,7 10 0,-10-16 0,0 0 0,1 0 0,-1 0 0,1 0 0,0 0 0,-1-1 0,1 1 0,1-1 0,-1 0 0,0 0 0,0 0 0,1 0 0,-1 0 0,1-1 0,0 0 0,7 2 0,-9-3 0,0 0 0,0 0 0,0 0 0,0 0 0,0 0 0,0 0 0,0-1 0,0 1 0,0-1 0,0 1 0,-1-1 0,1 0 0,0 0 0,0 0 0,0 0 0,2-2 0,-1 0 0,0 1 0,-1-1 0,1 0 0,-1 0 0,0 0 0,1 0 0,-2 0 0,4-6 0,-2 2 0,0-1 0,-1 1 0,0-1 0,0 1 0,-1-1 0,0 0 0,0 1 0,-1-12 0,0 16 0,-1 1 0,1-1 0,-1 0 0,0 1 0,1-1 0,-1 0 0,-1 1 0,1-1 0,0 1 0,-1-1 0,1 1 0,-1 0 0,1 0 0,-1 0 0,0 0 0,0 0 0,0 0 0,0 0 0,-1 0 0,1 1 0,0-1 0,-1 1 0,1 0 0,-1 0 0,1 0 0,-4-1 0,-7-2 0,0 1 0,0 0 0,-1 1 0,-13-1 0,17 2 0,-147-6 120,125 8-615,0 2 0,-58 11 0,70-9-6331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24575,'21'58'0,"18"52"0,60 117 0,-78-187-119,37 67 370,-50-95-465,0 0 0,1-1 0,0 0 0,0-1 1,1 0-1,16 13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9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 24575,'-31'3'0,"-13"0"0,-1 0 0,4 0 0,7 1 0,6 1 0,5-1 0,5-1 0,4-1-8191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0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0 160 24575,'41'51'0,"-17"-19"0,53 53 0,-73-81 0,1 0 0,0 0 0,0 0 0,0-1 0,0 0 0,8 4 0,-11-7 0,-1 1 0,0-1 0,0 1 0,1-1 0,-1 0 0,0 1 0,1-1 0,-1 0 0,0 0 0,1 0 0,-1 0 0,1 0 0,-1 0 0,0-1 0,1 1 0,-1 0 0,0-1 0,0 1 0,1-1 0,-1 1 0,0-1 0,0 0 0,0 1 0,1-1 0,-1 0 0,0 0 0,0 0 0,0 0 0,-1 0 0,1 0 0,0 0 0,0 0 0,0 0 0,0-2 0,2-3 0,0 0 0,0 0 0,-1-1 0,0 1 0,0-1 0,-1 0 0,0 0 0,1-8 0,-2 0 0,0 1 0,-3-27 0,2 40 0,1 0 0,0 0 0,0 0 0,0 0 0,-1-1 0,1 1 0,0 0 0,1 0 0,-1 0 0,0 0 0,0 0 0,0-1 0,1 1 0,-1 0 0,0 0 0,1 0 0,-1 0 0,1 0 0,0 0 0,-1 0 0,1 0 0,0 0 0,1-1 0,-1 1 0,0 1 0,1-1 0,-1 1 0,1-1 0,-1 1 0,0 0 0,1-1 0,-1 1 0,1 0 0,-1 0 0,1 0 0,-1 0 0,1 0 0,-1 0 0,3 1 0,6 2 0,0 0 0,0 1 0,18 9 0,-26-12 0,161 67 0,-102-45 0,-61-23 0,0 0 0,0 0 0,0 0 0,0 0 0,0 0 0,1 0 0,-1 0 0,0 0 0,0 0 0,0 0 0,0 0 0,0 0 0,0 0 0,0 0 0,1 0 0,-1 0 0,0 0 0,0 0 0,0 0 0,0 0 0,0 0 0,0 0 0,0 0 0,1 0 0,-1 0 0,0 0 0,0 0 0,0 0 0,0 0 0,0 0 0,0 0 0,0 0 0,0 0 0,1 0 0,-1 0 0,0-1 0,0 1 0,0 0 0,0 0 0,0 0 0,0 0 0,0 0 0,0 0 0,0 0 0,0 0 0,0 0 0,0-1 0,0 1 0,0 0 0,0 0 0,0 0 0,0 0 0,0 0 0,-2-10 0,-9-13 0,10 22 0,-12-22 0,2-1 0,-15-41 0,23 53 0,0-1 0,0 1 0,1-1 0,1 1 0,0-1 0,0 0 0,3-20 0,-2 32 0,0 1 0,0-1 0,0 0 0,0 0 0,1 0 0,-1 0 0,0 0 0,0 0 0,1 0 0,-1 1 0,0-1 0,1 0 0,-1 0 0,1 0 0,-1 1 0,1-1 0,0 0 0,-1 1 0,1-1 0,0 0 0,-1 1 0,1-1 0,1 0 0,0 1 0,-1-1 0,0 1 0,1 0 0,-1 0 0,0 0 0,1 0 0,-1 0 0,0 0 0,1 0 0,-1 1 0,0-1 0,0 0 0,1 1 0,1 0 0,5 3 0,0 0 0,0 1 0,13 10 0,-18-12 0,27 22 0,52 55 0,-66-62 0,-13-15 0,0 0 0,1 0 0,-1 0 0,1 0 0,-1 0 0,1-1 0,5 3 0,-8-5 0,0 1 0,0-1 0,1 1 0,-1-1 0,0 0 0,0 0 0,1 1 0,-1-1 0,0 0 0,1 0 0,-1 0 0,0-1 0,0 1 0,1 0 0,-1 0 0,0-1 0,0 1 0,1-1 0,-1 1 0,0-1 0,0 1 0,0-1 0,0 0 0,0 1 0,0-1 0,0 0 0,0 0 0,0 0 0,1-1 0,2-3 0,0 0 0,1 1 0,0-1 0,-1 1 0,1 0 0,6-4 0,-9 7 0,0 1 0,0-1 0,0 0 0,1 0 0,-1 1 0,0-1 0,0 1 0,0 0 0,0 0 0,0 0 0,1 0 0,-1 0 0,0 0 0,0 0 0,0 1 0,0-1 0,0 1 0,1 0 0,-1-1 0,0 1 0,3 2 0,-3-1 0,0-1 0,0 0 0,0 0 0,0 0 0,0 0 0,0-1 0,0 1 0,0 0 0,0-1 0,0 1 0,0-1 0,0 0 0,0 0 0,1 0 0,-1 0 0,0 0 0,0 0 0,0-1 0,0 1 0,0-1 0,0 1 0,0-1 0,0 0 0,0 0 0,0 0 0,3-1 0,1-1 0,1 0 0,-1 1 0,0-1 0,1 2 0,0-1 0,0 1 0,-1 0 0,1 0 0,0 1 0,0 0 0,0 0 0,11 2 0,6 2 0,0 2 0,26 9 0,-45-14 0,25 10-1365,-17-7-5461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24575,'8'-3'0,"21"-8"0,0 2 0,1 2 0,51-8 0,-77 15 0,-1 0 0,1 0 0,-1 0 0,1 1 0,-1-1 0,1 1 0,-1 0 0,1 0 0,-1 0 0,0 1 0,0-1 0,1 1 0,-1-1 0,0 1 0,0 0 0,-1 0 0,5 4 0,1 3 0,0 0 0,-1 0 0,12 20 0,-12-18 0,1 0 0,10 13 0,-17-23 0,-1-1 0,1 0 0,-1 1 0,1-1 0,-1 1 0,0-1 0,1 0 0,-1 1 0,0-1 0,0 1 0,1-1 0,-1 1 0,0-1 0,0 1 0,0 0 0,0-1 0,1 1 0,-1-1 0,0 1 0,0-1 0,0 1 0,0-1 0,0 1 0,0 0 0,-1-1 0,1 1 0,0-1 0,0 1 0,0-1 0,-1 2 0,0-1 0,0 0 0,0 0 0,0 0 0,0 0 0,0 0 0,-1 0 0,1 0 0,0 0 0,0-1 0,-1 1 0,-1 0 0,-5 2 0,0 0 0,0-1 0,-10 1 0,12-2 0,0 0 0,0-1 0,0 1 0,0-1 0,0 0 0,-1-1 0,-8-2 0,13 3 0,0-1 0,0 0 0,0 0 0,0 0 0,0 0 0,0 0 0,1 0 0,-1 0 0,0-1 0,1 1 0,-1-1 0,1 1 0,-1-1 0,1 0 0,0 1 0,-1-1 0,1 0 0,0 0 0,0 0 0,1 0 0,-1 0 0,0 0 0,1 0 0,-1-3 0,0-2-124,0 0 0,0 0 0,1 0 0,0-1 0,1 1 0,0 0-1,0 0 1,0 1 0,1-1 0,2-8 0,-1 5-6702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1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24575,'3'18'0,"1"1"0,1-1 0,9 23 0,-12-34 0,2 0 0,-1-1 0,1 1 0,0-1 0,0 1 0,1-1 0,0 0 0,0-1 0,0 1 0,12 8 0,-16-13 0,1 0 0,-1 1 0,1-1 0,0-1 0,-1 1 0,1 0 0,0 0 0,-1 0 0,1-1 0,0 1 0,0-1 0,0 0 0,-1 1 0,1-1 0,0 0 0,0 0 0,0 0 0,0 0 0,0 0 0,-1-1 0,1 1 0,0-1 0,0 1 0,0-1 0,-1 1 0,1-1 0,0 0 0,2-2 0,2-2 0,-1 0 0,0 0 0,0-1 0,0 0 0,-1 0 0,5-7 0,-6 8 0,0 0 0,0 0 0,1 0 0,-1 1 0,1-1 0,0 1 0,1 0 0,8-7 0,-11 10-57,1 0 0,-1 0 1,0 0-1,0 1 0,1-1 0,-1 1 0,0-1 0,1 1 0,-1 0 0,0 0 0,1 0 1,-1 0-1,1 0 0,-1 0 0,0 1 0,0-1 0,1 1 0,-1 0 0,0 0 1,0 0-1,1 0 0,-1 0 0,3 2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2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24575,'1'0'0,"37"-18"0,70-21 0,-97 36 0,0 0 0,0 1 0,1 0 0,-1 1 0,0 0 0,1 0 0,-1 2 0,0-1 0,1 1 0,-1 1 0,19 5 0,-27-6 0,0 0 0,-1 0 0,1 0 0,0 1 0,0-1 0,-1 1 0,1-1 0,-1 1 0,1 0 0,-1 0 0,0 0 0,0 1 0,0-1 0,0 0 0,0 1 0,2 3 0,-2-1 0,0-1 0,-1 1 0,0 0 0,0 0 0,0 0 0,-1-1 0,1 1 0,-1 0 0,-1 7 0,1-6 0,0-1 0,-1 1 0,2-1 0,-1 1 0,1-1 0,0 1 0,0-1 0,0 1 0,1-1 0,0 0 0,0 1 0,0-1 0,1 0 0,-1 0 0,1-1 0,1 1 0,-1-1 0,0 1 0,1-1 0,7 6 0,5 2 66,27 16 0,0-1-1563,-33-19-5329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24575,'-3'0'0,"0"3"0,0 3 0,0 3 0,1 3 0,1 2 0,0 1 0,1 1 0,0-3-8191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3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 24575,'-2'5'0,"0"0"0,0 0 0,0 1 0,1-1 0,0 0 0,0 1 0,0-1 0,0 1 0,1-1 0,0 1 0,0-1 0,2 7 0,-2-8 0,1 0 0,0-1 0,0 1 0,0 0 0,1-1 0,-1 0 0,1 1 0,0-1 0,0 0 0,0 0 0,0 0 0,1 0 0,-1 0 0,1 0 0,-1-1 0,1 1 0,0-1 0,4 3 0,-6-5 0,-1 1 0,1-1 0,-1 0 0,0 0 0,1 0 0,-1 1 0,0-1 0,1 0 0,-1 0 0,1 0 0,-1 0 0,1 0 0,-1 0 0,0 0 0,1 0 0,-1 0 0,1 0 0,-1 0 0,0 0 0,1 0 0,-1 0 0,1 0 0,-1 0 0,1-1 0,-1 1 0,0 0 0,1 0 0,-1 0 0,0-1 0,1 1 0,-1 0 0,0-1 0,1 1 0,-1 0 0,0 0 0,0-1 0,1 1 0,-1-1 0,0 1 0,0 0 0,0-1 0,1 1 0,-1 0 0,0-1 0,0 1 0,0-1 0,0 0 0,4-25 0,-3 16 0,2-6 0,-2 9 0,0 0 0,0-1 0,1 1 0,0 0 0,1 0 0,3-8 0,-5 14 0,0-1 0,1 0 0,-1 1 0,0-1 0,1 1 0,-1-1 0,0 1 0,1 0 0,0 0 0,-1 0 0,1 0 0,0 0 0,-1 0 0,1 0 0,0 0 0,0 1 0,0-1 0,0 1 0,0-1 0,0 1 0,0 0 0,0 0 0,0 0 0,0 0 0,0 0 0,0 0 0,0 0 0,2 1 0,15 4 0,1 0 0,-1 0 0,-1 2 0,26 12 0,67 44 0,-106-60-341,0 1 0,0 0-1,7 6 1,-2 1-6485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4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4 0,0 4 0,0 3 0,0 2 0,0 3 0,0 0 0,2 1 0,4-3 0,1 0 0,1-3 0,3-3 0,-1-3-8191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24575,'24'32'0,"18"21"0,3-2 0,1-1 0,3-3 0,107 79 0,-43-48-271,236 120 0,-5-38 271,-337-156 89,17 8 338,-23-12-522,0 1-1,1 0 1,-1-1 0,0 1 0,0 0-1,0 0 1,0 0 0,-1 0-1,1 0 1,0 0 0,0 0-1,0 0 1,-1 1 0,2 1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27 24575,'1'-2'0,"0"0"0,1 0 0,-1 1 0,0-1 0,1 0 0,-1 1 0,1-1 0,0 1 0,0-1 0,-1 1 0,1 0 0,0 0 0,0 0 0,0 0 0,0 0 0,0 0 0,0 1 0,1-1 0,-1 0 0,0 1 0,0 0 0,0 0 0,1 0 0,-1 0 0,0 0 0,0 0 0,1 0 0,-1 1 0,3 0 0,4 1 0,-1 0 0,1 1 0,-1 0 0,0 1 0,0-1 0,8 7 0,-2-1 0,-1 0 0,-1 1 0,0 1 0,0 0 0,16 20 0,-21-23 0,-1 1 0,0 0 0,0 0 0,-1 1 0,0-1 0,-1 1 0,0 0 0,-1 0 0,4 14 0,-7-21 0,0 1 0,1-1 0,-1 1 0,0-1 0,0 1 0,-1-1 0,1 1 0,-1-1 0,0 0 0,0 1 0,0-1 0,0 0 0,-1 1 0,1-1 0,-1 0 0,0 0 0,1 0 0,-1-1 0,-1 1 0,1 0 0,0-1 0,-1 1 0,1-1 0,-1 0 0,0 0 0,-3 2 0,-2 1 0,0-1 0,1 0 0,-1-1 0,-1 0 0,1 0 0,0 0 0,-1-1 0,1-1 0,-12 2 0,1-3 0,1 0 0,0 0 0,0-2 0,0 0 0,-28-8 0,35 7 0,-1-1 0,1 0 0,-1 0 0,1-2 0,0 1 0,1-1 0,-1-1 0,1 0 0,-10-10 0,17 15 0,0 0 0,1-1 0,-1 1 0,1-1 0,0 0 0,0 1 0,0-1 0,0 0 0,0 0 0,1-1 0,-1 1 0,1 0 0,0 0 0,0-1 0,0 1 0,1-1 0,-1 1 0,1-1 0,0 1 0,0-1 0,0 1 0,0-1 0,0 1 0,1-1 0,0 1 0,-1-1 0,2 1 0,-1 0 0,0 0 0,0-1 0,1 1 0,0 0 0,0 0 0,0 0 0,0 0 0,0 1 0,0-1 0,4-3 0,1 0-124,1 0 0,-1 0 0,1 0 0,0 1 0,1 0 0,-1 1-1,1 0 1,0 0 0,0 1 0,15-4 0,-10 4-6702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18 24575,'-10'-4'0,"0"1"0,0 0 0,0 1 0,0 0 0,0 0 0,0 1 0,-15 0 0,21 1 0,1 0 0,-1 1 0,0 0 0,0-1 0,1 1 0,-1 1 0,0-1 0,1 0 0,-1 1 0,1 0 0,0 0 0,0 0 0,-1 0 0,1 0 0,1 0 0,-1 1 0,0 0 0,0-1 0,1 1 0,0 0 0,-1 1 0,1-1 0,-1 4 0,-3 5 0,1 0 0,1 0 0,0 1 0,1 0 0,0 0 0,1 0 0,-1 25 0,3 1 0,7 55 0,-1-56 0,1 0 0,2 0 0,2-1 0,17 40 0,74 136 0,-95-199-116,-1-1-92,1 0-1,1 0 1,0-1 0,0 1 0,20 20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44 24575,'-31'-5'0,"-15"-2"0,-3 0 0,5 0 0,7-1 0,7 3 0,6 1 0,8 4 0,5 2-8191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185 163 24575,'-10'-15'0,"-6"-11"0,0 1 0,-2 0 0,-23-23 0,38 45 0,0 0 0,-1 0 0,1 0 0,-1 0 0,-5-2 0,8 4 0,0 1 0,0-1 0,0 1 0,0 0 0,1-1 0,-1 1 0,0 0 0,0 0 0,0 0 0,0-1 0,0 1 0,0 0 0,0 0 0,0 0 0,0 1 0,0-1 0,0 0 0,0 0 0,0 0 0,0 1 0,0-1 0,0 1 0,0-1 0,1 0 0,-1 1 0,0-1 0,0 1 0,0 0 0,1-1 0,-2 2 0,-1 2 0,1 0 0,-1 0 0,1 0 0,0 0 0,0 0 0,0 0 0,1 1 0,-1-1 0,1 1 0,-1 7 0,-3 52 0,4-50 0,0 35 0,3 0 0,13 93 0,-1-73 0,31 95 0,-30-116 0,18 50 0,-28-85 0,1 0 0,0-1 0,1 0 0,0-1 0,12 15 0,-11-18-1365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420 127 24575,'-28'-16'0,"-18"-7"0,-5-3 0,0 4 0,4 5 0,4 5 0,5 5 0,4 4 0,1 2 0,6 4 0,5 2-8191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 24575,'0'0'0,"0"-1"0,0 1 0,0-1 0,-1 1 0,1-1 0,0 1 0,0 0 0,0-1 0,-1 1 0,1-1 0,0 1 0,-1 0 0,1-1 0,0 1 0,-1 0 0,1-1 0,0 1 0,-1 0 0,1 0 0,0-1 0,-1 1 0,1 0 0,-1 0 0,1 0 0,-1-1 0,0 2 0,1-1 0,0 0 0,-1 1 0,1-1 0,0 0 0,-1 1 0,1-1 0,0 0 0,0 1 0,-1-1 0,1 1 0,0-1 0,0 1 0,0-1 0,-1 1 0,1-1 0,0 1 0,0 0 0,-2 27 0,5-7 0,0 0 0,2 0 0,10 29 0,4 23 0,-17-65 0,0 1 0,1-1 0,3 10 0,-3-43 0,-3 5 0,0-9 0,4-34 0,-3 55 0,0-1 0,1 1 0,0 0 0,1-1 0,0 1 0,0 1 0,0-1 0,8-12 0,-10 19 0,0 0 0,-1 0 0,1 0 0,0 0 0,0 0 0,0 0 0,-1 1 0,1-1 0,0 0 0,0 0 0,0 1 0,0-1 0,0 1 0,1-1 0,-1 1 0,0-1 0,0 1 0,0 0 0,0-1 0,2 1 0,-1 0 0,0 0 0,0 1 0,-1-1 0,1 0 0,0 1 0,0-1 0,-1 1 0,1 0 0,0 0 0,-1-1 0,1 1 0,1 2 0,4 2 0,0 1 0,0 1 0,0 0 0,6 8 0,-11-12 0,67 91 104,8 10-1573,-68-94-5357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3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8 24575,'-1'-1'0,"0"0"0,-1 0 0,1 1 0,-1-1 0,1 0 0,-1 1 0,0-1 0,1 1 0,-1-1 0,1 1 0,-4-1 0,5 1 0,0 1 0,0-1 0,0 0 0,-1 0 0,1 0 0,0 0 0,0 0 0,0 0 0,-1 0 0,1 0 0,0 0 0,0 0 0,0 0 0,0 0 0,0 0 0,-1 1 0,1-1 0,0 0 0,0 0 0,0 0 0,0 0 0,0 0 0,0 0 0,0 1 0,-1-1 0,1 0 0,0 0 0,0 0 0,0 0 0,0 1 0,0-1 0,0 0 0,0 0 0,0 0 0,0 1 0,5 11 0,2-3 0,0-1 0,1 0 0,0 0 0,0-1 0,0 0 0,15 10 0,61 30 0,-80-45 0,40 22 0,2-2 0,0-3 0,64 19 0,-109-38 0,0 0 0,0 0 0,0 0 0,0 1 0,0-1 0,0 1 0,0-1 0,0 1 0,0-1 0,0 1 0,1 1 0,-1-2 0,-1 0 0,0 0 0,0 0 0,0 0 0,0 1 0,0-1 0,0 0 0,0 0 0,0 0 0,0 1 0,0-1 0,0 0 0,0 0 0,0 0 0,0 0 0,0 1 0,0-1 0,0 0 0,-1 0 0,1 0 0,0 0 0,0 0 0,0 1 0,0-1 0,0 0 0,0 0 0,0 0 0,0 0 0,-1 0 0,1 1 0,0-1 0,0 0 0,0 0 0,0 0 0,0 0 0,-1 0 0,1 0 0,0 0 0,-3 1 0,0 1 0,0-1 0,0-1 0,1 1 0,-1 0 0,-5 0 0,-42 5 0,-1 2 0,-78 24 0,80-13-1365,36-14-5461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1 24575,'-31'5'0,"-13"2"0,-1 0 0,1-2 0,6-1 0,7 1 0,3-1 0,5 0 0,2-1 0,3 1 0,2 0 0,4 0-8191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4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24575,'0'0'0,"0"-1"0,0 1 0,0 0 0,0 0 0,0 0 0,0 0 0,0 0 0,0 0 0,0 0 0,-1 0 0,1 0 0,0 0 0,0 0 0,0 0 0,0 0 0,0-1 0,0 1 0,0 0 0,0 0 0,0 0 0,-1 0 0,1 0 0,0 0 0,0 0 0,0 0 0,0 0 0,0 0 0,0 0 0,0 0 0,0 0 0,-1 0 0,1 0 0,0 0 0,0 0 0,0 0 0,0 0 0,0 1 0,0-1 0,0 0 0,0 0 0,0 0 0,0 0 0,-1 0 0,1 0 0,0 0 0,0 0 0,0 0 0,0 0 0,0 0 0,0 0 0,0 0 0,0 1 0,0-1 0,0 0 0,0 0 0,0 0 0,0 0 0,0 0 0,0 0 0,0 0 0,0 0 0,0 1 0,0-1 0,0 0 0,0 0 0,0 0 0,0 0 0,0 14 0,5 14 0,33 82 0,-20-27 0,-14-60 0,-4-22 0,1 1 0,-1 0 0,1 0 0,-1-1 0,1 1 0,0 0 0,0-1 0,0 1 0,0-1 0,0 1 0,0-1 0,1 1 0,-1-1 0,0 0 0,1 0 0,-1 0 0,1 0 0,-1 0 0,1 0 0,0 0 0,-1 0 0,1 0 0,0-1 0,-1 1 0,1-1 0,0 1 0,0-1 0,0 0 0,-1 0 0,4 0 0,6 1 0,0-2 0,0 1 0,21-5 0,-18 3 0,26-4 0,72-12 0,-93 14 0,0-1 0,-1 0 0,31-15 0,-21 3-1365,-18 11-5461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24575,'-5'31'0,"1"15"0,1 3 0,1-5 0,3-4 0,2-7 0,0-6 0,3-2 0,-1-4 0,0-2 0,1-2 0,0 2 0,-2-1 0,-1-2-8191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24575,'21'53'0,"-8"-10"0,-8-27 0,0-1 0,9 22 0,-10-61 0,-4 15 0,0-1 0,1 1 0,0 0 0,1 0 0,0 0 0,1 0 0,4-11 0,-6 16 0,1 1 0,-1-1 0,1 1 0,0 0 0,1 0 0,-1-1 0,0 1 0,1 1 0,0-1 0,-1 0 0,1 1 0,0-1 0,1 1 0,-1 0 0,0 0 0,1 0 0,-1 0 0,1 1 0,-1 0 0,6-2 0,-1 1 0,11-2 0,-1 0 0,36-1 0,-48 5 0,1 0 0,-1 1 0,1 0 0,0 0 0,-1 0 0,0 1 0,1 0 0,-1 0 0,0 1 0,0-1 0,0 2 0,5 3 0,-1 0-2,-2 1 0,1 0 0,-1 0 0,0 1 0,0 0 0,-1 1 0,10 18 0,8 10-1347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7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23 24575,'-8'-4'0,"3"1"0,1 1 0,-1-1 0,0 1 0,0 0 0,0 0 0,0 1 0,-1 0 0,-7-2 0,13 3 0,0 0 0,-1 0 0,1 0 0,0 0 0,0 0 0,0 0 0,0 0 0,0 0 0,0 0 0,0 0 0,0 0 0,0 0 0,0 1 0,0-1 0,-1 0 0,1 0 0,0 0 0,0 0 0,0 0 0,0 0 0,0 0 0,0 0 0,0 0 0,0 0 0,0 0 0,0 0 0,0 0 0,0 0 0,0 0 0,0 0 0,0 1 0,0-1 0,0 0 0,0 0 0,0 0 0,0 0 0,0 0 0,0 0 0,0 0 0,0 0 0,0 0 0,0 0 0,0 0 0,0 0 0,0 1 0,0-1 0,0 0 0,0 0 0,0 0 0,0 0 0,0 0 0,0 0 0,0 0 0,0 0 0,0 0 0,5 6 0,7 4 0,28 13 0,2-2 0,84 29 0,-18-7 0,-91-37 0,-13-5 0,0 0 0,-1 0 0,1 1 0,-1-1 0,1 1 0,-1 0 0,0 0 0,1 0 0,-1 1 0,4 3 0,-7-6 0,1 1 0,-1-1 0,0 1 0,0-1 0,1 1 0,-1-1 0,0 1 0,0-1 0,0 1 0,1-1 0,-1 1 0,0-1 0,0 1 0,0-1 0,0 1 0,0-1 0,0 1 0,0-1 0,0 1 0,0-1 0,-1 1 0,1 0 0,0-1 0,0 1 0,-1 0 0,1 0 0,-1 0 0,0 0 0,0 1 0,0-1 0,0 0 0,0 0 0,0 0 0,-1 0 0,-1 1 0,-2 1 0,0 0 0,-1-1 0,-8 4 0,-29 6 0,-76 10 0,-23 6 0,122-23-81,12-3-176,0 0 0,-1 1 1,1 0-1,-15 8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 24575,'0'10'0,"-3"4"0,-3 2 0,-3 0 0,-3 1 0,-2-3 0,-1-1 0,-1 0 0,0-3 0,1 0 0,-1-2 0,0 1 0,1-2 0,-3 1 0,-1-1 0,1-2 0,2-1-8191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8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1 24575,'-5'0'0,"-4"0"0,-6 0 0,-3 0 0,-4 0 0,-3 3 0,0 0 0,0 0 0,-2 0 0,1 1 0,0 1 0,-1-1 0,0 1 0,-2 1 0,2-2 0,3 2 0,3-1 0,5 0-8191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8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1 155 24575,'14'-27'0,"-3"7"0,22-32 0,-29 47 0,0 0 0,0 0 0,1 1 0,-1 0 0,1 0 0,0 0 0,0 0 0,0 0 0,1 1 0,-1 0 0,7-2 0,-10 4 0,0 0 0,-1 1 0,1-1 0,0 0 0,1 1 0,-1 0 0,0-1 0,0 1 0,0 0 0,0 0 0,0 0 0,0 0 0,0 0 0,0 1 0,0-1 0,0 1 0,0-1 0,0 1 0,0 0 0,0 0 0,0 0 0,0 0 0,0 0 0,-1 0 0,1 0 0,0 1 0,-1-1 0,1 0 0,-1 1 0,1 0 0,-1-1 0,0 1 0,0 0 0,0 0 0,0-1 0,0 1 0,1 2 0,0 2 0,0 1 0,0-1 0,-1 1 0,0-1 0,0 1 0,0 0 0,-1-1 0,0 1 0,0 0 0,-2 10 0,-2 1 0,-2 0 0,0 0 0,0-1 0,-19 33 0,14-27 0,-16 40 0,26-61 0,1 1 0,-1-1 0,0 0 0,1 0 0,0 0 0,0 0 0,-1 1 0,1-1 0,0 0 0,1 0 0,-1 0 0,0 1 0,1-1 0,-1 0 0,1 0 0,1 3 0,-1-3 0,0-1 0,0 1 0,0-1 0,1 0 0,-1 1 0,0-1 0,1 0 0,-1 0 0,1 0 0,0 0 0,-1 0 0,1 0 0,0 0 0,0 0 0,-1-1 0,1 1 0,0-1 0,0 1 0,2-1 0,11 2 0,0-1 0,0 0 0,0-1 0,17-2 0,59-13 0,-3 1 0,-41 6 0,-33 5 0,1 0 0,21 0 0,-36 3-25,1 0 0,-1 0-1,0 0 1,0 0 0,0 0 0,0 0-1,1 0 1,-1 0 0,0-1-1,0 1 1,0 0 0,0 0 0,0 0-1,1 0 1,-1 1 0,0-1-1,0 0 1,0 0 0,0 0 0,0 0-1,1 0 1,-1 0 0,0 0-1,0 0 1,0 0 0,0 0 0,0 0-1,1 0 1,-1 0 0,0 1-1,0-1 1,0 0 0,0 0 0,0 0-1,0 0 1,0 0 0,0 0 0,0 1-1,1-1 1,-1 0 0,0 0-1,0 0 1,0 0 0,0 1 0,0-1-1,0 0 1,0 0 0,0 0-1,0 0 1,0 0 0,0 1 0,0-1-1,0 0 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9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217 139 24575,'3'-2'0,"0"0"0,0 0 0,0 0 0,0-1 0,-1 1 0,1-1 0,2-3 0,-4 6 0,-1-1 0,0 1 0,1-1 0,-1 1 0,0 0 0,1-1 0,-1 1 0,0-1 0,0 1 0,1-1 0,-1 1 0,0-1 0,0 1 0,0-1 0,0 1 0,0-1 0,1 1 0,-1-1 0,0 1 0,0-1 0,0 1 0,0-1 0,-1 1 0,1-1 0,0 1 0,0-1 0,0 1 0,0-1 0,0 1 0,-1-1 0,1 1 0,0-1 0,0 1 0,-1-1 0,1 1 0,0-1 0,-1 1 0,1 0 0,-1-1 0,1 1 0,0 0 0,-1-1 0,1 1 0,-1 0 0,1 0 0,-1-1 0,1 1 0,-1 0 0,1 0 0,-1 0 0,1 0 0,-1-1 0,1 1 0,-1 0 0,1 0 0,-1 0 0,0 0 0,-6 0 0,1 0 0,-1 0 0,1 1 0,-1-1 0,1 1 0,-1 1 0,1-1 0,-1 1 0,-10 5 0,8-4 0,-1 1 0,-20 2 0,-47 8 0,76-14 0,0 0 0,-1 1 0,0-1 0,1 0 0,-1 0 0,0 0 0,1 0 0,-1 0 0,0 0 0,1 0 0,-1 0 0,0-1 0,1 1 0,-1 0 0,0-1 0,1 0 0,-2 0 0,3 1 0,0-1 0,0 1 0,0 0 0,0-1 0,0 1 0,0 0 0,0 0 0,0-1 0,0 1 0,0 0 0,0-1 0,0 1 0,0 0 0,0 0 0,0-1 0,1 1 0,-1 0 0,0 0 0,0-1 0,0 1 0,0 0 0,1 0 0,-1 0 0,0-1 0,0 1 0,1 0 0,-1 0 0,0 0 0,0 0 0,1-1 0,-1 1 0,0 0 0,0 0 0,1 0 0,10-6 0,73-20 0,-57 19 0,0-1 0,49-23 0,-49 17-682,25-18-1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0 24575,'1'0'0,"40"17"0,-39-17 0,0 1 0,0 0 0,0 1 0,-1-1 0,1 0 0,0 0 0,0 1 0,-1-1 0,1 1 0,-1-1 0,0 1 0,1 0 0,-1 0 0,0-1 0,0 1 0,2 4 0,-3-5 0,0-1 0,0 0 0,0 1 0,0-1 0,0 1 0,0-1 0,0 1 0,0-1 0,0 0 0,0 1 0,0-1 0,0 1 0,0-1 0,0 0 0,0 1 0,-1-1 0,1 1 0,0-1 0,0 0 0,0 1 0,-1-1 0,1 0 0,0 1 0,-1-1 0,1 0 0,0 0 0,-1 1 0,1-1 0,0 0 0,-1 0 0,0 1 0,-18 3 0,-216-2 0,143-4 0,83 2-278,-1 1 0,1 1 0,-18 4 0,25-6 25,-9 3-6573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24575,'-1'3'0,"1"0"0,0 0 0,-1 0 0,0 0 0,-2 5 0,-3 13 0,6-9 0,1-1 0,0 0 0,0 1 0,1-1 0,0 0 0,6 15 0,-2-7 0,2 0 0,16 31 0,-12-29 0,-3-5 0,14 20 0,-23-36 0,0 0 0,0 0 0,0 0 0,0 0 0,0 1 0,0-1 0,0 0 0,0 0 0,0 0 0,0 0 0,1 0 0,-1 0 0,0 0 0,0 0 0,0 0 0,0 0 0,0 0 0,0 0 0,0 0 0,0 0 0,0 1 0,0-1 0,1 0 0,-1 0 0,0 0 0,0 0 0,0 0 0,0 0 0,0 0 0,0 0 0,0 0 0,0 0 0,0 0 0,1 0 0,-1 0 0,0 0 0,0 0 0,0 0 0,0-1 0,0 1 0,0 0 0,0 0 0,0 0 0,0 0 0,0 0 0,1 0 0,-1 0 0,0 0 0,0 0 0,0 0 0,0 0 0,0 0 0,0 0 0,0 0 0,0-1 0,2-7 0,-1-11 0,-10-37 0,7 45 0,0 0 0,0 0 0,1 0 0,0 0 0,0-1 0,2 1 0,2-20 0,-3 30 0,1-1 0,-1 1 0,1-1 0,-1 0 0,1 1 0,0-1 0,0 1 0,0-1 0,0 1 0,0 0 0,0-1 0,0 1 0,0 0 0,0 0 0,1-1 0,-1 1 0,0 0 0,1 0 0,2-1 0,-1 1 0,0 0 0,0 0 0,1 1 0,-1-1 0,0 0 0,0 1 0,1 0 0,-1 0 0,6 1 0,3 1 0,1 0 0,-1 1 0,0 0 0,16 8 0,5 4 0,-1 3 0,0 0 0,-1 2 0,39 33 0,-65-50-170,-1 1-1,0 0 0,1 0 1,-1 1-1,-1-1 0,1 1 1,3 6-1,-1 1-6655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24575,'-4'3'0,"-1"1"0,1-1 0,0 0 0,0 1 0,0 0 0,0 0 0,1 0 0,-1 1 0,1-1 0,0 1 0,1 0 0,-1 0 0,1 0 0,0 0 0,0 0 0,0 0 0,0 8 0,1-3 0,0 0 0,1 0 0,0 1 0,1-1 0,0 0 0,0 0 0,1 0 0,5 14 0,5 11 0,2-1 0,18 32 0,-7-15 0,-23-45-120,-1-3 31,0-1 0,0 1 0,0-1 0,0 0 0,1 1 0,-1-1 1,1 0-1,-1 0 0,1 0 0,0 0 0,0 0 0,-1 0 0,5 3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1 24575,'-31'13'0,"-15"4"0,-6-1 0,2-2 0,4-2 0,4-3 0,7-3 0,4-2 0,5-2 0,4-1 0,6-1-8191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24575,'1'-5'0,"1"1"0,-1 0 0,1 0 0,0-1 0,0 1 0,0 0 0,1 0 0,0 1 0,-1-1 0,1 1 0,0-1 0,1 1 0,-1 0 0,1 0 0,-1 0 0,1 1 0,0-1 0,0 1 0,0 0 0,0 0 0,0 0 0,1 0 0,-1 1 0,0 0 0,1 0 0,-1 0 0,1 1 0,-1-1 0,8 1 0,3 0 0,0 1 0,-1 0 0,1 1 0,0 1 0,18 6 0,-10-2 0,-1 1 0,35 19 0,-52-24 0,0 0 0,-1 0 0,1 0 0,-1 1 0,0-1 0,0 1 0,0 0 0,5 7 0,-8-9 0,0-1 0,0 1 0,0-1 0,0 1 0,-1 0 0,1 0 0,0-1 0,-1 1 0,1 0 0,-1 0 0,1 0 0,-1-1 0,0 1 0,0 0 0,0 0 0,0 0 0,0 0 0,0-1 0,-1 1 0,1 0 0,-1 0 0,1 0 0,-1-1 0,1 1 0,-1 0 0,0 0 0,0-1 0,0 1 0,-1 1 0,-5 3 0,1 0 0,-1 0 0,1 0 0,-1-1 0,-1 0 0,1-1 0,-9 4 0,5-2 0,1 0 0,-18 14 0,26-19 0,1 0 0,0 0 0,-1 1 0,1-1 0,0 0 0,0 1 0,0-1 0,0 1 0,0-1 0,0 1 0,1-1 0,-1 1 0,0 0 0,1 0 0,-1-1 0,1 1 0,0 0 0,-1 3 0,2-2 0,-1 0 0,1-1 0,-1 1 0,1 0 0,0-1 0,0 1 0,0-1 0,0 1 0,0-1 0,1 1 0,1 2 0,4 4 0,1 0 0,0-1 0,1 0 0,14 12 0,0-4 0,0-1 0,39 18 0,-33-18 0,34 23 0,-60-36 0,0-1 0,-1 1 0,0 0 0,1 1 0,-1-1 0,0 0 0,0 1 0,0-1 0,0 1 0,-1 0 0,2 2 0,-2-3 0,-1-1 0,0 0 0,1 0 0,-1 0 0,0 1 0,0-1 0,0 0 0,0 0 0,0 1 0,0-1 0,0 0 0,-1 0 0,1 0 0,0 1 0,-1-1 0,1 0 0,-1 0 0,1 0 0,-1 0 0,1 0 0,-1 0 0,0 0 0,0 0 0,1 0 0,-1 0 0,0 0 0,0 0 0,0-1 0,0 1 0,0 0 0,-1 0 0,-4 3 0,0-1 0,-1 0 0,1 0 0,-1 0 0,1-1 0,-1 0 0,-8 1 0,-51 6 0,63-8 0,-198 13 0,127-9-1365,57-5-5461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9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17 24575,'-18'-13'0,"14"10"0,13 7 0,35 17 0,55 19 0,-28-13 0,33 13 0,-102-39 0,-1 0 0,1-1 0,0 1 0,-1 0 0,1 0 0,-1 0 0,1 0 0,-1 0 0,1 1 0,-1-1 0,0 0 0,1 1 0,-1-1 0,0 0 0,1 3 0,-2-4 0,0 1 0,1 0 0,-1 0 0,0 0 0,0 0 0,0 0 0,0-1 0,0 1 0,0 0 0,0 0 0,0 0 0,0 0 0,-1-1 0,1 1 0,0 0 0,0 0 0,-1 0 0,1-1 0,-1 1 0,1 0 0,-1 0 0,1-1 0,-1 1 0,1 0 0,-1-1 0,1 1 0,-1-1 0,0 1 0,1-1 0,-1 1 0,0-1 0,0 1 0,1-1 0,-2 1 0,-4 2 0,-1 0 0,1 0 0,-1 0 0,1-1 0,-1 0 0,0 0 0,-9 0 0,-53 2 0,5 0 0,-29 5-1365,79-9-5461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0 24575,'-28'5'0,"-13"5"0,-1 0 0,4 1 0,5 1 0,6 2 0,5 0 0,4-2 0,5 0 0,4-2-8191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0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50 24575,'1'-3'0,"0"-1"0,-1 1 0,1 0 0,1 0 0,-1-1 0,0 1 0,1 0 0,-1 0 0,1 0 0,4-4 0,-6 6 0,1 0 0,0 0 0,0 0 0,1 0 0,-1 1 0,0-1 0,0 0 0,0 1 0,0-1 0,1 0 0,-1 1 0,0 0 0,1-1 0,-1 1 0,0 0 0,1-1 0,-1 1 0,0 0 0,1 0 0,-1 0 0,0 0 0,1 1 0,-1-1 0,0 0 0,1 0 0,-1 1 0,0-1 0,0 1 0,3 0 0,2 3 0,0 0 0,0 0 0,0 1 0,0-1 0,-1 1 0,0 0 0,0 1 0,0-1 0,-1 1 0,5 8 0,2 3 0,-1 1 0,11 28 0,-16-34 0,-1 0 0,0 1 0,0 0 0,-1 0 0,1 17 0,-4-26 0,1 0 0,-1 0 0,0 0 0,-1 0 0,1-1 0,0 1 0,-1 0 0,0 0 0,0-1 0,0 1 0,-1-1 0,1 1 0,-1-1 0,1 1 0,-1-1 0,0 0 0,-1 0 0,1 0 0,-1 0 0,1 0 0,-1 0 0,-6 4 0,1-3 0,0 1 0,0-1 0,-1-1 0,0 0 0,0 0 0,0-1 0,0 0 0,0 0 0,0-1 0,-13 0 0,0-1 0,-1-1 0,1 0 0,-26-7 0,33 5 0,-1-1 0,1-1 0,0-1 0,0 0 0,0 0 0,1-2 0,-18-11 0,24 14 0,1-1 0,0 1 0,0-1 0,1-1 0,-1 1 0,1-1 0,1 0 0,-1 0 0,2 0 0,-1-1 0,1 0 0,0 0 0,0 0 0,-4-15 0,7 18-54,0-1-1,0 0 0,1 1 1,0-1-1,0 0 1,0 1-1,1-1 0,0 0 1,0 1-1,0-1 1,0 1-1,1 0 0,0-1 1,0 1-1,1 0 0,0 0 1,-1 0-1,2 0 1,-1 1-1,0-1 0,1 1 1,0 0-1,0 0 1,5-4-1,7-3-6771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4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24575,'1'0'0,"-1"0"0,1 0 0,0 1 0,-1-1 0,1 0 0,-1 1 0,1-1 0,0 1 0,-1-1 0,1 1 0,-1-1 0,1 1 0,-1-1 0,1 1 0,-1-1 0,0 1 0,1 0 0,-1-1 0,0 1 0,1 0 0,-1-1 0,0 1 0,0 0 0,0-1 0,1 1 0,-1 0 0,0 1 0,3 23 0,-3-22 0,1 13 0,1 0 0,1-1 0,0 1 0,1 0 0,1-1 0,0 0 0,14 28 0,-17-41 0,-1 0 0,0 0 0,1 0 0,-1 0 0,1 0 0,0 0 0,-1 0 0,1-1 0,0 1 0,0 0 0,4 1 0,-5-2 0,0-1 0,0 0 0,0 0 0,0 1 0,1-1 0,-1 0 0,0 0 0,0 0 0,0 0 0,0 0 0,0 0 0,1-1 0,-1 1 0,0 0 0,0-1 0,0 1 0,0 0 0,0-1 0,0 1 0,0-1 0,0 0 0,0 1 0,0-1 0,0 0 0,0 0 0,0 1 0,0-2 0,8-8 0,-1-1 0,-1 1 0,0-1 0,-1-1 0,0 1 0,0-1 0,4-13 0,9-19 0,-5 11 0,-12 26 0,1-1 0,0 1 0,0 0 0,0 1 0,1-1 0,0 0 0,1 1 0,6-7 0,-10 12 0,1 0 0,-1 0 0,1 0 0,-1 0 0,1 0 0,0 0 0,-1 0 0,1 1 0,0-1 0,0 1 0,0-1 0,0 1 0,-1 0 0,1 0 0,0 0 0,0 0 0,0 0 0,0 0 0,0 0 0,-1 1 0,1-1 0,0 1 0,0-1 0,0 1 0,-1 0 0,1-1 0,0 1 0,-1 0 0,3 2 0,5 3 0,0 1 0,-1 0 0,15 15 0,-17-16 0,79 71 109,7 8-1583,-82-75-5352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5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29 24575,'10'-22'0,"-10"22"0,0 0 0,1 0 0,-1 0 0,0-1 0,0 1 0,0 0 0,0 0 0,0-1 0,0 1 0,0 0 0,0 0 0,0 0 0,0-1 0,0 1 0,0 0 0,0 0 0,0-1 0,0 1 0,0 0 0,0 0 0,-1 0 0,1-1 0,0 1 0,0 0 0,0 0 0,0 0 0,0-1 0,0 1 0,-1 0 0,1 0 0,-1 0 0,1 0 0,-1 0 0,0 0 0,0 0 0,1 0 0,-1 1 0,0-1 0,1 0 0,-1 0 0,0 1 0,1-1 0,-1 0 0,1 1 0,-1-1 0,0 2 0,-28 18 0,14-8 0,-1-1 0,0-1 0,-33 16 0,27-18 0,-1-1 0,0-1 0,0 0 0,0-2 0,-1-1 0,1-1 0,-1 0 0,-24-3 0,89 11 0,-15-3 0,93 26-12,-72-17-326,1-3-1,0-2 1,51 4 0,-79-13-6488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24575,'4'2'0,"0"1"0,0-1 0,0 0 0,0 0 0,0-1 0,0 1 0,0-1 0,1 0 0,-1 0 0,7 0 0,5 2 0,373 123 0,-374-120-1365,-5 0-5461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6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24575,'14'-6'0,"0"1"0,0 0 0,0 1 0,1 0 0,0 1 0,27-1 0,-17 3 0,0 1 0,-1 1 0,33 5 0,-31-1 0,1 0 0,41 16 0,-66-21 0,0 1 0,0 0 0,0 0 0,0 0 0,0 0 0,0 1 0,0-1 0,-1 0 0,1 1 0,-1 0 0,4 2 0,-5-3 0,0 0 0,1-1 0,-1 1 0,0 0 0,0 0 0,0-1 0,1 1 0,-1 0 0,0 0 0,0 0 0,0-1 0,0 1 0,0 0 0,0 0 0,0-1 0,-1 1 0,1 0 0,0 0 0,0-1 0,0 1 0,-1 0 0,1 0 0,-1-1 0,1 1 0,0 0 0,-1-1 0,1 1 0,-1-1 0,1 1 0,-1 0 0,0-1 0,1 1 0,-1-1 0,1 0 0,-1 1 0,-1 0 0,-4 2 0,0 1 0,0-1 0,0 0 0,0 0 0,-1-1 0,-13 4 0,-44 5 0,37-8 0,4 1 0,3-2 0,0 2 0,-25 7 0,43-11 0,1 0 0,-1 1 0,1-1 0,-1 1 0,1 0 0,-1-1 0,1 1 0,0 0 0,0 0 0,-1-1 0,1 1 0,0 0 0,0 0 0,0 1 0,0-1 0,0 0 0,0 0 0,0 0 0,0 1 0,1-1 0,-1 0 0,0 1 0,1-1 0,-1 1 0,0 1 0,2-1 0,-1 1 0,0-1 0,0 1 0,1-1 0,0 1 0,-1-1 0,1 0 0,0 1 0,0-1 0,0 0 0,0 0 0,1 0 0,-1 0 0,4 4 0,4 5 0,0-1 0,1 0 0,0-1 0,19 14 0,51 28 0,-44-29 0,22 12 0,-16-9 0,47 35 0,-85-56 0,1 0 0,-1 0 0,0 0 0,0 0 0,0 1 0,0 0 0,-1-1 0,4 7 0,-7-10 0,1 0 0,-1 1 0,1-1 0,-1 0 0,0 1 0,1-1 0,-1 1 0,0-1 0,0 0 0,0 1 0,0-1 0,0 1 0,0-1 0,0 0 0,0 1 0,-1-1 0,1 0 0,-1 1 0,1-1 0,-1 0 0,1 0 0,-1 1 0,0-1 0,1 0 0,-1 0 0,0 0 0,0 0 0,0 0 0,0 0 0,0 0 0,0 0 0,0 0 0,0 0 0,-1-1 0,1 1 0,0 0 0,0-1 0,-3 2 0,-9 2 0,1 0 0,-1-1 0,1 0 0,-1 0 0,-26 0 0,19-1 0,-30 0-20,0-3 0,-89-11-1,57 4-1283,46 5-5522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0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24575,'-6'-8'0,"5"11"0,5 16 0,20 36 0,11 29 0,-29-66 0,2 8 0,15 32 0,-19-51 0,-1 0 0,1 0 0,1 0 0,-1-1 0,1 0 0,1 1 0,-1-2 0,13 11 0,-16-14 0,1 0 0,0-1 0,0 1 0,0-1 0,0 0 0,0 0 0,0 0 0,0 0 0,0-1 0,0 1 0,1-1 0,-1 0 0,0 0 0,0 0 0,1 0 0,-1-1 0,0 1 0,0-1 0,0 0 0,0 0 0,0 0 0,0 0 0,0 0 0,0-1 0,0 1 0,3-3 0,2-1 0,0-1 0,-1 0 0,0 0 0,0 0 0,-1-1 0,0 0 0,0 0 0,5-8 0,-3 2 0,-1 0 0,0 0 0,-2-1 0,1 1 0,-2-1 0,0-1 0,0 1 0,-1 0 0,1-29 0,-4 42 0,0 1 0,0 0 0,0-1 0,0 1 0,0 0 0,0-1 0,0 1 0,0-1 0,0 1 0,0 0 0,0-1 0,0 1 0,0 0 0,0-1 0,0 1 0,1 0 0,-1-1 0,0 1 0,0 0 0,0-1 0,0 1 0,1 0 0,-1-1 0,0 1 0,0 0 0,1 0 0,-1-1 0,7 9 0,6 24 0,-11-27 0,8 16 0,0-1 0,1 0 0,1 0 0,1-2 0,1 1 0,0-2 0,2 1 0,0-2 0,23 19 0,-37-33-170,0-1-1,0 1 0,0-1 1,0 0-1,0 1 0,0-1 1,5 2-1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1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58 24575,'-19'-12'0,"0"1"0,-26-11 0,39 20 0,0 0 0,0 0 0,0 0 0,-1 0 0,1 1 0,-1 0 0,1 1 0,-1-1 0,1 1 0,-1 1 0,1-1 0,-9 2 0,13-1 0,-1 0 0,0 0 0,1 0 0,-1 0 0,1 0 0,-1 0 0,1 1 0,0-1 0,-1 1 0,1 0 0,0-1 0,0 1 0,0 0 0,0 1 0,0-1 0,1 0 0,-1 0 0,1 1 0,-1-1 0,1 1 0,0-1 0,0 1 0,0-1 0,0 1 0,1 0 0,-2 3 0,2-1 0,0 1 0,-1-1 0,1 0 0,1 0 0,-1 0 0,1 1 0,0-1 0,0 0 0,1 0 0,-1 0 0,1 0 0,0 0 0,3 4 0,21 34 0,-9-14 0,0 1 0,21 53 0,6 71 0,-17-49 0,-23-92 0,-1-1 0,1 0 0,0 0 0,1 0 0,9 16 0,-12-25 0,0 0 0,1 1 0,0-1 0,0 0 0,0 0 0,0 0 0,0-1 0,0 1 0,1-1 0,-1 1 0,1-1 0,0 0 0,0-1 0,0 1 0,-1-1 0,2 1 0,5 0 0,-5-1-59,-1 0 0,1-1-1,-1 1 1,1-1-1,0 0 1,0-1 0,-1 1-1,1-1 1,-1 0 0,1 0-1,-1 0 1,1 0 0,-1-1-1,1 0 1,-1 0-1,0 0 1,0-1 0,0 1-1,0-1 1,-1 0 0,1 0-1,5-7 1,-1 1-6767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2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28 24575,'0'0'0,"-1"-1"0,1 1 0,0 0 0,-1 0 0,1-1 0,-1 1 0,1 0 0,-1 0 0,1 0 0,-1-1 0,1 1 0,-1 0 0,1 0 0,-1 0 0,0 0 0,1 0 0,-1 0 0,1 0 0,-1 0 0,1 0 0,-1 0 0,1 0 0,-1 1 0,1-1 0,-1 0 0,1 0 0,-1 0 0,1 1 0,-1-1 0,0 1 0,1 0 0,0 0 0,-1 0 0,1-1 0,0 1 0,0 0 0,0 0 0,-1 0 0,1 0 0,0 0 0,0 0 0,0-1 0,1 1 0,-1 0 0,0 2 0,2 3 0,-1 0 0,1 0 0,5 10 0,-3-9 0,0-1 0,0 1 0,1-1 0,-1 0 0,1-1 0,0 1 0,1-1 0,7 6 0,-11-10 0,-1 0 0,1 1 0,0-1 0,0 0 0,-1 0 0,1 0 0,0-1 0,0 1 0,0 0 0,0-1 0,0 1 0,0-1 0,0 0 0,0 1 0,0-1 0,0 0 0,0 0 0,0-1 0,1 1 0,-1 0 0,0-1 0,0 1 0,0-1 0,0 1 0,-1-1 0,1 0 0,0 0 0,0 0 0,0 0 0,-1 0 0,1-1 0,0 1 0,-1 0 0,3-3 0,-2 1 0,1 0 0,-1 0 0,0 0 0,0-1 0,0 1 0,-1 0 0,1-1 0,-1 1 0,0-1 0,1-4 0,0-3 0,1-22 0,-2 16 0,-1 15 0,0 1 0,0-1 0,1 1 0,-1 0 0,0-1 0,0 1 0,1 0 0,-1-1 0,1 1 0,-1 0 0,1-1 0,0 1 0,-1 0 0,1 0 0,0 0 0,0 0 0,1-2 0,-1 2 0,0 1 0,0-1 0,0 1 0,0 0 0,0-1 0,0 1 0,0 0 0,0 0 0,0-1 0,0 1 0,0 0 0,0 0 0,0 0 0,0 0 0,0 0 0,0 1 0,0-1 0,2 1 0,2 1 0,1 0 0,-1 1 0,0-1 0,0 1 0,0 1 0,8 6 0,50 44 0,-21-17 0,52 34 0,-80-62-1365,-1-2-5461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24575,'4'-3'0,"0"-1"0,0 0 0,0 1 0,1 0 0,-1 0 0,1 0 0,0 1 0,0 0 0,0 0 0,8-3 0,-11 5 0,1-1 0,0 1 0,-1 0 0,1-1 0,0 1 0,-1 0 0,1 1 0,-1-1 0,1 0 0,0 1 0,-1 0 0,1-1 0,-1 1 0,1 0 0,-1 0 0,1 1 0,-1-1 0,0 0 0,0 1 0,0-1 0,0 1 0,0 0 0,2 2 0,13 15 0,-1 0 0,-1 1 0,-1 1 0,-1 1 0,18 40 0,-9-7 0,19 74 0,18 83 0,-54-194 0,14 30 0,1 4 0,-19-51 0,-1 0 0,1 0 0,-1 1 0,0-1 0,0 0 0,0 0 0,1 1 0,-1-1 0,-1 0 0,1 1 0,0-1 0,0 0 0,0 0 0,-1 1 0,1-1 0,0 0 0,-1 0 0,1 0 0,-1 1 0,0-1 0,1 0 0,-1 0 0,0 0 0,0 0 0,0 0 0,1 0 0,-1 0 0,0-1 0,0 1 0,0 0 0,-1 0 0,1-1 0,0 1 0,0-1 0,-2 2 0,-5 0 0,0 1 0,0-1 0,0 0 0,-13 1 0,6-1 0,-89 25 0,99-26 0,-6 3-1365,2 1-5461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3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 24575,'-54'-1'0,"-60"2"0,87 3 0,20-2 0,0-1 0,0 0 0,0-1 0,-14 0 0,6-2-1365,2 0-5461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0 24575,'-29'0'0,"-11"0"0,-2 0 0,3 0 0,7 0 0,5 0 0,5 0 0,4 0 0,2 0 0,1 0 0,1 3 0,0 1 0,0-1 0,-1-1 0,3 0-8191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94 24575,'-12'-12'0,"0"1"0,-1 1 0,0 0 0,-27-16 0,33 22 0,-1 1 0,0 0 0,0 0 0,0 0 0,0 1 0,0 0 0,-1 0 0,1 1 0,0 0 0,-1 1 0,-10 0 0,16 1 0,-1 0 0,1 0 0,0 0 0,0 0 0,0 0 0,0 1 0,0-1 0,0 1 0,0 0 0,1 0 0,-1 0 0,1 0 0,-1 0 0,1 1 0,0-1 0,0 1 0,0-1 0,0 1 0,0 0 0,1 0 0,-3 4 0,1 1 0,-1 0 0,2 0 0,-1 0 0,1 0 0,0 0 0,1 0 0,-1 12 0,2-13 0,1 0 0,-1 0 0,1 0 0,1 0 0,0 0 0,0 0 0,0-1 0,1 1 0,0-1 0,0 1 0,6 8 0,7 8 0,31 35 0,-16-21 0,135 170 0,-159-198 0,-1 0 0,0 1 0,0-1 0,-1 1 0,0 0 0,5 19 0,-9-27 0,0 0 0,-1 1 0,1-1 0,-1 0 0,0 1 0,0-1 0,1 1 0,-2-1 0,1 1 0,0-1 0,0 0 0,-1 1 0,0-1 0,1 0 0,-1 1 0,0-1 0,0 0 0,0 0 0,0 0 0,-1 0 0,1 0 0,-1 0 0,1 0 0,-1 0 0,1 0 0,-1-1 0,0 1 0,0-1 0,0 1 0,0-1 0,0 0 0,0 0 0,0 1 0,-1-2 0,1 1 0,-4 1 0,0 0 0,0-1 0,0 0 0,-1 0 0,1-1 0,0 0 0,0 0 0,0 0 0,0-1 0,0 0 0,0 0 0,0 0 0,-11-5 0,4 2 0,0-2 0,1 0 0,-1 0 0,-17-14 0,26 18 0,1-1 0,-1 0 0,1 0 0,0 0 0,0 0 0,0-1 0,0 1 0,1-1 0,-1 1 0,-2-6 0,5 7 0,-1 1 0,1-1 0,-1 1 0,1 0 0,0-1 0,0 1 0,0-1 0,0 1 0,0-1 0,0 1 0,0-1 0,0 1 0,0-1 0,1 1 0,-1 0 0,1-1 0,-1 1 0,1-1 0,-1 1 0,1 0 0,0 0 0,0-1 0,-1 1 0,1 0 0,0 0 0,0 0 0,0 0 0,1 0 0,-1 0 0,0 0 0,0 0 0,0 0 0,1 1 0,0-2 0,9-3-227,-1 0-1,1 1 1,0 0-1,0 1 1,13-2-1,-10 2-6598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68 24575,'-6'-7'0,"0"-1"0,-1 1 0,0 1 0,0-1 0,0 1 0,-14-8 0,18 12 0,0 0 0,0 1 0,0 0 0,0-1 0,-1 1 0,1 0 0,0 1 0,-1-1 0,1 0 0,-1 1 0,1 0 0,-1 0 0,1 0 0,0 0 0,-1 1 0,1-1 0,-1 1 0,1 0 0,0 0 0,-1 0 0,-3 2 0,-1 2 0,0-1 0,0 1 0,0 0 0,1 1 0,-1 0 0,1 0 0,1 1 0,-10 10 0,12-12 0,1 1 0,-1 0 0,1-1 0,0 1 0,0 0 0,1 1 0,0-1 0,0 0 0,0 1 0,1-1 0,0 1 0,-1 10 0,2-5 0,1 0 0,0 0 0,1 0 0,0 0 0,1 0 0,4 11 0,31 68 0,-24-62 0,16 49 0,-21-44 0,-2-1 0,4 49 0,-4-32 0,1 22 0,-8-68 0,0-1 0,0 1 0,0-1 0,1 1 0,0-1 0,-1 0 0,1 1 0,1-1 0,-1 0 0,2 4 0,-2-6 0,0 1 0,0-1 0,1 1 0,-1-1 0,0 0 0,1 1 0,-1-1 0,1 0 0,0 0 0,-1 0 0,1 0 0,0 0 0,-1-1 0,1 1 0,0 0 0,0-1 0,0 0 0,0 1 0,-1-1 0,3 0 0,36 2 0,49-3 0,-18-1 0,-64 2-115,-1 0-135,-1 0 0,1 0 0,-1-1 0,8-1 0,-3-1-6576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7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 24575,'-1'-1'0,"1"1"0,-1 0 0,0-1 0,1 1 0,-1 0 0,0-1 0,1 1 0,-1 0 0,0 0 0,1 0 0,-1 0 0,0-1 0,1 1 0,-1 0 0,0 0 0,1 0 0,-1 1 0,0-1 0,1 0 0,-1 0 0,0 0 0,1 0 0,-1 1 0,0-1 0,1 0 0,-2 1 0,2 0 0,-1 0 0,1-1 0,-1 1 0,0 0 0,1 0 0,0 0 0,-1 0 0,1 0 0,0 0 0,-1 0 0,1 0 0,0 0 0,0 0 0,0 0 0,0 1 0,0 3 0,0 1 0,1-1 0,-1 0 0,1 0 0,0 0 0,3 5 0,-1-3 0,1 1 0,0-1 0,0 1 0,1-1 0,0-1 0,1 1 0,6 6 0,-9-10 0,0 0 0,0 0 0,1 0 0,0 0 0,-1-1 0,1 1 0,0-1 0,0 0 0,0 0 0,0 0 0,1-1 0,-1 0 0,0 0 0,10 2 0,-13-3 0,1 0 0,0 0 0,0-1 0,0 1 0,0 0 0,-1 0 0,1-1 0,0 1 0,0-1 0,-1 0 0,1 0 0,0 1 0,-1-1 0,1 0 0,-1 0 0,1 0 0,-1-1 0,1 1 0,-1 0 0,2-3 0,0-1 0,0 1 0,0-1 0,-1 0 0,0-1 0,3-6 0,-4 6 0,1 1 0,0 0 0,1 0 0,5-9 0,-7 13 0,0-1 0,0 1 0,0 0 0,0 0 0,0 0 0,1 0 0,-1 0 0,0 1 0,1-1 0,-1 0 0,1 0 0,-1 1 0,1-1 0,-1 1 0,1 0 0,-1-1 0,1 1 0,-1 0 0,1 0 0,0 0 0,-1 0 0,1 0 0,-1 0 0,1 0 0,-1 1 0,1-1 0,0 1 0,-1-1 0,0 1 0,3 0 0,4 3 0,1 1 0,-1-1 0,15 12 0,-16-10 0,65 49 67,28 19-1499,-90-68-5394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7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24575,'9'-5'0,"0"1"0,1 0 0,-1 1 0,1-1 0,0 2 0,0 0 0,0 0 0,0 0 0,0 2 0,1-1 0,-1 1 0,0 0 0,15 3 0,-17-1 0,1 0 0,-1 0 0,0 1 0,10 5 0,-15-7 0,0 1 0,0 0 0,-1 0 0,1 0 0,-1 0 0,1 1 0,-1-1 0,0 1 0,0-1 0,0 1 0,0 0 0,-1 0 0,1 0 0,1 4 0,35 98 0,31 143 0,-59-210 0,-6-17 0,2-1 0,1 0 0,0 0 0,11 20 0,-12-30 0,-4-7 0,0 0 0,0 1 0,0-1 0,-1 1 0,3 6 0,-4-10 0,0 1 0,0 0 0,0 0 0,0 0 0,0 0 0,0 0 0,0 0 0,0 0 0,0 0 0,0 0 0,-1 0 0,1-1 0,0 1 0,0 0 0,-1 0 0,1 0 0,-1 0 0,1-1 0,-1 1 0,1 0 0,-1 0 0,0-1 0,1 1 0,-1 0 0,0-1 0,1 1 0,-1-1 0,0 1 0,-1 0 0,-5 2-136,-1 1-1,1-1 1,-1-1-1,0 0 1,0 0-1,0 0 1,0-1-1,-1 0 0,-14 0 1,7-1-6690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8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24575,'1'17'0,"1"-1"0,0 1 0,1-1 0,0 0 0,12 31 0,38 74 0,-46-107 0,-6-11-68,0-1 0,0 1-1,0-1 1,1 0 0,-1 1 0,1-1-1,-1 0 1,1 0 0,0 0 0,0 0-1,0 0 1,0 0 0,0-1 0,0 1-1,0-1 1,1 1 0,-1-1 0,0 0-1,4 1 1,4 1-6758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8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32 24575,'-31'-5'0,"-16"-2"0,-4 1 0,3 0 0,8 3 0,7 0 0,8 2 0,2 1 0,3 2 0,2 2 0,4-1-8191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9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30 24575,'-24'-8'0,"-36"-9"0,52 15 0,1 1 0,-1 0 0,0 0 0,1 1 0,-1 0 0,0 1 0,1-1 0,-1 1 0,-8 3 0,13-4 0,1 1 0,-1 0 0,1 0 0,-1 1 0,1-1 0,0 0 0,0 1 0,0 0 0,-1-1 0,1 1 0,1 0 0,-1 0 0,0 0 0,0 0 0,-2 5 0,2-3 0,0 0 0,0 1 0,1-1 0,-1 0 0,1 1 0,0 0 0,1-1 0,-1 8 0,1 2 0,0 0 0,2 0 0,-1 0 0,2 0 0,4 15 0,-1-12 0,1 1 0,1-1 0,1 0 0,0 0 0,1-1 0,1 0 0,18 20 0,-7-13 0,48 39 0,-60-53 0,-2-3 0,6 5 0,-1 1 0,0 0 0,-1 0 0,17 23 0,-27-32 0,1 1 0,-1-1 0,0 1 0,-1 0 0,1 0 0,-1 0 0,0 0 0,0 0 0,0 0 0,1 7 0,-2-7 0,-1-1 0,1 0 0,0 0 0,-1 0 0,0 0 0,0 0 0,0-1 0,0 1 0,0 0 0,0 0 0,-1-1 0,0 1 0,1 0 0,-1-1 0,0 0 0,-3 4 0,1-3 0,1 0 0,-1-1 0,0 1 0,0-1 0,0 0 0,0 0 0,0 0 0,-1-1 0,1 1 0,-1-1 0,1 0 0,-1 0 0,1-1 0,-8 1 0,-1-1 0,0 0 0,0-1 0,-25-4 0,29 3 0,-1-1 0,1 0 0,0 0 0,-13-7 0,19 8 0,-1 0 0,1 0 0,0 0 0,0 0 0,0-1 0,0 1 0,0-1 0,0 0 0,1 0 0,-1 1 0,1-2 0,0 1 0,0 0 0,-2-4 0,4 6 0,-1 0 0,1-1 0,0 1 0,-1 0 0,1 0 0,0-1 0,0 1 0,0 0 0,0 0 0,0-1 0,0 1 0,0 0 0,1 0 0,-1 0 0,0-1 0,1 1 0,-1 0 0,2-2 0,-1 1 0,0 0 0,1 0 0,-1 0 0,1 1 0,0-1 0,0 0 0,-1 1 0,1 0 0,3-3 0,5 0 0,-1-1 0,1 2 0,17-6 0,-19 7 0,79-24-1365,-77 22-5461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0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11 24575,'-13'-3'0,"0"0"0,0 1 0,0 1 0,0 0 0,0 1 0,0 0 0,0 1 0,0 1 0,-22 5 0,33-7 0,1 1 0,-1-1 0,0 1 0,0 0 0,1-1 0,-1 1 0,0 0 0,1 0 0,-1 0 0,1 0 0,-1 1 0,1-1 0,0 0 0,-1 0 0,1 1 0,0-1 0,0 1 0,0-1 0,0 1 0,0 0 0,0-1 0,1 1 0,-1 0 0,0 0 0,1-1 0,0 1 0,-1 0 0,1 0 0,0 0 0,0 0 0,0 0 0,0-1 0,0 1 0,0 0 0,0 0 0,2 2 0,1 7 0,1-1 0,0 0 0,0 0 0,1 0 0,8 10 0,-2-1 0,55 118 0,-55-109 0,-2 1 0,13 60 0,-4 59 0,-17-116 0,3-1 0,0 0 0,18 60 0,-21-89 0,0 1 0,0 0 0,1 0 0,-1-1 0,1 1 0,0 0 0,0-1 0,0 0 0,0 1 0,0-1 0,0 0 0,1 0 0,-1 0 0,1-1 0,0 1 0,-1-1 0,1 1 0,0-1 0,0 0 0,0 0 0,0 0 0,4 1 0,5 0 0,1-1 0,-1-1 0,0 1 0,18-3 0,2 0 0,-13 2-113,-13 1-12,1-1 0,0 0-1,0 0 1,-1-1 0,1 0 0,0 0 0,-1-1-1,1 1 1,11-6 0,-8 1-6701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24575,'-1'0'0,"0"0"0,0 0 0,0 0 0,0 0 0,0 0 0,0 0 0,0 0 0,0 1 0,0-1 0,0 0 0,1 1 0,-1-1 0,0 1 0,0-1 0,0 1 0,0-1 0,1 1 0,-1-1 0,0 1 0,1 0 0,-1-1 0,0 1 0,1 0 0,-1 1 0,0 0 0,0 0 0,1 0 0,-1 0 0,0 0 0,1 0 0,0 0 0,0 0 0,-1 0 0,1 0 0,1 4 0,0 2 0,0 1 0,1-1 0,0 0 0,5 12 0,-4-12 0,1-1 0,0 1 0,0-1 0,1 0 0,-1 0 0,2 0 0,-1-1 0,11 11 0,-14-15 0,0 0 0,1 0 0,-1-1 0,1 1 0,-1 0 0,1-1 0,-1 0 0,1 1 0,0-1 0,0 0 0,0 0 0,0-1 0,-1 1 0,1-1 0,0 1 0,0-1 0,0 0 0,0 0 0,0 0 0,0-1 0,0 1 0,0-1 0,0 1 0,0-1 0,0 0 0,0 0 0,4-3 0,-5 3 0,0 0 0,0-1 0,0 1 0,0-1 0,0 1 0,0-1 0,0 0 0,-1 0 0,1 0 0,0 0 0,-1 0 0,0 0 0,0 0 0,1 0 0,-1-1 0,-1 1 0,3-5 0,-2-1 0,0 1 0,-1-1 0,1 1 0,-2-12 0,0 14 0,1 0 0,-1 0 0,1 1 0,0-1 0,1 0 0,-1 0 0,1 1 0,0-1 0,0 0 0,1 1 0,-1-1 0,1 1 0,2-6 0,-3 10 0,0-1 0,-1 0 0,1 0 0,-1 1 0,1-1 0,0 0 0,0 1 0,-1-1 0,1 1 0,0-1 0,0 1 0,0-1 0,0 1 0,0 0 0,0-1 0,0 1 0,-1 0 0,1 0 0,0-1 0,2 1 0,-1 0 0,0 1 0,0-1 0,0 0 0,0 1 0,0-1 0,0 1 0,0 0 0,0 0 0,3 1 0,1 2 0,-1 0 0,1 1 0,-1-1 0,9 10 0,49 59 0,25 27 0,-80-91-1365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1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13 24575,'-8'-5'0,"-5"1"0,-3 1 0,2 3 0,-1 3 0,1 2 0,-2 1 0,-2 0 0,0-2 0,3-2-8191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1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24575,'5'31'0,"5"16"0,0 1 0,1-1 0,-1-6 0,0-8 0,-2-7 0,1-5 0,-1-3 0,0-3 0,1-1 0,0 0 0,-2-3-8191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2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1 132 24575,'50'-69'0,"-43"61"0,0 1 0,0-1 0,1 1 0,0 1 0,0-1 0,9-4 0,-15 10 0,1-1 0,-1 1 0,0 0 0,0 1 0,0-1 0,1 0 0,-1 1 0,0-1 0,1 1 0,-1 0 0,1-1 0,-1 1 0,0 0 0,1 1 0,-1-1 0,1 0 0,3 2 0,-3-1 0,0 1 0,1-1 0,-1 1 0,0 0 0,0 0 0,0 0 0,0 1 0,0-1 0,0 1 0,3 3 0,3 6 0,-1 1 0,1 0 0,-2 0 0,8 19 0,-15-32 0,9 21 0,-1 0 0,-1 0 0,6 37 0,4 70 0,-4-26 0,14 19 0,-21-102 0,1 0 0,0-1 0,2 1 0,11 18 0,-14-29 0,-1 0 0,-1 1 0,1 0 0,-1 0 0,-1 0 0,1 1 0,-2-1 0,1 1 0,-1 0 0,-1-1 0,0 1 0,0 16 0,-2-24 0,1 0 0,-1 0 0,1 0 0,-1 0 0,0 0 0,0 0 0,0 0 0,0 0 0,0 0 0,0 0 0,0-1 0,-1 1 0,1 0 0,-1-1 0,1 1 0,-1-1 0,1 0 0,-1 1 0,0-1 0,0 0 0,0 0 0,0 0 0,0 0 0,0-1 0,0 1 0,0 0 0,0-1 0,-3 1 0,-7 1 0,0 0 0,0-1 0,-21-1 0,24 0 0,-50-1-1365,43 0-5461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2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24575,'0'10'0,"0"6"0,0 3 0,0 1 0,0 0 0,2 1 0,2 0 0,2-1 0,0-2 0,1-1 0,3 0 0,0-2 0,-1 1 0,0-4-8191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3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48 24575,'-28'-8'0,"-15"-2"0,-3 0 0,4 2 0,7 2 0,7 3 0,5 1 0,4 1 0,2 4 0,3 1 0,2 2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3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96 24575,'-14'-12'0,"-45"-37"0,53 44 0,-1 0 0,-1 1 0,1 0 0,0 0 0,-1 1 0,-14-5 0,21 8 0,0 0 0,0-1 0,0 1 0,0 0 0,0 0 0,0 0 0,-1 0 0,1 0 0,0 0 0,0 0 0,0 0 0,0 1 0,0-1 0,0 0 0,0 1 0,0-1 0,0 0 0,0 1 0,0-1 0,0 1 0,1 0 0,-1-1 0,0 1 0,0 0 0,0-1 0,1 1 0,-1 0 0,0 0 0,1 0 0,-1 0 0,1 0 0,-1 0 0,1-1 0,-1 1 0,1 0 0,-1 0 0,1 1 0,0-1 0,0 1 0,-2 6 0,1-1 0,1 1 0,0-1 0,1 12 0,-1-13 0,1 9 0,1 0 0,0-1 0,1 0 0,1 1 0,0-1 0,1-1 0,1 1 0,13 23 0,-3-10 0,3-1 0,0 0 0,22 22 0,-27-32 0,74 74 0,-82-85 0,11 11 0,20 21 0,-33-33 0,0 1 0,0-1 0,-1 1 0,0 0 0,0 0 0,0 1 0,-1-1 0,0 0 0,0 1 0,2 8 0,-4-13 0,1 0 0,-1 0 0,0 0 0,0 0 0,0 0 0,0 0 0,0 0 0,-1 0 0,1 0 0,0 0 0,0 0 0,-1 0 0,1 0 0,0 0 0,-1 0 0,1-1 0,-1 1 0,1 0 0,-1 0 0,1 0 0,-2 1 0,0-1 0,1 0 0,-1 0 0,0 0 0,1 0 0,-1 0 0,0 0 0,0-1 0,1 1 0,-1 0 0,-4 0 0,-3 0 0,1-1 0,-1 0 0,-17-1 0,15-1 0,0 0 0,1 0 0,-1-1 0,1 0 0,-1-1 0,1 0 0,-11-7 0,3 1 0,0-2 0,-28-23 0,45 34 0,-1 0 0,1 0 0,-1-1 0,1 1 0,-1-1 0,1 1 0,0-1 0,0 0 0,0 1 0,0-1 0,0 0 0,-1-2 0,2 3 0,0 0 0,0 1 0,0-1 0,0 0 0,1 0 0,-1 0 0,0 1 0,0-1 0,0 0 0,1 0 0,-1 0 0,0 1 0,1-1 0,-1 0 0,1 0 0,-1 1 0,1-1 0,-1 1 0,1-1 0,-1 0 0,1 1 0,-1-1 0,1 1 0,0-1 0,-1 1 0,1-1 0,0 1 0,0 0 0,-1-1 0,1 1 0,0 0 0,1-1 0,4-1 17,0 0-1,1 1 0,0-1 1,-1 1-1,1 0 1,12 1-1,16-3-1496,-21 0-5346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4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85 24575,'-19'-12'0,"-55"-33"0,65 40 0,-1 1 0,0 0 0,0 0 0,0 1 0,-19-3 0,26 5 0,0 1 0,1 0 0,-1 0 0,0 0 0,0 0 0,1 0 0,-1 1 0,1-1 0,-1 1 0,0 0 0,1-1 0,-1 1 0,1 1 0,-1-1 0,1 0 0,0 0 0,-3 3 0,2-2 0,0 1 0,1 0 0,-1 0 0,1 0 0,-1 1 0,1-1 0,0 1 0,0-1 0,1 1 0,-3 5 0,1 2 0,0 1 0,0 0 0,1 0 0,1 0 0,0 0 0,1 20 0,2-15 0,0-1 0,1 0 0,1 0 0,0 0 0,7 16 0,38 76 0,-17-39 0,40 104 0,-65-154 0,-2 1 0,0 1 0,2 26 0,3 12 0,-10-57 0,1 1 0,-1-1 0,1 0 0,0 0 0,0 0 0,-1 1 0,2-1 0,-1 0 0,0 0 0,0 0 0,1 0 0,-1-1 0,1 1 0,-1 0 0,1-1 0,0 1 0,0-1 0,0 1 0,0-1 0,0 0 0,0 0 0,0 0 0,0 0 0,0 0 0,1 0 0,-1-1 0,0 1 0,0-1 0,5 1 0,5-1 0,0 0 0,0-1 0,0 0 0,22-6 0,6 0 0,-11 5-10,-13 1-667,26-4-1,-28 1-6148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4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24575,'1'6'0,"-1"-1"0,1 0 0,0 0 0,1 0 0,-1 0 0,1 0 0,0 0 0,0-1 0,0 1 0,4 4 0,6 9 0,14 17 0,-18-25 0,-1 0 0,1-2 0,0 1 0,0-1 0,1 0 0,0 0 0,11 6 0,-18-12 0,1-1 0,0 1 0,0-1 0,0 0 0,0 0 0,0 0 0,0 0 0,0 0 0,0-1 0,1 0 0,4 1 0,-5-2 0,-1 1 0,1 0 0,-1-1 0,0 0 0,1 0 0,-1 0 0,0 0 0,0 0 0,0 0 0,0 0 0,0-1 0,0 1 0,0-1 0,0 1 0,0-1 0,0 0 0,1-2 0,0-1 0,0 0 0,-1 1 0,0-1 0,0 0 0,0 0 0,-1 0 0,0 0 0,0 0 0,0 0 0,0-1 0,-1-5 0,0 6 0,0 0 0,1 0 0,0 1 0,-1-1 0,1 0 0,1 0 0,-1 1 0,1-1 0,0 1 0,0-1 0,0 1 0,5-8 0,-6 11 0,0 1 0,0-1 0,0 0 0,0 0 0,0 1 0,0-1 0,0 0 0,0 1 0,0-1 0,0 1 0,0-1 0,0 1 0,0 0 0,0-1 0,0 1 0,1 0 0,-1 0 0,0 0 0,2 0 0,-1 0 0,0 1 0,0-1 0,1 1 0,-1-1 0,0 1 0,0 0 0,0 0 0,0 0 0,3 2 0,3 4 0,0-1 0,0 1 0,10 13 0,-12-13 0,27 30 0,34 34 0,-35-39-1365,-21-18-5461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5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82 24575,'-28'-18'0,"-13"-6"0,-1 4 0,4 7 0,5 7 0,6 6 0,3 6 0,2 5 0,6 0-8191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24575,'23'-2'0,"12"-2"0,-1 2 0,1 1 0,46 5 0,-77-4 0,0 1 0,0 0 0,0 0 0,0 0 0,0 0 0,0 1 0,0 0 0,0 0 0,-1 0 0,1 0 0,4 4 0,-7-5 0,1 1 0,-1-1 0,0 0 0,0 1 0,0-1 0,0 0 0,-1 1 0,1 0 0,0-1 0,0 1 0,-1-1 0,1 1 0,-1 0 0,0-1 0,1 1 0,-1 0 0,0-1 0,0 1 0,0 0 0,0 0 0,0-1 0,-1 1 0,1 0 0,0-1 0,-1 1 0,1 0 0,-1-1 0,0 1 0,-1 2 0,-3 5 0,-1 0 0,0-1 0,-1 1 0,0-1 0,-15 13 0,14-14 0,0 1 0,0 0 0,1 0 0,0 1 0,-8 13 0,14-19 0,-1 1 0,1-1 0,0 0 0,0 1 0,0-1 0,0 1 0,1-1 0,0 1 0,-1 0 0,1-1 0,0 1 0,1-1 0,-1 1 0,1-1 0,-1 1 0,1-1 0,0 1 0,0-1 0,1 0 0,-1 1 0,3 2 0,-1 0 0,1 0 0,-1-1 0,2 0 0,-1 1 0,0-2 0,1 1 0,0 0 0,0-1 0,1 0 0,-1 0 0,1-1 0,-1 0 0,1 0 0,13 5 0,4 0 0,1-2 0,41 7 0,-47-10 0,2 1 60,31 0 0,-43-3-246,-1-2 1,0 1-1,1-1 0,-1 0 1,0 0-1,1-1 1,10-4-1,-5 0-6640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6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24575,'56'9'0,"-27"-5"0,0 1 0,50 16 0,-79-21 0,0 0 0,1 0 0,-1 0 0,0 1 0,1-1 0,-1 0 0,0 0 0,0 0 0,1 0 0,-1 1 0,0-1 0,1 0 0,-1 0 0,0 0 0,0 1 0,0-1 0,1 0 0,-1 1 0,0-1 0,0 0 0,0 0 0,0 1 0,1-1 0,-1 0 0,0 1 0,0-1 0,0 0 0,0 1 0,0-1 0,0 0 0,0 1 0,0-1 0,0 0 0,0 1 0,0-1 0,0 0 0,0 1 0,0-1 0,0 0 0,0 1 0,-1-1 0,1 0 0,0 0 0,0 1 0,0-1 0,-1 1 0,-13 15 0,4-5 0,6-4 0,1-1 0,1 1 0,-1-1 0,1 1 0,0 0 0,0 0 0,1 0 0,0 0 0,0 0 0,1 0 0,0 10 0,2 6 0,1 0 0,6 27 0,1-11 0,2-1 0,22 52 0,43 68 0,-74-152 0,12 23 0,-1 1 0,15 45 0,-28-73 0,-1 0 0,1 0 0,-1 0 0,0 0 0,1 0 0,-1-1 0,0 1 0,0 0 0,-1 0 0,1 0 0,0 0 0,0 0 0,-1 0 0,1 0 0,-1-1 0,0 1 0,0 0 0,1 0 0,-3 2 0,2-3 0,-1 1 0,0 0 0,1-1 0,-1 1 0,0-1 0,0 0 0,0 1 0,0-1 0,0 0 0,0 0 0,0 0 0,0-1 0,-1 1 0,1 0 0,0-1 0,-3 1 0,-11 0-52,-1 0 0,-21-2 0,19 1-1157,5-1-5617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7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24575,'5'26'0,"2"13"0,-1 3 0,2 0 0,-1-5 0,1-6 0,0-4 0,0-3 0,-1-3 0,-1-3 0,0-2 0,0-3-8191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7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24575,'-31'-3'0,"-13"0"0,-4 0 0,4 0 0,3 1 0,7 1 0,7 0 0,5 1 0,3 0 0,0 0 0,4 3 0,1 1 0,3-1-8191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24575,'208'63'0,"-197"-60"0,0 0 0,0 0 0,0-1 0,0-1 0,22 1 0,53-10 0,-55 3 0,113-10 0,15 11 0,-99 5 0,-34 0 0,-1 2 0,1 1 0,33 10 0,1-1 0,36 3 60,104 3 0,96-13-1545,-265-6-5341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0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0 24575,'-1'93'0,"2"104"0,7-104 0,-4-55 0,-1 0 0,-5 73 0,-26 80 0,2-14 0,24-157 0,-32 393 0,34-279 0,22 174 0,-18-270 0,-1 0 0,-2 0 0,-1 0 0,-8 50 0,-20 82 0,-8 70 0,31-165 0,7 88 0,8-81 0,-5-39 0,2 1 0,-3-22 0,1 38 0,-6 4 0,2 54 0,13-27-1365,-13-78-5461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1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10 24575,'-1'-9'0,"-3"13"0,-3 15 0,-7 71 0,-6 156 0,11-62 0,1-66 0,-6 52 0,-2 54 0,17 2 0,0-80 0,-1 431 0,9-457 0,-2-50 0,-1-4 0,3 57 0,-8-56 0,-3 112 0,-2-145 0,-15 64 0,12-69 0,1 0 0,1 1 0,0 30 0,4-31 0,3 130 0,2-123 0,2 0 0,12 41 0,-3-15 0,-10-43 0,-3-14 0,0 0 0,-1 0 0,0 0 0,0 0 0,-1 0 0,1 6 0,-1-11 1,0 1 1,0-1-1,0 0 0,0 0 0,0 0 0,0 1 0,0-1 0,0 0 0,0 0 1,0 0-1,0 1 0,0-1 0,0 0 0,0 0 0,0 0 0,0 1 0,0-1 1,0 0-1,0 0 0,0 0 0,-1 0 0,1 1 0,0-1 0,0 0 0,0 0 1,0 0-1,0 0 0,0 1 0,-1-1 0,1 0 0,0 0 0,0 0 0,0 0 1,0 0-1,-1 0 0,1 0 0,0 1 0,0-1 0,0 0 0,-1 0 0,1 0 1,0 0-1,0 0 0,0 0 0,-1 0 0,1 0 0,0 0 0,0 0 0,0 0 1,-1 0-1,1 0 0,0 0 0,0 0 0,0-1 0,0 1 0,-1 0 1,1 0-1,0 0 0,0 0 0,-11-10-553,9 7-329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24575,'-1'7'0,"0"1"0,-1 0 0,1 0 0,-6 12 0,-1 10 0,1 16 0,-2 66 0,4-31 0,-73 443 0,63-431 0,4 1 0,4 0 0,6 125 0,16 12 0,2 77 0,-17-249 0,-10 236 0,-10-47 0,18-178 0,12 107 0,8 12 0,-14-139 0,-4 76 0,-1-52 0,1-65 0,-9 227 0,2-137 0,7-97-124,-1 0 0,1-1 0,0 1 0,0-1 0,-1 1 0,1 0-1,-1-1 1,1 1 0,-1-1 0,-1 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4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4 24575,'2'-3'0,"-2"5"0,-5 14 0,-9 26 0,13-41 0,-23 75 0,4 1 0,-15 102 0,18 13 0,14-147 0,-2 256 0,5-80 0,-9-75 0,3-54 0,1-9 0,-6 168 0,11-235 0,10 258 0,24-13 0,-29-180 0,2 20 0,-3-54 0,-3 68 0,0 2 0,6-50 0,1 22 0,-8-61 0,1 27 0,7 61 0,8-8 0,-15-103-78,5 43 286,-5-45-308,-1 0 1,0-1-1,0 1 0,0 0 1,-1 0-1,1-1 0,-1 1 1,1 0-1,-1-1 0,0 1 1,0-1-1,0 1 0,0-1 1,-3 4-1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45 24575,'-1'0'0,"1"0"0,-1 0 0,1 0 0,-1 1 0,0-1 0,1 0 0,-1 0 0,1 1 0,-1-1 0,1 1 0,-1-1 0,1 0 0,-1 1 0,1-1 0,0 1 0,-1-1 0,1 1 0,0-1 0,-1 1 0,1 0 0,0-1 0,0 1 0,-1-1 0,1 1 0,0 0 0,0-1 0,0 2 0,-4 21 0,4-16 0,-7 28 0,3-17 0,-3 33 0,7-47 0,0 1 0,0 0 0,0-1 0,1 1 0,-1 0 0,1-1 0,0 1 0,1-1 0,-1 1 0,1-1 0,0 0 0,2 5 0,-4-9 0,0 1 0,1-1 0,-1 0 0,0 1 0,0-1 0,1 1 0,-1-1 0,0 0 0,0 1 0,1-1 0,-1 0 0,0 0 0,1 1 0,-1-1 0,1 0 0,-1 0 0,0 1 0,1-1 0,-1 0 0,1 0 0,-1 0 0,0 0 0,1 0 0,-1 0 0,1 0 0,-1 0 0,1 0 0,-1 0 0,1 0 0,-1 0 0,1 0 0,0 0 0,0-1 0,0 0 0,0 1 0,0-1 0,0 0 0,0 1 0,-1-1 0,1 0 0,0 0 0,0 0 0,-1 0 0,1-1 0,14-29 0,5-38 0,-13 40 0,2 1 0,16-36 0,-24 62 0,-1 0 0,1 1 0,0-1 0,0 0 0,0 1 0,1-1 0,-1 1 0,0-1 0,1 1 0,-1-1 0,0 1 0,1 0 0,0 0 0,-1 0 0,1 0 0,0 0 0,-1 0 0,1 0 0,0 0 0,0 1 0,2-1 0,-1 1 0,-1 0 0,0 0 0,0 0 0,1 0 0,-1 1 0,0-1 0,1 1 0,-1 0 0,0-1 0,0 1 0,0 0 0,0 0 0,0 1 0,0-1 0,0 0 0,0 1 0,3 2 0,14 16 0,0 1 0,16 24 0,-10-13 0,-12-15-227,0 1-1,-1 0 1,-1 0-1,-1 1 1,9 21-1,-16-29-6598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9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49 24575,'2'-4'0,"0"1"0,0 1 0,0-1 0,0 0 0,0 0 0,0 1 0,1-1 0,-1 1 0,1 0 0,0 0 0,-1 0 0,1 0 0,0 0 0,0 0 0,1 1 0,-1 0 0,4-2 0,2 1 0,-1 1 0,0-1 0,0 1 0,1 1 0,15 0 0,-155 2 0,114-1 0,0 1 0,-22 4 0,5 0 0,-26 6-1365,46-10-5461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9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7 24575,'-3'0'0,"-1"1"0,1-1 0,0 1 0,0 0 0,-5 2 0,-12 3 0,-8-3 0,1-2 0,-38-1 0,-55-11 0,65 6 0,34 2-1365,3-1-5461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12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932 31 24575,'17'-7'0,"1"2"0,0 0 0,0 1 0,29-3 0,73 4 0,-314 3 0,183 1 0,0 0 0,-21 5 0,20-3 0,-1-1 0,-14 1 0,-85-4 0,-38 2 0,93 6 0,34-3 0,-31 0 0,33-3 0,0 0 0,-28 6 0,26-4 0,0-1 0,-45-2 0,-15 1 0,42 7 0,30-6 0,-1 0 0,-15 2 0,-2-5 0,21 0 0,-1 1 0,1 0 0,0 0 0,0 1 0,-10 2 0,11 1 0,12 0 0,16 2 0,-17-5 0,28 8 0,1 2 0,-1 1 0,-1 2 0,-1 1 0,0 1 0,0 2 0,26 21 0,-36-24 0,-1 2 0,0 0 0,-2 1 0,0 0 0,16 23 0,-25-29 0,0 0 0,-1 1 0,0-1 0,-1 1 0,-1 1 0,0-1 0,-1 1 0,0 0 0,-1 0 0,2 20 0,-5-30 0,0 0 0,0 0 0,0 0 0,-1-1 0,1 1 0,-1 0 0,0 0 0,0 0 0,-1-1 0,1 1 0,-1-1 0,0 1 0,0-1 0,0 0 0,0 0 0,0 1 0,-1-1 0,1-1 0,-1 1 0,0 0 0,0-1 0,-5 4 0,-6 3 0,-1-1 0,1 0 0,-33 11 0,10-4 0,19-7 0,0 1 0,0 2 0,1-1 0,1 2 0,0 0 0,1 1 0,-24 26 0,16-17 0,13-12 0,-15 18 0,25-28 0,0 1 0,-1-1 0,1 0 0,0 1 0,0-1 0,-1 1 0,1-1 0,0 0 0,0 1 0,0-1 0,0 1 0,-1-1 0,1 0 0,0 1 0,0-1 0,0 1 0,0-1 0,0 0 0,0 1 0,0-1 0,0 1 0,0-1 0,0 1 0,0-1 0,1 0 0,-1 1 0,0-1 0,0 1 0,1 0 0,-1-1 0,1 1 0,0-1 0,-1 1 0,1-1 0,0 1 0,0-1 0,-1 1 0,1-1 0,0 0 0,0 1 0,0-1 0,1 0 0,30 3 0,-30-3 0,67 0 0,250-3 0,-35-22 0,-186 14 0,43-9 0,-28 3 0,-99 15-227,1 1-1,-1 0 1,1 1-1,-1 0 1,19 4-1,-19-1-6598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0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36 24575,'0'-11'0,"-1"9"0,1 0 0,0-1 0,0 1 0,0 0 0,0-1 0,0 1 0,0 0 0,2-5 0,-1 9 0,0 0 0,1 0 0,-1 1 0,0-1 0,0 0 0,-1 0 0,2 4 0,2 10 0,10 36 0,3 0 0,24 51 0,17 25 0,-51-118 120,-6-10-159,-1 0 0,0 0 0,0 1 0,1-1 0,-1 0 0,0 0-1,0 0 1,1 0 0,-1 0 0,0 0 0,1 1 0,-1-1 0,0 0 0,0 0 0,1 0 0,-1 0 0,0 0 0,1 0-1,-1 0 1,0 0 0,0 0 0,1-1 0,-1 1 0,0 0 0,1 0 0,-1 0 0,0 0 0,0 0 0,1 0 0,-1-1 0,0 1-1,0 0 1,0 0 0,1 0 0,-1 0 0,0-1 0,1 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0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 24575,'-10'0'0,"0"0"0,0 1 0,0 0 0,-20 6 0,26-6 0,0 1 0,-1 0 0,1 0 0,0 0 0,0 0 0,0 0 0,0 1 0,0 0 0,0 0 0,1 0 0,0 0 0,-6 7 0,8-9 0,1-1 0,-1 1 0,1-1 0,0 1 0,-1-1 0,1 1 0,0-1 0,-1 1 0,1-1 0,0 1 0,0 0 0,-1-1 0,1 1 0,0-1 0,0 1 0,0 0 0,0-1 0,0 1 0,0-1 0,0 1 0,0 0 0,0-1 0,0 1 0,0 0 0,0-1 0,0 1 0,0-1 0,1 1 0,-1-1 0,0 1 0,0 0 0,1-1 0,-1 1 0,0-1 0,1 1 0,-1-1 0,1 1 0,-1-1 0,1 0 0,-1 1 0,1-1 0,-1 1 0,1-1 0,-1 0 0,1 1 0,-1-1 0,2 0 0,3 2 0,0 0 0,0-1 0,0 0 0,10 1 0,-7-1 0,117 11 0,-41-4 0,-58-5-682,38 9-1,-53-9-6143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72 24575,'-29'-10'0,"-11"-4"0,-2 1 0,3 2 0,7 4 0,5 2 0,5 2 0,4 3 0,2-1 0,1-1 0,4-3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2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32 24575,'-20'-5'0,"-10"-2"0,-3 1 0,3 0 0,3 3 0,4 0 0,3 2 0,2 1 0,2 0 0,1 0 0,1 0 0,-1 0 0,1 1 0,-1-1 0,3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2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0 24575,'8'1'0,"0"0"0,1 0 0,-1 1 0,0 0 0,0 0 0,-1 1 0,1 0 0,0 0 0,-1 1 0,0 0 0,13 9 0,-13-8 0,0 1 0,-1-1 0,1 1 0,-1 0 0,0 1 0,-1 0 0,0 0 0,0 0 0,0 0 0,-1 1 0,4 10 0,-6-15 0,-1 0 0,0 0 0,-1 0 0,1 0 0,0 0 0,-1 0 0,0 1 0,0-1 0,0 0 0,0 0 0,0 0 0,-1 1 0,1-1 0,-1 0 0,0 0 0,0 0 0,0 0 0,0 0 0,-1 0 0,1 0 0,-1-1 0,1 1 0,-1 0 0,0-1 0,0 1 0,-1-1 0,1 0 0,0 0 0,-1 0 0,1 0 0,-1 0 0,0 0 0,1-1 0,-1 1 0,0-1 0,0 0 0,0 1 0,0-2 0,0 1 0,0 0 0,-1-1 0,1 1 0,0-1 0,0 0 0,0 0 0,-1 0 0,1 0 0,-6-2 0,-5-1 0,-1-1 0,1-1 0,0 0 0,1-1 0,-1 0 0,-24-16 0,32 18 0,0 0 0,0-1 0,0 0 0,1 0 0,0 0 0,0-1 0,-5-6 0,9 10 0,0 0 0,0 1 0,0-1 0,0 0 0,0 0 0,0 0 0,0 0 0,1 0 0,-1-1 0,1 1 0,0 0 0,-1 0 0,1 0 0,0 0 0,0-1 0,1 1 0,-1 0 0,0 0 0,1 0 0,-1 0 0,1 0 0,0 0 0,-1 0 0,1 0 0,0 0 0,0 0 0,3-3 0,0-1-97,1 1-1,0 1 1,0-1-1,1 1 1,-1 0-1,1 0 1,0 1-1,0-1 1,0 1-1,0 1 1,1-1-1,-1 1 0,13-3 1,-5 3-6729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6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564 107 24575,'0'-1'0,"1"1"0,-1-1 0,1 1 0,-1-1 0,1 0 0,-1 1 0,1-1 0,-1 0 0,0 1 0,1-1 0,-1 0 0,0 0 0,0 1 0,1-1 0,-1 0 0,0 0 0,0 1 0,0-1 0,0 0 0,0 0 0,0 0 0,0 1 0,0-1 0,-1 0 0,1 0 0,0 1 0,0-1 0,-1 0 0,1 0 0,0 1 0,-1-1 0,1 0 0,-1 1 0,1-1 0,-1 1 0,1-1 0,-1 0 0,1 1 0,-1-1 0,1 1 0,-2-1 0,-3-3 0,-1 0 0,1 0 0,-1 1 0,-6-3 0,4 2 0,-11-6 0,0 1 0,-1 1 0,0 0 0,-26-5 0,44 13 0,0-1 0,0 1 0,-1-1 0,1 1 0,0 0 0,0 0 0,-1 0 0,1 0 0,0 0 0,-1 1 0,1-1 0,0 1 0,0-1 0,-1 1 0,1 0 0,0 0 0,0 0 0,-3 1 0,2 1 0,1 0 0,-1-1 0,0 1 0,1 0 0,0 0 0,0 0 0,0 1 0,0-1 0,0 0 0,-1 6 0,-14 37 0,12-28 0,-2 0 0,-10 21 0,14-35 0,1 0 0,-1 1 0,0-1 0,0 0 0,0 0 0,0-1 0,-1 1 0,0-1 0,1 0 0,-1 0 0,-1 0 0,1 0 0,-6 3 0,3-4 0,1 0 0,-1-1 0,0 1 0,1-1 0,-1-1 0,0 1 0,0-1 0,0 0 0,0-1 0,0 0 0,1 0 0,-1 0 0,0-1 0,1 0 0,-1 0 0,1 0 0,0-1 0,-1 0 0,1 0 0,-8-7 0,7 4 0,0-1 0,0-1 0,1 1 0,0-1 0,1 0 0,-1 0 0,-7-17 0,10 17 0,-1 0 0,1 0 0,1 0 0,0 0 0,0 0 0,0 0 0,1-1 0,1 1 0,-1-13 0,1 20 0,0-1 0,0 1 0,0 0 0,0 0 0,1 0 0,-1 0 0,0-1 0,0 1 0,1 0 0,-1 0 0,1 0 0,-1 0 0,1 0 0,-1 0 0,1 0 0,0 0 0,-1 0 0,1 0 0,0 0 0,0 0 0,0 0 0,0 1 0,0-1 0,0 0 0,0 1 0,0-1 0,0 1 0,0-1 0,0 1 0,0-1 0,0 1 0,0 0 0,1-1 0,-1 1 0,0 0 0,0 0 0,0 0 0,1 0 0,-1 0 0,1 0 0,3 1 0,-1 0 0,0 0 0,0 1 0,0-1 0,0 1 0,-1-1 0,1 1 0,0 1 0,-1-1 0,5 4 0,40 40 0,-38-34 0,1-1 0,0 0 0,1-1 0,17 11 0,-12-11 0,0-1 0,0-1 0,1 0 0,0-2 0,0 0 0,1-1 0,0-1 0,-1 0 0,1-2 0,1 0 0,20-1 0,-34-1 0,1 0 0,-1-1 0,1 1 0,-1-1 0,0-1 0,0 1 0,0-1 0,0 0 0,6-4 0,-10 5 0,0 0 0,0 0 0,-1 0 0,1 0 0,0-1 0,-1 1 0,1-1 0,-1 1 0,1-1 0,-1 0 0,0 1 0,0-1 0,0 0 0,0 0 0,0 0 0,0 0 0,0 0 0,-1 0 0,1 0 0,-1 0 0,1 0 0,-1-1 0,0 1 0,0 0 0,0 0 0,0 0 0,0 0 0,0 0 0,-1 0 0,0-4 0,-1 0-136,-1 0-1,1 0 1,-1 0-1,0 1 1,-1-1-1,1 0 1,-1 1-1,0 0 0,-6-5 1,1 0-6690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65 24575,'-4'-2'0,"-114"-45"0,105 44 0,1-1 0,-1 1 0,0 1 0,0 1 0,0-1 0,0 2 0,-22 1 0,26 1 0,1 0 0,0 0 0,0 1 0,0 0 0,0 1 0,0 0 0,1 0 0,-1 0 0,1 1 0,0 0 0,1 0 0,-1 1 0,1 0 0,0 0 0,-6 8 0,11-11 0,0-1 0,-1 0 0,1 1 0,0-1 0,0 1 0,0 0 0,1-1 0,-1 1 0,1 0 0,-1 0 0,1-1 0,0 1 0,0 0 0,0 0 0,1-1 0,-1 1 0,1 0 0,-1 0 0,1-1 0,0 1 0,2 4 0,2 4 0,1 0 0,0-1 0,13 17 0,-5-7 0,38 51 0,83 86 0,-126-147 0,0 0 0,-1 1 0,0 0 0,0 0 0,-2 1 0,1 0 0,-1 0 0,6 20 0,-11-30 0,-1 0 0,1 0 0,-1 0 0,0 0 0,1 0 0,-1 0 0,0 0 0,0 0 0,-1 0 0,1 0 0,0 0 0,-1-1 0,1 1 0,-1 0 0,1 0 0,-1 0 0,0 0 0,0-1 0,0 1 0,0 0 0,0-1 0,0 1 0,-1-1 0,1 1 0,0-1 0,-1 1 0,-1 0 0,0 0 0,0-1 0,1 1 0,-1-1 0,0 0 0,-1 0 0,1 0 0,0 0 0,0-1 0,0 1 0,0-1 0,-1 0 0,1 0 0,0 0 0,0 0 0,0-1 0,-4 0 0,-4-2 0,-1 0 0,1-1 0,0-1 0,0 0 0,1 0 0,-1-1 0,1 0 0,1-1 0,-1 0 0,-14-15 0,22 21 0,1 0 0,-1-1 0,1 1 0,-1-1 0,1 0 0,0 1 0,0-1 0,0 0 0,0 0 0,0 1 0,0-1 0,1 0 0,-1 0 0,0 0 0,1 0 0,0 0 0,-1 0 0,1-3 0,0 3 0,1 0 0,-1 1 0,0-1 0,1 0 0,-1 1 0,1-1 0,0 0 0,0 1 0,0-1 0,0 1 0,0 0 0,0-1 0,0 1 0,0 0 0,0-1 0,0 1 0,1 0 0,-1 0 0,1 0 0,-1 0 0,1 0 0,1 0 0,12-6 40,1 0 0,28-6-1,3-2-1523,-33 9-5342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9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0 24575,'-22'5'0,"1"0"0,-1 2 0,1 1 0,0 0 0,1 1 0,0 2 0,-26 16 0,43-25 0,0 0 0,1 1 0,-1-1 0,1 0 0,-1 1 0,1-1 0,0 1 0,0 0 0,0 0 0,0 0 0,1 0 0,-1 0 0,1 0 0,0 0 0,-1 1 0,2-1 0,-1 0 0,0 1 0,1-1 0,-1 0 0,1 1 0,0-1 0,0 1 0,0-1 0,1 1 0,-1-1 0,1 0 0,0 1 0,0-1 0,0 0 0,2 5 0,8 12 0,-1-1 0,2-1 0,1 0 0,22 26 0,-21-29 0,-1 1 0,-1 1 0,0 0 0,-1 1 0,11 26 0,-9-3 0,-1 0 0,-3 0 0,6 57 0,-13-82 0,2 13 0,-4-19 0,1 1 0,1-1 0,0 0 0,0 0 0,1 0 0,0 0 0,6 12 0,-7-20 0,-1 0 0,1 0 0,0-1 0,0 1 0,0 0 0,0-1 0,0 1 0,0-1 0,0 1 0,0-1 0,1 0 0,-1 0 0,0 0 0,1 0 0,-1-1 0,1 1 0,-1-1 0,1 1 0,-1-1 0,1 0 0,0 0 0,-1 0 0,1 0 0,3-1 0,1 0 0,-1 0 0,1 0 0,-1-1 0,0 0 0,1 0 0,-1 0 0,0-1 0,8-5 0,-9 5-273,-1 0 0,0 0 0,0-1 0,6-6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9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24575,'0'4'0,"0"0"0,1 1 0,0-1 0,0 0 0,0 0 0,0-1 0,1 1 0,-1 0 0,3 4 0,23 33 0,-8-13 0,-19-28 0,4 8 0,1-1 0,0-1 0,0 1 0,6 6 0,-10-12 0,1 1 0,-1-1 0,0 0 0,1 0 0,-1 0 0,1 0 0,-1 0 0,1 0 0,0 0 0,-1 0 0,1-1 0,0 1 0,0-1 0,-1 1 0,1-1 0,0 0 0,0 0 0,0 0 0,0 0 0,-1 0 0,1 0 0,0 0 0,0 0 0,0-1 0,1 0 0,-1 0 0,-1 1 0,0-1 0,1 0 0,-1 0 0,0 0 0,0 0 0,0 0 0,0 0 0,0-1 0,0 1 0,0 0 0,0 0 0,0-1 0,0 1 0,-1-1 0,1 1 0,0-3 0,8-31 0,-6 20 0,-2 10 0,1-1 0,-1 1 0,1-1 0,0 1 0,1 0 0,5-9 0,-7 12 0,0 1 0,0 0 0,0-1 0,0 1 0,1 0 0,-1 0 0,0 0 0,1 0 0,-1 0 0,1 0 0,-1 0 0,1 1 0,-1-1 0,1 0 0,0 1 0,-1-1 0,1 1 0,0 0 0,-1 0 0,1-1 0,0 1 0,0 0 0,-1 0 0,1 1 0,0-1 0,-1 0 0,3 1 0,2 1 0,1 1 0,-1 0 0,0 0 0,0 1 0,0-1 0,0 1 0,8 8 0,9 6 0,-5-6-227,0 1-1,0 1 1,-2 1-1,0 0 1,21 27-1,-31-34-6598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0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0 24575,'-3'1'0,"-1"0"0,1 0 0,0 1 0,0-1 0,0 1 0,0-1 0,-4 4 0,-3 1 0,-2-1 14,0 0-1,0-1 0,0 0 0,-1-1 1,1-1-1,-1 0 0,0 0 1,-14-1-1,6-1-310,1-1 0,-1-1 0,0-1 0,-24-7 0,26 4-6529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24575,'-2'-5'0,"-7"-17"0,8 21 0,1 0 0,0 0 0,-1 0 0,1 1 0,-1-1 0,1 0 0,-1 0 0,0 0 0,1 1 0,-1-1 0,0 0 0,1 1 0,-1-1 0,0 1 0,0-1 0,0 1 0,-1-1 0,2 1 0,0 0 0,-1 0 0,1 0 0,0 0 0,0 1 0,-1-1 0,1 0 0,0 0 0,0 1 0,-1-1 0,1 0 0,0 0 0,0 1 0,0-1 0,0 0 0,0 1 0,-1-1 0,1 0 0,0 1 0,0-1 0,0 0 0,0 1 0,0-1 0,0 0 0,0 1 0,0-1 0,0 0 0,0 1 0,0-1 0,0 0 0,0 1 0,0-1 0,1 1 0,1 15 0,-2-15 0,18 86 0,51 152 0,-43-160 0,36 87 0,-60-162-1365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 24575,'-1'3'0,"0"0"0,-1 0 0,1-1 0,-1 1 0,1 0 0,-1-1 0,0 1 0,0-1 0,-1 1 0,1-1 0,-5 4 0,0 0 0,-10 11 0,11-12 0,0 0 0,0 1 0,1 0 0,0 0 0,0 0 0,-6 11 0,10-16 0,1 0 0,0 0 0,-1-1 0,1 1 0,0 0 0,0 0 0,0 0 0,-1 0 0,1 0 0,0 0 0,0 0 0,0-1 0,1 1 0,-1 0 0,0 0 0,0 0 0,0 0 0,1 0 0,-1-1 0,0 1 0,1 1 0,0 0 0,1-1 0,-1 1 0,0-1 0,1 1 0,-1-1 0,1 0 0,-1 1 0,1-1 0,2 1 0,4 2 0,1 0 0,0 0 0,11 2 0,-13-3 0,40 9 0,67 10 0,-12-3 0,-49-9-1365,-40-9-5461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2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48 24575,'-1'-1'0,"1"0"0,-1 0 0,1 0 0,0 0 0,-1 0 0,1 0 0,0 0 0,0 0 0,0 0 0,0 0 0,0 0 0,0 0 0,0 0 0,0 0 0,0 0 0,0-1 0,1 1 0,-1 0 0,0 0 0,1 0 0,-1 0 0,1 0 0,-1 1 0,1-1 0,0 0 0,-1 0 0,1 0 0,0 0 0,-1 1 0,1-1 0,0 0 0,0 0 0,0 1 0,0-1 0,0 1 0,0-1 0,0 1 0,0-1 0,1 1 0,3-2 0,0 0 0,0 0 0,0 0 0,0 1 0,0 0 0,9 0 0,-8 0 0,18 0 0,26 2 0,-44-1 0,0 1 0,1 0 0,-1 0 0,0 1 0,0-1 0,0 1 0,0 1 0,0-1 0,7 5 0,-11-6 0,0 1 0,-1-1 0,1 1 0,0 0 0,-1-1 0,0 1 0,1 0 0,-1 0 0,0 0 0,0 0 0,0 0 0,0 0 0,0 0 0,1 3 0,4 35 0,-4-20 0,8 49 0,-3-13 0,3 0 0,27 91 0,34 10 0,-34-80 0,-34-72 0,-1 0 0,0 1 0,-1-1 0,1 0 0,-1 1 0,0-1 0,0 1 0,0 7 0,-1-11 0,0 0 0,-1 1 0,1-1 0,0 0 0,-1-1 0,1 1 0,-1 0 0,0 0 0,0 0 0,1 0 0,-1 0 0,0 0 0,-1-1 0,1 1 0,0-1 0,0 1 0,-1-1 0,1 1 0,-1-1 0,1 1 0,-1-1 0,0 0 0,1 0 0,-1 0 0,0 0 0,-3 1 0,-8 2-227,-1 1-1,0-2 1,-1 0-1,1-1 1,-29 1-1,24-3-6598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9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24575,'-259'0'-1365,"246"0"-5461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 24575,'-18'0'0,"-9"0"0,-2 0 0,1 0 0,3 0 0,3 0 0,3 0 0,1 0 0,0 0 0,-1 0 0,1 0 0,1-2 0,3-2-8191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1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1069 16 24575,'248'0'0,"-215"-5"0,-24 3 0,-24 3 0,-39 5 0,1-3 0,-59-4 0,31-1 0,-32 3 0,-115-2 0,131-7 0,-29 0 0,-199 9 0,313 0 0,1 0 0,-21 5 0,20-4 0,0 1 0,-15-1 0,26-1 0,-2-2 0,-1 1 0,0 0 0,1 1 0,-1-1 0,1 1 0,-1 0 0,1-1 0,-1 2 0,1-1 0,-7 3 0,10-4 0,0 1 0,0-1 0,-1 0 0,1 1 0,0-1 0,0 1 0,0-1 0,-1 0 0,1 1 0,0-1 0,0 1 0,0-1 0,0 0 0,0 1 0,0-1 0,0 1 0,0-1 0,0 0 0,0 1 0,0-1 0,0 1 0,0-1 0,0 1 0,0-1 0,0 0 0,1 1 0,-1-1 0,0 0 0,0 1 0,0-1 0,1 1 0,-1-1 0,0 0 0,0 1 0,1-1 0,-1 0 0,0 0 0,1 1 0,-1-1 0,0 0 0,1 0 0,0 1 0,19 13 0,-15-12 0,51 30 0,93 38 0,-31-16 0,-71-31 0,-15-9 0,-1 1 0,-1 2 0,54 39 0,-83-55 0,0 0 0,1 0 0,-1 1 0,0-1 0,0 0 0,0 0 0,0 1 0,0-1 0,0 0 0,0 1 0,0-1 0,-1 1 0,1-1 0,-1 1 0,1 0 0,-1-1 0,1 1 0,-1 0 0,0-1 0,0 1 0,0-1 0,0 1 0,0 0 0,0-1 0,0 1 0,-1 0 0,1-1 0,-1 1 0,1-1 0,-1 1 0,1 0 0,-1-1 0,0 0 0,0 1 0,0-1 0,0 1 0,0-1 0,-1 2 0,-4 3 0,0 0 0,0 0 0,0-1 0,-1 0 0,0 0 0,-10 5 0,-69 40 0,-141 109 0,208-143 0,-18 22 0,26-26 0,-1 0 0,0 0 0,-1-1 0,-25 16 0,77-33 0,-2 0 0,1 2 0,1 1 0,64 4 0,-40 0 0,681-1 0,-678 0 0,92-14 0,-158 14-26,2 0-96,0 0 0,0 0 0,0-1 1,-1 1-1,1-1 0,0 1 1,0-1-1,-1 0 0,1 0 1,2-1-1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2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24575,'0'8'0,"3"5"0,0 3 0,3-1 0,0-1 0,2-3 0,-1 0 0,1-2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2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24575,'5'2'0,"2"4"0,2 4 0,3 2 0,1 1 0,1 5 0,1 1 0,-2 0 0,-1 2 0,-2 0 0,-3-1 0,-3-1 0,-2-4-8191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3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24575,'0'0'0,"0"0"0,0-1 0,0 1 0,0 0 0,0 0 0,-1 0 0,1 0 0,0-1 0,0 1 0,0 0 0,0 0 0,-1 0 0,1 0 0,0 0 0,0 0 0,0 0 0,-1-1 0,1 1 0,0 0 0,0 0 0,0 0 0,-1 0 0,1 0 0,0 0 0,0 0 0,-1 0 0,1 0 0,0 0 0,0 0 0,0 1 0,-1-1 0,1 0 0,0 0 0,0 0 0,-1 0 0,1 0 0,0 0 0,0 0 0,-5 10 0,3 14 0,4-5 0,1 1 0,1-1 0,1 0 0,0 0 0,14 30 0,0 4 0,5 19 0,42 146 0,-62-197 0,-5-18 0,-3-13 0,-2-17-1365,4 14-5461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3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24575,'-22'15'0,"-26"13"0,-13 10 0,60-38 0,0 1 0,0-1 0,0 1 0,0-1 0,0 1 0,1 0 0,-1-1 0,0 1 0,0 0 0,1 0 0,-1-1 0,1 1 0,-1 0 0,1 0 0,-1 0 0,1 0 0,-1 0 0,1 0 0,0 0 0,-1 0 0,1 0 0,0 0 0,0 0 0,0 0 0,0 2 0,0-2 0,1 0 0,-1 0 0,1 1 0,0-1 0,0 0 0,-1 0 0,1 0 0,0 0 0,0 0 0,0 0 0,0 0 0,0 0 0,1 0 0,-1 0 0,0 0 0,2 0 0,5 3 0,1 0 0,0 0 0,1-1 0,10 3 0,9-1 0,42 3 0,-13-2 0,-50-5-120,-5 0 42,0 0 1,0-1-1,0 1 0,0-1 0,0 0 0,0 0 0,0 0 1,0 0-1,0 0 0,-1-1 0,1 1 0,0-1 0,0 0 1,0 0-1,4-2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4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34 24575,'-16'-6'0,"-7"0"0,-3-1 0,1 2 0,2 1 0,2 2 0,2 0 0,2 2 0,1 0 0,1 0 0,0 0 0,3-2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 24575,'-31'0'0,"-16"0"0,-2 0 0,2 0 0,7 0 0,4 0 0,6 0 0,6 0 0,2 0 0,1 0 0,2 0 0,5 0-8191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5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24575,'25'-2'0,"-1"1"0,26 2 0,-41 0 0,0 0 0,0 0 0,0 1 0,-1 0 0,1 1 0,-1 0 0,1 0 0,14 9 0,-20-10 0,-1 0 0,0-1 0,0 1 0,0 0 0,0 0 0,-1 1 0,1-1 0,0 0 0,-1 0 0,0 1 0,1-1 0,-1 1 0,0-1 0,0 1 0,-1 0 0,1-1 0,0 1 0,-1 0 0,1 4 0,-1 5 0,0 0 0,-1-1 0,-2 16 0,1-17 0,2-7 0,0 0 0,0 0 0,-1 0 0,1-1 0,-1 1 0,0 0 0,0 0 0,0-1 0,-1 1 0,1 0 0,0-1 0,-1 1 0,0-1 0,1 0 0,-1 1 0,0-1 0,0 0 0,-1 0 0,1 0 0,0-1 0,-1 1 0,1 0 0,-1-1 0,1 0 0,-1 1 0,1-1 0,-1 0 0,0 0 0,0-1 0,0 1 0,0-1 0,1 1 0,-1-1 0,0 0 0,0 0 0,0 0 0,0 0 0,0-1 0,0 1 0,0-1 0,1 0 0,-5-1 0,-4-2 0,-1 0 0,1-1 0,0 0 0,1-1 0,-13-8 0,18 10 0,0 1 0,0-1 0,1 0 0,-1-1 0,1 1 0,0-1 0,0 0 0,0 0 0,1 0 0,0 0 0,-5-12 0,7 15-50,0 1-1,1-1 1,-1 0-1,1 0 0,-1 0 1,1 0-1,0 0 1,0 1-1,0-1 1,0 0-1,0 0 0,0 0 1,1 0-1,-1 0 1,1 0-1,-1 1 1,1-1-1,0 0 0,0 0 1,-1 1-1,1-1 1,0 0-1,1 1 1,-1-1-1,0 1 1,3-3-1,6-3-6775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6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718 151 24575,'-19'-19'0,"-2"0"0,0 2 0,-1 0 0,-1 2 0,0 0 0,-1 1 0,-35-14 0,55 27 0,1 0 0,-1 0 0,0 0 0,1 0 0,-1 0 0,0 1 0,0-1 0,1 1 0,-1 0 0,0 0 0,-5 1 0,6 0 0,1 0 0,0 0 0,-1 0 0,1 0 0,0 0 0,-1 0 0,1 0 0,0 1 0,0 0 0,0-1 0,0 1 0,1 0 0,-1 0 0,0 0 0,1 0 0,-1 0 0,-1 4 0,-2 4 0,1 0 0,0 0 0,0 1 0,1 0 0,-2 18 0,-7 22 0,11-47 0,0-1 0,-1 1 0,1-1 0,-1 0 0,0 1 0,0-1 0,0 0 0,0 0 0,-1-1 0,1 1 0,-1 0 0,1-1 0,-1 1 0,0-1 0,-6 4 0,4-4 0,0 0 0,-1 0 0,1 0 0,0 0 0,-1-1 0,0 0 0,1 0 0,-1-1 0,-8 1 0,11-1 0,-11 0 0,0 0 0,1 0 0,-1-1 0,0-1 0,1 0 0,0-1 0,-16-6 0,-6-3 0,23 8 0,1 0 0,0 0 0,0-2 0,-14-7 0,22 11 0,0-1 0,0 1 0,0-1 0,0 0 0,0 0 0,0 0 0,1 0 0,-1-1 0,1 1 0,0-1 0,0 0 0,0 1 0,1-1 0,-1 0 0,1 0 0,-2-7 0,2 3 0,0 0 0,0 0 0,0 0 0,1 1 0,0-10 0,0 16 0,1-1 0,-1 0 0,0 1 0,0-1 0,1 0 0,-1 1 0,1-1 0,0 1 0,-1-1 0,1 1 0,0-1 0,0 1 0,0-1 0,0 1 0,0 0 0,0-1 0,0 1 0,1 0 0,-1 0 0,0 0 0,1 0 0,-1 0 0,1 0 0,-1 0 0,1 1 0,-1-1 0,1 0 0,-1 1 0,3-1 0,3 0 0,-1 1 0,1-1 0,0 1 0,-1 1 0,1-1 0,-1 1 0,1 0 0,-1 1 0,13 4 0,4 3 0,29 17 0,-21-9 0,79 36 0,195 66 0,-302-118 0,39 10 0,-38-10 0,-1-1 0,0 1 0,1-1 0,-1 0 0,1 0 0,-1 0 0,0-1 0,1 1 0,-1-1 0,4-1 0,-5 2 0,-1-1 0,0 0 0,0 0 0,0 1 0,1-1 0,-1 0 0,0 0 0,0 0 0,-1 0 0,1 0 0,0 0 0,0 0 0,0-1 0,-1 1 0,1 0 0,0 0 0,-1-1 0,1 1 0,-1 0 0,0-1 0,1 1 0,-1 0 0,0-1 0,0 1 0,0-1 0,0 1 0,0 0 0,0-1 0,0 1 0,-1 0 0,1-1 0,0 1 0,-1 0 0,0-3 0,-1-2 0,0 1 0,-1 0 0,1-1 0,-1 1 0,0 0 0,0 1 0,-5-6 0,-22-21-1365,15 18-5461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9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351 156 24575,'-47'-43'0,"32"28"0,0 0 0,-1 2 0,-1 0 0,0 0 0,-30-15 0,37 24 0,-2 1 0,1 1 0,0-1 0,-1 2 0,1 0 0,-1 0 0,1 1 0,-1 0 0,-16 3 0,26-3 0,-1 1 0,1-1 0,0 0 0,1 1 0,-1 0 0,0-1 0,0 1 0,0 0 0,0 0 0,0 0 0,1 0 0,-1 0 0,0 0 0,1 1 0,-1-1 0,1 0 0,-1 1 0,-1 2 0,2-2 0,-1 1 0,1 0 0,0 0 0,0 0 0,0 0 0,0 0 0,0 0 0,0 0 0,1 0 0,-1 6 0,2 1 0,-1 0 0,1 0 0,1-1 0,0 1 0,0 0 0,5 13 0,0-8 0,0-1 0,0 0 0,1 0 0,1-1 0,0 0 0,1 0 0,0-1 0,21 18 0,81 74 0,-99-91 0,-1 0 0,0 1 0,-1 0 0,-1 1 0,0 0 0,8 17 0,-16-30 0,-1 1 0,0 0 0,1 0 0,-1 0 0,-1-1 0,1 1 0,0 0 0,-1 0 0,1 0 0,-1 1 0,0-1 0,0 0 0,0 0 0,0 0 0,-1 0 0,1 0 0,-1 0 0,0 0 0,0 0 0,0 0 0,0-1 0,0 1 0,-3 3 0,2-3 0,0 0 0,-1 0 0,0 0 0,0-1 0,0 1 0,0 0 0,0-1 0,-1 0 0,1 0 0,-1 0 0,1 0 0,-1-1 0,0 1 0,1-1 0,-1 0 0,0 0 0,-5 0 0,-1 0 0,-1 0 0,1-1 0,-1-1 0,1 1 0,0-2 0,0 1 0,-17-6 0,20 5 0,0 0 0,0-1 0,0 0 0,1 0 0,-1-1 0,1 1 0,0-1 0,0-1 0,0 1 0,1-1 0,-8-8 0,11 12 0,1-1 0,0 1 0,0 0 0,0-1 0,0 1 0,1-1 0,-1 1 0,0-1 0,1 1 0,-1-1 0,0 1 0,1-1 0,0 0 0,-1 1 0,1-1 0,0 0 0,0 1 0,0-1 0,0 0 0,0 1 0,1-1 0,-1 0 0,0 1 0,1-1 0,-1 0 0,1 1 0,0-1 0,-1 1 0,3-3 0,-1 1 0,0 1 0,0 0 0,0 0 0,1 0 0,-1 0 0,1 0 0,0 0 0,0 1 0,-1-1 0,1 1 0,0 0 0,0 0 0,0 0 0,0 0 0,4 0 0,47-11-1365,-43 10-5461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9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14 24575,'-10'-3'0,"-34"-6"0,41 9 0,0-1 0,1 1 0,-1 0 0,0 0 0,1 0 0,-1 0 0,0 1 0,1-1 0,-1 1 0,0 0 0,1 0 0,-1-1 0,-2 3 0,3-1 0,0-1 0,1 1 0,-1 0 0,1 0 0,0 0 0,-1 0 0,1 0 0,0 0 0,0 0 0,0 0 0,1 0 0,-1 0 0,0 0 0,1 1 0,-1-1 0,1 0 0,0 1 0,0-1 0,0 4 0,0 5 0,1-1 0,0 0 0,3 11 0,66 365 0,-64-345 0,3 26 0,-4-43 0,-4-15 0,1 0 0,0 1 0,0-1 0,8 16 0,-9-22 0,1 0 0,0-1 0,0 1 0,0 0 0,0-1 0,0 1 0,0-1 0,1 0 0,-1 0 0,1 0 0,0 0 0,0 0 0,-1 0 0,1-1 0,0 1 0,0-1 0,7 2 0,4 0 0,1-1 0,-1-1 0,1 0 0,-1-1 0,1 0 0,14-3 0,-26 2-124,0 1 0,0-1 0,0 1 0,0-1 0,0 0 0,0 0-1,-1 0 1,1 0 0,0-1 0,2-1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24575,'2'8'0,"0"-1"0,1 1 0,0-1 0,0 1 0,1-1 0,-1 0 0,11 13 0,-12-17 0,1 0 0,0 0 0,0-1 0,0 1 0,0-1 0,1 0 0,-1 0 0,0 0 0,1 0 0,0 0 0,4 1 0,-6-2 0,0-1 0,0 1 0,0-1 0,0 0 0,0 0 0,-1 1 0,1-1 0,0 0 0,0-1 0,0 1 0,0 0 0,0 0 0,0-1 0,-1 1 0,1-1 0,0 0 0,0 1 0,-1-1 0,1 0 0,0 0 0,-1 0 0,1 0 0,-1-1 0,1 1 0,1-2 0,2-5 0,1 0 0,-1 0 0,-1 0 0,1-1 0,-2 0 0,5-13 0,-4 11 0,1-1 0,0 1 0,7-12 0,-11 22 0,0-1 0,-1 1 0,1 0 0,0 0 0,0 0 0,0 0 0,0 0 0,0 0 0,1 0 0,-1 1 0,0-1 0,0 0 0,1 1 0,-1-1 0,0 1 0,1-1 0,-1 1 0,2-1 0,0 1 0,0 0 0,-1 0 0,1 0 0,-1 0 0,1 1 0,0-1 0,-1 1 0,1 0 0,3 1 0,4 3 0,0 0 0,-1 1 0,17 11 0,-23-15 0,41 34 0,53 55 0,-93-86-1365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32 24575,'0'-3'0,"-3"0"0,-3-1 0,-5 2 0,-5 0 0,-4 1 0,-1 0 0,-2 1 0,-3-3 0,1 0 0,2 0 0,2 0 0,3 1 0,1 1 0,1 1 0,1 0 0,2 0-8191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1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24575,'-1'2'0,"0"-1"0,1 0 0,-1 0 0,1 0 0,-1 1 0,1-1 0,0 0 0,-1 0 0,1 1 0,0-1 0,0 0 0,0 0 0,0 1 0,0-1 0,0 3 0,5 22 0,-4-21 0,60 205 0,-44-160 0,5 8 0,-15-42 0,-1 0 0,0 0 0,-1 0 0,-1 1 0,-1 0 0,3 32 0,-6-44-105,0-1 0,1 0 0,-1 0 0,1 0 0,0 1 0,0-1 0,0 0 0,0 0 0,1 0 0,0 0 0,0-1 0,3 5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0 24575,'-10'0'0,"-5"0"0,0 0 0,-28 5 0,39-4 0,0 0 0,1 0 0,-1 0 0,0 0 0,1 1 0,-1-1 0,1 1 0,-1 0 0,1 0 0,0 0 0,0 1 0,0-1 0,0 1 0,0-1 0,1 1 0,-4 5 0,5-8 0,1 1 0,-1 0 0,1 0 0,0-1 0,-1 1 0,1 0 0,0 0 0,0 0 0,0 0 0,0 0 0,-1 0 0,1-1 0,0 1 0,0 0 0,1 0 0,-1 0 0,0 0 0,0 0 0,0 0 0,1-1 0,-1 1 0,0 0 0,1 0 0,-1 0 0,0 0 0,1-1 0,-1 1 0,1 0 0,0-1 0,-1 1 0,1 0 0,-1-1 0,1 1 0,0-1 0,0 1 0,-1-1 0,1 1 0,0-1 0,0 1 0,1-1 0,4 4 0,1-2 0,-1 1 0,13 3 0,-17-6 0,76 18 0,-46-11 0,-1 0 0,57 23 0,-45-11-1365,-33-13-5461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2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24575,'5'-6'0,"0"1"0,0 0 0,0 0 0,1 0 0,0 0 0,0 1 0,0 0 0,0 1 0,1-1 0,-1 1 0,1 0 0,0 1 0,0-1 0,11-1 0,-14 3 0,0 1 0,-1-1 0,1 1 0,0 0 0,0 0 0,0 0 0,0 0 0,0 1 0,-1 0 0,1-1 0,0 1 0,0 1 0,-1-1 0,1 0 0,-1 1 0,1 0 0,-1 0 0,0 0 0,1 0 0,-1 1 0,0-1 0,0 1 0,-1 0 0,1 0 0,-1 0 0,1 0 0,-1 0 0,0 0 0,2 4 0,-2-1 0,0-1 0,0 1 0,0 0 0,0 0 0,-1 0 0,0 0 0,0 8 0,-2 46 0,0-45 0,0 1 0,4 28 0,1-25 0,0 0 0,1-1 0,14 31 0,30 49 0,-33-69 0,-1 1 0,-1 1 0,16 51 0,-22-52 0,6 23 0,-13-48 0,0-1 0,0 1 0,-1 0 0,0 0 0,0-1 0,-1 1 0,1 0 0,-3 8 0,3-11 0,-1-1 0,0 1 0,0 0 0,0 0 0,0 0 0,0-1 0,0 1 0,-1-1 0,1 1 0,-1-1 0,1 1 0,-1-1 0,1 0 0,-1 0 0,0 0 0,1 0 0,-1 0 0,0 0 0,0 0 0,0 0 0,0-1 0,0 1 0,0-1 0,-3 1 0,-7 0 0,1 0 0,0-1 0,-18-2 0,-3 1 0,-4 6-1365,19-2-5461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24575,'-1'24'0,"1"-12"0,0 1 0,0 0 0,3 13 0,49 201-329,-2-15-252,-49-208 581,1 4 0,-1 0 0,0 0 0,0 1 0,-1 15 0,0-24 14,0 1-1,0-1 1,0 1-1,0-1 1,0 1 0,0-1-1,0 0 1,0 1-1,0-1 1,0 1-1,0-1 1,0 0 0,-1 1-1,1-1 1,0 1-1,0-1 1,0 0-1,0 1 1,-1-1 0,1 1-1,0-1 1,-1 0-1,1 0 1,0 1-1,0-1 1,-1 0 0,1 1-1,0-1 1,-1 0-1,1 0 1,-1 0 0,1 1-1,0-1 1,-1 0-1,1 0 1,-1 0-1,1 0 1,0 0 0,-1 0-1,1 0 1,-1 0-1,1 0 1,-1 0-1,1 0 1,0 0 0,-1 0-1,1 0 1,-1 0-1,1 0 1,-1 0-1,1-1 1,0 1 0,-1 0-1,1 0 1,0 0-1,-1-1 1,1 1-1,0 0 1,-1 0 0,1-1-1,0 1 1,-1 0-1,1-1 1,-4-3-4,1 1 1,-1-1-1,-5-8 0,-21-39-446,25 42-493,-4-10-5897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24575,'53'-13'0,"230"-49"0,-266 59 0,-4 2 0,1-1 0,0-1 0,-1-1 0,19-6 0,-32 10 0,0 0 0,0 0 0,1 0 0,-1 0 0,0 0 0,0 0 0,0 0 0,1 0 0,-1 0 0,0 0 0,0 0 0,0-1 0,1 1 0,-1 0 0,0 0 0,0 0 0,0 0 0,0 0 0,0 0 0,1-1 0,-1 1 0,0 0 0,0 0 0,0 0 0,0-1 0,0 1 0,0 0 0,0 0 0,0 0 0,0 0 0,1-1 0,-1 1 0,0 0 0,0 0 0,0 0 0,0-1 0,-8-2 0,-13 2 0,21 1 0,-31 0-1365,17 0-5461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24575,'31'0'0,"13"0"0,1-3 0,-4 0 0,-6 0 0,-8 0 0,-4 1 0,-5 1 0,-7 0 0,-8 1 0,-10 0 0,-7 0 0,-5 0 0,-3 1 0,0-1 0,4 0-8191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2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24575,'26'16'0,"11"4"0,2 0 0,-4-2 0,-4-3 0,-5-5 0,-8-6 0,-6-6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2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24575,'-2'13'0,"0"1"0,1 0 0,0 0 0,1 0 0,1-1 0,2 18 0,-2-26 0,1 1 0,-1-1 0,1 1 0,0-1 0,0 0 0,1 0 0,-1 0 0,1 0 0,0 0 0,1-1 0,-1 1 0,1-1 0,0 0 0,0 0 0,0 0 0,0 0 0,10 5 0,-9-6 0,1 0 0,0 0 0,0 0 0,0-1 0,0 0 0,0 0 0,0-1 0,0 1 0,1-1 0,-1-1 0,0 1 0,10-1 0,-11-1 0,0 0 0,0 0 0,0 0 0,0-1 0,-1 1 0,1-1 0,0-1 0,-1 1 0,1 0 0,-1-1 0,0 0 0,0 0 0,0 0 0,0-1 0,7-7 0,-5 2 0,0 1 0,-1-2 0,0 1 0,0 0 0,-1-1 0,0 0 0,-1 0 0,0 0 0,2-13 0,-5 23 0,0-1 0,0 0 0,0 0 0,1 1 0,-1-1 0,0 0 0,0 0 0,0 1 0,1-1 0,-1 0 0,0 1 0,1-1 0,-1 0 0,0 1 0,1-1 0,-1 0 0,1 1 0,-1-1 0,1 1 0,-1-1 0,1 1 0,0-1 0,-1 1 0,1 0 0,0-1 0,-1 1 0,1 0 0,1-1 0,-1 1 0,0 1 0,0-1 0,1 1 0,-1-1 0,0 1 0,0 0 0,0-1 0,0 1 0,0 0 0,0 0 0,0-1 0,0 1 0,-1 0 0,1 0 0,0 0 0,0 0 0,0 2 0,63 84-1365,-57-76-5461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3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60 814 24575,'25'-41'0,"32"-78"0,-48 97 0,-1-2 0,-1 1 0,-2-1 0,0 0 0,2-33 0,-4 1 0,-2 0 0,-8-59 0,4 91 0,0 1 0,-2 0 0,-1 0 0,0 1 0,-2-1 0,-1 1 0,-18-34 0,24 52 0,0 0 0,0-1 0,0 1 0,0 1 0,-6-7 0,8 9 0,0 1 0,1-1 0,-1 1 0,0-1 0,1 1 0,-1-1 0,0 1 0,0 0 0,1-1 0,-1 1 0,0 0 0,0-1 0,0 1 0,1 0 0,-1 0 0,0 0 0,0 0 0,0 0 0,0 0 0,0 0 0,1 0 0,-1 0 0,0 0 0,0 0 0,0 1 0,0-1 0,1 0 0,-1 1 0,0-1 0,0 0 0,1 1 0,-1-1 0,0 1 0,0-1 0,1 1 0,-1-1 0,1 1 0,-1 0 0,1-1 0,-1 1 0,0 1 0,-3 4 0,0 0 0,0 1 0,1 0 0,0 0 0,0 0 0,-2 10 0,-8 47 0,9-38 0,-1 2 0,1 1 0,1-1 0,2 1 0,0 0 0,3 0 0,5 40 0,-3-52 0,0 1 0,1-1 0,1-1 0,0 1 0,1-1 0,1 0 0,0 0 0,2-1 0,-1 0 0,2-1 0,20 21 0,-14-17 0,1-2 0,1 0 0,0-1 0,2-1 0,-1-1 0,2-1 0,30 13 0,-37-18 0,0-2 0,1 0 0,0-1 0,0 0 0,0-2 0,0 0 0,1 0 0,-1-2 0,1 0 0,-1-1 0,32-5 0,-42 4 0,-1 1 0,1-1 0,-1 0 0,0 0 0,0 0 0,0-1 0,0 0 0,0 0 0,0 0 0,-1-1 0,1 0 0,-1 1 0,0-2 0,0 1 0,4-7 0,-4 5 0,0-1 0,0 0 0,-1 0 0,0 0 0,-1 0 0,1-1 0,-1 1 0,-1-1 0,1 0 0,0-13 0,-2 18 0,1-12 0,-1 1 0,0-1 0,-4-21 0,4 32 0,-1 1 0,0 0 0,1-1 0,-1 1 0,-1 0 0,1 0 0,0 0 0,-1 0 0,1 0 0,-1 0 0,0 1 0,0-1 0,0 0 0,-1 1 0,1-1 0,0 1 0,-1 0 0,0 0 0,1 0 0,-1 0 0,-5-2 0,7 4 0,-1-1 0,1 1 0,-1-1 0,0 1 0,1-1 0,-1 1 0,0 0 0,1 0 0,-1 0 0,0 0 0,1 0 0,-1 0 0,0 0 0,1 0 0,-1 1 0,0-1 0,1 1 0,-1-1 0,-1 2 0,0 0 0,1-1 0,0 1 0,0 0 0,0-1 0,0 1 0,0 1 0,0-1 0,0 0 0,1 0 0,-3 5 0,0 0 0,1 1 0,0 0 0,0-1 0,1 1 0,0 0 0,0 0 0,0 9 0,1-1 0,0 0 0,1 0 0,1 0 0,0 0 0,1 0 0,4 16 0,-4-27 0,0 1 0,0-1 0,0 1 0,0-1 0,1 0 0,0 0 0,0 0 0,1 0 0,-1-1 0,1 1 0,0-1 0,0 0 0,0 0 0,1-1 0,0 1 0,-1-1 0,1 0 0,0 0 0,11 4 0,-6-3 0,1-1 0,-1-1 0,1 0 0,0 0 0,0-1 0,0 0 0,0-1 0,13-2 0,-3 0 0,1-1 0,-1-1 0,24-8 0,-1-3 0,-28 9 0,-1 0 0,1 2 0,1 0 0,-1 0 0,32-1 0,-23 6 0,-19 0 0,1-1 0,-1 0 0,1 0 0,-1 0 0,1-1 0,11-2 0,-17 2 0,0 1 0,-1 0 0,1-1 0,0 1 0,0-1 0,0 1 0,0-1 0,0 0 0,-1 1 0,1-1 0,0 0 0,-1 1 0,1-1 0,0 0 0,-1 0 0,1 0 0,-1 1 0,1-1 0,-1 0 0,0 0 0,1-1 0,-1 0 0,1-1 0,-1 1 0,0 0 0,0 0 0,0 0 0,0 0 0,0 0 0,-1 0 0,0-4 0,-2-2 0,0 0 0,0 0 0,-9-14 0,-65-111-1365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4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24575,'0'13'0,"0"9"0,3 4 0,0 3 0,1 1 0,1-2 0,0-3 0,0-5-8191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4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54 24575,'-10'-6'0,"-12"-6"0,-29-12 0,45 22 0,0 0 0,0 0 0,0 0 0,0 1 0,-1 0 0,1 0 0,0 1 0,-1-1 0,1 1 0,-9 2 0,14-2 0,-1 0 0,1 1 0,-1-1 0,1 0 0,0 1 0,-1 0 0,1-1 0,0 1 0,-1 0 0,1 0 0,0 0 0,0 0 0,0 0 0,0 0 0,0 0 0,0 0 0,0 0 0,-2 3 0,2-2 0,0 1 0,0-1 0,1 1 0,-1-1 0,0 1 0,1 0 0,-1-1 0,1 1 0,0 5 0,1-1 0,-1 1 0,2 0 0,-1 0 0,1-1 0,0 1 0,4 9 0,2-1 0,0 0 0,2 0 0,-1-1 0,2-1 0,23 27 0,71 56 0,-96-90 0,7 12 0,-16-19 0,0 0 0,1 1 0,-1-1 0,0 0 0,0 1 0,1-1 0,-1 1 0,0-1 0,0 1 0,0-1 0,0 0 0,0 1 0,0-1 0,0 1 0,0-1 0,0 1 0,0-1 0,0 1 0,0-1 0,0 0 0,0 1 0,0-1 0,0 1 0,0-1 0,-1 1 0,1-1 0,0 0 0,0 1 0,0-1 0,-1 1 0,1-1 0,0 0 0,-1 1 0,1-1 0,0 0 0,-1 1 0,1-1 0,0 0 0,-1 0 0,1 1 0,-1-1 0,1 0 0,0 0 0,-1 0 0,1 0 0,-1 0 0,1 1 0,-1-1 0,-8 2 0,1 0 0,-1-1 0,0 0 0,1-1 0,-10 0 0,-46-4 0,52 3 0,-99-14-34,70 8-1297,13 3-5495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24575,'3'16'0,"3"7"0,3 3 0,0-1 0,2-2 0,1-2 0,1-2 0,-2-2 0,0-1 0,1-1 0,1-3 0,-2-3-8191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6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261 547 24575,'-20'-11'0,"-59"-30"0,66 35 0,-1 1 0,0 0 0,-26-6 0,37 11 0,0-1 0,0 1 0,0-1 0,0 1 0,0 0 0,0 0 0,0 1 0,0-1 0,0 1 0,0-1 0,1 1 0,-1 0 0,0 0 0,0 0 0,0 0 0,1 1 0,-5 2 0,5-2 0,-1 0 0,1 1 0,0-1 0,0 1 0,1-1 0,-1 1 0,1 0 0,-1-1 0,1 1 0,0 0 0,0 0 0,0 0 0,0 0 0,0 0 0,1 0 0,-1 5 0,1-1 0,0 0 0,0 1 0,1-1 0,0 0 0,0 0 0,0 0 0,1 0 0,0 0 0,1 0 0,0 0 0,0 0 0,0-1 0,1 0 0,5 8 0,-3-5 0,1-1 0,0 0 0,1 0 0,0-1 0,0 0 0,0 0 0,1-1 0,0 0 0,12 6 0,-16-10 0,0 1 0,1-1 0,0-1 0,-1 1 0,1-1 0,0 0 0,0 0 0,0-1 0,0 1 0,-1-1 0,1-1 0,0 1 0,10-3 0,-12 2 0,-1 0 0,1 0 0,0 0 0,-1-1 0,1 1 0,0-1 0,-1 0 0,0-1 0,0 1 0,1 0 0,-1-1 0,-1 0 0,1 1 0,0-1 0,-1 0 0,1 0 0,-1-1 0,0 1 0,0-1 0,0 1 0,1-4 0,1-6 0,-1 0 0,0 0 0,-1 0 0,0 0 0,-1-1 0,0-16 0,-3 2 0,0 0 0,-7-27 0,-7-15 0,-4 1 0,-2 0 0,-62-127 0,77 180 0,6 13 0,-1-1 0,1 0 0,-1 1 0,0-1 0,0 1 0,0 0 0,-4-5 0,6 8 0,0 0 0,0 0 0,0 0 0,0 0 0,0 0 0,0 0 0,0 0 0,0 0 0,0 0 0,0 0 0,0 0 0,0-1 0,-1 1 0,1 0 0,0 0 0,0 0 0,0 0 0,0 0 0,0 0 0,0 0 0,0 0 0,0 0 0,0 0 0,0 0 0,0 0 0,-1 0 0,1 0 0,0 0 0,0 0 0,0 0 0,0 0 0,0 0 0,0 0 0,0 0 0,0 0 0,0 0 0,0 0 0,-1 0 0,1 0 0,0 1 0,0-1 0,0 0 0,0 0 0,0 0 0,0 0 0,0 0 0,0 0 0,0 0 0,0 0 0,0 0 0,-1 7 0,2 8 0,-1-14 0,5 26 0,0 0 0,2 0 0,16 39 0,41 73 0,-45-103 0,1-2 0,2 0 0,2-2 0,44 49 0,-44-57 0,0-1 0,2-1 0,0-1 0,1-2 0,57 31 0,-83-50 0,21 12 0,42 13 0,-59-23 0,1 0 0,0-1 0,0 1 0,0-1 0,0-1 0,0 1 0,1-1 0,-1 0 0,0 0 0,0-1 0,0 0 0,0 0 0,6-2 0,-9 1 0,0 0 0,0 0 0,0 0 0,0 0 0,0 0 0,-1 0 0,1-1 0,-1 1 0,0-1 0,0 0 0,0 0 0,0 0 0,0 0 0,0 0 0,-1 0 0,0 0 0,1-1 0,-1 1 0,-1 0 0,2-6 0,0 0 0,-1 0 0,0 0 0,-1 1 0,0-1 0,0 0 0,-1 0 0,-1-9 0,-1 8 0,1 1 0,-1-1 0,-1 1 0,1 0 0,-1 0 0,-1 1 0,0-1 0,0 1 0,-1 0 0,0 1 0,0-1 0,-1 1 0,-14-12 0,18 17 0,1 0 0,0 1 0,-1-1 0,0 1 0,1 0 0,-1 0 0,0 0 0,0 0 0,0 0 0,1 0 0,-1 1 0,0 0 0,0-1 0,0 1 0,0 0 0,0 0 0,0 1 0,-5 0 0,5 0 0,1 0 0,0 0 0,0 0 0,0 0 0,0 0 0,0 0 0,0 1 0,0-1 0,0 1 0,0-1 0,1 1 0,-1 0 0,1-1 0,-1 1 0,1 0 0,-1 0 0,1 0 0,0 0 0,0 1 0,0-1 0,1 0 0,-1 0 0,-1 4 0,1 2 0,0 0 0,0 0 0,0 0 0,1 0 0,0 0 0,1 0 0,0 0 0,0 0 0,1 0 0,0 0 0,0 0 0,1-1 0,0 1 0,6 11 0,-1-5 0,1-1 0,1 1 0,0-1 0,1-1 0,0 0 0,15 12 0,-19-19 0,-1 0 0,1-1 0,0 1 0,0-1 0,0-1 0,0 1 0,1-1 0,-1 0 0,1-1 0,12 2 0,-16-3 0,1 0 0,-1-1 0,0 1 0,0-1 0,1-1 0,-1 1 0,0 0 0,0-1 0,1 0 0,-1 0 0,0 0 0,0 0 0,0-1 0,0 0 0,0 0 0,-1 0 0,1 0 0,0 0 0,-1-1 0,0 0 0,4-3 0,-4 2 0,1 0 0,-2 0 0,1 0 0,0 0 0,-1 0 0,1-1 0,-1 1 0,-1-1 0,3-7 0,-1-1 0,-1 0 0,0-17 0,-2 28 0,0 1 0,0 0 0,0 0 0,1 0 0,-1 0 0,0 0 0,0 0 0,0 0 0,1 0 0,-1 0 0,0 0 0,1 0 0,-1 0 0,1 0 0,-1 0 0,1 0 0,0 1 0,0-2 0,0 1 0,-1 1 0,1 0 0,-1 0 0,1 0 0,-1 0 0,1 0 0,-1-1 0,1 1 0,-1 0 0,1 0 0,-1 0 0,1 1 0,-1-1 0,1 0 0,-1 0 0,1 0 0,-1 0 0,1 0 0,-1 0 0,1 1 0,-1-1 0,1 0 0,-1 0 0,1 1 0,4 3 0,0 0 0,-1 0 0,1 0 0,5 8 0,-6-8 0,6 8 0,2-1 0,0 0 0,18 13 0,-25-19 0,1-2 0,0 1 0,1-1 0,-1 0 0,0 0 0,1 0 0,0-1 0,-1 0 0,1-1 0,9 2 0,-14-3 0,0 0 0,0 0 0,0 0 0,0 0 0,0 0 0,-1 0 0,1-1 0,0 1 0,0-1 0,0 1 0,0-1 0,0 0 0,-1 0 0,1 0 0,0 0 0,-1 0 0,1 0 0,-1 0 0,1 0 0,-1-1 0,1 1 0,-1-1 0,2-2 0,0-1 0,0-1 0,-1 0 0,1 0 0,-1 0 0,2-10 0,1-4 0,-5 20 0,1 0 0,-1-1 0,0 1 0,0-1 0,0 1 0,0-1 0,1 1 0,-1 0 0,0-1 0,0 1 0,1-1 0,-1 1 0,0 0 0,1-1 0,-1 1 0,0 0 0,1-1 0,-1 1 0,1 0 0,-1 0 0,0-1 0,1 1 0,-1 0 0,1 0 0,-1 0 0,1 0 0,-1 0 0,1 0 0,0-1 0,0 2 0,0-1 0,0 0 0,0 0 0,1 1 0,-1-1 0,0 1 0,0-1 0,0 1 0,0-1 0,0 1 0,2 0 0,3 4 0,0 1 0,10 9 0,-14-12 0,13 13-273,1 0 0,0-1 0,1 0 0,25 15 0,-28-22-6553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24575,'19'73'0,"70"230"0,-50-202 0,-21-57 0,16 56 0,-33-100 0,-1 0 0,0 0 0,0 1 0,0-1 0,0 0 0,0 0 0,0 0 0,1 0 0,-1 0 0,0 1 0,0-1 0,0 0 0,0 0 0,0 0 0,0 1 0,0-1 0,0 0 0,0 0 0,0 0 0,0 1 0,0-1 0,0 0 0,0 0 0,0 0 0,0 0 0,0 1 0,0-1 0,0 0 0,0 0 0,0 0 0,-1 1 0,1-1 0,0 0 0,0 0 0,0 0 0,0 0 0,0 0 0,-1 1 0,-4-8 0,-8-15 0,10 15 0,1 0 0,-1 0 0,1 0 0,1 0 0,-1 0 0,1-1 0,1 1 0,-1-15 0,2 19 0,-1 0 0,0 1 0,1-1 0,-1 0 0,1 1 0,0-1 0,0 0 0,0 1 0,0-1 0,0 1 0,1 0 0,-1-1 0,1 1 0,-1 0 0,1 0 0,0 0 0,0 0 0,0 0 0,0 0 0,0 0 0,1 1 0,-1-1 0,0 1 0,1 0 0,-1 0 0,6-2 0,-1 1 0,1 0 0,-1 1 0,1 0 0,0 1 0,-1-1 0,1 1 0,0 1 0,0 0 0,-1 0 0,1 0 0,-1 1 0,15 5 0,-9-2 0,-1 1 0,1 0 0,-1 1 0,0 1 0,-1-1 0,15 14 0,-23-17 0,1-1 0,0 1 0,-1 0 0,0 0 0,0 0 0,0 1 0,-1-1 0,1 1 0,-1-1 0,2 7 0,0 3 0,-1 0 0,2 19 0,3 12 0,-7-42-105,-1-3 26,0 1 1,0 0-1,0-1 0,0 1 0,1 0 1,-1-1-1,0 1 0,0 0 0,1-1 1,-1 1-1,0-1 0,1 1 0,-1 0 1,0-1-1,1 1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24575,'-3'3'0,"0"5"0,-3 3 0,0 0 0,0 0-8191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24575,'1'1'0,"0"-1"0,0 0 0,0 0 0,0 1 0,-1-1 0,1 0 0,0 1 0,0-1 0,0 1 0,0-1 0,0 1 0,0-1 0,-1 1 0,1 0 0,0-1 0,0 1 0,-1 0 0,2 1 0,10 18 0,-9-14 0,15 31 0,-1 0 0,21 73 0,-20-54 0,25 93 0,-37-122 0,-1 0 0,-2 1 0,1 43 0,-5-39-1365,1-19-5461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76 24575,'-28'-13'0,"-13"-4"0,-3 1 0,2 2 0,6 5 0,7 3 0,5 6 0,5 2 0,2 4 0,2 0 0,3 3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8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24575,'0'0'0,"0"0"0,0 0 0,0 0 0,0 0 0,0 0 0,0 0 0,0 0 0,0 0 0,0 0 0,0 1 0,0-1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0,1 8 0,5 12 0,-2-11 0,1 0 0,0 0 0,1-1 0,0 1 0,0-1 0,1 0 0,0-1 0,0 0 0,1 0 0,11 8 0,-16-13 0,0 0 0,0 0 0,0-1 0,0 1 0,1-1 0,-1 0 0,0 1 0,1-2 0,-1 1 0,1 0 0,-1-1 0,1 1 0,0-1 0,-1 0 0,6-1 0,-4 0 0,-1 0 0,1 0 0,-1-1 0,0 0 0,1 0 0,-1 0 0,0 0 0,0-1 0,-1 1 0,7-6 0,-1-1 0,-1 0 0,0 0 0,0-1 0,-1 0 0,0 0 0,-1 0 0,10-23 0,-10 23 0,-6 10 0,1 0 0,-1 0 0,0 0 0,0 0 0,0 1 0,0-1 0,0 0 0,1 0 0,-1 0 0,0 0 0,0 0 0,0 0 0,0 0 0,0 0 0,0 0 0,0 1 0,1-1 0,-1 0 0,0 0 0,0 0 0,0 0 0,0 0 0,0 0 0,0 1 0,0-1 0,0 0 0,0 0 0,0 0 0,0 0 0,0 0 0,0 1 0,0-1 0,0 0 0,0 0 0,0 0 0,0 1 0,1 23 0,-1-18 0,0 54 0,5 178 0,14 148 0,-17-352 0,-2 0 0,-4 40 0,3-64 0,0 0 0,-1-1 0,-1 1 0,1 0 0,-1-1 0,-1 0 0,0 0 0,0 0 0,-1 0 0,0-1 0,0 0 0,-9 11 0,11-16 0,-1-1 0,1 1 0,-1 0 0,1-1 0,-1 0 0,0 0 0,1 0 0,-1 0 0,0-1 0,-1 1 0,1-1 0,0 0 0,0 0 0,0 0 0,-1-1 0,1 0 0,0 0 0,-1 0 0,1 0 0,0-1 0,-1 1 0,1-1 0,0 0 0,0 0 0,0-1 0,0 1 0,-5-3 0,5 2 0,0 0 0,-1-1 0,1 1 0,0-1 0,0 0 0,0 0 0,1 0 0,-1 0 0,1-1 0,0 0 0,0 1 0,0-1 0,0 0 0,0-1 0,1 1 0,0 0 0,0-1 0,0 1 0,1-1 0,-1 1 0,1-1 0,0 0 0,0-9 0,1 9 0,1 1 0,0-1 0,0 1 0,0-1 0,1 1 0,-1 0 0,1-1 0,0 1 0,1 0 0,-1 0 0,1 0 0,-1 1 0,1-1 0,5-4 0,2-2 0,1 0 0,0 1 0,17-12 0,3 5-1365,-17 12-5461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5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0 24575,'-1'0'0,"0"1"0,0-1 0,1 0 0,-1 1 0,1-1 0,-1 1 0,0-1 0,1 1 0,-1-1 0,1 1 0,-1-1 0,1 1 0,-1 0 0,1-1 0,-1 1 0,1 0 0,0-1 0,-1 1 0,1 1 0,-8 19 0,6-16 0,-2 7 0,1 0 0,1 0 0,0 1 0,1-1 0,0 0 0,2 21 0,-1-15 0,0 0 0,-4 22 0,3-32 0,0 1 0,-1-1 0,0 0 0,0 0 0,-1 0 0,0 0 0,0-1 0,-1 1 0,0-1 0,0 0 0,-7 8 0,6-8 0,-1-1 0,0 0 0,0 0 0,0 0 0,-1-1 0,0 0 0,0 0 0,0-1 0,0 0 0,-1 0 0,0 0 0,0-1 0,0-1 0,0 1 0,0-1 0,-1-1 0,-13 2 0,14-2 0,-1-1 0,1 0 0,-1 0 0,1-1 0,-1 0 0,-11-4 0,15 4 0,0-1 0,0 0 0,1-1 0,-1 1 0,1-1 0,0 0 0,0 0 0,0 0 0,0 0 0,0-1 0,1 1 0,-4-5 0,1-1 0,0 0 0,1 0 0,0 0 0,1 0 0,0-1 0,0 0 0,1 1 0,1-1 0,-1 0 0,1-1 0,1 1 0,0-14 0,1 22 0,0-1 0,0 1 0,0-1 0,1 1 0,-1-1 0,1 1 0,-1-1 0,1 1 0,0 0 0,0-1 0,0 1 0,0 0 0,1 0 0,-1 0 0,1 0 0,-1 0 0,4-3 0,-3 3 0,1 0 0,0 0 0,0 1 0,0-1 0,0 1 0,0-1 0,0 1 0,0 0 0,0 0 0,1 0 0,5 0 0,0 0 0,1 1 0,0 0 0,0 1 0,0 0 0,0 1 0,-1 0 0,19 6 0,-14-3 0,-1 1 0,0 0 0,0 1 0,-1 1 0,22 16 0,-12-5 0,-2 1 0,19 22 0,37 35 0,-43-47 0,-32-28-80,0-1 0,0 0-1,0 0 1,1 0 0,-1 0-1,0 0 1,1 0 0,-1 0-1,1-1 1,-1 1 0,1 0 0,-1-1-1,1 1 1,0-1 0,-1 0-1,3 1 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59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 24575,'0'-1'0,"-1"0"0,1 1 0,-1-1 0,1 0 0,-1 1 0,1-1 0,-1 1 0,1-1 0,-1 1 0,0-1 0,1 1 0,-1-1 0,0 1 0,0 0 0,1-1 0,-1 1 0,0 0 0,0 0 0,1 0 0,-1-1 0,0 1 0,0 0 0,0 0 0,1 0 0,-1 0 0,0 0 0,0 1 0,0-1 0,1 0 0,-1 0 0,0 0 0,0 1 0,1-1 0,-1 0 0,0 1 0,0-1 0,1 1 0,-1-1 0,0 1 0,1-1 0,-1 1 0,1-1 0,-1 1 0,1-1 0,-1 1 0,1 0 0,-1-1 0,1 1 0,0 0 0,-1 0 0,1-1 0,-1 2 0,-1 3 0,0 1 0,0-1 0,1 1 0,-1 0 0,0 10 0,0 166 0,4-96 0,-2 193 0,0-274-136,0 0-1,-1 0 1,1 0-1,-1 0 1,0 0-1,0 0 1,-1 0-1,1 0 0,-4 6 1,-1-1-6690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32 24575,'-4'-4'0,"-1"0"0,1 0 0,-1 0 0,0 1 0,-10-6 0,15 9 0,-1-1 0,0 1 0,0-1 0,0 1 0,0-1 0,-1 1 0,1 0 0,0 0 0,0-1 0,0 1 0,0 0 0,0 0 0,0 0 0,0 0 0,0 0 0,0 1 0,0-1 0,0 0 0,-1 0 0,1 1 0,0-1 0,0 1 0,0-1 0,0 1 0,1-1 0,-1 1 0,0-1 0,0 1 0,0 0 0,0 0 0,1-1 0,-1 1 0,0 0 0,1 0 0,-1 0 0,0 0 0,1 0 0,-1 0 0,0 1 0,-2 7 0,-1 1 0,1-1 0,1 1 0,0 0 0,0 0 0,0 14 0,2 64 0,2-41 0,-2-31 0,9 196 0,-5-175 0,-1-1 0,-4 71 0,-8-71-1365,6-26-5461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4 24575,'-2'-3'0,"-3"7"0,-9 18 0,1-4 0,8-12 0,-1 0 0,-1-1 0,1 1 0,-1-1 0,0-1 0,0 1 0,0-1 0,-13 5 0,-8 1 0,-31 8 0,38-12 0,-28 6 0,29-8 0,0 1 0,1 1 0,-33 15 0,51-21 0,1 0 0,0 0 0,-1 1 0,1-1 0,0 0 0,-1 0 0,1 0 0,0 1 0,-1-1 0,1 0 0,0 0 0,0 1 0,-1-1 0,1 0 0,0 0 0,0 1 0,-1-1 0,1 0 0,0 1 0,0-1 0,0 0 0,0 1 0,-1-1 0,1 1 0,0-1 0,0 0 0,0 1 0,0 0 0,0-1 0,1 1 0,-1 0 0,0-1 0,1 1 0,-1-1 0,0 1 0,1-1 0,-1 1 0,1-1 0,-1 1 0,1-1 0,-1 1 0,1-1 0,-1 0 0,2 1 0,27 11 0,-24-10 0,116 39 0,0 0 0,-28-9-1365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2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 24575,'0'0'0,"0"0"0,0-1 0,-1 1 0,1 0 0,0 0 0,0-1 0,0 1 0,-1 0 0,1 0 0,0-1 0,0 1 0,-1 0 0,1 0 0,0 0 0,0-1 0,-1 1 0,1 0 0,0 0 0,-1 0 0,1 0 0,0 0 0,-1 0 0,1-1 0,0 1 0,-1 0 0,1 0 0,0 0 0,-1 0 0,1 0 0,0 0 0,-1 1 0,1-1 0,0 0 0,-1 0 0,1 0 0,0 0 0,-1 0 0,1 0 0,0 1 0,-1-1 0,1 0 0,0 0 0,0 0 0,-1 1 0,1-1 0,0 0 0,0 0 0,-1 1 0,1-1 0,0 0 0,0 0 0,0 1 0,0-1 0,-1 0 0,1 1 0,0-1 0,0 0 0,0 1 0,0-1 0,0 0 0,0 1 0,0-1 0,0 0 0,0 1 0,-1 3 0,1-1 0,0 1 0,0-1 0,0 0 0,1 6 0,18 82 0,-10-53 0,-2 1 0,4 52 0,-9-68 0,1 0 0,9 39 0,-10-55-227,1 0-1,0 0 1,0 0-1,0-1 1,7 11-1,-3-7-6598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5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241 459 24575,'1'0'0,"1"0"0,-1 0 0,0 0 0,0 0 0,0 0 0,1 0 0,-1 0 0,0-1 0,0 1 0,0 0 0,0-1 0,0 1 0,0-1 0,1 0 0,-1 1 0,1-2 0,-1 1 0,-1 1 0,0-1 0,1 0 0,-1 1 0,0-1 0,1 0 0,-1 1 0,0-1 0,0 0 0,1 1 0,-1-1 0,0 0 0,0 1 0,0-1 0,0 0 0,0 0 0,0 1 0,0-1 0,0 0 0,-1-1 0,1 0 0,-1 0 0,0 0 0,0 0 0,0 0 0,0 0 0,0 0 0,0 0 0,-1 1 0,1-1 0,-1 0 0,1 1 0,-1-1 0,0 1 0,1 0 0,-1-1 0,-4-1 0,-1-1 0,-1 1 0,1 0 0,-1 0 0,0 1 0,1 0 0,-1 1 0,-16-2 0,19 3 0,0 0 0,-1 1 0,1-1 0,0 1 0,0 0 0,0 1 0,0-1 0,0 1 0,0 0 0,0 1 0,0-1 0,1 1 0,-6 3 0,0 2 0,-1 1 0,1 0 0,-9 10 0,15-14 0,-1 1 0,1-1 0,0 1 0,0 0 0,1 0 0,-1 1 0,-2 9 0,5-14 0,0 0 0,1 1 0,0-1 0,-1 0 0,1 1 0,0-1 0,0 0 0,0 1 0,1-1 0,-1 0 0,0 0 0,1 1 0,0-1 0,-1 0 0,3 4 0,-1-3 0,0 1 0,1 0 0,-1 0 0,1-1 0,0 1 0,0-1 0,6 5 0,2 0 0,0 0 0,1-1 0,0 0 0,17 6 0,-22-9 0,0-2 0,1 1 0,0-1 0,0 0 0,-1-1 0,1 1 0,0-2 0,0 1 0,14-2 0,-17 1 0,-1-1 0,0 1 0,0-1 0,1-1 0,-1 1 0,0 0 0,0-1 0,0 0 0,0 0 0,-1 0 0,1-1 0,0 1 0,-1-1 0,0 0 0,1 0 0,-1 0 0,0 0 0,-1 0 0,4-5 0,-2 0 0,1-1 0,-2 0 0,1 0 0,-1 0 0,-1-1 0,1 1 0,-2-1 0,1 1 0,-1-1 0,-1 1 0,0-1 0,0 0 0,-1 1 0,-3-15 0,-3-13 0,-2 0 0,-18-45 0,27 82 0,-79-224 0,73 203 0,5 17 0,1 0 0,-1 0 0,-1 0 0,1 0 0,0 0 0,-1 0 0,0 1 0,0-1 0,-3-4 0,5 8 0,-1 0 0,1 0 0,0 0 0,0 0 0,-1 0 0,1 1 0,0-1 0,-1 0 0,1 0 0,0 0 0,0 0 0,-1 0 0,1 1 0,0-1 0,0 0 0,-1 0 0,1 0 0,0 1 0,0-1 0,0 0 0,0 0 0,-1 0 0,1 1 0,0-1 0,0 0 0,0 1 0,0-1 0,0 0 0,0 0 0,0 1 0,0-1 0,-1 0 0,1 1 0,-4 11 0,1 5 0,0-1 0,1 1 0,0 0 0,2 0 0,0 0 0,1 0 0,5 27 0,-1-17 0,1-1 0,2-1 0,0 1 0,14 26 0,-17-40 0,1-1 0,0 0 0,1 0 0,0-1 0,0 1 0,1-1 0,0-1 0,1 0 0,0 0 0,1-1 0,-1 0 0,15 8 0,-8-8 0,0 0 0,0-1 0,1-1 0,0-1 0,0 0 0,1-2 0,0 0 0,-1 0 0,1-2 0,0 0 0,20-2 0,-34 1 0,-1-1 0,0 1 0,1 0 0,-1-1 0,0 0 0,0 0 0,1 0 0,-1 0 0,0 0 0,0-1 0,0 1 0,0-1 0,-1 0 0,1 0 0,0 0 0,-1 0 0,1 0 0,-1-1 0,0 1 0,0-1 0,0 1 0,0-1 0,0 0 0,0 0 0,-1 0 0,1 0 0,-1 0 0,0 0 0,0 0 0,0-1 0,0 1 0,-1 0 0,1-6 0,0 0 0,-1 0 0,0 0 0,0 0 0,-1 0 0,0 1 0,-1-1 0,-2-9 0,2 13 0,0 0 0,0 0 0,0 1 0,-1-1 0,1 1 0,-1 0 0,0-1 0,0 1 0,-1 1 0,1-1 0,-1 0 0,0 1 0,-7-5 0,10 7 0,0 0 0,-1 0 0,1 0 0,0 0 0,-1 1 0,1-1 0,-1 0 0,0 1 0,1 0 0,-1-1 0,1 1 0,-1 0 0,0 0 0,1-1 0,-3 2 0,3-1 0,0 0 0,0 0 0,0 1 0,0-1 0,0 1 0,0-1 0,0 1 0,0-1 0,0 1 0,0 0 0,0-1 0,0 1 0,1 0 0,-1 0 0,0 0 0,1 0 0,-2 1 0,0 2 0,0 0 0,0 0 0,1 1 0,0-1 0,0 0 0,0 1 0,0-1 0,0 1 0,1 6 0,-1 5 0,2 0 0,3 29 0,-2-37 0,-1-1 0,1 0 0,1 0 0,-1-1 0,1 1 0,0 0 0,1-1 0,7 11 0,0-4 0,0 0 0,1-1 0,1 0 0,0-1 0,0 0 0,1-1 0,1 0 0,-1-1 0,2-1 0,-1-1 0,1 0 0,0-1 0,1 0 0,-1-2 0,1 0 0,0 0 0,25 0 0,-38-3-62,-1-1 0,0 0 0,1 0 0,-1-1 0,1 1 0,-1-1 0,0 0 0,0 0 0,1 0 0,-1 0 0,0 0 0,0-1-1,0 1 1,0-1 0,0 0 0,-1 0 0,1 0 0,0 0 0,-1 0 0,0-1 0,5-4 0,1-4-6764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15 24575,'-8'-2'0,"-16"-2"0,-31-3 0,48 6 0,1 1 0,-1 0 0,1 0 0,-1 1 0,1 0 0,-1 0 0,1 1 0,0 0 0,-1 0 0,-5 3 0,10-5 0,1 1 0,-1 0 0,1 0 0,-1 0 0,1 0 0,-1 1 0,1-1 0,0 0 0,0 1 0,-1-1 0,1 0 0,0 1 0,0 0 0,0-1 0,1 1 0,-1-1 0,0 1 0,1 0 0,-2 3 0,2-2 0,0 0 0,0 1 0,0-1 0,0 0 0,0 1 0,1-1 0,-1 0 0,1 0 0,0 0 0,2 5 0,0-1 0,0 0 0,1 0 0,0 0 0,0-1 0,0 1 0,1-1 0,0 0 0,10 8 0,3 0 0,2-1 0,0-1 0,0-1 0,1 0 0,1-2 0,0 0 0,0-2 0,36 8 0,-48-13 15,0 0 0,-1-1 0,1-1 0,0 0 0,-1 0 0,1-1 0,18-3 0,-23 3-102,0-1-1,0 0 1,0 1 0,0-2-1,-1 1 1,1 0 0,-1-1-1,1 0 1,-1 0-1,0 0 1,0-1 0,-1 1-1,1-1 1,-1 0 0,0 0-1,5-7 1,-1-1-6739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58 24575,'-47'-20'0,"-55"-14"0,100 33 0,-1 0 0,0 1 0,0-1 0,0 1 0,0 0 0,0 0 0,0 0 0,1 0 0,-1 0 0,0 0 0,0 1 0,0 0 0,0-1 0,0 1 0,1 0 0,-6 3 0,5-2 0,0 0 0,0 1 0,0-1 0,1 1 0,-1 0 0,0-1 0,1 1 0,0 1 0,0-1 0,0 0 0,0 0 0,-2 6 0,2-4 0,1-1 0,-1 1 0,1 0 0,0 0 0,0 0 0,0 0 0,0 0 0,1 0 0,0 0 0,0 0 0,2 8 0,-2-10 0,1-1 0,0 0 0,-1 1 0,1-1 0,0 0 0,0 0 0,0 0 0,1 1 0,-1-1 0,0-1 0,1 1 0,-1 0 0,1 0 0,0 0 0,0-1 0,-1 1 0,1-1 0,0 1 0,0-1 0,1 0 0,-1 0 0,0 0 0,0 0 0,0 0 0,5 0 0,11 2 0,-1-1 0,1-2 0,0 1 0,34-6 0,-48 5 0,0-1 0,1 0 0,-1 0 0,0-1 0,0 0 0,0 1 0,0-1 0,0-1 0,0 1 0,0 0 0,-1-1 0,1 0 0,4-5 0,2 0 0,-10 8 0,1-1 0,-1 1 0,1-1 0,-1 1 0,1 0 0,-1-1 0,1 1 0,-1 0 0,1 0 0,0-1 0,-1 1 0,1 0 0,0 0 0,-1 0 0,1 0 0,0 0 0,-1 0 0,1 0 0,0 0 0,-1 0 0,1 0 0,-1 0 0,1 0 0,0 1 0,-1-1 0,1 0 0,0 0 0,-1 1 0,1-1 0,-1 0 0,1 1 0,-1-1 0,1 0 0,-1 1 0,1-1 0,0 1 0,2 3 0,0-1 0,-1 1 0,1 0 0,2 6 0,1 0 0,4 3-227,1 0-1,0 0 1,0-1-1,1 0 1,14 10-1,-18-16-6598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24 24575,'-1'1'0,"0"-1"0,1 1 0,-1-1 0,0 1 0,1 0 0,-1 0 0,1 0 0,-1-1 0,1 1 0,-1 0 0,1 0 0,0 0 0,-1 0 0,1 0 0,0-1 0,0 1 0,0 0 0,0 0 0,0 0 0,0 0 0,0 0 0,0 0 0,0 0 0,0 0 0,0 1 0,1 0 0,0-1 0,0 1 0,0 0 0,0-1 0,0 1 0,1-1 0,-1 1 0,0-1 0,1 1 0,-1-1 0,3 2 0,4 1 0,-1 1 0,0-1 0,1-1 0,12 5 0,-16-7 0,0 0 0,1 0 0,-1 0 0,1 0 0,-1-1 0,1 1 0,-1-1 0,1-1 0,0 1 0,-1-1 0,1 1 0,-1-1 0,1 0 0,-1-1 0,0 1 0,0-1 0,1 0 0,-1 0 0,0 0 0,0-1 0,-1 1 0,1-1 0,0 0 0,-1 0 0,0 0 0,0-1 0,0 1 0,0-1 0,0 1 0,-1-1 0,0 0 0,1 0 0,-1 0 0,-1-1 0,1 1 0,-1 0 0,2-8 0,0 2 0,-3 18 0,0 6 0,2 12 0,2-1 0,1 0 0,0 0 0,11 26 0,41 93 0,-13-52 0,8 21 0,-51-109 0,1-1 0,-1 1 0,0 0 0,0 0 0,0 0 0,0 0 0,-1 1 0,1 7 0,-2-11 0,1 0 0,0 0 0,-1 0 0,1 0 0,0 0 0,-1 0 0,0 0 0,1 0 0,-1 0 0,1 0 0,-1 0 0,0 0 0,0 0 0,0 0 0,0 0 0,1 0 0,-1-1 0,0 1 0,0-1 0,0 1 0,-1 0 0,1-1 0,0 1 0,0-1 0,0 0 0,0 1 0,0-1 0,-1 0 0,1 0 0,0 0 0,0 0 0,0 0 0,0 0 0,-2 0 0,-2-1 0,-1 1 0,1-1 0,-1 0 0,1 0 0,0 0 0,0-1 0,0 0 0,0 0 0,0 0 0,-8-6 0,-5-4 0,-23-19 0,26 19 0,-7-4 0,-16-13 0,35 27 0,1 0 0,0-1 0,0 1 0,0 0 0,0-1 0,0 0 0,0 1 0,1-1 0,-1 0 0,1 0 0,-2-5 0,3 7 0,-1-1 0,1 1 0,0-1 0,0 1 0,0 0 0,0-1 0,0 1 0,0-1 0,0 1 0,1 0 0,-1-1 0,0 1 0,1-1 0,-1 1 0,1 0 0,-1 0 0,1-1 0,0 1 0,1-2 0,0 1 0,0 0 0,0 0 0,0 0 0,1 1 0,-1-1 0,0 0 0,1 1 0,-1 0 0,5-2 0,2 0 0,1 0 0,-1 1 0,1 0 0,17 0 0,26-5-1365,-39 4-5461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24575,'0'8'0,"0"5"0,0 3 0,0 1 0,3-2 0,0-4-8191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24575,'-2'-3'0,"-4"2"0,-1 4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3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24575,'31'56'0,"-22"-38"0,16 24 0,-25-41 0,1 0 0,0 1 0,0-1 0,-1 0 0,1 0 0,0 0 0,0 0 0,0 0 0,0 0 0,1 0 0,-1 0 0,0 0 0,0 0 0,1-1 0,-1 1 0,0 0 0,1-1 0,-1 1 0,0-1 0,1 0 0,-1 1 0,1-1 0,-1 0 0,1 0 0,-1 0 0,1 0 0,-1 0 0,1 0 0,-1 0 0,0-1 0,1 1 0,1-1 0,0-1 0,0 0 0,0 0 0,-1 1 0,1-2 0,-1 1 0,0 0 0,0 0 0,1-1 0,-1 1 0,-1-1 0,1 0 0,0 0 0,2-5 0,6-20 0,-8 22 0,0 0 0,0 0 0,1 0 0,-1 1 0,1-1 0,0 0 0,1 1 0,-1 0 0,1 0 0,0 0 0,7-6 0,-8 10 0,-1 0 0,0 0 0,1 0 0,-1 0 0,1 1 0,0-1 0,-1 1 0,1-1 0,-1 1 0,1 0 0,0 0 0,-1 0 0,1 1 0,-1-1 0,1 1 0,0-1 0,-1 1 0,1 0 0,2 1 0,8 3 0,-1 1 0,16 9 0,56 37 120,-68-41-615,0 1 0,27 27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2 24575,'-79'-1'0,"-86"2"0,164-1 0,0 0 0,1 0 0,-1 0 0,0 0 0,0 0 0,0 0 0,1 0 0,-1 1 0,0-1 0,1 0 0,-1 0 0,0 0 0,0 1 0,1-1 0,-1 0 0,0 1 0,1-1 0,-1 1 0,1-1 0,-1 1 0,0 0 0,1 0 0,0-1 0,0 1 0,0-1 0,0 1 0,0-1 0,0 1 0,1-1 0,-1 1 0,0-1 0,0 1 0,0-1 0,1 1 0,-1-1 0,0 0 0,1 1 0,-1-1 0,0 1 0,1-1 0,-1 0 0,1 1 0,-1-1 0,1 1 0,6 4 0,1 0 0,11 5 0,-16-8 0,12 6 0,0 0 0,1-1 0,0-1 0,0 0 0,0-1 0,0-1 0,1-1 0,0 0 0,33 1 0,-43-4 0,1 0 0,0 0 0,0 0 0,12-3 0,-18 3 0,-1-1 0,1 1 0,-1 0 0,1-1 0,-1 1 0,0-1 0,1 1 0,-1-1 0,0 0 0,1 0 0,-1 1 0,0-1 0,0 0 0,0 0 0,0 0 0,0 0 0,0-1 0,0 1 0,0 0 0,0 0 0,-1 0 0,1-1 0,0 1 0,-1-1 0,1-1 0,-2-3 0,-4 9 0,-5 10 0,7-4 0,1-1 0,0 0 0,0 1 0,1 0 0,0-1 0,0 1 0,1 9 0,1 0 0,1 0 0,5 25 0,2-5 0,2-1 0,2 0 0,25 50 0,66 97 0,-100-178 0,13 24 0,-16-29 0,-1 0 0,1 0 0,-1 0 0,1 0 0,-1 1 0,1-1 0,-1 0 0,0 0 0,0 1 0,0-1 0,0 0 0,0 0 0,0 1 0,0-1 0,0 0 0,0 0 0,-1 1 0,1-1 0,0 0 0,-1 0 0,0 2 0,1-3 0,-1 1 0,0 0 0,0-1 0,0 1 0,0-1 0,1 1 0,-1-1 0,0 1 0,0-1 0,0 0 0,0 1 0,0-1 0,0 0 0,0 0 0,0 1 0,0-1 0,0 0 0,0 0 0,0 0 0,0-1 0,0 1 0,0 0 0,0 0 0,0 0 0,0-1 0,0 1 0,-1-1 0,-26-12 0,8 1 0,2-1 0,-1-1 0,1 0 0,1-1 0,1-1 0,0-1 0,1 0 0,-22-34 0,34 46 0,0 0 0,0 0 0,1 0 0,0 0 0,0 0 0,0-1 0,1 1 0,-2-7 0,3 10 0,0 1 0,0-1 0,0 1 0,0 0 0,0-1 0,0 1 0,0-1 0,0 1 0,1 0 0,-1-1 0,1 1 0,-1 0 0,1-1 0,-1 1 0,1 0 0,0 0 0,-1-1 0,1 1 0,0 0 0,0 0 0,0 0 0,0 0 0,0 0 0,0 0 0,0 0 0,0 1 0,0-1 0,1 0 0,-1 1 0,0-1 0,0 0 0,1 1 0,-1 0 0,0-1 0,1 1 0,-1 0 0,2-1 0,11 0-1365,-1 0-5461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11 24575,'-12'-3'0,"0"0"0,0 1 0,0 1 0,0 0 0,-21 0 0,28 2 0,1-1 0,-1 1 0,1 0 0,0 0 0,0 1 0,0-1 0,0 1 0,0 0 0,0 0 0,0 0 0,0 0 0,1 1 0,-1-1 0,1 1 0,0 0 0,-1 0 0,2 1 0,-1-1 0,-3 4 0,2 2 0,-1-1 0,2 1 0,-1 0 0,1 0 0,0 0 0,1 1 0,0-1 0,0 1 0,1-1 0,1 1 0,0 18 0,3 5 0,1 1 0,8 33 0,6 8-146,3-2-1,38 90 0,84 130-293,-138-284 476,2 4 261,16 23-1,-21-33-393,1 0 0,0 0 0,-1 0 0,1 0 0,0-1 0,0 1 0,0-1 0,1 0 0,-1 0 0,0 0 0,1 0 0,4 1 0,4 0-6582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457 154 24575,'-31'-12'0,"-15"-8"0,-6 0 0,2 1 0,3 3 0,6 3 0,6 2 0,4 2 0,5 1 0,4 0 0,4 2 0,1 1 0,2 2 0,1 1 0,5 1 0,6 1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5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59 24575,'-15'-3'0,"11"2"0,0 0 0,0 0 0,0 0 0,0 1 0,0 0 0,0-1 0,0 1 0,0 1 0,0-1 0,-5 2 0,9-2 0,0 0 0,0 0 0,0 0 0,0 0 0,0 0 0,-1 0 0,1 0 0,0 0 0,0 0 0,0 0 0,0 0 0,0 0 0,0 0 0,0 0 0,0 0 0,0 0 0,0 0 0,0 0 0,0 1 0,0-1 0,-1 0 0,1 0 0,0 0 0,0 0 0,0 0 0,0 0 0,0 0 0,0 0 0,0 0 0,0 0 0,0 1 0,0-1 0,0 0 0,0 0 0,0 0 0,0 0 0,0 0 0,0 0 0,0 0 0,0 0 0,0 0 0,0 1 0,0-1 0,1 0 0,-1 0 0,0 0 0,0 0 0,0 0 0,5 4 0,8 2 0,4-1 0,0 0 0,0 0 0,0-2 0,0 0 0,1-1 0,0-1 0,28-2 0,-42 1 0,0-1 0,0 0 0,-1 1 0,1-1 0,-1 0 0,1-1 0,-1 1 0,1-1 0,-1 0 0,0 1 0,1-2 0,-1 1 0,0 0 0,-1 0 0,1-1 0,0 0 0,-1 1 0,1-1 0,-1 0 0,0 0 0,0-1 0,0 1 0,0 0 0,-1-1 0,1 1 0,-1-1 0,0 1 0,0-1 0,1-4 0,-2 7 0,0 1 0,-1-1 0,1 0 0,1 1 0,-1-1 0,0 0 0,0 1 0,0-1 0,0 0 0,0 1 0,0-1 0,1 0 0,-1 1 0,0-1 0,1 1 0,-1-1 0,0 0 0,1 1 0,-1-1 0,1 1 0,-1-1 0,1 1 0,-1 0 0,1-1 0,0 0 0,0 2 0,0-1 0,0 1 0,0 0 0,0 0 0,0-1 0,0 1 0,0 0 0,0 0 0,0 0 0,0 0 0,0 0 0,0 1 0,8 9-79,73 79 288,-74-82-375,1 0 0,1-1 0,-1 0 0,1 0 0,0-1-1,0-1 1,1 1 0,13 3 0,-11-5-6660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24575,'24'25'0,"-8"-8"0,1-1 0,0 0 0,21 14 0,-36-29 0,0 0 0,0 0 0,0 0 0,-1 0 0,1 0 0,0-1 0,0 1 0,0 0 0,0-1 0,1 0 0,-1 1 0,0-1 0,0 0 0,0 0 0,0 0 0,0-1 0,0 1 0,0 0 0,0-1 0,0 1 0,0-1 0,0 0 0,0 1 0,0-1 0,0 0 0,-1 0 0,1-1 0,2-1 0,4-4 0,0 0 0,0-1 0,-1 0 0,10-13 0,6-8 0,-21 28 0,0-1 0,0 0 0,0 0 0,0 1 0,0-1 0,1 1 0,-1 0 0,0 0 0,1 0 0,-1 0 0,1 0 0,-1 0 0,1 1 0,-1-1 0,1 1 0,2-1 0,-1 1 0,0 1 0,0-1 0,0 1 0,0 0 0,0 0 0,-1 0 0,1 0 0,0 0 0,6 4 0,-1 1 0,1 1 0,-1 0 0,0 0 0,-1 1 0,1 0 0,10 13 0,-16-16-341,0-1 0,0 1-1,5 9 1,-3-1-6485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24575,'-16'8'0,"0"0"0,-22 14 0,32-17 0,0-1 0,0 1 0,0 1 0,1-1 0,0 1 0,0 0 0,0 0 0,-4 8 0,8-12 0,-1 0 0,1 1 0,0-1 0,0 1 0,1 0 0,-1-1 0,0 1 0,1-1 0,-1 1 0,1 0 0,0 0 0,0-1 0,0 1 0,1 0 0,0 4 0,0-2 0,1-1 0,0 0 0,-1 0 0,1 0 0,1 0 0,-1 0 0,1 0 0,5 6 0,1 0 0,1-1 0,0 0 0,1-1 0,0 0 0,16 9 0,-14-10 0,-1 0 0,1-1 0,1 0 0,-1-1 0,1-1 0,16 4 0,-26-8 0,1 1 0,-1-1 0,0 1 0,0-1 0,0 0 0,0-1 0,0 1 0,0-1 0,0 1 0,0-1 0,0-1 0,0 1 0,0 0 0,0-1 0,-1 0 0,1 0 0,-1 0 0,1 0 0,-1-1 0,0 1 0,0-1 0,0 0 0,0 0 0,0 0 0,-1 0 0,3-4 0,0-2-151,0-1-1,-1 1 0,0-1 0,-1 0 1,0 0-1,-1 0 0,0 0 1,1-19-1,-1 8-6674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24575,'6'60'0,"4"-1"0,1-1 0,3 0 0,3-1 0,2 0 0,3-1 0,2-2 0,2 0 0,42 62 0,-60-108 0,-8-8 0,0 0 0,0 0 0,1 0 0,-1 0 0,0 0 0,0 0 0,0 0 0,0 0 0,1 0 0,-1 0 0,0 0 0,0 0 0,0 0 0,0-1 0,0 1 0,1 0 0,-1 0 0,0 0 0,0 0 0,0 0 0,0 0 0,0 0 0,0-1 0,1 1 0,-1 0 0,0 0 0,0 0 0,0 0 0,0 0 0,0-1 0,0 1 0,0 0 0,0 0 0,0-1 0,3-22 0,-2 11 0,-1 8 0,1 1 0,0-1 0,0 0 0,0 0 0,0 0 0,1 1 0,0-1 0,0 1 0,0-1 0,0 1 0,0 0 0,1 0 0,-1 0 0,1 0 0,6-5 0,-5 5 0,1 1 0,0-1 0,-1 1 0,1 0 0,1 0 0,-1 0 0,0 1 0,0-1 0,0 1 0,1 1 0,6-1 0,-5 0 0,-1 1 0,1 0 0,0 0 0,-1 1 0,1 0 0,9 2 0,-11-1 0,0 0 0,-1 0 0,1 0 0,-1 1 0,0-1 0,0 1 0,0 0 0,0 1 0,5 4 0,-1 1 0,-1 1 0,0 0 0,0 0 0,-1 0 0,0 1 0,8 21 0,-8-16 0,1-1 0,13 20 0,-17-32 94,-3-6-1553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24575,'6'13'0,"0"7"0,1 2 0,-2 1 0,2-2 0,-2-4-8191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7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57 24575,'2'10'0,"0"-1"0,0 1 0,-1 0 0,0 0 0,-1-1 0,0 1 0,0 0 0,-3 14 0,2-20 0,0 0 0,-1 0 0,1 1 0,-1-1 0,0-1 0,0 1 0,0 0 0,0 0 0,-1-1 0,1 1 0,-1-1 0,0 0 0,0 0 0,0 0 0,0 0 0,-1-1 0,1 1 0,-1-1 0,0 0 0,0 0 0,-6 3 0,5-3 0,0-1 0,0 1 0,0-1 0,0 0 0,0 0 0,0-1 0,-1 1 0,1-1 0,0 0 0,0-1 0,-1 1 0,1-1 0,0 0 0,-6-2 0,7 2 0,1-1 0,-1 0 0,1 1 0,0-1 0,-1 0 0,1-1 0,0 1 0,0-1 0,0 1 0,1-1 0,-1 0 0,1 0 0,-1 0 0,1 0 0,0 0 0,0-1 0,0 1 0,1-1 0,-3-6 0,1 2 0,1 0 0,0 0 0,1-1 0,-1 1 0,2-1 0,-1 1 0,2-17 0,0 20 0,-1 1 0,1 0 0,0 0 0,1-1 0,-1 1 0,1 0 0,0 0 0,0 0 0,0 1 0,0-1 0,1 0 0,0 1 0,0-1 0,-1 1 0,2 0 0,-1 0 0,5-3 0,-4 3 0,0 0 0,0 1 0,0 0 0,0-1 0,0 2 0,0-1 0,1 0 0,-1 1 0,1 0 0,-1 0 0,1 0 0,0 1 0,-1-1 0,10 1 0,-7 1 0,1 1 0,0 0 0,-1 0 0,0 0 0,1 1 0,-1 0 0,0 1 0,8 4 0,152 109 0,-119-81 0,18 8 0,-57-39 0,1 0 0,-1 0 0,1-1 0,0 0 0,15 3 0,-23-7 0,0 0 0,1 1 0,-1-1 0,0 0 0,1 0 0,-1 0 0,0 0 0,0-1 0,1 1 0,-1-1 0,0 1 0,0-1 0,0 0 0,0 0 0,0 0 0,0 0 0,0 0 0,0 0 0,0-1 0,0 1 0,0-1 0,-1 1 0,1-1 0,-1 0 0,1 1 0,-1-1 0,0 0 0,3-4 0,1-5 0,0 0 0,-1 0 0,0 0 0,3-18 0,1-3 0,-7 30 0,0-1 0,0 0 0,0 0 0,0 1 0,1-1 0,-1 1 0,1-1 0,0 1 0,-1 0 0,1 0 0,0 0 0,0 0 0,1 0 0,-1 0 0,4-2 0,-4 3 0,0 0 0,1 0 0,-1 0 0,1 1 0,0-1 0,-1 1 0,1-1 0,-1 1 0,1 0 0,0 0 0,-1 0 0,1 1 0,-1-1 0,1 0 0,-1 1 0,1 0 0,3 1 0,18 8 0,41 22 0,-21-9 0,-26-14-119,13 6-504,55 20 0,-72-31-6203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 24575,'-7'-8'0,"7"8"0,0 0 0,0 0 0,0 0 0,-1 0 0,1 0 0,0 0 0,0 0 0,0 0 0,0 1 0,-1-1 0,1 0 0,0 0 0,0 0 0,0 0 0,0 0 0,0 0 0,-1 0 0,1 1 0,0-1 0,0 0 0,0 0 0,0 0 0,0 0 0,0 1 0,0-1 0,0 0 0,-1 0 0,1 0 0,0 0 0,0 1 0,0-1 0,-1 21 0,3-9 0,1 0 0,0 0 0,1-1 0,0 1 0,8 14 0,34 54 0,-23-42 0,-18-30 0,1 1 0,0-1 0,0 0 0,1 0 0,0 0 0,0-1 0,1 0 0,14 9 0,-19-14 0,0 0 0,1 0 0,-1 0 0,0 0 0,1-1 0,0 0 0,-1 0 0,1 0 0,0 0 0,0 0 0,0-1 0,-1 1 0,1-1 0,0 0 0,0-1 0,0 1 0,0-1 0,0 1 0,-1-1 0,1 0 0,0 0 0,-1-1 0,1 1 0,-1-1 0,7-3 0,-5 0 0,0 1 0,1-1 0,-1 0 0,-1 0 0,1 0 0,6-12 0,6-5 0,-16 21 0,0-1 0,0 1 0,0 0 0,0 0 0,0 0 0,0 0 0,0 0 0,1 0 0,-1 1 0,0-1 0,0 0 0,1 1 0,-1-1 0,1 0 0,-1 1 0,1 0 0,-1-1 0,1 1 0,-1 0 0,1 0 0,-1 0 0,1 0 0,-1 0 0,1 0 0,-1 0 0,1 0 0,-1 1 0,1-1 0,-1 1 0,0-1 0,3 2 0,2 1 0,1 1 0,-1 1 0,0-1 0,0 1 0,6 7 0,12 8 0,-20-18 0,0 1 0,0-1 0,1 0 0,-1-1 0,1 1 0,-1-1 0,1 1 0,0-1 0,-1-1 0,1 1 0,0-1 0,0 0 0,-1 0 0,1 0 0,0 0 0,0-1 0,-1 0 0,1 0 0,8-3 0,-7 2 0,-1-1 0,0 1 0,0-1 0,0 0 0,0 0 0,-1-1 0,1 0 0,-1 1 0,0-1 0,0 0 0,-1-1 0,1 1 0,-1-1 0,0 0 0,0 0 0,3-6 0,-3 3 0,0 1 0,0 0 0,-1-1 0,0 0 0,1-10 0,-3 14 0,1 0 0,-2 0 0,1 0 0,0 0 0,-1 0 0,0 0 0,0 0 0,0 0 0,0 0 0,-1 0 0,0 1 0,-2-6 0,-3-1-124,-1 0 0,0 1 0,0 0 0,-1 0 0,0 0 0,0 1-1,-1 1 1,0 0 0,0 0 0,-20-9 0,9 6-6702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24575,'-5'10'0,"0"0"0,1 0 0,0 0 0,1 0 0,0 1 0,1-1 0,0 1 0,-1 15 0,3 0 0,2 0 0,0 0 0,2 0 0,0-1 0,2 0 0,1 0 0,1 0 0,1-1 0,1 0 0,17 28 0,-23-45 0,-1-1 0,1 0 0,1 0 0,-1 0 0,8 7 0,-11-12 0,0 0 0,0 0 0,0 0 0,0 0 0,1 0 0,-1-1 0,0 1 0,0-1 0,0 1 0,1-1 0,-1 1 0,0-1 0,1 1 0,-1-1 0,0 0 0,1 0 0,-1 0 0,0 0 0,1 0 0,-1 0 0,0 0 0,1 0 0,-1-1 0,0 1 0,1 0 0,-1-1 0,0 1 0,0-1 0,0 1 0,1-1 0,-1 0 0,0 0 0,0 1 0,0-1 0,0 0 0,1-2 0,22-25 0,-20 22 0,0 1 0,0 0 0,1 0 0,10-9 0,-13 13 0,0 0 0,0 0 0,0 0 0,0 0 0,0 0 0,0 0 0,0 0 0,0 1 0,0-1 0,0 1 0,0 0 0,0 0 0,1-1 0,-1 1 0,0 1 0,0-1 0,0 0 0,1 0 0,3 2 0,17 6 0,0 1 0,23 13 0,-31-14 0,0 0 0,1-1 0,0-1 0,0-1 0,0 0 0,28 4 0,-39-9-227,1 0-1,0 0 1,0-1-1,-1 1 1,11-4-1,-3 0-6598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7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24575,'-5'9'0,"1"0"0,0 0 0,0 0 0,-2 15 0,5-20 0,1 0 0,-1 1 0,1-1 0,0 0 0,1 1 0,-1-1 0,1 0 0,0 0 0,0 0 0,0 1 0,0-1 0,4 7 0,-2-6 0,0 0 0,0-1 0,0 1 0,1-1 0,0 0 0,-1 0 0,1 0 0,1 0 0,-1-1 0,1 1 0,8 4 0,-11-7 0,-1 0 0,1 0 0,-1-1 0,1 1 0,-1 0 0,1-1 0,0 1 0,-1-1 0,1 0 0,0 1 0,0-1 0,-1 0 0,1 0 0,0 0 0,0 0 0,-1-1 0,1 1 0,0 0 0,-1-1 0,1 1 0,0-1 0,-1 1 0,1-1 0,-1 0 0,1 0 0,-1 0 0,1 0 0,-1 0 0,0 0 0,1 0 0,-1 0 0,0-1 0,0 1 0,0 0 0,0-1 0,0 1 0,0-1 0,0 1 0,0-1 0,-1 1 0,2-3 0,-1-1 0,1 0 0,-1 0 0,0-1 0,0 1 0,-1-1 0,1-10 0,0-7 0,1 22 0,2 5 0,6 9 0,-8-10 0,-1-1-29,4 5-119,0 0-1,1 1 1,-1-2-1,1 1 1,0-1-1,1 0 1,0 0-1,11 7 1,-8-9-6678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7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24575,'5'58'0,"3"0"0,2-1 0,3 0 0,2-1 0,40 98 0,-30-97 0,-9-17 0,2-2 0,27 45 0,-44-83 0,-1 1 0,1 0 0,-1-1 0,0 1 0,1 0 0,-1-1 0,1 1 0,-1 0 0,1-1 0,0 1 0,-1-1 0,1 1 0,0-1 0,-1 0 0,1 1 0,0-1 0,-1 1 0,2-1 0,-1 0 0,-1 0 0,0 0 0,1 0 0,-1-1 0,0 1 0,0 0 0,1 0 0,-1 0 0,0-1 0,1 1 0,-1 0 0,0-1 0,0 1 0,0 0 0,1-1 0,-1 1 0,0 0 0,0 0 0,0-1 0,0 1 0,0-1 0,0 1 0,1 0 0,-1-1 0,0 1 0,0-1 0,0-3 0,1 0 0,-1-1 0,0 1 0,0 0 0,-2-6 0,1 1 0,-1-1 0,0-1 0,-1 1 0,0 0 0,-7-15 0,9 22 0,0 1 0,-1-1 0,1 1 0,-1 0 0,0-1 0,0 1 0,0 0 0,0 0 0,0 0 0,0 0 0,-1 1 0,1-1 0,-1 1 0,1-1 0,-1 1 0,1 0 0,-1 0 0,0 0 0,0 0 0,0 1 0,-4-1 0,-23-2 0,-55 4 0,31 1 0,-11-1-1365,38-1-5461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8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24575,'1'1'0,"0"0"0,0-1 0,1 1 0,-1 0 0,0 0 0,0 0 0,0-1 0,0 1 0,0 0 0,-1 0 0,1 0 0,0 1 0,0-1 0,-1 0 0,1 0 0,0 0 0,-1 0 0,1 3 0,0-3 0,16 41 0,-2 0 0,15 75 0,-8-32 0,53 155 0,-75-239 0,1 1 0,-1-1 0,1 0 0,-1 1 0,1-1 0,-1 0 0,1 0 0,0 0 0,0 1 0,-1-1 0,1 0 0,0 0 0,0 0 0,0 0 0,1 0 0,-1 0 0,-1-1 0,0 0 0,1 0 0,-1 0 0,0 0 0,0 0 0,1 0 0,-1 0 0,0 0 0,1 0 0,-1-1 0,0 1 0,0 0 0,1 0 0,-1 0 0,0 0 0,1 0 0,-1 0 0,0-1 0,0 1 0,0 0 0,1 0 0,-1 0 0,0-1 0,8-11 0,14-46 0,-16 42 0,0 0 0,0 0 0,2 0 0,11-18 0,-18 32 0,1-1 0,0 1 0,0 0 0,0 0 0,0 0 0,0 0 0,0 0 0,1 0 0,-1 0 0,1 1 0,-1 0 0,1-1 0,0 1 0,-1 0 0,7-2 0,-6 3 0,1 0 0,0-1 0,0 1 0,0 1 0,-1-1 0,1 0 0,0 1 0,-1 0 0,1 0 0,0 0 0,3 2 0,8 4 0,0 1 0,-1 1 0,0 0 0,20 18 0,-16-12 0,49 41 0,-47-37 0,2 0 0,1-2 0,30 19 0,-51-35 7,0 0-1,0 0 0,0 1 0,0-2 1,1 1-1,-1 0 0,0 0 1,1-1-1,-1 1 0,0-1 1,1 0-1,-1 0 0,0 0 0,1 0 1,-1 0-1,1 0 0,-1 0 1,4-2-1,-3 1-99,-1-1 0,1 1 1,-1-1-1,0 0 0,0 0 0,0 0 0,0 0 0,0 0 1,0 0-1,0 0 0,0-1 0,-1 1 0,0 0 1,1-1-1,0-3 0,4-7-6733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 24575,'-5'-1'0,"0"1"0,0-1 0,0 1 0,0 0 0,0 0 0,0 0 0,0 1 0,0 0 0,0 0 0,0 0 0,-5 2 0,8-2 0,0 0 0,0 1 0,0-1 0,0 0 0,1 0 0,-1 1 0,0-1 0,1 1 0,-1 0 0,1 0 0,0-1 0,-1 1 0,1 0 0,0 0 0,0 0 0,0 0 0,0 0 0,1 0 0,-1 0 0,0 1 0,1-1 0,0 0 0,-1 0 0,1 1 0,0-1 0,0 0 0,0 3 0,1 0 0,0 0 0,0 1 0,0-1 0,0 0 0,1 0 0,0 0 0,0 0 0,0 0 0,1 0 0,-1 0 0,1-1 0,0 0 0,5 6 0,-3-5 0,-1 0 0,1-1 0,0 0 0,0 0 0,0 0 0,1 0 0,-1-1 0,1 0 0,0 0 0,11 4 0,-15-7 0,-1 1 0,1-1 0,0 0 0,0 1 0,0-1 0,0 0 0,-1 0 0,1 0 0,0 0 0,0-1 0,0 1 0,0-1 0,-1 1 0,1-1 0,0 1 0,0-1 0,-1 0 0,4-2 0,-2 1 0,0 0 0,0-1 0,-1 1 0,1-1 0,-1 0 0,0 0 0,0 0 0,0 0 0,2-4 0,0-2 0,0 0 0,0-1 0,-1 1 0,-1-1 0,0 0 0,2-14 0,-3-16 0,-1 40 0,0-1 0,0 1 0,0 0 0,0 0 0,0 0 0,0 0 0,1-1 0,-1 1 0,0 0 0,0 0 0,0 0 0,0 0 0,0 0 0,0-1 0,1 1 0,-1 0 0,0 0 0,0 0 0,0 0 0,0 0 0,1 0 0,-1 0 0,0 0 0,0 0 0,0 0 0,0 0 0,1 0 0,-1 0 0,0 0 0,0 0 0,0 0 0,1 0 0,-1 0 0,0 0 0,0 0 0,0 0 0,0 0 0,1 0 0,-1 0 0,0 0 0,0 0 0,0 0 0,0 0 0,1 1 0,-1-1 0,0 0 0,0 0 0,0 0 0,0 0 0,0 0 0,0 0 0,0 1 0,1-1 0,-1 0 0,0 0 0,0 0 0,9 9 0,33 50 0,-31-43 0,0 0 0,0-1 0,16 15 0,-11-14-99,43 36-1167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54 142 24575,'-5'55'0,"2"-1"0,7 99 0,-3-139 0,2 11 0,-3-24 0,1-14 0,-10-124 0,4 82 0,3-67 0,2 114 0,1 0 0,0 1 0,1-1 0,0 1 0,0-1 0,1 1 0,0 0 0,0 0 0,7-11 0,-9 15 0,0 1 0,1 0 0,0 0 0,-1 0 0,1 0 0,0 0 0,0 0 0,0 1 0,0-1 0,0 0 0,0 1 0,1 0 0,-1-1 0,0 1 0,1 0 0,-1 0 0,1 1 0,-1-1 0,1 0 0,-1 1 0,1 0 0,0-1 0,-1 1 0,1 0 0,0 0 0,-1 0 0,1 1 0,0-1 0,-1 1 0,1-1 0,3 3 0,-2-1 0,1 0 0,-1 1 0,0-1 0,0 1 0,0 0 0,-1 0 0,1 1 0,-1-1 0,0 1 0,0-1 0,0 1 0,0 0 0,-1 0 0,1 0 0,-1 1 0,0-1 0,0 1 0,-1-1 0,0 1 0,1-1 0,-1 1 0,-1 0 0,1 0 0,-1-1 0,0 1 0,0 0 0,0 0 0,0 0 0,-1-1 0,0 1 0,0 0 0,-2 5 0,0-5 0,1 0 0,-1-1 0,0 1 0,0 0 0,0-1 0,0 0 0,-1 0 0,0 0 0,0 0 0,0 0 0,0-1 0,-1 0 0,1 0 0,-1 0 0,0 0 0,0-1 0,0 0 0,0 0 0,0 0 0,-1-1 0,-5 2 0,-6 1-112,10-1-27,0-1-1,0-1 1,0 1 0,0-1 0,0 0 0,0-1-1,-1 0 1,-12-1 0,11-2-6687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32 254 24575,'21'141'0,"-13"-95"0,-6-41 0,-2-17 0,-2-20 0,-26-98 0,2 15 0,23 95 0,1 0 0,0 0 0,3-36 0,-1 54 0,0 0 0,0 0 0,1 0 0,-1-1 0,1 1 0,-1 0 0,1 0 0,0 0 0,0 0 0,0 0 0,0 1 0,0-1 0,0 0 0,1 0 0,-1 1 0,1-1 0,1-1 0,-2 2 0,0 1 0,0-1 0,0 1 0,0-1 0,1 1 0,-1-1 0,0 1 0,0 0 0,0 0 0,1 0 0,-1 0 0,0 0 0,0 0 0,1 0 0,-1 0 0,0 0 0,0 0 0,0 1 0,1-1 0,-1 0 0,0 1 0,0-1 0,0 1 0,0-1 0,0 1 0,0 0 0,0 0 0,0-1 0,0 1 0,2 2 0,5 4 12,0 1 0,0 1 0,-1 0 0,0 0 0,0 0 0,-1 1 0,0 0 0,-1 0 0,5 13 0,-7-15-136,0 1 0,-1 0 1,1 0-1,-2 0 0,1 0 0,-1 0 1,-1 0-1,0 0 0,0 1 0,-1-1 1,-3 17-1,0-13-6702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0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135 348 24575,'-4'-57'0,"-11"-82"0,12 124 0,-1-1 0,0 1 0,-1 0 0,0 0 0,-1 1 0,-15-24 0,20 35 0,-1 1 0,1-1 0,-1 1 0,0-1 0,0 1 0,0 0 0,-4-3 0,6 5 0,-1 0 0,0-1 0,1 1 0,-1 0 0,1 0 0,-1 0 0,0-1 0,1 1 0,-1 0 0,0 0 0,1 0 0,-1 0 0,1 0 0,-1 0 0,0 0 0,1 1 0,-1-1 0,0 0 0,1 0 0,-1 0 0,1 1 0,-1-1 0,0 0 0,1 0 0,-1 1 0,1-1 0,-1 1 0,1-1 0,-1 0 0,1 1 0,0-1 0,-1 1 0,1-1 0,-1 1 0,1-1 0,0 1 0,-1 0 0,1-1 0,0 1 0,0-1 0,-1 2 0,-3 5 0,0 1 0,1-1 0,-1 1 0,2 0 0,-1 0 0,1 1 0,0-1 0,1 0 0,-1 1 0,2-1 0,0 13 0,1-16 0,0 0 0,0-1 0,1 1 0,0-1 0,0 1 0,0-1 0,0 1 0,1-1 0,0 0 0,0 0 0,0 0 0,0-1 0,1 1 0,-1-1 0,1 0 0,0 1 0,0-2 0,0 1 0,0 0 0,0-1 0,6 2 0,9 4 0,0-2 0,0 0 0,36 6 0,-55-12 0,8 1 0,0 0 0,0 0 0,0-1 0,0 0 0,0-1 0,0 0 0,0 0 0,14-4 0,-19 4 0,-1 1 0,1-1 0,-1 0 0,1 0 0,-1 0 0,0-1 0,1 1 0,-1 0 0,0-1 0,0 1 0,0-1 0,0 0 0,0 0 0,0 0 0,-1 0 0,1 0 0,-1 0 0,1 0 0,-1-1 0,0 1 0,0-1 0,0 1 0,0-1 0,0 1 0,0-1 0,-1 1 0,1-1 0,-1 1 0,0-1 0,0-3 0,-3-7 0,1 6 0,8 11 0,6 10 0,2-2 0,0 1 0,0-2 0,1 0 0,0-1 0,1 0 0,0-1 0,20 7 0,-29-13 0,0 0 0,0-1 0,0 0 0,0 0 0,0-1 0,1 0 0,-1 0 0,14-1 0,-17 0 0,0-1 0,0 0 0,0 1 0,0-1 0,0 0 0,-1-1 0,1 1 0,0-1 0,-1 1 0,1-1 0,-1 0 0,1-1 0,-1 1 0,0 0 0,0-1 0,0 0 0,4-5 0,2-5 0,-7 10 0,1-1 0,-1 1 0,1-1 0,0 1 0,0 0 0,5-4 0,-7 6 0,1 0 0,-1 1 0,1-1 0,-1 1 0,1-1 0,-1 1 0,1-1 0,-1 1 0,1 0 0,0-1 0,-1 1 0,1 0 0,-1 0 0,1 0 0,0 1 0,-1-1 0,1 0 0,-1 1 0,1-1 0,0 1 0,1 0 0,12 6 0,0 0 0,22 16 0,-20-12 0,20 9 0,-23-13-170,0-1-1,1 0 0,0-2 1,0 1-1,0-2 0,1 0 1,18 1-1,-21-4-6655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24575,'-3'21'0,"0"0"0,1 0 0,1 0 0,1 0 0,1 0 0,6 36 0,-5-45 0,1-1 0,1 0 0,-1 0 0,2 0 0,0-1 0,0 1 0,0-1 0,2 0 0,-1-1 0,1 1 0,1-1 0,-1-1 0,16 14 0,9 1 0,-23-16 0,0-1 0,0 1 0,-1 0 0,1 1 0,7 10 0,-16-18 0,1 1 0,0 0 0,0 0 0,-1 0 0,1 0 0,0 1 0,-1-1 0,1 0 0,-1 0 0,0 0 0,1 0 0,-1 0 0,0 1 0,0-1 0,1 0 0,-1 0 0,0 1 0,0-1 0,0 0 0,-1 2 0,1-3 0,-1 1 0,1 0 0,-1 0 0,0 0 0,1 0 0,-1 0 0,0-1 0,1 1 0,-1 0 0,0-1 0,0 1 0,0 0 0,1-1 0,-1 1 0,0-1 0,0 1 0,0-1 0,-2 1 0,-3 0 0,0 1 0,0-1 0,0-1 0,0 1 0,0-1 0,-9-1 0,-115-12 0,-57-4 0,115 16-1365,45 1-5461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1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24575,'3'10'0,"3"7"0,1 2 0,1 1 0,3-1 0,1-3 0,-1-2 0,0-3 0,1-4 0,-1-5 0,-4-6 0,-2-5 0,-2-1-8191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1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4 24575,'-2'-3'0,"-2"2"0,1 4 0,3 4 0,2 3 0,0 2 0,0 3 0,-1 0 0,1 1 0,-2 0 0,1-3-8191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2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16 24575,'-7'-3'0,"1"1"0,-1-1 0,0 1 0,0 1 0,0-1 0,0 1 0,-8 0 0,12 1 0,0 0 0,0 0 0,0 1 0,0-1 0,0 1 0,0-1 0,0 1 0,0 0 0,0 0 0,1 1 0,-1-1 0,0 0 0,1 1 0,-1 0 0,1 0 0,0-1 0,-1 1 0,1 1 0,-3 2 0,1 1 0,0 0 0,1 1 0,-1-1 0,1 1 0,0 0 0,1 0 0,0 0 0,0 0 0,0 0 0,0 9 0,-1 10 0,2 40 0,3-18-186,2 0 0,3 0 0,17 68 0,-1-38 193,39 92 0,-33-101-7,2-1 0,80 124 0,-107-184-22,-2-6 105,0 1 1,-1 0-1,1-1 1,0 1 0,1-1-1,-1 0 1,0 1 0,4 1-1,-6-4-83,0 0 0,0 0 0,0 0 0,1 0 0,-1 0 0,0 0 0,0 0 0,0 0 0,1 0 0,-1 0 0,0 0 0,0 0 0,0 0 0,1 0 0,-1 0 0,0-1 0,0 1 0,0 0 0,1 0 0,-1 0 0,0 0 0,0 0 0,0-1 0,0 1 0,0 0 0,1 0 0,-1 0 0,0 0 0,0-1 0,0 1 0,0 0 0,0 0 0,0 0 0,0-1 0,0 1 0,0 0 0,0 0 0,0 0 0,0-1 0,0 1 0,0 0 0,0 0 0,0 0 0,0-1 0,0 1 0,0-11 0,-3-6 0,-1 1 0,0 0 0,-1 0 0,-1 1 0,-15-30 0,9 21 0,4 8 0,0 0 0,-1 0 0,-1 1 0,-1 0 0,-13-14 0,18 22 0,0 1 0,-1-1 0,0 2 0,-1-1 0,1 1 0,-1 0 0,0 0 0,0 1 0,0 0 0,-1 1 0,-16-5 0,-4 2-455,0 1 0,-56-2 0,67 7-6371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3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0 24575,'0'6'0,"-1"0"0,0 0 0,-1 0 0,1 0 0,-1 0 0,-5 10 0,4-9 0,0 1 0,-4 16 0,0 24 0,4-23 0,-10 37 0,11-53 0,-1-1 0,0 0 0,-1 1 0,0-1 0,0-1 0,-1 1 0,0-1 0,-6 8 0,7-10 0,-1-1 0,1 0 0,-1 1 0,0-2 0,0 1 0,0-1 0,0 0 0,-1 0 0,0 0 0,1-1 0,-1 1 0,0-2 0,-6 3 0,7-4 0,0 1 0,0 0 0,0-1 0,1 0 0,-1 0 0,0-1 0,0 1 0,0-1 0,0 0 0,1 0 0,-1-1 0,0 1 0,1-1 0,-1 0 0,1 0 0,0-1 0,-5-3 0,1 0 0,0-1 0,0 0 0,1 0 0,0-1 0,1 0 0,-1 0 0,-6-13 0,9 14 0,0 0 0,1-1 0,0 1 0,0-1 0,1 1 0,0-1 0,0 0 0,1 0 0,0 0 0,0-9 0,0 15 0,1 0 0,0 1 0,0-1 0,0 0 0,1 0 0,-1 1 0,0-1 0,1 0 0,-1 0 0,1 1 0,-1-1 0,1 1 0,0-1 0,0 0 0,0 1 0,0-1 0,0 1 0,0 0 0,0-1 0,0 1 0,1 0 0,-1 0 0,0 0 0,1 0 0,-1 0 0,1 0 0,-1 0 0,1 0 0,-1 0 0,1 1 0,0-1 0,-1 1 0,1-1 0,0 1 0,0 0 0,-1 0 0,1-1 0,0 1 0,3 1 0,3-1 0,1 2 0,-1-1 0,1 1 0,-1 0 0,0 1 0,15 6 0,293 163 0,-306-166 0,121 66-1365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4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57 24575,'13'1'0,"-9"0"0,0-1 0,0 0 0,0 1 0,0 0 0,0 0 0,0 0 0,-1 1 0,6 2 0,-30-1 0,-210-3 0,229 0 7,-1 0 0,0 0 0,1 0 0,-1-1 0,1 1 1,-1-1-1,1 1 0,-1-1 0,1 0 0,0 0 0,-1 0 0,1 0 0,0 0 0,0-1 0,0 1 0,-3-3 0,3 1-113,0 1 0,0 0 0,0-1 0,1 1 0,-1-1 0,1 0-1,0 0 1,0 1 0,0-1 0,0 0 0,1 0 0,-1 0 0,0-5 0,0-6-6720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47 24575,'0'-2'0,"-1"0"0,1 0 0,-1 1 0,1-1 0,-1 0 0,0 0 0,1 1 0,-1-1 0,0 0 0,0 1 0,0-1 0,0 1 0,0-1 0,-1 1 0,1 0 0,0 0 0,-1-1 0,1 1 0,-1 0 0,1 0 0,-1 0 0,1 0 0,-1 1 0,0-1 0,0 0 0,1 1 0,-4-1 0,-3-2 0,-1 1 0,0 0 0,0 1 0,-12-1 0,-115 2 106,58 1-1577,65-1-5355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5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78 24575,'-1'0'0,"-41"-45"0,38 41 0,-1 0 0,0 0 0,0 1 0,0-1 0,-1 1 0,1 0 0,-9-3 0,13 6 0,0-1 0,0 1 0,0 0 0,0 0 0,0-1 0,0 1 0,0 0 0,0 0 0,0 0 0,0 0 0,0 0 0,0 0 0,0 1 0,0-1 0,0 0 0,1 0 0,-1 1 0,0-1 0,0 0 0,0 1 0,0-1 0,0 1 0,1-1 0,-1 1 0,0 0 0,0-1 0,1 1 0,-1 0 0,0-1 0,1 1 0,-1 0 0,1 0 0,-1 0 0,1-1 0,-1 1 0,1 0 0,0 0 0,-1 0 0,1 0 0,0 2 0,-2 3 0,1 1 0,0 0 0,1 0 0,0 10 0,0-13 0,1 58 0,3 0 0,3 0 0,2-1 0,24 84 0,-31-138 0,5 15 0,0 0 0,17 34 0,-24-55 0,1 0 0,-1 0 0,1 0 0,0 0 0,-1 0 0,1 0 0,0 0 0,0 0 0,0-1 0,0 1 0,0 0 0,0 0 0,1 0 0,-1 0 0,-1-1 0,1 0 0,-1 0 0,0 0 0,1 0 0,-1 0 0,0 0 0,1 0 0,-1 0 0,1 0 0,-1 0 0,0 0 0,1-1 0,-1 1 0,0 0 0,1 0 0,-1 0 0,0 0 0,1-1 0,-1 1 0,0 0 0,1 0 0,-1-1 0,0 1 0,0 0 0,1 0 0,-1-1 0,2-1 0,-1-1 0,0 1 0,0-1 0,0 1 0,0-1 0,0 1 0,0-1 0,-1 0 0,1-4 0,0-7 0,-1-1 0,0 1 0,-1 0 0,-1 0 0,-6-26 0,-27-68 0,24 79 0,1 0 0,2-1 0,-7-37 0,-1-40 0,27 185 0,11 54 0,29 61 0,-48-180-682,1 25-1,-3-25-6143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7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24575,'31'-17'0,"0"2"0,2 2 0,0 1 0,45-11 0,-73 22 0,1 0 0,-1 1 0,0-1 0,1 1 0,-1 0 0,0 1 0,0-1 0,1 1 0,-1 0 0,0 1 0,9 2 0,-11-2 0,0-1 0,0 1 0,-1 0 0,1 0 0,-1-1 0,1 2 0,-1-1 0,0 0 0,1 0 0,-1 1 0,-1-1 0,1 1 0,0 0 0,-1 0 0,1-1 0,-1 1 0,0 0 0,0 0 0,0 0 0,1 5 0,-1-3 0,0 0 0,0 1 0,-1-1 0,0 0 0,0 0 0,0 0 0,-1 0 0,0 0 0,0 0 0,0 0 0,0 0 0,-1 0 0,1-1 0,-1 1 0,-1 0 0,1-1 0,-1 0 0,1 1 0,-1-1 0,-1 0 0,1 0 0,0-1 0,-1 1 0,-6 4 0,-63 62 0,71-69 0,0 0 0,1 1 0,-1-1 0,1 1 0,-1 0 0,1 0 0,0-1 0,-1 1 0,1 0 0,0 0 0,0 0 0,0 0 0,0 0 0,1 0 0,-1 1 0,1-1 0,-1 0 0,1 0 0,0 0 0,0 1 0,0-1 0,0 0 0,0 0 0,0 1 0,1-1 0,-1 0 0,1 0 0,-1 0 0,1 0 0,0 1 0,0-1 0,0 0 0,0 0 0,0-1 0,0 1 0,1 0 0,1 2 0,6 6 0,1 0 0,0-1 0,1-1 0,-1 0 0,13 8 0,-7-6 0,-1 0-273,0-1 0,1-1 0,0 0 0,33 10 0,-36-14-6553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8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27 24575,'-3'0'0,"-3"0"0,-3 0 0,0-2 0,-2-2 0,2-1 0,0-2 0,-2 2 0,-1 1 0,1 5 0,0 1 0,5 0 0,3 3 0,5 1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24575,'-7'13'0,"0"0"0,1 0 0,0 1 0,1 0 0,-7 29 0,10-33 0,1 0 0,0 1 0,0-1 0,1 1 0,1-1 0,0 0 0,0 1 0,1-1 0,4 14 0,0-4 0,1-1 0,11 21 0,-17-37 100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334 155 24575,'-28'-18'0,"-13"-9"0,-3-2 0,2 4 0,6 3 0,7 6 0,5 5 0,4 5 0,4 6 0,1 3 0,1 3 0,2 4 0,4 2 0,3-1-8191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63 24575,'-31'-5'0,"-13"-2"0,-1 0 0,4-1 0,6 1 0,7 2 0,6-2 0,3 1 0,3 2 0,2 1 0,0 1 0,0 1 0,2 1-8191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290 146 24575,'-37'-32'0,"13"11"0,-1 1 0,-2 1 0,-41-24 0,65 41 0,0 1 0,0-1 0,0 1 0,0 0 0,0 0 0,-1 0 0,1 1 0,0-1 0,-1 1 0,1 0 0,-5 0 0,6 0 0,0 1 0,0-1 0,0 1 0,0 0 0,0-1 0,0 1 0,0 0 0,1 0 0,-1 0 0,0 1 0,1-1 0,-1 0 0,1 1 0,-1-1 0,1 1 0,0-1 0,0 1 0,0-1 0,-2 4 0,-2 5 0,1 0 0,0 0 0,0 0 0,1 0 0,0 1 0,1-1 0,-1 11 0,-1 77 0,6-58-40,2 0 0,1-1 0,2 1 0,2-1 0,1 0 0,2-1 0,21 44 0,138 244-279,-156-300 427,5 9-791,25 33-1,-36-57-5609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2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485 110 24575,'-29'-13'0,"-14"-7"0,-5 0 0,0 4 0,4 1 0,3 4 0,4 4 0,3 2 0,3 3 0,0 1 0,1 2 0,3-1 0,3 3 0,6 2-8191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24575,'0'5'0,"1"0"0,0 0 0,0 0 0,0 0 0,0 0 0,1 0 0,0-1 0,0 1 0,1 0 0,-1-1 0,1 0 0,6 8 0,4 4 0,28 26 0,-31-33 0,22 21 0,45 41 0,-64-60 0,1-1 0,-1 0 0,2-1 0,16 7 0,-2-6 120,-28-10-198,0 1 0,1-1 0,-1 0-1,0 0 1,1 0 0,-1 0 0,1 0 0,-1 0 0,0 0-1,1-1 1,-1 1 0,1 0 0,-1-1 0,0 1 0,0-1-1,1 0 1,-1 1 0,2-2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24575,'-31'23'0,"-13"11"0,1 1 0,6-2 0,5-6 0,7-6 0,7-4 0,4-2 0,2-1 0,0 0 0,3 0 0,-1-3 0,3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40 24575,'-22'-8'0,"-51"-17"0,65 23 0,1 1 0,0 0 0,-1 0 0,1 0 0,0 1 0,-1 0 0,-14 2 0,20-2 0,1 1 0,-1-1 0,0 1 0,0-1 0,1 1 0,-1 0 0,1 0 0,-1-1 0,0 1 0,1 0 0,-1 0 0,1 1 0,0-1 0,-1 0 0,1 0 0,0 1 0,0-1 0,0 1 0,0-1 0,-1 3 0,1-2 0,0 1 0,0 0 0,0 1 0,1-1 0,-1 0 0,1 0 0,-1 0 0,1 0 0,0 0 0,1 6 0,2 3 0,0 1 0,0-1 0,1 0 0,9 19 0,2 0 0,3-1 0,28 39 0,-29-44 0,-5-7 0,-1 2 0,0 0 0,-2 0 0,0 1 0,-1 0 0,-2 0 0,0 1 0,4 31 0,7 65 0,-17-116 0,0 0 0,1 0 0,-1 0 0,1 0 0,-1 0 0,1 0 0,-1 0 0,1 0 0,0 0 0,0 0 0,0 0 0,0-1 0,0 1 0,1 0 0,-1-1 0,0 1 0,1-1 0,-1 0 0,1 1 0,0-1 0,-1 0 0,3 1 0,-1 0 0,1-1 0,0 0 0,0 0 0,-1 0 0,1-1 0,0 1 0,0-1 0,0 0 0,0 0 0,7-1 0,-5 1-62,1-1 0,-1 0 0,0 0 0,1-1 0,-1 0 0,0 0 0,0 0 0,0-1 0,0 0 0,0 0 0,-1 0 0,1-1-1,-1 0 1,0 0 0,0 0 0,0-1 0,-1 0 0,0 0 0,0 0 0,0 0 0,5-9 0,-3 2-6764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4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24575,'0'5'0,"1"1"0,0 0 0,0-1 0,0 1 0,1-1 0,0 1 0,0-1 0,0 0 0,1 0 0,0 0 0,4 7 0,1-1 0,0-1 0,1 0 0,17 16 0,-21-22 0,-1 0 0,1 0 0,0-1 0,1 1 0,-1-1 0,0 0 0,1 0 0,0-1 0,0 0 0,9 2 0,-12-3 0,0-1 0,0 0 0,-1 0 0,1 0 0,0 0 0,0 0 0,0-1 0,-1 1 0,1-1 0,0 0 0,-1 0 0,1 0 0,0 0 0,-1 0 0,1-1 0,-1 1 0,0-1 0,1 1 0,-1-1 0,0 0 0,0 0 0,0 0 0,0 0 0,-1 0 0,3-5 0,-1 4 0,-1-1 0,0-1 0,-1 1 0,1 0 0,-1 0 0,1-1 0,-1 1 0,-1 0 0,2-9 0,-2 7 0,1-1 0,0 1 0,4-10 0,-5 15 0,1 0 0,-1 0 0,1-1 0,0 1 0,0 0 0,0 0 0,0 0 0,0 0 0,0 0 0,0 0 0,0 0 0,0 0 0,0 1 0,0-1 0,0 0 0,1 1 0,-1-1 0,0 1 0,1-1 0,-1 1 0,0-1 0,1 1 0,-1 0 0,0 0 0,1 0 0,-1 0 0,1 0 0,-1 0 0,0 0 0,1 0 0,-1 0 0,0 1 0,2 0 0,6 1 0,0 1 0,0 0 0,15 7 0,-18-7 0,196 97 0,-190-95-1365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4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24575,'4'-16'0,"11"-27"0,-13 39 0,-1 0 0,1 0 0,1 0 0,-1 0 0,0 1 0,1-1 0,0 1 0,0 0 0,0-1 0,0 1 0,6-4 0,-8 6 0,1 1 0,-1-1 0,0 1 0,1 0 0,-1-1 0,0 1 0,1 0 0,-1 0 0,0 0 0,1 0 0,-1 0 0,0 0 0,1 0 0,-1 0 0,0 1 0,1-1 0,-1 0 0,0 1 0,1-1 0,-1 1 0,0 0 0,0-1 0,0 1 0,0 0 0,1 0 0,-1 0 0,1 1 0,4 4 0,0-1 0,-1 1 0,7 9 0,-10-12 0,21 29 0,-2 1 0,31 65 0,18 79 0,-21-1 0,-15-48 0,-31-118 0,-1-1 0,2 1 0,0-1 0,0 0 0,0 0 0,11 16 0,-14-25 0,0 1 0,-1-1 0,1 1 0,-1-1 0,1 1 0,-1 0 0,1-1 0,-1 1 0,1 0 0,-1-1 0,0 1 0,1 0 0,-1 0 0,0-1 0,0 1 0,0 0 0,1 0 0,-1-1 0,0 1 0,0 0 0,0 0 0,0 0 0,0-1 0,0 1 0,-1 0 0,1 0 0,0 0 0,0-1 0,-1 1 0,1 0 0,0-1 0,-1 1 0,1 0 0,0 0 0,-1-1 0,1 1 0,-1-1 0,1 1 0,-1 0 0,0-1 0,1 1 0,-1-1 0,0 1 0,1-1 0,-1 0 0,0 1 0,1-1 0,-1 0 0,0 1 0,0-1 0,1 0 0,-3 0 0,-3 2 0,-1 0 0,0-1 0,0 1 0,-13-1 0,-142 10-1365,139-9-5461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5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54 24575,'-31'-3'0,"-13"-3"0,-4-1 0,4 1 0,6 2 0,7-2 0,7 1 0,4 1 0,4 1 0,1 1 0,4-1 0,5-1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5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95 24575,'-28'-11'0,"-15"-5"0,-3 0 0,5 2 0,5 1 0,5 3 0,5 3 0,3 3 0,5 2 0,-2 1 0,2 1 0,3 0-8191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6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138 240 24575,'-12'-22'0,"-14"-21"0,23 39 0,0 0 0,0 0 0,-1 1 0,1-1 0,-1 0 0,0 1 0,-5-3 0,8 5 0,1 1 0,-1-1 0,1 1 0,-1 0 0,0-1 0,1 1 0,-1 0 0,1 0 0,-1 0 0,0-1 0,1 1 0,-1 0 0,0 0 0,1 0 0,-1 0 0,0 0 0,1 0 0,-1 0 0,0 1 0,1-1 0,-1 0 0,0 0 0,1 0 0,-1 1 0,-1-1 0,1 1 0,0 0 0,0 0 0,0 0 0,1 0 0,-1 1 0,0-1 0,0 0 0,1 0 0,-1 0 0,0 1 0,0 1 0,-1 5 0,0 0 0,1 0 0,-2 11 0,3-19 0,-3 74 0,13 134 0,0-8 0,-10-196 0,0-1 0,0 0 0,0 1 0,0-1 0,-1 0 0,1 1 0,-1-1 0,0 0 0,0 0 0,0 1 0,0-1 0,-3 4 0,4-7 0,-1 0 0,1 0 0,0 0 0,0 0 0,-1 0 0,1 0 0,0 0 0,0 0 0,-1 0 0,1 0 0,0 0 0,0 0 0,-1 0 0,1-1 0,0 1 0,0 0 0,-1 0 0,1 0 0,0 0 0,0 0 0,0-1 0,-1 1 0,1 0 0,0 0 0,0 0 0,0-1 0,0 1 0,-1 0 0,1 0 0,0 0 0,0-1 0,0 1 0,0 0 0,0 0 0,0-1 0,0 1 0,-5-11 0,1-8 0,0-1 0,2 1 0,0-1 0,1 0 0,3-30 0,-1 9 0,-9-142 0,1 23 0,6 120 0,2-75 0,-1 113 0,1 1 0,-1-1 0,0 1 0,0-1 0,0 1 0,1 0 0,-1-1 0,1 1 0,-1-1 0,1 1 0,0 0 0,-1 0 0,1-1 0,0 1 0,1-1 0,-1 1 0,-1 1 0,1 0 0,0-1 0,-1 1 0,1 0 0,0 0 0,-1 0 0,1 0 0,0 0 0,-1-1 0,1 1 0,0 0 0,0 1 0,-1-1 0,1 0 0,0 0 0,-1 0 0,1 0 0,0 0 0,-1 1 0,1-1 0,0 0 0,-1 1 0,1-1 0,-1 0 0,1 1 0,0-1 0,-1 1 0,1-1 0,-1 1 0,1 0 0,8 8 0,0-1 0,-1 1 0,0 1 0,11 18 0,22 46 0,-17-29 0,100 144 0,14-11 0,-124-157 0,-14-20 0,1-1 0,-1 0 0,0 1 0,0-1 0,0 0 0,0 0 0,0 1 0,0-1 0,0 0 0,0 1 0,0-1 0,0 0 0,0 1 0,0-1 0,0 0 0,0 1 0,0-1 0,0 0 0,0 0 0,0 1 0,0-1 0,-1 0 0,1 1 0,0-1 0,0 0 0,-1 1 0,1-1 0,-1 0 0,0 1 0,1-1 0,-1 0 0,0 0 0,1 0 0,-1 0 0,0 0 0,1 0 0,-1 0 0,0 0 0,1 0 0,-1 0 0,1 0 0,-1 0 0,-1-1 0,-19-5 0,0-1 0,0 0 0,0-2 0,-27-16 0,15 8 0,-68-31 120,82 41-491,0 0-1,0 2 1,-31-6 0,31 9-6455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7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368 1 24575,'-27'17'0,"1"1"0,0 1 0,1 1 0,1 1 0,1 1 0,-35 45 0,54-61 0,-26 31 0,27-34 0,0 0 0,-1 0 0,1 0 0,0 0 0,-1-1 0,0 1 0,0-1 0,-4 2 0,6-3 0,1-1 0,0 0 0,-1 0 0,1 0 0,-1 0 0,1 0 0,0 0 0,-1 0 0,1 0 0,0 0 0,-1-1 0,1 1 0,0-1 0,-1 1 0,1-1 0,0 1 0,0-1 0,-1 0 0,1 1 0,0-1 0,0 0 0,0 0 0,0 0 0,0 0 0,0 0 0,0 0 0,0 0 0,0-2 0,-4-4 0,1 0 0,-1-1 0,-3-10 0,7 15 0,-2-3 0,-4-10 0,-7-23 0,13 35 0,0 0 0,0 0 0,0 0 0,0 0 0,1 0 0,0 0 0,0 0 0,0 0 0,0 0 0,1 0 0,-1 0 0,3-5 0,-3 8 0,1 0 0,-1 0 0,1 0 0,0 0 0,0 0 0,0 0 0,-1 0 0,1 0 0,0 1 0,0-1 0,0 0 0,0 0 0,0 1 0,0-1 0,1 0 0,-1 1 0,0-1 0,0 1 0,0 0 0,1-1 0,-1 1 0,0 0 0,0 0 0,1 0 0,-1 0 0,0 0 0,0 0 0,1 0 0,-1 0 0,0 0 0,0 1 0,0-1 0,3 1 0,5 2 0,0 0 0,0 1 0,12 6 0,-11-5 0,247 127 0,-207-105 0,-36-20-1365,-3-3-5461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24575,'-4'9'0,"0"-1"0,1 1 0,-1 0 0,2 0 0,0 0 0,0 0 0,0 0 0,1 1 0,1-1 0,0 14 0,0-17 0,1 0 0,0-1 0,0 1 0,1 0 0,0-1 0,0 1 0,0-1 0,1 1 0,0-1 0,0 0 0,0 0 0,0 0 0,1-1 0,0 1 0,0-1 0,0 0 0,8 7 0,-10-10 0,0 1 0,0-1 0,0 0 0,0 1 0,0-1 0,0 0 0,1 0 0,-1 0 0,0-1 0,1 1 0,-1 0 0,0-1 0,1 0 0,-1 1 0,1-1 0,-1 0 0,0 0 0,1-1 0,-1 1 0,4-1 0,-3 0 0,-1 0 0,1-1 0,-1 1 0,0 0 0,0-1 0,0 1 0,0-1 0,0 0 0,0 0 0,0 0 0,0 0 0,-1 0 0,1 0 0,-1 0 0,0-1 0,1 1 0,-1 0 0,1-6 0,3-9 0,0 0 0,-2 0 0,0 0 0,-1 0 0,-1-19 0,1 4 0,-2 31 0,0 0 0,0-1 0,0 1 0,1 0 0,-1 0 0,0-1 0,1 1 0,-1 0 0,0 0 0,1 0 0,-1 0 0,1-1 0,0 1 0,-1 0 0,1 0 0,0 0 0,0 0 0,1-1 0,-1 1 0,0 1 0,0-1 0,0 1 0,0 0 0,0-1 0,1 1 0,-1 0 0,0 0 0,0 0 0,0 0 0,0 0 0,0 0 0,0 0 0,0 0 0,0 0 0,1 0 0,0 1 0,4 1 0,-1 0 0,1 0 0,-1 1 0,0 0 0,1 0 0,6 6 0,53 46 0,-6-3 0,-42-39-455,0 1 0,24 27 0,-33-31-6371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26 217 24575,'15'3'0,"-1"-2"0,0 1 0,0-1 0,28-3 0,-37 2 0,1-1 0,-1 0 0,0 0 0,1 0 0,-1-1 0,0 1 0,0-1 0,0 0 0,-1-1 0,1 1 0,0-1 0,-1 0 0,1 0 0,-1-1 0,0 1 0,4-6 0,-5 6 0,-1 0 0,-1-1 0,1 1 0,0 0 0,-1-1 0,1 1 0,-1-1 0,0 1 0,0-1 0,-1 0 0,1 1 0,-1-1 0,0 0 0,0 0 0,0 1 0,0-1 0,-1 0 0,1 1 0,-3-8 0,1 6 0,0-1 0,0 0 0,-1 1 0,1-1 0,-1 1 0,-1 0 0,1 0 0,-1 0 0,0 1 0,0-1 0,-6-5 0,4 6 0,1 0 0,-1 0 0,0 1 0,0 0 0,-1 0 0,1 0 0,0 0 0,-1 1 0,0 0 0,1 1 0,-1 0 0,0 0 0,0 0 0,0 1 0,0 0 0,0 0 0,-8 1 0,13 0 0,0-1 0,0 1 0,-1-1 0,1 1 0,0 0 0,0 0 0,0 0 0,0 0 0,0 0 0,0 0 0,0 0 0,0 1 0,1-1 0,-1 1 0,-3 3 0,3-2 0,0 1 0,0-1 0,0 1 0,0-1 0,0 1 0,1 0 0,0 0 0,-2 6 0,2-2 0,0-1 0,0 1 0,1 0 0,-1 0 0,2 0 0,-1 0 0,1-1 0,4 16 0,0-10 0,1 0 0,0 0 0,1 0 0,0-1 0,1 0 0,0-1 0,1 0 0,0 0 0,1-1 0,0 0 0,1 0 0,15 9 0,-8-5 0,2-2 0,0-1 0,0 0 0,1-1 0,1-1 0,39 10 0,-49-16 24,0 0 0,0-1 0,0-1 0,19 0 0,-27-1-98,0 0-1,-1 0 1,1-1 0,-1 1 0,1-1-1,-1 0 1,1 0 0,-1 0 0,1-1-1,-1 1 1,0-1 0,0 0 0,0 0-1,0 0 1,0 0 0,0 0 0,0-1-1,-1 1 1,4-5 0,1-3-6752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24575,'51'226'0,"-36"-176"0,2-1 0,34 68 0,38 49 0,-87-162 0,0 0 0,0 1 0,0-1 0,2 8 0,-4-12 0,0 1 0,1-1 0,-1 0 0,0 1 0,0-1 0,0 0 0,0 1 0,0-1 0,0 0 0,0 0 0,0 1 0,0-1 0,0 0 0,-1 1 0,1-1 0,0 0 0,0 0 0,0 1 0,0-1 0,0 0 0,0 1 0,-1-1 0,1 0 0,0 0 0,0 0 0,0 1 0,-1-1 0,1 0 0,0 0 0,-1 1 0,0-1 0,0 0 0,0 0 0,0 0 0,0 0 0,0 0 0,0 0 0,0-1 0,0 1 0,0 0 0,0 0 0,0-1 0,0 1 0,0-1 0,-1 0 0,-10-5 0,0 0 0,1-1 0,0-1 0,-13-11 0,-39-41 0,29 27 0,20 20-170,2-1-1,-1 0 0,2-1 1,0 0-1,1 0 0,0-1 1,-10-25-1,14 28-6655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78 24575,'-16'-18'0,"-7"-6"0,0 3 0,4 6-8191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0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17 127 24575,'-12'-13'0,"7"9"0,7 11 0,4 5 0,0 0 0,1-1 0,0 0 0,1 0 0,0-1 0,1 0 0,0 0 0,16 12 0,-17-15 0,0-1 0,0 0 0,0-1 0,1 0 0,0 0 0,0-1 0,1 0 0,-1-1 0,1 0 0,0-1 0,18 3 0,-25-4 0,1-1 0,-1 0 0,0 0 0,0-1 0,1 1 0,-1-1 0,0 1 0,0-1 0,1 0 0,-1 0 0,4-3 0,-6 3 0,1 1 0,-1-1 0,0 0 0,1-1 0,-1 1 0,0 0 0,0 0 0,0 0 0,0-1 0,0 1 0,0 0 0,0-1 0,-1 1 0,1-1 0,0 1 0,-1-1 0,1 1 0,-1-1 0,0 0 0,1 1 0,-1-1 0,0 1 0,0-1 0,0-3 0,-2-5 0,0-1 0,0 1 0,0 0 0,-5-11 0,3 11 0,4 10 0,0-1 0,0 0 0,-1 1 0,1-1 0,0 1 0,0-1 0,0 0 0,0 1 0,0-1 0,0 0 0,0 1 0,0-1 0,0 1 0,0-1 0,0 0 0,0 1 0,0-1 0,1 1 0,-1-1 0,0 0 0,0 1 0,1-1 0,-1 1 0,0-1 0,1 1 0,-1-1 0,1 1 0,-1-1 0,1 1 0,-1-1 0,0 1 0,1 0 0,0-1 0,-1 1 0,1 0 0,-1-1 0,1 1 0,-1 0 0,1 0 0,0 0 0,-1-1 0,1 1 0,-1 0 0,1 0 0,0 0 0,-1 0 0,1 0 0,0 0 0,-1 0 0,1 0 0,0 1 0,7-1 0,0 1 0,0 0 0,11 3 0,-7-2 0,-12-1 0,66 6 0,-57-6 0,0-1 0,0 0 0,0-1 0,0 0 0,11-3 0,-17 4 0,-1-1 0,0 0 0,0 0 0,1 1 0,-1-1 0,0-1 0,0 1 0,0 0 0,0-1 0,0 1 0,0-1 0,-1 1 0,1-1 0,0 0 0,-1 0 0,1 1 0,-1-1 0,0-1 0,1 1 0,-1 0 0,0 0 0,0 0 0,-1 0 0,1-1 0,0 1 0,-1 0 0,1-1 0,-1-2 0,0 1 0,0 1 0,0-1 0,-1 0 0,1 1 0,-1-1 0,0 0 0,0 1 0,-1-1 0,1 1 0,-1-1 0,1 1 0,-1 0 0,0 0 0,0 0 0,0 0 0,-1 0 0,-4-4 0,-1 0-341,0 1 0,-1 0-1,-11-6 1,6 4-6485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36 24575,'-3'-3'0,"-1"1"0,0 0 0,-1-1 0,1 1 0,0 1 0,-1-1 0,1 0 0,-1 1 0,-5-1 0,9 2 0,-1 0 0,1-1 0,-1 1 0,1 0 0,-1 0 0,1 0 0,-1 0 0,1 1 0,-1-1 0,1 0 0,-1 1 0,1-1 0,0 1 0,-1-1 0,1 1 0,-1 0 0,1-1 0,0 1 0,0 0 0,0 0 0,-1 0 0,1 0 0,0 0 0,0 0 0,0 0 0,0 0 0,1 1 0,-1-1 0,0 0 0,0 1 0,1-1 0,-2 2 0,1 4 0,0-1 0,0 0 0,0 1 0,0-1 0,1 1 0,0-1 0,1 1 0,-1-1 0,1 1 0,0-1 0,1 1 0,0-1 0,0 0 0,0 0 0,1 0 0,-1 0 0,2 0 0,-1-1 0,8 10 0,-8-9 0,1-1 0,0-1 0,1 1 0,-1-1 0,1 0 0,0 0 0,0 0 0,0 0 0,1-1 0,-1 0 0,1 0 0,0 0 0,0-1 0,0 0 0,0 0 0,0-1 0,0 0 0,0 0 0,1 0 0,9 0 0,-15-1 0,1-1 0,-1 1 0,1 0 0,-1-1 0,1 1 0,-1-1 0,0 1 0,1-1 0,-1 1 0,0-1 0,1 0 0,-1 0 0,0 0 0,0 0 0,0 0 0,1 0 0,0-2 0,0 1 0,0-1 0,-1 0 0,1 0 0,-1 0 0,1 0 0,-1 0 0,1-6 0,0 1 0,0-1 0,-1 1 0,-1-1 0,1 0 0,-2-12 0,0 11-105,-1 1 0,0-1 0,0 1 0,-1-1 0,0 1 0,0 0 0,-1 0 0,-1 0 0,1 1 0,-1 0 0,-1-1 0,-9-10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1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24575,'1'6'0,"-1"0"0,1 0 0,0 1 0,1-1 0,0-1 0,0 1 0,0 0 0,0 0 0,1-1 0,0 1 0,0-1 0,1 0 0,0 0 0,4 6 0,2 0 0,1-1 0,0 0 0,1 0 0,22 14 0,-29-22 0,-1 0 0,1 1 0,0-1 0,0-1 0,0 1 0,1-1 0,-1 0 0,0 0 0,0-1 0,1 1 0,-1-1 0,0-1 0,1 1 0,-1-1 0,9-1 0,-7 0 0,-1 0 0,1 0 0,-1 0 0,0-1 0,0 0 0,0 0 0,0 0 0,-1-1 0,1 0 0,-1 0 0,0 0 0,5-6 0,-1-1 0,-1 0 0,-1-1 0,0 0 0,8-17 0,0-1 0,-14 28 0,0 0 0,1-1 0,-1 1 0,1 0 0,-1 0 0,1 0 0,0 0 0,0 0 0,0 0 0,0 1 0,0-1 0,3-1 0,-3 2 0,-1 0 0,1 1 0,0-1 0,0 1 0,-1 0 0,1-1 0,0 1 0,0 0 0,0 0 0,-1 0 0,1 1 0,0-1 0,0 0 0,0 1 0,-1-1 0,1 1 0,0-1 0,-1 1 0,3 1 0,12 6 0,0 2 0,23 17 0,6 5 0,-13-12-682,48 40-1,-71-52-6143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3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79 24575,'-27'-12'0,"-94"-37"0,107 44 0,0 2 0,-1-1 0,1 2 0,-1 0 0,0 1 0,-25 0 0,35 2 0,0 0 0,0 0 0,0 0 0,0 0 0,0 1 0,1 0 0,-1 0 0,1 0 0,-1 0 0,1 1 0,0 0 0,0 0 0,-7 6 0,8-6 0,1-1 0,0 0 0,1 0 0,-1 1 0,0-1 0,1 1 0,-1-1 0,1 1 0,0-1 0,0 1 0,0 0 0,0 0 0,0 0 0,1 0 0,-1-1 0,1 1 0,0 0 0,0 0 0,0 0 0,0 0 0,1 0 0,-1 0 0,1 0 0,-1 0 0,2 3 0,0-2 0,1 0 0,-1 0 0,1 1 0,0-2 0,0 1 0,1 0 0,-1-1 0,1 1 0,0-1 0,-1 0 0,2 0 0,-1 0 0,0-1 0,6 3 0,6 3 0,0-2 0,28 9 0,-29-11 0,0-1 0,0 0 0,1-2 0,-1 1 0,1-2 0,17-1 0,-32 1 0,1-1 0,0 1 0,-1 0 0,1-1 0,-1 1 0,1-1 0,-1 0 0,1 1 0,-1-1 0,0 0 0,1 0 0,-1 0 0,0 0 0,1 0 0,-1 0 0,0 0 0,0 0 0,0 0 0,0-1 0,0 1 0,0 0 0,-1-1 0,1 1 0,0-1 0,-1 1 0,1-1 0,-1 1 0,1-1 0,-1 0 0,1-2 0,-1-5 0,1 0 0,-1 0 0,0 0 0,-2-11 0,1 10 0,3 31 0,2-1 0,6 22 0,17 28 0,64 124 0,-4-15 0,-83-168 0,0-1 0,-1 1 0,0-1 0,0 1 0,1 19 0,-3-27 0,-1-1 0,0 1 0,-1-1 0,1 1 0,0-1 0,-1 1 0,1-1 0,-1 1 0,0-1 0,0 0 0,0 1 0,0-1 0,-2 3 0,2-3 0,-1-1 0,1 1 0,-1-1 0,1 0 0,-1 0 0,0 0 0,1 0 0,-1 0 0,0 0 0,0 0 0,0 0 0,1-1 0,-1 1 0,0 0 0,0-1 0,0 0 0,0 0 0,0 1 0,-3-2 0,-1 1 0,-1-1 0,1 1 0,0-2 0,0 1 0,0-1 0,0 0 0,0 0 0,0-1 0,1 1 0,-1-1 0,1-1 0,-1 1 0,1-1 0,-6-6 0,3 4 0,0-2 0,1 1 0,1-1 0,-1 0 0,1 0 0,1-1 0,-1 1 0,-4-12 0,7 13 0,1 0 0,0 0 0,0 0 0,0 0 0,1-1 0,0 1 0,1 0 0,-1-1 0,1 1 0,1 0 0,0-1 0,1-7 0,-1 11 0,0-1 0,0 1 0,1-1 0,0 1 0,0 0 0,0 0 0,0 0 0,1 0 0,-1 0 0,1 0 0,0 1 0,0-1 0,0 1 0,1 0 0,-1 0 0,1 0 0,0 0 0,0 1 0,7-5 0,1 2-1365,-3-1-5461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3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209 129 24575,'-5'-7'0,"-55"-62"0,54 63 0,-1 0 0,0 0 0,0 0 0,0 1 0,-1 0 0,0 1 0,-14-7 0,20 10 0,1 1 0,-1-1 0,1 1 0,-1-1 0,1 1 0,-1 0 0,1 0 0,-1 0 0,0 0 0,1 0 0,-1 0 0,1 0 0,-1 0 0,0 1 0,1-1 0,-1 1 0,1-1 0,-1 1 0,1-1 0,-1 1 0,1 0 0,0 0 0,-1 0 0,1 0 0,0 0 0,0 0 0,0 0 0,-1 0 0,1 0 0,0 1 0,1-1 0,-1 0 0,0 1 0,-1 1 0,-2 6 0,1-1 0,0 1 0,0 0 0,-2 16 0,3-14 0,1-8 0,0 1 0,1-1 0,0 1 0,-1-1 0,1 1 0,1 0 0,-1-1 0,0 1 0,1 0 0,0-1 0,0 1 0,0-1 0,0 0 0,0 1 0,1-1 0,0 0 0,-1 0 0,1 0 0,0 0 0,1 0 0,4 5 0,-3-4 0,0-1 0,0 0 0,1 0 0,-1 0 0,1 0 0,0-1 0,0 1 0,0-1 0,0-1 0,0 1 0,1-1 0,-1 0 0,0 0 0,7 0 0,8 1 0,1-2 0,-1 0 0,35-5 0,-48 3 0,0 1 0,-1-1 0,0 0 0,1-1 0,-1 1 0,10-7 0,-13 7 0,0 0 0,0-1 0,0 1 0,0-1 0,0 0 0,0 0 0,-1 0 0,0 0 0,1 0 0,-1 0 0,-1-1 0,4-5 0,-4 6 6,0-1 0,0 1 0,0-1 0,0 0 0,-1 1 0,0-1 0,1 0 0,-1 1 0,0-1 0,-1 0 0,1 1 0,-1-1 0,0 0 0,1 1 0,-2-1 0,1 1 0,0-1 0,-1 1 0,-3-6 0,2 4-120,0 1 0,-1-1-1,1 1 1,-1 0 0,0 1 0,0-1-1,-1 1 1,1 0 0,-1 0 0,1 0-1,-1 0 1,-9-3 0,0 1-6712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4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125 344 24575,'2'-3'0,"11"-34"0,16-68 0,-27 94 0,0 1 0,-1-1 0,0 0 0,0 0 0,-2 1 0,1-1 0,-1 0 0,-1 0 0,0 1 0,0-1 0,-7-15 0,7 21 0,0 1 0,-1-1 0,0 1 0,0 0 0,0 0 0,0 0 0,-1 0 0,-4-4 0,6 7 0,1 0 0,0 0 0,-1-1 0,0 1 0,1 0 0,-1 0 0,1 1 0,-1-1 0,0 0 0,0 0 0,0 1 0,1-1 0,-1 1 0,0 0 0,0-1 0,0 1 0,0 0 0,0 0 0,0 0 0,1 1 0,-1-1 0,0 0 0,0 1 0,-2 0 0,-2 2 0,1 0 0,0 0 0,0 0 0,1 1 0,-1-1 0,1 1 0,0 1 0,0-1 0,0 0 0,1 1 0,-1 0 0,1 0 0,0 0 0,0 0 0,-2 8 0,2-4 0,0 0 0,0 0 0,2 0 0,-1 0 0,1 1 0,0-1 0,1 0 0,1 19 0,0-22 0,1-1 0,-1 1 0,1-1 0,0 0 0,0 1 0,1-1 0,0 0 0,0 0 0,0-1 0,0 1 0,1-1 0,0 1 0,0-1 0,5 4 0,1 1 0,1-1 0,0 0 0,0 0 0,23 10 0,-17-10 0,1-2 0,-1 0 0,1-1 0,0-1 0,32 4 0,-43-8-227,-1 0-1,0 0 1,0-1-1,0 1 1,9-4-1,-2 1-6598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4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0 24575,'-21'2'0,"-31"7"0,46-7 0,1-1 0,-1 1 0,1 0 0,-1 0 0,1 1 0,0-1 0,0 1 0,0 0 0,1 1 0,-7 5 0,9-8 0,1 1 0,0 0 0,0-1 0,0 1 0,0 0 0,0 0 0,1-1 0,-1 1 0,0 0 0,1 0 0,0 0 0,-1 0 0,1 0 0,0 0 0,0 0 0,0 0 0,0 0 0,0 0 0,0 0 0,1 0 0,-1 0 0,1-1 0,-1 1 0,1 0 0,0 0 0,0 0 0,1 2 0,4 6 0,0 0 0,1-1 0,11 14 0,-12-16 0,10 11 0,31 26 0,-34-33 0,-1 0 0,0 0 0,-1 1 0,-1 0 0,18 27 0,-27-38 0,-1-1 0,1 1 0,-1 0 0,1 1 0,-1-1 0,0 0 0,1 0 0,-1 0 0,0 0 0,1 0 0,-1 0 0,0 0 0,0 0 0,0 0 0,0 1 0,0-1 0,-1 0 0,1 0 0,0 0 0,0 0 0,-1 0 0,1 0 0,-1 0 0,1 0 0,-1 0 0,1 0 0,-1 0 0,1 0 0,-1 0 0,0 0 0,0 0 0,1-1 0,-1 1 0,0 0 0,0 0 0,0-1 0,0 1 0,0-1 0,0 1 0,0-1 0,0 1 0,0-1 0,-2 1 0,-6 2 0,0 0 0,0-1 0,-1 0 0,-10 0 0,10 0 0,-126 9-1365,108-10-5461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19 24575,'-3'-7'0,"0"-1"0,-1 4 0,-1 5 0,0 6 0,0 6 0,5 3 0,1 0-8191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24575,'0'3'0,"0"6"0,3 3 0,0 4 0,3 0 0,0 1 0,2 0 0,2-1 0,1 0 0,0 0 0,0 0 0,-2-4-8191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24575,'18'20'0,"-9"-10"0,0-1 0,0 0 0,1-1 0,0 0 0,21 13 0,-29-20 0,0 0 0,1 0 0,-1 0 0,0-1 0,1 1 0,-1 0 0,1-1 0,-1 0 0,1 0 0,-1 0 0,1 0 0,-1 0 0,0 0 0,1 0 0,4-2 0,-1 0 0,1-1 0,-1 0 0,0 0 0,7-5 0,-8 4 0,0 1 0,0 0 0,1 0 0,-1 1 0,1-1 0,0 1 0,7-1 0,1 1 0,1 1 0,-1 1 0,1 1 0,-1 0 0,0 1 0,0 0 0,19 6 0,-6 0 0,0 1 0,44 23 0,-51-19-1365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6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24575,'0'-1'0,"-1"1"0,1 0 0,0 0 0,0 0 0,0 0 0,0 0 0,0-1 0,0 1 0,-1 0 0,1 0 0,0 0 0,0 0 0,0 0 0,0 0 0,-1 0 0,1 0 0,0 0 0,0-1 0,0 1 0,-1 0 0,1 0 0,0 0 0,0 0 0,0 0 0,-1 0 0,1 0 0,0 0 0,0 0 0,0 1 0,-1-1 0,1 0 0,0 0 0,0 0 0,0 0 0,0 0 0,-1 0 0,-3 8 0,1 14 0,3-22 0,0 35 0,1-1 0,2 0 0,12 61 0,-9-63 0,22 185 0,-12-77 0,-14-122 0,-2-12 0,1-1 0,0 1 0,-1-1 0,2 1 0,-1-1 0,4 10 0,-5-14 0,0-1 0,0 0 0,0 0 0,0 0 0,0 0 0,1 0 0,-1 0 0,0 0 0,0 0 0,0 0 0,0 0 0,0 1 0,0-1 0,0 0 0,0 0 0,0 0 0,0 0 0,0 0 0,0 0 0,1 0 0,-1 0 0,0 0 0,0 0 0,0 0 0,0 0 0,0 0 0,0 0 0,0 0 0,0 0 0,0 0 0,1 0 0,-1 0 0,0 0 0,0 0 0,0 0 0,0 0 0,0 0 0,0 0 0,0 0 0,0 0 0,1 0 0,-1 0 0,0 0 0,4-6 0,2-10 0,-5 14 0,16-46-1365,-13 34-5461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6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0 24575,'-33'0'0,"-17"0"0,-2 0 0,2 0 0,5 0 0,8 0 0,4 0 0,6 0 0,4 0 0,4 0 0,3 0 0,1 0 0,3 3 0,6 0 0,7 1 0,6-2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78 24575,'-23'-13'0,"-54"-28"0,68 36 0,-1 1 0,0 1 0,0 0 0,-1 0 0,1 1 0,-11-1 0,19 3 0,0 0 0,0 0 0,0 0 0,0 0 0,0 0 0,1 0 0,-1 1 0,0-1 0,0 0 0,0 1 0,1 0 0,-1-1 0,0 1 0,0 0 0,1 0 0,-1 0 0,1 0 0,-1 0 0,1 0 0,-1 0 0,1 1 0,0-1 0,0 1 0,-1-1 0,1 1 0,-1 2 0,1-1 0,0-1 0,0 1 0,0 1 0,0-1 0,1 0 0,-1 0 0,1 0 0,0 0 0,0 0 0,0 0 0,0 0 0,1 1 0,-1-1 0,1 0 0,1 4 0,0-3 0,0 1 0,1 0 0,-1 0 0,1-1 0,0 1 0,0-1 0,1 0 0,-1 0 0,1 0 0,0-1 0,0 1 0,0-1 0,8 4 0,-1 0 0,1 0 0,-1-2 0,1 1 0,18 4 0,-13-5 0,1-1 0,0-1 0,0-1 0,0 0 0,0-2 0,0 0 0,0-1 0,27-4 0,-40 4 0,0-1 0,1 1 0,-1-1 0,0 0 0,0 0 0,0-1 0,-1 0 0,1 1 0,-1-1 0,7-6 0,-10 8 0,1-1 0,-1 1 0,0 0 0,0-1 0,0 1 0,0 0 0,0-1 0,-1 1 0,1-1 0,0 0 0,-1 1 0,1-1 0,-1 0 0,1 1 0,-1-1 0,0 0 0,0 1 0,1-1 0,-1 0 0,-1 1 0,1-1 0,0 0 0,0 0 0,-1 1 0,1-1 0,-1 0 0,1 1 0,-1-1 0,1 1 0,-1-1 0,0 1 0,0-1 0,0 1 0,0-1 0,0 1 0,-2-2 0,-3-2-124,1 0 0,-1 0 0,-1 0 0,1 0-1,-1 1 1,0 0 0,0 1 0,0 0 0,-12-4-1,18 6 2,-18-6-6703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 24575,'0'0'0,"-1"0"0,1-1 0,-1 1 0,1 0 0,-1 0 0,1-1 0,-1 1 0,1 0 0,0 0 0,-1 0 0,0-1 0,1 1 0,-1 0 0,1 0 0,-1 0 0,1 0 0,-1 0 0,1 0 0,-1 0 0,1 0 0,-1 0 0,1 0 0,-1 1 0,1-1 0,-1 0 0,1 0 0,-1 0 0,1 1 0,-1-1 0,1 0 0,-1 0 0,1 1 0,0-1 0,-1 0 0,1 1 0,-1-1 0,1 1 0,0-1 0,-1 0 0,1 1 0,0-1 0,0 1 0,-1-1 0,1 1 0,0-1 0,0 2 0,-11 23 0,11-25 0,-5 16 0,1 1 0,1-1 0,1 1 0,0-1 0,1 1 0,1 0 0,2 22 0,1-9 0,2-1 0,2 0 0,11 36 0,-12-47 0,1 0 0,0 0 0,1-1 0,1 0 0,1-1 0,14 20 0,-22-34 0,0 0 0,0 0 0,1 0 0,-1 0 0,0-1 0,1 1 0,-1-1 0,1 1 0,-1-1 0,1 0 0,0 0 0,0 0 0,-1 0 0,1-1 0,0 1 0,0-1 0,0 1 0,0-1 0,0 0 0,3-1 0,6 0 0,0-1 0,0-1 0,19-6 0,-4 0 0,98-14 0,-16 3 0,-82 11-1365,-18 4-5461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24575,'0'-3'0,"3"5"0,0 7 0,1 7 0,-2 3 0,0 4 0,-1 3 0,0 3 0,-1 1 0,0-2 0,0-3 0,2-1 0,2-1 0,-1-3 0,-1-2 0,3-3 0,-1-6-8191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79 24575,'-31'-13'0,"-15"-4"0,-6 0 0,2 4 0,4 4 0,4 3 0,4 3 0,4 4 0,3 5 0,3 1 0,4 3 0,6-2-8191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24575,'-3'13'0,"2"7"0,1 5 0,1 1 0,0-1 0,2 0 0,1-2 0,0-2 0,1-2 0,1-1 0,1-2 0,-1-1 0,0-2-8191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88 24575,'-26'-16'0,"-13"-4"0,-3 0 0,3 4 0,5 5 0,7 6 0,4 8 0,5 2 0,2 3 0,1 6 0,1 0 0,2 1 0,4-3-8191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9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0 24575,'-31'6'0,"-13"1"0,-4-1 0,1-1 0,3-1 0,5-1 0,2 0 0,4 1 0,1 0 0,4-2 0,7 0-8191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9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39 24575,'-33'-10'0,"10"3"0,-1 1 0,0 0 0,-1 2 0,-24-1 0,46 5 0,1 0 0,-1 0 0,1 0 0,-1 0 0,0 1 0,1-1 0,-1 1 0,1 0 0,-1 0 0,1 0 0,0 0 0,-1 0 0,1 0 0,-4 3 0,5-2 0,-1-1 0,1 1 0,0-1 0,0 1 0,0-1 0,0 1 0,0-1 0,0 1 0,1 0 0,-1 0 0,0-1 0,1 1 0,0 0 0,-1 0 0,1 0 0,0 0 0,0-1 0,0 1 0,0 0 0,0 0 0,1 2 0,0 5 0,1 0 0,1-1 0,0 1 0,0 0 0,1-1 0,0 0 0,0 0 0,0 0 0,1 0 0,7 7 0,10 11 0,34 31 0,-24-26 0,-9-9 0,18 19 0,-38-38 0,0 1 0,0 0 0,0 0 0,-1 0 0,0 0 0,1 1 0,-1-1 0,2 9 0,-4-12 0,1 0 0,-1 0 0,0 0 0,0 0 0,0 0 0,0 0 0,0 0 0,0 0 0,0-1 0,0 1 0,0 0 0,-1 0 0,1 0 0,0 0 0,0 0 0,-1 0 0,1 0 0,-1-1 0,1 1 0,-1 0 0,1 0 0,-1 0 0,1-1 0,-2 2 0,0-1 0,0 0 0,0 1 0,0-1 0,0-1 0,0 1 0,0 0 0,0 0 0,0-1 0,0 1 0,-3-1 0,-5 1 0,0 0 0,1-1 0,-18-3 0,22 3-114,-1-1 1,1 0-1,0-1 0,0 1 0,0-1 1,0 0-1,0-1 0,0 1 0,0-1 1,1 1-1,-8-7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24575,'22'35'0,"27"32"0,-45-63 0,0 0 0,0 1 0,1-1 0,0-1 0,-1 1 0,1-1 0,0 1 0,1-1 0,-1-1 0,0 1 0,1-1 0,0 0 0,10 2 0,-14-3 0,1-1 0,-1 0 0,1 1 0,0-1 0,0 0 0,-1 0 0,1-1 0,0 1 0,-1-1 0,1 1 0,-1-1 0,1 0 0,-1 0 0,1 0 0,-1 0 0,1 0 0,-1 0 0,0-1 0,0 1 0,1-1 0,-1 0 0,0 0 0,-1 1 0,1-1 0,0-1 0,0 1 0,-1 0 0,1 0 0,-1 0 0,0-1 0,0 1 0,2-5 0,15-63 0,-15 96 0,-2 34 0,3 1 0,3-1 0,24 100 0,-12-90 0,19 86 0,-38-155 0,0 1 0,1-1 0,-1 1 0,0-1 0,0 1 0,0-1 0,0 1 0,0 0 0,-1-1 0,1 1 0,0-1 0,-1 1 0,1-1 0,-1 1 0,1-1 0,-2 2 0,2-2 0,-1-1 0,1 0 0,0 0 0,-1 1 0,1-1 0,0 0 0,-1 0 0,1 0 0,0 0 0,-1 1 0,1-1 0,0 0 0,-1 0 0,1 0 0,-1 0 0,1 0 0,0 0 0,-1 0 0,1 0 0,0 0 0,-1 0 0,1 0 0,-1-1 0,-14-8 0,3-3-682,-14-18-1,16 17-6143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86 24575,'-55'-26'0,"21"9"0,-58-20 0,88 36 0,0-1 0,0 1 0,0 1 0,0-1 0,0 0 0,-1 1 0,1 0 0,-6 0 0,9 1 0,0-1 0,0 0 0,0 1 0,-1-1 0,1 1 0,0-1 0,0 1 0,0 0 0,0-1 0,0 1 0,0 0 0,0 0 0,0 0 0,0 0 0,0 0 0,0 0 0,1 0 0,-1 0 0,0 0 0,1 0 0,-1 0 0,0 0 0,1 1 0,0-1 0,-1 0 0,1 0 0,0 1 0,0-1 0,-1 2 0,1 6 0,-1 0 0,1 0 0,1 0 0,0 0 0,0 0 0,1 0 0,0 0 0,0 0 0,1-1 0,0 1 0,0-1 0,1 0 0,1 0 0,6 11 0,7 5 0,0-1 0,1 0 0,23 20 0,-27-29 0,-6-6 0,0 0 0,-1 1 0,0 1 0,0-1 0,7 14 0,-14-22 0,-1-1 0,1 1 0,-1 0 0,0-1 0,0 1 0,1 0 0,-1-1 0,0 1 0,0 0 0,0-1 0,0 1 0,0 0 0,0 0 0,0-1 0,0 1 0,0 0 0,0-1 0,0 1 0,0 0 0,-1-1 0,1 1 0,0 0 0,-1 1 0,0-2 0,0 1 0,1 0 0,-1 0 0,0-1 0,0 1 0,0 0 0,0-1 0,0 1 0,0-1 0,0 1 0,0-1 0,0 0 0,-2 1 0,-5 0 0,1 0 0,-1 0 0,-12-1 0,13-1 0,-27 0-227,0-1-1,1-2 1,0-2-1,0 0 1,-49-18-1,62 16-6598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24575,'-8'67'0,"3"0"0,3 0 0,3 0 0,2 1 0,18 88 0,-20-150 0,18 120 0,-17-102 0,0 1 0,-2 0 0,-3 26 0,0-39-1365,0-3-5461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1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1 176 24575,'157'21'0,"63"4"0,-212-25 0,0 0 0,0 0 0,1-1 0,-1 0 0,14-4 0,-20 4 0,1 1 0,-1-1 0,1-1 0,-1 1 0,1 0 0,-1-1 0,0 1 0,1-1 0,-1 1 0,0-1 0,0 0 0,0 0 0,-1 0 0,1 0 0,0-1 0,-1 1 0,1 0 0,-1-1 0,0 1 0,2-5 0,-1-1 0,0 0 0,-1 1 0,0-1 0,0 0 0,-1 0 0,0 0 0,0 0 0,-1 0 0,0 1 0,-2-9 0,2 11 0,0 0 0,-1 1 0,0-1 0,0 0 0,0 1 0,0-1 0,0 1 0,-1 0 0,0-1 0,0 1 0,0 1 0,-1-1 0,1 0 0,-1 1 0,0 0 0,-7-5 0,10 7 0,1 1 0,-1-1 0,0 1 0,0-1 0,0 1 0,1 0 0,-1-1 0,0 1 0,0 0 0,0 0 0,0 0 0,0 0 0,0-1 0,0 1 0,1 0 0,-1 1 0,0-1 0,0 0 0,0 0 0,0 0 0,0 0 0,0 1 0,1-1 0,-1 0 0,-1 1 0,0 1 0,1-1 0,0 0 0,0 0 0,0 1 0,0-1 0,0 0 0,0 1 0,1-1 0,-1 1 0,0-1 0,1 1 0,-1-1 0,1 3 0,-2 4 0,1 0 0,0 1 0,0-1 0,1 13 0,1-10 0,1 1 0,-1-1 0,2 0 0,-1 0 0,2 0 0,-1 0 0,7 13 0,-2-9 0,1 0 0,1 0 0,0-1 0,13 15 0,-12-16 0,1-1 0,0-1 0,17 14 0,-24-21 0,0-1 0,0 0 0,0 0 0,1 0 0,-1-1 0,1 0 0,-1 0 0,1 0 0,0 0 0,0-1 0,-1 0 0,12 0 0,-15-1 0,1 0 0,0 0 0,-1-1 0,1 1 0,-1-1 0,1 0 0,0 0 0,-1 0 0,0 0 0,1 0 0,-1-1 0,0 1 0,1-1 0,1-1 0,-1 0 0,1-1 0,-1 0 0,1 0 0,-1 0 0,-1 0 0,1 0 0,2-5 0,-1-1 0,1 0 0,-2-1 0,1 1 0,-2-1 0,1 0 0,0-13 0,-2 16 0,-1 2 0,0 1 0,1 0 0,-1 0 0,1 0 0,0 1 0,1-1 0,2-7 0,-3 11 0,-1 1 0,0 0 0,0 0 0,0 0 0,0-1 0,0 1 0,1 0 0,-1 0 0,0 0 0,0 0 0,0 0 0,0-1 0,1 1 0,-1 0 0,0 0 0,0 0 0,0 0 0,1 0 0,-1 0 0,0 0 0,0 0 0,1 0 0,-1 0 0,0 0 0,0 0 0,1 0 0,-1 0 0,0 0 0,0 0 0,0 0 0,1 0 0,-1 0 0,0 0 0,0 0 0,1 0 0,-1 0 0,0 0 0,0 1 0,0-1 0,1 0 0,-1 0 0,0 0 0,0 0 0,0 0 0,0 1 0,0-1 0,1 0 0,-1 0 0,0 0 0,0 1 0,0-1 0,0 0 0,0 1 0,9 13 0,-8-11 0,8 14 0,1 0 0,14 19 0,-19-30 0,0 0 0,0 0 0,0-1 0,1 0 0,0 0 0,0-1 0,1 0 0,12 7 0,-10-7 0,1 0 0,0 0 0,1-1 0,-1 0 0,0-1 0,1 0 0,13 1 0,-20-3 0,0 0 0,1 0 0,-1 0 0,0-1 0,0 1 0,0-1 0,0 0 0,0 0 0,0-1 0,0 1 0,-1-1 0,1 0 0,0 0 0,-1 0 0,1 0 0,-1 0 0,0-1 0,0 0 0,0 0 0,0 0 0,4-5 0,-4 4 0,4-7 0,0 1 0,1 0 0,16-16 0,-21 23 0,0 1 0,1-1 0,-1 1 0,1 0 0,-1 0 0,1 0 0,0 0 0,0 0 0,0 1 0,0 0 0,0 0 0,0 0 0,0 0 0,0 1 0,7 0 0,14 1 0,0 2 0,39 10 0,-23-5 0,164 21 0,-70-12 0,-61-2-1365,-57-12-5461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2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18 24575,'14'0'0,"1"1"0,-1 0 0,0 1 0,0 1 0,0 0 0,0 1 0,19 8 0,-24-8 0,-1 0 0,0 1 0,0-1 0,-1 2 0,1-1 0,-1 1 0,0 0 0,-1 0 0,0 1 0,0 0 0,0 0 0,8 14 0,-12-18 0,-1 0 0,0 0 0,1 0 0,-1 0 0,0 0 0,0 0 0,-1 0 0,1 1 0,-1-1 0,0 0 0,1 0 0,-1 1 0,-1 5 0,0-7 0,1 0 0,-1 0 0,0 0 0,1 1 0,-1-1 0,0 0 0,0 0 0,-1 0 0,1 0 0,0-1 0,-1 1 0,1 0 0,-1 0 0,1-1 0,-1 1 0,0-1 0,0 0 0,0 1 0,1-1 0,-4 1 0,-6 3 0,-1-1 0,1 0 0,-1-1 0,0 0 0,0-1 0,0-1 0,0 0 0,0 0 0,0-1 0,0-1 0,0 0 0,0 0 0,0-1 0,0-1 0,0 0 0,1-1 0,-1 0 0,1-1 0,0 0 0,0 0 0,-18-14 0,26 17 0,0-1 0,-1 1 0,1-1 0,0 0 0,0 0 0,0-1 0,1 1 0,-1 0 0,1-1 0,0 0 0,0 1 0,0-1 0,0 0 0,1 0 0,0 0 0,0 0 0,0 0 0,0 0 0,0-1 0,1 1 0,0 0 0,0 0 0,0-1 0,0 1 0,1 0 0,-1 0 0,1 0 0,0 0 0,1 0 0,-1 0 0,1 0 0,-1 0 0,1 0 0,0 0 0,1 1 0,-1-1 0,1 1 0,-1 0 0,1-1 0,0 1 0,0 1 0,0-1 0,1 0 0,4-2 0,-1 1-124,0 0 0,0 1 0,0 0 0,0 0 0,1 1 0,-1 0-1,1 0 1,0 1 0,-1 0 0,9 0 0,-2 0-6702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3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24575,'0'0'0,"0"0"0,-1 0 0,1 0 0,-1 0 0,1 0 0,-1 0 0,1 0 0,0 0 0,-1 1 0,1-1 0,-1 0 0,1 0 0,0 0 0,-1 1 0,1-1 0,0 0 0,-1 1 0,1-1 0,0 0 0,-1 1 0,1-1 0,0 0 0,0 1 0,-1-1 0,1 0 0,0 1 0,0-1 0,0 1 0,0-1 0,-1 1 0,1-1 0,0 0 0,0 1 0,0-1 0,0 1 0,0-1 0,0 1 0,0-1 0,0 0 0,0 1 0,0-1 0,1 1 0,-1-1 0,0 1 0,0-1 0,0 0 0,0 1 0,1-1 0,-1 1 0,1 2 0,0-1 0,0 1 0,1-1 0,-1 1 0,1-1 0,2 5 0,3-1 0,1 0 0,-1-1 0,1 0 0,0 0 0,0 0 0,1-1 0,14 5 0,-5-3 0,0-1 0,35 6 0,-52-11 0,14 2 0,1-1 0,0 0 0,17-2 0,-30 1 0,0 0 0,0 0 0,0 0 0,0-1 0,0 0 0,1 1 0,-1-1 0,-1 0 0,1-1 0,0 1 0,0 0 0,0-1 0,-1 0 0,1 0 0,-1 1 0,1-1 0,-1-1 0,0 1 0,1 0 0,-1-1 0,-1 1 0,4-5 0,-4 5-80,0 0 0,-1 0-1,1 0 1,-1 0 0,0 1-1,1-1 1,-1 0 0,0 0-1,0 0 1,0 0 0,0 0 0,0 0-1,-1 0 1,1 0 0,-1 1-1,0-4 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24575,'71'151'0,"-6"3"0,47 175 0,-103-302 0,-5-18 0,-1 0 0,0 0 0,-1 0 0,0 0 0,1 15 0,-3-24 0,0 0 0,0 0 0,0 0 0,0 0 0,0 0 0,0 0 0,0 0 0,0 0 0,0 0 0,0 0 0,0 0 0,0 0 0,0 0 0,0 0 0,0 0 0,0 1 0,0-1 0,0 0 0,0 0 0,0 0 0,0 0 0,0 0 0,0 0 0,0 0 0,0 0 0,0 0 0,0 0 0,0 0 0,0 0 0,0 0 0,0 1 0,0-1 0,0 0 0,0 0 0,0 0 0,0 0 0,0 0 0,0 0 0,0 0 0,0 0 0,0 0 0,0 0 0,0 0 0,0 0 0,0 0 0,0 0 0,0 0 0,-1 0 0,1 0 0,0 0 0,0 0 0,0 0 0,0 0 0,0 0 0,0 0 0,0 0 0,0 0 0,0 0 0,0 0 0,0 0 0,0 0 0,0 0 0,-1 0 0,1 0 0,0 0 0,0 0 0,0 0 0,0 0 0,0 0 0,-4-6 0,-1-12 0,5 8 0,0 0 0,1 0 0,0 1 0,1-1 0,0 0 0,1 1 0,0-1 0,4-9 0,-2 6 0,-1 0 0,5-25 0,-9 37 0,0-1 0,0 1 0,0 0 0,0 0 0,0 0 0,0 0 0,0 0 0,-1-1 0,1 1 0,0 0 0,-1 0 0,1 0 0,-1 0 0,1 0 0,-1 0 0,0 0 0,1 0 0,-1 0 0,0 0 0,0 1 0,0-1 0,1 0 0,-1 0 0,0 1 0,0-1 0,0 0 0,0 1 0,0-1 0,0 1 0,0 0 0,-1-1 0,1 1 0,0 0 0,0-1 0,-2 1 0,-6-1 0,1 0 0,-1 0 0,-15 1 0,16 0 0,-242 4-1365,221-4-5461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79 24575,'-3'16'0,"0"1"0,1 0 0,1 0 0,1 0 0,0 0 0,1-1 0,7 34 0,-3-29 0,2 0 0,0 0 0,1-1 0,0 0 0,22 33 0,-26-47 0,51 80 0,-43-70 0,0-1 0,1 0 0,17 15 0,-53-61 0,-1 3 0,1-2 0,-29-47 0,43 62 0,1-1 0,1 0 0,1 0 0,0 0 0,1-1 0,1 0 0,-4-28 0,5 16 0,3-47 0,0 64 0,2 0 0,-1 1 0,2-1 0,-1 0 0,2 1 0,7-19 0,-10 27 0,0 0 0,1 1 0,0-1 0,-1 0 0,1 1 0,0 0 0,0-1 0,0 1 0,1 0 0,-1 0 0,0 0 0,1 0 0,0 1 0,-1-1 0,1 1 0,0-1 0,3 0 0,-4 1 0,0 1 0,1 0 0,-1-1 0,0 1 0,1 0 0,-1 0 0,0 0 0,1 0 0,-1 1 0,0-1 0,0 1 0,1-1 0,-1 1 0,0 0 0,0 0 0,0 0 0,0 0 0,0 0 0,0 0 0,0 1 0,0-1 0,3 4 0,-2-2 0,0 0 0,0 1 0,0-1 0,0 1 0,0 0 0,-1 0 0,0 0 0,0 0 0,0 0 0,0 0 0,-1 0 0,0 1 0,1-1 0,-1 6 0,0-7 0,-1 1 0,0-1 0,-1 0 0,1 0 0,0 1 0,-1-1 0,0 0 0,0 0 0,0 0 0,0 0 0,0 0 0,-1 0 0,1 0 0,-1 0 0,0 0 0,0-1 0,0 1 0,0-1 0,0 1 0,-4 2 0,-8 5-257,-1 0 0,0-1-1,0 0 1,-32 11 0,46-19 178,-12 4-6747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24575,'1'-1'0,"0"0"0,0 0 0,1 0 0,-1 1 0,0-1 0,1 1 0,-1-1 0,1 1 0,-1-1 0,1 1 0,-1 0 0,1-1 0,-1 1 0,1 0 0,-1 0 0,1 0 0,-1 0 0,1 0 0,-1 1 0,1-1 0,-1 0 0,1 1 0,-1-1 0,3 2 0,2 1 0,0-1 0,-1 1 0,1 1 0,7 4 0,21 19 0,-19-15 0,-1 0 0,2-1 0,0-1 0,30 15 0,-45-24 0,1-1 0,0 1 0,0 0 0,-1-1 0,1 0 0,0 1 0,0-1 0,0 0 0,-1 0 0,1 0 0,0 0 0,0 0 0,0 0 0,-1 0 0,1-1 0,0 1 0,0-1 0,-1 1 0,1-1 0,0 0 0,-1 0 0,1 1 0,0-1 0,1-2 0,-1 1 0,-1 1 0,1-1 0,-1 0 0,0 0 0,1 0 0,-1 0 0,0-1 0,0 1 0,0 0 0,-1 0 0,1-1 0,0 1 0,-1 0 0,0-1 0,1 1 0,-1-1 0,0 1 0,0-3 0,-1 1 0,1 0 0,-1 0 0,0 0 0,-3-7 0,4 9 0,6 17 0,2 0-34,0 1 0,2-1 0,21 26 0,-11-16-1195,-13-15-5597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24575,'2'80'0,"4"0"0,4-1 0,3 0 0,4 0 0,35 100 0,-48-165-195,0-1 0,1 0 0,1 0 0,0 0 0,1-1 0,11 16 0,-9-18-6631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475 221 24575,'-23'-31'0,"-11"-11"0,-4 0 0,-1 7 0,4 7 0,-1 8 0,1 7 0,2 6 0,-2 5 0,0 2 0,-2 1 0,1 0 0,3 1 0,8-1-8191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24575,'-3'13'0,"2"7"0,2 2 0,2 1 0,1-2 0,3-1 0,-1-2 0,2-1 0,0-1 0,0-3 0,0-2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24575,'0'3'0,"0"3"0,0 6 0,0 3 0,2 2 0,2 3 0,-1 1 0,0-3-8191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9 24575,'-16'-2'0,"2"-1"0,0 1 0,-1 1 0,1 0 0,-21 2 0,33-1 0,-1 0 0,0 1 0,0-1 0,1 1 0,-1-1 0,0 1 0,1 0 0,-1 0 0,0 0 0,1 1 0,0-1 0,-1 1 0,1-1 0,0 1 0,0 0 0,0 0 0,0 0 0,0 0 0,0 0 0,0 0 0,1 0 0,-1 1 0,1-1 0,-1 1 0,1-1 0,0 1 0,0-1 0,0 1 0,0 3 0,0 2 0,1 0 0,-1 1 0,1-1 0,1 0 0,0 1 0,0-1 0,1 0 0,-1 0 0,2 0 0,-1 0 0,1 0 0,1 0 0,6 12 0,-1-5 0,1 0 0,0 0 0,1-1 0,0-1 0,20 18 0,-19-21 0,-9-8 0,0 0 0,0 0 0,0 0 0,-1 1 0,1-1 0,-1 1 0,0-1 0,3 5 0,-25-13 0,-53-24-1365,57 24-5461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43 24575,'-23'-6'0,"-75"-19"0,79 21 0,-1 1 0,-39-1 0,57 4 0,-1 0 0,1 0 0,0 0 0,0 1 0,-1-1 0,1 0 0,0 1 0,0 0 0,-1 0 0,1-1 0,0 1 0,0 0 0,-2 2 0,3-2 0,-1 0 0,1 1 0,0-1 0,0 0 0,0 1 0,1-1 0,-1 1 0,0-1 0,0 1 0,1-1 0,-1 1 0,1-1 0,-1 1 0,1 0 0,0-1 0,0 1 0,0 0 0,0 2 0,0 5 0,1 0 0,0-1 0,0 1 0,1 0 0,0-1 0,1 1 0,-1-1 0,2 0 0,-1 0 0,6 9 0,-2-6 0,1 0 0,0 0 0,0-1 0,1 0 0,0 0 0,12 8 0,-16-14 0,0 0 0,1 0 0,0-1 0,0 0 0,0 0 0,0 0 0,0-1 0,1 0 0,12 2 0,-7-2 0,-1-1 0,1-1 0,0 0 0,21-2 0,-31 2 0,0 0 0,-1 0 0,1-1 0,0 1 0,0 0 0,0-1 0,0 1 0,-1-1 0,1 0 0,0 0 0,0 0 0,-1 1 0,1-1 0,-1-1 0,1 1 0,-1 0 0,1 0 0,-1-1 0,0 1 0,1 0 0,-1-1 0,0 0 0,0 1 0,0-1 0,0 1 0,-1-1 0,1 0 0,0 0 0,-1 1 0,1-1 0,-1 0 0,0 0 0,1 0 0,-1 0 0,0 0 0,0 0 0,0 1 0,0-1 0,-1 0 0,1 0 0,0 0 0,-1 0 0,-1-3 0,-1-7 0,0 1 0,-2 0 0,1-1 0,-1 2 0,-1-1 0,0 0 0,-12-15 0,18 25 0,-1 1 0,1-1 0,-1 0 0,1 1 0,-1-1 0,0 1 0,1-1 0,-1 1 0,0-1 0,1 1 0,-1-1 0,0 1 0,1 0 0,-3-1 0,3 1 0,0 0 0,0 0 0,-1 0 0,1 0 0,0 0 0,0 1 0,0-1 0,-1 0 0,1 0 0,0 0 0,0 0 0,0 0 0,0 1 0,-1-1 0,1 0 0,0 0 0,0 0 0,0 0 0,0 1 0,0-1 0,0 0 0,-1 0 0,1 0 0,0 1 0,0-1 0,0 0 0,0 0 0,0 0 0,0 1 0,0-1 0,0 0 0,0 1 0,0 1 0,0 1 0,0-1 0,0 0 0,1 1 0,-1-1 0,1 1 0,-1-1 0,2 3 0,13 31-341,2-1 0,1-1-1,30 44 1,-41-68-6485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24575,'0'21'0,"3"11"0,0 7 0,3 3 0,0 0 0,2 1 0,2-2 0,2-2 0,1-1 0,2-1 0,0-2 0,0-2 0,1-1 0,-3-3 0,-1-5 0,0-3 0,-2-3 0,-2-4-8191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16 24575,'-31'-3'0,"-12"0"0,-3 0 0,2 0 0,7 1 0,3 1 0,5 3 0,8 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11 24575,'-43'-5'0,"13"2"0,0 0 0,-48 3 0,74 0 0,1 1 0,-1-1 0,1 1 0,-1 0 0,1 0 0,-1 0 0,1 0 0,0 0 0,0 1 0,0 0 0,-1-1 0,1 1 0,1 0 0,-5 4 0,5-4 0,0 0 0,1 1 0,-1-1 0,1 1 0,-1-1 0,1 1 0,0 0 0,0-1 0,0 1 0,1 0 0,-1 0 0,0-1 0,1 1 0,0 0 0,0 0 0,0 0 0,1 6 0,0-1 0,1 1 0,0 0 0,0-1 0,1 1 0,1-1 0,-1 0 0,1 0 0,1 0 0,-1 0 0,8 8 0,6 7 0,38 37 0,49 33 0,-42-38 0,-61-53 0,1 0 0,-1 0 0,0 0 0,-1 1 0,1-1 0,0 1 0,1 2 0,-3-5 0,0 1 0,1 0 0,-1-1 0,0 1 0,0-1 0,0 1 0,0 0 0,1-1 0,-1 1 0,0-1 0,0 1 0,0 0 0,0-1 0,-1 1 0,1-1 0,0 1 0,0 0 0,0-1 0,0 1 0,-1-1 0,1 1 0,0-1 0,0 1 0,-1-1 0,1 1 0,0-1 0,-1 1 0,1-1 0,-1 1 0,1-1 0,-1 1 0,1-1 0,-1 0 0,1 1 0,-1-1 0,1 0 0,-1 0 0,1 1 0,-1-1 0,1 0 0,-2 0 0,-4 2 0,0 0 0,0-1 0,-1 1 0,1-2 0,0 1 0,-1-1 0,1 0 0,-12-1 0,-53-13 0,49 9 0,-15-4 0,-69-12 0,105 21-136,-1 0-1,1-1 1,-1 1-1,0 0 1,1-1-1,-1 1 1,1-1-1,-1 0 0,-2-1 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189 133 24575,'-15'-6'0,"0"0"0,-1 0 0,0 1 0,0 0 0,0 1 0,-30-2 0,45 6 0,-1-1 0,0 1 0,0 0 0,0 0 0,0 0 0,1 1 0,-1-1 0,0 0 0,0 1 0,0-1 0,1 1 0,-1 0 0,0-1 0,1 1 0,-1 0 0,1 0 0,-1 0 0,1 0 0,-1 0 0,1 1 0,0-1 0,-1 0 0,1 1 0,0-1 0,0 0 0,0 1 0,0 0 0,0-1 0,0 1 0,1 0 0,-1-1 0,0 1 0,1 0 0,0 0 0,-1-1 0,1 1 0,0 0 0,0 0 0,0 0 0,0-1 0,0 1 0,0 0 0,1 2 0,0 2 0,0-1 0,0 1 0,1 0 0,0 0 0,0-1 0,0 1 0,1-1 0,-1 0 0,2 0 0,-1 0 0,0 0 0,6 6 0,1-2 0,0 0 0,1 0 0,0-1 0,1 0 0,-1-1 0,1 0 0,1-1 0,-1-1 0,1 0 0,0 0 0,0-1 0,0-1 0,1 0 0,15 0 0,-26-2 0,-1-1 0,1 0 0,-1 0 0,1 0 0,0 0 0,-1-1 0,1 1 0,-1-1 0,1 0 0,-1 1 0,0-1 0,1 0 0,-1-1 0,0 1 0,1 0 0,-1-1 0,0 1 0,0-1 0,0 1 0,1-3 0,-1 1 0,0 1 0,-1-1 0,1 0 0,-1 0 0,0 0 0,0 0 0,0 0 0,0 0 0,0 0 0,-1 0 0,1 0 0,-1 0 0,0-1 0,0 1 0,0 0 0,-1-3 0,-2-7 0,0 0 0,-1 0 0,0 0 0,-1 0 0,0 1 0,-1 0 0,-11-17 0,14 24 0,-5-6 0,8 11 0,0 0 0,0 0 0,0 0 0,0 0 0,0 0 0,0 0 0,0 0 0,0 0 0,0 0 0,0 0 0,0 0 0,0 0 0,0 0 0,0 0 0,-1 0 0,1-1 0,0 1 0,0 0 0,0 0 0,0 0 0,0 0 0,0 0 0,0 0 0,0 0 0,0 0 0,0 0 0,-1 0 0,1 0 0,0 0 0,0 1 0,0-1 0,0 0 0,0 0 0,0 0 0,0 0 0,0 0 0,0 0 0,0 0 0,0 0 0,0 0 0,-1 0 0,1 0 0,0 0 0,0 0 0,0 0 0,0 0 0,0 0 0,0 0 0,0 1 0,0-1 0,0 0 0,0 0 0,0 0 0,0 2 0,0-1 0,0 1 0,0-1 0,0 1 0,1 0 0,-1-1 0,0 1 0,1-1 0,-1 1 0,2 2 0,5 8 0,0 0 0,1-1 0,1 0 0,0 0 0,0-1 0,1 0 0,0-1 0,0 0 0,1 0 0,14 8 0,-15-12 0,-1 0 0,1 0 0,-1-1 0,1 0 0,1 0 0,-1-1 0,0-1 0,1 0 0,-1 0 0,1-1 0,0 0 0,21-2 0,-30 1 0,0-1 0,1 1 0,-1-1 0,0 0 0,0 1 0,0-1 0,0 0 0,0 0 0,0 0 0,0-1 0,0 1 0,0 0 0,0-1 0,-1 1 0,1-1 0,0 0 0,-1 1 0,1-1 0,-1 0 0,0 0 0,0 0 0,0 0 0,0 0 0,0 0 0,0-1 0,0 1 0,-1 0 0,1 0 0,-1 0 0,0-1 0,1-3 0,-1-4 0,0 1 0,0-1 0,-1 0 0,0 1 0,0-1 0,-4-11 0,5 21 0,0 0 0,0-1 0,-1 1 0,1 0 0,0 0 0,0-1 0,0 1 0,0 0 0,0 0 0,0-1 0,0 1 0,0 0 0,0-1 0,0 1 0,0 0 0,0 0 0,0-1 0,0 1 0,0 0 0,0-1 0,0 1 0,1 0 0,-1 0 0,0-1 0,0 1 0,0 0 0,0 0 0,0-1 0,1 1 0,7 2 0,14 15 0,-17-13 0,14 10 0,-7-4 0,1-1 0,27 15 0,-35-22 0,0 0 0,0-1 0,0 1 0,0-1 0,1 0 0,-1 0 0,0 0 0,0-1 0,1 0 0,-1 0 0,0 0 0,10-2 0,-12 2 0,-1 0 0,1 1 0,0-1 0,0 1 0,0-1 0,-1 1 0,1 0 0,0 0 0,-1 0 0,1 0 0,-1 1 0,1-1 0,-1 1 0,1 0 0,-1-1 0,0 1 0,2 2 0,15 10 0,-2-6 0,0 0 0,0-1 0,1-1 0,0-1 0,0 0 0,1-2 0,-1 0 0,1-1 0,0 0 0,34-3 0,-30-1 0,0-1 0,-1-1 0,1 0 0,-1-2 0,0-1 0,-1-1 0,0 0 0,32-19 0,-47 23 0,0 0 0,-1 0 0,0-1 0,0 1 0,0-1 0,0-1 0,-1 1 0,0 0 0,0-1 0,0 0 0,-1 0 0,0 0 0,0-1 0,0 1 0,-1-1 0,0 1 0,0-1 0,-1 0 0,0 0 0,0 0 0,-1 0 0,1 1 0,-2-1 0,1 0 0,-1 0 0,0 0 0,0 0 0,-1 0 0,-4-11 0,4 14 0,0 0 0,0 0 0,0 0 0,0 0 0,-1 1 0,0-1 0,1 1 0,-6-4 0,6 5 0,0 0 0,0 0 0,0 1 0,0-1 0,0 1 0,-1 0 0,1 0 0,0 0 0,-1 0 0,1 0 0,-1 0 0,1 0 0,-1 1 0,1-1 0,-4 1 0,4 0 0,1 1 0,-1-1 0,1 0 0,-1 1 0,1-1 0,0 1 0,-1 0 0,1-1 0,0 1 0,0 0 0,-1 0 0,1 0 0,0 0 0,0 0 0,0 0 0,0 0 0,0 1 0,0-1 0,0 0 0,1 0 0,-1 1 0,0-1 0,1 0 0,-1 1 0,1-1 0,-1 3 0,-1 5 0,0-1 0,1 0 0,-1 11 0,2-18 0,-1 20 0,0 0 0,2 0 0,0 0 0,8 38 0,-6-48 0,0 0 0,0 0 0,2-1 0,-1 1 0,1-1 0,1 0 0,0 0 0,0-1 0,1 0 0,11 13 0,-6-10 0,0-1 0,0-1 0,1 0 0,1 0 0,-1-1 0,23 10 0,-30-16 0,0-1 0,0 1 0,1-1 0,-1 0 0,1-1 0,0 1 0,-1-1 0,1-1 0,0 1 0,-1-1 0,1 0 0,0-1 0,0 1 0,-1-1 0,1-1 0,-1 1 0,1-1 0,7-4 0,0-2-1365,-3-1-5461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291 230 24575,'-21'-23'0,"-142"-145"0,162 167 0,-5-5 0,0 1 0,0 0 0,0 1 0,-1-1 0,-8-4 0,14 9 0,0-1 0,0 1 0,0-1 0,-1 1 0,1 0 0,0-1 0,0 1 0,-1 0 0,1 0 0,0 0 0,0 0 0,-1 0 0,1 0 0,0 0 0,-1 0 0,1 0 0,0 1 0,0-1 0,-1 0 0,1 1 0,0-1 0,0 1 0,0 0 0,0-1 0,0 1 0,0 0 0,0 0 0,0-1 0,0 1 0,0 0 0,0 0 0,0 0 0,1 0 0,-1 0 0,0 1 0,1-1 0,-1 0 0,1 0 0,-1 2 0,-3 6 0,1-1 0,1 1 0,-1 0 0,2 0 0,-2 16 0,1 50 0,2-68 0,2 43-71,2-1 0,3 0 0,1-1 0,16 51-1,-3-31-46,3-1-1,39 76 0,-37-92 119,1-2 0,3 0 0,1-2 0,3-2 0,48 51 0,-79-92-70,1-1 0,-1 0 0,1 0 0,0 0-1,0 0 1,0 0 0,0-1 0,0 0 0,1 0 0,4 2-1,3-2-6636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389 310 24575,'-21'-29'0,"-12"-14"0,-5-5 0,-2 3 0,4 7 0,2 6 0,5 8 0,5 3 0,3 7 0,3 5 0,2 5 0,2 2 0,-1 4 0,1 2 0,-1 3 0,3 3 0,4 0-8191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2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172 313 24575,'11'11'0,"-3"-4"0,-1 1 0,0-1 0,0 2 0,0-1 0,10 19 0,-16-21 0,-6-6 0,-8-9 0,-13-10 0,2-1 0,1-1 0,0-1 0,2-1 0,0-1 0,-25-39 0,40 54 0,1-1 0,0 0 0,1-1 0,0 1 0,-3-13 0,6 18 0,0 0 0,0 0 0,1 0 0,-1 0 0,1 0 0,0 0 0,0 0 0,1 0 0,0 0 0,-1 0 0,2 0 0,-1 0 0,4-8 0,-5 12 0,1 0 0,0-1 0,-1 1 0,1 0 0,0 0 0,0 0 0,0 0 0,0 0 0,0 0 0,0 0 0,0 0 0,1 0 0,-1 0 0,0 0 0,0 1 0,1-1 0,-1 1 0,3-1 0,-2 0 0,1 1 0,-1 0 0,1-1 0,-1 1 0,1 0 0,-1 1 0,1-1 0,-1 0 0,5 2 0,3 2 0,-1 0 0,1 0 0,-1 1 0,9 6 0,41 30 0,-35-24 0,42 24 0,-53-34 0,83 37 0,-85-40 0,-1 0 0,1-1 0,0-1 0,1 0 0,-1 0 0,0-1 0,15 0 0,-24-2 0,1 1 0,-1 0 0,1 0 0,-1-1 0,1 0 0,-1 1 0,1-1 0,-1 0 0,1 0 0,-1 0 0,0-1 0,0 1 0,1 0 0,-1-1 0,0 0 0,0 1 0,3-5 0,-3 3 0,0 0 0,0 0 0,0-1 0,-1 1 0,1-1 0,-1 1 0,0-1 0,0 1 0,0-1 0,0 0 0,0-5 0,-1 2 0,0-1 0,0 0 0,-1 1 0,0-1 0,0 1 0,0-1 0,-1 1 0,-1 0 0,1-1 0,-1 1 0,-7-12 0,7 14 0,-1 0 0,1 1 0,-1-1 0,0 1 0,0 0 0,-1 1 0,1-1 0,-1 1 0,0-1 0,0 1 0,-6-2 0,10 4 0,-1 0 0,0 1 0,0-1 0,1 1 0,-1-1 0,0 1 0,0 0 0,0-1 0,0 1 0,1 0 0,-1 0 0,0 1 0,0-1 0,0 0 0,0 0 0,1 1 0,-1-1 0,0 1 0,0 0 0,1 0 0,-1-1 0,0 1 0,1 0 0,-1 0 0,1 0 0,-1 1 0,1-1 0,0 0 0,-1 1 0,1-1 0,0 0 0,0 1 0,0-1 0,0 1 0,0 0 0,0-1 0,0 4 0,-2 1 0,0 1 0,1-1 0,0 1 0,1 0 0,0 0 0,0 0 0,0-1 0,1 1 0,0 13 0,1-10 0,1 1 0,0-1 0,1 0 0,0 1 0,8 16 0,-1-6 0,1-1 0,2 0 0,0-1 0,1-1 0,20 21 0,-21-24 24,2-1 0,0-1 0,0-1 0,31 19 0,-35-24-189,0-2 0,1 1 0,-1-1 0,1-1 0,1 0 0,-1-1 0,0 0 0,20 1 0,-16-3-6661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2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95 24575,'-8'-3'0,"-182"-60"0,159 55 0,-1 1 0,0 2 0,0 1 0,-38 0 0,67 4 0,0 0 0,0 0 0,0 0 0,0 1 0,0-1 0,0 1 0,0 0 0,0 0 0,1 0 0,-1 0 0,-3 2 0,5-2 0,0 0 0,0-1 0,1 1 0,-1 0 0,0 0 0,1 0 0,-1 0 0,1-1 0,-1 1 0,1 0 0,-1 0 0,1 0 0,0 0 0,-1 0 0,1 0 0,0 0 0,0 0 0,0 0 0,0 0 0,0 1 0,0-1 0,0 0 0,0 0 0,0 0 0,0 0 0,1 0 0,-1 0 0,0 0 0,1 0 0,-1 0 0,0 0 0,1-1 0,0 1 0,-1 0 0,2 1 0,1 3 0,1 1 0,0-1 0,0-1 0,1 1 0,-1-1 0,1 1 0,0-1 0,0-1 0,1 1 0,-1-1 0,1 0 0,-1 0 0,1 0 0,0-1 0,0 0 0,0 0 0,1-1 0,-1 0 0,8 1 0,-7-1 0,0 0 0,0-1 0,0 0 0,1 0 0,-1-1 0,0 0 0,0 0 0,0-1 0,0 1 0,0-2 0,-1 1 0,1-1 0,0 0 0,-1 0 0,0-1 0,11-7 0,23-32 0,-39 43 0,-1 0 0,0 0 0,0-1 0,0 1 0,0 0 0,0 0 0,0 0 0,0 0 0,0 0 0,0 0 0,1 0 0,-1 0 0,0 0 0,0 0 0,0 0 0,0 0 0,0 0 0,0 0 0,1 0 0,-1 0 0,0 0 0,0 0 0,0 0 0,0 0 0,0 0 0,0 0 0,0 0 0,1 0 0,-1 0 0,0 0 0,0 0 0,0 0 0,0 0 0,0 0 0,0 0 0,0 1 0,0-1 0,0 0 0,1 0 0,-1 0 0,0 0 0,0 0 0,0 0 0,2 8 0,-1 11 0,-1-18 0,-1 39 0,11 79 0,-6-98 0,1 1 0,0-1 0,2 0 0,0 0 0,14 24 0,24 36 120,-37-68-417,1-1 0,1 0 0,0-1 0,12 12 0,-14-16-6529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3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24575,'28'-5'0,"13"-2"0,1-2 0,-4 0 0,-5 2 0,-7-1 0,-6-1 0,-6 1 0,-3 1-8191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3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24575,'27'48'0,"2"-1"0,3-1 0,1-2 0,45 46 0,-73-85 0,0 0 0,0-1 0,1 0 0,0 1 0,0-2 0,0 1 0,0-1 0,1 0 0,-1 0 0,12 2 0,-16-4 0,1-1 0,-1 1 0,1-1 0,-1 0 0,1 0 0,-1 0 0,1 0 0,-1 0 0,1 0 0,-1-1 0,1 1 0,-1-1 0,1 0 0,-1 0 0,0 0 0,1 0 0,-1 0 0,0 0 0,0-1 0,0 1 0,0-1 0,0 1 0,0-1 0,0 0 0,-1 0 0,1 0 0,-1 0 0,1 0 0,-1 0 0,0 0 0,1 0 0,0-4 0,2-5 0,0 0 0,0-1 0,-1 1 0,3-22 0,-6 26 0,1 0 0,-1 1 0,0-1 0,0 0 0,-1 1 0,0-1 0,0 1 0,0-1 0,-6-12 0,7 19 0,0 0 0,0 0 0,1 0 0,-1 0 0,0 0 0,0 0 0,0 0 0,0 0 0,0 0 0,-1-1 0,1 1 0,0 0 0,0 0 0,0 0 0,0 0 0,0 0 0,0 0 0,0 0 0,0 0 0,0 0 0,0 0 0,0 0 0,0-1 0,0 1 0,0 0 0,0 0 0,0 0 0,0 0 0,0 0 0,0 0 0,-1 0 0,1 0 0,0 0 0,0 0 0,0 0 0,0 0 0,0 0 0,0 0 0,0 0 0,0 0 0,0 0 0,0 0 0,0 0 0,-1 0 0,1 0 0,0 0 0,0 0 0,0 0 0,0 0 0,0 0 0,0 0 0,0 0 0,0 0 0,0 0 0,-1 0 0,0 7 0,1 9 0,2-8 0,0 0 0,1-1 0,0 1 0,0-1 0,1 0 0,-1 0 0,2 0 0,-1 0 0,1-1 0,0 0 0,0 0 0,1 0 0,0 0 0,0-1 0,0 0 0,0 0 0,1-1 0,0 0 0,0 0 0,0 0 0,1-1 0,-1 0 0,1-1 0,-1 0 0,1 0 0,0 0 0,0-1 0,0 0 0,0-1 0,0 1 0,0-2 0,0 1 0,0-1 0,15-4 0,-18 4 0,0-1 0,-1 0 0,1 0 0,0-1 0,-1 0 0,0 1 0,1-1 0,-1-1 0,0 1 0,-1 0 0,1-1 0,-1 0 0,1 0 0,-1 0 0,0 0 0,3-7 0,-3 5 0,0-1 0,-1 0 0,1 0 0,-1 0 0,-1 0 0,1 0 0,-1 0 0,-1-1 0,1 1 0,-2-15 0,0 14 0,0 0 0,0 0 0,-1 0 0,-1 0 0,1 0 0,-1 1 0,0-1 0,-1 1 0,-7-13 0,8 15 0,-1 1 0,0-1 0,1 1 0,-1 0 0,-1 0 0,1 0 0,0 1 0,-1-1 0,0 1 0,0 0 0,0 1 0,0-1 0,0 1 0,-9-2 0,-5 0-1365,2 1-5461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4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113 126 24575,'-8'-4'0,"-2"-2"0,-23-8 0,31 14 0,-1-1 0,1 0 0,0 1 0,-1-1 0,1 1 0,-1 0 0,1-1 0,-1 1 0,1 0 0,-1 1 0,1-1 0,0 0 0,-1 1 0,1 0 0,-5 1 0,6-1 0,-1 0 0,1 0 0,0 1 0,-1-1 0,1 0 0,0 1 0,0-1 0,0 1 0,0 0 0,0-1 0,0 1 0,0 0 0,1-1 0,-1 1 0,0 0 0,1 0 0,0 0 0,-1-1 0,1 1 0,0 0 0,0 0 0,0 0 0,1 4 0,-1 0 0,1 0 0,0 0 0,0 0 0,1 0 0,0 0 0,2 6 0,0-4 0,1 1 0,0-1 0,1 0 0,0-1 0,0 1 0,0-1 0,1-1 0,0 1 0,0-1 0,1 0 0,0-1 0,0 1 0,12 5 0,-15-9 0,-1 0 0,1-1 0,0 1 0,-1-1 0,1 0 0,0 0 0,0-1 0,0 1 0,-1-1 0,1 0 0,0 0 0,6-2 0,-8 1 0,1 0 0,0 0 0,0 0 0,-1-1 0,1 0 0,-1 0 0,1 0 0,-1 0 0,0 0 0,0-1 0,0 0 0,0 1 0,0-1 0,0 0 0,-1 0 0,4-6 0,-1 0 0,0 0 0,0 0 0,-1-1 0,-1 0 0,0 1 0,0-1 0,0 0 0,-2-1 0,1 1 0,0-20 0,-2 23 0,0 1 0,-1 0 0,1 0 0,-1 0 0,0 0 0,-1 0 0,1 1 0,-1-1 0,-1 0 0,1 1 0,-1-1 0,1 1 0,-2 0 0,1 0 0,0 0 0,-1 0 0,0 0 0,0 1 0,-9-7 0,8 8-114,-1 0 1,0 0-1,1 1 0,-1 0 0,0 0 1,0 1-1,0 0 0,0 0 0,0 0 1,0 1-1,-10 0 0,-4 0-6712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6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24575,'0'2'0,"0"30"0,6 48 0,-4-69 0,0 0 0,1 0 0,0 0 0,1-1 0,0 0 0,0 0 0,1 0 0,7 11 0,0-5 0,1-1 0,1 0 0,0-1 0,0 0 0,2-1 0,-1-1 0,25 15 0,-36-24 0,1-1 0,-1 0 0,1 1 0,-1-1 0,1-1 0,-1 1 0,1-1 0,9 2 0,-13-3 0,1 0 0,0 0 0,-1 0 0,1 0 0,-1-1 0,1 1 0,-1 0 0,1 0 0,-1-1 0,1 1 0,-1-1 0,1 0 0,-1 1 0,0-1 0,1 0 0,-1 0 0,0 0 0,0 0 0,1 0 0,-1 0 0,0 0 0,0 0 0,0 0 0,0-1 0,-1 1 0,1 0 0,0-1 0,0 1 0,-1 0 0,1-1 0,0-1 0,0-2 0,0 1 0,0-1 0,-1 1 0,1-1 0,-1 0 0,0 1 0,0-1 0,-1 0 0,0 1 0,1-1 0,-1 1 0,-1-1 0,-1-4 0,-3-7 0,-2 1 0,-9-17 0,16 30 0,9 11 0,1-1 0,18 14 0,-11-10 0,2 3 0,0-1 0,2-1 0,33 17 0,-43-26 0,0 0 0,0 0 0,0 0 0,1-1 0,-1-1 0,1 0 0,0-1 0,0 1 0,-1-2 0,12 0 0,-19-1 0,0 1 0,1-1 0,-1 0 0,0 0 0,0 0 0,0 0 0,-1 0 0,1-1 0,0 1 0,0-1 0,-1 0 0,1 0 0,-1 0 0,0 0 0,1 0 0,-1-1 0,0 1 0,0-1 0,0 1 0,-1-1 0,1 0 0,-1 0 0,1 1 0,-1-1 0,0 0 0,0 0 0,0 0 0,-1-1 0,1 1 0,-1 0 0,1 0 0,-1 0 0,0 0 0,0 0 0,-1-1 0,1 1 0,-1 0 0,1 0 0,-1 0 0,0 0 0,0 0 0,-1 0 0,-1-3 0,-3-5-136,-1 1-1,-1 0 1,1 0-1,-2 1 1,1 0-1,-1 0 1,-1 1-1,1 1 0,-21-13 1,11 9-6690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7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24575,'2'15'0,"-1"0"0,2 0 0,0-1 0,5 17 0,0-4 0,10 41 0,3 0 0,3-1 0,56 109 0,-77-171 0,29 48 0,-28-46 0,1 0 0,0 0 0,1-1 0,0 0 0,7 7 0,-12-13 0,-1 1 0,1-1 0,0 1 0,-1-1 0,1 1 0,0-1 0,-1 1 0,1-1 0,0 0 0,0 1 0,0-1 0,-1 0 0,1 0 0,0 0 0,0 1 0,0-1 0,0 0 0,-1 0 0,1 0 0,0 0 0,0 0 0,0-1 0,0 1 0,0 0 0,-1 0 0,1 0 0,1-1 0,-1 0 0,1-1 0,-1 1 0,0 0 0,0 0 0,1-1 0,-1 1 0,0-1 0,0 1 0,-1-1 0,1 1 0,0-1 0,0-2 0,2-5 0,-1 0 0,0 0 0,2-19 0,-5-16 0,1 32 0,0 0 0,0 0 0,4-20 0,-4 31 0,0 1 0,0 0 0,0-1 0,0 1 0,0 0 0,0-1 0,0 1 0,0-1 0,0 1 0,0 0 0,0-1 0,0 1 0,1 0 0,-1 0 0,0-1 0,0 1 0,0 0 0,1-1 0,-1 1 0,0 0 0,0 0 0,1-1 0,-1 1 0,0 0 0,1 0 0,-1 0 0,0 0 0,1-1 0,-1 1 0,0 0 0,1 0 0,0 0 0,-1 0 0,1 0 0,0 1 0,0-1 0,-1 1 0,1-1 0,0 0 0,-1 1 0,1 0 0,0-1 0,-1 1 0,1-1 0,-1 1 0,2 1 0,16 29 0,-15-26 0,23 35 0,-24-37 0,0 0 0,1-1 0,-1 1 0,1 0 0,0-1 0,0 1 0,0-1 0,0 0 0,0 0 0,5 2 0,-7-4-28,-1 1-1,1-1 1,-1 0-1,0 0 1,1 0 0,-1 0-1,1 0 1,0 0-1,-1 0 1,1 0-1,-1 0 1,1 0-1,-1 0 1,1 0 0,-1 0-1,1 0 1,-1 0-1,0-1 1,1 1-1,-1 0 1,1 0-1,-1 0 1,1-1 0,-1 1-1,1 0 1,-1-1-1,0 1 1,1 0-1,-1-1 1,0 1-1,1-1 1,-1 1 0,0 0-1,0-1 1,1 1-1,-1-1 1,0 1-1,0-1 1,0 1-1,1-1 1,-1 1 0,0-1-1,0 1 1,0-1-1,0 1 1,0-1-1,0 0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7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24575,'13'13'0,"4"9"0,2 4 0,-2 0 0,-2-2 0,-3-3 0,-1-1 0,-3-3 0,-2-1 0,-2-6 0,-5-7 0,-2-7 0,-3-5 0,-3-6 0,-3-4 0,-1 0 0,0 0 0,4 3-8191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8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44 24575,'-4'-3'0,"-5"-2"0,0 0 0,-11-5 0,18 9 0,0 1 0,1-1 0,-1 0 0,0 1 0,1 0 0,-1-1 0,0 1 0,0 0 0,1 0 0,-1 0 0,0 0 0,0 0 0,1 0 0,-1 0 0,0 0 0,0 1 0,1-1 0,-1 1 0,-3 1 0,5-1 0,-1-1 0,0 0 0,1 1 0,-1 0 0,1-1 0,-1 1 0,1-1 0,-1 1 0,1 0 0,0-1 0,-1 1 0,1 0 0,0-1 0,-1 1 0,1 0 0,0 0 0,0-1 0,0 1 0,0 0 0,0 0 0,0 1 0,0 0 0,0 0 0,1 0 0,-1 1 0,1-1 0,-1 0 0,1 0 0,2 3 0,0 1 0,0 0 0,1 0 0,9 10 0,-8-11 0,1 1 0,0-1 0,0-1 0,0 1 0,0-1 0,1 0 0,11 5 0,-16-8 0,0 0 0,0 0 0,0 0 0,0-1 0,0 1 0,1-1 0,-1 1 0,0-1 0,0 0 0,0 0 0,0 0 0,1 0 0,-1 0 0,0 0 0,0-1 0,0 1 0,0-1 0,0 1 0,0-1 0,1 0 0,-2 0 0,1 0 0,0 0 0,0 0 0,0 0 0,0-1 0,-1 1 0,1-1 0,-1 1 0,1-1 0,1-2 0,-1 1 0,-1 0 0,1 0 0,-1 0 0,0-1 0,0 1 0,0 0 0,-1-1 0,1 1 0,-1-1 0,0 1 0,0-1 0,0 1 0,0-1 0,-1 1 0,1 0 0,-1-1 0,0 1 0,0 0 0,0-1 0,0 1 0,-1 0 0,1 0 0,-1 0 0,-2-4 0,2 5 0,1 0 0,0 0 0,-1 0 0,0 0 0,1 0 0,-1 0 0,0 0 0,0 0 0,0 1 0,0-1 0,0 1 0,0-1 0,-1 1 0,1 0 0,0 0 0,-1 0 0,1 0 0,-1 1 0,1-1 0,-1 0 0,1 1 0,-1 0 0,1 0 0,-1-1 0,0 2 0,1-1 0,-1 0 0,1 0 0,-1 1 0,1-1 0,-1 1 0,-3 1 0,1 1 15,0 1 0,0-1 0,0 1 0,1 0 0,-1 0 0,1 0 0,-6 7 0,-22 35-1500,23-32-5341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8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39 24575,'-2'-7'0,"0"4"0,1-1 0,0 1 0,-1-1 0,0 1 0,0-1 0,-4-5 0,6 9 0,-1 0 0,1 0 0,0 0 0,0 0 0,0 0 0,0 0 0,0-1 0,0 1 0,0 0 0,0 0 0,-1 0 0,1 0 0,0 0 0,0 0 0,0 0 0,0 0 0,0 0 0,0 0 0,-1 0 0,1 0 0,0 0 0,0 0 0,0 0 0,0 0 0,0 0 0,0 0 0,-1 0 0,1 0 0,0 0 0,0 0 0,0 0 0,0 0 0,0 0 0,0 0 0,-1 0 0,1 0 0,0 1 0,0-1 0,0 0 0,0 0 0,0 0 0,0 0 0,0 0 0,0 0 0,0 0 0,-1 1 0,-2 8 0,1 11 0,4 40 0,17 108 0,-16-154 0,21 93 0,1-5 0,-25-99-195,0 0 0,1 0 0,-1 0 0,0 0 0,0 0 0,-1 6 0,-2 0-6631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1 657 24575,'46'-17'0,"0"-1"0,70-41 0,-108 53 0,0 1 0,-1-1 0,0 0 0,0-1 0,0 0 0,-1 0 0,0 0 0,8-13 0,-7 8 0,0-1 0,-1 0 0,-1 0 0,0 0 0,4-15 0,-2-7 0,-2 1 0,-1-1 0,-1-62 0,-3 78 0,-1 0 0,-1-1 0,0 1 0,-2 0 0,0 0 0,-2 1 0,-12-33 0,17 50 0,1 0 0,-1 0 0,1-1 0,-1 1 0,0 0 0,0 0 0,0 0 0,1 0 0,-1 0 0,-2-2 0,3 3 0,-1 0 0,1 0 0,0 0 0,0 0 0,-1 0 0,1 0 0,0 0 0,0-1 0,0 1 0,-1 0 0,1 0 0,0 0 0,0 0 0,-1 0 0,1 1 0,0-1 0,0 0 0,0 0 0,-1 0 0,1 0 0,0 0 0,0 0 0,-1 0 0,1 0 0,0 0 0,0 1 0,0-1 0,0 0 0,-1 0 0,1 0 0,0 0 0,0 1 0,0-1 0,0 0 0,-1 1 0,0 1 0,0 1 0,0 0 0,0 0 0,0 0 0,0 0 0,1 0 0,0 0 0,-1 3 0,-1 43 0,2 0 0,2 0 0,13 81 0,-2-66 0,3 0 0,30 76 0,-33-105 0,-6-12 0,2 0 0,0-1 0,1 0 0,2-1 0,16 24 0,-27-44 0,0 1 0,0-1 0,0 1 0,1-1 0,-1 1 0,1-1 0,-1 0 0,1 0 0,-1 0 0,1 0 0,0 0 0,-1 0 0,1 0 0,0 0 0,0-1 0,0 1 0,0-1 0,0 1 0,3-1 0,-3 0 0,-1 0 0,1-1 0,0 1 0,0-1 0,0 1 0,0-1 0,-1 0 0,1 0 0,0 0 0,-1 0 0,1 0 0,-1 0 0,1 0 0,-1-1 0,1 1 0,-1 0 0,0-1 0,0 1 0,2-4 0,5-9 0,0 0 0,-2 0 0,0 0 0,6-20 0,0-2 0,-11 35 0,-1-1 0,1 0 0,0 1 0,-1-1 0,1 1 0,0-1 0,0 1 0,0-1 0,0 1 0,0-1 0,0 1 0,1 0 0,-1 0 0,0 0 0,1 0 0,-1 0 0,1 0 0,-1 0 0,1 0 0,-1 0 0,1 1 0,-1-1 0,1 0 0,0 1 0,-1 0 0,1-1 0,0 1 0,0 0 0,-1 0 0,1 0 0,0 0 0,0 0 0,-1 0 0,1 1 0,0-1 0,-1 0 0,3 2 0,5 1 0,1 1 0,-1 1 0,-1 0 0,1 0 0,9 8 0,-11-8 0,-2-2 0,89 59 0,-77-53 0,0 0 0,0-2 0,36 12 0,-40-15-1365,-4 0-5461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0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75 24575,'-106'-46'0,"86"39"0,0 1 0,0 1 0,-32-5 0,48 10 0,0 0 0,-1-1 0,1 1 0,0 1 0,0-1 0,0 1 0,0-1 0,0 1 0,0 0 0,0 1 0,0-1 0,0 1 0,0 0 0,1 0 0,-1 0 0,0 0 0,-3 4 0,2-1 0,0 0 0,0 0 0,1 1 0,0-1 0,0 1 0,0 0 0,1 1 0,0-1 0,-3 9 0,4-11 0,1 1 0,-1-1 0,1 0 0,0 1 0,1-1 0,-1 1 0,1-1 0,0 1 0,0-1 0,0 1 0,0-1 0,1 1 0,1 3 0,0-2 0,0 0 0,1 0 0,-1-1 0,1 1 0,0-1 0,1 0 0,0 1 0,7 7 0,8 7 0,25 22 0,-38-37 0,0 0 0,0-1 0,0 0 0,0 0 0,1-1 0,0 1 0,-1-1 0,1-1 0,14 4 0,-18-6 0,0 1 0,0-1 0,0 0 0,0 0 0,0 0 0,0-1 0,0 1 0,0-1 0,0 0 0,-1 1 0,1-1 0,0 0 0,0-1 0,-1 1 0,4-3 0,-1 1 0,-1 0 0,0-1 0,-1 1 0,1-1 0,0 0 0,-1 0 0,0 0 0,3-6 0,0-1 0,-1 0 0,0 0 0,-1 0 0,0-1 0,0 0 0,2-21 0,-5 21 0,0 0 0,-1 0 0,-1 0 0,0 0 0,0 0 0,-1 1 0,-6-22 0,8 37 0,2 3 0,-1 0 0,1-1 0,2 8 0,5 2 0,0 0 0,0 0 0,2-1 0,0-1 0,0 0 0,2 0 0,-1-1 0,2 0 0,0-2 0,0 1 0,1-2 0,30 17 0,-42-25 0,-1-1 0,1 0 0,0 0 0,0 0 0,0-1 0,0 1 0,0-1 0,0 1 0,0-1 0,0 0 0,0 0 0,0 0 0,0 0 0,0-1 0,0 0 0,-1 1 0,1-1 0,0 0 0,0 0 0,3-2 0,-3 1 0,0 0 0,0 0 0,0-1 0,0 0 0,-1 1 0,1-1 0,-1 0 0,1 0 0,-1 0 0,0 0 0,0-1 0,-1 1 0,1 0 0,-1-1 0,2-6 0,-1 0 0,0 1 0,-1-1 0,-1 1 0,0-1 0,0 0 0,0 1 0,-2-1 0,1 1 0,-6-18 0,11 34 0,0-1 0,0 0 0,0 0 0,7 7 0,30 34 0,-26-32 0,0-1 0,1 0 0,32 20 0,-47-33 0,1 0 0,0 0 0,-1 0 0,1 0 0,0 0 0,0-1 0,0 1 0,-1-1 0,1 1 0,0-1 0,0 1 0,0-1 0,0 0 0,0 0 0,0 0 0,0 0 0,0 0 0,0-1 0,0 1 0,0 0 0,2-2 0,-2 1 0,0-1 0,0 1 0,1-1 0,-1 0 0,0 1 0,-1-1 0,1 0 0,0 0 0,0-1 0,-1 1 0,1 0 0,-1 0 0,0-1 0,2-4 0,-2 5 0,0 0 0,1-1 0,-1 1 0,1 0 0,-1 0 0,1-1 0,0 1 0,0 1 0,0-1 0,0 0 0,0 0 0,1 1 0,-1-1 0,0 1 0,1 0 0,-1 0 0,1 0 0,-1 0 0,1 0 0,0 0 0,-1 1 0,1-1 0,0 1 0,-1 0 0,5 0 0,7 0 0,-1 1 0,1 1 0,25 6 0,-20-4 0,4 1 0,38 7 0,73 25 0,-107-29-1365,-15-6-5461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1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51 111 24575,'64'64'0,"103"134"0,-161-190 0,-1-1 0,0 1 0,-1 0 0,1 1 0,-2-1 0,1 1 0,3 14 0,-7-22 0,1-1 0,-1 1 0,0-1 0,0 0 0,0 1 0,0-1 0,0 1 0,0-1 0,0 1 0,0-1 0,0 0 0,0 1 0,0-1 0,0 1 0,0-1 0,-1 1 0,1-1 0,0 0 0,0 1 0,0-1 0,-1 0 0,1 1 0,0-1 0,0 1 0,-1-1 0,1 0 0,0 0 0,0 1 0,-1-1 0,1 0 0,-1 1 0,0-1 0,0 0 0,0 0 0,0 0 0,0 0 0,0 0 0,0 0 0,0 0 0,0 0 0,0 0 0,0-1 0,0 1 0,0 0 0,-1-1 0,-4-2 0,0 1 0,1-2 0,-8-4 0,-15-13 0,-49-50 0,-17-33 0,84 93 0,1 0 0,1-1 0,0 0 0,1 0 0,0-1 0,-7-19 0,12 27 0,1 0 0,-1 0 0,1 0 0,0 0 0,0 0 0,0-1 0,1 1 0,0 0 0,0 0 0,0 0 0,0-1 0,1 1 0,0 0 0,0 0 0,1 0 0,-1 0 0,1 0 0,0 0 0,0 1 0,6-9 0,-6 10 0,1 0 0,0 0 0,-1 1 0,1-1 0,0 1 0,0 0 0,0 0 0,1 0 0,-1 0 0,0 0 0,1 1 0,-1-1 0,1 1 0,0 0 0,-1 0 0,1 1 0,0-1 0,-1 1 0,1 0 0,0 0 0,0 0 0,0 0 0,-1 1 0,1-1 0,0 1 0,-1 0 0,1 0 0,5 2 0,-6-1 0,1-1 0,0 1 0,0 0 0,-1 0 0,1 0 0,-1 1 0,1-1 0,-1 1 0,0 0 0,0 0 0,0 0 0,-1 0 0,1 0 0,-1 1 0,1-1 0,-1 1 0,0-1 0,-1 1 0,1 0 0,0 0 0,-1 0 0,0 0 0,0 0 0,0 0 0,0 7 0,-2-9-52,1 0-1,0 0 1,0 0-1,-1-1 1,1 1-1,-1 0 1,0 0-1,1 0 1,-1 0-1,0 0 1,0-1-1,0 1 1,0 0-1,-1-1 1,1 1-1,0-1 1,-1 1-1,1-1 1,-1 0-1,1 1 1,-1-1-1,0 0 0,1 0 1,-1 0-1,-2 1 1,-8 2-6774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216 671 24575,'4'-29'0,"0"-1"0,-2 1 0,-2-1 0,0 1 0,-2-1 0,-11-56 0,3 46 0,-1 1 0,-2-1 0,-2 2 0,-28-51 0,27 57 0,-2 1 0,-1 1 0,-24-29 0,42 58 0,1 1 0,-1-1 0,1 0 0,-1 1 0,1-1 0,-1 1 0,1-1 0,-1 1 0,0-1 0,1 1 0,-1-1 0,0 1 0,1-1 0,-1 1 0,0 0 0,0 0 0,1-1 0,-1 1 0,-1 0 0,1 0 0,1 0 0,0 0 0,-1 1 0,1-1 0,-1 0 0,1 0 0,0 1 0,-1-1 0,1 0 0,0 1 0,-1-1 0,1 0 0,0 1 0,0-1 0,-1 1 0,1-1 0,0 0 0,0 1 0,0-1 0,0 1 0,-1-1 0,1 1 0,0-1 0,0 1 0,-1 5 0,1 0 0,-1 1 0,2 9 0,-1-16 0,4 41 0,2 0 0,2-1 0,1 0 0,19 47 0,-8-27 0,36 70 0,-42-101 0,2-1 0,1-1 0,1-1 0,29 34 0,-39-52 0,0 0 0,0-1 0,1 0 0,0 0 0,0-1 0,1 0 0,0 0 0,16 6 0,-23-11 0,1 1 0,0-1 0,-1 0 0,1 0 0,0 0 0,0-1 0,0 1 0,0-1 0,-1 0 0,1 0 0,0 0 0,0-1 0,0 1 0,0-1 0,0 0 0,-1 0 0,1-1 0,0 1 0,-1-1 0,1 1 0,-1-1 0,0 0 0,1 0 0,-1-1 0,0 1 0,0-1 0,3-4 0,0-1 0,0 0 0,0-1 0,-1 0 0,0 0 0,0 0 0,-1 0 0,-1-1 0,3-11 0,-1 3 0,-2-1 0,0 0 0,1-27 0,-4 45 0,0 0 0,-1 1 0,1-1 0,0 1 0,0-1 0,0 0 0,1 1 0,-1-1 0,0 0 0,0 1 0,0-1 0,0 0 0,1 1 0,-1-1 0,0 1 0,0-1 0,1 0 0,-1 1 0,1-1 0,-1 1 0,1 0 0,-1 0 0,1 0 0,-1 1 0,0-1 0,1 0 0,-1 0 0,0 1 0,1-1 0,-1 0 0,0 0 0,1 1 0,-1-1 0,0 0 0,0 1 0,1-1 0,-1 1 0,0-1 0,0 0 0,0 1 0,13 29 0,-13-29 0,0-1 0,4 14 0,1-1 0,0 0 0,1 0 0,1-1 0,0 0 0,15 21 0,-22-33-15,0 0-29,1 1 1,-1-1-1,0 0 0,0 1 1,0-1-1,1 0 1,-1 0-1,0 1 1,0-1-1,1 0 1,-1 0-1,0 0 1,0 1-1,1-1 1,-1 0-1,0 0 0,1 0 1,-1 0-1,0 0 1,1 1-1,-1-1 1,0 0-1,1 0 1,-1 0-1,0 0 1,1 0-1,-1 0 1,0 0-1,1 0 1,0-1-1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24575,'0'-5'0,"0"1"0,2 3 0,2 5 0,-1 4 0,0 4 0,-2-1-8191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24575,'33'48'0,"-2"2"0,31 68 0,33 112 0,-87-209 0,0-1 0,1-1 0,1 0 0,0 0 0,22 28 0,-31-46 0,0 1 0,0-1 0,1 0 0,-1 0 0,0 1 0,1-1 0,-1 0 0,1 0 0,-1 0 0,1-1 0,-1 1 0,1 0 0,0 0 0,-1-1 0,1 1 0,0-1 0,0 0 0,-1 1 0,1-1 0,0 0 0,0 0 0,0 0 0,2-1 0,-1 1 0,-1-1 0,1 0 0,-1 0 0,0 0 0,0-1 0,0 1 0,0-1 0,0 1 0,0-1 0,0 1 0,0-1 0,0 0 0,-1 0 0,1 0 0,-1 0 0,2-2 0,1-3 0,-1 1 0,0 0 0,0-1 0,0 0 0,-1 1 0,0-1 0,1-9 0,-2 14 0,-1 1 0,0-1 0,1 1 0,-1-1 0,0 0 0,0 1 0,0-1 0,-1 0 0,1 1 0,0-1 0,0 1 0,-1-1 0,1 1 0,-1-1 0,0 1 0,1-1 0,-1 1 0,0-1 0,0 1 0,0 0 0,0-1 0,0 1 0,0 0 0,0 0 0,0 0 0,-1 0 0,1 0 0,0 0 0,-1 0 0,1 0 0,0 0 0,-1 1 0,1-1 0,-1 1 0,0-1 0,1 1 0,-2-1 0,-13-1 0,0 1 0,0 1 0,-25 2 0,2-1 0,-49 7 116,-3 1-1597,78-9-5345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24575,'4'11'0,"1"0"0,1 0 0,-1 0 0,2 0 0,0-1 0,0 0 0,9 9 0,-13-16 0,-1-1 0,1 1 0,0-1 0,0 0 0,0 0 0,0 0 0,1 0 0,-1-1 0,1 1 0,-1-1 0,1 0 0,-1 0 0,1 0 0,-1 0 0,1-1 0,0 1 0,0-1 0,-1 0 0,6-1 0,-4 1 0,0-1 0,0 0 0,0-1 0,0 1 0,0-1 0,0 0 0,-1-1 0,1 1 0,-1-1 0,1 1 0,-1-1 0,0-1 0,5-4 0,11-8-1365,-10 10-5461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110 573 24575,'-5'-2'0,"0"0"0,0 0 0,0 0 0,0 0 0,0 1 0,0 0 0,0 0 0,0 1 0,-1-1 0,-7 1 0,11 0 0,0 1 0,0-1 0,0 1 0,0-1 0,0 1 0,0-1 0,0 1 0,0 0 0,0 0 0,1 0 0,-1 0 0,0 0 0,0 1 0,1-1 0,-1 1 0,1-1 0,0 1 0,-1-1 0,1 1 0,0-1 0,0 1 0,0 0 0,0 0 0,0 0 0,0 0 0,0 0 0,1 0 0,-1 0 0,0 3 0,1 0 0,-1 1 0,1 0 0,0 0 0,0-1 0,1 1 0,0 0 0,0-1 0,0 1 0,1-1 0,-1 1 0,1-1 0,1 0 0,-1 1 0,1-1 0,0 0 0,6 7 0,-3-3 0,1-1 0,0 0 0,0 0 0,1-1 0,0 0 0,1 0 0,-1-1 0,11 6 0,-16-11 0,-1 0 0,0 0 0,1 1 0,-1-1 0,1-1 0,-1 1 0,1 0 0,-1-1 0,1 1 0,-1-1 0,1 0 0,0 0 0,-1 0 0,1 0 0,0 0 0,-1 0 0,4-2 0,-4 1 0,1 0 0,-1 0 0,0 0 0,0-1 0,0 1 0,0-1 0,0 0 0,0 0 0,0 1 0,-1-1 0,1 0 0,-1 0 0,1-1 0,-1 1 0,0 0 0,0 0 0,0-1 0,1-2 0,1-4 0,0 0 0,-1 0 0,0 0 0,-1-1 0,1-14 0,-4-49 0,2 65 0,-9-88 0,-27-116 0,23 144 0,-34-147 0,47 215 0,0 0 0,0 0 0,0 0 0,0 0 0,0 0 0,0 0 0,0 0 0,0 0 0,0 0 0,-1 0 0,1 0 0,0 0 0,0 0 0,0 0 0,0 0 0,0 0 0,0 0 0,0 0 0,0 0 0,0 0 0,0 0 0,0 1 0,0-1 0,0 0 0,0 0 0,0 0 0,0 0 0,0 0 0,0 0 0,0 0 0,0 0 0,0 0 0,-1 0 0,1-1 0,0 1 0,0 0 0,0 0 0,0 0 0,0 0 0,-1 11 0,0 17 0,3 47 0,14 92 0,-8-118 0,3 0 0,30 89 0,-35-123 0,1 0 0,0-1 0,1 1 0,1-2 0,0 1 0,18 19 0,-18-24 0,0 0 0,1 0 0,-1-1 0,1-1 0,1 1 0,0-2 0,0 0 0,0 0 0,13 4 0,-20-8 0,0-1 0,0 0 0,0 0 0,0 0 0,1-1 0,-1 1 0,0-1 0,0 0 0,0 0 0,0-1 0,1 1 0,-1-1 0,0 0 0,0 0 0,4-2 0,-3 1 0,1-1 0,-1 0 0,0 0 0,0 0 0,-1-1 0,1 0 0,-1 0 0,1 0 0,5-8 0,-2 0 0,0 0 0,0 0 0,-1-1 0,-1 0 0,0 0 0,-1-1 0,7-27 0,-9 25 0,0-1 0,-1 1 0,0-19 0,-2 29 0,0 0 0,0-1 0,-1 1 0,0 0 0,0-1 0,-1 1 0,0 0 0,0 0 0,0 0 0,-1 0 0,-3-5 0,5 9 0,0 1 0,0-1 0,0 1 0,0 0 0,0-1 0,0 1 0,0 0 0,-1 0 0,1 0 0,0 0 0,-1 0 0,1 0 0,-1 1 0,1-1 0,-1 0 0,1 1 0,-1-1 0,0 1 0,-2-1 0,1 1 0,1 0 0,-1 0 0,1 1 0,-1-1 0,1 1 0,-1-1 0,1 1 0,-1 0 0,1 0 0,-1 0 0,-3 2 0,0 1 0,0 0 0,0 1 0,1 0 0,-1 0 0,1 0 0,0 0 0,0 1 0,-4 7 0,1 0 0,1 0 0,1 0 0,0 1 0,1 0 0,-3 17 0,5-23 0,2 1 0,-1-1 0,1 1 0,1 0 0,-1 0 0,1-1 0,1 1 0,0 0 0,0-1 0,3 10 0,-1-10 0,1 1 0,0-1 0,0 0 0,1 0 0,0-1 0,1 1 0,-1-1 0,1 0 0,1-1 0,-1 1 0,1-1 0,9 5 0,5 4 0,2 0 0,45 20 0,-44-25 0,43 13 0,-55-19 0,0-2 0,1 1 0,-1-2 0,1 0 0,19 0 0,-30-1-91,-1 0 0,1 0 0,-1-1 0,0 1 0,1 0 0,-1-1 0,1 1 0,-1-1 0,0 1 0,1-1 0,-1 0 0,0 0 0,0 1 0,2-3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4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1 24575,'1'0'0,"1"0"0,-1 0 0,0 0 0,0 0 0,1 0 0,-1 0 0,0 0 0,0 1 0,0-1 0,1 0 0,-1 1 0,0-1 0,0 1 0,0-1 0,0 1 0,0-1 0,0 1 0,0 0 0,0 0 0,0 0 0,0-1 0,0 1 0,0 0 0,-1 0 0,1 0 0,0 0 0,0 0 0,-1 0 0,1 0 0,-1 1 0,1-1 0,-1 0 0,0 0 0,1 0 0,-1 1 0,0-1 0,0 0 0,0 0 0,0 0 0,0 1 0,0-1 0,0 0 0,0 0 0,-1 1 0,1 0 0,-3 9 0,0-1 0,0 0 0,-1 1 0,-6 11 0,4-9 0,-33 84-178,4 3-1,-32 149 1,34-50 49,21-111 140,-36 133 0,42-202-326,-1-1 1,0 0-1,-15 25 1,9-22-5977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5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168 353 24575,'-14'122'0,"12"-196"0,-6-48 0,0 19 0,7 84 0,2 1 0,0-1 0,5-27 0,-5 42 0,1-1 0,-1 0 0,1 1 0,-1 0 0,1-1 0,0 1 0,1 0 0,-1 0 0,1 0 0,0 0 0,4-4 0,-5 6 0,0 0 0,0 0 0,1 1 0,-1-1 0,0 1 0,0-1 0,1 1 0,-1 0 0,1 0 0,0 0 0,-1 1 0,1-1 0,-1 1 0,1-1 0,0 1 0,-1 0 0,1 0 0,0 0 0,0 0 0,-1 0 0,5 1 0,5 3 0,-1 1 0,1-1 0,-1 2 0,0-1 0,0 2 0,0-1 0,-1 2 0,13 10 0,-17-12 0,0-1 0,0 1 0,-1 0 0,0 0 0,0 1 0,5 9 0,-9-14 0,0 0 0,0 0 0,0 0 0,0 0 0,0 0 0,-1 0 0,1 0 0,-1 0 0,0 0 0,1 0 0,-1 1 0,0-1 0,0 0 0,-1 0 0,1 0 0,0 0 0,-1 0 0,1 0 0,-1 1 0,0-1 0,0 0 0,1 0 0,-1-1 0,0 1 0,-1 0 0,1 0 0,0 0 0,-2 1 0,-3 2 0,0 0 0,0 0 0,0 0 0,-1-1 0,0 0 0,1 0 0,-2-1 0,1 0 0,0 0 0,0 0 0,-1-1 0,0-1 0,-9 2 0,-13 1 0,-62-1 0,73-4 0,-86 0-1365,78 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5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24575,'-12'58'0,"-6"82"0,16-104 0,1-1 0,2 1 0,9 56 0,-7-76 0,1 1 0,0-1 0,12 28 0,-15-43 0,-1 0 0,0 0 0,1 0 0,-1 0 0,1 0 0,0 0 0,-1 0 0,1 0 0,-1 0 0,1-1 0,0 1 0,0 0 0,0 0 0,-1-1 0,1 1 0,0-1 0,0 1 0,0-1 0,0 1 0,0-1 0,2 1 0,-2-1 0,0 0 0,0 0 0,-1 0 0,1 0 0,0-1 0,0 1 0,0 0 0,0-1 0,0 1 0,0-1 0,0 1 0,0-1 0,-1 1 0,1-1 0,0 1 0,0-1 0,-1 0 0,2-1 0,2-2 0,-1-1 0,0 0 0,0 0 0,0 0 0,0 0 0,2-10 0,10-45 0,-13 47 0,0-1 0,2 1 0,-1 1 0,2-1 0,11-23 0,-16 35 0,1 0 0,-1 1 0,1-1 0,-1 0 0,1 0 0,0 0 0,0 1 0,-1-1 0,1 0 0,0 1 0,0-1 0,0 1 0,0-1 0,0 1 0,0-1 0,0 1 0,0-1 0,0 1 0,0 0 0,0 0 0,0-1 0,0 1 0,0 0 0,0 0 0,0 0 0,0 0 0,0 0 0,0 1 0,0-1 0,0 0 0,0 0 0,0 1 0,0-1 0,0 1 0,0-1 0,0 0 0,0 1 0,1 0 0,4 3 0,0 1 0,0-1 0,-1 1 0,8 8 0,-8-8 0,177 201 0,-173-196-1365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6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8 24575,'-5'-1'0,"-14"-2"0,-30 0 0,44 3 0,0 0 0,0 0 0,0 1 0,-1 0 0,1 0 0,0 0 0,0 1 0,0-1 0,1 1 0,-9 5 0,11-5 0,0 0 0,0 0 0,0 0 0,0 0 0,0 0 0,1 0 0,-1 1 0,1-1 0,0 1 0,-1-1 0,1 1 0,0 0 0,1-1 0,-1 1 0,0 0 0,1 0 0,0-1 0,-1 1 0,1 0 0,0 0 0,0 0 0,1 3 0,0 2 0,0 0 0,1 0 0,-1 0 0,1-1 0,1 1 0,5 12 0,-5-15 0,0-1 0,0 1 0,0-1 0,1 0 0,-1 0 0,1 0 0,0 0 0,1 0 0,-1-1 0,0 0 0,8 4 0,-9-5 0,1 0 0,-1-1 0,1 1 0,-1-1 0,1 0 0,0 0 0,-1 0 0,1-1 0,0 1 0,0-1 0,0 0 0,0 0 0,-1 0 0,1 0 0,0-1 0,0 1 0,4-2 0,-6 1 0,1-1 0,-1 1 0,0 0 0,0 0 0,0-1 0,1 1 0,-2-1 0,1 0 0,0 0 0,0 1 0,0-1 0,-1 0 0,1 0 0,-1-1 0,0 1 0,0 0 0,1 0 0,0-5 0,1-4 0,0 1 0,-1 0 0,1-15 0,3-15 0,-6 40 0,0 0 0,0 0 0,0-1 0,0 1 0,0 0 0,0 0 0,0-1 0,0 1 0,0 0 0,0 0 0,1 0 0,-1-1 0,0 1 0,0 0 0,0 0 0,0 0 0,0-1 0,0 1 0,1 0 0,-1 0 0,0 0 0,0-1 0,0 1 0,1 0 0,-1 0 0,0 0 0,0 0 0,0 0 0,1 0 0,-1 0 0,0 0 0,0-1 0,1 1 0,-1 0 0,0 0 0,0 0 0,1 0 0,-1 0 0,0 0 0,0 0 0,1 0 0,8 10 0,4 18 0,-12-27 0,19 51-1365,-16-37-5461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351 122 24575,'-118'-72'0,"99"63"0,-1 0 0,1 1 0,-1 1 0,-30-7 0,47 13 0,-1 1 0,1-1 0,0 1 0,-1 0 0,1 0 0,-1 0 0,1 0 0,0 0 0,-1 1 0,1 0 0,0-1 0,-1 1 0,1 1 0,0-1 0,0 0 0,0 1 0,0 0 0,0-1 0,0 1 0,1 0 0,-1 0 0,-3 4 0,3-2 0,0 0 0,0 1 0,0-1 0,0 1 0,1-1 0,0 1 0,0 0 0,0 0 0,1 0 0,0 0 0,0 0 0,0 0 0,0 0 0,1 6 0,0 1 0,1 0 0,0 0 0,1 0 0,0-1 0,1 1 0,0-1 0,1 1 0,7 13 0,0-3 0,1 0 0,28 40 0,38 33 0,-78-95 0,1 0 0,-1 1 0,0-1 0,0 0 0,1 0 0,-1 1 0,0-1 0,0 0 0,1 1 0,-1-1 0,0 0 0,0 1 0,0-1 0,0 1 0,0-1 0,1 0 0,-1 1 0,0-1 0,0 1 0,0-1 0,0 0 0,0 1 0,0-1 0,0 1 0,0-1 0,-1 0 0,1 1 0,0 0 0,-1-1 0,1 0 0,-1 0 0,1 0 0,-1 0 0,1 1 0,-1-1 0,0 0 0,1 0 0,-1 0 0,1 0 0,-1 0 0,1 0 0,-1-1 0,1 1 0,-1 0 0,0 0 0,-30-11 0,27 9 0,-6-1 0,7 2 0,-1 0 0,0-1 0,1 1 0,-1-1 0,1 1 0,0-1 0,-1 0 0,1 0 0,0-1 0,0 1 0,-3-4 0,6 6 0,0 0 0,0 0 0,0 0 0,0 0 0,-1-1 0,1 1 0,0 0 0,0 0 0,0 0 0,0-1 0,0 1 0,0 0 0,0 0 0,0-1 0,0 1 0,0 0 0,0 0 0,0 0 0,0-1 0,0 1 0,0 0 0,0 0 0,0 0 0,0-1 0,0 1 0,0 0 0,0 0 0,0 0 0,1-1 0,-1 1 0,0 0 0,0 0 0,0 0 0,0-1 0,1 1 0,8-3 0,12 3 0,52 9 0,1-4 0,145-8 0,-196 1 0,35-9 0,-51 10 0,0-1 0,0-1 0,0 1 0,0-1 0,-1-1 0,1 1 0,-1-1 0,12-9 0,-16 11 0,0 1 0,0-1 0,-1 0 0,1 0 0,0-1 0,-1 1 0,0 0 0,0 0 0,1-1 0,-1 1 0,-1-1 0,1 1 0,0-1 0,0 1 0,-1-1 0,0 0 0,1 1 0,-1-1 0,0 1 0,0-1 0,-1 0 0,1 1 0,0-1 0,-1 1 0,0-1 0,1 1 0,-1-1 0,0 1 0,0-1 0,-1 1 0,-2-4 0,2 2 0,-1 0 0,0 0 0,0 0 0,0 0 0,-1 1 0,1 0 0,-1 0 0,0 0 0,0 0 0,0 0 0,0 1 0,0 0 0,-1 0 0,1 0 0,-1 0 0,-7-1 0,7 2 0,0 0 0,0 1 0,0-1 0,-1 1 0,1 1 0,0-1 0,0 1 0,0 0 0,0 0 0,0 0 0,0 1 0,0-1 0,-6 4 0,8-3 0,0 0 0,0 0 0,0 1 0,0-1 0,0 1 0,1-1 0,-1 1 0,1 0 0,-1 0 0,1 0 0,0 0 0,0 1 0,1-1 0,-1 0 0,1 1 0,0 0 0,-1-1 0,1 1 0,0 3 0,0 1 0,0-1 0,1 1 0,0-1 0,0 1 0,1-1 0,0 1 0,0-1 0,1 0 0,0 1 0,0-1 0,0 0 0,1 0 0,0 0 0,1-1 0,0 1 0,0-1 0,7 9 0,-2-4 0,1 0 0,0 0 0,1-2 0,0 1 0,1-1 0,0-1 0,0 0 0,15 7 0,-14-9-227,0-1-1,0 0 1,1-1-1,-1 0 1,25 3-1,-22-5-6598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7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11 24575,'-25'-4'0,"-38"-2"0,54 5 0,0 1 0,1 1 0,-1 0 0,1 0 0,-1 0 0,1 1 0,-1 1 0,-8 3 0,14-5 0,0 0 0,0 1 0,1 0 0,-1 0 0,0-1 0,1 1 0,0 1 0,-1-1 0,1 0 0,0 1 0,0-1 0,0 1 0,0-1 0,1 1 0,-3 5 0,2-4 0,1 1 0,-1 0 0,1 0 0,0 0 0,1 0 0,-1 0 0,1 1 0,0-1 0,0 5 0,2 0 0,-1 0 0,1 0 0,1-1 0,-1 1 0,2-1 0,-1 0 0,1 0 0,1 0 0,9 14 0,-4-9 0,1 0 0,1 0 0,0-2 0,0 1 0,2-2 0,-1 1 0,31 17 0,-42-28 0,0 1 0,0-1 0,0 0 0,0-1 0,1 1 0,-1 0 0,0-1 0,0 1 0,1-1 0,-1 0 0,0 1 0,1-1 0,-1 0 0,0-1 0,1 1 0,-1 0 0,0-1 0,1 1 0,3-2 0,-4 0 0,0 1 0,0 0 0,0-1 0,0 1 0,0-1 0,0 0 0,0 0 0,0 0 0,-1 0 0,1 0 0,-1 0 0,0 0 0,0 0 0,1-1 0,-1 1 0,0 0 0,-1-1 0,2-3 0,2-14-1365,-2-1-5461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8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24575,'-5'21'0,"1"0"0,1 1 0,1-1 0,1 1 0,2 24 0,-1-44 0,1 40 0,3 1 0,1 0 0,2-1 0,2 0 0,2-1 0,2 0 0,1-1 0,2 0 0,31 54 0,-43-87 0,0 0 0,1 0 0,0-1 0,11 12 0,-14-17 0,-1 0 0,0 0 0,1 0 0,-1 0 0,1 0 0,-1 0 0,1 0 0,-1-1 0,1 1 0,0 0 0,-1-1 0,4 1 0,-3-1 0,-1 0 0,0 0 0,0 0 0,0-1 0,0 1 0,0 0 0,0-1 0,0 1 0,0 0 0,0-1 0,0 0 0,0 1 0,0-1 0,0 1 0,0-1 0,0 0 0,-1 0 0,1 1 0,0-1 0,0 0 0,-1 0 0,2-1 0,3-9 0,1 1 0,-2-1 0,1 0 0,-1 0 0,4-22 0,-4 16 0,11-29 0,-14 44 0,3-8 0,1 0 0,0 0 0,0 1 0,1 0 0,7-9 0,-12 16 0,1 0 0,0 0 0,0 0 0,0 1 0,0-1 0,0 1 0,0-1 0,0 1 0,1 0 0,-1-1 0,0 1 0,1 1 0,-1-1 0,1 0 0,-1 1 0,1-1 0,0 1 0,-1-1 0,1 1 0,-1 0 0,1 0 0,0 1 0,-1-1 0,1 0 0,-1 1 0,5 1 0,-3 0 0,1 0 0,0 0 0,-1 0 0,0 1 0,0 0 0,0 0 0,0 0 0,0 0 0,6 7 0,3 5 0,12 20 0,-3-6 0,7 14 64,-22-31-422,1 0 1,0-1 0,11 12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9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243 176 24575,'-18'-25'0,"-38"-50"0,46 63 0,0 1 0,-1 0 0,-24-17 0,33 26 0,0 0 0,0 1 0,0 0 0,0 0 0,0-1 0,-1 1 0,1 1 0,-1-1 0,1 0 0,-1 0 0,1 1 0,-1 0 0,1-1 0,-1 1 0,1 0 0,-6 1 0,6-1 0,0 1 0,0 0 0,0 0 0,-1 0 0,1 0 0,0 0 0,0 1 0,0-1 0,1 1 0,-1-1 0,0 1 0,0-1 0,1 1 0,-1 0 0,1 0 0,0 0 0,-1 0 0,0 2 0,-2 4 0,1 0 0,0 0 0,0 0 0,1 0 0,0 0 0,0 1 0,0-1 0,2 1 0,-1-1 0,1 1 0,0-1 0,0 1 0,1-1 0,1 1 0,3 15 0,-1-11 0,1 1 0,1-1 0,-1-1 0,2 1 0,0-1 0,0 0 0,1 0 0,19 20 0,-25-30 0,0 0 0,0 1 0,0-1 0,0 0 0,1-1 0,-1 1 0,0 0 0,1-1 0,0 1 0,-1-1 0,1 0 0,0 0 0,-1 0 0,1 0 0,0 0 0,0-1 0,0 1 0,0-1 0,0 0 0,0 1 0,0-2 0,0 1 0,0 0 0,0 0 0,0-1 0,-1 0 0,1 0 0,0 0 0,0 0 0,0 0 0,-1 0 0,1-1 0,-1 1 0,1-1 0,-1 1 0,0-1 0,1 0 0,-1 0 0,3-4 0,4-5 0,0 0 0,-1 0 0,0-1 0,-1 0 0,0 0 0,-1 0 0,7-22 0,-4 4 0,0 0 0,4-39 0,-13 65 0,1-1 0,0 1 0,0 0 0,3-6 0,-4 9 0,1 1 0,-1-1 0,0 1 0,0-1 0,1 1 0,-1 0 0,0-1 0,0 1 0,1 0 0,-1-1 0,0 1 0,1 0 0,-1-1 0,1 1 0,-1 0 0,0 0 0,1 0 0,-1-1 0,1 1 0,0 0 0,0 0 0,-1 0 0,1 0 0,-1 0 0,1 1 0,0-1 0,-1 0 0,1 0 0,-1 1 0,1-1 0,-1 0 0,1 1 0,-1-1 0,1 0 0,-1 1 0,1-1 0,-1 1 0,1-1 0,-1 1 0,0-1 0,1 2 0,4 5 0,-1 1 0,1-1 0,5 17 0,6 12 0,-6-18 0,1 0 0,1 0 0,1-1 0,0-1 0,19 19 0,-31-34 0,0 0 0,0 0 0,0 0 0,1 0 0,-1 0 0,0-1 0,0 1 0,1 0 0,-1-1 0,1 1 0,-1 0 0,0-1 0,1 0 0,-1 1 0,1-1 0,-1 0 0,1 0 0,-1 0 0,1 0 0,-1 0 0,1 0 0,-1 0 0,1 0 0,-1-1 0,1 1 0,-1 0 0,0-1 0,3-1 0,-2 1 0,0-1 0,0 1 0,0-1 0,0 0 0,-1 0 0,1 0 0,-1 0 0,1-1 0,-1 1 0,0 0 0,0-1 0,0 1 0,0 0 0,0-1 0,0 1 0,0-4 0,19-119 0,-20 121 0,1-1 0,0 1 0,0 0 0,0 0 0,0 0 0,3-5 0,-4 8 0,1 1 0,-1-1 0,0 0 0,1 1 0,-1-1 0,0 1 0,1-1 0,-1 1 0,1 0 0,-1-1 0,1 1 0,-1-1 0,1 1 0,0 0 0,-1-1 0,1 1 0,-1 0 0,1 0 0,0-1 0,0 1 0,0 0 0,0 0 0,0 1 0,0-1 0,-1 0 0,1 0 0,0 0 0,0 1 0,0-1 0,0 1 0,-1-1 0,1 0 0,0 1 0,-1-1 0,1 1 0,0 0 0,-1-1 0,2 2 0,9 10 0,13 19 0,-15-20 0,0 1 0,14 13 0,-19-22 0,-1 0 0,1 0 0,0 0 0,0 0 0,1-1 0,-1 0 0,0 0 0,1 0 0,0 0 0,-1-1 0,6 2 0,8-1-5,-1-1-1,0 0 1,20-3-1,-4 1-1337,-20 1-5483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10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279 140 24575,'-19'-17'0,"-58"-50"0,66 58 0,-1 1 0,0 0 0,-1 1 0,-24-11 0,35 17 0,-1 0 0,1 0 0,-1 1 0,0-1 0,1 0 0,-1 1 0,0 0 0,0 0 0,1 0 0,-1 0 0,0 0 0,0 0 0,1 1 0,-1-1 0,0 1 0,1 0 0,-1 0 0,1 0 0,-1 0 0,1 0 0,-1 0 0,1 1 0,-3 2 0,2-2 0,0 1 0,0 0 0,1 1 0,0-1 0,-1 0 0,1 1 0,0-1 0,1 1 0,-1 0 0,1 0 0,-1-1 0,1 1 0,0 0 0,1 0 0,-1 5 0,-1 5 0,1 0 0,1 0 0,0 0 0,1 1 0,5 22 0,-5-32 0,0-1 0,0 1 0,1 0 0,-1-1 0,1 1 0,0-1 0,1 1 0,-1-1 0,1 0 0,0 0 0,0 0 0,0 0 0,0 0 0,1-1 0,-1 0 0,1 1 0,0-2 0,0 1 0,8 4 0,-11-6 0,1-1 0,0 1 0,0-1 0,-1 0 0,1 1 0,0-1 0,0 0 0,0 0 0,-1 0 0,1 0 0,0-1 0,0 1 0,0 0 0,-1-1 0,1 1 0,0-1 0,0 0 0,-1 0 0,1 1 0,-1-1 0,1 0 0,0 0 0,1-3 0,5-2 0,-1-1 0,0 0 0,8-11 0,0 0 0,-12 14 0,0 1 0,1 0 0,-1 0 0,1 0 0,0 0 0,0 0 0,6-2 0,-9 5 0,0-1 0,0 1 0,0-1 0,1 1 0,-1 0 0,0 0 0,1 0 0,-1-1 0,0 1 0,0 0 0,1 1 0,-1-1 0,0 0 0,0 0 0,1 0 0,-1 1 0,0-1 0,0 1 0,0-1 0,1 1 0,-1-1 0,0 1 0,0 0 0,0-1 0,0 1 0,0 0 0,0 0 0,0 0 0,-1 0 0,1 0 0,1 2 0,2 3 0,-1 0 0,0 0 0,0 0 0,0 0 0,-1 1 0,0-1 0,0 1 0,-1-1 0,1 8 0,2 65 0,-4-63 0,0-2 0,1 11 0,-1 0 0,-1 0 0,-8 41 0,7-59 0,0 0 0,0 0 0,-1 0 0,0 0 0,0 0 0,-1-1 0,-5 8 0,7-10 0,-2 0 0,1-1 0,0 1 0,-1-1 0,0 0 0,0 0 0,0 0 0,0 0 0,0-1 0,-1 0 0,1 0 0,-5 2 0,3-2 0,-1-1 0,1 0 0,0 0 0,-1 0 0,1-1 0,-1 0 0,1 0 0,-1 0 0,1-1 0,0 0 0,-1 0 0,-10-4 0,12 3 0,0 0 0,1 0 0,-1 0 0,1 0 0,0-1 0,0 1 0,0-1 0,0 0 0,0 0 0,0-1 0,1 1 0,-1-1 0,1 0 0,0 0 0,1 0 0,-1 0 0,-2-6 0,2 2 0,1-1 0,1 0 0,-1 1 0,2-1 0,-1 0 0,1 0 0,0 0 0,1 0 0,0 1 0,1-1 0,-1 0 0,7-15 0,-4 15 0,0-1 0,1 1 0,1 1 0,-1-1 0,2 1 0,-1 0 0,1 0 0,0 0 0,9-7 0,0 2 0,0 1 0,1 1 0,31-17 0,-28 18 0,1 2 0,0 1 0,0 0 0,43-6 0,89-3 0,-145 16 0,1-1 0,0 0 0,1-1 0,-1 0 0,0 0 0,0-1 0,0 0 0,-1-1 0,1 0 0,9-6 0,-16 9 0,1 0 0,-1-1 0,0 0 0,0 1 0,0-1 0,0 0 0,0 0 0,-1 0 0,1 0 0,0 0 0,-1-1 0,1 1 0,-1-1 0,0 1 0,0-1 0,0 1 0,0-1 0,-1 1 0,1-1 0,-1 0 0,1 1 0,-1-1 0,0 0 0,0 1 0,0-1 0,0 0 0,-1 1 0,1-1 0,-1 0 0,1 1 0,-1-1 0,0 0 0,0 1 0,0-1 0,-3-3 0,2 2 0,0 1 0,0 0 0,-1 0 0,1 0 0,-1 0 0,0 0 0,0 1 0,0-1 0,0 1 0,0-1 0,-5-2 0,7 5 0,0-1 0,0 1 0,-1-1 0,1 1 0,0 0 0,0-1 0,0 1 0,0 0 0,-1 0 0,1 0 0,0 0 0,0 0 0,-1 0 0,1 0 0,0 0 0,0 0 0,0 1 0,0-1 0,-1 0 0,1 1 0,0-1 0,0 1 0,0-1 0,0 1 0,0 0 0,0-1 0,0 1 0,0 0 0,0 0 0,0 0 0,1 0 0,-1-1 0,0 1 0,0 0 0,1 0 0,-1 1 0,1-1 0,-1 0 0,1 0 0,-1 0 0,1 1 0,-3 6 0,1-1 0,1 0 0,-1 1 0,1-1 0,1 0 0,-1 1 0,1 0 0,1-1 0,-1 1 0,1-1 0,0 0 0,1 1 0,4 13 0,5 7 0,0-1 0,17 29 0,-27-54 0,18 33 0,2-1 0,28 36 0,-47-67-114,0 0 1,0-1-1,1 1 0,-1-1 0,1 0 1,-1 0-1,1 0 0,0 0 0,0 0 1,0 0-1,6 1 0,3 1-6712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10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111 387 24575,'-7'0'0,"0"0"0,0 0 0,0 1 0,0 0 0,0 0 0,1 1 0,-1 0 0,-11 5 0,15-6 0,1 1 0,-1-1 0,1 1 0,0 0 0,-1 0 0,1 0 0,0 0 0,0 0 0,0 0 0,0 1 0,1-1 0,-1 1 0,1-1 0,-1 1 0,1 0 0,0-1 0,0 1 0,0 0 0,0 0 0,1 0 0,-1-1 0,1 1 0,0 4 0,-1 5 0,1-1 0,1 1 0,0 0 0,1-1 0,3 13 0,-4-17 0,1-1 0,1 1 0,-1 0 0,1-1 0,1 0 0,-1 1 0,1-1 0,0-1 0,8 10 0,-11-14 0,0 0 0,0 1 0,0-1 0,0 0 0,1 0 0,-1 0 0,0 0 0,1 0 0,-1 0 0,1-1 0,-1 1 0,1 0 0,-1-1 0,1 1 0,-1-1 0,1 0 0,0 1 0,-1-1 0,1 0 0,0 0 0,-1 0 0,1 0 0,0 0 0,-1 0 0,1-1 0,-1 1 0,1 0 0,1-2 0,0 1 0,-1 0 0,0-1 0,0 0 0,0 1 0,0-1 0,0 0 0,0 0 0,0 0 0,-1-1 0,1 1 0,-1 0 0,1 0 0,-1-1 0,0 1 0,0-1 0,1-3 0,4-15 0,0-1 0,-2-1 0,-1 1 0,1-27 0,-5-93 0,1 123 0,-5-38 0,-3 0 0,-19-75 0,23 113 0,-3-3 0,7 22 0,-1 0 0,1 0 0,0-1 0,0 1 0,0 0 0,0 0 0,0 0 0,0 0 0,0-1 0,0 1 0,-1 0 0,1 0 0,0 0 0,0 0 0,0-1 0,0 1 0,-1 0 0,1 0 0,0 0 0,0 0 0,0 0 0,-1 0 0,1 0 0,0-1 0,0 1 0,0 0 0,-1 0 0,1 0 0,-4 11 0,0 28 0,3 0 0,1 1 0,9 66 0,6-1-682,36 129-1,-43-205-6143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4:56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29 103 24575,'-14'-46'0,"10"35"0,0 0 0,-3-20 0,8 28 0,2 8 0,2 10 0,-2 12 0,-1-1 0,-1 37 0,0 24 0,11 66 0,10 89 0,27 109 0,-44-294 0,-2 1 0,-5 78 0,-4-87 0,5-43 0,0-1 0,0 0 0,-1 1 0,0-1 0,0 0 0,-4 8 0,6-13-2,0 0 1,0 1-1,-1-1 0,1 0 0,0 0 0,0 0 0,0 0 1,0 1-1,0-1 0,0 0 0,-1 0 0,1 0 0,0 0 1,0 0-1,0 0 0,0 0 0,-1 1 0,1-1 1,0 0-1,0 0 0,0 0 0,-1 0 0,1 0 0,0 0 1,0 0-1,0 0 0,0 0 0,-1 0 0,1 0 0,0 0 1,0 0-1,0 0 0,-1 0 0,1 0 0,0 0 0,0-1 1,-6-5 169,-1-11-1634,4 5-5360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4:5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2209 58 24575,'0'0'0,"0"-1"0,-1 1 0,1 0 0,-1-1 0,1 1 0,-1 0 0,1 0 0,0-1 0,-1 1 0,1 0 0,-1 0 0,1 0 0,-1-1 0,1 1 0,-1 0 0,0 0 0,1 0 0,-1 0 0,1 0 0,-1 0 0,1 0 0,-1 0 0,1 0 0,-1 0 0,0 1 0,-15 1 0,-15 4 0,11-2 0,1-1 0,-25 1 0,-304-5 0,239-6 0,-41-1 0,110 7 0,-206-7 0,97 0 0,10 1 0,-211-1 0,218 10 0,-116-2 0,235-1 0,0-1 0,0 1 0,1-2 0,-25-8 0,13 4 0,21 6-124,0 1 0,1-1 0,-1 1 0,0 0 0,1 0 0,-1 0-1,0 0 1,0 0 0,1 1 0,-5 0 0,-2 2-6702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4:58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24575,'1'-1'0,"-1"-1"0,1 1 0,0 0 0,0 0 0,0 0 0,0 0 0,0 0 0,0 0 0,0 0 0,0 0 0,0 0 0,1 0 0,-1 0 0,2 0 0,-2 1 0,0 0 0,0 0 0,-1 0 0,1 1 0,0-1 0,-1 0 0,1 1 0,0-1 0,-1 0 0,1 1 0,0-1 0,-1 1 0,1-1 0,-1 1 0,1-1 0,0 1 0,-1-1 0,0 1 0,1 0 0,-1-1 0,1 1 0,-1-1 0,0 1 0,1 0 0,-1 0 0,0-1 0,0 1 0,1 1 0,4 15 0,0 1 0,-1-1 0,-1 1 0,1 21 0,-2-19 0,26 195 0,5 37 0,-15 21 0,-17-193 0,-14 113 0,-29 132 0,27-237-1365,12-75-5461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4:59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2585 138 24575,'-37'0'0,"-535"-9"0,-313-54-746,683 41 731,-274-20-38,448 41 256,1 1 1,-1 2 0,-30 5-1,-49 9-203,90-13-195,-1 0 0,0-1 0,0-1 0,0-1 0,0-1 0,-26-4 0,31 2-6631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24575,'0'0'0,"0"-1"0,1 1 0,-1 0 0,0 0 0,0 0 0,0 0 0,0 0 0,1-1 0,-1 1 0,0 0 0,0 0 0,0 0 0,0 0 0,1 0 0,-1 0 0,0 0 0,0 0 0,1 0 0,-1 0 0,0 0 0,0 0 0,0 0 0,1 0 0,-1 0 0,0 0 0,0 0 0,0 0 0,1 0 0,-1 0 0,0 0 0,0 0 0,0 0 0,1 0 0,4 8 0,0 15 0,-4-17 0,57 201 0,-38-144 0,-1-2 0,-6-23 0,9 46 0,-21-83 0,-1-1 0,0 0 0,0 1 0,0-1 0,0 0 0,1 1 0,-1-1 0,0 1 0,0-1 0,0 0 0,0 1 0,0-1 0,0 1 0,0-1 0,0 1 0,0-1 0,0 0 0,-1 1 0,1-1 0,0 1 0,0-1 0,0 0 0,0 1 0,-1-1 0,1 0 0,0 1 0,-1-1 0,-7-6 0,-9-18 0,-19-39-1365,25 45-5461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0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653 16 24575,'0'0'0,"-1"-1"0,1 1 0,0-1 0,0 1 0,0-1 0,0 1 0,-1-1 0,1 1 0,0 0 0,0-1 0,-1 1 0,1-1 0,0 1 0,-1 0 0,1-1 0,0 1 0,-1 0 0,1-1 0,-1 1 0,1 0 0,0 0 0,-1-1 0,1 1 0,-1 0 0,1 0 0,-1 0 0,1 0 0,-1 0 0,1 0 0,-1-1 0,1 1 0,-1 0 0,1 0 0,-1 1 0,1-1 0,-1 0 0,0 0 0,-24 4 0,18-3 0,-96 10 0,68-7 0,0-2 0,-64-3 0,-69-21 0,139 19-100,1 1-1,-40 1 1,40 2-964,15-1-5762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1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57 24575,'-21'-13'0,"-21"-11"0,36 21 0,-1 0 0,0 0 0,0 0 0,-1 1 0,1 0 0,0 1 0,-12-1 0,17 1 0,1 1 0,-1 0 0,1 0 0,-1 0 0,0 1 0,1-1 0,-1 0 0,1 1 0,-1-1 0,1 1 0,-1-1 0,1 1 0,-1 0 0,1-1 0,0 1 0,-1 0 0,1 0 0,0 0 0,0 0 0,0 0 0,-1 2 0,0-1 0,1 0 0,0 0 0,0 0 0,0 0 0,0 0 0,1 1 0,-1-1 0,1 0 0,-1 1 0,1-1 0,0 0 0,0 5 0,0-1 0,1 0 0,-1 0 0,2 0 0,-1 0 0,1 0 0,-1 0 0,2 0 0,-1-1 0,1 1 0,4 6 0,4 2 0,24 24 0,-22-26 0,20 27 0,-32-38 0,0 0 0,0 1 0,0-1 0,0 0 0,0 0 0,-1 1 0,1-1 0,0 0 0,-1 1 0,1-1 0,-1 0 0,0 1 0,1-1 0,-1 1 0,0-1 0,0 1 0,0-1 0,0 1 0,0-1 0,0 1 0,-1-1 0,1 1 0,0-1 0,-1 0 0,1 1 0,-1-1 0,1 1 0,-1-1 0,0 0 0,1 0 0,-1 1 0,0-1 0,0 0 0,0 0 0,0 0 0,0 0 0,0 0 0,0 0 0,-1 0 0,0 0 0,-7 4 0,0 0 0,0-1 0,0 0 0,-19 6 0,11-5 0,13-4 0,0 1 0,0-1 0,0 1 0,1 0 0,-1 0 0,1 0 0,-1 1 0,1-1 0,-5 5 0,7-5 0,0-1 0,0 1 0,0-1 0,0 1 0,0-1 0,1 1 0,-1 0 0,0-1 0,1 1 0,0 0 0,-1 0 0,1-1 0,0 1 0,0 0 0,0 0 0,0-1 0,0 1 0,0 0 0,1 0 0,-1-1 0,0 1 0,1 0 0,0 0 0,1 2 0,7 16 0,18 29 0,-17-34 0,-2 0 0,13 30 0,-19-39 0,-1 0 0,1 1 0,-1-1 0,0 0 0,0 1 0,-1-1 0,1 1 0,-2 0 0,1-1 0,-1 0 0,-2 10 0,-4 10 0,-11 24 0,-7 26 0,24-73 7,0 1 0,1-1 0,0 0 0,0 1 0,0-1 1,0 0-1,0 1 0,1-1 0,0 0 0,-1 1 0,1-1 0,0 0 0,1 0 0,-1 0 0,0 0 0,4 5 0,-2-4-142,0 0 0,0 0 0,0-1 0,1 1 0,-1-1 0,1 0 0,0 0 0,0 0 0,0 0 0,9 4 0,-2-3-6691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62 24575,'-1'-2'0,"1"1"0,-1 0 0,1-1 0,0 1 0,-1-1 0,1 1 0,0-1 0,0 0 0,0 1 0,0-1 0,0 1 0,1-1 0,-1 1 0,0-1 0,1 1 0,-1 0 0,1-1 0,-1 1 0,1-1 0,2-1 0,-2 1 0,1 0 0,0 0 0,0 0 0,0 0 0,0 1 0,0-1 0,1 1 0,-1-1 0,0 1 0,1 0 0,2-1 0,2 0 0,-1 0 0,1 1 0,0-1 0,0 2 0,-1-1 0,1 1 0,0 0 0,13 1 0,-4 3 0,0 0 0,0 0 0,-1 2 0,0 0 0,27 15 0,-40-20 0,0 0 0,0 0 0,0 0 0,-1 1 0,1-1 0,0 0 0,-1 1 0,1-1 0,-1 1 0,0 0 0,1-1 0,-1 1 0,0 0 0,0 0 0,0 0 0,0 0 0,0 0 0,-1 0 0,1 0 0,-1 0 0,1 0 0,-1 0 0,0 1 0,0-1 0,0 0 0,0 0 0,0 0 0,0 3 0,-3 4 0,0-1 0,0 0 0,0 0 0,-1 0 0,-9 14 0,8-14 0,0 0 0,1 0 0,0 0 0,-3 11 0,6-11 0,0 0 0,0-1 0,0 1 0,1 0 0,0 0 0,1 0 0,0 0 0,0 0 0,1 0 0,3 10 0,-4-16 0,-1 0 0,0 0 0,1 0 0,-1 1 0,0-1 0,0 0 0,0 0 0,0 0 0,0 0 0,0 0 0,-1 0 0,1 0 0,-1 0 0,0 0 0,-1 4 0,0-2 0,-1 0 0,0 0 0,0 0 0,0-1 0,-5 4 0,-9 12 0,16-17 0,0 0 0,-1 0 0,1 1 0,0-1 0,0 0 0,1 0 0,-1 1 0,0-1 0,1 0 0,0 1 0,-1-1 0,1 1 0,0-1 0,0 1 0,0-1 0,0 0 0,1 1 0,-1-1 0,1 1 0,-1-1 0,1 0 0,0 0 0,0 1 0,2 2 0,3 6 0,1 1 0,0-1 0,13 14 0,-5-5 0,0 1 0,20 37 0,-32-51 0,1 0 0,-1 1 0,0-1 0,-1 1 0,0 0 0,0 0 0,-1 0 0,0 0 0,0 11 0,-1-16 5,0 0 0,0-1-1,-1 1 1,1-1 0,-1 1-1,0 0 1,0-1 0,0 1 0,0-1-1,0 0 1,0 1 0,-1-1-1,1 0 1,-1 0 0,0 0 0,0 0-1,1 0 1,-4 3 0,-2-1-157,0 0 0,0 0 0,0 0 1,-13 4-1,9-3-544,-1 0-6130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4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1586 27 24575,'4'-1'0,"140"-25"0,-132 26 0,-17 3 0,-20 4 0,-199-3 0,129-6 0,-1253 2 0,1300-6-1365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4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484 202 24575,'-400'-192'0,"378"182"0,22 10 0,0 0 0,0 0 0,0 1 0,0-1 0,0 0 0,0 0 0,0 0 0,0 0 0,0 0 0,0 0 0,0 0 0,0 0 0,0 0 0,0 0 0,0 0 0,0 0 0,0 0 0,0 0 0,0 0 0,0 0 0,0 0 0,-1 0 0,1 0 0,0 0 0,0 0 0,0 0 0,0 0 0,0 0 0,0 0 0,0 0 0,0 0 0,0 0 0,0 0 0,0 0 0,0 0 0,0 0 0,0 0 0,0 0 0,0 0 0,11 8 0,70 37 0,-42-24 0,28 12 0,-36-18 0,1 2 0,-2 1 0,35 27 0,-63-45 0,-1 1 0,0 0 0,0 0 0,0 0 0,0 0 0,-1 0 0,1 0 0,0 0 0,0 0 0,0 0 0,-1 0 0,1 1 0,-1-1 0,1 0 0,-1 0 0,1 1 0,-1-1 0,0 3 0,0-3 0,0 0 0,0-1 0,-1 1 0,1 0 0,-1 0 0,1 0 0,-1 0 0,1 0 0,-1-1 0,1 1 0,-1 0 0,0 0 0,1-1 0,-1 1 0,0 0 0,0-1 0,0 1 0,1-1 0,-1 1 0,0-1 0,0 1 0,0-1 0,0 0 0,0 0 0,0 1 0,-1-1 0,-16 3 0,1 0 0,0-1 0,0-1 0,-1-1 0,-24-3 0,30 2 0,-76-6 0,-39-2 0,98 9-1365,2 0-5461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6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86 24575,'0'0'0,"0"0"0,0 0 0,0-1 0,-1 1 0,1 0 0,0 0 0,0 0 0,0 0 0,0-1 0,-1 1 0,1 0 0,0 0 0,0 0 0,0-1 0,0 1 0,0 0 0,0 0 0,0 0 0,0-1 0,0 1 0,0 0 0,0 0 0,0-1 0,0 1 0,0 0 0,0 0 0,0-1 0,0 1 0,0 0 0,0 0 0,0 0 0,0-1 0,0 1 0,0 0 0,1 0 0,7-5 0,14 2 0,-22 3 0,169-1 0,-86 2 0,18 7 0,-54-2 0,110 13 0,63 6 0,14-13 0,210-5 0,-273-8 0,130 1 0,-281 1 0,34 6 0,-35-4 0,32 2 0,-39-5 0,15-1 0,-27 1 0,1 0 0,-1 0 0,0 0 0,0 0 0,0 0 0,0-1 0,1 1 0,-1 0 0,0 0 0,0 0 0,0 0 0,0 0 0,0 0 0,1-1 0,-1 1 0,0 0 0,0 0 0,0 0 0,0 0 0,0-1 0,0 1 0,0 0 0,0 0 0,0 0 0,0 0 0,0-1 0,0 1 0,0 0 0,0 0 0,0 0 0,0-1 0,0 1 0,0 0 0,0 0 0,0 0 0,0-1 0,0 1 0,0 0 0,0 0 0,0 0 0,0 0 0,0-1 0,0 1 0,-1 0 0,1 0 0,0 0 0,0 0 0,0 0 0,0 0 0,0-1 0,-1 1 0,-7-9 0,7 8 0,-16-15 0,-27-18 0,13 10 0,-62-46 0,181 150 0,-28-24 0,-59-56 0,0 1 0,0 0 0,0 0 0,1 0 0,-1 1 0,0-1 0,-1 0 0,1 0 0,0 0 0,0 1 0,0-1 0,-1 0 0,1 1 0,-1-1 0,1 1 0,-1-1 0,1 1 0,-1 1 0,0-2 0,-1 0 0,1 0 0,-1 0 0,1 0 0,-1 0 0,1 0 0,-1-1 0,1 1 0,-1 0 0,0 0 0,0 0 0,1-1 0,-1 1 0,0 0 0,0-1 0,0 1 0,0-1 0,0 1 0,0-1 0,0 0 0,0 1 0,0-1 0,0 0 0,0 0 0,0 1 0,0-1 0,-1 0 0,-35 6-455,-1-1 0,-67-1 0,81-4-6371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7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24575,'4'1'0,"-1"0"0,1 0 0,-1 1 0,0-1 0,1 1 0,-1 0 0,0-1 0,0 2 0,0-1 0,3 4 0,6 2 0,107 81 0,-40-27 0,99 72 0,-167-125 0,-8-6 0,0 0 0,1-1 0,-1 1 0,7 3 0,-9-6 0,-1 0 0,0 0 0,0 0 0,0 0 0,0 0 0,0 0 0,0 0 0,0 0 0,0 0 0,0 0 0,0 0 0,0 0 0,0 0 0,0 0 0,0 0 0,0 0 0,1 0 0,-1 0 0,0 0 0,0 0 0,0 0 0,0 0 0,0 0 0,0 0 0,0 0 0,0 0 0,0 0 0,0 0 0,0 0 0,0 0 0,1 0 0,-1 0 0,0 0 0,0 0 0,0 0 0,0 0 0,0 0 0,0 0 0,0 0 0,0 0 0,0 0 0,0 0 0,0 0 0,0 0 0,0 0 0,0 0 0,0 0 0,0-1 0,0 1 0,1 0 0,-1 0 0,0 0 0,0 0 0,0 0 0,0 0 0,0 0 0,0 0 0,0 0 0,-3-7 0,-5-6 0,-1 0-1365,2 1-5461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7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24575,'-1'0'0,"-1"0"0,1 1 0,0-1 0,0 1 0,-1-1 0,1 1 0,0 0 0,0-1 0,0 1 0,0 0 0,0 0 0,0 0 0,0 0 0,0 0 0,0 0 0,0 0 0,0 0 0,1 0 0,-1 0 0,0 1 0,-12 26 0,-11 44 0,-9 22 0,31-90-97,0 0-1,0 1 1,-1-1-1,1 0 1,-1-1-1,0 1 1,0 0-1,-1-1 1,1 0-1,-1 0 1,0 0-1,1 0 0,-6 2 1,-2 1-6729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8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19 24575,'-19'-5'0,"-1"1"0,0 0 0,0 2 0,0 0 0,-1 1 0,1 1 0,-23 3 0,42-3 0,-1 0 0,1 0 0,-1 0 0,1 1 0,0-1 0,0 0 0,-1 1 0,1-1 0,0 1 0,0-1 0,-1 1 0,1 0 0,0-1 0,0 1 0,0 0 0,0 0 0,0 0 0,0 0 0,0 0 0,0 0 0,0 0 0,1 0 0,-2 1 0,2 1 0,-1-1 0,0 0 0,1 0 0,0 0 0,-1 0 0,1 0 0,0 1 0,0-1 0,0 0 0,1 0 0,-1 0 0,1 5 0,2 2 0,1 0 0,-1 0 0,1 0 0,1-1 0,6 11 0,12 17 0,-1 2 0,-2 0 0,-2 1 0,-2 1 0,-1 0 0,14 65 0,-21-74 0,9 54 0,-16-80 0,-1 0 0,1-1 0,1 1 0,-1-1 0,0 1 0,1-1 0,0 0 0,0 1 0,1-1 0,-1 0 0,1 0 0,3 3 0,-3-4 0,0 0 0,0 0 0,1-1 0,-1 0 0,1 1 0,-1-1 0,1 0 0,0-1 0,0 1 0,0-1 0,0 0 0,0 0 0,6 1 0,13 1 0,0-2 0,0 0 0,38-4 0,-53 2 30,0 0 0,-1-1 0,12-3 0,-17 4-117,0 1-1,0-1 1,0 0 0,0 0-1,0 0 1,-1 0 0,1-1-1,0 1 1,0 0-1,-1-1 1,1 1 0,-1-1-1,1 1 1,-1-1 0,1 0-1,0-3 1,2-4-6739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9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24575,'1'0'0,"-1"1"0,1-1 0,0 0 0,-1 1 0,1-1 0,0 1 0,-1-1 0,1 1 0,-1-1 0,1 1 0,-1-1 0,1 1 0,-1-1 0,1 1 0,-1 0 0,1-1 0,-1 1 0,0 0 0,1 1 0,7 18 0,-6-14 0,4 9 0,1-1 0,0 0 0,1 0 0,0 0 0,15 17 0,-17-24 0,0 0 0,1 0 0,0-1 0,1 1 0,-1-1 0,1-1 0,0 0 0,0 0 0,1 0 0,11 4 0,-18-9 0,0 1 0,0 0 0,0 0 0,0-1 0,0 1 0,0-1 0,0 0 0,1 0 0,-1 0 0,0 0 0,0 0 0,0 0 0,0 0 0,1-1 0,-1 1 0,0-1 0,0 0 0,0 1 0,0-1 0,0 0 0,0 0 0,0 0 0,2-2 0,-1 0 0,-1 0 0,1-1 0,-1 1 0,1 0 0,-1-1 0,0 0 0,0 1 0,-1-1 0,1 0 0,-1 0 0,2-5 0,2-24 0,-5 28 0,0 0 0,1-1 0,0 1 0,0 0 0,0 0 0,0 0 0,1 1 0,0-1 0,0 0 0,4-7 0,-5 12 0,-1-1 0,1 1 0,-1-1 0,1 1 0,0 0 0,-1-1 0,1 1 0,-1 0 0,1-1 0,0 1 0,-1 0 0,1 0 0,0 0 0,-1-1 0,1 1 0,0 0 0,0 0 0,-1 0 0,1 0 0,0 0 0,-1 0 0,1 1 0,0-1 0,-1 0 0,1 0 0,0 0 0,-1 1 0,1-1 0,0 0 0,-1 1 0,1-1 0,21 16 0,-17-12 0,119 105 0,-112-98 0,-4-3 0,1-1 0,0 0 0,19 11 0,-27-18-1,-1 0 0,0 1 0,0-1 0,0 0 0,0 0 0,0 0 0,0 0 0,0 0 0,0 0-1,0 0 1,0 0 0,0 0 0,1 0 0,-1 1 0,0-1 0,0 0 0,0 0 0,0 0 0,0 0 0,0 0 0,0 0-1,1 0 1,-1 0 0,0 0 0,0 0 0,0 0 0,0 0 0,0 0 0,0 0 0,0 0 0,1 0 0,-1 0 0,0 0 0,0 0-1,0 0 1,0 0 0,0 0 0,0-1 0,0 1 0,1 0 0,-1 0 0,0 0 0,0 0 0,0 0 0,0 0 0,0 0-1,0 0 1,0 0 0,0 0 0,0-1 0,-3-6 138,-8-8-1584,1 3-5379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09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24575,'18'-23'0,"-10"12"0,0 1 0,0 0 0,1 1 0,17-16 0,-23 24 0,-1-1 0,0 0 0,1 1 0,-1 0 0,0 0 0,1 0 0,0 0 0,-1 0 0,1 0 0,-1 0 0,1 1 0,0-1 0,0 1 0,-1 0 0,1 0 0,0 0 0,0 0 0,-1 1 0,1-1 0,0 1 0,-1-1 0,1 1 0,0 0 0,-1 0 0,1 0 0,-1 0 0,5 4 0,5 4 0,0 0 0,0 1 0,-1 1 0,0 0 0,-1 0 0,-1 1 0,0 0 0,0 1 0,8 16 0,2 10 0,28 79 0,-25-50 0,-15-39 0,3-1 0,0-1 0,1 0 0,20 32 0,-28-53 0,18 31 0,-19-35 0,-1 1 0,0 0 0,0-1 0,-1 1 0,1-1 0,-1 1 0,1 0 0,-1-1 0,0 1 0,0 0 0,0 0 0,0 4 0,-1-6 0,0 1 0,0 0 0,0-1 0,0 1 0,0-1 0,0 0 0,0 1 0,0-1 0,0 0 0,-1 0 0,1 1 0,-1-1 0,1 0 0,-1 0 0,1-1 0,-1 1 0,1 0 0,-1 0 0,0-1 0,-2 1 0,-5 2 0,0-1 0,-14 1 0,-3-1-173,-27-2 0,38 0-846,2-1-5807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0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14 24575,'-2'-2'0,"-1"1"0,0-1 0,0 0 0,0 1 0,0 0 0,0 0 0,0 0 0,0 0 0,0 0 0,-6 0 0,8 1 0,0 0 0,0 0 0,0 0 0,0 1 0,0-1 0,0 0 0,0 1 0,0-1 0,0 0 0,0 1 0,1-1 0,-1 1 0,0-1 0,0 1 0,0 0 0,0-1 0,1 1 0,-1 0 0,0 0 0,1-1 0,-1 1 0,1 0 0,-1 0 0,1 0 0,-1 0 0,1 0 0,-1 0 0,1 0 0,0 0 0,-1 0 0,1 0 0,0 0 0,0 0 0,0 0 0,0 0 0,0 0 0,0 1 0,0 4 0,0-1 0,1 1 0,0 0 0,0-1 0,0 1 0,1-1 0,-1 0 0,1 1 0,0-1 0,1 0 0,-1 0 0,1 0 0,0 0 0,6 6 0,-5-6 0,0-1 0,0 1 0,1-1 0,-1 1 0,1-1 0,0-1 0,0 1 0,1-1 0,-1 0 0,1 0 0,-1-1 0,12 5 0,-13-7 0,1 1 0,-1 0 0,0-1 0,0 0 0,0 0 0,0 0 0,0-1 0,0 1 0,1-1 0,-1 0 0,0 0 0,0 0 0,-1-1 0,1 1 0,0-1 0,0 0 0,-1 0 0,1 0 0,-1-1 0,0 1 0,1-1 0,-1 0 0,0 0 0,-1 0 0,6-7 0,-3 3 0,-1-1 0,1 1 0,-1-1 0,-1 0 0,1 0 0,-1-1 0,-1 1 0,0 0 0,0-1 0,0 0 0,-1-12 0,1 10 0,2 14 0,1 19 0,4 30 0,2-1 0,34 96 0,11 46 0,-55-191 0,-1 1 0,1 0 0,-1 0 0,0 0 0,0 0 0,0-1 0,0 1 0,0 0 0,0 0 0,-1 0 0,0-1 0,1 1 0,-3 5 0,2-7 0,0 1 0,0-1 0,-1 0 0,1 1 0,0-1 0,-1 0 0,1 0 0,-1 0 0,1 0 0,-1 0 0,1 0 0,-1 0 0,0 0 0,1-1 0,-1 1 0,0-1 0,0 1 0,0-1 0,1 0 0,-1 1 0,0-1 0,-2 0 0,-4 0 0,0-1 0,0 0 0,0 0 0,0 0 0,1-1 0,-1 0 0,0-1 0,1 1 0,-12-7 0,-3-3 0,-37-26 0,49 30 0,-17-15 0,25 21 0,-1-1 0,1 0 0,-1 1 0,1-1 0,0 0 0,0 0 0,1 0 0,-1 0 0,0 0 0,1-1 0,-2-4 0,3 7 0,0 0 0,0 0 0,0 0 0,1 0 0,-1 0 0,0 0 0,0 0 0,0 0 0,1 0 0,-1 0 0,0 0 0,1 0 0,-1 0 0,1 0 0,0 1 0,-1-1 0,1 0 0,-1 0 0,1 0 0,0 1 0,0-1 0,-1 0 0,1 1 0,0-1 0,0 0 0,0 1 0,0-1 0,0 1 0,0 0 0,0-1 0,0 1 0,0 0 0,0 0 0,0-1 0,2 1 0,5-1 0,0 0 0,0 0 0,12 1 0,-16 0 0,48 1-1365,-38-1-5461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1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 24575,'0'-1'0,"0"-1"0,0 1 0,0-1 0,0 0 0,0 1 0,-1-1 0,1 1 0,0-1 0,-1 1 0,1-1 0,-1 1 0,0-1 0,1 1 0,-1-1 0,0 1 0,0 0 0,0-1 0,0 1 0,0 0 0,0 0 0,-2-1 0,1 1 0,1 0 0,-1 0 0,0 0 0,0 0 0,0 1 0,0-1 0,0 1 0,0 0 0,0-1 0,-1 1 0,1 0 0,0 0 0,0 1 0,-2-1 0,-6 2 0,1 0 0,-1 1 0,1 0 0,0 1 0,-14 7 0,18-9 0,0 1 0,1 0 0,-1 0 0,1 0 0,0 0 0,0 1 0,-7 7 0,9-9 0,1-1 0,0 1 0,0 0 0,0 0 0,0 0 0,1 0 0,-1 0 0,0 0 0,1 0 0,0 0 0,-1 0 0,1 1 0,0-1 0,0 0 0,0 0 0,0 0 0,1 0 0,-1 0 0,0 0 0,1 0 0,-1 0 0,1 0 0,1 3 0,61 141 0,-46-97 0,-1 0 0,-3 1 0,12 90 0,-12-64 0,-13-75 0,1 1 0,0 0 0,-1-1 0,1 1 0,0 0 0,0-1 0,0 1 0,0-1 0,0 1 0,0-1 0,0 1 0,0-1 0,1 0 0,-1 0 0,0 0 0,1 0 0,-1 0 0,1 0 0,-1 0 0,1 0 0,0 0 0,-1-1 0,1 1 0,0-1 0,0 1 0,-1-1 0,1 1 0,2-1 0,7 1 0,0-1 0,0 0 0,18-2 0,-8 1 0,-16 0-74,5 1 125,-1 0 0,0-1 0,12-3 0,-19 4-123,0-1 1,0 1 0,0-1 0,0 0 0,0 0 0,0 1-1,0-1 1,0-1 0,-1 1 0,1 0 0,0 0 0,-1-1-1,1 1 1,-1 0 0,0-1 0,1 0 0,-1 1-1,0-1 1,0 0 0,2-3 0,0-5-6755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1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24575,'1'7'0,"1"1"0,0-1 0,0 0 0,0 0 0,1 0 0,0 0 0,7 13 0,1 2 0,-6-11 0,0-1 0,1 0 0,8 11 0,-12-18 0,1 0 0,-1 0 0,1 0 0,0 0 0,-1-1 0,1 1 0,0-1 0,1 0 0,-1 0 0,0 0 0,1 0 0,-1 0 0,5 1 0,-6-3 0,-1 0 0,1 0 0,-1 0 0,0 0 0,1 0 0,-1 0 0,1-1 0,-1 1 0,1 0 0,-1-1 0,0 1 0,1-1 0,-1 0 0,0 1 0,0-1 0,1 0 0,-1 0 0,0 0 0,0 1 0,0-1 0,0-1 0,0 1 0,0 0 0,0 0 0,0 0 0,-1 0 0,2-3 0,3-4 0,-1 0 0,-1-1 0,4-9 0,-4 11 0,2-9 0,-4 9 0,1 1 0,1 0 0,-1-1 0,1 1 0,5-9 0,-7 14 0,-1 0 0,1 0 0,0 0 0,0 1 0,0-1 0,0 0 0,0 0 0,0 1 0,0-1 0,0 0 0,0 1 0,0-1 0,0 1 0,0-1 0,0 1 0,0 0 0,0-1 0,1 1 0,-1 0 0,0 0 0,0 0 0,0 0 0,1 0 0,-1 0 0,0 0 0,0 0 0,0 1 0,0-1 0,1 0 0,-1 1 0,0-1 0,0 1 0,0-1 0,0 1 0,0-1 0,2 2 0,19 13 0,-1 1 0,21 21 0,-12-11 0,-24-21-1365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2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1 116 24575,'19'-29'0,"-14"20"0,1 0 0,0 0 0,1 0 0,0 1 0,0 0 0,1 0 0,13-10 0,-19 17 0,0 0 0,-1 0 0,1 0 0,0 0 0,0 0 0,-1 1 0,1-1 0,0 1 0,0-1 0,0 1 0,0 0 0,0-1 0,0 1 0,0 0 0,0 1 0,0-1 0,-1 0 0,1 0 0,4 2 0,-3-1 0,0 1 0,0-1 0,0 1 0,0 0 0,-1 0 0,1 0 0,0 1 0,-1-1 0,1 0 0,2 5 0,3 4 0,-1 1 0,1 0 0,-2 0 0,7 18 0,13 30 0,24 63 0,-14 13 0,15 43 0,-33-114 0,-5-10 0,-12-55 0,-1 1 0,0-1 0,0 1 0,0-1 0,0 1 0,0-1 0,0 1 0,0 0 0,0-1 0,0 1 0,0-1 0,0 1 0,0-1 0,0 1 0,0 0 0,0-1 0,-1 1 0,1-1 0,0 1 0,0-1 0,-1 1 0,1-1 0,0 1 0,-1-1 0,1 0 0,0 1 0,-1-1 0,1 1 0,-1-1 0,1 0 0,-1 1 0,1-1 0,-1 0 0,1 0 0,-1 1 0,1-1 0,-1 0 0,1 0 0,-1 0 0,1 0 0,-1 0 0,1 0 0,-2 1 0,-3-1 0,-1 1 0,1-1 0,-10-1 0,8 1 0,-22-1-114,1 0-303,0 1 0,-44 6 0,54-3-6409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5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31 24575,'46'0'0,"-46"0"0,0 0 0,0 0 0,0 0 0,0 0 0,0 0 0,1 0 0,-1 0 0,0 0 0,0 0 0,0 0 0,0 0 0,0 0 0,0 0 0,1 0 0,-1 0 0,0 0 0,0 0 0,0 0 0,0 0 0,0 0 0,0 0 0,1 0 0,-1-1 0,0 1 0,0 0 0,0 0 0,0 0 0,0 0 0,0 0 0,0 0 0,1 0 0,-1 0 0,0 0 0,0-1 0,0 1 0,0 0 0,0 0 0,0 0 0,0 0 0,0 0 0,0 0 0,0-1 0,0 1 0,0 0 0,0 0 0,0 0 0,0 0 0,0 0 0,0-1 0,0 1 0,0 0 0,0 0 0,0 0 0,0 0 0,0 0 0,0 0 0,0-1 0,0 1 0,-10-7 0,-16-5 0,15 10 10,0 0 0,-1 1 1,1 0-1,0 1 0,0 0 0,0 1 0,-1 0 0,-17 4 0,9-1-738,-23 0 0,30-4-6098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64 24575,'-24'-11'0,"-9"-2"0,-3-1 0,3 4 0,4 2 0,5 4 0,3 1 0,4 2 0,1 1 0,3 1-8191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6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24575,'2'11'0,"-1"0"0,2-1 0,-1 1 0,2 0 0,-1-1 0,10 19 0,-5-11 0,84 177 0,-18-39 0,-66-141 0,-6-12 0,0 0 0,-1-1 0,1 1 0,-1 0 0,0 0 0,0 0 0,0 0 0,0 1 0,0-1 0,-1 0 0,1 0 0,-1 4 0,0-6 2,0-1-1,0 1 1,0-1 0,0 0-1,0 1 1,-1-1-1,1 1 1,0-1 0,0 1-1,0-1 1,-1 0-1,1 1 1,0-1-1,0 1 1,-1-1 0,1 0-1,0 1 1,-1-1-1,1 0 1,-1 0 0,1 1-1,0-1 1,-1 0-1,1 0 1,-1 0 0,1 1-1,-1-1 1,1 0-1,0 0 1,-1 0-1,1 0 1,-1 0 0,1 0-1,-1 0 1,1 0-1,-1 0 1,1 0 0,-1 0-1,1 0 1,-1 0-1,1 0 1,0-1 0,-1 1-1,1 0 1,-1 0-1,1 0 1,-1-1-1,1 1 1,0 0 0,-1-1-1,-23-17-631,20 14-186,-6-4-6010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7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683 41 24575,'0'0'0,"0"-1"0,0 1 0,1-1 0,-1 1 0,0 0 0,0-1 0,0 1 0,1-1 0,-1 1 0,0-1 0,0 1 0,0-1 0,0 1 0,0 0 0,0-1 0,0 1 0,0-1 0,0 1 0,0-1 0,0 1 0,0-1 0,-1 1 0,1 0 0,0-1 0,0 1 0,0-1 0,-1 1 0,1 0 0,0-1 0,0 1 0,-1-1 0,0 0 0,0 1 0,0-1 0,0 1 0,-1-1 0,1 1 0,0-1 0,-1 1 0,1 0 0,-1-1 0,1 1 0,0 0 0,-2 0 0,-8 0 0,1 1 0,-14 2 0,20-2 0,-69 8 0,-1-4 0,0-3 0,1-3 0,-1-3 0,-135-25 0,188 24-1365,4 1-5461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8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30 24575,'-7'-3'0,"-46"-17"0,48 18 0,0 1 0,0-1 0,-1 2 0,1-1 0,0 0 0,-1 1 0,1 0 0,-7 1 0,10-1 0,1 1 0,-1-1 0,0 1 0,0-1 0,0 1 0,1 0 0,-1 0 0,0 0 0,1 0 0,-1 0 0,1 0 0,-1 0 0,1 0 0,0 1 0,-1-1 0,1 0 0,0 1 0,0-1 0,0 1 0,0 0 0,0-1 0,0 1 0,0 0 0,1-1 0,-1 1 0,1 0 0,-1 0 0,1 0 0,0-1 0,-1 1 0,1 0 0,0 0 0,1 3 0,-1 2 0,1 0 0,0 0 0,0-1 0,0 1 0,1-1 0,0 1 0,1-1 0,3 7 0,2 1 0,2 0 0,0-1 0,0 0 0,1 0 0,0-1 0,17 12 0,0 3 0,-25-25 0,0 1 0,-1 0 0,1 0 0,-1 1 0,1-1 0,-1 0 0,0 1 0,0-1 0,2 7 0,-4-9 0,0 0 0,0 0 0,0 0 0,1 1 0,-1-1 0,0 0 0,0 0 0,-1 0 0,1 1 0,0-1 0,0 0 0,-1 0 0,1 0 0,0 0 0,-1 1 0,1-1 0,-1 0 0,1 0 0,-1 0 0,0 0 0,0 0 0,1 0 0,-1 0 0,0-1 0,0 1 0,0 0 0,0 0 0,0-1 0,0 1 0,0 0 0,0-1 0,0 1 0,0-1 0,-2 1 0,-15 6 0,12-5 0,-1 0 0,1 1 0,0 0 0,0 0 0,-10 8 0,15-10 0,0 0 0,-1 0 0,1 0 0,0 0 0,0 0 0,0 1 0,1-1 0,-1 0 0,0 1 0,0-1 0,1 1 0,-1-1 0,1 1 0,-1-1 0,1 1 0,0-1 0,0 1 0,0-1 0,-1 1 0,1 0 0,1-1 0,-1 1 0,0-1 0,0 1 0,1-1 0,-1 1 0,0-1 0,1 1 0,0-1 0,0 3 0,5 5 0,-1 0 0,1 0 0,1-1 0,0 0 0,0 0 0,10 8 0,-8-7 0,0 0 0,-1 0 0,0 1 0,11 17 0,-17-24 0,-1 0 0,1 1 0,-1-1 0,0 0 0,0 1 0,0 0 0,0-1 0,0 1 0,-1-1 0,0 1 0,0 0 0,0-1 0,0 1 0,0 0 0,-1-1 0,0 1 0,1-1 0,-2 1 0,1-1 0,-2 5 0,-1 1 0,-1 0 0,-8 9 0,8-11 0,1-1 0,0 1 0,0-1 0,1 1 0,-4 10 0,6-15 0,1 1 0,-1-1 0,1 1 0,0-1 0,-1 1 0,1-1 0,1 1 0,-1-1 0,0 0 0,0 1 0,1-1 0,0 1 0,-1-1 0,1 0 0,0 1 0,0-1 0,0 0 0,1 0 0,-1 0 0,0 0 0,3 3 0,9 8 0,0 1 0,1-2 0,1 0 0,0 0 0,0-2 0,28 15 0,-32-20-1365,0-1-5461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9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24575,'65'39'0,"18"12"0,-6 8 0,-26-19 0,85 50 0,-126-84 0,-8-4 0,0-1 0,1 1 0,0-1 0,-1 0 0,1 0 0,4 2 0,-7-3-23,1 0-1,-1 0 1,0 0-1,0 0 1,0 0-1,0 0 0,0 0 1,0 0-1,1 0 1,-1 0-1,0 0 1,0 0-1,0 0 1,0 0-1,0 0 1,1 0-1,-1 0 1,0 0-1,0 0 0,0 0 1,0 0-1,0 0 1,0 0-1,1 0 1,-1 0-1,0 0 1,0 0-1,0 0 1,0 0-1,0 0 1,0-1-1,1 1 0,-1 0 1,0 0-1,0 0 1,0 0-1,0 0 1,0 0-1,0 0 1,0-1-1,0 1 1,0 0-1,0 0 0,0 0 1,0 0-1,0 0 1,0 0-1,0-1 1,0 1-1,0 0 1,0 0-1,0 0 1,0 0-1,0 0 1,0-1-1,0 1 0,0 0 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9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24575,'-11'8'0,"-5"2"0,0 2 0,-1 2 0,1 1 0,3 1 0,0-1 0,4 1 0,0 0 0,1-1 0,0 1 0,-1-1 0,0 0 0,3 0 0,-1-2 0,0-1 0,0 0 0,1-2-8191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1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14 24575,'-9'-3'0,"0"0"0,0 1 0,0 0 0,0 0 0,-1 1 0,1 0 0,0 1 0,-12 1 0,17-1 0,1 1 0,0 0 0,-1 0 0,1 0 0,0 0 0,-1 0 0,1 1 0,0-1 0,0 1 0,0 0 0,0 0 0,0 0 0,1 0 0,-1 1 0,0-1 0,1 1 0,0 0 0,0-1 0,0 1 0,0 0 0,0 0 0,0 0 0,1 0 0,-3 6 0,3-2 0,-1-1 0,1 0 0,0 1 0,0-1 0,0 1 0,1-1 0,0 1 0,0 0 0,1-1 0,0 0 0,0 1 0,1-1 0,3 10 0,3 6 0,2-1 0,17 30 0,-4-8 0,-15-27 0,-1 2 0,-1-1 0,-1 1 0,7 36 0,-8-18 0,1 57 0,-6-90 0,1-1 0,0 0 0,0 0 0,0 1 0,1-1 0,-1 0 0,0 0 0,1 0 0,0 1 0,-1-1 0,1 0 0,0 0 0,0 0 0,0 0 0,0 0 0,1 0 0,-1-1 0,0 1 0,1 0 0,-1-1 0,1 1 0,0-1 0,-1 1 0,1-1 0,0 0 0,0 1 0,0-1 0,0 0 0,0 0 0,0-1 0,0 1 0,0 0 0,4 0 0,24 5 0,-1-1 0,2-1 0,49 0 0,-77-4-109,-1 0 46,-1 0 0,1 0 0,-1 0 1,1 0-1,-1 0 0,1 0 0,-1 0 0,1 0 1,-1-1-1,1 1 0,-1-1 0,1 1 1,-1-1-1,0 0 0,1 1 0,-1-1 0,0 0 1,0 0-1,3-1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0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24575,'2'12'0,"0"0"0,0-1 0,1 1 0,1-1 0,0 0 0,0 0 0,7 12 0,-9-20 0,1 4 0,1 0 0,0-1 0,0 0 0,1 0 0,-1 0 0,1 0 0,0-1 0,1 0 0,10 8 0,-14-11 0,1 0 0,-1-1 0,0 0 0,1 1 0,-1-1 0,1 0 0,0 0 0,-1 0 0,1-1 0,0 1 0,-1-1 0,1 1 0,0-1 0,0 0 0,-1 0 0,1 0 0,0 0 0,0-1 0,-1 1 0,1-1 0,0 1 0,-1-1 0,1 0 0,0 0 0,-1 0 0,1-1 0,-1 1 0,0-1 0,4-2 0,-2 0 0,0 0 0,-1 0 0,0 0 0,1-1 0,-2 0 0,1 1 0,0-1 0,-1 0 0,0 0 0,0 0 0,0-1 0,-1 1 0,2-11 0,-1 6 0,1 0 0,4-13 0,-7 22 0,1 0 0,-1 1 0,0-1 0,1 0 0,-1 1 0,1-1 0,-1 0 0,0 1 0,1-1 0,-1 0 0,1 1 0,0-1 0,-1 1 0,1-1 0,-1 1 0,1-1 0,0 1 0,-1-1 0,1 1 0,0 0 0,0 0 0,-1-1 0,1 1 0,0 0 0,0 0 0,0 0 0,-1-1 0,1 1 0,0 0 0,0 0 0,0 0 0,-1 1 0,1-1 0,0 0 0,0 0 0,-1 0 0,1 1 0,0-1 0,0 0 0,-1 0 0,1 1 0,0-1 0,-1 1 0,2 0 0,4 3 0,-1 0 0,1 1 0,-1-1 0,6 8 0,-3-4 0,11 10-115,7 6-510,30 37 0,-46-48-6201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24575,'8'-9'0,"0"-1"0,1 1 0,0 0 0,0 1 0,1 0 0,11-7 0,-17 13 0,-1 0 0,1 1 0,-1-1 0,1 1 0,0-1 0,-1 1 0,1 0 0,0 1 0,0-1 0,0 1 0,0-1 0,0 1 0,0 0 0,-1 1 0,1-1 0,0 1 0,0-1 0,0 1 0,0 0 0,-1 1 0,1-1 0,0 1 0,4 2 0,16 11 0,0 2 0,-1 0 0,23 23 0,-44-38 0,-1 0 0,1-1 0,-1 1 0,0 0 0,0 0 0,1-1 0,-2 1 0,1 0 0,0 0 0,0 0 0,0 1 0,-1-1 0,0 0 0,1 0 0,-1 0 0,0 0 0,0 3 0,0 4 0,-1-1 0,0 1 0,-3 9 0,-2 17 0,6-9 0,1-1 0,1 1 0,1-1 0,9 37 0,36 97 0,-34-119 0,17 38 0,-17-45 0,-13-31 0,0 0 0,0 0 0,-1 0 0,1 0 0,0 0 0,-1 1 0,0-1 0,1 0 0,-1 0 0,0 0 0,0 0 0,0 0 0,-1 0 0,1 1 0,0-1 0,-1 0 0,0 3 0,0-4 0,0 1 0,-1-1 0,1 1 0,0-1 0,0 0 0,0 0 0,-1 0 0,1 0 0,-1 0 0,1 0 0,-1 0 0,1 0 0,-1 0 0,1-1 0,-1 1 0,0-1 0,1 1 0,-1-1 0,0 1 0,1-1 0,-4 0 0,-10 1-1365,2-1-5461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1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24575,'19'-7'0,"-1"1"0,2 0 0,-1 1 0,31-3 0,-43 7 0,0 0 0,0 1 0,0 0 0,0 1 0,1-1 0,-1 1 0,0 0 0,0 1 0,0 0 0,-1 0 0,1 0 0,0 1 0,-1 0 0,1 1 0,10 7 0,-15-10 0,0 1 0,0 0 0,0-1 0,-1 1 0,1 0 0,-1 0 0,1 0 0,-1 0 0,0 0 0,1 0 0,-1 1 0,0-1 0,0 0 0,-1 1 0,1-1 0,-1 0 0,1 1 0,-1-1 0,1 1 0,-1 2 0,-1-3 0,1 1 0,-1-1 0,1 1 0,-1-1 0,0 1 0,0-1 0,0 1 0,0-1 0,-1 0 0,1 0 0,-1 1 0,1-1 0,-1 0 0,0 0 0,0-1 0,0 1 0,0 0 0,-4 2 0,-12 9 0,9-8 0,0 1 0,0 1 0,-9 9 0,15-13 0,0 1 0,0-1 0,1 0 0,0 1 0,0 0 0,0 0 0,0-1 0,0 1 0,1 0 0,0 0 0,-2 8 0,2-5 0,1-1 0,0 1 0,0-1 0,1 1 0,-1-1 0,1 1 0,1-1 0,-1 0 0,1 0 0,0 1 0,1-1 0,-1 0 0,1-1 0,4 7 0,7 9 0,1 0 0,20 23 0,-21-28 0,2 2 0,-2-1 0,-1 0 0,23 35 0,-33-47 0,-1 1 0,1-1 0,-1 1 0,0 0 0,0 0 0,-1 0 0,1 0 0,-1 0 0,-1 0 0,1 0 0,-1 0 0,0 0 0,0 0 0,-1 1 0,-1 5 0,-35 109 0,33-110 0,0-1 0,-2 0 0,1 0 0,-1 0 0,0-1 0,-1 1 0,-1-2 0,1 1 0,-17 14 0,15-15-1365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4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77 24575,'-4'-9'0,"0"1"0,0 0 0,-1 0 0,0 0 0,-1 0 0,1 1 0,-10-9 0,15 16 0,-1-1 0,1 1 0,0 0 0,0-1 0,-1 1 0,1 0 0,0-1 0,-1 1 0,1 0 0,-1 0 0,1-1 0,0 1 0,-1 0 0,1 0 0,-1 0 0,1 0 0,0-1 0,-1 1 0,1 0 0,-1 0 0,0 0 0,-3 6 0,3 18 0,1-20 0,0 13 0,2-1 0,0 1 0,0-1 0,10 28 0,27 64 0,-19-57 0,52 114 0,-97-187 0,-3-8-1365,14 16-5461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5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759 16 24575,'0'0'0,"1"0"0,-1-1 0,1 1 0,-1 0 0,1 0 0,-1 0 0,0 0 0,1-1 0,-1 1 0,1 0 0,-1 0 0,0-1 0,1 1 0,-1 0 0,0-1 0,1 1 0,-1 0 0,0-1 0,0 1 0,1-1 0,-1 1 0,0 0 0,0-1 0,0 1 0,0-1 0,1 0 0,-2 1 0,1-1 0,0 1 0,-1 0 0,1-1 0,-1 1 0,1 0 0,-1-1 0,1 1 0,-1 0 0,1 0 0,-1-1 0,1 1 0,-1 0 0,1 0 0,-1 0 0,1 0 0,-2 0 0,-27-3 0,28 3 0,-41 1 0,1 1 0,-1 2 0,-64 15 0,16-1-341,-2-3 0,0-5-1,-111-2 1,184-8-6485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5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48 109 24575,'29'68'0,"10"31"0,-68-139 0,19 26 0,-7-12 0,-20-39 0,33 57 0,0 1 0,1-1 0,1 0 0,-1-1 0,1 1 0,1 0 0,-1-1 0,1 1 0,1 0 0,0-11 0,0 18 0,0-1 0,0 1 0,0 0 0,1-1 0,-1 1 0,0 0 0,1 0 0,-1-1 0,1 1 0,-1 0 0,1 0 0,0 0 0,0 0 0,-1-1 0,1 1 0,0 0 0,0 0 0,0 1 0,0-1 0,0 0 0,2-1 0,-1 1 0,0 0 0,0 1 0,0-1 0,0 0 0,0 1 0,0 0 0,1-1 0,-1 1 0,0 0 0,0 0 0,4 1 0,2 0 0,-1 0 0,1 1 0,-1 0 0,0 1 0,0-1 0,11 7 0,37 25-1365,-42-24-5461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6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59 24575,'-67'-20'0,"32"9"0,0 1 0,-52-7 0,82 17 0,-1 0 0,1 0 0,-1 0 0,0 1 0,1-1 0,0 2 0,-1-1 0,1 0 0,0 1 0,-1 0 0,1 0 0,0 1 0,1-1 0,-9 6 0,11-6 0,-1 0 0,0 1 0,1-1 0,-1 0 0,1 1 0,0 0 0,0-1 0,0 1 0,0 0 0,0 0 0,1 0 0,-1 0 0,1 0 0,0 1 0,0-1 0,0 0 0,0 1 0,1-1 0,-1 0 0,1 1 0,0-1 0,0 1 0,0-1 0,1 5 0,0-4 0,0 0 0,0 0 0,0 0 0,1 0 0,-1 0 0,1 0 0,0 0 0,0-1 0,1 1 0,-1-1 0,1 0 0,-1 0 0,7 6 0,-4-5 0,0-1 0,1 1 0,-1-1 0,1 0 0,0 0 0,0 0 0,0-1 0,8 2 0,1-1 0,1 0 0,-1-1 0,1-1 0,0 0 0,0-1 0,23-3 0,-37 2 0,1 1 0,-1-1 0,1 1 0,-1-1 0,1 0 0,-1 0 0,0 0 0,1 0 0,-1 0 0,0-1 0,0 1 0,0-1 0,0 1 0,0-1 0,0 0 0,-1 0 0,1 0 0,0 0 0,-1 0 0,0 0 0,1 0 0,-1 0 0,1-4 0,1-1 0,-1-1 0,0 0 0,0 0 0,-1 0 0,0 0 0,0-8 0,1 15 0,2 4 0,6 11 0,-6-8 0,-1-2-67,36 39 263,-35-40-346,-1 1 1,1-1 0,0 0-1,0 0 1,0-1-1,1 1 1,-1-1 0,0 0-1,7 2 1,-1-1-6677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7 24575,'-10'-2'0,"-6"-2"0,-1 3 0,3 2-8191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6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24575,'3'12'0,"0"0"0,0-1 0,6 13 0,-8-21 0,1 0 0,-1-1 0,0 1 0,1 0 0,-1-1 0,1 1 0,0-1 0,0 0 0,0 1 0,0-1 0,0 0 0,1 0 0,-1 0 0,1-1 0,-1 1 0,1-1 0,4 3 0,-5-4 0,-1 0 0,1 0 0,-1 0 0,0 0 0,1 0 0,-1 0 0,1 0 0,-1-1 0,1 1 0,-1 0 0,0-1 0,1 0 0,-1 1 0,0-1 0,1 0 0,-1 1 0,0-1 0,0 0 0,0 0 0,0 0 0,0 0 0,0 0 0,0 0 0,0 0 0,0 0 0,0-1 0,-1 1 0,1 0 0,1-3 0,2-6 0,1 1 0,-2-1 0,4-11 0,-3 8 0,-4 12 0,0 0 0,1 0 0,-1 0 0,0 0 0,1-1 0,0 1 0,-1 0 0,1 0 0,0 0 0,-1 0 0,1 0 0,0 1 0,0-1 0,0 0 0,0 0 0,0 0 0,0 1 0,0-1 0,0 0 0,0 1 0,0-1 0,1 0 0,0 1 0,-1 0 0,1 0 0,0 0 0,-1 0 0,1 0 0,0 0 0,-1 1 0,1-1 0,0 1 0,-1-1 0,1 1 0,-1-1 0,1 1 0,1 1 0,5 3 0,1 1 0,-2 0 0,1 1 0,8 8 0,-13-12 0,20 20-109,-6-5-205,1 0 0,1-2 0,28 20 0,-35-29-6512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7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3 24575,'-7'-1'0,"1"1"0,0-1 0,-1 1 0,1 0 0,-1 0 0,1 1 0,-1 0 0,1 0 0,-11 4 0,15-4 0,0-1 0,0 1 0,0 0 0,0 0 0,0 0 0,0 1 0,1-1 0,-1 0 0,0 1 0,1-1 0,-1 1 0,1 0 0,0-1 0,-1 1 0,1 0 0,0 0 0,0 0 0,0 0 0,0 0 0,1 0 0,-1 0 0,0 0 0,1 0 0,-1 0 0,1 0 0,0 0 0,0 0 0,0 1 0,0-1 0,0 0 0,0 0 0,1 3 0,1 2 0,0 0 0,0 0 0,1 0 0,0 0 0,0-1 0,0 1 0,1-1 0,0 0 0,7 8 0,7 7 0,23 21 0,-34-35 0,14 11 0,22 15 0,2 2 0,-44-34 0,-1-1 0,0 0 0,1 0 0,-1 0 0,0 1 0,0-1 0,1 0 0,-1 0 0,0 1 0,0-1 0,0 0 0,0 1 0,1-1 0,-1 0 0,0 0 0,0 1 0,0-1 0,0 0 0,0 1 0,0-1 0,0 0 0,0 1 0,0-1 0,0 0 0,0 1 0,0-1 0,0 0 0,0 1 0,0-1 0,0 0 0,0 1 0,0-1 0,-1 0 0,1 1 0,0-1 0,0 0 0,0 1 0,0-1 0,-1 0 0,1 0 0,0 1 0,0-1 0,-1 0 0,1 0 0,0 0 0,0 1 0,-1-1 0,1 0 0,0 0 0,-1 0 0,1 0 0,0 0 0,-1 0 0,1 1 0,0-1 0,-1 0 0,1 0 0,-1 0 0,-22 5 0,23-4 0,-43 3-3,0-1 0,-59-5-1,29 1-1351,59 1-5471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7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307 106 24575,'-107'-62'0,"89"53"0,1 1 0,-2 1 0,1 0 0,-25-4 0,41 10 0,-1 1 0,1 0 0,-1-1 0,1 1 0,0 0 0,-1 0 0,1 0 0,-1 1 0,1-1 0,-1 0 0,1 1 0,0 0 0,-1-1 0,1 1 0,0 0 0,0 0 0,0 0 0,-1 1 0,1-1 0,-2 3 0,1-1 0,0 0 0,1 0 0,0 0 0,0 0 0,0 1 0,0-1 0,0 1 0,1 0 0,-1-1 0,1 1 0,-1 7 0,-2 11 0,1-1 0,2 1 0,0 0 0,1 0 0,1-1 0,1 1 0,6 25 0,7 16 0,25 69 0,105 212 0,-94-233 0,-47-102-84,30 61 299,-28-60-514,0 1 0,1-1-1,0 0 1,10 10 0,-7-11-6527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7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256 109 24575,'-28'-15'0,"-13"-8"0,-1-1 0,4 5 0,5 5 0,7 5 0,4 5 0,6 4 0,6 6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8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221 134 24575,'-90'-26'0,"78"24"0,0 0 0,0 1 0,1 0 0,-1 0 0,-21 3 0,31-2 0,1 0 0,-1 1 0,0-1 0,0 0 0,1 1 0,-1-1 0,0 1 0,1 0 0,-1 0 0,1-1 0,-1 1 0,1 0 0,-1 0 0,1 0 0,0 1 0,-1-1 0,1 0 0,0 0 0,0 1 0,0-1 0,0 1 0,0-1 0,0 1 0,0-1 0,1 1 0,-1 0 0,0-1 0,1 1 0,-1 0 0,1-1 0,0 1 0,0 0 0,-1 0 0,2 3 0,-1-1 0,0 1 0,1-1 0,0 0 0,0 1 0,0-1 0,1 0 0,0 1 0,-1-1 0,1 0 0,1 0 0,-1-1 0,5 7 0,-2-5 0,0 1 0,0-1 0,0 0 0,1 0 0,0 0 0,0-1 0,1 0 0,-1 0 0,9 3 0,-6-3 0,0-1 0,1-1 0,-1 0 0,1 0 0,-1-1 0,17 0 0,-14 0 0,-1-1 0,0-1 0,0 0 0,0 0 0,12-4 0,-20 5 0,-1-1 0,1 0 0,0 0 0,-1 0 0,1-1 0,-1 1 0,0 0 0,1-1 0,-1 0 0,0 1 0,0-1 0,0 0 0,0 0 0,0 0 0,-1 0 0,1-1 0,-1 1 0,1 0 0,-1-1 0,0 1 0,0-1 0,0 1 0,0-1 0,0 1 0,0-1 0,-1-3 0,1-1 0,0-1 0,-1 1 0,0 0 0,-1-1 0,0 1 0,0 0 0,-1 0 0,1 0 0,-1 0 0,-1 0 0,0 0 0,0 0 0,0 1 0,0-1 0,-9-10 0,5 8 0,0 1 0,0 0 0,-1 0 0,0 1 0,-1 0 0,0 1 0,0-1 0,0 2 0,-20-10 0,26 13 12,0 1 0,-1 0 0,1 0 0,0 0 0,0 1 0,-1-1 0,1 1 0,0 0 0,-6 0 0,8 0-52,0 0 0,0 0 0,0 0-1,0 1 1,0-1 0,1 0 0,-1 1 0,0-1 0,0 0 0,0 1 0,0-1-1,1 1 1,-1 0 0,0-1 0,0 1 0,1-1 0,-1 1 0,0 0-1,1 0 1,-1-1 0,1 1 0,-1 0 0,1 0 0,-1 0 0,1 0-1,0 0 1,-1-1 0,1 1 0,0 0 0,0 0 0,0 0 0,0 0 0,0 0-1,0 0 1,0 0 0,0 2 0,1 8-6786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8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64 343 24575,'1'1'0,"0"-1"0,0 0 0,0 1 0,0-1 0,0 0 0,-1 0 0,1 0 0,0 0 0,0 0 0,0 0 0,0 0 0,0 0 0,0 0 0,0 0 0,0 0 0,0-1 0,0 1 0,0 0 0,1-1 0,-2 0 0,1 1 0,-1-1 0,0 1 0,1-1 0,-1 0 0,0 1 0,0-1 0,1 1 0,-1-1 0,0 0 0,0 1 0,0-1 0,0 0 0,0 1 0,0-1 0,0 0 0,0 1 0,0-1 0,0 0 0,-1 1 0,1-1 0,0 1 0,0-1 0,0 0 0,-1 1 0,1-1 0,0 1 0,-1-1 0,1 1 0,-1-2 0,-21-34 0,8 15 0,-12-28 0,23 41 0,-1 0 0,1-1 0,1 1 0,0-1 0,0 0 0,1 0 0,-1-9 0,2 10-80,-1-7 133,1 1-1,0-1 1,4-19-1,-3 30-83,0 1 0,0-1-1,0 0 1,0 1 0,1 0 0,-1-1-1,5-5 1,-5 7-42,1 1 0,-1-1-1,0 1 1,1 0 0,-1-1 0,1 1-1,-1 0 1,1 0 0,-1 0 0,1 0-1,0 1 1,-1-1 0,1 0 0,0 1-1,0-1 1,3 0 0,6 0-6753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9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24575,'1'9'0,"0"1"0,0 0 0,0-1 0,1 1 0,1-1 0,0 0 0,0 0 0,0 0 0,9 14 0,-10-19 0,1 0 0,-1-1 0,1 1 0,0-1 0,0 1 0,0-1 0,1 0 0,-1-1 0,1 1 0,4 2 0,-6-3 0,1-1 0,0 0 0,0 0 0,0 0 0,0 0 0,0-1 0,0 1 0,1-1 0,-1 0 0,0 1 0,0-1 0,0-1 0,0 1 0,0 0 0,6-2 0,-6 0 0,1 1 0,0 0 0,0-1 0,-1 0 0,1 0 0,-1 0 0,0 0 0,0-1 0,0 1 0,0-1 0,0 0 0,0 0 0,3-5 0,-1 1 0,-1 1 0,0-1 0,-1 0 0,0 0 0,0 0 0,2-9 0,-4 15 0,-1 0 0,0-1 0,1 1 0,-1 0 0,1 0 0,-1 0 0,1 0 0,0 0 0,-1 0 0,2-2 0,-1 3 0,-1 0 0,0-1 0,1 1 0,-1 0 0,0 0 0,1-1 0,-1 1 0,1 0 0,-1 0 0,0 0 0,1 0 0,-1 0 0,0 0 0,1 0 0,-1 0 0,1 0 0,-1 0 0,1 0 0,-1 0 0,0 0 0,1 0 0,2 1 0,-1 0 0,1 1 0,-1-1 0,0 1 0,0-1 0,0 1 0,4 3 0,4 4 0,5 3 0,0-2 0,1 0 0,29 14 0,-39-21 0,0-1 0,1 1 0,0-1 0,0 0 0,-1-1 0,1 0 0,0 0 0,0 0 0,0-1 0,0 0 0,0 0 0,0-1 0,7-1 0,7-7 0,-19 8 0,-1 0 0,1 0 0,0 0 0,-1 0 0,1 0 0,0 1 0,0-1 0,-1 0 0,1 1 0,0 0 0,0-1 0,0 1 0,-1 0 0,1 0 0,0 0 0,0 0 0,0 0 0,0 0 0,0 1 0,-1-1 0,1 1 0,3 0 0,54 21-1365,-47-17-5461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29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 24575,'-3'-1'0,"-1"1"0,0-1 0,0 1 0,0 0 0,1 0 0,-1 1 0,0-1 0,0 1 0,0 0 0,1-1 0,-1 2 0,1-1 0,-1 0 0,1 1 0,-1 0 0,1 0 0,0 0 0,-1 0 0,1 0 0,0 0 0,-5 6 0,6-4 0,-1 0 0,0 0 0,1 0 0,-1 0 0,1 0 0,0 1 0,1-1 0,-1 1 0,1-1 0,0 1 0,0 0 0,0 0 0,0-1 0,1 1 0,0 0 0,0 0 0,1 5 0,1 2 0,0 0 0,0 0 0,5 12 0,-6-20 0,1-1 0,-1 0 0,0 0 0,1 0 0,-1 1 0,1-2 0,0 1 0,0 0 0,0 0 0,1-1 0,-1 1 0,1-1 0,-1 1 0,1-1 0,4 2 0,-6-3 0,0-1 0,0 1 0,0-1 0,0 1 0,1-1 0,-1 0 0,0 0 0,0 1 0,1-1 0,-1 0 0,0 0 0,0 0 0,0 0 0,1-1 0,-1 1 0,0 0 0,0 0 0,0-1 0,1 1 0,-1-1 0,1 0 0,1-1 0,-1 1 0,0-1 0,0 0 0,0 1 0,-1-1 0,1 0 0,0-1 0,-1 1 0,3-4 0,0-2 0,0 0 0,0-1 0,-1 0 0,4-15 0,-3-1 0,-4 19 0,1 0 0,0 1 0,0-1 0,0 0 0,1 1 0,0-1 0,3-5 0,-5 11 0,0-1 0,0 1 0,1 0 0,-1-1 0,0 1 0,0-1 0,1 1 0,-1 0 0,0-1 0,1 1 0,-1 0 0,1-1 0,-1 1 0,0 0 0,1 0 0,-1-1 0,1 1 0,-1 0 0,1 0 0,-1 0 0,0 0 0,1 0 0,-1-1 0,1 1 0,-1 0 0,1 0 0,-1 0 0,1 0 0,-1 0 0,1 0 0,0 1 0,0-1 0,1 1 0,-1 0 0,0-1 0,1 1 0,-1 0 0,0 0 0,0 0 0,0 0 0,0 0 0,2 2 0,2 4 0,0 0 0,7 12 0,-12-18 0,3 4 0,5 9 0,13 19 0,-19-30 0,0 0 0,1 0 0,-1-1 0,0 1 0,1-1 0,0 1 0,0-1 0,-1 0 0,1 0 0,0 0 0,1-1 0,5 3 0,-8-4 5,-1 1-1,1-1 1,0 0 0,0 0-1,0 0 1,0 0-1,0 0 1,0 0-1,0 0 1,-1 0 0,1 0-1,0 0 1,0-1-1,0 1 1,0 0 0,0-1-1,-1 1 1,1 0-1,0-1 1,0 1-1,-1-1 1,1 0 0,0 1-1,0-1 1,0 0-1,0-1-152,0 0-1,1 0 1,-1 0 0,0 1-1,-1-1 1,1 0-1,0 0 1,-1-1-1,2-2 1,-1-8-6678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0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24575,'1'0'0,"0"1"0,-1-1 0,1 1 0,-1-1 0,1 1 0,-1-1 0,1 1 0,-1-1 0,1 1 0,-1-1 0,1 1 0,-1 0 0,0-1 0,1 1 0,-1 0 0,0-1 0,1 1 0,-1 0 0,0 0 0,0-1 0,0 1 0,0 0 0,0 1 0,1 1 0,59 264 0,-36-183 0,65 152 0,-88-235 0,-1 0 0,1-1 0,-1 1 0,0 0 0,1 0 0,-1 0 0,0 0 0,0 0 0,1-1 0,-1 1 0,0 0 0,0 0 0,0 0 0,0 0 0,0 0 0,0 0 0,-1 1 0,1-2 0,0 1 0,-1-1 0,1 0 0,-1 0 0,1 0 0,0 0 0,-1 0 0,1 0 0,-1 0 0,1 0 0,0 0 0,-1 0 0,1 0 0,-1 0 0,1 0 0,0 0 0,-1 0 0,1 0 0,0 0 0,-1 0 0,1-1 0,-1 1 0,1 0 0,0 0 0,-1 0 0,1-1 0,-31-21 0,27 19 0,-8-7 0,4 4 0,-1 0 0,-10-12 0,18 17 0,-1 0 0,1-1 0,0 1 0,0-1 0,0 0 0,0 1 0,0-1 0,0 0 0,0 0 0,0 0 0,0 0 0,1 0 0,-1 0 0,1 0 0,0 0 0,0 0 0,-1 0 0,1-3 0,1 4 0,-1-1 0,1 1 0,-1 0 0,1 0 0,-1 0 0,1 0 0,0 0 0,-1 0 0,1 0 0,0 1 0,0-1 0,0 0 0,0 0 0,-1 1 0,1-1 0,0 0 0,0 1 0,0-1 0,1 1 0,-1-1 0,0 1 0,0-1 0,0 1 0,0 0 0,0 0 0,0-1 0,2 1 0,5-1 0,0 1 0,15 0 0,-16 0 0,21 2 0,54 8 0,-65-7 0,-1-2 0,19 1 0,3-1 0,-33 0 0,1 0 0,-1 0 0,0 0 0,0 1 0,0 0 0,0 0 0,0 0 0,-1 1 0,1-1 0,-1 1 0,1 0 0,-1 1 0,0-1 0,0 1 0,-1-1 0,6 7 0,-5-5 0,0 1 0,0 0 0,0 0 0,-1 0 0,0 0 0,0 1 0,-1-1 0,1 1 0,-1 0 0,-1-1 0,3 15 0,-4-20-114,0 1 1,0-1-1,0 1 0,0-1 0,0 1 1,-1-1-1,1 0 0,0 1 0,-1-1 1,1 1-1,-2 1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0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24575,'0'6'0,"-3"3"0,0 6 0,-1 3 0,2-1-8191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0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31 24575,'-8'32'0,"-3"-1"0,0 0 0,-2-1 0,-17 31 0,28-58 0,0 1 0,-1-1 0,1 1 0,-1-1 0,0 0 0,0 0 0,0 0 0,0 0 0,-6 3 0,8-5 0,-1-1 0,1 1 0,0-1 0,-1 1 0,1-1 0,-1 0 0,1 1 0,-1-1 0,1 0 0,-1 0 0,1 0 0,-1 0 0,0 0 0,1 0 0,-1-1 0,1 1 0,0 0 0,-1-1 0,1 1 0,-1-1 0,1 0 0,0 1 0,-1-1 0,1 0 0,0 0 0,-1 0 0,1 0 0,-2-2 0,-1-2 0,-1 0 0,0 0 0,1-1 0,0 0 0,0 0 0,1 0 0,0 0 0,0 0 0,0-1 0,1 1 0,0-1 0,-2-7 0,2 4 0,1 0 0,0 0 0,0 0 0,1 0 0,0 0 0,1 0 0,2-18 0,-2 25 0,0 0 0,0 0 0,-1 0 0,2 0 0,-1 0 0,0 0 0,1 0 0,-1 0 0,1 0 0,0 1 0,0-1 0,0 1 0,0-1 0,0 1 0,1 0 0,-1 0 0,1 0 0,-1 0 0,4-2 0,-3 3 0,0 0 0,0 0 0,0 0 0,1 1 0,-1-1 0,0 1 0,0 0 0,1 0 0,-1 0 0,0 0 0,0 0 0,0 1 0,1-1 0,-1 1 0,0 0 0,0 0 0,0 0 0,0 1 0,3 1 0,1 0-91,0 1 0,0 0 0,-1 0 0,1 1 0,-1-1 0,0 2 0,-1-1 0,1 0 0,-1 1 0,0 0 0,0 0 0,-1 1 0,0-1 0,4 9 0,-4-5-6735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24575,'2'3'0,"-1"-1"0,0 1 0,1-1 0,0 0 0,-1 0 0,1 1 0,0-1 0,0-1 0,0 1 0,1 0 0,3 2 0,-1 0 0,-2-1 0,0-1 0,1 1 0,-1-1 0,1 1 0,0-1 0,0 0 0,0-1 0,0 1 0,0-1 0,8 2 0,-10-3 0,-1 0 0,1 0 0,0 0 0,0 0 0,0 0 0,0 0 0,0-1 0,0 1 0,0-1 0,0 1 0,0-1 0,0 0 0,-1 1 0,1-1 0,0 0 0,-1 0 0,1-1 0,-1 1 0,1 0 0,-1 0 0,1-1 0,-1 1 0,0-1 0,1 1 0,0-4 0,16-32 0,-16 30 0,1 0 0,0 0 0,1 1 0,-1-1 0,1 1 0,6-8 0,-8 12 0,-1 1 0,1 0 0,-1-1 0,1 1 0,0 0 0,0 0 0,-1 0 0,1 1 0,0-1 0,0 0 0,0 1 0,0-1 0,0 1 0,0-1 0,0 1 0,0 0 0,0 0 0,0 0 0,0 0 0,0 0 0,0 0 0,-1 1 0,1-1 0,0 1 0,0-1 0,0 1 0,0 0 0,3 1 0,25 14 0,0 0 0,41 32 0,-18-12 0,-46-32-112,-5-3 16,0 0-1,0 0 1,0 1-1,0-1 1,0 1 0,0-1-1,0 1 1,0 0 0,-1-1-1,1 1 1,0 0-1,1 4 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2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16 24575,'-1'-1'0,"0"0"0,0 0 0,0-1 0,0 1 0,0 0 0,0 0 0,0 0 0,1-1 0,-2-1 0,5 2 0,6 7 0,144 108 0,-118-91 0,2 0 0,57 24 0,-86-44-227,0 0-1,0 0 1,1-1-1,-1-1 1,11 2-1,-6-2-6598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2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0 24575,'-9'6'0,"0"0"0,0 0 0,1 1 0,0 0 0,0 0 0,1 1 0,0 0 0,0 0 0,-7 14 0,8-11 0,0 0 0,1 1 0,0 0 0,1 0 0,0 0 0,1 1 0,-2 19 0,5-29-57,-2 8 118,0 0 1,-3 12-1,4-20-160,0 0-1,1-1 1,-1 0-1,-1 1 1,1-1-1,0 1 1,-1-1-1,1 0 1,-1 0-1,1 0 1,-1 0-1,0 0 1,0 0-1,-4 2 1,-3 1-6727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3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69 24575,'-16'-8'0,"-11"-4"0,0 0 0,-1 1 0,-52-12 0,77 22 0,0 1 0,0-1 0,1 1 0,-1 0 0,0-1 0,0 1 0,1 1 0,-1-1 0,0 0 0,0 1 0,1-1 0,-1 1 0,0 0 0,1 0 0,-1 0 0,1 0 0,-1 0 0,1 0 0,0 1 0,-1-1 0,1 1 0,0 0 0,0 0 0,0 0 0,0 0 0,0 0 0,1 0 0,-1 0 0,1 1 0,-1-1 0,1 0 0,0 1 0,0 0 0,0-1 0,0 1 0,0-1 0,1 1 0,-1 0 0,1 0 0,-1-1 0,1 1 0,0 4 0,1 1 0,-1 0 0,1 0 0,0 0 0,1 0 0,0 0 0,3 10 0,22 45 0,-15-37 0,34 72 0,22 55 0,-56-123 0,-2 0 0,-1 2 0,5 37 0,-11-43 0,0-5 0,0 1 0,2-1 0,7 24 0,-11-43 0,0 0 0,0 0 0,0 0 0,0-1 0,1 1 0,-1 0 0,0 0 0,1-1 0,-1 1 0,1-1 0,0 1 0,0-1 0,-1 1 0,1-1 0,0 0 0,0 0 0,0 0 0,0 0 0,0-1 0,0 1 0,1 0 0,-1-1 0,0 1 0,0-1 0,0 0 0,5 0 0,4 0 0,1-1 0,0-1 0,-1 0 0,13-3 0,1-1 0,97-13 0,-119 18 20,1 1 0,0-1 0,-1 0 0,1 0 0,4-3 0,-7 4-60,0 0 0,-1-1 0,1 1-1,-1 0 1,1-1 0,-1 1 0,1 0 0,0-1 0,-1 1 0,0-1-1,1 1 1,-1-1 0,1 1 0,-1-1 0,1 1 0,-1-1 0,0 0 0,0 1-1,1-1 1,-1 1 0,0-1 0,0 0 0,0 1 0,1-1 0,-1 0-1,0 1 1,0-1 0,0 0 0,0 1 0,0-1 0,0 0 0,-1 1 0,1-1-1,0 0 1,0 1 0,-1-2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3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24575,'2'5'0,"-1"1"0,1-1 0,0 1 0,0-1 0,0 0 0,1 0 0,0 0 0,6 9 0,7 6 0,1 0 0,21 18 0,-33-33 0,0 0 0,1 0 0,0-1 0,-1 0 0,1 0 0,1-1 0,-1 0 0,11 4 0,-14-6 0,-1 0 0,0-1 0,1 1 0,-1-1 0,0 0 0,1 0 0,-1 0 0,1 0 0,-1 0 0,0 0 0,1-1 0,-1 1 0,0-1 0,1 0 0,-1 0 0,0 0 0,0 0 0,1 0 0,-1 0 0,0 0 0,0-1 0,0 1 0,-1-1 0,1 1 0,0-1 0,-1 0 0,1 0 0,1-2 0,2-3 0,-2 0 0,1 0 0,-1 0 0,0-1 0,0 1 0,-1-1 0,2-8 0,-2 5 0,1 0 0,7-16 0,-9 26 0,-1 0 0,0 1 0,1-1 0,-1 0 0,0 0 0,1 1 0,-1-1 0,1 0 0,-1 1 0,1-1 0,0 1 0,-1-1 0,1 0 0,-1 1 0,1-1 0,0 1 0,0 0 0,-1-1 0,1 1 0,0 0 0,0-1 0,-1 1 0,1 0 0,0 0 0,0 0 0,0-1 0,0 1 0,-1 0 0,1 0 0,0 0 0,0 0 0,0 1 0,0-1 0,-1 0 0,1 0 0,0 0 0,0 1 0,-1-1 0,1 0 0,1 2 0,3 1 0,0 0 0,0 0 0,0 1 0,7 7 0,-5-3 0,101 86 0,-105-91-114,0-1 1,0 1-1,0-1 0,0 0 0,0 0 1,0 0-1,0 0 0,1 0 0,-1-1 1,1 1-1,4 0 0,2-1-6712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4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24575,'1'-1'0,"23"-16"0,0 0 0,2 2 0,-1 0 0,42-15 0,-63 28 0,0 1 0,0 0 0,0 0 0,0 0 0,0 1 0,1-1 0,-1 1 0,0 0 0,0 0 0,1 1 0,-1-1 0,0 1 0,0 0 0,0 0 0,0 0 0,0 1 0,7 3 0,-4-1 0,-2 0 0,1 1 0,0 0 0,-1 0 0,0 0 0,0 0 0,-1 1 0,1 0 0,5 9 0,4 12 0,-1 0 0,-1 0 0,10 36 0,-14-39 0,51 120 0,-34-88 0,21 69 0,-19 2 0,-17-76 0,-9-48 0,0 5 0,1 0 0,-1 0 0,0 0 0,-1 13 0,0-19 0,0-1 0,-1 1 0,1-1 0,0 1 0,-1-1 0,1 1 0,0-1 0,-1 1 0,0-1 0,1 0 0,-1 1 0,0-1 0,0 0 0,0 1 0,0-1 0,0 0 0,0 0 0,0 0 0,0 0 0,0 0 0,-1 0 0,1 0 0,0-1 0,0 1 0,-1 0 0,1-1 0,-1 1 0,1-1 0,-1 1 0,-2 0 0,-24 0-1365,14-1-5461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4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24575,'0'2'0,"4"129"0,-2-112 0,1-1 0,1 1 0,0-1 0,14 34 0,50 86-1365,-60-125-5461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5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0 190 24575,'23'0'0,"2"0"0,0 0 0,40-6 0,-32 1 0,0 1 0,35 2 0,27-3 0,160-2 0,-68 5 0,-116-6 0,-39 4 0,32 0 0,-38 5 0,0-2 0,42-7 0,-28 2 0,-40 6 0,0 0 0,0 0 0,0 0 0,0 0 0,0 0 0,0 0 0,0 0 0,0 0 0,0 0 0,1 0 0,-1 0 0,0 0 0,0 0 0,0 0 0,0 0 0,0 0 0,0 0 0,0 0 0,0 0 0,0 0 0,0 0 0,0 0 0,0 0 0,0 0 0,0-1 0,0 1 0,1 0 0,-1 0 0,0 0 0,0 0 0,0 0 0,0 0 0,0 0 0,0 0 0,0 0 0,0 0 0,0 0 0,0 0 0,0 0 0,0-1 0,0 1 0,0 0 0,0 0 0,0 0 0,0 0 0,0 0 0,0 0 0,0 0 0,0 0 0,0 0 0,0 0 0,0 0 0,0 0 0,-1-1 0,1 1 0,0 0 0,0 0 0,0 0 0,0 0 0,0 0 0,0 0 0,0 0 0,0 0 0,0 0 0,-7-6 0,-11-4 0,3 2 0,-1 0 0,1-2 0,0 0 0,1 0 0,1-1 0,-1-1 0,2 0 0,-13-15 0,25 26 0,2 1 0,6 6 0,11 9 0,30 27 0,-20-18 0,42 45 0,-70-68 0,0 0 0,0-1 0,0 1 0,0 0 0,-1 0 0,1 0 0,0 0 0,-1 0 0,1 1 0,-1-1 0,1 0 0,-1 0 0,1 0 0,-1 0 0,0 1 0,1-1 0,-1 0 0,0 0 0,0 1 0,0-1 0,0 0 0,0 0 0,0 1 0,0-1 0,-1 2 0,-1-1 0,1 0 0,0-1 0,-1 1 0,1-1 0,-1 1 0,0-1 0,1 1 0,-1-1 0,0 0 0,0 0 0,0 0 0,0 0 0,0 0 0,-3 0 0,-11 5 0,-32 5 0,-11 3 0,-1 6-1365,43-16-5461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6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 24575,'-7'-3'0,"6"9"0,6 11 0,2-7 0,1 0 0,0-1 0,1 1 0,9 7 0,3 3 0,-12-10 0,1-1 0,1 0 0,0 0 0,0-1 0,0-1 0,1 0 0,0 0 0,1-1 0,0-1 0,-1 0 0,2-1 0,-1 0 0,27 4 0,-38-8 0,1 0 0,0 0 0,0 0 0,0 0 0,-1-1 0,1 1 0,0-1 0,0 1 0,-1-1 0,1 0 0,-1 0 0,1 0 0,-1 0 0,1-1 0,3-2 0,-3 1 0,0 0 0,0 0 0,0 0 0,0 0 0,-1 0 0,1-1 0,-1 1 0,0-1 0,2-6 0,0 0 0,-1-1 0,0 1 0,0-1 0,-1 0 0,-1 0 0,0 0 0,0-12 0,-3-16 0,-5 60 0,3 4 0,2 0 0,0 1 0,1-1 0,5 44 0,23 99 0,-15-108 0,7 95 0,-19-152 0,1 0 0,-2 0 0,1 0 0,0 0 0,-1 1 0,1-1 0,-2 5 0,1-8 0,1 1 0,0-1 0,-1 1 0,1 0 0,0-1 0,-1 1 0,1-1 0,-1 1 0,1-1 0,-1 1 0,1-1 0,-1 0 0,1 1 0,-1-1 0,0 0 0,1 1 0,-1-1 0,0 0 0,1 1 0,-1-1 0,0 0 0,1 0 0,-1 0 0,0 0 0,1 0 0,-1 0 0,0 0 0,1 0 0,-1 0 0,0 0 0,0 0 0,1 0 0,-1-1 0,1 1 0,-1 0 0,0 0 0,1-1 0,-1 1 0,0 0 0,0-1 0,-4-2 0,1 0 0,-1 0 0,1 0 0,0-1 0,0 1 0,0-1 0,1 0 0,-1 0 0,1 0 0,0-1 0,0 1 0,-3-7 0,1 2 0,1-1 0,0 1 0,0-1 0,1 0 0,-3-16 0,6 22 9,-1 0-1,1-1 1,0 1-1,1 0 1,-1 0 0,1-1-1,-1 1 1,1 0-1,0 0 1,1 0-1,-1 0 1,1 0-1,2-5 1,0 3-195,0 1 1,0-1-1,0 1 0,0 0 1,1 0-1,0 0 1,9-6-1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7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34 24575,'11'-2'0,"-4"2"0,-1-1 0,0 0 0,-1 0 0,1 0 0,0-1 0,0 0 0,0 0 0,5-4 0,-11 6 0,0 0 0,0 0 0,-1 0 0,1 0 0,0 0 0,0 0 0,0 0 0,-1 0 0,1 0 0,0 0 0,0 0 0,0 0 0,-1-1 0,1 1 0,0 0 0,0 0 0,0 0 0,-1 0 0,1 0 0,0 0 0,0-1 0,0 1 0,0 0 0,0 0 0,-1 0 0,1-1 0,0 1 0,0 0 0,0 0 0,0 0 0,0-1 0,0 1 0,0 0 0,0 0 0,0 0 0,0-1 0,0 1 0,0 0 0,0 0 0,0-1 0,0 1 0,0 0 0,0 0 0,0 0 0,0-1 0,0 1 0,0 0 0,0 0 0,0 0 0,0-1 0,0 1 0,1 0 0,-1 0 0,0 0 0,0 0 0,0-1 0,0 1 0,1 0 0,-1 0 0,0 0 0,0 0 0,0 0 0,0-1 0,1 1 0,-1 0 0,0 0 0,0 0 0,1 0 0,-19-3 0,10 2 0,-2 0 0,0 0 0,1 1 0,-1 0 0,0 1 0,1-1 0,-19 5 0,27-4 0,-1 0 0,1 0 0,-1 0 0,1 0 0,0 0 0,0 0 0,-1 0 0,1 0 0,0 1 0,0-1 0,0 0 0,0 1 0,0-1 0,0 1 0,1-1 0,-1 1 0,1-1 0,-1 1 0,1 0 0,-1-1 0,1 1 0,0 0 0,-1-1 0,1 1 0,0 0 0,0-1 0,1 3 0,0 6 0,0 0 0,1 0 0,3 13 0,-3-17 0,7 25 0,2-1 0,19 38 0,-16-40 0,-2 1 0,15 49 0,30 194 0,-42-179 0,-15-91 0,1 0 0,-1 0 0,0 0 0,1 0 0,0 0 0,-1 0 0,1 0 0,0 0 0,0 0 0,0 0 0,0 0 0,1 0 0,-1-1 0,0 1 0,1 0 0,-1-1 0,1 1 0,0-1 0,-1 0 0,4 3 0,-1-3 0,0 0 0,-1 1 0,1-1 0,0-1 0,-1 1 0,1 0 0,0-1 0,0 0 0,0 0 0,-1 0 0,5-1 0,40-7 0,-33 4 0,0 2 0,16-1 0,-22 2-117,-3 1 180,1 0 0,-1 0-1,13-3 1,-18 3-121,0-1 1,0 1-1,1-1 0,-1 1 1,0-1-1,0 1 0,0-1 1,0 1-1,0-1 0,0 0 1,0 0-1,0 0 0,0 1 1,0-1-1,0 0 1,0 0-1,0 0 0,-1 0 1,1-1-1,0 1 0,-1 0 1,1 0-1,-1 0 0,0 0 1,1-2-1,0-5-6768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8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24575,'20'44'0,"-15"-35"0,0 0 0,0-1 0,1 1 0,12 13 0,30 26 0,-41-41 0,0-1 0,1 0 0,-1-1 0,1 0 0,1 0 0,-1-1 0,11 4 0,-17-7 0,1 0 0,0 0 0,-1 0 0,1-1 0,0 1 0,0-1 0,-1 1 0,1-1 0,0 0 0,0 0 0,0-1 0,0 1 0,-1 0 0,1-1 0,0 0 0,0 0 0,-1 0 0,1 0 0,0 0 0,-1 0 0,1-1 0,-1 1 0,0-1 0,1 1 0,-1-1 0,0 0 0,3-4 0,-2 1 0,0 1 0,0-1 0,-1 0 0,0 0 0,0-1 0,0 1 0,-1 0 0,0-1 0,0 1 0,1-10 0,-2 9 0,1 1 0,-1-1 0,2 1 0,-1-1 0,0 1 0,1 0 0,0-1 0,0 1 0,6-9 0,-7 13 0,-1 1 0,0-1 0,1 1 0,-1 0 0,1-1 0,-1 1 0,1-1 0,-1 1 0,1 0 0,0-1 0,-1 1 0,1 0 0,-1-1 0,1 1 0,0 0 0,-1 0 0,1 0 0,0 0 0,-1-1 0,1 1 0,0 0 0,-1 0 0,2 1 0,0-1 0,0 0 0,-1 1 0,1 0 0,0-1 0,-1 1 0,1 0 0,-1 0 0,1 0 0,1 1 0,4 4 0,-1 0 0,12 14 0,-14-15 0,26 31-87,72 76-1191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5:38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24575,'11'-8'0,"1"1"0,0-1 0,0 2 0,1-1 0,22-6 0,-28 11 0,-1 0 0,1 1 0,-1 0 0,1 0 0,-1 1 0,1 0 0,-1 0 0,1 1 0,-1-1 0,1 1 0,-1 1 0,1-1 0,-1 1 0,9 4 0,-6-2 0,0 0 0,0 1 0,-1 0 0,14 11 0,-19-14 0,0 0 0,-1 1 0,1 0 0,-1 0 0,1 0 0,-1 0 0,0 0 0,0 0 0,-1 1 0,1-1 0,0 1 0,-1-1 0,0 1 0,0-1 0,1 6 0,7 55 0,23 80 0,29 58 0,-5-18 0,-54-176 0,0-1 0,0 0 0,-1 1 0,0 0 0,0 10 0,-1-16 0,-1 0 0,1 0 0,0 0 0,-1 0 0,1 0 0,-1 0 0,1 0 0,-1-1 0,0 1 0,0 0 0,0 0 0,0-1 0,0 1 0,0 0 0,-1-1 0,1 1 0,0-1 0,-1 0 0,1 1 0,-1-1 0,1 0 0,-1 0 0,0 0 0,0 0 0,-2 1 0,-5 1 18,-1-1-1,1 0 1,0 0-1,-1-1 1,1 0 0,-15-1-1,9 0-761,-22 3 0,21 0-6082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11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791 47 24575,'46'-4'0,"142"-9"0,-146 12 0,-1 2 0,61 10 0,-99-11 0,0 1 0,0 0 0,0-1 0,0 1 0,0 1 0,3 1 0,-6-3 0,0 0 0,0 0 0,0 0 0,1 0 0,-1 0 0,0 0 0,0 0 0,0 0 0,0 0 0,0 0 0,0 1 0,1-1 0,-1 0 0,0 0 0,0 0 0,0 0 0,0 0 0,0 1 0,0-1 0,0 0 0,0 0 0,0 0 0,0 0 0,0 0 0,0 1 0,0-1 0,0 0 0,0 0 0,0 0 0,0 0 0,0 1 0,0-1 0,0 0 0,0 0 0,0 0 0,0 0 0,0 1 0,0-1 0,-12 5 0,-21 2 0,-1-2 0,-48 2 0,-72-6 0,80-2 0,-349-26 0,71-21 0,293 45-1365,47 3-5461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12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423 239 24575,'5'0'0,"1"1"0,-1-1 0,0 0 0,1 0 0,-1-1 0,0 1 0,1-1 0,-1-1 0,0 1 0,0-1 0,0 1 0,5-4 0,-9 5 0,-1 0 0,0 0 0,0 0 0,1-1 0,-1 1 0,0 0 0,0 0 0,1-1 0,-1 1 0,0 0 0,0 0 0,0-1 0,0 1 0,1 0 0,-1-1 0,0 1 0,0 0 0,0-1 0,0 1 0,0 0 0,0 0 0,0-1 0,0 1 0,0 0 0,0-1 0,0 1 0,0 0 0,0-1 0,0 1 0,0 0 0,0-1 0,0 1 0,-10-10 0,-14-4 0,-273-108 0,245 102 0,25 11 0,2-1 0,-40-22 0,136 61 0,38 29 0,30 14 0,181 88 0,-319-159 0,0-1 0,0 1 0,0-1 0,0 1 0,0 0 0,0 0 0,0-1 0,0 1 0,0 0 0,0 0 0,0 0 0,0 0 0,0 0 0,-1 0 0,1 1 0,-1-1 0,1 0 0,-1 0 0,1 0 0,0 3 0,-1-3 0,-1 0 0,1 1 0,0-1 0,-1 0 0,1 0 0,-1 0 0,1 1 0,-1-1 0,1 0 0,-1 0 0,0 0 0,0 0 0,1 0 0,-1 0 0,0 0 0,0-1 0,0 1 0,0 0 0,0 0 0,0-1 0,-2 2 0,-6 3 0,-1 0 0,1-1 0,-1 0 0,0 0 0,0-1 0,-15 3 0,-65 5 0,78-10 0,-6 1-227,0 1-1,0 1 1,0 0-1,0 2 1,-16 7-1,20-8-6598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6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121 615 24575,'4'0'0,"-1"0"0,1-1 0,-1 1 0,1-1 0,-1 0 0,0 0 0,1 0 0,-1 0 0,0 0 0,0-1 0,0 0 0,0 1 0,0-1 0,0 0 0,0 0 0,0-1 0,-1 1 0,1-1 0,-1 1 0,0-1 0,0 0 0,0 0 0,0 0 0,0 0 0,2-6 0,-1 2 0,-1 0 0,0 0 0,0 0 0,-1-1 0,1 1 0,-2-1 0,1 1 0,-1-1 0,0 1 0,-1 0 0,-1-11 0,-7-21 0,-24-68 0,-25-36 0,32 82 0,16 34 0,5 12 0,-1 1 0,-1-1 0,-14-22 0,21 36 0,0 1 0,0 0 0,0-1 0,0 1 0,0 0 0,-1-1 0,1 1 0,0 0 0,0 0 0,-1-1 0,1 1 0,0 0 0,0-1 0,-1 1 0,1 0 0,0 0 0,-1 0 0,1-1 0,0 1 0,-1 0 0,1 0 0,0 0 0,-1 0 0,1 0 0,0 0 0,-1-1 0,1 1 0,-1 0 0,1 0 0,0 0 0,-1 0 0,1 0 0,-1 1 0,1-1 0,0 0 0,-1 0 0,1 0 0,0 0 0,-1 0 0,1 0 0,0 1 0,-1-1 0,1 0 0,0 0 0,-1 0 0,1 1 0,0-1 0,0 0 0,-1 0 0,1 1 0,0-1 0,0 0 0,-1 1 0,1-1 0,0 0 0,0 1 0,0-1 0,0 0 0,0 1 0,-1-1 0,1 1 0,0-1 0,0 1 0,-7 29 0,6-25 0,-2 18 0,1 0 0,1 0 0,0 0 0,2 0 0,1 0 0,1 0 0,1 0 0,11 38 0,-5-30 0,2 0 0,1-1 0,1-1 0,2 0 0,30 42 0,-29-46 0,-9-12 0,1-1 0,0 0 0,1 0 0,0-1 0,17 14 0,-25-24 0,0 1 0,0-1 0,0 0 0,0 0 0,0 0 0,0 0 0,1 0 0,-1 0 0,0 0 0,0-1 0,1 1 0,-1-1 0,1 0 0,-1 0 0,0 0 0,1 0 0,-1 0 0,1 0 0,-1-1 0,0 1 0,1-1 0,-1 0 0,0 1 0,1-1 0,-1 0 0,0 0 0,0-1 0,0 1 0,0 0 0,0-1 0,0 1 0,0-1 0,-1 0 0,1 1 0,0-1 0,-1 0 0,0 0 0,1 0 0,-1 0 0,0 0 0,0 0 0,0-1 0,0 1 0,0 0 0,0-4 0,2-9-1365,-1 1-5461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6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24575,'1'8'0,"-1"-1"0,1 0 0,0 0 0,1 0 0,0 0 0,0 0 0,0 0 0,1-1 0,0 1 0,0-1 0,7 10 0,0-2 0,2 1 0,-1-2 0,21 18 0,-18-22 120,-14-9-148,0 0 0,1 0 0,-1 0 0,0 0 0,0 0 0,1 0 0,-1 0 0,0 0 0,1 0 0,-1 0 0,0 0 0,0 0 0,1 0 0,-1 0 0,0 0 0,1 0 0,-1 0 0,0 0 0,0 0 0,1 0 0,-1-1 0,0 1 0,0 0 0,0 0 0,1 0-1,-1 0 1,0-1 0,0 1 0,0 0 0,1 0 0,-1 0 0,0-1 0,0 1 0,0 0 0,0 0 0,0-1 0,1 1 0,-1 0 0,0-1 0,0 1 0,0 0 0,0 0 0,0-1 0,0 1 0,0 0 0,0-1 0,0 1 0,0 0 0,0 0 0,0-1 0,0 1 0,-1 0 0,1-9-6798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6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0,0 5 0,0 4 0,0 4 0,0-1-8191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7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24575,'2'3'0,"120"242"0,-118-238 0,1-1 0,-1 0 0,1 0 0,0 0 0,6 6 0,-10-11 0,1 0 0,-1 0 0,0 0 0,1 0 0,-1-1 0,0 1 0,1 0 0,-1-1 0,1 1 0,0 0 0,-1-1 0,1 0 0,1 1 0,-2-1 0,0 0 0,0-1 0,0 1 0,0 0 0,0 0 0,1-1 0,-1 1 0,0 0 0,0-1 0,-1 1 0,1-1 0,0 0 0,0 1 0,0-1 0,0 0 0,0 1 0,-1-1 0,1 0 0,0 0 0,0 0 0,0-1 0,3-5 0,0 0 0,-1-1 0,0 1 0,0-1 0,-1 0 0,0 1 0,0-1 0,-1 0 0,0 0 0,0 0 0,-2-13 0,2 6 0,0 0 0,3-15 0,-4 29 0,0-1 0,0 1 0,1 0 0,-1 0 0,0 0 0,1 0 0,-1 0 0,1 0 0,-1 0 0,1 0 0,-1 0 0,1 0 0,0 0 0,-1 0 0,1 0 0,0 0 0,0 0 0,-1 1 0,1-1 0,0 0 0,0 1 0,0-1 0,0 0 0,1 0 0,0 1 0,-1 0 0,1 0 0,-1 0 0,1 1 0,0-1 0,-1 0 0,1 0 0,-1 1 0,0-1 0,1 1 0,-1 0 0,1-1 0,-1 1 0,0 0 0,1 0 0,-1 0 0,2 1 0,8 8 0,0 1 0,-1-1 0,16 23 0,6 7 0,-14-21 0,0-1 0,41 32 0,-51-45 0,1-1 0,-1 0 0,1 0 0,0-1 0,0 0 0,0-1 0,0 0 0,1 0 0,-1-1 0,1 0 0,-1 0 0,1-1 0,-1-1 0,1 0 0,17-4 0,-15 2 0,-1-1 0,0-1 0,0 0 0,0 0 0,-1-1 0,1-1 0,9-7 0,-2-2 0,0 0 0,24-28 0,-39 41 0,0 0 0,0-1 0,-1 1 0,1-1 0,-1 0 0,0 0 0,0 0 0,-1 0 0,1 0 0,-1 0 0,0 0 0,0 0 0,0-1 0,0-5 0,-1 5 0,-1 0 0,1 0 0,-1-1 0,0 1 0,0 0 0,-1 1 0,0-1 0,0 0 0,0 0 0,0 1 0,-6-9 0,-3-4 0,-16-17 0,22 28 0,0 0 0,0 1 0,-1 0 0,0 0 0,0 0 0,-10-4 0,15 8 0,0 0 0,-1 1 0,1-1 0,-1 0 0,1 1 0,0 0 0,-1-1 0,1 1 0,-1 0 0,1 0 0,-1 0 0,1 0 0,-1 0 0,1 0 0,-1 0 0,1 0 0,-1 1 0,1-1 0,-3 1 0,2 0 0,0 0 0,0 1 0,0-1 0,1 0 0,-1 1 0,0 0 0,0-1 0,1 1 0,-1 0 0,1 0 0,-2 2 0,-1 3 0,0 1 0,1-1 0,0 1 0,0 0 0,1-1 0,-2 11 0,3-9 0,0 0 0,0 0 0,1 0 0,0 1 0,0-1 0,1 0 0,1 0 0,-1 0 0,2 0 0,-1 0 0,1 0 0,0 0 0,7 11 0,-3-8 0,0-1 0,0 0 0,1 0 0,1-1 0,0 0 0,0 0 0,1-1 0,20 14 0,-23-18 0,0-1 0,1 0 0,-1 0 0,1-1 0,0 0 0,0 0 0,0-1 0,0 0 0,0 0 0,0-1 0,0 0 0,1 0 0,-1-1 0,0 0 0,1-1 0,-1 1 0,0-2 0,11-2 0,-7 0 0,1 0 0,-1-1 0,0 0 0,0-1 0,-1 0 0,0-1 0,0 0 0,0-1 0,-1-1 0,18-18 0,-4 0-1365,-14 17-5461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8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88 24575,'-21'-14'0,"-56"-32"0,67 41 0,1 1 0,-1 0 0,1 0 0,-1 1 0,0 0 0,-15-1 0,22 4 0,1-1 0,-1 1 0,0 0 0,0 0 0,0 1 0,0-1 0,0 0 0,1 1 0,-1 0 0,0 0 0,0 0 0,1 0 0,-1 0 0,1 0 0,-4 3 0,4-3 0,0 1 0,1 0 0,-1-1 0,0 1 0,1 0 0,-1 0 0,1 1 0,0-1 0,0 0 0,0 0 0,0 0 0,0 1 0,0-1 0,1 1 0,-1-1 0,1 0 0,-1 5 0,0 8 0,1 0 0,0 0 0,1 0 0,1 0 0,0-1 0,9 28 0,-9-34 0,1 0 0,1 0 0,-1 0 0,1-1 0,0 0 0,1 0 0,0 0 0,0 0 0,0 0 0,1-1 0,0 0 0,0-1 0,11 9 0,-14-13 0,0 1 0,-1 0 0,1-1 0,0 0 0,0 1 0,0-1 0,0 0 0,0-1 0,0 1 0,0 0 0,0-1 0,0 0 0,1 0 0,-1 0 0,0 0 0,0 0 0,0 0 0,0-1 0,0 0 0,0 1 0,0-1 0,0 0 0,0-1 0,0 1 0,0-1 0,0 1 0,4-4 0,-2 1 0,0-1 0,-1 1 0,1-1 0,-1 0 0,0 0 0,-1 0 0,1-1 0,-1 1 0,0-1 0,0 0 0,0 0 0,2-10 0,-2 3 0,-1 7 0,-1 0 0,1 0 0,0 0 0,0 0 0,1 0 0,3-5 0,-5 9 0,0 1 0,0 0 0,0 0 0,0 0 0,0 0 0,0 0 0,0 0 0,1 1 0,-1-1 0,0 0 0,0 0 0,1 1 0,-1-1 0,0 1 0,1-1 0,-1 1 0,1 0 0,-1-1 0,1 1 0,-1 0 0,0 0 0,1 0 0,-1 0 0,1 0 0,-1 1 0,1-1 0,-1 0 0,1 1 0,-1-1 0,0 1 0,3 0 0,12 7 0,-1 0 0,0 1 0,0 1 0,22 19 0,-6-6 0,28 16 0,122 60 0,-94-55 0,-87-44 0,15 8 0,0 0 0,1-1 0,-1-1 0,23 6 0,-38-12 0,1 0 0,0 1 0,-1-1 0,1 0 0,0 0 0,0 0 0,-1 0 0,1 0 0,0 0 0,0 0 0,-1 0 0,1 0 0,0 0 0,0-1 0,-1 1 0,1 0 0,0 0 0,-1-1 0,2 0 0,-2 1 0,0 0 0,0-1 0,1 1 0,-1 0 0,0-1 0,0 1 0,0-1 0,0 1 0,0-1 0,0 1 0,0 0 0,0-1 0,0 1 0,0-1 0,0 1 0,0-1 0,0 1 0,0 0 0,0-1 0,0 1 0,0-1 0,-1 1 0,1-1 0,-3-4 0,0 0 0,0 1 0,-6-8 0,7 9 0,-162-227 0,161 224 0,0 1 0,0-1 0,1 0 0,-1 0 0,1-1 0,0 1 0,1 0 0,0-1 0,0 1 0,0-1 0,1-8 0,0 12 0,0 0 0,0 0 0,1 1 0,-1-1 0,1 0 0,-1 0 0,1 1 0,0-1 0,1 0 0,-1 1 0,0-1 0,1 1 0,-1-1 0,1 1 0,0 0 0,0 0 0,-1-1 0,2 1 0,-1 1 0,0-1 0,0 0 0,1 0 0,-1 1 0,0 0 0,1-1 0,0 1 0,4-1 0,1-1 11,0 2 0,0-1 0,1 1 0,-1 0 0,0 1 0,1 0 0,-1 0 0,0 1 0,16 3 0,2 3-604,42 16 0,-61-20 304,6 2-6537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8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24575,'3'13'0,"3"7"0,3-1 0,3 1 0,2-2 0,1-1 0,-2-1 0,-1 0 0,1-1 0,0 0 0,-2 0 0,0-3 0,-2 0 0,-5-3 0,-4-5 0,-3-3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8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30 24575,'2'-10'0,"-1"-1"0,-1 4 0,-1 5 0,-2 4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9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24575,'96'264'0,"-46"-114"0,-45-136 0,66 168 0,-65-172-1365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9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365 109 24575,'-24'-11'0,"-9"-5"0,-5-1 0,1 4 0,5 0 0,5 3 0,2 3 0,3 0 0,2 2 0,2 0 0,2 3 0,0 1 0,1 0 0,1 1 0,-1 0 0,3 0-8191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29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24575,'0'6'0,"0"0"0,0 0 0,1-1 0,0 1 0,0 0 0,1-1 0,0 1 0,0 0 0,5 9 0,-6-13 0,0-1 0,0 1 0,1 0 0,-1 0 0,0-1 0,1 1 0,-1-1 0,1 1 0,0-1 0,0 0 0,-1 1 0,1-1 0,0 0 0,0 0 0,0-1 0,0 1 0,0 0 0,0-1 0,0 1 0,1-1 0,-1 1 0,0-1 0,0 0 0,0 0 0,0 0 0,1 0 0,-1-1 0,0 1 0,4-1 0,-2-1 0,0 1 0,0-1 0,-1 1 0,1-1 0,0 0 0,-1 0 0,1-1 0,-1 1 0,0-1 0,0 0 0,0 1 0,0-2 0,0 1 0,2-3 0,3-7 0,0 0 0,10-22 0,0 0 0,-10 18 0,-7 14 0,0-1 0,1 1 0,0-1 0,0 1 0,0 0 0,0 0 0,0 0 0,4-3 0,-6 6 0,0 0 0,0 0 0,1 0 0,-1 0 0,0 0 0,0 1 0,1-1 0,-1 0 0,0 0 0,0 0 0,0 0 0,1 0 0,-1 1 0,0-1 0,0 0 0,0 0 0,0 0 0,1 1 0,-1-1 0,0 0 0,0 0 0,0 1 0,0-1 0,0 0 0,0 0 0,0 1 0,0-1 0,0 0 0,0 0 0,0 1 0,0-1 0,0 0 0,0 1 0,0-1 0,0 0 0,0 0 0,0 1 0,1 12 0,7 86 0,22 102 0,-14-109 0,6 137 0,-21-196 0,1-12 0,-2 0 0,-1 0 0,-4 31 0,5-50 0,-1-1 0,1 1 0,-1 0 0,1 0 0,-1 0 0,0-1 0,0 1 0,0 0 0,0-1 0,0 1 0,0-1 0,0 1 0,0-1 0,-1 0 0,1 1 0,0-1 0,-1 0 0,1 0 0,-4 2 0,3-2 0,0 0 0,-1-1 0,1 1 0,0-1 0,-1 1 0,1-1 0,-1 0 0,1 0 0,-1 0 0,1 0 0,-1 0 0,1 0 0,-4-2 0,2 1 0,-1 0 0,1 0 0,-1-1 0,1 0 0,0 0 0,0 0 0,0-1 0,0 1 0,1-1 0,-1 0 0,1 0 0,-1 0 0,1 0 0,0-1 0,-5-6 0,7 6 5,-1 0 1,1 0-1,0 0 0,-1-1 0,2 1 0,-1 0 1,1 0-1,-1-1 0,1 1 0,0 0 1,0-1-1,1 1 0,0 0 0,-1-1 0,1 1 1,1 0-1,-1 0 0,1 0 0,-1 0 0,1 0 1,0 0-1,3-3 0,0 0-154,0 0 1,0 0-1,1 0 1,-1 1-1,2-1 1,-1 1-1,1 1 1,-1 0-1,16-10 1,-9 9-6678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0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1 24575,'-20'20'0,"-10"10"0,-3 3 0,3-5 0,3-5 0,6-6-8191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1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24575,'2'49'0,"2"0"0,2 0 0,3-1 0,21 73 0,-10-51 0,1 2 0,40 92 0,-60-161 17,0 0 0,1 0 1,-1-1-1,1 1 0,0 0 0,4 4 0,-6-7-79,1 1 0,0 0 0,0-1 0,0 1 1,0-1-1,0 1 0,0-1 0,0 1 0,0-1 0,0 0 0,0 1 0,0-1 1,0 0-1,0 0 0,0 0 0,0 0 0,0 0 0,0 0 0,0 0 0,0 0 1,0 0-1,0-1 0,2 1 0,5-3-6764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1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78 24575,'-31'-5'0,"-15"-4"0,-6-1 0,2-2 0,6 3 0,6-2 0,6 3 0,7 2 0,4 2 0,4 1 0,2 2 0,0 1 0,1 0 0,3 3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1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24575,'-3'5'0,"0"5"0,-1 2 0,2 3 0,2 0 0,3 2 0,2-4 0,1-3-8191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1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24575,'-2'8'0,"-2"5"0,1 0-8191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2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24575,'5'18'0,"2"-1"0,0 0 0,1 0 0,0-1 0,2 0 0,15 20 0,-19-29 0,-1 0 0,1-1 0,1 1 0,-1-2 0,1 1 0,0-1 0,1 0 0,-1 0 0,1-1 0,0 0 0,14 5 0,-19-8 0,0 0 0,0 0 0,0 0 0,0 0 0,0-1 0,0 0 0,1 1 0,-1-1 0,0 0 0,0-1 0,1 1 0,-1 0 0,0-1 0,0 0 0,0 0 0,0 0 0,0 0 0,0 0 0,0-1 0,0 1 0,0-1 0,0 0 0,-1 0 0,1 0 0,-1 0 0,0 0 0,1 0 0,-1-1 0,0 1 0,0-1 0,0 0 0,-1 0 0,1 1 0,1-4 0,0-4 0,1 0 0,-1 0 0,3-17 0,-4 15 0,1 1 0,4-13 0,-7 24 0,0 0 0,0 0 0,0 0 0,0-1 0,0 1 0,0 0 0,0 0 0,0 0 0,1 0 0,-1-1 0,0 1 0,0 0 0,0 0 0,0 0 0,0 0 0,0-1 0,1 1 0,-1 0 0,0 0 0,0 0 0,0 0 0,1 0 0,-1 0 0,0 0 0,0 0 0,0-1 0,0 1 0,1 0 0,-1 0 0,0 0 0,0 0 0,1 0 0,-1 0 0,0 0 0,0 0 0,1 0 0,6 7 0,8 17 0,-12-18 0,0-1 0,0 0 0,0 0 0,1-1 0,0 1 0,0-1 0,0 0 0,1 0 0,-1-1 0,1 1 0,7 3 0,-10-6 0,0 0 0,0 0 0,0 0 0,0 0 0,0-1 0,0 1 0,0-1 0,0 1 0,0-1 0,0 0 0,0 0 0,0 0 0,0 0 0,0 0 0,0 0 0,1-1 0,-1 1 0,0-1 0,0 1 0,0-1 0,0 0 0,0 0 0,-1 0 0,1 0 0,0 0 0,0 0 0,-1-1 0,1 1 0,0 0 0,-1-1 0,0 1 0,2-3 0,3-3 0,-5 5 0,1 0 0,0 0 0,-1 0 0,1 0 0,0 0 0,0 0 0,4-2 0,-5 4 0,0-1 0,0 1 0,0 0 0,0-1 0,1 1 0,-1 0 0,0 0 0,0 0 0,0 0 0,1 0 0,-1 0 0,0 0 0,0 0 0,0 1 0,1-1 0,-1 0 0,0 1 0,0-1 0,0 1 0,2 0 0,10 6 0,20 15 0,-25-16 0,0-1 0,0 0 0,0 0 0,1 0 0,0-1 0,16 5 0,-12-6 0,0-1 0,0-1 0,0 0 0,0 0 0,0-2 0,0 1 0,0-2 0,0 0 0,0 0 0,0-1 0,0-1 0,-1 0 0,22-10 0,-25 9 0,0 0 0,0 0 0,-1-1 0,1 0 0,-1 0 0,-1-1 0,1 0 0,-1 0 0,-1-1 0,1 0 0,-1 0 0,-1-1 0,1 1 0,-1-1 0,-1 0 0,0-1 0,0 1 0,3-13 0,-7 18 0,1 0 0,-1 0 0,1 0 0,-1 0 0,0 0 0,-1 0 0,1 0 0,-1 0 0,0 0 0,-1-5 0,2 8 0,-1 0 0,1 0 0,0 0 0,-1 0 0,1 1 0,-1-1 0,1 0 0,-1 0 0,1 0 0,-1 1 0,0-1 0,1 0 0,-1 1 0,0-1 0,0 1 0,1-1 0,-1 0 0,0 1 0,0 0 0,0-1 0,0 1 0,0 0 0,1-1 0,-1 1 0,0 0 0,0 0 0,0 0 0,0-1 0,0 1 0,0 0 0,0 0 0,0 1 0,0-1 0,0 0 0,0 0 0,0 0 0,0 1 0,0-1 0,1 0 0,-1 1 0,0-1 0,0 1 0,0-1 0,1 1 0,-1-1 0,-1 2 0,-1 1 0,0-1 0,0 1 0,0 0 0,1 0 0,-1 0 0,1 0 0,0 0 0,0 0 0,0 0 0,0 1 0,0-1 0,1 1 0,0 0 0,0-1 0,0 1 0,0 0 0,0 0 0,1 0 0,-1 5 0,1-3 0,0-1 0,0 1 0,1-1 0,0 1 0,0 0 0,0-1 0,0 1 0,1-1 0,0 0 0,0 0 0,0 1 0,6 7 0,-1-3 0,1-1 0,0-1 0,1 0 0,0 0 0,0-1 0,0 0 0,20 11 0,-9-8 0,0 0 0,0-2 0,28 8 0,-23-10-273,0-1 0,0-2 0,0 0 0,35-1 0,-41-2-6553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3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63 24575,'-28'-5'0,"-15"-4"0,-3-1 0,2 1 0,5 0 0,7 2 0,4 1 0,4 2 0,3 2 0,1 1 0,0 1 0,4 0-8191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3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24575,'5'28'0,"4"12"0,4 3 0,-1-5 0,-2-8-8191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3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24575,'0'5'0,"0"5"0,0 0-8191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4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24575,'4'7'0,"22"29"0,39 45 0,-63-79 0,0 1 0,1-1 0,-1 1 0,1-1 0,0 0 0,0 0 0,-1 0 0,1-1 0,1 1 0,-1-1 0,0 1 0,4 0 0,-5-2 0,0 0 0,-1 0 0,1 0 0,0 0 0,0 0 0,-1 0 0,1-1 0,0 1 0,0-1 0,-1 1 0,1-1 0,0 1 0,-1-1 0,1 0 0,-1 0 0,1 0 0,-1 0 0,0 0 0,1 0 0,-1 0 0,0-1 0,0 1 0,1 0 0,-1-1 0,1-1 0,17-28 0,5-7 0,-22 35 0,0 1 0,0-1 0,1 0 0,-1 1 0,1 0 0,0-1 0,0 1 0,0 0 0,5-2 0,-6 3 0,0 0 0,0 0 0,1 1 0,-1-1 0,0 1 0,0 0 0,0-1 0,0 1 0,1 0 0,-1 0 0,0 0 0,0 1 0,1-1 0,-1 1 0,0-1 0,0 1 0,3 1 0,-1 0 0,-1 0 0,1 0 0,0 0 0,-1 1 0,0 0 0,0 0 0,0 0 0,5 5 0,-1 1 0,-1 1 0,0 0 0,0 0 0,-1 0 0,7 20 0,-6-11-1365,-3-3-5461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4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24575,'67'62'0,"19"19"0,-69-64 0,0-1 0,0 0 0,26 16 0,-41-30 0,1-1 0,-1 1 0,1-1 0,0 1 0,0-1 0,0 0 0,0 0 0,0 0 0,0 0 0,0 0 0,0-1 0,4 1 0,-5-2 0,0 1 0,-1 0 0,1-1 0,0 1 0,-1-1 0,1 1 0,-1-1 0,1 0 0,-1 1 0,1-1 0,-1 0 0,1 0 0,-1 0 0,0 0 0,0-1 0,1 1 0,-1 0 0,0 0 0,0-1 0,0 1 0,0-1 0,-1 1 0,1-1 0,0-1 0,5-13 0,-1 0 0,0-1 0,-1 1 0,-2-1 0,3-25 0,-5 39 0,0-3 0,3-10 0,-2-1 0,0 0 0,-1 1 0,-1-1 0,-3-24 0,3 38-76,0 0 1,0 1-1,0-1 0,0 0 0,0 1 0,-1-1 0,1 1 0,-1 0 1,0 0-1,1-1 0,-1 1 0,0 0 0,0 0 0,0 1 1,-1-1-1,1 0 0,-4-2 0,-4 1-6750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5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97 24575,'-5'-11'0,"0"1"0,-1-1 0,0 1 0,0 1 0,-12-15 0,16 22 0,0 0 0,0 0 0,0 0 0,-1 0 0,1 1 0,0-1 0,-1 1 0,1-1 0,-1 1 0,1 0 0,-1 0 0,-4-1 0,5 2 0,1 0 0,-1 0 0,0 0 0,0 0 0,0 0 0,0 1 0,0-1 0,1 0 0,-1 1 0,0 0 0,0-1 0,1 1 0,-1 0 0,0 0 0,1 0 0,-1 0 0,1 0 0,-1 0 0,1 0 0,-3 3 0,0 0 0,1 1 0,-1-1 0,1 1 0,0 0 0,0 0 0,1 0 0,-1 0 0,1 0 0,0 0 0,1 1 0,-1-1 0,1 0 0,0 1 0,0 0 0,1-1 0,0 1 0,0 8 0,1-8 0,0 1 0,0-1 0,0 0 0,1 1 0,0-1 0,0 0 0,0 0 0,1 0 0,0 0 0,0-1 0,1 1 0,0-1 0,0 0 0,7 8 0,-7-9 0,0 0 0,0-1 0,1 0 0,-1 0 0,1 0 0,0-1 0,0 1 0,0-1 0,0 0 0,0-1 0,0 1 0,1-1 0,-1 0 0,0 0 0,1-1 0,9 1 0,-12-2 0,1 1 0,-1-1 0,1 1 0,-1-1 0,0 0 0,1 0 0,-1-1 0,0 1 0,0-1 0,0 0 0,0 1 0,0-1 0,0-1 0,-1 1 0,1 0 0,-1-1 0,1 1 0,-1-1 0,0 0 0,0 1 0,0-1 0,0 0 0,-1 0 0,1-1 0,-1 1 0,1 0 0,0-4 0,-1 2 0,0-1 0,0 1 0,-1-1 0,0 1 0,0-1 0,0 1 0,0-1 0,-1 1 0,0-1 0,-3-9 0,4 15 0,0 0 0,0 0 0,0 0 0,0 0 0,0 0 0,0-1 0,0 1 0,0 0 0,0 0 0,0 0 0,0 0 0,0 0 0,0 0 0,0 0 0,-1 0 0,1 0 0,0 0 0,0 0 0,0 0 0,0-1 0,0 1 0,0 0 0,0 0 0,0 0 0,0 0 0,0 0 0,0 0 0,0 0 0,0 0 0,0 0 0,0 0 0,1-1 0,-1 1 0,0 0 0,0 0 0,0 0 0,0 0 0,0 0 0,0 0 0,0 0 0,0 0 0,0 0 0,0 0 0,0 0 0,0 0 0,0 0 0,0 0 0,0-1 0,1 1 0,-1 0 0,0 0 0,0 0 0,0 0 0,0 0 0,0 0 0,0 0 0,0 0 0,0 0 0,0 0 0,0 0 0,0 0 0,1 0 0,-1 0 0,0 0 0,0 0 0,0 0 0,7 7 0,10 12 0,-15-17 0,46 55-1365,-38-46-5461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5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166 427 24575,'-51'-96'0,"-28"-61"0,72 139 0,0 1 0,2-1 0,0 0 0,1 0 0,0-1 0,0-18 0,4 35 0,0 1 0,0 0 0,0 0 0,0 0 0,0 0 0,0 0 0,1 0 0,-1 0 0,0 0 0,1-1 0,-1 1 0,0 0 0,1 0 0,-1 0 0,1 1 0,0-1 0,-1 0 0,1 0 0,0 0 0,0 0 0,-1 0 0,3 0 0,-2 0 0,1 0 0,-1 0 0,1 1 0,0-1 0,-1 1 0,1 0 0,0-1 0,-1 1 0,1 0 0,0 0 0,-1 0 0,1 0 0,2 1 0,2 0 0,0 0 0,0 1 0,0 0 0,-1 0 0,1 0 0,-1 1 0,8 4 0,-8-4-341,0 1 0,0 0-1,8 9 1,-2 0-6485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6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24575,'0'5'0,"2"4"0,2 4 0,1 1 0,4-1 0,0 0 0,0 0 0,0 1 0,0 0 0,2 0 0,1 1 0,1 0 0,-2-2-8191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6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24575,'0'8'0,"0"5"0,0 3 0,0-1-8191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233 100 24575,'-19'-14'0,"-55"-37"0,65 46 0,-1-1 0,0 2 0,0-1 0,0 1 0,-20-4 0,28 7 0,0 1 0,0-1 0,0 1 0,1 0 0,-1 0 0,0 0 0,0 0 0,0 0 0,0 0 0,0 0 0,0 1 0,0-1 0,0 1 0,0-1 0,0 1 0,0 0 0,1 0 0,-1 0 0,0 0 0,1 0 0,-1 0 0,1 0 0,-1 1 0,1-1 0,-1 1 0,1-1 0,0 1 0,0-1 0,0 1 0,0 0 0,0-1 0,0 1 0,0 0 0,0 0 0,1 0 0,-2 3 0,1 1 0,0-1 0,1 0 0,-1 1 0,1-1 0,0 0 0,1 1 0,-1-1 0,1 1 0,0-1 0,0 0 0,1 0 0,3 8 0,-1-4 0,0 0 0,1 0 0,1-1 0,0 1 0,0-1 0,0 0 0,1-1 0,0 0 0,8 7 0,-11-12 0,-1 1 0,1-1 0,0 1 0,-1-1 0,1 0 0,0-1 0,0 1 0,1-1 0,-1 0 0,0 0 0,0 0 0,1 0 0,-1-1 0,0 0 0,1 1 0,-1-2 0,0 1 0,1 0 0,-1-1 0,0 0 0,0 0 0,1 0 0,5-3 0,-6 1 0,1 0 0,0-1 0,-1 1 0,0-1 0,0 0 0,0 0 0,0 0 0,0-1 0,-1 1 0,0-1 0,4-7 0,-5 8 0,1 0 0,-1 0 0,0 0 0,0 0 0,0-1 0,-1 1 0,0-1 0,0 1 0,1-8 0,1 18 0,1 1 0,-1-1 0,1 0 0,0 0 0,9 10 0,26 25 0,-33-37 0,-1 0 0,0 0 0,1 0 0,0-1 0,0 1 0,0-1 0,0-1 0,0 1 0,1-1 0,-1 0 0,8 1 0,-11-3 0,-1 1 0,1-1 0,-1 0 0,1 0 0,0 0 0,-1 0 0,1 0 0,0 0 0,-1-1 0,1 1 0,-1-1 0,1 0 0,-1 1 0,1-1 0,-1-1 0,1 1 0,-1 0 0,0 0 0,0-1 0,0 0 0,0 1 0,0-1 0,0 0 0,0 0 0,0 0 0,-1 0 0,1 0 0,-1 0 0,1 0 0,-1-1 0,1-2 0,2-12 0,-4 15 0,0 0 0,1 0 0,-1 0 0,0 0 0,1 0 0,0 0 0,-1 1 0,1-1 0,0 0 0,0 0 0,2-3 0,-2 5 0,-1 0 0,0-1 0,1 1 0,-1 0 0,1 0 0,-1 0 0,1 0 0,-1-1 0,1 1 0,0 0 0,-1 0 0,1 0 0,-1 0 0,1 0 0,-1 0 0,1 0 0,-1 0 0,1 1 0,-1-1 0,1 0 0,-1 0 0,1 0 0,-1 0 0,1 1 0,-1-1 0,1 1 0,17 10 0,-10-5 0,161 71 0,-157-72 0,3 2-1365,-2-1-5461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8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69 24575,'-88'-20'0,"78"18"0,-1 1 0,0 0 0,1 1 0,-1 0 0,0 1 0,-12 2 0,21-3 0,0 1 0,0-1 0,0 0 0,0 1 0,0 0 0,0-1 0,0 1 0,1 0 0,-1 0 0,0 0 0,0 0 0,1 0 0,-1 1 0,1-1 0,-1 0 0,1 1 0,-1-1 0,1 1 0,0 0 0,0-1 0,0 1 0,0 0 0,0 0 0,0 0 0,0-1 0,1 1 0,-1 0 0,1 0 0,-1 3 0,1-1 0,0 1 0,0-1 0,1 1 0,-1-1 0,1 0 0,0 0 0,1 1 0,-1-1 0,1 0 0,0 0 0,0 0 0,4 5 0,3 5 0,1-1 0,1 0 0,0-1 0,1-1 0,0 0 0,1 0 0,0-1 0,1 0 0,0-2 0,0 1 0,17 5 0,-20-10 0,1-1 0,1 0 0,-1 0 0,0-2 0,1 0 0,-1 0 0,1-1 0,-1 0 0,1-1 0,21-5 0,-26 4 0,0-1 0,0 0 0,0 0 0,-1-1 0,0 0 0,1 0 0,-1-1 0,-1 0 0,1 0 0,-1 0 0,0-1 0,0 0 0,0 0 0,-1-1 0,0 1 0,7-13 0,-7 9 0,0 1 0,-1-1 0,0 0 0,0 0 0,-1-1 0,0 1 0,-1 0 0,0-1 0,-1 0 0,0 1 0,-1-1 0,-1-16 0,1 24 0,-1 1 0,1 0 0,-1-1 0,1 1 0,-1 0 0,0 0 0,1-1 0,-1 1 0,-1 0 0,1 0 0,0 0 0,0 0 0,-1 0 0,1 1 0,-1-1 0,1 0 0,-1 0 0,0 1 0,0-1 0,0 1 0,0 0 0,0 0 0,0 0 0,0 0 0,0 0 0,0 0 0,-1 0 0,1 0 0,0 1 0,-1-1 0,1 1 0,0 0 0,-1 0 0,-1 0 0,-2 0 0,0 0 0,0 1 0,0 0 0,0 0 0,1 0 0,-1 1 0,0 0 0,1 0 0,0 0 0,-1 1 0,1 0 0,-9 6 0,8-4 0,1 0 0,-1 0 0,1 1 0,0 0 0,1 0 0,-1 0 0,1 1 0,0-1 0,1 1 0,-1 0 0,1 0 0,-2 10 0,4-13 0,0 0 0,0 0 0,0 0 0,1 0 0,-1-1 0,1 1 0,0 0 0,1 0 0,-1 0 0,1 0 0,-1 0 0,1 0 0,0 0 0,1-1 0,-1 1 0,1 0 0,-1-1 0,1 1 0,0-1 0,0 1 0,1-1 0,-1 0 0,1 0 0,0 0 0,4 3 0,6 4 0,1-1 0,0 0 0,1-1 0,0-1 0,0 0 0,19 5 0,101 24 0,-84-25 0,-20-3-95,76 15-1175,-93-21-5556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38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24575,'0'18'0,"0"9"0,0 2 0,0-1 0,-3-3 0,0-3 0,0-6-8191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0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47 24575,'0'1'0,"0"-1"0,1 0 0,-1 0 0,0 0 0,0 0 0,0 0 0,1 0 0,-1 0 0,0 0 0,0 0 0,0 0 0,1 0 0,-1 0 0,0 0 0,0 0 0,1 0 0,-1 0 0,0 0 0,0 0 0,0 0 0,1 0 0,-1 0 0,0 0 0,0 0 0,0 0 0,1 0 0,-1-1 0,0 1 0,0 0 0,0 0 0,0 0 0,0 0 0,1 0 0,-1-1 0,0 1 0,0 0 0,0 0 0,0 0 0,0-1 0,0 1 0,0 0 0,1 0 0,-1-1 0,-9-6 0,-18-6 0,14 8 0,-1 0 0,0 2 0,0-1 0,0 2 0,0-1 0,0 2 0,0 0 0,-22 2 0,29-1 0,0 1 0,0 0 0,0 0 0,0 1 0,0 0 0,0 0 0,0 1 0,0 0 0,1 0 0,-1 1 0,1-1 0,0 1 0,0 1 0,1-1 0,-1 1 0,1 0 0,0 0 0,-7 10 0,9-11 0,1 0 0,-1 0 0,1 0 0,0 0 0,1 0 0,-1 0 0,1 1 0,-1-1 0,1 0 0,1 1 0,-1-1 0,1 1 0,-1-1 0,2 9 0,0-7 0,0-1 0,0 1 0,1-1 0,0 1 0,0-1 0,1 0 0,-1 0 0,1 0 0,0 0 0,5 6 0,3 1 0,0 0 0,0-1 0,1 0 0,1-1 0,0-1 0,0 0 0,19 9 0,-19-11-151,0-1-1,1 0 0,0-1 0,0-1 1,0 0-1,1-1 0,-1-1 1,24 2-1,-25-4-6674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1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92 24575,'-19'-15'0,"-46"-35"0,59 47 0,0-1 0,0 1 0,0 0 0,-1 0 0,1 1 0,-1-1 0,0 2 0,1-1 0,-9 0 0,14 1 0,-1 1 0,0 0 0,1 0 0,-1 0 0,0 1 0,1-1 0,-1 0 0,0 1 0,1-1 0,-1 1 0,0-1 0,1 1 0,-1 0 0,1-1 0,-1 1 0,1 0 0,0 0 0,-1 0 0,-1 2 0,2-1 0,-1 1 0,0-1 0,1 0 0,0 1 0,0-1 0,0 1 0,0-1 0,0 1 0,0 0 0,0-1 0,0 4 0,0 3 0,1 0 0,0 1 0,0-1 0,1 0 0,0 0 0,3 11 0,-2-13 0,0 0 0,0-1 0,1 0 0,0 1 0,1-1 0,-1 0 0,1 0 0,0-1 0,1 1 0,-1-1 0,1 0 0,0 0 0,0 0 0,1-1 0,-1 0 0,8 4 0,-6-4 0,0 0 0,0-1 0,0 0 0,0 0 0,0 0 0,0-1 0,1-1 0,0 1 0,-1-1 0,1 0 0,-1-1 0,1 0 0,0 0 0,13-2 0,-18 1 0,0 0 0,0 0 0,0 0 0,0 0 0,0 0 0,0-1 0,-1 1 0,1-1 0,0 0 0,-1 1 0,1-1 0,-1-1 0,0 1 0,0 0 0,1 0 0,-1-1 0,-1 1 0,1-1 0,0 0 0,-1 0 0,1 1 0,-1-1 0,0 0 0,0 0 0,1-5 0,0-4 0,0 1 0,-1 0 0,-1 0 0,0 0 0,0 0 0,-3-12 0,3 20 0,-1-1 0,1 0 0,-1 1 0,-1-1 0,1 1 0,-2-5 0,2 8 0,1-1 0,0 1 0,0 0 0,0-1 0,0 1 0,-1 0 0,1 0 0,0-1 0,0 1 0,0 0 0,-1 0 0,1-1 0,0 1 0,0 0 0,-1 0 0,1 0 0,0 0 0,0-1 0,-1 1 0,1 0 0,0 0 0,-1 0 0,1 0 0,0 0 0,-1 0 0,1 0 0,0 0 0,-1 0 0,0 0 0,0 1 0,1 0 0,-1-1 0,0 1 0,1-1 0,-1 1 0,1 0 0,-1 0 0,1-1 0,-1 1 0,1 0 0,0 0 0,-1-1 0,1 1 0,0 0 0,-1 1 0,0 3 0,0 1 0,1-1 0,-1 0 0,1 0 0,0 0 0,0 0 0,1 0 0,-1 1 0,1-1 0,0 0 0,1 0 0,-1 0 0,1-1 0,3 8 0,1 0 0,1 1 0,0-2 0,0 1 0,13 13 0,-14-17 0,1 0 0,1-1 0,-1 1 0,1-2 0,1 1 0,-1-1 0,1-1 0,0 1 0,0-1 0,1-1 0,-1 0 0,1 0 0,0-1 0,0 0 0,0-1 0,1 0 0,-1-1 0,0 0 0,15 0 0,-21-2 0,0 1 0,0-1 0,-1 0 0,1 0 0,0 0 0,-1 0 0,1 0 0,0-1 0,-1 0 0,0 0 0,1 0 0,-1 0 0,0 0 0,0-1 0,0 1 0,-1-1 0,1 0 0,0 0 0,-1 0 0,0 0 0,0 0 0,0-1 0,0 1 0,0-1 0,-1 1 0,3-8 0,-1-2 0,0 1 0,0-1 0,-1 0 0,-1 0 0,0 0 0,-2-21 0,2 40 0,1 0 0,0 0 0,0 0 0,0 0 0,1 0 0,0 0 0,0-1 0,1 1 0,-1-1 0,1 0 0,6 6 0,-6-7 0,1 1 0,-1-1 0,1 1 0,0-1 0,9 4 0,-11-6 0,-1-1 0,1 1 0,0-1 0,-1 0 0,1 0 0,0-1 0,0 1 0,0 0 0,0-1 0,0 0 0,0 0 0,4 0 0,-4 0 0,-1-1 0,1 1 0,-1-1 0,1 0 0,-1 0 0,1 0 0,-1 0 0,0 0 0,0-1 0,0 1 0,1 0 0,1-4 0,1 0 0,0 0 0,8-12 0,-3 3 0,-10 14 0,1-1 0,-1 1 0,1-1 0,0 1 0,-1-1 0,1 1 0,-1-1 0,1 1 0,0-1 0,0 1 0,-1 0 0,1 0 0,0-1 0,-1 1 0,1 0 0,0 0 0,0 0 0,0 0 0,-1 0 0,1 0 0,0 0 0,0 0 0,-1 0 0,1 0 0,0 0 0,0 0 0,-1 0 0,1 1 0,0-1 0,0 0 0,-1 1 0,1-1 0,0 1 0,-1-1 0,1 0 0,0 1 0,-1 0 0,1-1 0,-1 1 0,1 0 0,5 4 0,-1 1 0,0 0 0,6 8 0,-4-5 0,-4-5-75,34 37 280,-33-38-355,-1 0 1,1 0-1,-1-1 1,1 1-1,0-1 1,0 1-1,0-1 1,0-1-1,8 3 1,-2-2-6677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1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14 24575,'-9'-3'0,"-1"0"0,0 1 0,0 0 0,0 0 0,0 1 0,-18 0 0,26 1 0,0 0 0,0 1 0,0-1 0,-1 1 0,1-1 0,0 1 0,0 0 0,0 0 0,0 0 0,0 0 0,0 0 0,0 0 0,0 0 0,0 1 0,-1 1 0,1-1 0,1 0 0,0 0 0,0 0 0,0 0 0,0 0 0,0 0 0,0 0 0,1 0 0,-1 0 0,1 1 0,0-1 0,-1 0 0,1 0 0,0 1 0,0-1 0,0 0 0,1 0 0,0 4 0,1 6 0,1 0 0,0 0 0,1-1 0,1 1 0,0-1 0,0 0 0,12 17 0,56 70 0,-46-65 0,22 26 0,-49-59 0,1 1 0,-1-1 0,1 0 0,-1 1 0,0-1 0,1 1 0,-1-1 0,0 1 0,0 0 0,1-1 0,-1 1 0,0-1 0,0 1 0,0 0 0,0-1 0,0 1 0,0-1 0,0 1 0,0 0 0,0-1 0,0 1 0,0-1 0,0 1 0,0 0 0,-1 0 0,1 0 0,-1-1 0,1 1 0,-1-1 0,0 0 0,1 1 0,-1-1 0,0 0 0,1 1 0,-1-1 0,0 0 0,0 0 0,1 1 0,-1-1 0,0 0 0,0 0 0,1 0 0,-2 0 0,-6-1 0,1 1 0,0-1 0,-8-2 0,12 2 0,-81-22 74,49 12-793,-43-6-1,65 15-6106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2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216 541 24575,'-20'-12'0,"-52"-32"0,62 39 0,0 0 0,0 1 0,0 0 0,-1 1 0,-15-4 0,24 7 0,1 0 0,-1-1 0,0 1 0,1 0 0,-1 0 0,0 0 0,1 0 0,-1 1 0,0-1 0,1 0 0,-1 1 0,1-1 0,-1 1 0,1-1 0,-1 1 0,1 0 0,-1 0 0,1-1 0,-1 1 0,0 2 0,0-2 0,1 1 0,0 0 0,0-1 0,0 1 0,0 0 0,0 0 0,0 0 0,0 0 0,0 0 0,1 0 0,-1 0 0,1 0 0,0 4 0,-1 2 0,2 0 0,-1 0 0,1-1 0,0 1 0,1 0 0,0 0 0,3 8 0,-2-7 0,2 0 0,-1 0 0,1 0 0,0 0 0,1-1 0,0 0 0,1 0 0,12 12 0,-15-17 0,-1 0 0,1 0 0,0-1 0,0 1 0,0-1 0,0 0 0,0 0 0,0-1 0,8 3 0,-9-4 0,0 0 0,0 1 0,0-1 0,0 0 0,0 0 0,0 0 0,0-1 0,0 1 0,0-1 0,0 0 0,0 0 0,0 0 0,0 0 0,0 0 0,3-3 0,-2 1 0,0 0 0,0 0 0,-1 0 0,0-1 0,1 1 0,-1-1 0,0 0 0,-1 0 0,1 0 0,-1 0 0,0 0 0,0-1 0,0 1 0,0-1 0,-1 0 0,0 1 0,0-1 0,0 0 0,-1 0 0,1-7 0,-1 12 0,-1 13 0,1 0 0,0 0 0,4 20 0,-3-29 0,0 1 0,0-1 0,0 0 0,0 0 0,1 0 0,0 0 0,0 0 0,0 0 0,0-1 0,1 1 0,-1 0 0,1-1 0,0 0 0,0 0 0,0 0 0,7 4 0,-7-4 0,0-1 0,0 0 0,0 0 0,1-1 0,-1 1 0,1-1 0,-1 1 0,1-1 0,-1 0 0,1-1 0,0 1 0,0 0 0,-1-1 0,1 0 0,0 0 0,0 0 0,-1-1 0,1 1 0,0-1 0,-1 0 0,1 0 0,0 0 0,-1 0 0,1-1 0,-1 1 0,0-1 0,7-4 0,-2 0 0,0-1 0,0 0 0,-1 0 0,0-1 0,0 0 0,0 0 0,-1 0 0,-1-1 0,1 0 0,-1 0 0,-1 0 0,0-1 0,0 0 0,4-17 0,0-10 0,-2 0 0,3-64 0,-8 92 0,1-35 0,-1-1 0,-3 0 0,-1 1 0,-3-1 0,-12-49 0,17 90 0,0-3 0,0 1 0,-1 0 0,0-1 0,-1 1 0,1 0 0,-1 0 0,0 0 0,-7-9 0,9 14 0,1 1 0,-1-1 0,1 1 0,-1-1 0,1 1 0,-1-1 0,0 1 0,1-1 0,-1 1 0,0 0 0,1-1 0,-1 1 0,0 0 0,1 0 0,-1 0 0,0-1 0,1 1 0,-1 0 0,0 0 0,0 0 0,1 0 0,-1 0 0,0 0 0,0 0 0,0 1 0,0-1 0,-1 1 0,1 0 0,0 0 0,0-1 0,0 1 0,-1 0 0,1 0 0,0 0 0,0 0 0,0 0 0,0 0 0,0 2 0,-3 2 0,1 1 0,0-1 0,1 1 0,-4 11 0,1 3 0,1 1 0,0-1 0,2 1 0,0 22 0,7 84 0,-2-76 0,22 97 0,-18-123 0,0 0 0,1-1 0,2 0 0,0 0 0,25 38 0,-30-53 0,1-1 0,0-1 0,0 1 0,0-1 0,1 0 0,1-1 0,14 12 0,-20-17 0,1 1 0,0-1 0,0 1 0,0-1 0,0 0 0,0 0 0,0 0 0,0 0 0,0-1 0,0 1 0,1-1 0,-1 0 0,0 0 0,0 0 0,0 0 0,0-1 0,1 1 0,-1-1 0,0 0 0,0 0 0,0 0 0,0 0 0,0 0 0,-1-1 0,1 1 0,0-1 0,3-3 0,6-4 0,-1-2 0,0 1 0,-1-1 0,0-1 0,-1 0 0,0 0 0,-1-1 0,0 0 0,-1-1 0,0 0 0,-1 0 0,6-24 0,-6 23 0,-5 15 0,-1 0 0,0-1 0,0 1 0,0 0 0,0 0 0,1 0 0,-1-1 0,0 1 0,0 0 0,0 0 0,1 0 0,-1 0 0,0 0 0,0 0 0,0 0 0,1-1 0,-1 1 0,0 0 0,0 0 0,1 0 0,-1 0 0,0 0 0,0 0 0,1 0 0,-1 0 0,0 0 0,0 0 0,1 0 0,-1 1 0,0-1 0,0 0 0,1 0 0,-1 0 0,0 0 0,0 0 0,1 0 0,-1 0 0,0 1 0,0-1 0,0 0 0,0 0 0,1 0 0,-1 0 0,0 1 0,0-1 0,0 0 0,0 0 0,0 1 0,1-1 0,-1 0 0,0 0 0,0 0 0,0 1 0,0-1 0,0 0 0,0 1 0,5 9 0,-1 0 0,0 0 0,0 0 0,1 12 0,-2-10 0,1 1 0,8 18 0,-9-25 0,-1-2 0,0 1 0,0-1 0,0 0 0,1 0 0,-1 0 0,1 0 0,0-1 0,0 1 0,1-1 0,3 4 0,-7-7 1,0 0 0,1 0 0,-1 0 0,0 0 0,0 0 0,0 1 0,0-1 0,0 0 0,1 0 0,-1 0 0,0 0-1,0 0 1,0 0 0,0 0 0,1-1 0,-1 1 0,0 0 0,0 0 0,0 0 0,0 0 0,0 0 0,1 0 0,-1 0 0,0 0 0,0 0 0,0 0-1,0 0 1,0 0 0,0-1 0,1 1 0,-1 0 0,0 0 0,0 0 0,0 0 0,0 0 0,0 0 0,0-1 0,0 1 0,0 0 0,0 0 0,0 0-1,0 0 1,0-1 0,0 1 0,0 0 0,0 0 0,0 0 0,0 0 0,0 0 0,0-1 0,0 1 0,0 0 0,0 0 0,0-11-910,-1 10 402,0-10-6319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2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20 24575,'3'-8'0,"1"0"0,-1 5 0,-1 4 0,-2 5 0,-3 5 0,1 2 0,-3-1 0,0-2-8191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3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24575,'49'361'0,"-26"-209"0,-2-7 0,-19-130-1365,2-2-5461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96 24575,'-26'-13'0,"-11"-7"0,-4 0 0,2 4 0,5 4 0,6 4 0,4 3 0,5 4 0,3 0 0,1 2 0,3 2 0,1 2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3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24575,'4'1'0,"-1"0"0,-1 0 0,1 0 0,0 1 0,0-1 0,0 1 0,-1 0 0,1-1 0,0 1 0,-1 1 0,0-1 0,3 3 0,1 1 0,8 6 0,1 0 0,20 13 0,-29-21 0,1-1 0,-1 0 0,1 0 0,0 0 0,0-1 0,0 1 0,0-2 0,0 1 0,8 0 0,-11-2 0,0-1 0,-1 1 0,1-1 0,0 1 0,0-1 0,-1 0 0,1-1 0,-1 1 0,1 0 0,-1-1 0,1 0 0,-1 0 0,0 0 0,0 0 0,0-1 0,0 1 0,0-1 0,-1 0 0,1 0 0,-1 0 0,0 0 0,4-6 0,-2 2 0,0-1 0,0 1 0,0-1 0,-1 0 0,-1-1 0,1 1 0,-1 0 0,-1-1 0,2-8 0,1-9 0,-2 21 0,-5 19 0,-10 63 0,-6 132 0,17-72 0,0-14 0,2-114 0,-1 0 0,0 0 0,0 0 0,-1 0 0,-4 11 0,5-18 0,0 0 0,0 0 0,0 0 0,0-1 0,0 1 0,0 0 0,-1-1 0,1 1 0,0 0 0,-1-1 0,1 0 0,-3 2 0,2-2 0,1 0 0,0-1 0,-1 1 0,1-1 0,0 1 0,-1-1 0,1 0 0,-1 0 0,1 0 0,-1 0 0,1 0 0,0 0 0,-1 0 0,1 0 0,-1 0 0,1 0 0,-1-1 0,1 1 0,-3-2 0,-2-1 0,0 0 0,1 0 0,-1-1 0,1 0 0,0 0 0,0 0 0,0-1 0,1 0 0,-1 0 0,1 0 0,0 0 0,1 0 0,-4-7 0,4 7 0,1 0 0,-1 0 0,1 0 0,0 0 0,0 0 0,1 0 0,0-1 0,0 1 0,0-1 0,0 1 0,1-1 0,0 1 0,0-1 0,1 1 0,1-11 0,-1 13 7,1-1 0,-1 1 0,1 0 0,0 0 0,0 0 0,0 0 0,0 0-1,0 0 1,1 0 0,0 1 0,-1-1 0,4-2 0,5-2-262,0 0 0,12-6 0,-13 8-435,3-2-6136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0 24575,'-13'5'0,"-7"2"0,0 2 0,1 0 0,4 1 0,1 1 0,4 1 0,3 2 0,0-3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5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351 101 24575,'-31'-21'0,"0"2"0,-2 2 0,-53-22 0,84 38 0,-1 0 0,0 0 0,0 1 0,-1-1 0,1 1 0,0-1 0,0 1 0,0 0 0,0 0 0,0 1 0,0-1 0,-4 1 0,6 0 0,0-1 0,-1 1 0,1 0 0,-1 0 0,1-1 0,0 1 0,0 0 0,-1 0 0,1 0 0,0 0 0,0 1 0,0-1 0,0 0 0,0 0 0,1 1 0,-1-1 0,0 0 0,1 1 0,-1-1 0,0 1 0,1-1 0,0 1 0,-1-1 0,1 1 0,0 2 0,-1 4 0,1 0 0,0 0 0,0 0 0,1 0 0,0 0 0,0 0 0,1 0 0,0 0 0,1 0 0,-1-1 0,1 1 0,1-1 0,0 0 0,0 0 0,5 7 0,9 10 0,2-1 0,37 36 0,-19-21 0,-13-14 0,-12-11 0,-1-1 0,16 22 0,-27-33 0,-1 0 0,1 0 0,0 0 0,0 0 0,-1 1 0,1-1 0,-1 0 0,1 0 0,-1 1 0,1-1 0,-1 0 0,0 1 0,1-1 0,-1 0 0,0 1 0,0-1 0,0 1 0,-1 2 0,1-3 0,-1 0 0,1-1 0,-1 1 0,1 0 0,-1 0 0,0 0 0,1 0 0,-1-1 0,0 1 0,0 0 0,1-1 0,-1 1 0,0-1 0,0 1 0,0 0 0,0-1 0,0 0 0,0 1 0,-1-1 0,-4 2 0,1-1 0,-1 0 0,1-1 0,-1 1 0,1-1 0,-1 0 0,-10-2 0,-22-6 34,-38-13 0,49 13-392,-1 0 0,0 2-1,-47-4 1,62 9-6468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5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24575,'5'223'0,"-1"-168"0,2 0 0,14 56 0,50 111-739,-62-200 113,-3-9-6200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6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457 140 24575,'-29'-16'0,"-14"-4"0,-5-3 0,0 1 0,4 4 0,3 5 0,7 3 0,3 2 0,5 2 0,5 4 0,2 0 0,2 2 0,2 1 0,1-1 0,-1 3 0,3 1-8191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6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54 24575,'-9'-4'0,"-6"-5"0,0 1 0,-1 1 0,0 1 0,0 1 0,-1 0 0,-21-4 0,36 9 0,0 0 0,-1 0 0,1 0 0,0 0 0,-1 0 0,1 0 0,0 1 0,-1-1 0,1 1 0,0-1 0,0 1 0,0 0 0,-3 1 0,4-1 0,0-1 0,0 1 0,1 0 0,-1 0 0,0 0 0,0 0 0,1-1 0,-1 1 0,0 0 0,1 0 0,-1 0 0,1 1 0,-1-1 0,1 0 0,-1 0 0,1 0 0,0 0 0,0 0 0,0 0 0,-1 1 0,1-1 0,0 0 0,0 0 0,1 0 0,-1 0 0,0 2 0,2 4 0,0 1 0,0-1 0,1 0 0,0 0 0,0-1 0,1 1 0,8 11 0,-5-7 0,2-1 0,-1 0 0,18 15 0,-20-20 0,0-1 0,0 0 0,0-1 0,1 1 0,0-1 0,-1 0 0,1-1 0,0 0 0,0 0 0,14 2 0,-17-4 0,-1 1 0,2-1 0,-1 0 0,0 0 0,0 0 0,0 0 0,0-1 0,0 0 0,-1 1 0,1-2 0,0 1 0,0 0 0,0-1 0,-1 1 0,1-1 0,-1 0 0,1-1 0,-1 1 0,0 0 0,0-1 0,4-3 0,-6 3 0,1 1 0,0-1 0,-1 0 0,0 0 0,0 1 0,0-1 0,0 0 0,0 0 0,0 0 0,0-6 0,-1-30 0,0 39 0,0 0 0,0 0 0,0 0 0,0 0 0,0 0 0,0 0 0,0 0 0,0 0 0,0 0 0,0 0 0,-1 0 0,1 0 0,0 0 0,0 0 0,0 0 0,0 0 0,0 0 0,0 0 0,0 0 0,0 0 0,0 0 0,0 0 0,0 0 0,0 0 0,0 0 0,0 0 0,0 0 0,0 0 0,0 0 0,0 0 0,0 0 0,0 0 0,-1 0 0,1 0 0,0 0 0,0 0 0,0 0 0,0 0 0,0 0 0,0 0 0,0 0 0,0 0 0,0 0 0,0 0 0,0 0 0,0 0 0,0 0 0,0 0 0,0 0 0,0-1 0,0 1 0,0 0 0,0 0 0,0 0 0,0 0 0,0 0 0,0 0 0,0 0 0,0 0 0,0 0 0,0 0 0,0 0 0,0 0 0,0 0 0,0 0 0,-3 6 0,-3 8 0,5-8-91,0-1 0,0 1 0,1-1 0,-1 1 0,1-1 0,1 1 0,-1-1 0,1 0 0,0 1 0,0-1 0,0 0 0,1 1 0,0-1 0,4 9 0,-1-4-6735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7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24575,'4'10'0,"-1"0"0,-1 0 0,0 0 0,0 1 0,-1-1 0,0 1 0,-1 19 0,0-8 0,1 29 0,7 126 0,-5-139 0,3 0 0,15 60 0,-19-91 0,0-1 0,0 0 0,1 0 0,-1 0 0,1 0 0,7 11 0,-8-16 0,-1 0 0,0 0 0,0 1 0,1-1 0,-1 0 0,0 0 0,1 0 0,-1 0 0,1-1 0,0 1 0,-1 0 0,1-1 0,0 1 0,-1-1 0,1 1 0,0-1 0,-1 0 0,1 1 0,0-1 0,0 0 0,-1 0 0,1-1 0,0 1 0,0 0 0,-1-1 0,1 1 0,0-1 0,-1 1 0,1-1 0,2-1 0,9-4 0,0-2 0,-1 0 0,0 0 0,0-1 0,13-13 0,-8 7 0,20-14 0,-30 25 0,-1 1 0,1-1 0,-1 1 0,1 0 0,0 0 0,0 1 0,11-3 0,-17 5 0,1 0 0,-1-1 0,1 1 0,-1 0 0,1 0 0,-1 0 0,1 0 0,0 0 0,-1 0 0,1 0 0,-1 1 0,1-1 0,-1 1 0,1-1 0,-1 1 0,1-1 0,-1 1 0,0 0 0,1 0 0,-1-1 0,0 1 0,0 0 0,1 0 0,-1 0 0,0 1 0,1 0 0,-1 1 0,1 0 0,-1-1 0,0 1 0,0 0 0,0 0 0,-1 0 0,1-1 0,-1 1 0,1 0 0,-1 0 0,0 0 0,0 0 0,-1 4 0,0 0 0,-1 0 0,1-1 0,-1 1 0,-1-1 0,1 1 0,-1-1 0,0 0 0,-5 7 0,-34 44 0,41-56 0,-3 3 7,0 1 0,0-1-1,-1 0 1,0 0 0,0-1-1,0 1 1,0-1-1,0 0 1,-1 0 0,1-1-1,-1 0 1,0 0 0,0 0-1,0-1 1,0 1 0,0-1-1,-11 0 1,6-1-156,1-1 1,0 1-1,-1-2 1,1 0-1,0 0 1,0 0-1,0-1 1,0-1-1,-17-8 1,14 4-6678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7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24575,'0'16'0,"2"10"0,2 3 0,1-1 0,2 1 0,0-3 0,3-3 0,-1-3 0,-1-2 0,-1-4 0,0-2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7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71 940 24575,'19'-54'0,"-3"-1"0,-2 0 0,-2-1 0,5-65 0,-16 103 0,14-251 0,-16 225 0,-1 1 0,-2 0 0,-2 0 0,-14-50 0,19 89 0,0 0 0,0 0 0,-1 1 0,1-1 0,-1 1 0,0 0 0,0-1 0,0 1 0,-4-4 0,5 6 0,1 0 0,-1 1 0,0-1 0,0 1 0,1-1 0,-1 1 0,0-1 0,0 1 0,0 0 0,0-1 0,0 1 0,1 0 0,-1-1 0,0 1 0,0 0 0,0 0 0,-1 0 0,0 0 0,1 1 0,-1-1 0,1 0 0,-1 1 0,1 0 0,0-1 0,-1 1 0,1 0 0,0-1 0,0 1 0,-1 0 0,1 0 0,0 0 0,-1 2 0,-3 2 0,0 1 0,1 0 0,0 0 0,1 0 0,-1 1 0,1-1 0,-4 13 0,-12 50 0,19-69 0,-7 31 0,2 0 0,1 1 0,1 0 0,2-1 0,1 1 0,1 0 0,2-1 0,2 1 0,0-1 0,2 0 0,2 0 0,0-1 0,21 43 0,18 21 0,-38-77 0,0-1 0,1 0 0,19 20 0,-24-30 0,1 1 0,0-1 0,1 0 0,-1-1 0,1 1 0,0-2 0,0 1 0,10 3 0,-13-6 0,0-1 0,0 1 0,0-1 0,0 0 0,0 0 0,0 0 0,0-1 0,0 0 0,0 0 0,0 0 0,0-1 0,1 0 0,-1 0 0,0 0 0,0 0 0,4-3 0,-2 1 0,-1 0 0,-1 0 0,1-1 0,0 0 0,-1 0 0,0 0 0,10-11 0,-2 0 0,14-24 0,-21 31 0,6-16 0,-10 20 0,0 0 0,0-1 0,0 1 0,0 1 0,6-8 0,-8 11 0,1 0 0,-1 0 0,0 0 0,0 0 0,1 0 0,-1 1 0,0-1 0,0 0 0,1 0 0,-1 0 0,0 0 0,0 1 0,0-1 0,1 0 0,-1 0 0,0 0 0,0 1 0,0-1 0,0 0 0,0 0 0,0 1 0,1-1 0,-1 0 0,0 0 0,0 1 0,0-1 0,0 0 0,0 0 0,0 1 0,0-1 0,0 0 0,0 1 0,3 15 0,-2-13 0,4 24-120,1 0-191,0-1 0,1 0-1,16 35 1,-19-51-6515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8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24575,'0'3'0,"0"5"0,0 5 0,-2 2 0,-2 2 0,1-3-8191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8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24575,'64'287'0,"-18"-84"0,-40-177 0,1 1 0,4 54 0,-10-80-91,-1 1 0,0-1 0,0 1 0,-1-1 0,1 1 0,0-1 0,0 1 0,-1-1 0,1 1 0,-1-1 0,1 1 0,-1-1 0,0 0 0,0 2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380 110 24575,'-31'-13'0,"-12"-7"0,-3 0 0,3 3 0,5 3 0,6 3 0,5 3 0,3 4 0,4 1 0,2 5 0,2 5 0,1 0 0,0 2 0,3 0-8191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6:49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 24575,'-2'14'0,"-2"9"0,1 0 0,1 0 0,2 32 0,1-49 0,-1 0 0,1 0 0,0 0 0,1 0 0,-1 0 0,1-1 0,0 1 0,0-1 0,1 1 0,0-1 0,0 0 0,0 0 0,1 0 0,-1 0 0,1-1 0,1 1 0,-1-1 0,6 5 0,-8-8 0,0 1 0,-1-1 0,1 0 0,0 0 0,0 0 0,0 0 0,0-1 0,0 1 0,0 0 0,0-1 0,0 0 0,0 1 0,0-1 0,0 0 0,0 0 0,0 0 0,0 0 0,4-1 0,-4 0 0,0 1 0,1-2 0,-1 1 0,0 0 0,1 0 0,-1-1 0,0 1 0,0-1 0,0 0 0,-1 1 0,1-1 0,0 0 0,1-3 0,2-2 0,0-1 0,-1 0 0,0-1 0,0 1 0,-1-1 0,0 1 0,2-13 0,3-3 0,-7 20 0,-5 15 0,-78 246 0,27-77 0,42-137 0,5-14 0,-13 29 0,18-51 0,-1 1 0,0-1 0,0 0 0,0 0 0,-1 0 0,0-1 0,-1 1 0,-9 8 0,13-13 0,1-1 0,-1 1 0,0-1 0,0 0 0,0 1 0,0-1 0,0 0 0,-1 0 0,1 0 0,0-1 0,0 1 0,-1 0 0,1-1 0,0 0 0,-1 1 0,1-1 0,-1 0 0,1 0 0,0 0 0,-1 0 0,1-1 0,0 1 0,-1-1 0,1 0 0,0 1 0,0-1 0,-1 0 0,1 0 0,0 0 0,0 0 0,0-1 0,0 1 0,0-1 0,1 1 0,-1-1 0,0 0 0,1 1 0,-1-1 0,1 0 0,-3-3 0,0-2 0,0 0 0,1 1 0,-1-1 0,1 0 0,0-1 0,1 1 0,0-1 0,0 1 0,1-1 0,0 1 0,0-1 0,0 0 0,1 0 0,1 1 0,-1-1 0,1 0 0,0 1 0,1-1 0,0 1 0,4-12 0,-3 11 0,1 1 0,-1-1 0,1 1 0,1 0 0,-1 0 0,1 1 0,1-1 0,-1 1 0,1 0 0,0 0 0,0 1 0,1 0 0,-1 0 0,1 0 0,0 1 0,1 0 0,-1 1 0,1-1 0,9-2 0,-7 4-170,1-1-1,0 1 0,0 1 1,0 0-1,0 1 0,0 0 1,15 2-1,-4 1-6655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18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28 24575,'-2'-6'0,"2"4"0,0 0 0,-1 0 0,1 0 0,-1 0 0,0 0 0,1 0 0,-1 0 0,0 0 0,-1-1 0,1 4 0,1 1 0,0 0 0,0 0 0,0 0 0,0 0 0,0 0 0,0-1 0,0 1 0,1 3 0,51 168 0,-5-19 0,-37-112 0,10 72 0,-19-51 0,0-8 0,-1-54 0,0 0 0,0 0 0,0 0 0,0 0 0,1 0 0,-1 0 0,0 0 0,0 0 0,1 0 0,-1 0 0,1 0 0,-1-1 0,1 1 0,-1 0 0,1 0 0,-1 0 0,1 0 0,0-1 0,0 1 0,-1 0 0,1-1 0,0 1 0,0 0 0,0-1 0,-1 1 0,1-1 0,0 1 0,0-1 0,0 0 0,0 1 0,0-1 0,0 0 0,0 0 0,0 0 0,0 0 0,0 0 0,0 0 0,2 0 0,4-1 0,0 0 0,0-1 0,-1 1 0,13-6 0,-2 1 0,17-3 0,-20 7 0,-1-2 0,0 0 0,0 0 0,0-1 0,21-11 0,-33 15-136,1-1-1,-1 1 1,0 0-1,1 0 1,-1-1-1,0 1 1,0-1-1,0 1 0,2-3 1,1-5-6690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1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24575,'18'25'0,"6"12"0,-1 2 0,-2-6 0,-5-5 0,-4-6 0,-3-6 0,-2-9 0,-5-4 0,-3-7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18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24575,'0'7'0,"0"9"0,3 3 0,0 4 0,3 1 0,0-1 0,-1-3 0,-1-4-8191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19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24575,'8'13'0,"8"16"0,1 0 0,2-1 0,24 28 0,-41-53 0,0-1 0,1 0 0,-1 0 0,0 0 0,1 0 0,-1-1 0,1 1 0,-1-1 0,1 1 0,0-1 0,0 0 0,-1 0 0,6 1 0,-7-2 0,1 0 0,-1 0 0,0 0 0,1 0 0,-1-1 0,1 1 0,-1 0 0,0-1 0,1 1 0,-1-1 0,0 1 0,0-1 0,1 1 0,-1-1 0,0 0 0,0 0 0,0 0 0,0 0 0,0 1 0,0-1 0,0-1 0,0 1 0,0 0 0,0 0 0,0 0 0,-1 0 0,1-1 0,-1 1 0,1 0 0,0-3 0,1-1 0,-1-1 0,0 0 0,0 0 0,0 0 0,-1 0 0,0 0 0,0-9 0,-1 9 0,1 0 0,0 0 0,0 0 0,1 0 0,0 0 0,2-8 0,-3 13 0,0 0 0,1 0 0,-1 0 0,1 0 0,-1 0 0,1 0 0,-1 1 0,1-1 0,-1 0 0,1 0 0,0 1 0,-1-1 0,1 0 0,0 1 0,0-1 0,0 0 0,-1 1 0,1-1 0,0 1 0,0 0 0,2-1 0,-1 0 0,0 1 0,0 0 0,0 0 0,0 0 0,0 0 0,0 0 0,0 0 0,0 1 0,0-1 0,2 1 0,5 3 0,1 0 0,-1 0 0,12 8 0,-16-9 0,31 18 0,0-2 0,1-1 0,1-2 0,43 13 0,-52-22 0,52 7 0,-68-12 0,0-2 0,0 1 0,-1-2 0,1 0 0,0 0 0,22-6 0,-32 6 0,0 0 0,0 0 0,0-1 0,0 1 0,-1-1 0,1 0 0,0 0 0,-1 0 0,1 0 0,-1 0 0,1 0 0,-1-1 0,0 1 0,0-1 0,0 1 0,0-1 0,-1 0 0,1 0 0,-1 0 0,0 0 0,0 0 0,0 0 0,1-4 0,-1 1 0,0 1 0,-1 0 0,1 0 0,-1 0 0,-1-1 0,1 1 0,-1 0 0,0 0 0,0 0 0,0 0 0,-1 0 0,1 0 0,-5-8 0,0 3 0,0 0 0,0 0 0,-1 1 0,0 0 0,-10-9 0,12 13 0,0 1 0,-1-1 0,1 1 0,-1 0 0,0 1 0,0-1 0,-1 1 0,1 0 0,-12-3 0,16 5 0,-1 1 0,1-1 0,0 1 0,0 0 0,0 0 0,-1 0 0,1 0 0,0 0 0,0 0 0,-1 0 0,1 1 0,0-1 0,0 1 0,0 0 0,0-1 0,0 1 0,0 0 0,-2 2 0,1-2 0,1 1 0,0 0 0,0 0 0,0 1 0,0-1 0,0 0 0,0 1 0,1-1 0,-1 1 0,1-1 0,0 1 0,-2 3 0,2 0 0,-1 0 0,1 0 0,-1 0 0,2 0 0,-1 0 0,1 0 0,0 0 0,0 0 0,0 0 0,1 0 0,0 1 0,3 8 0,-1-7 0,1 0 0,0-1 0,0 1 0,0-1 0,1 0 0,0 0 0,0-1 0,1 0 0,10 9 0,-7-7 0,1-1 0,0 0 0,1 0 0,0-1 0,0-1 0,13 5 0,-7-4 0,1 0 0,1-2 0,-1 0 0,0-1 0,1-1 0,0-1 0,0-1 0,30-3 0,-38 2 0,1-1 0,-1-1 0,0 1 0,0-2 0,0 0 0,0 0 0,10-7 0,-15 8 0,0-1 0,0 0 0,-1 0 0,1-1 0,-1 0 0,0 0 0,0 0 0,-1 0 0,1-1 0,-1 0 0,0 0 0,4-10 0,-1 1-1365,-1 2-5461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0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48 24575,'-19'2'0,"-2"-1"0,0 1 0,0 1 0,0 1 0,1 1 0,-22 7 0,40-11 0,-1 0 0,1 1 0,0-1 0,-1 0 0,1 1 0,0-1 0,0 1 0,0 0 0,0 0 0,0 0 0,1 0 0,-1 0 0,1 0 0,-1 0 0,1 0 0,-2 4 0,2-3 0,0 1 0,0 0 0,0 0 0,0 0 0,1 0 0,-1 0 0,1-1 0,0 1 0,0 0 0,1 4 0,0 0 0,1 0 0,0 0 0,0 0 0,1-1 0,0 1 0,0-1 0,1 1 0,0-1 0,0-1 0,7 9 0,-5-8 0,1 1 0,1-1 0,-1 0 0,1-1 0,0 0 0,1 0 0,0-1 0,-1 0 0,14 6 0,-19-10 0,1 0 0,-1 0 0,1 0 0,-1 0 0,1 0 0,-1-1 0,1 1 0,-1-1 0,1 0 0,0 0 0,-1 0 0,1-1 0,-1 1 0,1-1 0,-1 0 0,1 0 0,-1 0 0,0 0 0,1-1 0,-1 1 0,0-1 0,0 0 0,0 0 0,0 0 0,0 0 0,-1-1 0,1 1 0,-1-1 0,5-5 0,-5 5 0,0 0 0,0 0 0,0-1 0,-1 1 0,1-1 0,-1 1 0,0-1 0,0 0 0,1-6 0,-1-35 0,0 5 0,-1 39 0,0 1 0,0 0 0,0 0 0,0 0 0,0 0 0,0 0 0,0-1 0,0 1 0,0 0 0,0 0 0,0 0 0,1 0 0,-1-1 0,0 1 0,0 0 0,0 0 0,0 0 0,0 0 0,0 0 0,0 0 0,0 0 0,0-1 0,1 1 0,-1 0 0,0 0 0,0 0 0,0 0 0,0 0 0,0 0 0,1 0 0,-1 0 0,0 0 0,0 0 0,0 0 0,0 0 0,0 0 0,1 0 0,-1 0 0,0 0 0,0 0 0,0 0 0,9 4 0,11 15 0,-15-14 0,2 1 0,0 0 0,1-1 0,0 0 0,0 0 0,0-1 0,0 0 0,1-1 0,-1 1 0,15 2 0,4-1 0,52 3 0,-58-6 0,7 3 0,-23-4 0,0 1 0,0-1 0,0-1 0,0 1 0,1-1 0,7 0 0,-12 0 0,-1-1 0,1 1 0,0 0 0,-1 0 0,1-1 0,-1 1 0,1 0 0,-1-1 0,1 1 0,-1-1 0,1 1 0,-1-1 0,1 1 0,-1-1 0,0 1 0,1-1 0,-1 1 0,0-1 0,1 1 0,-1-1 0,0 1 0,0-1 0,1 0 0,-1 1 0,0-1 0,0 0 0,0 1 0,0-1 0,0 0 0,0 1 0,0-1 0,0 1 0,0-1 0,0 0 0,0 1 0,-1-2 0,-7-27 0,5 23 0,-3-15 0,0 5 0,1-1 0,-6-33 0,10 46 0,1-1 0,-1 1 0,1 0 0,0-1 0,1 1 0,-1 0 0,1-1 0,0 1 0,0 0 0,0 0 0,0 0 0,1 0 0,0 0 0,0 0 0,0 0 0,0 0 0,3-3 0,-3 5-85,0 0 0,0 1-1,0-1 1,1 0 0,-1 1-1,0 0 1,1 0 0,-1-1-1,0 1 1,1 1 0,0-1-1,-1 0 1,1 1 0,-1-1-1,6 0 1,4 1-6741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0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24575,'0'8'0,"0"5"0,3 3 0,0 1 0,3-2 0,0-1 0,2-1 0,-1 1 0,2 0 0,1 0 0,2 1 0,1 0 0,-1 0 0,-1-2 0,-1-4-8191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0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54 24575,'0'-16'0,"-2"-2"0,-2 5 0,-2 6 0,0 8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0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24575,'98'340'0,"-91"-315"0,-6-23-19,28 91 160,-26-84-327,2 0 1,-1 1-1,1-1 0,1-1 0,-1 1 0,1-1 0,11 11 0,-7-9-6640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1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334 112 24575,'-28'-19'0,"-13"-5"0,-1 1 0,4 5 0,5 5 0,6 5 0,6 3 0,2 3 0,3 2 0,2 4 0,0 0 0,-1 3 0,1 0 0,2-1-8191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1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24575,'19'43'0,"-13"-27"0,17 28 0,-17-33 0,1-1 0,0-1 0,1 0 0,0 0 0,11 10 0,-15-16 0,-1-1 0,0 1 0,0-1 0,1 1 0,0-1 0,-1 0 0,1-1 0,0 1 0,0-1 0,0 1 0,0-1 0,0 0 0,0-1 0,0 1 0,0-1 0,0 0 0,1 0 0,6-1 0,-8 1 0,0-1 0,0 0 0,0 0 0,-1 0 0,1-1 0,0 1 0,-1-1 0,1 1 0,-1-1 0,1 0 0,-1 0 0,0 0 0,3-4 0,-1 2 0,-1-1 0,0 0 0,0 0 0,0 0 0,0 0 0,2-10 0,-1 2 0,-1-1 0,0 1 0,-1-1 0,-1 0 0,0-15 0,-1 22 0,-1 22 0,1 24 0,3 34 0,4-1 0,23 103 0,1 8 0,-31-178 0,2 8 0,0-1 0,-1 0 0,-1 1 0,0-1 0,-2 14 0,1-23 0,1 0 0,-1 0 0,0 0 0,0-1 0,0 1 0,0 0 0,0-1 0,-1 1 0,1-1 0,-1 1 0,0-1 0,0 0 0,1 0 0,-1 0 0,-1 0 0,1 0 0,0 0 0,0 0 0,-1-1 0,1 1 0,-1-1 0,1 0 0,-1 1 0,0-1 0,1 0 0,-1-1 0,-5 2 0,3-1 0,1 0 0,0-1 0,-1 1 0,1-1 0,-1 0 0,1-1 0,-1 1 0,1-1 0,-1 1 0,1-1 0,0-1 0,0 1 0,-1 0 0,1-1 0,0 0 0,0 0 0,0 0 0,1-1 0,-1 1 0,1-1 0,-1 0 0,1 0 0,0 0 0,0-1 0,0 1 0,0-1 0,1 1 0,-1-1 0,1 0 0,0 0 0,0 0 0,0 0 0,1 0 0,0-1 0,0 1 0,0 0 0,-1-6 0,1 2 0,1 1 0,0-1 0,0 1 0,1-1 0,0 1 0,0 0 0,1-1 0,-1 1 0,2 0 0,-1 0 0,1 0 0,0 0 0,0 1 0,1-1 0,0 1 0,0 0 0,1 0 0,-1 0 0,1 0 0,1 1 0,-1 0 0,1 0 0,0 1 0,9-6 0,-1 1-341,0 2 0,1 0-1,22-8 1,-20 10-6485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1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24575,'0'5'0,"0"5"0,0 2 0,0 0-8191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3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217 249 24575,'17'105'0,"10"54"0,-26-153 0,1 0 0,0 0 0,0 0 0,0 0 0,4 5 0,-4-16 0,-1-5 0,-2-5 0,0 0 0,-1 1 0,0-1 0,-1 1 0,-1-1 0,-1 1 0,0 0 0,0 0 0,-14-23 0,-8-7 0,-47-60 0,37 53 0,-17-30 0,45 67 0,1-1 0,1-1 0,-9-25 0,17 35 0,4 9 0,9 12 0,-12-13 0,29 30 0,1-1 0,1-1 0,71 47 0,-87-67 0,1 0 0,0 0 0,0-2 0,1-1 0,0 0 0,1-1 0,-1-1 0,1-1 0,0-1 0,41 2 0,-55-5 0,0 0 0,0-1 0,1 0 0,-1 0 0,0 0 0,0-1 0,0 0 0,0 0 0,0-1 0,-1 1 0,1-1 0,-1 0 0,1-1 0,7-6 0,-6 3 0,-1 1 0,0-1 0,0-1 0,0 1 0,-1-1 0,0 0 0,-1 0 0,0 0 0,4-12 0,9-24 0,-11 78 0,1 10 0,1 1 0,3-2 0,23 62 0,-23-76 0,3 0 0,0 0 0,2-2 0,1 0 0,34 42 0,-50-67 0,0-1 0,1 1 0,-1-1 0,0 0 0,1 0 0,-1 0 0,1 1 0,0-1 0,-1-1 0,1 1 0,0 0 0,-1 0 0,1-1 0,0 1 0,0-1 0,0 1 0,-1-1 0,1 0 0,0 0 0,0 0 0,0 0 0,0 0 0,0 0 0,0 0 0,-1-1 0,1 1 0,0-1 0,0 1 0,0-1 0,-1 0 0,1 1 0,1-2 0,6-4 0,0 0 0,0 0 0,-1-1 0,12-13 0,-1 3 0,-11 9 0,2 0 0,-1 1 0,1 0 0,0 1 0,21-11 0,-24 14 0,1-1 0,-1 0 0,0 0 0,0-1 0,-1 0 0,1 0 0,-1 0 0,0-1 0,-1 0 0,6-7 0,-9 10 0,0 0 0,0 0 0,-1 0 0,1 0 0,-1 0 0,1 0 0,-1-1 0,0 1 0,0-1 0,-1 1 0,1-5 0,-1 5 0,0 0 0,0 1 0,-1-1 0,1 1 0,-1-1 0,1 1 0,-1-1 0,0 1 0,0-1 0,0 1 0,-1 0 0,1-1 0,0 1 0,-1 0 0,1 0 0,-1 0 0,-2-2 0,3 3 0,0 0 0,-1-1 0,1 1 0,-1 0 0,1 0 0,-1 0 0,1 0 0,-1 0 0,1 0 0,-1 1 0,0-1 0,0 0 0,1 1 0,-1 0 0,0-1 0,0 1 0,1 0 0,-1 0 0,0 0 0,0 0 0,0 0 0,0 0 0,1 0 0,-1 1 0,0-1 0,0 1 0,1-1 0,-1 1 0,0 0 0,1 0 0,-3 1 0,1 0 0,0 0 0,1 0 0,-1 0 0,1 1 0,0-1 0,-1 1 0,1 0 0,0-1 0,0 1 0,1 0 0,-1 0 0,1 0 0,-1 0 0,1 0 0,0 1 0,-1 3 0,1 1 0,0 1 0,0 0 0,1 0 0,0-1 0,1 1 0,0 0 0,0-1 0,1 1 0,0-1 0,0 1 0,1-1 0,0 0 0,1 0 0,0 0 0,0 0 0,6 7 0,-3-5 0,0-1 0,1 0 0,0-1 0,1 0 0,-1 0 0,2 0 0,-1-1 0,1-1 0,0 0 0,0 0 0,17 6 0,-17-8 0,-1-1 0,1-1 0,0 0 0,0 0 0,0-1 0,0 0 0,0-1 0,0 0 0,0 0 0,0-1 0,0-1 0,19-4 0,-26 5 0,0-1 0,1 1 0,-1-1 0,0 0 0,0 1 0,-1-1 0,1-1 0,0 1 0,-1 0 0,1-1 0,-1 1 0,0-1 0,1 0 0,-1 0 0,-1 0 0,1 0 0,0 0 0,1-4 0,0-3 0,0 0 0,-1 0 0,0 0 0,1-17 0,0 16 0,-3 11 0,0 0 0,0 0 0,1 0 0,-1 0 0,0 0 0,0 0 0,0 0 0,0 0 0,1 0 0,-1 0 0,0 0 0,0-1 0,0 1 0,0 0 0,1 0 0,-1 0 0,0 0 0,0 0 0,0 0 0,0 1 0,1-1 0,-1 0 0,0 0 0,0 0 0,0 0 0,0 0 0,1 0 0,-1 0 0,0 0 0,0 0 0,0 0 0,0 1 0,15 15 0,-5-3 0,-7-10 0,0-1 0,0 0 0,-1 0 0,1 0 0,1 0 0,-1-1 0,0 1 0,0-1 0,0 0 0,1 0 0,-1 0 0,1 0 0,3 0 0,0-1 0,1-1 0,-1 1 0,1-1 0,-1-1 0,9-1 0,-5 0 0,8-2 0,0 1 0,0 0 0,36-1 0,-37 6-130,0 2 1,0-1-1,0 2 0,-1 1 0,1 0 0,17 8 0,-26-9-326,4 0-6370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24575,'-3'3'0,"2"8"0,4 11 0,1 8 0,3 8 0,2 7 0,3 4 0,1 1 0,-1 1 0,0-2 0,1-3 0,0-2 0,-2-4 0,0-2 0,1-6 0,-2-3 0,0-7 0,-2-6-8191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4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359 157 24575,'-31'-26'0,"-13"-9"0,-2 3 0,3 5 0,5 8 0,7 8 0,5 5 0,6 6 0,3 6 0,2 1 0,0 3 0,2 2 0,1 2 0,4-2-8191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5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94 556 24575,'-5'-4'0,"0"1"0,0-1 0,0 1 0,0 0 0,-1 1 0,-11-4 0,16 5 0,0 1 0,-1 0 0,1-1 0,0 1 0,-1 0 0,1 0 0,-1 0 0,1 0 0,0 0 0,-1 0 0,1 1 0,0-1 0,-1 0 0,1 1 0,0-1 0,-1 1 0,1-1 0,0 1 0,0 0 0,-1-1 0,1 1 0,0 0 0,0 0 0,0 0 0,0 0 0,0 0 0,0 0 0,0 0 0,0 0 0,1 0 0,-1 1 0,0-1 0,1 0 0,-1 1 0,0 1 0,0 2 0,0-1 0,0 1 0,0 0 0,0 0 0,1-1 0,0 1 0,0 0 0,0 0 0,1 0 0,0-1 0,0 1 0,0 0 0,2 6 0,-2-8 0,0-1 0,0 1 0,0-1 0,1 1 0,-1-1 0,1 1 0,-1-1 0,1 0 0,0 1 0,0-1 0,0 0 0,0 0 0,0-1 0,0 1 0,0 0 0,1-1 0,-1 1 0,1-1 0,-1 0 0,1 0 0,-1 0 0,1 0 0,0 0 0,3 0 0,-4-1 0,0 0 0,0 0 0,0 0 0,0 0 0,0-1 0,0 1 0,0-1 0,0 1 0,0-1 0,0 0 0,0 0 0,0 0 0,-1 0 0,1 0 0,0 0 0,-1 0 0,1-1 0,-1 1 0,1-1 0,-1 1 0,1-1 0,-1 1 0,0-1 0,0 0 0,0 0 0,0 0 0,0 0 0,1-2 0,2-6 0,-1-1 0,0 1 0,3-22 0,-5 28 0,-1 3 0,0 0 0,0-1 0,1 1 0,-1 0 0,0 0 0,1 0 0,-1-1 0,1 1 0,-1 0 0,1 0 0,-1 0 0,1 0 0,1-1 0,2 4 0,-1 9 0,-1-3 0,0-1 0,0 1 0,1-1 0,-1 1 0,2-1 0,5 9 0,-8-13 0,1 0 0,0-1 0,0 0 0,0 1 0,0-1 0,1 0 0,-1 0 0,0 0 0,1 0 0,0-1 0,-1 1 0,1-1 0,0 1 0,0-1 0,0 0 0,0 0 0,0 0 0,0-1 0,3 1 0,1 0 0,-1-1 0,1-1 0,-1 1 0,1-1 0,-1 0 0,1 0 0,-1-1 0,0 0 0,0 0 0,0 0 0,0-1 0,0 0 0,0 0 0,-1-1 0,1 1 0,6-7 0,6-6 0,-2-1 0,0-1 0,16-22 0,-28 35 0,6-8 0,-1-1 0,-1 0 0,0 0 0,-1 0 0,0-1 0,-2 0 0,1-1 0,-2 1 0,0-1 0,-1 0 0,-1 0 0,0 0 0,-1-27 0,-2 23 0,0 0 0,-2-1 0,0 1 0,-2 0 0,0 1 0,-1-1 0,-1 1 0,-1 0 0,0 1 0,-16-25 0,17 31 0,-9-13 0,15 23 0,0 1 0,0 0 0,0-1 0,0 1 0,0 0 0,-1 0 0,1 0 0,0 0 0,-1 0 0,1 0 0,-1 0 0,-2-1 0,3 2 0,0 0 0,0 0 0,1 0 0,-1 0 0,0 0 0,0 0 0,1 0 0,-1 0 0,0 0 0,0 0 0,1 0 0,-1 0 0,0 1 0,1-1 0,-1 0 0,0 1 0,1-1 0,-1 0 0,0 1 0,1-1 0,-2 1 0,1 1 0,-1 0 0,1-1 0,0 1 0,0-1 0,0 1 0,0 0 0,0 0 0,-1 2 0,0 3 0,0 0 0,0 0 0,-1 11 0,1 4 0,2 1 0,0-1 0,1 0 0,1 1 0,1-1 0,1 0 0,1 0 0,1-1 0,17 42 0,-9-33 0,1 0 0,2-2 0,1 1 0,0-2 0,3-1 0,24 27 0,-35-43-170,1 0-1,0-1 0,0 0 1,1-1-1,0-1 0,1 1 1,21 8-1,-21-11-6655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6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370 457 24575,'-133'-26'0,"-37"-7"0,167 33 0,0-1 0,0 1 0,0 0 0,-1 0 0,1 0 0,0 0 0,0 1 0,0-1 0,0 1 0,0 0 0,0 0 0,0 0 0,0 0 0,-5 3 0,7-2 0,0-1 0,-1 0 0,1 0 0,0 1 0,0-1 0,0 0 0,0 1 0,0-1 0,0 1 0,0 0 0,1-1 0,-1 1 0,1 0 0,-1-1 0,1 1 0,-1 0 0,1-1 0,0 1 0,0 0 0,0 0 0,0 0 0,0-1 0,0 1 0,1 0 0,-1-1 0,1 1 0,0 3 0,1 1 0,1 0 0,-1-1 0,1 1 0,1-1 0,-1 1 0,1-1 0,-1 0 0,1 0 0,1 0 0,-1-1 0,1 0 0,8 7 0,0-2 0,1 0 0,0-1 0,26 12 0,-27-15 0,1-1 0,-1 1 0,1-2 0,27 4 0,-36-7 0,1 1 0,0-1 0,-1 0 0,1 0 0,-1-1 0,1 1 0,-1-1 0,1-1 0,-1 1 0,1-1 0,-1 0 0,0 0 0,0 0 0,0-1 0,5-3 0,-6 3 0,-1-1 0,0 1 0,-1-1 0,1 0 0,-1 1 0,1-1 0,-1 0 0,0-1 0,0 1 0,-1 0 0,0 0 0,1-1 0,-1 1 0,-1-1 0,1 1 0,0-8 0,-1-6 0,0 1 0,-5-34 0,-1 18 0,-1 1 0,-15-44 0,-31-59 0,51 130 0,-13-31 0,-26-45 0,40 79 0,1 1 0,-1-1 0,0 1 0,0 0 0,0-1 0,0 1 0,-1 0 0,1 0 0,0 0 0,-3-2 0,4 3 0,0 0 0,0 0 0,0 0 0,-1 0 0,1 0 0,0 0 0,0 0 0,0 0 0,-1 0 0,1 0 0,0 0 0,0 0 0,0 0 0,0 0 0,-1 0 0,1 0 0,0 0 0,0 0 0,0 0 0,-1 0 0,1 0 0,0 0 0,0 0 0,0 1 0,0-1 0,0 0 0,-1 0 0,1 0 0,0 0 0,0 0 0,0 1 0,-3 10 0,1 9 0,1 0 0,1 0 0,1 1 0,1-1 0,1 0 0,1-1 0,0 1 0,1 0 0,1-1 0,1 0 0,1-1 0,1 0 0,0 0 0,1 0 0,1-1 0,1-1 0,0 0 0,1-1 0,1 0 0,30 25 0,-23-24 0,2-1 0,-1-1 0,44 20 0,-50-28 0,-1 0 0,1-1 0,0-1 0,0 0 0,0-1 0,0-1 0,24 0 0,-37-2 0,0 0 0,0 0 0,1 0 0,-1-1 0,0 0 0,0 0 0,0 1 0,0-2 0,0 1 0,0 0 0,0-1 0,0 1 0,0-1 0,-1 0 0,1 0 0,3-3 0,-3 1 0,0 0 0,0 1 0,-1-1 0,1 0 0,-1 0 0,0 0 0,0-1 0,-1 1 0,1 0 0,1-8 0,-2 2 0,1 0 0,-1-1 0,-1 1 0,0 0 0,0 0 0,-1-1 0,-1 1 0,0 0 0,-5-18 0,4 20 0,0 0 0,-1 0 0,0 1 0,0-1 0,-8-8 0,11 14 0,-1 0 0,1 1 0,0-1 0,-1 1 0,1 0 0,-1 0 0,0-1 0,1 1 0,-1 0 0,0 0 0,0 0 0,-2 0 0,2 1 0,1-1 0,0 1 0,0 0 0,0 0 0,0 0 0,-1 1 0,1-1 0,0 0 0,0 0 0,0 0 0,0 1 0,0-1 0,-1 1 0,1-1 0,0 1 0,0-1 0,0 1 0,0 0 0,1-1 0,-1 1 0,0 0 0,0 0 0,-1 1 0,0 1 0,-1 0 0,1 1 0,0-1 0,0 1 0,0 0 0,1 0 0,-1 0 0,1-1 0,0 1 0,0 0 0,0 1 0,1-1 0,-1 0 0,1 4 0,0 0 0,0 1 0,1-1 0,-1 0 0,2 1 0,-1-1 0,4 8 0,-1-4 0,1 0 0,0 0 0,1-1 0,1 0 0,0 0 0,0-1 0,1 1 0,0-2 0,0 1 0,16 12 0,-16-15 0,1-1 0,-1 0 0,2 0 0,-1-1 0,0 0 0,1-1 0,0 0 0,0 0 0,1-1 0,-1 0 0,0-1 0,20 2 0,-18-3 30,-1-1 0,0 0 0,18-4 0,-25 4-123,-1-1 0,0 0 1,1 0-1,-1 0 0,0 0 0,0-1 0,0 1 0,0-1 1,0 0-1,0 0 0,0 0 0,0 0 0,-1 0 1,1-1-1,3-4 0,1-4-6733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7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15 24575,'-14'-4'0,"-1"0"0,1 2 0,-1 0 0,0 0 0,-16 1 0,28 1 0,0 0 0,0 1 0,0-1 0,1 1 0,-1-1 0,0 1 0,0 0 0,1 0 0,-1 0 0,0 0 0,1 0 0,-1 1 0,1-1 0,-1 1 0,1 0 0,0 0 0,0-1 0,0 2 0,0-1 0,0 0 0,0 0 0,1 0 0,-1 1 0,1-1 0,-1 1 0,1-1 0,0 1 0,0 0 0,0 0 0,0-1 0,1 1 0,-1 0 0,1 4 0,-1 0 0,1 1 0,0-1 0,1 0 0,-1 0 0,1 0 0,1 0 0,0 0 0,0 0 0,0-1 0,0 1 0,1-1 0,0 1 0,1-1 0,-1 0 0,1 0 0,1 0 0,5 6 0,0-1 0,0-1 0,1-1 0,0 0 0,1 0 0,-1-1 0,2-1 0,22 11 0,-27-14 14,1-1-1,0 0 0,1 0 0,-1-1 1,0 0-1,1-1 0,-1 0 1,11-1-1,-14 0-112,-1 0 0,1-1 0,0 1 0,-1-2 0,1 1 0,0 0 0,-1-1 0,0 0 0,1-1 0,-1 1 0,0-1 0,0 0 0,0 0 0,6-5 0,0-3-6727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7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265 109 24575,'-72'-19'0,"-51"-12"0,119 30 0,0 1 0,-1-1 0,1 0 0,-1 1 0,1 0 0,-1 0 0,1 1 0,-6 0 0,9-1 0,0 1 0,-1-1 0,1 1 0,0 0 0,-1-1 0,1 1 0,0 0 0,0 0 0,-1-1 0,1 1 0,0 0 0,0 0 0,0 0 0,0 0 0,1 1 0,-1-1 0,0 0 0,0 0 0,1 0 0,-1 1 0,0-1 0,1 0 0,-1 1 0,1-1 0,0 1 0,0-1 0,-1 0 0,1 3 0,0 2 0,0 1 0,1-1 0,-1 0 0,1 0 0,1 0 0,-1 0 0,1 0 0,3 7 0,-1-3 0,1 1 0,0-1 0,11 15 0,-9-16 0,1-1 0,0 0 0,0 0 0,1 0 0,-1-1 0,2-1 0,-1 1 0,1-2 0,0 1 0,0-1 0,0-1 0,1 0 0,0 0 0,0-1 0,0 0 0,0-1 0,0 0 0,22 0 0,-31-2 0,1 0 0,-1-1 0,0 1 0,0 0 0,0-1 0,0 1 0,0-1 0,0 0 0,0 0 0,0 1 0,0-1 0,-1-1 0,1 1 0,0 0 0,0 0 0,-1-1 0,1 1 0,-1 0 0,2-3 0,-1 1 0,0 0 0,-1 0 0,0 1 0,1-2 0,-1 1 0,0 0 0,0 0 0,-1 0 0,1 0 0,-1 0 0,1-5 0,-2-5 0,0 1 0,0-1 0,-1 1 0,0 0 0,-7-17 0,6 18 12,-2 0 0,0 0 0,0 1 0,-1 0 0,0 0 0,0 1 0,-1-1 0,-1 1 0,-16-15 0,20 19-86,-1 1-1,0 0 1,0 0 0,0 1 0,-1 0-1,1 0 1,-1 0 0,0 0 0,0 1-1,0 0 1,0 0 0,0 1 0,0-1-1,0 2 1,-1-1 0,1 0 0,0 1-1,0 0 1,-12 2 0,4 2-6752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 24575,'-3'-5'0,"9"7"0,9 8 0,16 22 0,-27-27 0,0 0 0,1 0 0,-1 0 0,1 0 0,0-1 0,1 0 0,-1 0 0,1 0 0,11 5 0,-15-8 0,0-1 0,0 1 0,-1-1 0,1 0 0,0 0 0,0 0 0,0 0 0,-1 0 0,1 0 0,0 0 0,0 0 0,-1-1 0,1 1 0,0-1 0,0 1 0,-1-1 0,1 0 0,-1 1 0,1-1 0,0 0 0,-1 0 0,0 0 0,1 0 0,-1-1 0,0 1 0,1 0 0,-1-1 0,0 1 0,1-3 0,2-2 0,0-1 0,-1 1 0,0-1 0,0 0 0,3-13 0,-6 19 0,1-1 0,-1 1 0,1-1 0,-1 1 0,1 0 0,0-1 0,-1 1 0,1 0 0,2-2 0,-3 2 0,1 1 0,-1-1 0,0 1 0,1 0 0,-1 0 0,1-1 0,-1 1 0,1 0 0,-1 0 0,1-1 0,-1 1 0,1 0 0,-1 0 0,1 0 0,-1 0 0,1 0 0,-1 0 0,1 0 0,0 0 0,1 0 0,0 1 0,0 0 0,0 0 0,-1 0 0,1 0 0,0 0 0,-1 0 0,1 0 0,-1 0 0,1 1 0,-1-1 0,0 1 0,3 2 0,-4-3 0,10 10 0,0 1 0,18 15 0,-26-25 0,1 0 0,-1 0 0,1 0 0,0 0 0,-1 0 0,1 0 0,0-1 0,0 0 0,1 0 0,-1 1 0,0-2 0,0 1 0,0 0 0,1-1 0,-1 1 0,0-1 0,1 0 0,4-1 0,-6 1 0,0-1 0,0 1 0,-1-1 0,1 0 0,0 0 0,0 0 0,0 0 0,-1 0 0,1 0 0,0-1 0,-1 1 0,3-3 0,14-22 0,-16 22 0,0 1 0,0 0 0,0 0 0,0 0 0,0 0 0,0 0 0,1 0 0,0 1 0,-1-1 0,1 1 0,0-1 0,0 1 0,5-2 0,-6 3 0,0 1 0,1 0 0,-1-1 0,0 1 0,0 0 0,1 0 0,-1 1 0,0-1 0,1 0 0,-1 1 0,0-1 0,0 1 0,0 0 0,0-1 0,0 1 0,0 0 0,3 2 0,5 3 0,-1 0 0,10 10 0,-13-12 0,57 53-1365,-50-47-5461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0 198 24575,'8'33'0,"1"0"0,2 0 0,2-1 0,19 37 0,1-9 0,45 63 0,-73-116 0,-3-4 0,-1 0 0,1-1 0,0 1 0,1 0 0,-1-1 0,5 5 0,-5-8 0,-3-5 0,-2-8 0,2 13 0,-14-43 0,-28-52 0,33 74 0,-10-19 0,-43-104 0,57 127 0,1 0 0,1 0 0,0 0 0,1 0 0,1 0 0,1-29 0,1 43 0,0 0 0,1 0 0,-1-1 0,1 1 0,0 0 0,0 0 0,1 0 0,-1 1 0,1-1 0,0 0 0,0 0 0,0 1 0,1-1 0,-1 1 0,1 0 0,0 0 0,4-4 0,-5 5 0,0 1 0,1-1 0,-1 1 0,1-1 0,0 1 0,-1 0 0,1 0 0,0 0 0,0 0 0,0 1 0,0-1 0,0 1 0,-1 0 0,1-1 0,0 2 0,0-1 0,0 0 0,0 0 0,0 1 0,0-1 0,0 1 0,0 0 0,-1 0 0,1 0 0,3 2 0,-2-1 0,0 1 0,0-1 0,0 1 0,0 0 0,-1 0 0,1 0 0,-1 1 0,0-1 0,0 1 0,0-1 0,0 1 0,0 0 0,-1 1 0,0-1 0,0 0 0,0 0 0,0 1 0,-1-1 0,0 1 0,0 0 0,0-1 0,0 1 0,-1 0 0,0 0 0,0-1 0,0 1 0,0 0 0,-1 0 0,0-1 0,0 1 0,0-1 0,-1 1 0,1-1 0,-1 1 0,0-1 0,0 0 0,-4 5 0,1-1 14,-1-1-1,0 0 0,0-1 0,-1 1 1,0-1-1,0-1 0,0 1 1,-10 4-1,-4 2-756,-41 14 1,36-16-6084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9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76 24575,'4'2'0,"0"1"0,0-1 0,0 1 0,0 0 0,0 0 0,-1 0 0,0 0 0,1 1 0,-1 0 0,0-1 0,-1 1 0,1 0 0,-1 0 0,3 6 0,-4-8 0,-1 0 0,1 0 0,-1 0 0,1 0 0,-1 0 0,0 0 0,1 0 0,-1 0 0,0 0 0,-1 0 0,1 0 0,0 1 0,0-1 0,-1 0 0,0 0 0,1 0 0,-1 0 0,0 0 0,0-1 0,0 1 0,0 0 0,0 0 0,0 0 0,0-1 0,-1 1 0,1-1 0,-1 1 0,1-1 0,-1 1 0,0-1 0,1 0 0,-1 0 0,-3 2 0,1-1 0,0 0 0,0 0 0,0 0 0,0-1 0,0 0 0,0 1 0,-1-1 0,1-1 0,0 1 0,0 0 0,-1-1 0,-5 0 0,4-1 0,0 0 0,0-1 0,1 1 0,-1-1 0,0 0 0,1 0 0,-1-1 0,-7-4 0,7 3 0,-14-8 0,0 0 0,-23-20 0,38 28 0,1 1 0,1-1 0,-1 0 0,0 0 0,1 0 0,0 0 0,0 0 0,0-1 0,0 0 0,1 1 0,0-1 0,0 0 0,0 0 0,0 0 0,1 0 0,-1-7 0,2 10 0,0 1 0,0-1 0,0 1 0,0-1 0,0 1 0,1-1 0,-1 1 0,0 0 0,1-1 0,-1 1 0,1-1 0,0 1 0,-1 0 0,1-1 0,0 1 0,0 0 0,0 0 0,0 0 0,1-2 0,1 1 0,-1 1 0,0-1 0,1 1 0,-1-1 0,1 1 0,0 0 0,-1 0 0,1 0 0,5-1 0,-1 1 0,0 0 0,0 1 0,1 0 0,-1 0 0,0 0 0,0 1 0,10 2 0,2 3-419,30 13-1,-44-17-106,10 5-6300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29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89 24575,'-12'-12'0,"-35"-32"0,42 40 0,0 0 0,-1 0 0,0 0 0,0 1 0,0 0 0,0 0 0,-7-2 0,11 5 0,1 0 0,0-1 0,0 1 0,0-1 0,-1 1 0,1 0 0,0 0 0,0 0 0,0 0 0,-1 0 0,1 0 0,0 0 0,0 0 0,-1 0 0,1 1 0,0-1 0,0 0 0,0 1 0,0-1 0,-1 1 0,1-1 0,-1 2 0,1-1 0,0 0 0,0 0 0,1 0 0,-1 1 0,1-1 0,-1 0 0,1 0 0,0 0 0,-1 0 0,1 1 0,0-1 0,0 0 0,0 0 0,0 1 0,0-1 0,0 0 0,0 0 0,1 2 0,0 4 0,1 1 0,0-1 0,1 0 0,-1 0 0,1 0 0,5 7 0,10 12 0,1 0 0,30 31 0,-26-31 0,10 4 0,-26-24 0,-1 0 0,1 0 0,-1 0 0,0 1 0,-1 0 0,6 8 0,-11-15 0,0 1 0,1 0 0,-1-1 0,0 1 0,1 0 0,-1 0 0,0-1 0,0 1 0,0 0 0,1 0 0,-1-1 0,0 1 0,0 0 0,0 0 0,0-1 0,-1 1 0,1 0 0,0 0 0,0 0 0,0-1 0,0 1 0,-1 0 0,1-1 0,0 1 0,-1 0 0,0 0 0,0 1 0,0-1 0,-1 0 0,1 0 0,-1 0 0,1 0 0,-1 0 0,1 0 0,-1 0 0,0 0 0,1-1 0,-3 1 0,-5 2 0,-1-1 0,0 0 0,-12 0 0,20-2 0,-27 1 0,0-2 0,1-1 0,-35-6 0,40 4 0,16 3 24,1 0 0,0 0 0,0-1 0,-9-3 0,14 5-70,0 0-1,0-1 1,0 1-1,0-1 1,0 0 0,0 1-1,0-1 1,0 0-1,0 1 1,1-1 0,-1 0-1,0 0 1,0 0-1,1 1 1,-1-1-1,0 0 1,1 0 0,-1 0-1,1 0 1,0 0-1,-1-1 1,1 1 0,0 0-1,-1 0 1,1 0-1,0 0 1,0 0 0,0 0-1,0 0 1,0-1-1,0 0 1,2-7-6780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0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24575,'21'15'0,"6"9"0,2 1 0,-4 0 0,-5-1 0,-4-4 0,-6-1 0,-2-2 0,-2-1 0,-4-3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0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43 24575,'0'-10'0,"-3"-4"0,0 4 0,-3 3 0,-3 5 0,0 6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0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24575,'5'8'0,"0"0"0,0 0 0,-1 1 0,0 0 0,5 17 0,9 50 0,-11-40 0,79 342 0,-85-373 0,9 55 0,-10-55 0,1 0 0,-1 0 0,0 0 0,-1 0 0,1 0 0,-1 0 0,0 0 0,0 0 0,-4 8 0,4-12 0,0 1 0,0-1 0,0 1 0,-1-1 0,1 1 0,-1-1 0,1 0 0,-1 1 0,1-1 0,-1 0 0,0 0 0,1 0 0,-1-1 0,0 1 0,0 0 0,0-1 0,0 1 0,0-1 0,0 1 0,0-1 0,-2 0 0,-4 1 0,0-1 0,-1 0 0,-12-2 0,20 2 0,0 0 0,-1 0 0,1 0 0,0 0 0,0-1 0,0 1 0,0 0 0,-1-1 0,1 1 0,0-1 0,0 1 0,0-1 0,0 0 0,0 1 0,0-1 0,0 0 0,0 0 0,1 0 0,-1 1 0,0-1 0,-1-2 0,2 2 0,-1 0 0,1 0 0,0-1 0,0 1 0,0 0 0,0 0 0,0-1 0,0 1 0,0 0 0,0-1 0,0 1 0,0 0 0,1 0 0,-1 0 0,0-1 0,2-1 0,0-2 0,1 1 0,-1-1 0,1 1 0,0 0 0,1 0 0,-1 0 0,1 0 0,7-6 0,0 4 0,-1 0 0,2 0 0,-1 1 0,0 0 0,1 1 0,0 0 0,0 1 0,0 1 0,0-1 0,1 2 0,-1 0 0,1 1 0,-1 0 0,20 2 0,-25-1 0,0 1 0,0 0 0,0 0 0,0 0 0,0 1 0,-1 0 0,1 0 0,-1 0 0,0 1 0,1 0 0,-2 1 0,1-1 0,-1 1 0,1 0 0,6 9 0,5 7 0,-2 1 0,24 42 0,-37-61-227,0 1-1,0-1 1,-1 1-1,1 0 1,0 5-1,-1 1-6598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1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68 24575,'0'-18'0,"0"-4"0,0 5 0,0 8 0,-3 8 0,0 9 0,-1 6 0,2 3 0,0-1-8191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1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0 24575,'2'2'0,"0"1"0,0-1 0,0 1 0,0 0 0,0 0 0,0-1 0,0 1 0,-1 0 0,0 0 0,1 0 0,-1 1 0,0-1 0,-1 0 0,1 0 0,-1 1 0,1-1 0,-1 0 0,0 4 0,-1-2 0,1 0 0,-1-1 0,-1 1 0,1 0 0,-1-1 0,1 1 0,-1-1 0,-1 0 0,1 1 0,-1-1 0,1 0 0,-5 4 0,-6 6 0,-2 1 0,0-2 0,-21 16 0,29-25 0,1 1 0,0-1 0,-1-1 0,1 1 0,-1-1 0,0 0 0,-12 3 0,16-6 0,1 1 0,0-1 0,0 0 0,0 1 0,0-1 0,0 0 0,0 0 0,-1 0 0,1-1 0,0 1 0,0-1 0,0 1 0,0-1 0,0 1 0,0-1 0,0 0 0,0 0 0,0 0 0,0 0 0,1-1 0,-1 1 0,0 0 0,1-1 0,-1 1 0,1-1 0,-1 1 0,1-1 0,0 0 0,0 0 0,0 1 0,-2-4 0,0-1 0,1 0 0,-1-1 0,1 0 0,0 1 0,1-1 0,0 0 0,0 0 0,0 0 0,1 0 0,0 0 0,0 0 0,1-7 0,0 10 0,0 0 0,0 0 0,0 0 0,1 0 0,-1 0 0,1 0 0,0 1 0,0-1 0,0 0 0,0 1 0,1 0 0,0-1 0,-1 1 0,1 0 0,0 0 0,1 1 0,-1-1 0,0 1 0,1-1 0,7-2 0,-5 2 0,0 1 0,0 0 0,1 1 0,-1-1 0,0 1 0,1 1 0,-1-1 0,0 1 0,1 0 0,-1 1 0,1-1 0,-1 1 0,0 1 0,1-1 0,-1 1 0,0 0 0,0 0 0,8 5 0,9 5 0,-1 1 0,0 2 0,24 19 0,-28-20 0,114 94 0,-68-54 0,-63-53 0,0 0 0,0 0 0,0-1 0,0 1 0,0 0 0,0 0 0,0-1 0,1 1 0,-1-1 0,0 1 0,0-1 0,0 1 0,1-1 0,-1 0 0,0 0 0,1 1 0,1-1 0,-3-1 0,1 1 0,0-1 0,0 1 0,-1-1 0,1 1 0,0-1 0,-1 0 0,1 1 0,-1-1 0,1 0 0,-1 1 0,1-1 0,-1 0 0,0 0 0,1 0 0,-1 1 0,0-1 0,1 0 0,-1 0 0,0 0 0,0 0 0,0 1 0,0-1 0,0 0 0,0 0 0,0-1 0,0-24 0,-2-25 0,1 32 0,0 0 0,1 1 0,5-33 0,-5 48 0,0 1 0,1 0 0,0-1 0,-1 1 0,1 0 0,0 0 0,0 0 0,0-1 0,1 1 0,-1 0 0,0 1 0,1-1 0,0 0 0,-1 0 0,1 1 0,0-1 0,0 0 0,3-1 0,-3 2 0,1 0 0,0 0 0,-1 0 0,1 0 0,0 0 0,0 1 0,0 0 0,0-1 0,0 1 0,0 0 0,-1 0 0,1 1 0,0-1 0,0 0 0,3 2 0,11 3 0,0 0 0,0 2 0,31 16 0,44 34 0,-7-4 0,18 10-1365,-94-56-5461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3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 24575,'-2'-2'0,"-2"1"0,1 4 0,0 3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33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24575,'-7'5'0,"-4"2"-8191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4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 24575,'-58'16'0,"48"-13"0,0 0 0,0 1 0,1 0 0,0 0 0,-1 1 0,-10 8 0,16-10 0,0 0 0,1 1 0,-1-1 0,1 1 0,0-1 0,0 1 0,0 0 0,0 1 0,1-1 0,-1 0 0,1 1 0,1-1 0,-1 1 0,0-1 0,-1 9 0,3-9 0,-1-1 0,0 1 0,1 0 0,-1 0 0,1-1 0,0 1 0,0 0 0,1 0 0,-1-1 0,1 1 0,0 0 0,0-1 0,0 1 0,0 0 0,1-1 0,-1 0 0,1 1 0,0-1 0,0 0 0,0 0 0,0 0 0,1 0 0,-1 0 0,1 0 0,0-1 0,0 0 0,0 1 0,0-1 0,4 2 0,21 13 0,35 15 0,-1-1 0,-21-10 0,-24-13 0,-1 1 0,1 0 0,25 21 0,-41-29 0,1 0 0,-1 0 0,1 1 0,-1-1 0,0 0 0,0 1 0,0-1 0,0 1 0,0-1 0,0 1 0,0-1 0,0 1 0,0 0 0,-1-1 0,1 1 0,-1 0 0,1 0 0,-1-1 0,0 1 0,0 0 0,0 0 0,0 0 0,0-1 0,0 1 0,0 0 0,0 0 0,-1 0 0,0 2 0,-1-1 0,1 0 0,-1-1 0,0 1 0,0-1 0,0 1 0,0-1 0,0 0 0,-1 1 0,1-1 0,-1 0 0,1-1 0,-1 1 0,0 0 0,1-1 0,-6 2 0,-5 2 15,-1 0 0,0-2 0,0 1 0,-1-2 0,1 0 0,0-1 0,-19 0 0,15-2-263,-1 0 1,0-1-1,1-2 1,-1 0-1,-18-6 1,23 5-6579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12 24575,'-12'-3'0,"-1"0"0,0 1 0,0 0 0,1 1 0,-1 1 0,0 0 0,-15 2 0,23-2 0,1 1 0,-1 0 0,1 1 0,-1-1 0,1 1 0,-1 0 0,1 0 0,0 0 0,0 0 0,0 1 0,0 0 0,0 0 0,1 0 0,-1 0 0,1 1 0,0-1 0,0 1 0,0 0 0,0 0 0,1 0 0,0 0 0,-4 7 0,4-6 0,-2 4 0,1-1 0,0 1 0,-4 18 0,7-24 0,0 0 0,0 0 0,0 0 0,0 0 0,0 0 0,0 0 0,1 0 0,0-1 0,-1 1 0,1 0 0,0 0 0,1 0 0,-1 0 0,0-1 0,1 1 0,1 2 0,3 2 0,0 0 0,1 0 0,-1-1 0,1 0 0,0-1 0,1 1 0,-1-1 0,1-1 0,0 1 0,9 2 0,-4-1 0,0-1 0,0-1 0,1-1 0,0 0 0,25 3 0,-32-6-97,1 0-1,0 0 1,-1 0-1,1-1 1,-1 0-1,1-1 1,-1 1-1,0-1 1,1-1-1,-1 1 1,0-2-1,0 1 0,6-4 1,-4-1-6729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5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172 378 24575,'-20'3'0,"1"0"0,-36 10 0,50-12 0,0 1 0,1-1 0,-1 1 0,0 0 0,1 1 0,0-1 0,0 1 0,-1 0 0,1 0 0,1 0 0,-1 1 0,0-1 0,1 1 0,0 0 0,0 0 0,-5 8 0,7-10 0,1 0 0,-1 0 0,0 0 0,1 0 0,-1 0 0,1 0 0,0 0 0,0 0 0,0 1 0,0-1 0,0 0 0,0 0 0,1 0 0,-1 0 0,0 0 0,2 3 0,0-1 0,-1-1 0,1 1 0,0-1 0,1 1 0,-1-1 0,1 0 0,-1 0 0,4 3 0,4 3 0,0-1 0,1 0 0,0-1 0,16 9 0,-19-12 0,1-1 0,0 1 0,0-1 0,1-1 0,-1 0 0,12 2 0,-16-4 0,0 1 0,0-1 0,0 0 0,-1 0 0,1 0 0,0-1 0,0 0 0,0 0 0,0 0 0,-1 0 0,1-1 0,0 0 0,8-4 0,-11 4 0,0 0 0,-1 0 0,1 0 0,0-1 0,-1 1 0,1 0 0,-1-1 0,1 1 0,-1-1 0,0 1 0,0-1 0,0 0 0,-1 1 0,1-1 0,-1 0 0,1 0 0,-1 0 0,0 1 0,0-1 0,-1-4 0,1 3 0,0 0 0,-1 0 0,1 0 0,-1 0 0,0 0 0,0 1 0,-1-1 0,1 0 0,-1 0 0,0 1 0,0-1 0,0 1 0,-3-5 0,5 8 0,0 0 0,0 0 0,0 0 0,0 0 0,0 0 0,0 0 0,0 0 0,0 0 0,0 0 0,0 0 0,0 0 0,0 1 0,0-1 0,0 0 0,0 0 0,0 0 0,0 0 0,0 0 0,0 0 0,0 0 0,0 0 0,0 0 0,0 0 0,0 0 0,0 0 0,0 0 0,0 0 0,0 0 0,0 0 0,0 0 0,0 0 0,-1 0 0,1 0 0,0 0 0,0 0 0,0 0 0,0 0 0,0 0 0,0 1 0,0-1 0,0 0 0,0 0 0,0 0 0,0 0 0,0 0 0,0 0 0,0 0 0,0 0 0,0 0 0,0 0 0,3 9 0,6 10 0,-4-12 0,0 0 0,0-1 0,1 0 0,0-1 0,0 1 0,1-1 0,0 0 0,0-1 0,0 1 0,13 5 0,-7-4 0,1-1 0,0-1 0,0 0 0,1 0 0,17 1 0,-22-4 0,0 0 0,0 0 0,0-1 0,1-1 0,-1 1 0,17-5 0,-24 4 0,1 0 0,-1 0 0,0-1 0,1 1 0,-1-1 0,0 0 0,0 0 0,0 0 0,0 0 0,0-1 0,-1 1 0,1-1 0,-1 1 0,1-1 0,-1 0 0,0 0 0,0 0 0,0 0 0,-1-1 0,1 1 0,2-7 0,-1-3 0,0 1 0,-1-1 0,-1 0 0,0 0 0,0 0 0,-1 1 0,-1-1 0,-3-17 0,-26-102 0,24 112 0,-15-46 0,-45-102 0,65 167 0,1 1 0,0-1 0,0 0 0,-1 1 0,1-1 0,0 0 0,-1 1 0,1-1 0,0 1 0,-1-1 0,1 0 0,-1 1 0,1-1 0,-1 1 0,1-1 0,-2 0 0,1 1 0,1 1 0,0-1 0,0 0 0,-1 0 0,1 0 0,0 1 0,0-1 0,0 0 0,-1 0 0,1 1 0,0-1 0,0 0 0,0 0 0,0 1 0,-1-1 0,1 0 0,0 1 0,0-1 0,0 0 0,0 1 0,0-1 0,0 0 0,0 0 0,0 1 0,0 0 0,-1 30 0,1-26 0,0 57 0,5 127 0,-3-171 0,0 0 0,1-1 0,1 1 0,1-1 0,8 21 0,-10-32 0,0 1 0,1-1 0,-1 0 0,1 1 0,0-2 0,1 1 0,0 0 0,0-1 0,0 0 0,0 0 0,1-1 0,-1 1 0,1-1 0,1 0 0,10 5 0,-4-4 0,0-1 0,0-1 0,0 1 0,1-2 0,-1 0 0,1-1 0,-1 0 0,23-2 0,-20 0 0,0-1 0,0-1 0,-1-1 0,1 0 0,-1-1 0,0 0 0,15-8 0,-22 8 0,1 0 0,-2 0 0,1-1 0,-1 0 0,1 0 0,-2-1 0,1 1 0,-1-2 0,0 1 0,8-13 0,-12 33 0,-2 10 0,0-15-119,0 22 372,0-29-316,0 0 1,0 0-1,0 0 1,1 0-1,-1 0 1,0 0 0,1 0-1,-1 0 1,0 0-1,1 0 1,-1 0-1,1 0 1,0 0-1,-1 0 1,1 0 0,0-1-1,-1 1 1,1 0-1,0-1 1,0 1-1,0 0 1,0-1-1,1 2 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5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24575,'0'-15'0,"0"-3"0,0 4 0,0 7 0,0 8 0,0 6 0,0 4 0,0 1-8191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6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1 118 24575,'0'6'0,"1"0"0,-1-1 0,1 1 0,0 0 0,1 0 0,0-1 0,-1 1 0,2-1 0,-1 1 0,4 5 0,-5-10 0,0 1 0,0-1 0,0 0 0,0 0 0,0 1 0,0-1 0,1 0 0,-1 0 0,0 0 0,1 0 0,-1 0 0,0-1 0,1 1 0,-1 0 0,1-1 0,2 2 0,-2-2 0,-1 0 0,1 0 0,0 0 0,0-1 0,-1 1 0,1 0 0,0-1 0,-1 1 0,1-1 0,0 1 0,-1-1 0,1 0 0,-1 0 0,1 0 0,-1 0 0,1 0 0,-1 0 0,3-2 0,0-1 0,-1 0 0,1 0 0,-1 0 0,0-1 0,0 1 0,0-1 0,2-6 0,11-18 0,-15 28 0,0 0 0,0 0 0,0 0 0,0 0 0,0 0 0,0 0 0,0 1 0,0-1 0,0 0 0,0 0 0,1 1 0,-1-1 0,0 1 0,0-1 0,1 1 0,-1-1 0,0 1 0,1 0 0,-1 0 0,0 0 0,1 0 0,-1 0 0,0 0 0,1 0 0,-1 0 0,0 0 0,1 1 0,-1-1 0,3 1 0,3 2 0,-1 0 0,1 1 0,-1 0 0,9 7 0,2 0 0,2 1 0,1 0 0,28 13 0,-40-22 0,0 0 0,0-1 0,0 1 0,0-2 0,1 1 0,-1-1 0,12 0 0,-13-1 0,0 1 0,0-2 0,0 1 0,0-1 0,-1 0 0,1 0 0,0-1 0,-1 0 0,1 0 0,-1 0 0,11-7 0,129-99 0,-144 107 0,-1-1 0,1 1 0,0-1 0,-1 0 0,1 0 0,-1 0 0,0 1 0,0-1 0,0-1 0,0 1 0,0 0 0,0 0 0,0 0 0,-1 0 0,1-3 0,0 3 0,-1 1 0,0 0 0,0-1 0,0 1 0,-1 0 0,1-1 0,0 1 0,0 0 0,-1-1 0,1 1 0,0 0 0,-1 0 0,0 0 0,1-1 0,-1 1 0,0 0 0,1 0 0,-1 0 0,0 0 0,0 0 0,0 0 0,0 0 0,0 0 0,0 0 0,0 1 0,0-1 0,-2-1 0,-2 0 0,0-1 0,0 1 0,0 0 0,0 0 0,0 1 0,-1 0 0,1 0 0,0 0 0,-1 0 0,-9 1 0,12 0 0,0 1 0,0-1 0,0 1 0,0 0 0,1 0 0,-1 0 0,0 0 0,0 1 0,1-1 0,-1 1 0,1-1 0,0 1 0,-1 0 0,1 0 0,0 0 0,0 0 0,0 1 0,0-1 0,1 0 0,-1 1 0,-1 3 0,0 0 0,1 0 0,0 0 0,0 0 0,0 0 0,1 0 0,0 1 0,0-1 0,1 0 0,0 1 0,0-1 0,0 0 0,1 1 0,-1-1 0,2 0 0,2 10 0,-2-8 0,1-1 0,-1 0 0,2 0 0,-1 0 0,1 0 0,0 0 0,0-1 0,0 0 0,1 0 0,0 0 0,1 0 0,9 7 0,-13-11 0,1 0 0,0 0 0,-1-1 0,1 1 0,0-1 0,0 0 0,0 1 0,0-2 0,0 1 0,0 0 0,0 0 0,1-1 0,-1 0 0,0 0 0,0 0 0,0 0 0,1 0 0,-1 0 0,0-1 0,0 0 0,0 1 0,0-1 0,0-1 0,0 1 0,0 0 0,0-1 0,0 1 0,-1-1 0,1 0 0,2-2 0,-2 1 0,1 0 0,-1-1 0,0 1 0,0-1 0,0 0 0,0 0 0,-1 0 0,1 0 0,-1-1 0,0 1 0,-1 0 0,1-1 0,-1 0 0,0 1 0,0-1 0,0 0 0,-1 0 0,1 1 0,-1-8 0,0 11 0,0 0 0,-1 0 0,1 0 0,0 0 0,0 0 0,0 0 0,-1 0 0,1 0 0,-1 0 0,1 0 0,-1 0 0,0-1 0,1 2 0,-1-1 0,1 1 0,0 0 0,0 0 0,-1-1 0,1 1 0,0 0 0,-1 0 0,1 0 0,0-1 0,-1 1 0,1 0 0,-1 0 0,1 0 0,0 0 0,-1 0 0,1 0 0,0 0 0,-1 0 0,1 0 0,-1 0 0,1 0 0,-1 0 0,0 0 0,-1 1 0,1 0 0,0-1 0,0 1 0,-1 0 0,1 0 0,0 0 0,0 0 0,0 0 0,0 0 0,0 0 0,0 0 0,0 0 0,0 0 0,0 1 0,0 1 0,-5 8 0,2 0 0,-1 1 0,2 0 0,-1 0 0,2 0 0,-1 0 0,0 13 0,2 89 0,1-80 0,3 12 0,11 63 0,0-3 0,-13-103 0,-1 0 0,0 1 0,0-1 0,0 0 0,0 0 0,-1 0 0,1 1 0,-1-1 0,0 0 0,0 0 0,-2 6 0,1-8 0,1 1 0,0-1 0,0 1 0,0-1 0,-1 0 0,1 1 0,-1-1 0,1 0 0,-1 0 0,0 0 0,1 0 0,-1-1 0,0 1 0,0 0 0,1-1 0,-1 1 0,0-1 0,0 1 0,0-1 0,0 0 0,-2 0 0,0 1 0,-1-1 0,0 0 0,1-1 0,-1 1 0,0-1 0,1 0 0,-1 0 0,1 0 0,-1-1 0,1 1 0,0-1 0,0 0 0,0 0 0,0-1 0,-5-3 0,6 3 0,0 1 0,0-1 0,1 0 0,-1 0 0,1 0 0,0 0 0,0-1 0,0 1 0,0 0 0,1-1 0,-1 0 0,1 1 0,0-1 0,0 0 0,0 0 0,0 1 0,1-1 0,0 0 0,0-4 0,0 3-124,1 0 0,-1 0 0,1 0 0,1 0 0,-1 0 0,1 0-1,0 0 1,0 0 0,0 1 0,4-7 0,3-2-6702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7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24575,'0'-8'0,"3"0"0,0 4 0,3 6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47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24575,'0'2'0,"-2"4"0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0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24575,'0'0'0,"0"0"0,0 0 0,0-1 0,0 1 0,0 0 0,0 0 0,0-1 0,0 1 0,0 0 0,0 0 0,1 0 0,-1-1 0,0 1 0,0 0 0,0 0 0,0-1 0,0 1 0,0 0 0,0 0 0,1 0 0,-1-1 0,0 1 0,0 0 0,0 0 0,1 0 0,-1 0 0,0 0 0,0-1 0,0 1 0,1 0 0,-1 0 0,0 0 0,1 0 0,8 2 0,9 8 0,40 40 0,1 1 0,142 99 0,-200-150 0,3 3 0,-1 0 0,1-1 0,-1 1 0,1-1 0,0 0 0,0 0 0,8 2 0,-12-4 3,1 0-1,-1 0 1,0 0-1,1 0 1,-1 0-1,0 0 1,1-1 0,-1 1-1,0 0 1,0 0-1,1 0 1,-1 0-1,0 0 1,0-1-1,1 1 1,-1 0-1,0 0 1,0 0-1,1-1 1,-1 1-1,0 0 1,0 0 0,0-1-1,1 1 1,-1 0-1,0-1 1,0 1-1,0 0 1,0 0-1,0-1 1,0 1-1,0 0 1,0-1-1,0 1 1,0 0 0,0-1-1,0 1 1,0 0-1,0-1 1,0 1-1,0 0 1,0-1-1,0 1 1,-4-15-1480,0 6-5349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18 24575,'-2'-2'0,"1"1"0,-1-1 0,0 1 0,0-1 0,0 1 0,0 0 0,0-1 0,0 1 0,0 0 0,-1 1 0,1-1 0,0 0 0,0 1 0,-1-1 0,-3 0 0,4 1 0,1 1 0,-1-1 0,0 0 0,1 0 0,-1 1 0,0-1 0,0 1 0,1 0 0,-1-1 0,1 1 0,-1 0 0,1 0 0,-1 0 0,1 0 0,0 0 0,-1 0 0,1 0 0,0 1 0,0-1 0,0 0 0,-2 4 0,-5 8 0,1 0 0,1 1 0,-7 20 0,7-17 0,-1 0 0,-9 16 0,11-26-216,0 0-1,0 0 1,-1 0-1,0-1 0,-12 10 1,17-15 150,-7 6-6760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1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72 24575,'-12'-10'0,"1"1"0,-1 0 0,-1 1 0,1 0 0,-1 1 0,-26-10 0,37 16 0,1 1 0,-1-1 0,1 1 0,-1-1 0,0 1 0,1 0 0,-1 0 0,0-1 0,1 1 0,-1 0 0,1 0 0,-1 1 0,0-1 0,1 0 0,-1 1 0,1-1 0,-1 1 0,0-1 0,1 1 0,-1-1 0,1 1 0,0 0 0,-1 0 0,1 0 0,0 0 0,-1 0 0,1 0 0,0 0 0,0 1 0,0-1 0,-1 2 0,1 0 0,-1-1 0,1 1 0,0 0 0,1 0 0,-1 0 0,0 0 0,1 0 0,0 0 0,0 0 0,0 0 0,0 0 0,0 0 0,0 1 0,1-1 0,1 5 0,9 23 0,1 0 0,17 31 0,-16-38 0,-2 0 0,-1 0 0,-1 1 0,10 40 0,-13 5 0,2 3 0,-3-17 0,-4-39 0,5 30 0,-5-41 0,0-1 0,1 0 0,0 1 0,0-1 0,0 0 0,1 0 0,0 0 0,0-1 0,5 8 0,-5-10 0,-1 0 0,1 0 0,0 0 0,0 0 0,0 0 0,0-1 0,0 1 0,0-1 0,1 0 0,-1 0 0,0 0 0,0 0 0,1-1 0,-1 1 0,6-1 0,7 0 0,31-3 0,-47 3 0,5 0-124,0-1 0,0 0 0,0 0 0,0 0 0,0-1 0,-1 1-1,1-1 1,-1 0 0,1-1 0,6-4 0,-1-1-6702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1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24575,'0'5'0,"1"1"0,0-1 0,0 1 0,0-1 0,1 1 0,0-1 0,0 0 0,1 0 0,-1 0 0,6 9 0,0-3 0,0 0 0,1-1 0,13 13 0,-18-19 0,0-1 0,-1 0 0,1 0 0,1-1 0,-1 1 0,0-1 0,0 0 0,1 0 0,0 0 0,-1-1 0,1 0 0,8 2 0,-10-3 0,-1 0 0,1 0 0,-1 0 0,1 0 0,-1 0 0,1-1 0,-1 1 0,1-1 0,-1 1 0,1-1 0,-1 0 0,0 0 0,0 0 0,1 0 0,-1-1 0,0 1 0,0 0 0,0-1 0,0 0 0,0 1 0,-1-1 0,1 0 0,0 0 0,-1 0 0,3-4 0,-1-1 0,1-1 0,3-14 0,-5 15 0,0 0 0,7-13 0,-8 19 0,-1 0 0,0 1 0,1-1 0,-1 1 0,0-1 0,1 1 0,-1-1 0,1 1 0,-1 0 0,1-1 0,-1 1 0,1-1 0,-1 1 0,1 0 0,0 0 0,-1-1 0,1 1 0,-1 0 0,1 0 0,0 0 0,-1-1 0,1 1 0,0 0 0,0 0 0,1 0 0,-1 1 0,1-1 0,-1 0 0,1 1 0,0-1 0,-1 1 0,1 0 0,-1-1 0,3 2 0,2 3 0,0-1 0,-1 1 0,7 6 0,-11-11 0,12 13-341,1-1 0,1-1-1,26 16 1,-28-19-6485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2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24575,'4'-2'0,"0"0"0,1 1 0,-1-1 0,1 1 0,-1 0 0,1 0 0,0 0 0,-1 1 0,1-1 0,0 1 0,0 1 0,-1-1 0,1 0 0,8 3 0,-7-1 0,1 0 0,-1 1 0,0 0 0,0 0 0,0 0 0,0 1 0,0-1 0,-1 2 0,8 6 0,6 6 0,-2-1 0,0 1 0,18 22 0,-30-32 0,0 1 0,-1 1 0,1-1 0,-2 1 0,6 14 0,8 49 0,-6-24 0,0-2 0,7 77 0,-3-32 0,-1-27 0,-9-43 0,5 32 0,-10-51 0,0 0 0,1 0 0,-1-1 0,0 1 0,0 0 0,-1-1 0,1 1 0,0 0 0,0-1 0,-1 1 0,1 0 0,-1-1 0,0 1 0,1 0 0,-1-1 0,0 1 0,0-1 0,-2 3 0,1-3 0,1 1 0,-1-1 0,0 0 0,0 0 0,0 0 0,0 0 0,0 0 0,0 0 0,-1-1 0,1 1 0,0-1 0,0 0 0,0 1 0,-4-1 0,-30 0-1365,19 0-5461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2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 24575,'0'-1'0,"0"0"0,-1-1 0,1 1 0,-1 0 0,1 0 0,-1 0 0,0-1 0,1 1 0,-1 0 0,0 0 0,-1-2 0,0 6 0,3 9 0,10 33 0,2-1 0,34 80 0,-29-95-1365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3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1 161 24575,'0'-1'0,"0"0"0,1 0 0,-1 1 0,1-1 0,-1 0 0,1 0 0,0 0 0,-1 0 0,1 0 0,0 1 0,0-1 0,0 0 0,-1 1 0,1-1 0,0 0 0,0 1 0,2-1 0,17-9 0,1 4 0,0 1 0,0 1 0,0 0 0,25 0 0,87 4 0,-62 2 0,-5-1 0,79-3 0,-97-6 0,-20 1 0,-27 7 0,0 0 0,0 0 0,-1 0 0,1 0 0,0 0 0,0 0 0,0-1 0,0 1 0,-1 0 0,1-1 0,0 1 0,0-1 0,-1 1 0,1-1 0,0 1 0,-1-1 0,1 1 0,0-2 0,0 2 0,-1-1 0,0 1 0,0-1 0,0 1 0,0-1 0,0 1 0,0 0 0,0-1 0,0 1 0,-1-1 0,1 1 0,0-1 0,0 1 0,0-1 0,0 1 0,0 0 0,-1-1 0,1 1 0,0 0 0,0-1 0,-1 1 0,1-1 0,0 1 0,-1-1 0,-4-3 0,0 0 0,-1 0 0,-9-6 0,7 6 0,-16-11 0,11 7 0,1 0 0,-20-17 0,56 32 0,89 47 0,-104-50 0,-1-1 0,0 1 0,0 1 0,0-1 0,11 11 0,-17-14 0,-1 0 0,0 0 0,0 0 0,0 0 0,0 1 0,0-1 0,0 0 0,0 0 0,0 1 0,0-1 0,-1 1 0,1-1 0,-1 1 0,1-1 0,-1 1 0,1-1 0,-1 1 0,0-1 0,0 1 0,0-1 0,0 1 0,0 0 0,0-1 0,0 1 0,0-1 0,-1 1 0,1-1 0,-1 1 0,1-1 0,-1 1 0,1-1 0,-1 1 0,0-1 0,0 0 0,0 1 0,0-1 0,0 0 0,0 0 0,0 0 0,0 0 0,-1 1 0,-3 2-151,0 0-1,0 0 0,0 0 0,0-1 1,0 0-1,-1 0 0,1-1 1,-12 4-1,3-2-6674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4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24575,'74'54'0,"-61"-46"0,-1 1 0,21 8 0,-28-14 0,0-1 0,0 0 0,1 0 0,-1-1 0,1 1 0,-1-1 0,1 0 0,0-1 0,9 1 0,-13-2 0,1 1 0,-1-1 0,0 1 0,0-1 0,0 0 0,0 0 0,0 0 0,0 0 0,0 0 0,0 0 0,0 0 0,0-1 0,-1 1 0,1-1 0,0 0 0,-1 1 0,1-1 0,-1 0 0,0 0 0,0 0 0,0 0 0,0 0 0,0 0 0,0 0 0,0 0 0,0 0 0,-1 0 0,1-5 0,1-6 0,0 0 0,-1 1 0,-2-25 0,1 25 0,0 11 0,-2-18 0,0 12 0,-2 12 0,2 2 0,1-1 0,-1 1 0,1 0 0,0-1 0,1 1 0,0 0 0,1 13 0,10 50 0,-7-47 0,11 42 0,2 0 0,4-1 0,54 117 0,-71-175 0,8 24 0,-11-29 0,-1 0 0,0 0 0,1 0 0,-1 0 0,0 0 0,0 0 0,1 0 0,-1 0 0,0 0 0,0 0 0,0 0 0,-1 0 0,1 0 0,0 0 0,0 0 0,0 0 0,-1 1 0,1-1 0,-1-1 0,1 1 0,0 0 0,-2 2 0,1-3 0,0 1 0,1-1 0,-1 0 0,0 1 0,0-1 0,0 0 0,1 0 0,-1 1 0,0-1 0,0 0 0,0 0 0,0 0 0,0 0 0,1 0 0,-1-1 0,0 1 0,0 0 0,0 0 0,1 0 0,-1-1 0,0 1 0,0 0 0,0-1 0,0 0 0,-22-13 0,17 10 0,-7-5 0,1 0 0,0 0 0,-21-23 0,29 28 0,1 0 0,0 0 0,0-1 0,0 1 0,1-1 0,-4-8 0,5 10 0,0 0 0,0 1 0,1-1 0,0 0 0,-1 1 0,1-1 0,0 0 0,0 1 0,0-1 0,1 0 0,-1 1 0,1-1 0,-1 0 0,2-2 0,0 2-91,0 0 0,0 0 0,0 0 0,0 0 0,0 0 0,1 1 0,-1-1 0,1 1 0,0 0 0,0 0 0,0 0 0,0 0 0,0 0 0,4-1 0,6-3-6735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5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9 24575,'0'0'0,"0"0"0,0 0 0,1 0 0,-1 0 0,0 0 0,0-1 0,0 1 0,0 0 0,0 0 0,0 0 0,1 0 0,-1 0 0,0-1 0,0 1 0,0 0 0,0 0 0,0 0 0,0 0 0,0-1 0,0 1 0,0 0 0,0 0 0,0 0 0,1 0 0,-1-1 0,0 1 0,0 0 0,0 0 0,0 0 0,-1-1 0,1 1 0,0 0 0,0 0 0,0 0 0,0 0 0,0-1 0,0 1 0,0 0 0,0 0 0,0 0 0,-9-2 0,-16 4 0,22-2 0,-32 3 0,17-2 0,-23 5 0,36-5 0,0 0 0,0 0 0,0 1 0,0 0 0,0 0 0,0 0 0,1 1 0,-9 5 0,11-6 0,1 0 0,-1-1 0,0 1 0,1 0 0,0 0 0,-1 0 0,1 0 0,0 1 0,0-1 0,0 0 0,0 0 0,1 0 0,-1 1 0,0-1 0,1 1 0,0-1 0,-1 0 0,1 1 0,0-1 0,0 1 0,1-1 0,-1 0 0,0 1 0,1-1 0,0 0 0,0 3 0,3 7 0,1 0 0,0-1 0,11 19 0,-13-24 0,40 69 0,-13-27 0,-3 1 0,40 102 0,-64-137 0,0-1 0,-1 0 0,0 1 0,0 26 0,-1-6 0,-1-31 0,0 0 0,1-1 0,-1 1 0,1 0 0,-1-1 0,1 1 0,0 0 0,0-1 0,0 1 0,1-1 0,-1 0 0,1 1 0,-1-1 0,1 0 0,0 0 0,0 0 0,-1 0 0,2 0 0,-1 0 0,0-1 0,3 2 0,3 2 0,1-1 0,0 0 0,0-1 0,16 4 0,-3-1 0,-14-3-124,0-1 0,0 0 0,-1-1 0,1 0 0,0 0 0,0-1-1,0 0 1,0 0 0,0-1 0,8-1 0,-6-2-6702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6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24575,'1'1'0,"-1"-1"0,1 0 0,0 0 0,0 1 0,0-1 0,0 0 0,-1 1 0,1-1 0,0 1 0,0-1 0,-1 1 0,1 0 0,0-1 0,-1 1 0,1-1 0,-1 1 0,1 0 0,-1 0 0,1-1 0,0 2 0,9 21 0,-5-14 0,-5-8 0,5 10 0,0-1 0,0-1 0,1 1 0,0-1 0,1 0 0,0 0 0,1 0 0,13 11 0,-20-19 0,0 0 0,0-1 0,0 1 0,1 0 0,-1-1 0,0 1 0,1-1 0,-1 1 0,0-1 0,1 0 0,-1 1 0,0-1 0,1 0 0,-1 0 0,0 0 0,1 0 0,-1 0 0,1 0 0,-1 0 0,0-1 0,1 1 0,-1 0 0,0-1 0,1 1 0,-1-1 0,0 0 0,0 1 0,1-1 0,-1 0 0,0 0 0,1-1 0,4-3 0,-1-1 0,0 1 0,-1-1 0,8-12 0,-3 4 0,4-5 0,-8 11 0,0 1 0,1-1 0,-1 1 0,2 0 0,9-8 0,-14 13 0,0 1 0,0-1 0,0 1 0,1 0 0,-1 0 0,0 0 0,1 0 0,-1 0 0,1 1 0,-1-1 0,1 1 0,-1-1 0,1 1 0,-1 0 0,1 0 0,0 0 0,-1 0 0,1 1 0,-1-1 0,1 1 0,-1-1 0,1 1 0,-1 0 0,3 1 0,6 3 15,-1 1 0,1 0 0,-1 1 0,-1-1 0,0 2 0,0-1 0,8 10 0,0 1-510,-1 1 0,17 28 0,-24-34-6331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6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24575,'0'-1'0,"8"-10"0,0 0 0,1 0 0,0 1 0,15-14 0,-21 22 0,-1 1 0,0-1 0,0 0 0,1 1 0,-1-1 0,1 1 0,-1 0 0,1 0 0,-1 0 0,1 0 0,0 0 0,-1 1 0,1-1 0,0 1 0,0 0 0,0-1 0,-1 1 0,1 1 0,0-1 0,0 0 0,0 1 0,-1-1 0,1 1 0,0 0 0,-1 0 0,1 0 0,0 0 0,3 3 0,71 54 0,-49-36 0,-13-11 0,-1 2 0,0-1 0,0 2 0,-1 0 0,12 18 0,-22-26 0,0 0 0,-1 0 0,0 0 0,0 1 0,-1-1 0,1 1 0,-2-1 0,1 1 0,-1-1 0,1 1 0,-2 7 0,3 32 0,1-20 0,0 0 0,-2 0 0,-1 1 0,-1-1 0,-5 27 0,1-8 0,2 1 0,5 88 0,-1-126 0,0 0 0,1 0 0,0 0 0,0 0 0,1 0 0,4 9 0,27 41 0,-26-45 0,-7-12 0,0 0 0,0 0 0,-1 0 0,1 0 0,-1 0 0,1 0 0,-1 0 0,1 0 0,-1 1 0,1-1 0,-1 0 0,0 0 0,0 0 0,0 0 0,0 1 0,0-1 0,0 0 0,0 0 0,0 0 0,0 1 0,0-1 0,-1 0 0,1 0 0,0 0 0,-1 0 0,1 0 0,-1 0 0,1 1 0,-1-1 0,0 0 0,1-1 0,-1 1 0,0 0 0,0 0 0,0 0 0,0 0 0,0-1 0,0 1 0,0 0 0,0-1 0,0 1 0,-2 0 0,-5 3 0,0-1 0,-1 0 0,1-1 0,-17 3 0,13-3 0,-51 8-1365,45-8-5461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9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 24575,'54'4'0,"-31"-3"0,0 1 0,0 1 0,26 7 0,-49-10 0,1 0 0,-1 0 0,0 0 0,0 0 0,1 0 0,-1 0 0,0 0 0,1 1 0,-1-1 0,0 0 0,0 0 0,1 0 0,-1 0 0,0 0 0,1 0 0,-1 0 0,0 1 0,0-1 0,0 0 0,1 0 0,-1 0 0,0 0 0,0 1 0,1-1 0,-1 0 0,0 0 0,0 1 0,0-1 0,0 0 0,0 0 0,1 1 0,-1-1 0,0 1 0,-10 2 0,-18-1 0,-92-10 0,16-1 0,65 9 0,-99 1 0,114 5-1365,14-3-5461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7:59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58 24575,'-2'-1'0,"0"-1"0,-1 0 0,1 1 0,0 0 0,-1 0 0,1-1 0,-1 1 0,0 1 0,1-1 0,-1 0 0,0 1 0,-4-1 0,-36-1 0,30 3 0,-77-9 0,4 1 0,59 6-273,-1-2 0,1 0 0,0-2 0,-28-8 0,45 10-6553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24575,'48'40'0,"-16"-14"0,-10-8 0,0-2 0,46 26 0,55 19 0,-36-20 0,35 15 0,-121-56 0,-1 0 0,1 0 0,-1 0 0,1 1 0,0-1 0,-1 0 0,1 0 0,-1 1 0,1-1 0,-1 0 0,1 1 0,-1-1 0,1 1 0,-1-1 0,0 1 0,1-1 0,-1 1 0,0-1 0,1 1 0,-1 0 0,0-1 0,0 1 0,0-1 0,0 1 0,0-1 0,0 0 0,0 1 0,0-1 0,-1 1 0,1-1 0,0 0 0,0 1 0,0-1 0,-1 0 0,1 1 0,0-1 0,-1 0 0,1 0 0,0 1 0,-1-1 0,1 0 0,0 0 0,-1 1 0,-29 12 0,21-10 0,-32 11 0,-1-1 0,-54 10 0,76-19 0,-65 7 0,13-3 0,-2 7-1365,61-12-5461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1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78 24575,'16'-1'0,"-15"-3"0,-8-3 0,-10-4 0,-1 0 0,0 0 0,-25-9 0,37 18 0,0 0 0,0 0 0,0 0 0,0 0 0,0 1 0,-1 0 0,1 1 0,0-1 0,-1 1 0,1 0 0,0 1 0,-1 0 0,1 0 0,0 0 0,-8 3 0,10-2 0,0 0 0,-1 1 0,1 0 0,0 0 0,0 0 0,0 0 0,1 1 0,-1-1 0,1 1 0,0 0 0,0 0 0,0 0 0,0 1 0,1-1 0,0 1 0,0-1 0,0 1 0,0 0 0,-1 8 0,1-4 0,0-1 0,1 1 0,1-1 0,-1 1 0,1-1 0,1 1 0,-1 0 0,1-1 0,1 1 0,4 15 0,-3-18 0,0 0 0,0 0 0,1 0 0,0-1 0,0 1 0,0-1 0,1 0 0,0 0 0,0 0 0,0 0 0,0-1 0,1 0 0,-1 0 0,13 5 0,-9-4 0,0-2 0,-1 1 0,1-1 0,0 0 0,1-1 0,-1 0 0,0-1 0,1 0 0,-1 0 0,13-1 0,-19 0 0,0-1 0,0 1 0,1-1 0,-1 0 0,0 0 0,0 0 0,0 0 0,0 0 0,-1-1 0,1 1 0,0-1 0,-1 0 0,1 0 0,-1 0 0,1 0 0,-1-1 0,0 1 0,0 0 0,0-1 0,0 0 0,0 1 0,-1-1 0,1 0 0,-1 0 0,2-4 0,0-2 0,0-1 0,-1 0 0,0 0 0,-1 0 0,0 0 0,-1-16 0,2 12 0,0 11 0,3 8 0,13 26-341,2-2 0,1 0-1,26 27 1,-38-47-6485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2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24575,'0'0'0,"0"0"0,0 0 0,0 0 0,0 0 0,1 0 0,-1-1 0,0 1 0,0 0 0,0 0 0,0 0 0,0 0 0,0 0 0,0-1 0,0 1 0,1 0 0,-1 0 0,0 0 0,0 0 0,0 0 0,0 0 0,0 0 0,1 0 0,-1 0 0,0 0 0,0 0 0,0 0 0,0 0 0,1-1 0,-1 1 0,0 0 0,0 0 0,0 0 0,0 1 0,0-1 0,1 0 0,-1 0 0,0 0 0,0 0 0,0 0 0,0 0 0,1 0 0,-1 0 0,0 0 0,0 0 0,0 0 0,0 0 0,0 0 0,1 1 0,-1-1 0,0 0 0,0 0 0,0 0 0,11 7 0,-10-6 0,168 113 0,-102-74-682,106 47-1,-161-81-6143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3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 24575,'-13'12'0,"1"2"0,0-1 0,0 1 0,2 1 0,-1 0 0,2 0 0,-11 25 0,17-31-136,-1 0-1,0 0 1,-1-1-1,0 1 1,0-1-1,-1 0 1,0-1-1,0 1 0,-15 12 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3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83 24575,'-59'-46'0,"51"40"0,-1 1 0,1 0 0,-1 0 0,-1 1 0,-11-4 0,20 7 0,-1 0 0,0 1 0,0-1 0,0 1 0,0 0 0,0 0 0,0-1 0,0 1 0,0 0 0,0 1 0,0-1 0,0 0 0,0 0 0,0 1 0,0 0 0,0-1 0,0 1 0,1 0 0,-1 0 0,0 0 0,-2 1 0,2 0 0,0 0 0,1 0 0,-1 0 0,1 0 0,0 0 0,0 0 0,-1 1 0,1-1 0,0 0 0,1 1 0,-1-1 0,0 0 0,1 1 0,0-1 0,-1 1 0,1 3 0,0 5 0,0 1 0,1-1 0,1 0 0,-1 0 0,2-1 0,5 19 0,32 62 0,-9-21 0,-23-47 0,-1 1 0,-1 0 0,-1 0 0,3 34 0,-4 99 0,-4-152 0,0 0 0,1 0 0,0 1 0,0-1 0,0 0 0,0 0 0,1 0 0,0 0 0,0 0 0,0 0 0,0-1 0,1 1 0,5 6 0,-6-8 0,0-1 0,1 0 0,-1 0 0,0 0 0,1 0 0,-1 0 0,1 0 0,0-1 0,-1 1 0,1-1 0,0 0 0,0 0 0,0 0 0,0 0 0,0 0 0,0-1 0,0 1 0,0-1 0,0 0 0,0 0 0,0 0 0,1 0 0,-1-1 0,4 0 0,5-3-297,0 0 1,0 0-1,21-12 0,-31 15 119,9-5-6648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4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24575,'1'6'0,"0"0"0,1 0 0,0-1 0,0 1 0,0-1 0,1 1 0,4 6 0,-5-9 0,-1 0 0,1 0 0,0 0 0,0-1 0,1 1 0,-1-1 0,0 0 0,1 0 0,-1 0 0,1 0 0,0 0 0,0 0 0,0-1 0,0 1 0,0-1 0,0 0 0,0 0 0,0 0 0,0 0 0,0 0 0,1-1 0,-1 0 0,0 0 0,1 1 0,-1-2 0,0 1 0,1 0 0,-1-1 0,0 1 0,0-1 0,0 0 0,1 0 0,-1-1 0,0 1 0,0 0 0,-1-1 0,1 0 0,0 0 0,2-2 0,0 0 0,0-1 0,0 0 0,-1 0 0,0 0 0,0-1 0,3-6 0,-2 5 0,-1 0 0,1 1 0,7-8 0,-10 13 0,-1 0 0,0 0 0,0 0 0,1 0 0,-1 1 0,1-1 0,-1 1 0,1-1 0,-1 1 0,1-1 0,-1 1 0,1 0 0,-1 0 0,1 0 0,-1 0 0,1 0 0,-1 0 0,1 0 0,0 0 0,-1 1 0,1-1 0,-1 1 0,1-1 0,-1 1 0,0-1 0,1 1 0,-1 0 0,2 1 0,6 3 0,-1 1 0,1 0 0,8 8 0,-11-9 0,46 44 94,12 10-1553,-54-52-5367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4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1 165 24575,'0'0'0,"5"-27"0,8-26 0,-10 46 0,-1 0 0,1 0 0,0 0 0,0 1 0,1-1 0,-1 1 0,2 0 0,-1 0 0,6-5 0,-9 9 0,1 1 0,0 0 0,-1-1 0,1 1 0,0 0 0,0 0 0,0 0 0,0 0 0,0 0 0,1 1 0,-1-1 0,0 1 0,0-1 0,0 1 0,1 0 0,-1 0 0,0 0 0,0 0 0,0 0 0,1 0 0,-1 1 0,0-1 0,0 1 0,0-1 0,0 1 0,4 1 0,4 3 0,-1 1 0,0-1 0,0 1 0,10 9 0,-8-7 0,3 3 0,0 0 0,-1 1 0,0 1 0,-1 0 0,15 20 0,-24-29 0,-1 0 0,0 0 0,0 0 0,-1 1 0,1-1 0,-1 0 0,0 1 0,0-1 0,0 0 0,-1 1 0,1 8 0,-2 2 0,-1 0 0,-4 20 0,3-24 0,1 0 0,0 0 0,1 0 0,0 0 0,2 13 0,3-2 0,1 0 0,1 0 0,1-1 0,2 0 0,14 29 0,2 6 0,-6-15 0,7 18 0,-26-58 0,0 0 0,0 0 0,1 0 0,-1 0 0,0 0 0,0 0 0,0 0 0,0 0 0,0 0 0,0-1 0,-1 1 0,1 0 0,0 0 0,0 0 0,-1 0 0,1 0 0,0 0 0,-1 0 0,1 0 0,-1 0 0,0-1 0,1 1 0,-1 0 0,1 0 0,-1-1 0,0 1 0,0 0 0,1-1 0,-1 1 0,0-1 0,0 1 0,0-1 0,0 1 0,-2 0 0,-3 2 0,-1-1 0,0 0 0,-13 3 0,11-3 0,-80 16-1365,73-15-5461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6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46 24575,'13'-8'0,"1"1"0,-1 0 0,28-8 0,-33 13 0,-1 0 0,1 0 0,-1 1 0,1 0 0,0 1 0,-1 0 0,1 0 0,0 1 0,12 1 0,115 22 0,-127-23 0,0 0 0,0-1 0,10 0 0,-15-1 0,-1 1 0,1 0 0,0-1 0,0 0 0,0 1 0,0-1 0,-1 0 0,1-1 0,0 1 0,-1 0 0,5-4 0,-39 12 0,-9 1 0,0-2 0,0-1 0,0-2 0,0-2 0,-59-6 0,52-1 0,0 2 0,-78 4 0,41 13-1365,72-11-5461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6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24575,'0'8'0,"0"5"0,2 2 0,2 3 0,2-1 0,2 1 0,1-2 0,1 1 0,-2-1 0,1-1 0,-1 1 0,1-1 0,-2 0 0,1 0 0,-1 0 0,-1-2-8191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273 152 24575,'0'-1'0,"1"0"0,0 1 0,0-1 0,-1 0 0,1 0 0,-1 0 0,1 0 0,0 1 0,-1-1 0,0 0 0,1 0 0,-1 0 0,1 0 0,-1 0 0,0 0 0,0 0 0,0 0 0,0 0 0,1-1 0,-1 1 0,-1 0 0,1 0 0,0 0 0,0 0 0,0 0 0,0 0 0,-1 0 0,1 0 0,-1 0 0,1 0 0,0 0 0,-1 0 0,0 1 0,1-1 0,-1 0 0,1 0 0,-1 0 0,0 0 0,0 1 0,1-1 0,-1 0 0,-2 0 0,-3-4 0,-1 1 0,0 0 0,0 0 0,-10-4 0,16 8 0,-84-30 0,53 19 0,-45-20 0,48 18 0,28 11 0,5 2 0,5 1 0,2 3 0,1 0 0,-1 1 0,0 0 0,-1 0 0,13 9 0,47 39 0,-67-50 0,0 0 0,0-1 0,0 1 0,0 1 0,0-1 0,-1 0 0,0 1 0,0-1 0,0 1 0,0-1 0,0 1 0,1 6 0,-2-8 0,-1 1 0,0 0 0,1-1 0,-1 1 0,0 0 0,0 0 0,-1-1 0,1 1 0,-1 0 0,1-1 0,-1 1 0,0 0 0,0-1 0,0 1 0,0-1 0,0 0 0,-1 1 0,1-1 0,-3 4 0,-6 4-284,1 0 1,-1-1-1,-14 10 0,23-18 54,-9 6-6596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7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307 126 24575,'-2'-9'0,"0"0"0,0 0 0,-1 1 0,-1-1 0,1 1 0,-1-1 0,-1 1 0,-8-12 0,10 17 0,1 0 0,-1 0 0,1 0 0,-1 1 0,0-1 0,0 1 0,-1 0 0,1 0 0,0 0 0,-1 0 0,1 0 0,-1 1 0,0-1 0,1 1 0,-1 0 0,0 0 0,0 0 0,0 1 0,0 0 0,0-1 0,0 1 0,-5 1 0,-4 2 0,-1 1 0,1 0 0,0 1 0,0 0 0,0 1 0,-21 14 0,25-15 0,4-2 0,1 1 0,-1-1 0,0 1 0,1 0 0,0 0 0,0 0 0,0 0 0,0 1 0,1 0 0,0 0 0,0 0 0,0 0 0,-3 10 0,5-13 0,0 1 0,0-1 0,0 1 0,1-1 0,-1 1 0,1 0 0,0-1 0,0 1 0,0 0 0,0 0 0,0-1 0,1 1 0,-1 0 0,1-1 0,0 1 0,0-1 0,0 1 0,0-1 0,0 1 0,0-1 0,1 0 0,-1 1 0,1-1 0,-1 0 0,1 0 0,0 0 0,0 0 0,0-1 0,0 1 0,0 0 0,3 1 0,1 0 0,1 0 0,-1 0 0,1-1 0,-1 0 0,1 0 0,0 0 0,0-1 0,0 0 0,8 0 0,6 0 0,37-4 0,-53 2 0,0 0 0,0 0 0,0 0 0,0 0 0,-1 0 0,1-1 0,0 0 0,-1 0 0,0-1 0,1 1 0,-1-1 0,0 0 0,0 0 0,0 0 0,-1 0 0,1-1 0,-1 0 0,5-6 0,-7 9 0,-1 1 0,0-1 0,0 1 0,1-1 0,-1 1 0,0 0 0,0-1 0,1 1 0,-1 0 0,0-1 0,1 1 0,-1 0 0,1-1 0,-1 1 0,0 0 0,1-1 0,-1 1 0,1 0 0,-1 0 0,1 0 0,-1 0 0,1-1 0,-1 1 0,1 0 0,-1 0 0,1 0 0,-1 0 0,1 0 0,-1 0 0,1 0 0,-1 0 0,1 0 0,-1 1 0,1-1 0,-1 0 0,1 0 0,-1 0 0,1 0 0,-1 1 0,0-1 0,1 0 0,-1 1 0,1-1 0,0 1 0,1 2 0,1 0 0,-1 0 0,1 0 0,3 8 0,0-1 0,7 7 52,18 15-1,-6-5-1519,-17-18-5358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8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92 24575,'-1'-1'0,"1"1"0,-1 0 0,0 0 0,1 0 0,-1 0 0,0 0 0,1 1 0,-1-1 0,0 0 0,1 0 0,-1 0 0,0 1 0,1-1 0,-1 0 0,0 0 0,1 1 0,-1-1 0,1 1 0,-1-1 0,1 1 0,-1-1 0,1 0 0,-1 1 0,0 1 0,1-1 0,0 0 0,-1 0 0,1 0 0,0 0 0,0 0 0,0 0 0,0 0 0,0 0 0,0 0 0,0 0 0,0 0 0,1-1 0,-1 1 0,1 2 0,1 2 0,0 0 0,1 0 0,-1 0 0,8 8 0,-3-4 0,0-1 0,1 0 0,0 0 0,1-1 0,-1 0 0,17 10 0,-21-15 0,1 1 0,0-1 0,-1 0 0,1 0 0,0 0 0,0-1 0,0 1 0,1-1 0,-1 0 0,0-1 0,0 0 0,0 1 0,1-1 0,-1-1 0,0 1 0,7-3 0,-9 2 0,0 0 0,-1 0 0,1 0 0,-1 0 0,1-1 0,-1 1 0,1-1 0,-1 0 0,0 0 0,0 0 0,0 0 0,0 0 0,0 0 0,0 0 0,-1-1 0,1 1 0,-1-1 0,0 1 0,0-1 0,0 0 0,0 1 0,0-1 0,0 0 0,0-5 0,1-7 0,-1 1 0,-1-1 0,-2-25 0,1 13 0,-3-4 0,4 29 0,0 0 0,-1 0 0,1 0 0,-1 0 0,0 0 0,1 0 0,-1 0 0,0 0 0,0 1 0,0-1 0,0 0 0,-3-2 0,4 4 0,0 0 0,-1-1 0,1 1 0,0 0 0,0 0 0,-1 0 0,1 0 0,0 0 0,0 0 0,-1-1 0,1 1 0,0 0 0,0 0 0,-1 0 0,1 0 0,0 0 0,-1 0 0,1 0 0,0 0 0,0 0 0,-1 0 0,1 0 0,0 1 0,-1-1 0,1 0 0,0 0 0,0 0 0,-1 0 0,1 0 0,-1 1 0,-6 8 0,-1 13 0,4-3 0,1 0 0,1 0 0,1 0 0,1 26 0,13 76 0,13 1 0,-11-63 0,-15-58 0,1 0 0,-1 0 0,0 0 0,0 0 0,0 0 0,1 0 0,-1 0 0,0 0 0,0 0 0,0 0 0,0 0 0,-1 0 0,1 0 0,0 0 0,0 0 0,-1 0 0,1 0 0,0 0 0,-1 0 0,1 0 0,-1 0 0,1 0 0,-2 1 0,1-2 0,0 1 0,0-1 0,0 1 0,0-1 0,0 0 0,0 1 0,0-1 0,-1 0 0,1 0 0,0 1 0,0-1 0,0 0 0,0 0 0,0 0 0,-1-1 0,1 1 0,-1 0 0,-6-2 0,0-1 0,0 0 0,0 0 0,-10-6 0,15 8 0,-15-9 0,-1 0 0,1-1 0,-16-14 0,33 24 0,1 1 0,-1 0 0,1 0 0,0-1 0,-1 1 0,1 0 0,-1-1 0,1 1 0,0-1 0,-1 1 0,1 0 0,0-1 0,0 1 0,-1-1 0,1 1 0,0-1 0,0 1 0,-1-1 0,1 1 0,0-1 0,0 1 0,0-1 0,0 1 0,0-1 0,0 1 0,0-1 0,0 1 0,0-1 0,0 1 0,0-1 0,1 0 0,-1 0 0,1 0 0,0 0 0,0 1 0,0-1 0,0 1 0,0-1 0,-1 0 0,1 1 0,0-1 0,0 1 0,1 0 0,-1-1 0,0 1 0,1 0 0,7-2 0,0 1 0,14-1 0,-23 2 0,61 0-1365,-44 1-5461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09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292 142 24575,'-2'-10'0,"0"-1"0,0 1 0,-1 0 0,0 0 0,-1 0 0,0 0 0,-6-10 0,8 17 0,0-1 0,-1 1 0,1-1 0,-1 1 0,0 0 0,0 0 0,0 0 0,0 1 0,0-1 0,-1 1 0,0-1 0,1 1 0,-1 0 0,0 1 0,0-1 0,0 1 0,0-1 0,0 1 0,0 0 0,-6 0 0,-1 0 0,0 1 0,0 0 0,0 0 0,0 1 0,0 1 0,1 0 0,-1 0 0,0 1 0,-12 5 0,19-6 0,0 0 0,0 0 0,0 0 0,1 1 0,-1-1 0,0 1 0,1 0 0,0 0 0,0 0 0,0 0 0,0 1 0,0-1 0,0 1 0,1 0 0,0 0 0,0 0 0,0 0 0,0 0 0,1 0 0,-1 0 0,1 1 0,0-1 0,0 0 0,0 8 0,1-5 0,1 0 0,0 0 0,0 0 0,0 0 0,1 0 0,0-1 0,0 1 0,1-1 0,5 11 0,3 4 0,23 28 0,-22-33 0,64 99 0,-68-101 0,-1 0 0,-1 1 0,0-1 0,-1 1 0,-1 0 0,5 29 0,-2 3 0,-3-23 0,2 44 0,-6-64 0,0-1 0,0 1 0,1-1 0,-1 0 0,1 1 0,0-1 0,0 0 0,0 1 0,0-1 0,0 0 0,1 0 0,2 4 0,-3-6 0,0 0 0,0 1 0,1-1 0,-1 0 0,0 0 0,1 0 0,-1 0 0,0 0 0,1 0 0,0-1 0,-1 1 0,1 0 0,-1-1 0,1 1 0,0-1 0,-1 0 0,1 1 0,0-1 0,0 0 0,-1 0 0,1 0 0,0 0 0,-1-1 0,1 1 0,0 0 0,1-1 0,8-2-273,0-1 0,0 0 0,0 0 0,10-7 0,-8 4-6553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10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19 24575,'-8'-15'0,"5"12"0,3 10 0,4 7 0,1 0 0,0-1 0,1 0 0,1 0 0,0 0 0,17 22 0,-15-21 0,21 22 0,-26-32 0,0 0 0,1 0 0,-1 0 0,1 0 0,0-1 0,0 0 0,0 0 0,9 3 0,-13-5 0,0 0 0,0-1 0,0 0 0,1 1 0,-1-1 0,0 0 0,0 1 0,1-1 0,-1 0 0,0 0 0,0 0 0,1 0 0,-1 0 0,0 0 0,0-1 0,1 1 0,-1 0 0,0-1 0,0 1 0,1 0 0,-1-1 0,0 0 0,0 1 0,0-1 0,0 0 0,0 1 0,0-1 0,0 0 0,0 0 0,0 0 0,-1 0 0,1 0 0,0 0 0,0 0 0,-1 0 0,1 0 0,-1 0 0,1-1 0,-1 1 0,1 0 0,-1-2 0,2-5 0,0-1 0,-1 1 0,0-1 0,-1-17 0,0 9 0,0 15 0,0-1 0,0 1 0,0 0 0,1-1 0,-1 1 0,1-1 0,0 1 0,0 0 0,-1 0 0,2-1 0,-1 1 0,0 0 0,0 0 0,2-2 0,-2 3 0,0 1 0,0-1 0,0 0 0,0 1 0,0-1 0,0 1 0,0-1 0,0 1 0,0-1 0,0 1 0,1 0 0,-1-1 0,0 1 0,0 0 0,0 0 0,0 0 0,1 0 0,-1 0 0,0 0 0,0 1 0,0-1 0,0 0 0,0 0 0,0 1 0,1-1 0,-1 1 0,0-1 0,0 1 0,0-1 0,1 2 0,11 6 0,-1 1 0,16 16 0,6 4 0,25 17-1365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10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24575,'7'-5'0,"2"0"0,-1 0 0,0 0 0,1 1 0,0 0 0,0 1 0,0 0 0,0 1 0,0 0 0,1 0 0,13-1 0,-12 3 0,1 1 0,-1 0 0,0 0 0,0 1 0,0 1 0,-1-1 0,1 2 0,0 0 0,15 7 0,-21-8 0,2 0 0,0 1 0,0-1 0,0 1 0,-1 1 0,11 8 0,-16-11 0,1-1 0,-1 1 0,0 0 0,1-1 0,-1 1 0,0 0 0,0 0 0,0 0 0,-1 0 0,1 0 0,0 0 0,-1 0 0,1 0 0,-1 0 0,0 0 0,0 1 0,0-1 0,0 0 0,0 0 0,0 0 0,0 0 0,-1 0 0,1 0 0,-1 1 0,-1 2 0,-12 28 0,10-24 0,0 0 0,1 1 0,-1-1 0,2 1 0,-3 12 0,3 6 0,1-1 0,1 1 0,2 0 0,0-1 0,2 1 0,1-1 0,1 0 0,2 0 0,12 31 0,43 101 0,-62-157 0,0 1 0,-1-1 0,1 1 0,0-1 0,-1 1 0,1-1 0,-1 1 0,0 0 0,0-1 0,0 1 0,0-1 0,-1 1 0,1 0 0,-1-1 0,1 1 0,-1-1 0,0 1 0,0-1 0,0 1 0,0-1 0,0 0 0,-3 4 0,1-3 0,0 1 0,-1-1 0,1 0 0,-1 0 0,0 0 0,1-1 0,-1 1 0,-1-1 0,1 0 0,0 0 0,0-1 0,-6 2 0,-50 9-1365,41-8-5461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3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0 24575,'-1'4'0,"0"0"0,1 0 0,-1 0 0,-1-1 0,1 1 0,-3 4 0,-1 6 0,0 3 0,1 1 0,0 0 0,2 1 0,0-1 0,1 27 0,10 94 0,-4-97 0,11 121 0,-14-149 0,-1-18 0,0-23 0,-4-31 0,-3 1 0,-2-1 0,-19-70 0,-17-33 0,44 157 0,-1 0 0,0 0 0,1 0 0,0-7 0,0 10 0,0 1 0,0 0 0,0-1 0,0 1 0,0 0 0,0-1 0,0 1 0,0 0 0,0-1 0,0 1 0,1 0 0,-1-1 0,0 1 0,0 0 0,0-1 0,1 1 0,-1 0 0,0 0 0,0-1 0,1 1 0,-1 0 0,0 0 0,0 0 0,1-1 0,0 1 0,-1 0 0,1 0 0,0 0 0,0 0 0,-1 0 0,1 1 0,0-1 0,-1 0 0,1 0 0,0 1 0,-1-1 0,1 1 0,0-1 0,-1 0 0,1 1 0,0-1 0,-1 1 0,2 0 0,89 88 0,14 12 0,187 136 0,-285-232 0,-2-2 0,-1 0 0,0 0 0,-1 0 0,1 1 0,0-1 0,-1 1 0,0 0 0,0 0 0,3 4 0,-6-8 0,0 1 0,0-1 0,0 0 0,0 0 0,0 0 0,1 0 0,-1 1 0,0-1 0,0 0 0,0 0 0,0 0 0,0 1 0,0-1 0,0 0 0,0 0 0,0 0 0,0 1 0,0-1 0,0 0 0,0 0 0,0 1 0,0-1 0,0 0 0,0 0 0,0 0 0,0 1 0,0-1 0,-1 0 0,1 0 0,0 0 0,0 0 0,0 1 0,0-1 0,0 0 0,0 0 0,-1 0 0,1 0 0,0 0 0,0 1 0,0-1 0,0 0 0,-1 0 0,1 0 0,0 0 0,0 0 0,0 0 0,-1 0 0,1 0 0,0 0 0,0 0 0,0 0 0,-1 0 0,1 0 0,0 0 0,0 0 0,-1 0 0,-13-2 0,13 1 0,-100-28 0,-9-4 0,84 27-119,-13-3-296,-1 1-1,-58-4 1,83 11-6411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4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100 471 24575,'-35'13'0,"30"-12"0,0 0 0,0 0 0,1 1 0,-1 0 0,1 0 0,-1 0 0,1 0 0,0 1 0,-1 0 0,1 0 0,-4 4 0,7-6 0,0-1 0,1 1 0,-1 0 0,1-1 0,0 1 0,-1 0 0,1-1 0,0 1 0,-1 0 0,1-1 0,0 1 0,0 0 0,-1 0 0,1-1 0,0 1 0,0 0 0,0 0 0,0-1 0,0 1 0,0 0 0,0 0 0,0-1 0,0 1 0,1 0 0,-1 0 0,1 1 0,0-1 0,0 0 0,0 1 0,0-1 0,0 0 0,0 1 0,0-1 0,1 0 0,-1 0 0,1 0 0,-1 0 0,3 1 0,2 1 0,0-1 0,0 0 0,0 0 0,1 0 0,8 1 0,-8-2 0,-1-1 0,1 0 0,0 0 0,-1-1 0,1 1 0,-1-2 0,1 1 0,-1-1 0,1 0 0,-1 0 0,8-4 0,-11 4 0,1 0 0,0 0 0,-1-1 0,1 1 0,-1-1 0,0 0 0,0 0 0,0 0 0,0 0 0,-1-1 0,1 1 0,-1-1 0,0 0 0,0 1 0,0-1 0,0 0 0,-1 0 0,2-6 0,-1 0 0,-1 0 0,0 0 0,-1 0 0,0 1 0,0-1 0,-1 0 0,0 0 0,-1 0 0,-4-13 0,-5-10 0,-21-43 0,9 24 0,-3-20 0,15 37 0,-28-54 0,30 77 0,9 12 0,0 0 0,0 0 0,0 0 0,0 0 0,-1 0 0,1 0 0,0 1 0,0-1 0,0 0 0,0 0 0,-1 0 0,1 0 0,0 0 0,0 1 0,0-1 0,0 0 0,0 0 0,0 0 0,0 0 0,-1 1 0,1-1 0,0 0 0,0 0 0,0 0 0,0 0 0,0 1 0,0-1 0,0 0 0,0 0 0,0 0 0,0 1 0,0-1 0,0 0 0,0 0 0,0 1 0,3 28 0,5 22 0,2-1 0,3-1 0,27 71 0,-28-91 0,2 0 0,1-1 0,1-1 0,1 0 0,1-1 0,39 41 0,-46-55-103,14 14 329,-24-24-319,0-1 0,1 0 0,-1 0 0,0 0 0,1 0 0,0 0 0,-1 0 0,1 0 0,-1-1 0,1 1 0,0-1 0,0 1 0,-1-1 0,1 1 0,2-1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4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235 483 24575,'-15'-3'0,"-75"-12"0,81 14 0,0 1 0,0 0 0,0 0 0,0 1 0,0 0 0,0 1 0,-15 4 0,21-5 0,1 0 0,-1 0 0,1 1 0,-1-1 0,1 1 0,0-1 0,0 1 0,0 0 0,0 0 0,0 0 0,0 0 0,0 0 0,1 0 0,-1 0 0,1 1 0,-1-1 0,1 1 0,0-1 0,0 1 0,0-1 0,0 1 0,1 0 0,-1-1 0,1 1 0,-1 4 0,1-3 0,0 1 0,0-1 0,1 1 0,-1-1 0,1 1 0,0-1 0,0 0 0,1 1 0,-1-1 0,1 0 0,0 0 0,0 0 0,0 0 0,6 7 0,-4-6 0,1 0 0,0 0 0,0 0 0,1-1 0,-1 1 0,1-1 0,0-1 0,0 1 0,1-1 0,-1 0 0,1 0 0,-1-1 0,1 0 0,0 0 0,8 1 0,-10-3 0,-1 1 0,1-1 0,0 0 0,0-1 0,0 1 0,0-1 0,-1 0 0,1 0 0,0 0 0,-1-1 0,1 1 0,-1-1 0,1 0 0,-1-1 0,0 1 0,0-1 0,0 0 0,0 0 0,-1 0 0,1 0 0,-1-1 0,1 1 0,2-5 0,-1 0 0,0 0 0,0 0 0,0-1 0,-1 0 0,0 1 0,-1-1 0,0-1 0,3-16 0,-4 12 0,-1-1 0,0 1 0,-1 0 0,-1-1 0,-2-17 0,-6-10 0,-2 0 0,-30-77 0,36 106 0,-65-155 0,68 162 0,1 3 0,0 0 0,0 1 0,0-1 0,-1 0 0,1 1 0,-1-1 0,-2-3 0,4 6 0,-1 0 0,1 0 0,0 0 0,0 0 0,0 0 0,0 0 0,0 0 0,0 0 0,0-1 0,0 1 0,0 0 0,-1 0 0,1 0 0,0 0 0,0 0 0,0 0 0,0 0 0,0 0 0,0 0 0,0 0 0,-1 0 0,1 0 0,0 0 0,0 0 0,0 0 0,0 0 0,0 0 0,0 0 0,0 0 0,-1 0 0,1 0 0,0 0 0,0 0 0,0 1 0,0-1 0,0 0 0,0 0 0,0 0 0,0 0 0,0 0 0,-1 0 0,1 0 0,0 0 0,0 0 0,0 0 0,0 0 0,0 1 0,-3 7 0,1 10 0,2 12 0,1 0 0,2 0 0,1 0 0,8 32 0,1-11 0,31 74 0,-34-98 0,2-1 0,1-1 0,1 0 0,1 0 0,1-2 0,2 0 0,23 25 0,-38-45 0,-1-1 0,1 0 0,-1 0 0,1 1 0,0-2 0,0 1 0,0 0 0,0-1 0,1 1 0,-1-1 0,0 0 0,0 0 0,1 0 0,-1 0 0,5 0 0,-6-2 0,1 1 0,-1 0 0,1-1 0,-1 1 0,0-1 0,1 0 0,-1 1 0,1-1 0,-1 0 0,0-1 0,0 1 0,0 0 0,0-1 0,0 1 0,0-1 0,0 0 0,0 1 0,0-1 0,-1 0 0,1 0 0,1-3 0,6-10 0,-1 0 0,0-1 0,-1 0 0,-1 0 0,-1-1 0,4-18 0,7-18 0,-16 52 0,0 0 0,0 1 0,0-1 0,0 1 0,0-1 0,1 0 0,-1 1 0,0-1 0,0 1 0,1-1 0,-1 0 0,1 1 0,-1-1 0,0 1 0,1 0 0,-1-1 0,1 1 0,-1-1 0,1 1 0,-1 0 0,1-1 0,-1 1 0,1 0 0,0-1 0,0 1 0,0 0 0,-1 0 0,1 1 0,0-1 0,-1 0 0,1 0 0,-1 1 0,1-1 0,-1 0 0,1 1 0,0-1 0,-1 0 0,1 1 0,-1-1 0,0 1 0,1-1 0,-1 1 0,1-1 0,-1 2 0,4 3 0,-1 0 0,0 0 0,3 10 0,1 2 0,0 4 0,1-1 0,1 0 0,16 24 0,-19-38 116,-6-6-149,0 0 1,1 0 0,-1 0 0,0 1 0,0-1 0,0 0-1,0 0 1,1 0 0,-1 0 0,0 0 0,0-1-1,0 1 1,0 0 0,1 0 0,-1 0 0,0 0-1,0 0 1,0 0 0,0 0 0,1 0 0,-1 0 0,0 0-1,0 0 1,0 0 0,0-1 0,0 1 0,0 0-1,1 0 1,-1 0 0,0 0 0,0 0 0,0-1-1,0 1 1,0 0 0,0 0 0,0 0 0,0 0-1,0-1 1,0 1 0,0 0 0,0 0 0,0 0 0,0 0-1,0-1 1,0 1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43 24575,'-3'-13'0,"0"-2"0,0 5 0,2 6 0,3 7 0,0 4 0,0 5 0,0 0-8191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5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24575,'48'85'0,"52"128"0,13 100 0,-92-242 0,-21-70 0,0-1 0,0 1 0,1-1 0,-1 1 0,0-1 0,0 1 0,0-1 0,0 1 0,0-1 0,0 1 0,0-1 0,0 1 0,0-1 0,0 1 0,0-1 0,0 1 0,0-1 0,0 1 0,0-1 0,-1 1 0,1-1 0,0 1 0,0-1 0,-1 1 0,1-1 0,-1 1 0,0 0 0,1-1 0,-1 0 0,1 0 0,-1 0 0,0 0 0,1 0 0,-1 0 0,0 0 0,1-1 0,-1 1 0,0 0 0,1 0 0,-1 0 0,0-1 0,1 1 0,-1 0 0,0-1 0,-29-21 0,27 20 0,-8-8 0,1-1 0,0 0 0,0 0 0,1-1 0,-12-19 0,20 30 0,1 0 0,-1 0 0,0-1 0,0 1 0,1 0 0,-1-1 0,0 1 0,1 0 0,-1-1 0,1 1 0,0-1 0,0 1 0,-1-1 0,1 1 0,0-1 0,0 1 0,0-1 0,1 1 0,-1-1 0,0 1 0,0-1 0,1 1 0,-1 0 0,1-1 0,-1 1 0,1-1 0,0 1 0,0 0 0,-1 0 0,1-1 0,0 1 0,0 0 0,0 0 0,0 0 0,0 0 0,1 0 0,1-1 0,3-2 0,0 1 0,0 0 0,1 1 0,-1 0 0,1 0 0,12-3 0,100-10 0,-57 8 0,-56 6 0,0 0 0,1 1 0,-1 0 0,0 0 0,1 0 0,-1 1 0,0 0 0,0 0 0,0 1 0,1 0 0,-2 0 0,1 0 0,0 1 0,0 0 0,-1 0 0,1 0 0,-1 1 0,0-1 0,0 1 0,-1 1 0,1-1 0,-1 1 0,8 9 0,1 8 0,19 41 0,-27-53 0,3 1 0,-6-11 0,-3-8 0,-11-19-1365,4 15-5461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5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24575,'8'5'0,"5"5"0,0 2 0,1 6 0,-3 1 0,1 0 0,-3-3-8191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6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 24575,'60'92'0,"-51"-76"0,0 0 0,-2 1 0,0 0 0,5 18 0,-11-32 0,0 0 0,-1 0 0,1 0 0,-1 0 0,0 0 0,0 0 0,0 0 0,0 0 0,0 0 0,0 1 0,-1-1 0,0 0 0,-1 4 0,1-5 0,0-1 0,0 0 0,0 1 0,0-1 0,0 1 0,0-1 0,0 0 0,0 0 0,-1 0 0,1 0 0,-1 0 0,1 0 0,0 0 0,-1 0 0,0-1 0,1 1 0,-1 0 0,1-1 0,-1 1 0,0-1 0,1 0 0,-1 0 0,0 1 0,1-1 0,-4-1 0,-1 1 0,-1-1 0,1 0 0,0 0 0,-1-1 0,1 0 0,0 0 0,0 0 0,0-1 0,1 0 0,-1 0 0,0 0 0,1-1 0,0 0 0,0 0 0,0 0 0,1-1 0,-1 1 0,1-1 0,-7-10 0,6 8 0,0-1 0,1 0 0,0 0 0,0 0 0,0 0 0,1-1 0,0 1 0,1-1 0,0 0 0,0 0 0,1 0 0,0 0 0,1-15 0,0 22 0,0 0 0,1 0 0,-1 0 0,1 0 0,-1 0 0,1 0 0,0 0 0,-1 0 0,1 0 0,0 0 0,0 0 0,1 0 0,-1 0 0,0 1 0,1-1 0,-1 1 0,1-1 0,-1 1 0,1-1 0,-1 1 0,1 0 0,0 0 0,0 0 0,0 0 0,0 0 0,0 0 0,0 0 0,0 1 0,0-1 0,0 1 0,0-1 0,0 1 0,3 0 0,1 0 0,-1 0 0,1 0 0,-1 1 0,1-1 0,-1 1 0,0 1 0,1-1 0,-1 1 0,0 0 0,0 0 0,0 1 0,5 3 0,82 62 0,-60-42 0,58 35 0,-74-51 0,21 11 0,-35-20 0,0 0 0,0 0 0,0 0 0,0 0 0,1-1 0,-1 1 0,0-1 0,0 1 0,0-1 0,1 0 0,-1 0 0,0 0 0,0 0 0,4-1 0,-4 0 0,0 0 0,-1 0 0,1 0 0,0-1 0,0 1 0,-1 0 0,1-1 0,-1 1 0,1-1 0,-1 0 0,0 1 0,1-1 0,-1 0 0,0 0 0,1-2 0,12-33 0,-11 29 0,0-3 0,2 0 0,-1-1 0,1 2 0,1-1 0,0 1 0,8-11 0,-13 19 0,1 0 0,0 0 0,-1 0 0,1 0 0,0 1 0,1-1 0,-1 0 0,0 1 0,0-1 0,1 1 0,-1 0 0,0 0 0,1 0 0,0 0 0,-1 0 0,1 1 0,-1-1 0,1 1 0,0 0 0,-1-1 0,1 1 0,0 0 0,-1 1 0,1-1 0,0 0 0,-1 1 0,1-1 0,0 1 0,-1 0 0,1 0 0,-1 0 0,1 0 0,1 2 0,48 28 0,55 43 0,-87-60 0,-2 2-1365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9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97 24575,'-10'-11'0,"1"0"0,-2 0 0,0 0 0,0 2 0,-1-1 0,0 2 0,0-1 0,-15-6 0,23 14 0,3 3 0,8 9 0,13 14 0,3-3 0,2-1 0,0-1 0,1-1 0,1-2 0,30 16 0,98 41 0,-141-67 0,24 10 0,-35-17 21,-5-2-852,1 2 276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9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26 24575,'-2'-3'0,"-1"0"0,0 1 0,0-1 0,0 1 0,0 0 0,0 0 0,-1 0 0,1 1 0,-7-3 0,8 3 0,1 1 0,0 0 0,0 0 0,0 0 0,-1 0 0,1 0 0,0 0 0,0 0 0,0 0 0,0 1 0,-1-1 0,1 0 0,0 1 0,0-1 0,0 1 0,0-1 0,0 1 0,0 0 0,0-1 0,0 1 0,0 0 0,0 0 0,0-1 0,1 1 0,-1 0 0,0 0 0,0 0 0,1 0 0,-1 0 0,1 0 0,-1 0 0,1 0 0,-1 1 0,0 1 0,-3 12 0,0-1 0,0 1 0,-2 22 0,5-23 0,-1 0 0,-1 0 0,-1 0 0,-7 20 0,5-19 40,-2-1 0,-9 14 0,14-23-189,0-1 1,0 1-1,-1-1 1,1 0-1,-1-1 1,0 1-1,-1-1 1,1 0-1,-9 6 1,2-5-6678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29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24575,'-1'5'0,"1"1"0,-1-1 0,0 0 0,-3 10 0,2-10 0,0 0 0,1 0 0,0 1 0,0-1 0,0 8 0,2-3 0,0 1 0,1-1 0,0 0 0,1 1 0,0-1 0,0-1 0,1 1 0,1 0 0,-1-1 0,1 0 0,11 14 0,-8-16-1365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0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5 24575,'-105'-5'0,"89"6"0,0 0 0,0 1 0,0 0 0,-23 8 0,35-9 0,0 1 0,1-1 0,-1 1 0,1 0 0,-1 0 0,1 0 0,-1 0 0,1 0 0,0 1 0,0 0 0,0-1 0,1 1 0,-1 0 0,0 1 0,1-1 0,0 0 0,0 1 0,0-1 0,0 1 0,-1 3 0,2-2 0,0 0 0,0 1 0,0-1 0,1 0 0,-1 0 0,1 1 0,0-1 0,1 0 0,-1 0 0,1 1 0,0-1 0,1 0 0,-1 0 0,5 8 0,11 23 0,2-1 0,2-1 0,1-1 0,37 43 0,-21-30 0,36 59 0,-72-101 0,0 0 0,-1 0 0,1 0 0,-1 0 0,0 0 0,0 0 0,0 0 0,-1 1 0,1 7 0,-1-6 0,0 0 0,1 0 0,0 0 0,2 6 0,-2-9 0,0-1 0,0 0 0,0 0 0,1 0 0,-1 0 0,1 0 0,-1 0 0,1 0 0,-1 0 0,1-1 0,0 1 0,0-1 0,0 1 0,0-1 0,0 0 0,0 1 0,0-1 0,1 0 0,-1 0 0,0-1 0,1 1 0,-1-1 0,0 1 0,1-1 0,-1 1 0,1-1 0,-1 0 0,1 0 0,-1-1 0,3 1 0,1-1 0,0 0 0,0 0 0,0 0 0,0-1 0,0 0 0,0 0 0,-1-1 0,1 1 0,-1-1 0,0 0 0,6-5 0,5-7-1365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1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24575,'1'4'0,"0"-1"0,-1 1 0,1 0 0,0-1 0,1 1 0,-1-1 0,1 1 0,-1-1 0,1 0 0,0 1 0,0-1 0,4 4 0,5 6 0,16 15 0,-26-27 0,5 4 0,0 0 0,-1-1 0,2 1 0,-1-1 0,0 0 0,1-1 0,0 0 0,0 0 0,0 0 0,9 2 0,-14-4 0,1-1 0,-1 0 0,0 1 0,1-1 0,-1 0 0,1 0 0,-1 0 0,0-1 0,1 1 0,-1 0 0,0-1 0,1 0 0,-1 1 0,0-1 0,0 0 0,0 0 0,1 0 0,-1-1 0,0 1 0,-1 0 0,1-1 0,0 1 0,0-1 0,-1 0 0,1 0 0,0 1 0,-1-1 0,0 0 0,0 0 0,1 0 0,-1-1 0,0 1 0,0 0 0,-1 0 0,2-5 0,-1 1 0,0 0 0,0-1 0,0 1 0,-1-13 0,0 14 0,-1-1 0,2 1 0,-1 0 0,1-1 0,0 1 0,2-8 0,-3 13 0,0-1 0,0 1 0,1-1 0,-1 1 0,0-1 0,0 1 0,1 0 0,-1-1 0,0 1 0,1-1 0,-1 1 0,0 0 0,1-1 0,-1 1 0,1 0 0,-1 0 0,0-1 0,1 1 0,-1 0 0,1 0 0,-1 0 0,1-1 0,-1 1 0,1 0 0,0 0 0,15 4 0,12 13 0,-5 1 0,-7-5 0,1 0 0,0-1 0,1-1 0,0-1 0,22 10 0,-31-18 120,-9-2-142,0 0 0,0 0 0,1 0 1,-1 0-1,0 0 0,0 0 0,0 0 0,0 0 0,0 0 1,0 0-1,0 0 0,1 0 0,-1 0 0,0 0 0,0 0 0,0 0 1,0 0-1,0 0 0,0-1 0,0 1 0,0 0 0,1 0 1,-1 0-1,0 0 0,0 0 0,0 0 0,0 0 0,0 0 1,0 0-1,0 0 0,0-1 0,0 1 0,0 0 0,0 0 1,0 0-1,0 0 0,0 0 0,0 0 0,0 0 0,0 0 1,0-1-1,0 1 0,0 0 0,0 0 0,0 0 0,0 0 1,0 0-1,0 0 0,0 0 0,0-1 0,0 1 0,0 0 1,0 0-1,0 0 0,0 0 0,0 0 0,0 0 0,0 0 0,0 0 1,0-1-1,0 1 0,0 0 0,-1 0 0,1 0 0,0 0 1,0 0-1,0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24575,'5'-8'0,"0"0"0,1 1 0,0-1 0,1 1 0,0 0 0,14-11 0,-18 16 0,0 1 0,0-1 0,0 0 0,0 1 0,1 0 0,-1 0 0,0 0 0,1 0 0,-1 0 0,0 1 0,1-1 0,-1 1 0,1 0 0,-1 0 0,0 0 0,1 0 0,-1 1 0,1 0 0,-1-1 0,0 1 0,1 0 0,4 3 0,9 4 0,0 1 0,-1 1 0,0 0 0,-1 1 0,0 1 0,0 1 0,-1 0 0,18 22 0,-24-24 0,0-1 0,0 2 0,-1-1 0,-1 1 0,0 0 0,-1 0 0,0 1 0,-1 0 0,0-1 0,-1 1 0,0 1 0,1 25 0,17 179 0,-15-185 0,3 0 0,12 32 0,-9-29 0,9 44 0,-17-64 0,-2-10 0,-1 0 0,0 0 0,0 0 0,0 0 0,-1 12 0,-1-16 0,1 0 0,0 0 0,-1-1 0,1 1 0,-1 0 0,0 0 0,0-1 0,0 1 0,0 0 0,0-1 0,0 1 0,0-1 0,0 1 0,0-1 0,-1 0 0,1 1 0,-1-1 0,1 0 0,-1 0 0,1 0 0,-1 0 0,0 0 0,1 0 0,-3 0 0,-5 1-16,0 0-1,0 0 1,-1-1-1,1 0 1,0 0-1,-1-1 1,-16-2-1,0 0-1216,13 2-5593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24575,'2'21'0,"0"-1"0,1 0 0,7 22 0,-2-4 0,3 4-341,2 0 0,1-1-1,36 69 1,-45-101-6485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1 204 24575,'3'-1'0,"-1"0"0,1 0 0,0 0 0,-1 0 0,1 0 0,-1 0 0,1-1 0,3-2 0,6-3 0,-2 4 0,0 0 0,0 0 0,1 1 0,-1 0 0,1 1 0,-1 0 0,13 1 0,26-2 0,97-11 0,-61 7 0,167 1 0,-187 5 0,-57 0 0,0 0 0,0-1 0,0 0 0,0-1 0,0 1 0,15-6 0,-23 7 0,0-1 0,1 1 0,-1 0 0,0 0 0,1 0 0,-1 0 0,0-1 0,0 1 0,1 0 0,-1 0 0,0 0 0,0-1 0,1 1 0,-1 0 0,0-1 0,0 1 0,1 0 0,-1 0 0,0-1 0,0 1 0,0 0 0,0-1 0,0 1 0,0 0 0,1-1 0,-1 1 0,0-1 0,0 1 0,0 0 0,0-1 0,-7-10 0,-15-5 0,-31-13 0,34 20 0,0-2 0,1 0 0,-27-22 0,45 33 0,0 0 0,0 0 0,0 0 0,0 0 0,0 0 0,0 0 0,0 0 0,0 0 0,0 0 0,0 0 0,0 0 0,0 0 0,0 0 0,0 0 0,0 0 0,0 0 0,0 0 0,0 0 0,0 0 0,0 0 0,0 0 0,1-1 0,-1 1 0,0 0 0,0 0 0,0 0 0,0 0 0,-1 0 0,1 0 0,0 0 0,0 0 0,0 0 0,0 0 0,0 0 0,0 0 0,0 0 0,0 0 0,0 0 0,0 0 0,0 0 0,0 0 0,0 0 0,0 0 0,0 0 0,0 0 0,0 0 0,0-1 0,8 4 0,10 6 0,56 44 0,-63-44 0,-1 1 0,0 0 0,0 1 0,11 15 0,-20-24 0,0-1 0,0 1 0,0 0 0,0-1 0,0 1 0,0 0 0,0 0 0,-1-1 0,1 1 0,-1 0 0,0 0 0,1 0 0,-1 0 0,0 0 0,0 0 0,0 0 0,0 0 0,0-1 0,-1 4 0,0-4 0,0 1 0,0 0 0,0-1 0,0 1 0,0 0 0,0-1 0,0 1 0,-1-1 0,1 0 0,-1 1 0,1-1 0,-1 0 0,1 0 0,-1 0 0,0 0 0,1 0 0,-1 0 0,0-1 0,-2 2 0,-115 30-1365,101-28-5461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3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24 24575,'-3'0'0,"0"1"0,0 0 0,0 0 0,1 0 0,-1 0 0,0 1 0,1-1 0,-1 1 0,1 0 0,0-1 0,-1 1 0,1 0 0,0 0 0,0 1 0,-2 1 0,3-2 0,0 0 0,0 0 0,1-1 0,-1 1 0,0 0 0,1 0 0,-1 0 0,1 0 0,0 0 0,0 0 0,0 0 0,0 0 0,0 0 0,0 0 0,0 0 0,0 0 0,1 0 0,-1 0 0,1 0 0,0-1 0,-1 1 0,1 0 0,1 2 0,3 3 0,-1 0 0,1 0 0,1 0 0,-1 0 0,1-1 0,0 0 0,8 6 0,6 2 0,25 16 0,-40-27 0,1 0 0,0 0 0,0-1 0,0 1 0,0-1 0,0-1 0,1 1 0,-1-1 0,0 0 0,1 0 0,-1-1 0,12 0 0,-15-1 0,0 1 0,0-1 0,0 0 0,0 1 0,0-1 0,-1-1 0,1 1 0,0 0 0,-1-1 0,1 1 0,0-1 0,-1 0 0,0 1 0,0-1 0,1 0 0,-1-1 0,0 1 0,0 0 0,-1-1 0,1 1 0,-1-1 0,1 1 0,-1-1 0,0 0 0,0 0 0,0 1 0,0-1 0,0 0 0,0-4 0,2-19 0,-2-1 0,-3-45 0,1 36 0,2 76 0,2 0 0,14 74 0,37 75 0,-50-176 0,16 46 0,13 63 0,-32-118 0,0 0 0,-1 0 0,0 1 0,1-1 0,-1 0 0,-1 0 0,1 0 0,-1 1 0,-1 5 0,2-9 0,-1 0 0,1 1 0,-1-1 0,0 0 0,1 0 0,-1 1 0,0-1 0,0 0 0,0 0 0,0 0 0,0 0 0,0 0 0,0 0 0,0 0 0,0-1 0,0 1 0,-1 0 0,1-1 0,0 1 0,0-1 0,-1 1 0,1-1 0,0 1 0,-1-1 0,1 0 0,-1 0 0,1 0 0,0 0 0,-1 0 0,1 0 0,-3 0 0,-2-1 0,-1-1 0,1 1 0,0-1 0,-1-1 0,1 1 0,0-1 0,1 0 0,-1 0 0,-9-7 0,5 2 0,-1-1 0,1 0 0,-15-18 0,21 23 0,1 0 0,0 0 0,1 0 0,-1 0 0,1-1 0,0 0 0,0 1 0,0-1 0,0 0 0,1 0 0,-1-9 0,1 11 0,1 1 0,0-1 0,1 1 0,-1-1 0,0 0 0,1 1 0,-1-1 0,1 1 0,0-1 0,0 1 0,0-1 0,0 1 0,0 0 0,1-1 0,-1 1 0,1 0 0,-1 0 0,1 0 0,0 0 0,0 0 0,0 1 0,0-1 0,0 0 0,3-1 0,2-1-136,0 1-1,0-1 1,0 1-1,0 1 1,0 0-1,0 0 1,1 0-1,-1 1 0,10-1 1,-1 1-6690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4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24575,'3'13'0,"0"7"0,3 2 0,0 1 0,2-2 0,2-1 0,-1-2 0,1 1 0,1 0 0,-1 0 0,-2-1 0,-1-4 0,0-1 0,-2-4-8191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4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0 24575,'-119'46'0,"116"-44"0,0-1 0,1 0 0,-1 1 0,0-1 0,1 1 0,-1 0 0,1 0 0,0 0 0,-1 0 0,1 0 0,0 0 0,0 1 0,1-1 0,-1 1 0,0 0 0,1-1 0,0 1 0,-1 0 0,1 0 0,0 0 0,1 0 0,-1 0 0,0 3 0,1 1 0,0-1 0,0 0 0,1 0 0,-1 0 0,1 1 0,1-1 0,0 0 0,-1 0 0,2-1 0,3 10 0,42 69 0,0 1 0,-13-18 0,20 49 0,-50-102 0,0 0 0,-1 0 0,-1 1 0,0 0 0,-1-1 0,1 24 0,-4-23 0,0-7 0,1 0 0,0 0 0,0 0 0,3 13 0,-3-20 0,0 0 0,0 0 0,1 0 0,-1 0 0,0 0 0,1 0 0,-1 0 0,0 0 0,1 0 0,0 0 0,-1-1 0,1 1 0,-1 0 0,1 0 0,0 0 0,0-1 0,-1 1 0,1-1 0,0 1 0,0 0 0,0-1 0,0 1 0,0-1 0,-1 0 0,1 1 0,0-1 0,0 0 0,0 1 0,0-1 0,0 0 0,0 0 0,0 0 0,0 0 0,1 0 0,-1 0 0,0 0 0,0 0 0,0-1 0,0 1 0,0 0 0,-1-1 0,1 1 0,2-1 0,0-1-136,1 1-1,-1-1 1,0 0-1,1 0 1,-1 0-1,0-1 1,0 1-1,0-1 0,3-4 1,3-4-6690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5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24575,'2'5'0,"-1"1"0,1-1 0,-1 1 0,2-1 0,-1 0 0,1 0 0,5 9 0,-4-7 0,5 9 0,1-1 0,0 0 0,0-1 0,2 0 0,-1-1 0,2 0 0,18 14 0,-30-26 0,0 0 0,0 0 0,1 0 0,-1 0 0,0-1 0,1 1 0,-1-1 0,1 1 0,-1-1 0,1 1 0,-1-1 0,1 0 0,-1 0 0,1 1 0,2-2 0,-3 1 0,0 0 0,0 0 0,0-1 0,1 1 0,-1-1 0,0 1 0,0-1 0,0 0 0,0 1 0,0-1 0,-1 0 0,1 0 0,0 1 0,0-1 0,0 0 0,0-2 0,3-3 0,-1 0 0,0-1 0,0 0 0,-1 0 0,3-11 0,2-6 0,-6 22 0,-1 1 0,1 0 0,-1 0 0,1 0 0,0-1 0,-1 1 0,1 0 0,0 0 0,0 0 0,0 0 0,0 0 0,0 1 0,0-1 0,0 0 0,0 0 0,0 1 0,0-1 0,1 0 0,-1 1 0,2-1 0,-1 0 0,0 1 0,0 0 0,1 0 0,-1 0 0,0 0 0,0 0 0,1 1 0,-1-1 0,0 0 0,0 1 0,3 1 0,2 1 0,1 1 0,-1 0 0,1 0 0,-2 0 0,11 9 0,73 68-1365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5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24575,'27'-9'0,"-1"0"0,1 2 0,35-5 0,-46 10 0,1 1 0,-1 0 0,1 2 0,-1 0 0,0 0 0,31 8 0,-12 1 0,0 2 0,37 17 0,-70-29 0,-1 1 0,0 0 0,1-1 0,-1 1 0,0 0 0,0 0 0,1 0 0,-1 0 0,0 0 0,2 3 0,-3-4 0,0 1 0,1-1 0,-1 1 0,0 0 0,0-1 0,1 1 0,-1 0 0,0-1 0,0 1 0,0-1 0,0 1 0,0 0 0,0-1 0,0 1 0,0 0 0,0-1 0,0 1 0,-1 1 0,0 0 0,0 1 0,-1-1 0,1 0 0,-1 1 0,0-1 0,0 0 0,0 0 0,0 0 0,0 0 0,-4 2 0,-2 3 0,-1 0 0,1 0 0,0 1 0,1-1 0,-9 13 0,14-16 0,-1 1 0,1-1 0,-1 1 0,1 0 0,1-1 0,-1 1 0,1 0 0,0 0 0,0 1 0,0-1 0,1 0 0,-1 0 0,2 8 0,0-3 0,1 1 0,0 0 0,0-1 0,1 1 0,8 17 0,28 49 0,-9-19 0,2 12 0,26 88 0,-52-141 0,-4-12 0,0 0 0,0 0 0,-1 0 0,0 1 0,0-1 0,1 7 0,-2-10 0,-1-1 0,1 0 0,0 1 0,0-1 0,-1 1 0,1-1 0,-1 0 0,1 1 0,-1-1 0,0 0 0,1 1 0,-1-1 0,0 0 0,0 0 0,0 0 0,0 0 0,0 0 0,0 0 0,0 0 0,0 0 0,0 0 0,-1 0 0,1-1 0,0 1 0,-1 0 0,1-1 0,-3 1 0,-4 2 17,1-2 0,-1 1-1,0-1 1,1-1 0,-1 1-1,0-1 1,-8-1-1,5 0-390,1 1-1,0 0 1,-12 3-1,8 0-6451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6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24575,'0'21'0,"0"12"0,0 2 0,0 2 0,-2-4 0,-2-2 0,-1-4 0,-4-4 0,-2-3 0,-2-2 0,1-5-8191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7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24575,'85'67'0,"-41"-32"0,10 7 0,93 56 0,-135-92-341,0 0 0,0-1-1,19 6 1,-18-8-6485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7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 24575,'-13'10'0,"-7"7"0,0 2 0,3 1 0,5-1 0,2 2 0,2 0 0,3-1 0,0-2 0,0 0 0,1-2 0,2 0 0,-2-4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7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24575,'8'-11'0,"-2"3"0,0-1 0,1 1 0,0 1 0,15-14 0,-20 19 0,0 1 0,0-1 0,0 1 0,1 0 0,-1 0 0,0 0 0,1 0 0,-1 0 0,1 0 0,-1 1 0,1-1 0,0 1 0,-1 0 0,1 0 0,-1 0 0,1 0 0,0 0 0,-1 0 0,1 1 0,-1-1 0,1 1 0,-1 0 0,1 0 0,4 2 0,0 0 0,-1 1 0,0 0 0,0 0 0,0 1 0,0-1 0,-1 1 0,0 1 0,0-1 0,0 1 0,-1-1 0,1 2 0,-2-1 0,1 0 0,0 1 0,3 10 0,-5-11 0,0 0 0,-1 0 0,0 0 0,0 0 0,0 0 0,-1 1 0,1-1 0,-2 0 0,1 0 0,-1 1 0,0-1 0,0 0 0,0 0 0,-1 0 0,0 0 0,0 0 0,-1-1 0,-5 10 0,6-11 0,0-1 0,0 1 0,0 0 0,0-1 0,1 1 0,-3 8 0,4-11 0,0 0 0,0 0 0,0 0 0,0 0 0,0 0 0,0 0 0,0 0 0,1 0 0,-1 0 0,0 0 0,1 0 0,-1 0 0,0 0 0,1 0 0,-1 0 0,1 0 0,-1 0 0,1 0 0,0 0 0,-1-1 0,1 1 0,0 0 0,0 0 0,0-1 0,-1 1 0,1-1 0,0 1 0,0-1 0,0 1 0,0-1 0,0 1 0,2 0 0,3 0 0,0 1 0,1-1 0,-1 1 0,1-2 0,0 1 0,7-1 0,41-4 0,-49 3-97,0 0-1,0-1 1,1 1-1,-1-1 1,0-1-1,-1 1 1,1-1-1,0 0 1,-1 0-1,0-1 1,1 0-1,-1 0 0,5-5 1,0 0-6729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8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62 24575,'-5'-8'0,"0"0"0,-1 1 0,0-1 0,-1 2 0,-9-9 0,15 14 0,0 0 0,-1 0 0,1 0 0,-1 0 0,1 0 0,-1 0 0,1 1 0,-1-1 0,0 1 0,1-1 0,-1 1 0,0 0 0,1-1 0,-1 1 0,-2 0 0,2 1 0,1-1 0,-1 1 0,1-1 0,-1 1 0,1 0 0,-1-1 0,1 1 0,-1 0 0,1 0 0,0 0 0,0 0 0,-1 0 0,1 1 0,0-1 0,0 0 0,0 0 0,0 1 0,1-1 0,-2 3 0,-3 6 0,1-1 0,0 1 0,1 0 0,0 1 0,0-1 0,2 0 0,-1 1 0,0 12 0,2 3 0,0-1 0,5 33 0,3-16 0,2 0 0,27 72 0,-19-63 0,12 55 0,0 24 0,-29-127 0,0-1 0,0 1 0,0-1 0,0 0 0,0 0 0,0 1 0,1-1 0,-1 0 0,1 0 0,0 0 0,-1-1 0,1 1 0,0 0 0,0-1 0,0 1 0,0-1 0,0 1 0,1-1 0,-1 0 0,0 0 0,1 0 0,-1 0 0,0-1 0,1 1 0,3 0 0,7 0 0,0 0 0,0 0 0,25-3 0,-10 0 0,-24 2-59,-1 0 0,0 0-1,1 0 1,-1-1-1,0 1 1,1-1 0,-1 0-1,0 0 1,0 0 0,0 0-1,0 0 1,0-1 0,0 1-1,0-1 1,0 0-1,-1 0 1,1 0 0,0 0-1,-1-1 1,0 1 0,0-1-1,4-4 1,-2-3-6767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8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24575,'1'1'0,"0"-1"0,1 1 0,-1 0 0,0 0 0,0 0 0,0 0 0,0 0 0,0 0 0,0 1 0,0-1 0,0 0 0,-1 0 0,1 1 0,0-1 0,-1 0 0,1 1 0,0 2 0,2 3 0,-2-5 0,9 16 0,23 33 0,-30-47 0,0 0 0,0 0 0,0 0 0,1-1 0,0 1 0,-1-1 0,1 0 0,1 0 0,-1-1 0,0 1 0,1-1 0,-1 0 0,10 3 0,-12-5 0,0 0 0,0 1 0,-1-1 0,1 0 0,0-1 0,0 1 0,0 0 0,0 0 0,0-1 0,0 1 0,-1-1 0,1 0 0,0 1 0,0-1 0,-1 0 0,1 0 0,0 0 0,-1 0 0,1-1 0,-1 1 0,2-2 0,3-4 0,0 0 0,0 0 0,6-11 0,10-11 0,-21 27 0,1 1 0,0-1 0,0 1 0,0 0 0,0 0 0,0 0 0,0 0 0,0 0 0,0 0 0,0 1 0,0-1 0,0 1 0,1-1 0,-1 1 0,0 0 0,0 0 0,1 0 0,-1 0 0,0 0 0,0 0 0,0 1 0,1-1 0,-1 1 0,3 1 0,5 2 0,0 0 0,-1 1 0,18 12 0,-7-5 0,17 10-1365,-27-15-5461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39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1 128 24575,'10'-16'0,"1"0"0,1 0 0,1 1 0,17-16 0,-26 27 0,0 1 0,0 0 0,0 0 0,1 0 0,-1 0 0,1 1 0,0 0 0,0 0 0,-1 0 0,1 0 0,0 1 0,1 0 0,-1 0 0,0 0 0,0 1 0,0 0 0,1 0 0,-1 0 0,0 0 0,10 3 0,8 5 0,0 0 0,0 2 0,33 19 0,-17-8 0,-36-20 0,0 0 0,0 1 0,0-1 0,0 1 0,-1 0 0,1 0 0,-1 0 0,1 0 0,-1 0 0,0 0 0,0 1 0,0-1 0,0 1 0,0-1 0,-1 1 0,1 0 0,-1 0 0,0-1 0,1 1 0,-1 0 0,-1 0 0,1 0 0,0 1 0,-1-1 0,1 0 0,-1 0 0,0 0 0,0 0 0,-1 4 0,0 27 0,0-6 0,1 0 0,5 33 0,-1-34 0,57 298 0,-47-284 0,-10-29 0,0 0 0,0 1 0,2 16 0,-5-27 5,-1 0-1,0-1 1,0 1 0,0 0-1,0-1 1,0 1-1,-1 0 1,1 0 0,0-1-1,-1 1 1,0 0 0,1-1-1,-1 1 1,0-1-1,1 1 1,-1-1 0,0 1-1,0-1 1,0 1-1,-1-1 1,1 0 0,0 0-1,0 0 1,-1 1-1,-2 0 1,-1 1-217,0-1 0,-1 1 0,1-1-1,-1-1 1,1 1 0,-8 0 0,-3 1-6614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34 24575,'0'0'0,"-1"-1"0,1 1 0,0-1 0,-1 1 0,1 0 0,0-1 0,-1 1 0,1-1 0,0 1 0,0-1 0,-1 1 0,1 0 0,0-1 0,0 1 0,0-1 0,0 1 0,0-1 0,0 1 0,0-1 0,0 0 0,0 1 0,0-1 0,0 1 0,0-1 0,0 1 0,0-1 0,0 1 0,1-1 0,-1 1 0,0 0 0,0-1 0,0 1 0,1-1 0,-1 1 0,0-1 0,1 1 0,-1 0 0,0-1 0,1 1 0,-1 0 0,1-1 0,-1 1 0,0 0 0,1 0 0,-1-1 0,1 1 0,-1 0 0,1 0 0,2-2 0,0 0 0,1 1 0,-1 0 0,0 0 0,7-1 0,18-1 0,1 2 0,33 2 0,-11 0 0,76 7 0,-16-1 0,-5-5 0,131 6 0,-187-3 0,0-3 0,60-3 0,-82-5-40,9-2 171,-35 8-222,-1 0 0,1-1 0,0 1 0,0 1 0,0-1 0,0 0 0,0 0 0,0 1 0,-1-1 0,1 1 0,0-1 0,0 1 0,-1 0 0,1 0 0,2 1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0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24575,'-1'0'0,"-1"0"0,0 0 0,1 0 0,-1 0 0,0 1 0,1-1 0,-1 0 0,0 1 0,1 0 0,-1-1 0,1 1 0,-1 0 0,1 0 0,-1 0 0,1 0 0,-1 0 0,1 0 0,-2 2 0,1 0 0,0-1 0,1 1 0,-1 0 0,1 0 0,-1-1 0,1 1 0,0 0 0,0 0 0,0 5 0,-1 5 0,1 0 0,1 0 0,2 24 0,-2-36 0,1 8 18,0 0 0,1 0-1,0-1 1,1 1-1,5 12 1,24 39-1096,-29-53 685,2 1-6433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1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572 283 24575,'-193'-79'0,"19"8"0,145 60 0,23 10 0,0-1 0,-1 0 0,2-1 0,-1 0 0,0 0 0,0 0 0,1 0 0,0-1 0,-7-5 0,11 7 0,0 1 0,0 0 0,0-1 0,1 1 0,-1-1 0,0 1 0,1-1 0,-1 1 0,1-1 0,0 0 0,-1-1 0,1 1 0,0 1 0,0-1 0,-1 1 0,1-1 0,0 1 0,-1 0 0,1-1 0,-1 1 0,0 0 0,1-1 0,-1 1 0,0 0 0,0 0 0,0 0 0,0 0 0,-1-1 0,-5-3 0,0 0 0,0 1 0,0 1 0,0-1 0,-10-2 0,7 2 0,1 0 0,-12-6 0,89 37 0,21 24 0,0-1 0,53 28 0,-81-43 0,-59-34 0,-1-1 0,0 1 0,1 0 0,-1 0 0,0-1 0,0 1 0,0 0 0,0 0 0,0 0 0,0 1 0,0-1 0,0 0 0,0 0 0,0 0 0,0 1 0,-1-1 0,1 0 0,0 2 0,-1-2 0,0 1 0,0-1 0,0 0 0,-1 0 0,1 0 0,0 0 0,-1 0 0,1 0 0,0 0 0,-1 0 0,1 0 0,-1 0 0,0 0 0,1 0 0,-1 0 0,0 0 0,1 0 0,-1-1 0,0 1 0,0 0 0,0-1 0,0 1 0,0 0 0,-2 0 0,-6 4 0,0 0 0,-1 0 0,1-1 0,-1 0 0,-12 2 0,-55 10 0,37-9 0,18-1-1365,3-1-5461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24575,'0'1'0,"0"0"0,0 0 0,1 0 0,-1 0 0,1 0 0,-1 0 0,1 0 0,-1 0 0,1 0 0,-1-1 0,1 1 0,0 0 0,0 0 0,-1-1 0,2 2 0,15 10 0,-13-9 0,27 20 0,-13-8 0,36 19 0,-49-30 0,1-1 0,1-1 0,-1 1 0,0-1 0,1 0 0,-1 0 0,1-1 0,-1 0 0,1 0 0,11-1 0,-16 0 0,0 0 0,1 0 0,-1-1 0,0 1 0,0-1 0,1 1 0,-1-1 0,0 0 0,0 0 0,0 0 0,0 0 0,0-1 0,0 1 0,0 0 0,0-1 0,1-1 0,-1 0 0,1 0 0,-1 0 0,0 0 0,-1 0 0,1 0 0,0 0 0,-1-1 0,0 1 0,2-6 0,-1-4 0,0-1 0,-1 0 0,0 1 0,-2-18 0,1 24 0,0 1 0,-1 0 0,0 0 0,-1 0 0,1 0 0,-1 0 0,-4-10 0,4 16 0,1 4 0,0 5 0,1 33 0,1 1 0,3-1 0,1 1 0,15 52 0,62 160 0,-76-241 0,-4-8 0,1 0 0,0 1 0,-1-1 0,0 0 0,-1 1 0,0-1 0,0 1 0,0 0 0,0 9 0,-1-15 0,-1-1 0,1 1 0,0-1 0,0 0 0,0 1 0,0-1 0,0 1 0,0-1 0,-1 0 0,1 1 0,0-1 0,0 0 0,-1 1 0,1-1 0,0 0 0,0 1 0,-1-1 0,1 0 0,0 0 0,-1 1 0,1-1 0,0 0 0,-1 0 0,1 0 0,-1 1 0,1-1 0,0 0 0,-1 0 0,-13-3 0,-12-13 0,24 14 0,-4-3-75,-14-9 177,-26-25 1,42 35-228,-1-1 1,1 1-1,0-1 0,0 0 1,1 0-1,0 0 1,0-1-1,0 1 1,0-1-1,1 0 1,-2-7-1,2 2-6701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3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24575,'0'-1'0,"2"-6"0,0-1 0,0 1 0,0 0 0,7-13 0,-7 18 0,-1 0 0,1 0 0,-1 0 0,1 0 0,0 0 0,0 1 0,-1-1 0,1 0 0,1 1 0,-1 0 0,0-1 0,0 1 0,0 0 0,1 0 0,-1 0 0,0 0 0,1 1 0,3-2 0,1 2 0,0-1 0,0 1 0,0 0 0,0 0 0,-1 1 0,1 0 0,0 0 0,0 0 0,-1 1 0,1 0 0,-1 1 0,1-1 0,-1 1 0,11 7 0,-14-8 0,0 0 0,0 0 0,0 0 0,0 1 0,-1 0 0,1-1 0,-1 1 0,1 0 0,-1 0 0,0 0 0,0 1 0,0-1 0,-1 0 0,1 1 0,-1-1 0,0 1 0,0 0 0,0-1 0,0 1 0,-1 0 0,1-1 0,-1 1 0,0 0 0,0 0 0,0 0 0,-1-1 0,1 1 0,-2 4 0,-2 3 0,-1 0 0,0 0 0,0 0 0,-1-1 0,0 0 0,-10 12 0,2-3 0,14-18 0,-1 0 0,0 0 0,0 0 0,1 0 0,-1 0 0,0 0 0,1 0 0,-1 0 0,1 0 0,-1 0 0,1 1 0,0-1 0,0 0 0,-1 0 0,1 1 0,0-1 0,0 0 0,0 0 0,0 0 0,0 1 0,0-1 0,1 0 0,-1 0 0,0 0 0,1 1 0,-1-1 0,1 0 0,0 2 0,1-1 0,0-1 0,-1 0 0,1 1 0,0-1 0,0 0 0,-1 0 0,1 0 0,0-1 0,0 1 0,0 0 0,0-1 0,1 1 0,-1-1 0,0 1 0,0-1 0,2 0 0,9 1 0,0-1 0,0-1 0,-1 1 0,1-2 0,-1 0 0,1-1 0,-1 0 0,22-8 0,-9 3-1365,-14 6-5461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4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28 24575,'-13'-5'0,"1"0"0,-1 1 0,0 0 0,0 1 0,-25-3 0,34 6 0,-1 0 0,1 0 0,0 0 0,0 0 0,0 0 0,-1 1 0,1 0 0,0 0 0,0 0 0,0 0 0,0 1 0,0 0 0,1 0 0,-1 0 0,0 0 0,1 0 0,-1 1 0,1-1 0,0 1 0,0 0 0,0 0 0,-4 5 0,5-3 0,-1-1 0,1 2 0,-1-1 0,1 0 0,1 0 0,-1 1 0,1-1 0,0 1 0,0-1 0,1 1 0,-1-1 0,1 1 0,0-1 0,1 1 0,-1 0 0,1-1 0,1 1 0,-1-1 0,1 0 0,2 7 0,5 10 0,2 0 0,0-1 0,19 27 0,-28-45 0,7 10 0,4 7 0,0-1 0,-2 2 0,0-1 0,-1 2 0,11 33 0,-14-20 0,-1 0 0,-2 0 0,-1 0 0,-3 49 0,0-80 0,0 1 0,0-1 0,0 1 0,1-1 0,0 1 0,0-1 0,0 0 0,0 0 0,1 1 0,-1-1 0,4 4 0,-3-5 0,0 0 0,0-1 0,0 1 0,0-1 0,1 0 0,-1 1 0,1-1 0,0 0 0,-1-1 0,1 1 0,0 0 0,0-1 0,0 0 0,1 1 0,3 0 0,5 1 0,-1 0 0,1 0 0,1-1 0,-1 0 0,20-1 0,-28-1 0,1 0 0,-1-1 0,0 1 0,0-1 0,-1 0 0,1-1 0,0 1 0,0 0 0,0-1 0,-1 0 0,1 0 0,-1 0 0,1-1 0,-1 1 0,0-1 0,0 1 0,0-1 0,0 0 0,-1 0 0,5-7 0,-2 1-1365,0 0-5461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24575,'0'6'0,"1"0"0,0 0 0,0-1 0,1 1 0,-1 0 0,1-1 0,1 1 0,-1-1 0,1 1 0,0-1 0,6 9 0,5 4 0,27 26 0,-39-41 0,3 2 0,-1-1 0,2 1 0,-1-1 0,0 0 0,1 0 0,0 0 0,12 5 0,-17-9 0,1 1 0,-1-1 0,1 1 0,0-1 0,-1 0 0,1 1 0,0-1 0,-1 0 0,1 0 0,-1 0 0,1 0 0,0-1 0,-1 1 0,1 0 0,0-1 0,-1 1 0,1-1 0,-1 1 0,1-1 0,-1 0 0,1 0 0,-1 0 0,0 0 0,1 0 0,-1 0 0,0 0 0,0 0 0,0 0 0,0 0 0,0-1 0,0 1 0,0 0 0,0-1 0,0 1 0,0-1 0,-1 1 0,1-1 0,0-1 0,14-45 0,-11 35 0,0 1 0,0-1 0,11-19 0,-15 31 0,1 0 0,-1 0 0,1 1 0,-1-1 0,1 0 0,-1 0 0,1 1 0,0-1 0,0 0 0,-1 1 0,1-1 0,0 1 0,0-1 0,-1 1 0,1-1 0,0 1 0,0 0 0,0-1 0,0 1 0,0 0 0,1 0 0,0 0 0,0 0 0,-1 0 0,1 0 0,0 1 0,-1-1 0,1 0 0,0 1 0,-1 0 0,1-1 0,-1 1 0,3 1 0,3 4 0,1 0 0,-1 0 0,11 12 0,-13-12 0,7 6 0,78 76 0,-87-86-227,-1 0-1,0 0 1,0 1-1,0-1 1,3 6-1,-1 1-6598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0 137 24575,'4'-4'0,"60"-72"0,-58 70 0,1-1 0,0 1 0,1 1 0,-1-1 0,1 1 0,0 0 0,0 1 0,14-5 0,-19 8 0,1 0 0,0 0 0,-1 1 0,1 0 0,0-1 0,0 2 0,-1-1 0,1 0 0,0 1 0,-1-1 0,1 1 0,0 0 0,-1 0 0,1 1 0,-1-1 0,1 1 0,-1 0 0,0 0 0,4 3 0,7 5 0,-2 0 0,1 1 0,11 15 0,-12-13 0,-5-5 0,0 0 0,-1 1 0,0-1 0,0 1 0,-1 1 0,-1-1 0,6 17 0,-2-2 0,-1 1 0,3 25 0,6 78 0,-10-61 0,-5-37 0,12 53 0,-8-59 0,17 76 0,-20-84 0,0 1 0,-1 0 0,-1 0 0,-1 16 0,0-30 0,0-1 0,1 1 0,-1-1 0,0 0 0,0 0 0,0 0 0,0 1 0,0-1 0,-1 0 0,1 0 0,-1 0 0,1-1 0,-1 1 0,0 0 0,1-1 0,-1 1 0,0-1 0,0 1 0,-5 1 0,-3 2 0,0 0 0,-22 6 0,24-8 0,-28 5-1365,20-6-5461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9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531 0 24575,'-216'12'0,"107"-9"0,15-2 0,-5 13-1365,86-13-5461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49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7 24575,'-28'-3'0,"-13"0"0,-3 2 0,2 2 0,6 1 0,4 2 0,5 0 0,2 0 0,2 2 0,3 0 0,-1 1 0,1 0 0,2-2 0,3-1-8191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0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24575,'153'123'0,"-115"-96"0,2-1 0,49 23 0,112 33 0,-95-41 0,-103-40 0,0 0 0,1 1 0,-1-1 0,0 1 0,0 0 0,0 0 0,0 0 0,2 2 0,-4-3 0,-1 0 0,1 0 0,-1 0 0,1 0 0,-1 0 0,1 0 0,-1-1 0,0 1 0,1 0 0,-1 0 0,0 0 0,0 0 0,0 0 0,0 0 0,0 0 0,0 0 0,0 0 0,0 0 0,0 0 0,-1 0 0,1 0 0,0 0 0,-1 0 0,1 0 0,-1 0 0,1 0 0,-1 0 0,1 0 0,-1 0 0,1-1 0,-1 1 0,-1 1 0,-3 5 0,-2 0 0,1 0 0,-1 0 0,0-1 0,-13 9 0,-45 24 0,33-21 0,-2 0 0,-1-1 0,-1-1 0,-1-3 0,-70 18 0,32-18-1365,58-8-5461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0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24575,'8'1'0,"0"0"0,1 1 0,-1 0 0,0 1 0,0-1 0,11 7 0,-4-3 0,134 64 0,1-1 0,-121-57-119,4 0-296,-1 2-1,52 30 1,-68-33-6411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1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0 24575,'-11'9'0,"0"-1"0,1 1 0,1 1 0,0 0 0,-11 14 0,15-16 0,0 0 0,0 1 0,1-1 0,0 1 0,0 1 0,1-1 0,0 0 0,-1 11 0,1-5 30,0 1 0,-1-1 0,-12 26 0,13-34-179,-1 1 1,0-1-1,0-1 1,-1 1-1,0 0 1,0-1-1,-1 0 1,0-1-1,-7 7 1,3-5-6678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1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24575,'0'13'0,"0"7"0,0 2 0,2 1 0,2-2 0,-1-1 0,2-2 0,1-1 0,-2-4-8191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2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 24575,'-34'-1'0,"-40"2"0,67-1 0,0 1 0,0 0 0,1 1 0,-1 0 0,0 0 0,1 0 0,-1 1 0,-5 3 0,9-5 0,1 0 0,0 0 0,1 1 0,-1-1 0,0 1 0,0 0 0,1 0 0,-1-1 0,1 1 0,-1 0 0,1 0 0,0 0 0,0 1 0,0-1 0,0 0 0,-1 3 0,1-1 0,0 0 0,1 0 0,0 1 0,0-1 0,0 0 0,0 0 0,0 0 0,2 8 0,3 3 0,0 0 0,1 0 0,14 26 0,-17-35 0,15 31 0,-1 0 0,-1 0 0,15 61 0,-29-87 0,-1 1 0,1 23 0,-1-3 0,-1-31 0,0 0 0,0 1 0,0-1 0,1 1 0,-1-1 0,0 0 0,1 1 0,-1-1 0,1 0 0,0 1 0,-1-1 0,1 0 0,0 0 0,0 0 0,0 0 0,0 0 0,0 0 0,0 0 0,0 0 0,0 0 0,0 0 0,0 0 0,1 0 0,-1-1 0,0 1 0,0-1 0,1 1 0,-1-1 0,0 1 0,1-1 0,-1 0 0,1 0 0,-1 1 0,1-1 0,-1 0 0,2-1 0,7 1 0,-1-1 0,0 0 0,0-1 0,13-4 0,-13 3 0,2 0-341,-1 0 0,0-1-1,15-8 1,-15 6-6485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2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24575,'1'8'0,"-1"1"0,1 0 0,1 0 0,0-1 0,0 1 0,1-1 0,0 1 0,6 11 0,-7-15 0,1-1 0,-1 0 0,1 0 0,-1 0 0,1 0 0,1-1 0,-1 1 0,0-1 0,1 0 0,-1 0 0,1 0 0,0 0 0,0 0 0,0-1 0,1 0 0,-1 0 0,6 2 0,-8-4 0,0 1 0,0-1 0,1 0 0,-1 0 0,0 0 0,0 0 0,0 0 0,0 0 0,1-1 0,-1 1 0,0-1 0,0 1 0,0-1 0,0 0 0,0 0 0,0 0 0,0 0 0,-1 0 0,1 0 0,0-1 0,0 1 0,-1 0 0,1-1 0,-1 0 0,0 1 0,1-1 0,-1 0 0,0 1 0,0-1 0,0 0 0,2-4 0,1-4 0,0 0 0,-1-1 0,0 0 0,2-18 0,-5 28 0,1 0 0,-1 0 0,0-1 0,0 1 0,0 0 0,1 0 0,-1 0 0,1 0 0,-1 0 0,1 0 0,-1 0 0,1 0 0,-1 0 0,1 0 0,0 0 0,0 0 0,-1 0 0,1 0 0,0 0 0,0 1 0,0-1 0,2-1 0,-2 2 0,0 0 0,1 0 0,-1 0 0,0 0 0,0 0 0,1 0 0,-1 0 0,0 1 0,0-1 0,0 0 0,0 1 0,0-1 0,1 1 0,-1-1 0,0 1 0,0 0 0,0-1 0,0 1 0,0 0 0,0 0 0,1 1 0,35 29 83,9 9-1531,-39-32-5378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3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24575,'18'-10'0,"0"1"0,1 0 0,0 2 0,0 0 0,25-6 0,-30 11 0,0 0 0,0 1 0,0 0 0,0 1 0,0 0 0,0 1 0,0 1 0,21 5 0,-31-6 0,8 2 0,0 0 0,-1 1 0,0 0 0,12 6 0,-20-9 0,0 1 0,-1 0 0,1 0 0,0 0 0,-1 0 0,0 0 0,1 0 0,-1 1 0,0-1 0,0 1 0,0 0 0,-1-1 0,1 1 0,-1 0 0,1 0 0,-1 0 0,0 0 0,0 0 0,1 7 0,-1 4 0,-1 1 0,0-1 0,-1 1 0,0-1 0,-5 20 0,2-12 0,-2 24 0,5-27 0,1 0 0,0 0 0,2 0 0,0 0 0,1-1 0,1 1 0,0-1 0,1 1 0,2-2 0,9 21 0,-11-26 0,1 0 0,-2 0 0,1 0 0,-2 1 0,1 0 0,1 18 0,-5-29 0,0-1 0,0 0 0,0 1 0,0-1 0,0 0 0,-1 0 0,1 1 0,0-1 0,-1 0 0,1 0 0,-1 0 0,1 1 0,-1-1 0,0 0 0,1 0 0,-1 0 0,0 0 0,-2 2 0,1-2 0,0 1 0,0 0 0,-1-1 0,1 0 0,-1 1 0,1-1 0,-1 0 0,-3 1 0,-5 0 0,-1 0 0,1 0 0,-16 0 0,24-2 0,-15 0-1365,3 1-5461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3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24575,'-3'5'0,"0"7"0,-1 4 0,2 2 0,0 3 0,1 0 0,3 3 0,1-2 0,0 0 0,0-3 0,-1-1 0,2-1 0,0-2 0,0 1 0,-2-1 0,0-1 0,2 1 0,0-2-8191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3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46 24575,'-29'-8'0,"-11"-2"0,-2 0 0,1 2 0,5 2 0,3 3 0,5 3 0,2 3 0,0 3 0,5 0-8191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4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 24575,'0'0'0,"0"0"0,0 0 0,0 0 0,-1 0 0,1 0 0,0 0 0,0 0 0,0 0 0,0 0 0,0 0 0,0 0 0,0 0 0,0 0 0,-1 0 0,1 0 0,0 0 0,0-1 0,0 1 0,0 0 0,0 0 0,0 0 0,0 0 0,0 0 0,0 0 0,0 0 0,0 0 0,0 0 0,0-1 0,-1 1 0,1 0 0,0 0 0,0 0 0,0 0 0,0 0 0,0 0 0,0 0 0,0-1 0,0 1 0,0 0 0,0 0 0,0 0 0,0 0 0,0 0 0,1 0 0,-1 0 0,0 0 0,0-1 0,0 1 0,0 0 0,0 0 0,0 0 0,0 0 0,0 0 0,0 0 0,8 2 0,12 6 0,157 96 0,-28-15 0,-128-78-120,96 45-1125,-104-51-5581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4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 24575,'-23'18'0,"-11"9"0,-1 2 0,4-2 0,6-2 0,6-2 0,5-4 0,4-2 0,4-1 0,2-1 0,3 0 0,2-3-8191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5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24575,'2'0'0,"29"0"0,0 1 0,39 8 0,-63-8 0,1 1 0,-1 1 0,0-1 0,1 1 0,8 6 0,-14-8 0,-1-1 0,1 1 0,-1 0 0,0 0 0,0 0 0,1 0 0,-1 0 0,0 1 0,0-1 0,0 0 0,0 0 0,0 1 0,-1-1 0,1 1 0,0-1 0,0 0 0,-1 1 0,1-1 0,-1 1 0,0 0 0,1-1 0,-1 1 0,0-1 0,0 1 0,0-1 0,0 1 0,0 0 0,0-1 0,-1 1 0,1-1 0,0 1 0,-1 2 0,-2 2 0,-1 0 0,1 0 0,-1 0 0,0-1 0,0 1 0,0-1 0,-10 9 0,8-8 0,0 1 0,0 0 0,-9 14 0,14-20 0,0 0 0,0 0 0,1 0 0,-1 1 0,0-1 0,1 0 0,-1 1 0,1-1 0,0 0 0,-1 1 0,1-1 0,0 0 0,0 1 0,0-1 0,0 0 0,0 1 0,0-1 0,0 1 0,0-1 0,1 0 0,-1 1 0,0-1 0,1 0 0,-1 1 0,1-1 0,0 0 0,-1 0 0,1 0 0,0 1 0,0-1 0,0 0 0,-1 0 0,1 0 0,0 0 0,1 0 0,1 1 0,0 0 0,0-1 0,0 0 0,0 1 0,0-1 0,1 0 0,-1 0 0,0-1 0,1 1 0,-1-1 0,1 0 0,-1 0 0,0 0 0,1 0 0,4-1 0,6-2-195,0-1 0,0-1 0,0 0 0,-1-1 0,0 0 0,14-10 0,-14 9-6631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6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33 24575,'-21'-4'0,"-48"-7"0,-105-6 0,172 17 0,0 0 0,0 0 0,0 0 0,0 0 0,0 0 0,0 1 0,0-1 0,0 1 0,0-1 0,1 1 0,-1 0 0,0-1 0,0 1 0,1 0 0,-1 0 0,0 1 0,-1 1 0,2-2 0,0 0 0,0 1 0,0-1 0,0 1 0,1-1 0,-1 1 0,1 0 0,-1-1 0,1 1 0,0-1 0,-1 1 0,1 0 0,0 0 0,0-1 0,0 1 0,0 0 0,0-1 0,1 1 0,-1 0 0,1 2 0,3 8 0,1-1 0,0 1 0,1-1 0,0 0 0,12 17 0,7 12 0,-11-15 0,-2-6 0,-1 1 0,-1 0 0,-1 1 0,0 1 0,9 40 0,-11-18 0,-2 1 0,0 71 0,-6-114 0,1 0 0,0 0 0,0 0 0,1 0 0,-1 0 0,0 0 0,1 0 0,-1 0 0,1 0 0,-1 0 0,1 0 0,0 0 0,0-1 0,0 1 0,2 3 0,-1-4 0,-1 0 0,1 0 0,0 1 0,-1-1 0,1 0 0,0-1 0,0 1 0,0 0 0,0 0 0,0-1 0,0 1 0,0-1 0,0 0 0,0 0 0,4 1 0,11-1 30,0 0 0,1-1 0,22-3 0,-34 3-154,1-1 0,-1 0 1,1 0-1,-1 0 0,0 0 0,0-1 1,0 0-1,0-1 0,0 1 0,-1-1 1,9-7-1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6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24575,'1'9'0,"0"0"0,0 0 0,0-1 0,1 1 0,1 0 0,0-1 0,0 1 0,6 11 0,-6-14 0,1 1 0,-1-1 0,1-1 0,1 1 0,-1-1 0,1 1 0,-1-1 0,2 0 0,-1-1 0,0 1 0,9 4 0,-10-7 0,-1-1 0,0 1 0,1-1 0,-1 0 0,1 0 0,0 0 0,-1-1 0,1 1 0,0-1 0,-1 0 0,1 0 0,0 0 0,4-1 0,-6 0 0,1 1 0,-1-1 0,0 1 0,0-1 0,0 0 0,0 0 0,0 0 0,0 0 0,0 0 0,0-1 0,0 1 0,0-1 0,0 1 0,-1-1 0,1 0 0,-1 1 0,1-1 0,-1 0 0,0 0 0,1 0 0,0-3 0,6-18 0,3-11 0,-10 32 0,0 0 0,0 0 0,0 0 0,0 0 0,1 0 0,-1 0 0,1 0 0,-1 0 0,1 1 0,0-1 0,2-1 0,-3 2 0,1 1 0,-1-1 0,1 1 0,0 0 0,-1-1 0,1 1 0,-1 0 0,1 0 0,0 0 0,-1 0 0,1 1 0,-1-1 0,1 0 0,-1 1 0,1-1 0,0 1 0,-1-1 0,0 1 0,1 0 0,-1-1 0,1 1 0,0 1 0,7 4 0,0 0 0,8 8 0,-12-10 0,63 55-1365,-59-51-5461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1 125 24575,'6'-8'0,"48"-57"0,-48 59 0,1 0 0,-1 0 0,1 1 0,0-1 0,0 2 0,0-1 0,12-4 0,-17 8 0,1 0 0,-1 0 0,1 1 0,-1-1 0,0 1 0,1-1 0,0 1 0,-1 0 0,1 0 0,-1 0 0,1 1 0,-1-1 0,1 0 0,-1 1 0,0 0 0,1-1 0,-1 1 0,0 0 0,1 0 0,-1 1 0,0-1 0,0 0 0,4 4 0,2 2 0,-1 1 0,0 0 0,0 0 0,8 13 0,0 0 0,21 25 0,63 89 0,-89-120 0,31 55 0,-36-59 0,0 0 0,-1 0 0,0 1 0,4 20 0,-2 3 0,-2 1 0,0 44 0,-4-66 0,0 0 0,2 0 0,0 0 0,0 0 0,1 0 0,7 17 0,-10-30 0,0-1 0,0 1 0,0 0 0,1-1 0,-1 1 0,0-1 0,0 1 0,0 0 0,0-1 0,0 1 0,0 0 0,0-1 0,0 1 0,0-1 0,-1 1 0,1 0 0,0-1 0,0 1 0,0-1 0,-1 1 0,1-1 0,0 1 0,-1-1 0,1 1 0,-1 0 0,0 0 0,0 0 0,0-1 0,0 1 0,0 0 0,0-1 0,-1 1 0,1-1 0,0 1 0,0-1 0,-1 0 0,-1 1 0,-5 0 0,-1-1 0,1 0 0,-10-1 0,9 1 0,-113-2-1365,103 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8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17 24575,'-1'-2'0,"0"1"0,0 0 0,1-1 0,-2 1 0,1 0 0,0 0 0,0 0 0,0 0 0,0 0 0,-1 0 0,1 0 0,0 0 0,-3 0 0,4 1 0,0 0 0,-1 0 0,1 0 0,0 0 0,0 0 0,0 0 0,-1 0 0,1 0 0,0 0 0,0 0 0,0 0 0,-1 0 0,1 0 0,0 0 0,0 0 0,0 0 0,0 0 0,-1 0 0,1 1 0,0-1 0,0 0 0,0 0 0,0 0 0,-1 0 0,1 0 0,0 1 0,0-1 0,0 0 0,0 0 0,0 0 0,0 0 0,0 1 0,-1-1 0,2 15 0,6 16 0,13 31 0,4 20 0,-5 16 0,-19-97-76,0 0 1,0 0-1,0 0 0,0 0 0,1 0 0,-1 0 0,0 0 0,1 0 1,-1 0-1,1 0 0,-1 0 0,1 0 0,-1 0 0,1 0 1,0 0-1,-1 0 0,2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8:59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7 282 24575,'-1'0'0,"1"0"0,0 0 0,0 0 0,0 0 0,-1 0 0,1 0 0,0 0 0,0 0 0,0 0 0,-1 0 0,1 0 0,0 0 0,0 0 0,0 0 0,-1 0 0,1 0 0,0 0 0,0 0 0,0-1 0,-1 1 0,1 0 0,0 0 0,0 0 0,0 0 0,0 0 0,-1 0 0,1-1 0,0 1 0,0 0 0,0 0 0,0 0 0,0 0 0,-1-1 0,1 1 0,0 0 0,0 0 0,0 0 0,0-1 0,5-6 0,12-6 0,-2 7 0,-1 0 0,2 1 0,-1 1 0,26-4 0,67-3 0,-59 7 0,386-26 0,-144 11 0,-116 1 0,-163 18 0,-10 0 0,1 0 0,-1 0 0,0 0 0,1 0 0,-1-1 0,1 1 0,-1-1 0,0 1 0,1-1 0,-1 0 0,0 0 0,1 0 0,3-2 0,-6 3 0,0-1 0,0 1 0,0-1 0,0 1 0,0-1 0,-1 1 0,1 0 0,0-1 0,0 1 0,0-1 0,0 1 0,0 0 0,-1-1 0,1 1 0,0-1 0,0 1 0,0 0 0,-1-1 0,1 1 0,0 0 0,-1-1 0,1 1 0,0 0 0,-1 0 0,1-1 0,0 1 0,-1 0 0,1 0 0,-1 0 0,1-1 0,0 1 0,-1 0 0,-14-7 0,-33-14 0,-73-45 0,86 46 0,24 11 0,9 5 0,9 5 0,2 2 0,-1 1 0,1 0 0,-1 0 0,14 11 0,0-1 0,97 66 0,-117-79 0,-1 0 0,1 1 0,-1-1 0,1 0 0,-1 0 0,0 1 0,0-1 0,0 1 0,0-1 0,0 1 0,0-1 0,0 1 0,0 0 0,-1 0 0,1-1 0,0 4 0,-1-4 0,0 0 0,0 1 0,0-1 0,0 0 0,-1 0 0,1 0 0,-1 1 0,1-1 0,0 0 0,-1 0 0,0 0 0,1 0 0,-1 0 0,0 0 0,1 0 0,-1 0 0,0 0 0,0 0 0,0-1 0,0 1 0,0 0 0,0 0 0,0-1 0,0 1 0,0-1 0,-2 1 0,-15 8 45,0-2-1,-29 8 1,-20 7-1544,51-14-5327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0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25 112 24575,'-1'0'0,"0"-1"0,1 1 0,-1 0 0,1 0 0,-1-1 0,0 1 0,1 0 0,-1 0 0,0 0 0,1 0 0,-1-1 0,0 1 0,1 0 0,-1 0 0,0 1 0,1-1 0,-1 0 0,0 0 0,1 0 0,-1 0 0,1 0 0,-1 1 0,0-1 0,1 0 0,-1 1 0,1-1 0,-1 0 0,0 1 0,1-1 0,-1 1 0,1-1 0,-1 1 0,0 0 0,1 0 0,-1 0 0,1 0 0,0 0 0,-1 0 0,1 0 0,0 0 0,0-1 0,0 1 0,0 0 0,0 0 0,0 0 0,0 0 0,0 0 0,0 0 0,0 0 0,0 0 0,0 0 0,1 0 0,-1 0 0,0 0 0,1-1 0,0 2 0,3 5 0,1-1 0,0 0 0,0 0 0,0 0 0,1-1 0,0 1 0,0-1 0,8 4 0,56 31 0,-60-34 0,1-1 0,0-1 0,0 1 0,0-2 0,22 5 0,-30-8 0,0 0 0,0 0 0,0 0 0,0 0 0,0 0 0,0 0 0,0-1 0,0 0 0,-1 1 0,1-1 0,0 0 0,3-2 0,-4 2 0,0-1 0,0 1 0,0 0 0,-1-1 0,1 0 0,-1 1 0,1-1 0,-1 0 0,0 0 0,1 0 0,-1 0 0,0 0 0,0 0 0,0 0 0,-1 0 0,1 0 0,0-1 0,-1-1 0,3-13 0,-2 0 0,0 1 0,-3-32 0,1 12 0,1 28 0,-1 0 0,1 0 0,-1-1 0,-1 1 0,1 0 0,-1 0 0,-6-15 0,7 23 0,1 0 0,0-1 0,0 1 0,0 0 0,0-1 0,0 1 0,0 0 0,-1-1 0,1 1 0,0 0 0,0-1 0,-1 1 0,1 0 0,0 0 0,0-1 0,-1 1 0,1 0 0,0 0 0,0 0 0,-1-1 0,1 1 0,0 0 0,-1 0 0,1 0 0,0 0 0,-1 0 0,1 0 0,-1 0 0,1-1 0,-5 10 0,1 16 0,4-5 0,1-1 0,1 0 0,3 21 0,18 58 0,-14-62 0,21 74 0,53 125 0,-72-206 0,-1 1 0,8 39 0,-18-68 0,0 0 0,0 0 0,1 0 0,-1 0 0,0 0 0,0 0 0,0 0 0,0 0 0,0 0 0,0 0 0,0 0 0,0-1 0,0 1 0,0 0 0,0 0 0,-1 0 0,1 0 0,0 0 0,-1 0 0,1 0 0,-1-1 0,1 1 0,-1 0 0,1 0 0,-1 0 0,0-1 0,1 1 0,-1 0 0,0-1 0,1 1 0,-1-1 0,0 1 0,0-1 0,0 1 0,1-1 0,-1 1 0,0-1 0,0 0 0,0 0 0,0 1 0,0-1 0,0 0 0,0 0 0,0 0 0,0 0 0,0 0 0,0 0 0,0 0 0,-1-1 0,-3 1 0,0-1 0,0 0 0,0-1 0,0 1 0,0-1 0,0 0 0,-8-5 0,0-2 0,1 0 0,1-1 0,-1 0 0,1 0 0,1-1 0,-12-15 0,17 19 0,0 0 0,1-1 0,-1 1 0,1-1 0,1 0 0,0 0 0,0 0 0,0-1 0,1 1 0,0-1 0,1 1 0,-1-12 0,2 16-62,1 0 0,-1 0 0,1 0 0,0 0 0,0 0 0,0 0 0,0 1 0,1-1 0,-1 0 0,1 1 0,0-1 0,0 1-1,0 0 1,1 0 0,-1-1 0,1 2 0,0-1 0,0 0 0,0 0 0,0 1 0,5-3 0,4-3-6764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0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24575,'5'21'0,"2"9"0,2 2 0,3-2 0,1-3 0,-2-3 0,1-4 0,0-3 0,-1-1 0,-1-1 0,-1-3-8191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7 24575,'-1'-1'0,"0"0"0,0 1 0,-1-1 0,1 0 0,-1 1 0,1-1 0,0 1 0,-1-1 0,1 1 0,-1 0 0,1 0 0,-1-1 0,1 1 0,-1 0 0,1 0 0,-1 1 0,1-1 0,-1 0 0,1 0 0,-1 1 0,1-1 0,-1 1 0,1-1 0,-3 2 0,-3 2 0,0 0 0,-1 0 0,-6 5 0,4-1 0,1 0 0,-1 0 0,2 1 0,-1 0 0,1 1 0,1-1 0,-1 2 0,-8 16 0,15-23 0,-1 0 0,0 0 0,1 0 0,0 1 0,0-1 0,1 1 0,-1-1 0,1 1 0,0-1 0,0 1 0,0-1 0,1 1 0,-1-1 0,1 0 0,0 1 0,0-1 0,1 0 0,2 6 0,4 6 0,0-1 0,1 0 0,15 19 0,-4-6 0,-12-15 0,0 0 0,-1 1 0,0-1 0,-1 1 0,-1 1 0,-1-1 0,0 1 0,0 0 0,-1 0 0,-1 0 0,-1 0 0,0 16 0,-2-4 0,0-20 0,0 0 0,1 0 0,0 0 0,0-1 0,1 1 0,0 0 0,2 8 0,-2-14 0,-1 0 0,0 0 0,1 0 0,-1-1 0,1 1 0,-1 0 0,1-1 0,-1 1 0,1 0 0,0-1 0,-1 1 0,1-1 0,0 1 0,-1-1 0,1 1 0,0-1 0,0 1 0,0-1 0,-1 0 0,1 1 0,0-1 0,1 0 0,1 0 0,-1 1 0,1-1 0,0 0 0,-1 0 0,1-1 0,-1 1 0,5-2 0,2 0 0,-1-1 0,1-1 0,11-6 0,-14 7-227,1-1-1,-1-1 1,0 1-1,-1-1 1,9-9-1,-4 2-6598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1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24575,'1'3'0,"0"1"0,0-1 0,1 0 0,-1 0 0,1 1 0,-1-1 0,5 5 0,-1 0 0,3 5 0,0 0 0,1-1 0,1 0 0,-1 0 0,15 11 0,-23-21 0,0-1 0,1 0 0,-1 0 0,0 0 0,1 0 0,-1-1 0,1 1 0,-1 0 0,1-1 0,0 1 0,-1 0 0,1-1 0,-1 0 0,1 1 0,0-1 0,-1 0 0,1 0 0,0 0 0,0 0 0,-1 0 0,1-1 0,0 1 0,-1 0 0,1-1 0,-1 1 0,1-1 0,0 0 0,-1 1 0,1-1 0,-1 0 0,0 0 0,1 0 0,-1 0 0,0 0 0,1 0 0,-1 0 0,0-1 0,1-1 0,5-6 0,-1 1 0,0-2 0,0 1 0,6-19 0,-7 18 0,-4 8 0,-1 1 0,1 0 0,0 0 0,0-1 0,-1 1 0,1 0 0,0 0 0,0 0 0,0 0 0,0 0 0,0 0 0,0 0 0,1 0 0,0-1 0,-1 2 0,0 0 0,0 0 0,-1-1 0,1 1 0,0 0 0,0 0 0,0 0 0,0 0 0,0 1 0,0-1 0,-1 0 0,1 0 0,0 0 0,0 1 0,0-1 0,-1 0 0,1 1 0,0-1 0,0 1 0,-1-1 0,1 1 0,0-1 0,-1 1 0,2 0 0,36 37 0,-25-24 0,21 17 0,-24-25-1365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2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24575,'14'-13'0,"1"1"0,0 0 0,1 2 0,25-14 0,-36 22 0,0 0 0,0 0 0,0 1 0,0-1 0,1 1 0,-1 0 0,1 1 0,9-1 0,-11 1 0,0 1 0,-1 0 0,1-1 0,0 1 0,0 1 0,0-1 0,-1 0 0,1 1 0,-1 0 0,1 0 0,-1 0 0,1 0 0,3 4 0,2 1 0,-2 1 0,1-1 0,-1 1 0,0 0 0,0 1 0,-1-1 0,0 1 0,-1 1 0,0-1 0,0 1 0,-1 0 0,0 0 0,-1 0 0,0 1 0,-1-1 0,0 1 0,1 16 0,-1 18 0,3-1 0,11 55 0,-5-38 0,2 10 0,-3-20 0,-2 0 0,2 76 0,-10-124 10,0 1 0,0-1 0,-1 0 0,1 0 0,-1 0 0,0 1 0,0-1 0,0 0 0,0 0 0,0 0 0,-2 3 0,2-4-88,-1-1 0,1 1 0,-1-1-1,1 0 1,-1 1 0,1-1 0,-1 0 0,1 0 0,-1 0-1,0 0 1,0 0 0,0 0 0,1 0 0,-1-1 0,0 1-1,0-1 1,0 0 0,-4 1 0,-6 0-6748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3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24575,'-1'5'0,"0"0"0,0-1 0,0 1 0,0 0 0,1 0 0,0 0 0,0 0 0,0 0 0,2 9 0,0-5 0,3 22 0,1 0 0,20 57 0,-3-14 0,-22-71-170,0 1-1,0 0 0,1 0 1,-1-1-1,1 1 0,0-1 1,3 5-1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3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48 24575,'-28'-5'0,"-15"-4"0,-3-1 0,5 1 0,5 3 0,8 1 0,5 3 0,4 1 0,3 1 0,1 0 0,1 3 0,0 1 0,2 2 0,2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4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22 24575,'-2'2'0,"0"-1"0,0 1 0,0 0 0,0 0 0,1 1 0,-1-1 0,1 0 0,0 1 0,0-1 0,0 0 0,0 1 0,0-1 0,0 1 0,0 0 0,1-1 0,0 1 0,-1 0 0,1-1 0,0 1 0,0 0 0,0-1 0,1 1 0,-1 0 0,1-1 0,-1 1 0,1-1 0,0 1 0,0-1 0,1 4 0,2 0 0,0 0 0,1 1 0,0-2 0,-1 1 0,2 0 0,-1-1 0,1 0 0,0 0 0,7 4 0,-2-1 0,1-1 0,-1 0 0,1-1 0,1-1 0,16 6 0,-24-9 0,0-1 0,0 0 0,0 0 0,0 0 0,0-1 0,0 1 0,0-1 0,0-1 0,0 1 0,0-1 0,-1 1 0,1-1 0,0-1 0,0 1 0,0-1 0,-1 0 0,9-4 0,-9 3 0,0-1 0,-1 1 0,1-1 0,-1 0 0,1 1 0,-1-2 0,0 1 0,-1 0 0,1-1 0,-1 1 0,0-1 0,0 0 0,0 0 0,0 1 0,-1-1 0,0-1 0,1-7 0,-2 7 0,1 0 0,-1 0 0,0 0 0,0-1 0,0 1 0,-1 0 0,0 0 0,-1 0 0,1 0 0,-1 0 0,0 1 0,0-1 0,-1 0 0,-4-7 0,6 12 0,1 1 0,0-1 0,-1 1 0,1-1 0,0 0 0,-1 1 0,1-1 0,-1 1 0,1-1 0,-1 1 0,1 0 0,-1-1 0,1 1 0,-1-1 0,1 1 0,-1 0 0,0-1 0,1 1 0,-1 0 0,1 0 0,-1 0 0,0-1 0,1 1 0,-1 0 0,0 0 0,1 0 0,-1 0 0,0 0 0,1 0 0,-1 0 0,-1 1 0,1 0 0,0 0 0,0 0 0,-1 0 0,1 0 0,0 0 0,0 0 0,0 0 0,0 0 0,1 1 0,-1-1 0,0 0 0,0 1 0,0 1 0,-3 7 0,1 1 0,-4 18 0,7-29 0,-5 28 0,2 0 0,1 0 0,1 0 0,5 48 0,3-20 0,19 73 0,-17-102 0,-7-21 0,1 0 0,-1 0 0,-1 0 0,1 0 0,-1 0 0,0 0 0,0 0 0,-1 1 0,0 8 0,-1-14 0,1 0 0,0 0 0,-1 0 0,1 0 0,-1 0 0,1 0 0,-1 0 0,1 0 0,-1 0 0,0-1 0,1 1 0,-1 0 0,0 0 0,0-1 0,1 1 0,-1 0 0,0-1 0,0 1 0,0-1 0,0 1 0,0-1 0,0 0 0,0 1 0,0-1 0,0 0 0,0 0 0,0 0 0,0 0 0,0 0 0,0 0 0,0 0 0,0 0 0,0 0 0,0 0 0,0 0 0,-2-1 0,-3-1 0,0 1 0,0-1 0,0-1 0,-9-4 0,8 4 15,1-1 0,-1 0 0,1-1 0,0 0 0,0 0 0,0 0 0,-6-8 0,9 10-121,1-1 0,-1 0 0,1 0 0,-1 0 0,1 0 0,1 0-1,-1-1 1,0 1 0,1 0 0,0-1 0,0 1 0,0-1 0,1-6 0,0-1-6720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4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32 24575,'0'-1'0,"0"1"0,-1-1 0,1 1 0,0-1 0,-1 0 0,1 1 0,0-1 0,0 0 0,0 1 0,0-1 0,-1 0 0,1 0 0,0 1 0,0-1 0,0 0 0,1 1 0,-1-1 0,0 0 0,0 1 0,0-1 0,0 0 0,1 1 0,-1-1 0,0 0 0,0 1 0,1-1 0,-1 1 0,1-1 0,0 0 0,0 0 0,1 0 0,-1 0 0,1 0 0,-1 0 0,1 0 0,0 0 0,0 1 0,-1-1 0,1 1 0,0-1 0,2 1 0,3-1 0,0 0 0,1 1 0,-1 0 0,15 2 0,-13 0 0,0 0 0,0 0 0,1 1 0,-2 0 0,1 1 0,0 0 0,9 6 0,-16-9 0,0 1 0,0-1 0,0 1 0,0 0 0,0 0 0,0-1 0,-1 1 0,1 1 0,-1-1 0,1 0 0,-1 0 0,0 0 0,0 1 0,0-1 0,0 0 0,0 1 0,-1-1 0,1 1 0,-1-1 0,1 1 0,-1 0 0,0-1 0,0 1 0,0-1 0,-1 1 0,1-1 0,0 1 0,-1-1 0,0 1 0,-1 4 0,-2 2 0,-1-1 0,1 1 0,-1-1 0,-1 0 0,1 0 0,-14 12 0,-9 15 0,27-34 0,1-1 0,-1 1 0,1 0 0,-1 0 0,1-1 0,-1 1 0,1 0 0,-1 0 0,1 0 0,0-1 0,0 1 0,-1 0 0,1 0 0,0 0 0,0 0 0,0 0 0,0 0 0,0-1 0,0 1 0,0 0 0,0 0 0,0 0 0,1 0 0,-1 1 0,1-1 0,0 0 0,-1 0 0,1-1 0,0 1 0,0 0 0,0 0 0,0-1 0,0 1 0,0-1 0,0 1 0,0-1 0,0 1 0,0-1 0,0 0 0,0 1 0,2-1 0,3 1 0,0 0 0,0-1 0,0 0 0,0 0 0,0 0 0,7-2 0,-2-1-151,-1-1-1,1-1 0,-1 0 0,0 0 1,0 0-1,-1-2 0,0 1 1,14-14-1,-13 13-6674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5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15 24575,'-38'-6'0,"-1"1"0,1 1 0,-78 4 0,114 0 0,0 1 0,0-1 0,0 0 0,0 1 0,0 0 0,0-1 0,0 1 0,0 0 0,0 0 0,0 0 0,0 0 0,1 0 0,-1 1 0,0-1 0,1 1 0,-1-1 0,1 1 0,0-1 0,-1 1 0,1 0 0,0-1 0,0 1 0,0 0 0,0 0 0,0 0 0,1 0 0,-1 0 0,1 0 0,-2 4 0,1 5 0,0-1 0,1 1 0,0 0 0,3 17 0,-2-17 0,6 35 0,25 91 0,-28-125 0,73 218 0,-76-227 0,0 0 0,1 0 0,-1 0 0,1 0 0,0 0 0,0 0 0,0 0 0,0-1 0,6 6 0,-7-7 0,1 0 0,0 0 0,0 0 0,0-1 0,0 1 0,0 0 0,0-1 0,0 1 0,0-1 0,0 1 0,0-1 0,0 0 0,0 0 0,0 0 0,0 0 0,1-1 0,2 0 0,118-26 0,-111 24-1365,-2-1-5461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5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24575,'1'4'0,"0"0"0,0 0 0,0 0 0,1 0 0,0 0 0,0 0 0,0 0 0,0-1 0,0 1 0,4 4 0,5 7 0,-8-9 0,1-1 0,-1 0 0,1 0 0,0 0 0,0 0 0,1-1 0,0 0 0,10 8 0,-13-11 0,0 1 0,1-1 0,0 0 0,-1 1 0,1-1 0,0-1 0,0 1 0,0 0 0,-1-1 0,1 1 0,0-1 0,0 0 0,0 0 0,0 0 0,0 0 0,0-1 0,0 1 0,-1-1 0,1 1 0,0-1 0,5-2 0,-6 1 0,1 0 0,-1 0 0,0 0 0,0 0 0,0 0 0,0 0 0,0-1 0,0 1 0,0-1 0,-1 1 0,1-1 0,-1 0 0,0 0 0,0 1 0,0-1 0,0 0 0,0 0 0,0-3 0,-1 3 0,1 0 0,-1 0 0,1 0 0,0 0 0,0 1 0,0-1 0,1 0 0,-1 1 0,1-1 0,-1 1 0,1-1 0,0 1 0,0 0 0,0-1 0,0 1 0,4-3 0,-4 5 0,-1-1 0,0 1 0,1-1 0,-1 1 0,0 0 0,1 0 0,-1 0 0,1 0 0,-1 0 0,1 0 0,-1 0 0,0 0 0,1 1 0,-1-1 0,1 0 0,-1 1 0,0-1 0,1 1 0,-1 0 0,0-1 0,0 1 0,0 0 0,3 2 0,2 2 0,1 1 0,10 12 0,-7-8 0,10 10-341,0-2 0,1-1-1,28 18 1,-39-29-6485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06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24575,'4'-3'0,"1"0"0,-1 0 0,1 0 0,-1 1 0,1-1 0,0 1 0,0 0 0,0 1 0,0-1 0,0 1 0,0 0 0,0 0 0,11 0 0,-10 1 0,1 1 0,0 0 0,-1 0 0,1 1 0,-1 0 0,1 0 0,-1 0 0,0 1 0,0 0 0,9 5 0,161 99 0,-172-104 0,-2-3 0,-1 1 0,1 0 0,0 1 0,-1-1 0,1 0 0,-1 0 0,3 3 0,-4-3 0,1-1 0,-1 1 0,0-1 0,0 1 0,0 0 0,1-1 0,-1 1 0,0-1 0,0 1 0,0 0 0,0-1 0,0 1 0,0 0 0,0-1 0,0 1 0,-1-1 0,1 1 0,0 0 0,0-1 0,0 1 0,-1-1 0,1 1 0,0-1 0,0 1 0,-1 0 0,1-1 0,-1 1 0,0 0 0,-13 17 0,8-12 0,1 0 0,1 1 0,-1-1 0,1 1 0,1 0 0,-1 0 0,-4 12 0,3 4 0,0 0 0,1 1 0,1 0 0,1 0 0,3 47 0,2-37 0,2 0 0,2 0 0,16 51 0,-15-60 0,-3-10 0,1 1 0,-2-1 0,0 1 0,-1 0 0,1 18 0,-4-32-59,-1 0 0,1 1-1,-1-1 1,1 0-1,-1 0 1,0 0 0,1 0-1,-1 0 1,0 0 0,-1 0-1,1 0 1,0 0 0,0 0-1,-1-1 1,1 1-1,-1-1 1,0 1 0,1-1-1,-1 1 1,0-1 0,0 0-1,-2 1 1,-7 6-6767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47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79 24575,'89'-21'0,"-87"20"0,0 1 0,-1-1 0,1 0 0,0 1 0,-1-1 0,1 0 0,0 0 0,-1 0 0,1 0 0,-1 0 0,1 0 0,-1-1 0,0 1 0,0 0 0,1-1 0,-1 1 0,1-3 0,-2 3 0,1 0 0,-1 1 0,0-1 0,0 0 0,0 1 0,0-1 0,0 1 0,0-1 0,0 0 0,0 1 0,0-1 0,0 0 0,0 1 0,0-1 0,0 0 0,0 1 0,-1-1 0,1 0 0,-1 0 0,0 0 0,0-1 0,0 1 0,0 0 0,0 0 0,0 0 0,0 0 0,0 0 0,-1 0 0,1 1 0,0-1 0,-1 0 0,0 0 0,-4-1 0,1 0 0,0 1 0,-1 0 0,1 0 0,-1 0 0,1 0 0,-1 1 0,1 0 0,-1 0 0,-6 1 0,-8 3 0,-29 8 0,-7 1 0,35-10 0,1 2 0,0 0 0,0 1 0,-30 15 0,47-20 0,0 1 0,-1 0 0,1 0 0,0 0 0,0 0 0,0 1 0,1-1 0,-1 1 0,1 0 0,-1-1 0,1 1 0,0 0 0,0 1 0,0-1 0,0 0 0,1 1 0,-1-1 0,1 1 0,0-1 0,0 1 0,0-1 0,0 1 0,1 0 0,0 0 0,-1-1 0,1 1 0,1 0 0,-1-1 0,0 1 0,1 0 0,0-1 0,0 1 0,0 0 0,0-1 0,1 1 0,-1-1 0,1 0 0,0 1 0,0-1 0,0 0 0,0 0 0,1 0 0,-1-1 0,4 4 0,14 10 0,0-1 0,1-1 0,1-1 0,44 20 0,-21-12 0,66 32 0,-87-40 0,0 1 0,30 25 0,-48-34 0,0 0 0,0 1 0,0 0 0,-1 1 0,0-1 0,0 1 0,-1 0 0,7 13 0,-9-18 0,-1 1 0,0-1 0,-1 1 0,1-1 0,0 1 0,-1 0 0,1-1 0,-1 1 0,0-1 0,0 1 0,0 0 0,0-1 0,0 1 0,-1 0 0,1-1 0,-1 1 0,0-1 0,0 1 0,1-1 0,-2 1 0,1-1 0,0 1 0,0-1 0,-1 0 0,1 0 0,-1 0 0,0 0 0,0 0 0,0 0 0,-2 2 0,-5 2 0,1 0 0,-1-1 0,-1 0 0,1 0 0,-1-1 0,0 0 0,0 0 0,0-1 0,0-1 0,-17 3 0,-8-2 0,-65-3 0,49-1 0,50 1-38,-22-2 201,23 2-223,-1 0 1,0-1-1,0 1 0,0 0 1,1 0-1,-1-1 1,0 1-1,0 0 0,1-1 1,-1 1-1,0-1 1,1 1-1,-1-1 1,1 1-1,-1-1 0,0 0 1,1 1-1,-1-1 1,1 0-1,0 1 0,-1-1 1,1 0-1,-1 0 1,1 0-1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49:52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30 24575,'-1'-2'0,"-13"-22"0,13 24 0,1-1 0,0 1 0,0 0 0,0 0 0,-1-1 0,1 1 0,0 0 0,0 0 0,0 0 0,-1 0 0,1-1 0,0 1 0,0 0 0,-1 0 0,1 0 0,0 0 0,-1 0 0,1 0 0,0 0 0,0 0 0,-1 0 0,1 0 0,0 0 0,-1 0 0,1 0 0,0 0 0,0 0 0,-1 0 0,0 0 0,1 1 0,-1 0 0,1-1 0,-1 1 0,1 0 0,-1-1 0,1 1 0,0 0 0,-1 0 0,1 0 0,0-1 0,-1 1 0,1 0 0,0 0 0,0 0 0,0 0 0,0 8 0,-1-1 0,2 1 0,-1-1 0,1 1 0,1-1 0,0 0 0,0 1 0,0-1 0,1 0 0,0 0 0,9 14 0,-8-15 0,2 0 0,-1-1 0,1 1 0,0-1 0,0-1 0,1 1 0,0-1 0,0 0 0,0-1 0,0 1 0,13 4 0,-13-6 0,-1 0 0,1-1 0,0 0 0,1 0 0,-1-1 0,0 0 0,0 0 0,1 0 0,-1-1 0,0 0 0,1-1 0,-1 0 0,13-2 0,-17 2 0,0 0 0,0-1 0,0 1 0,0 0 0,0-1 0,0 0 0,0 1 0,-1-1 0,1-1 0,-1 1 0,1 0 0,-1 0 0,0-1 0,0 1 0,0-1 0,0 0 0,0 0 0,-1 1 0,1-1 0,-1 0 0,2-7 0,0-1 0,-1-1 0,-1 1 0,0-1 0,0-21 0,-1 0 0,4 18 0,0 12 0,1 8 0,1 5 0,-1 0 0,-1 1 0,4 12 0,-5-13 0,1-1 0,0 0 0,0 1 0,11 15 0,-9-16-273,1 0 0,0-1 0,0 0 0,15 11 0,-13-13-6553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5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48 171 24575,'0'-1'0,"0"1"0,0 0 0,0 0 0,0 0 0,-1-1 0,1 1 0,0 0 0,0 0 0,0 0 0,0 0 0,-1 0 0,1-1 0,0 1 0,0 0 0,0 0 0,-1 0 0,1 0 0,0 0 0,0 0 0,-1 0 0,1 0 0,0 0 0,0 0 0,-1 0 0,1 0 0,0 0 0,0 0 0,0 0 0,-1 0 0,1 0 0,0 0 0,0 0 0,-1 0 0,1 0 0,0 1 0,-4 8 0,3 13 0,4-5 0,1 1 0,1-1 0,1 0 0,12 27 0,40 63 0,-21-42 0,67 137 0,-102-198 0,8 14 0,-10-17 0,0 0 0,1-1 0,-1 1 0,0 0 0,1 0 0,-1 0 0,0 0 0,0 0 0,0 0 0,0 0 0,0 0 0,0 0 0,0 0 0,0-1 0,0 3 0,-1-3 0,0 0 0,1 0 0,-1 0 0,0 0 0,1-1 0,-1 1 0,1 0 0,-1 0 0,1-1 0,-1 1 0,1 0 0,-1-1 0,1 1 0,-1 0 0,1-1 0,-1 1 0,1-1 0,-1 1 0,0-2 0,-10-9 0,-17-22 0,2-2 0,-39-68 0,-25-86 0,80 165 0,0 0 0,2-1 0,1-1 0,1 1 0,2-1 0,0 0 0,1 0 0,2-43 0,1 66 0,1 0 0,-1-1 0,1 1 0,-1 0 0,1 0 0,0 0 0,0 0 0,0 0 0,1 0 0,-1 0 0,1 0 0,0 1 0,-1-1 0,1 1 0,0-1 0,0 1 0,1-1 0,-1 1 0,4-3 0,-1 3 0,-1 0 0,1-1 0,-1 1 0,1 1 0,0-1 0,0 1 0,0 0 0,-1 0 0,1 0 0,0 1 0,10 0 0,-5 1 0,1 0 0,-1 1 0,0 0 0,0 0 0,0 1 0,0 1 0,0-1 0,12 8 0,-9-4 0,0 1 0,-1 0 0,0 0 0,0 2 0,13 13 0,-21-19 0,0 0 0,-1 0 0,1 1 0,-1 0 0,0 0 0,-1 0 0,1 0 0,-1 0 0,0 0 0,0 1 0,1 6 0,-2-9 0,-1 0 0,0 0 0,0 0 0,0 0 0,0 0 0,0 0 0,0 0 0,-1 0 0,1 0 0,-1 0 0,0 0 0,0 0 0,0 0 0,0-1 0,-1 1 0,1 0 0,-1-1 0,0 1 0,1-1 0,-1 1 0,0-1 0,-4 3 0,-3 2 0,0 0 0,-1-1 0,0 0 0,0-1 0,0 0 0,-1-1 0,-11 3 0,4-1 0,-1-2 0,0 0 0,-26 2 0,5-5-1365,23-1-5461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24575,'120'-132'0,"-112"124"0,0 0 0,11-18 0,-17 24 0,-1-1 0,1 1 0,-1 0 0,0-1 0,0 1 0,0-1 0,0 0 0,-1 1 0,1-1 0,0 0 0,-1 1 0,0-1 0,0 0 0,0 1 0,0-1 0,0 0 0,-1-4 0,0 5 0,0 1 0,0-1 0,1 1 0,-1 0 0,0-1 0,0 1 0,-1 0 0,1 0 0,0 0 0,0 0 0,0 0 0,-1 0 0,1 0 0,-1 0 0,1 0 0,-1 1 0,1-1 0,-1 0 0,1 1 0,-1 0 0,1-1 0,-1 1 0,0 0 0,1 0 0,-1 0 0,1 0 0,-1 0 0,-1 0 0,-3 0 0,0 1 0,0-1 0,0 1 0,1 1 0,-1-1 0,-8 4 0,9-3 0,1 1 0,-1-1 0,0 1 0,1 0 0,0 0 0,0 0 0,0 1 0,0-1 0,0 1 0,1 0 0,0 0 0,0 0 0,0 1 0,0-1 0,0 1 0,-3 9 0,5-11 0,0 1 0,0 0 0,1 0 0,-1 0 0,1 0 0,-1 0 0,1 0 0,1 0 0,-1-1 0,0 1 0,1 0 0,0 0 0,0 0 0,0 0 0,1-1 0,-1 1 0,1-1 0,-1 1 0,1-1 0,1 1 0,-1-1 0,0 0 0,4 3 0,9 9 0,2 0 0,0-2 0,0 0 0,1-1 0,1 0 0,0-2 0,39 16 0,-43-21 0,1 0 0,-1-1 0,1-1 0,0 0 0,0-1 0,1-1 0,-1 0 0,0-1 0,0-1 0,0 0 0,1-2 0,-2 0 0,1 0 0,0-2 0,-1 0 0,24-10 0,-36 13 0,1 0 0,-1 0 0,0 0 0,0-1 0,0 1 0,-1-1 0,1 1 0,-1-1 0,1 0 0,-1 0 0,0 0 0,0-1 0,0 1 0,0 0 0,-1-1 0,1 1 0,-1-1 0,0 1 0,0-1 0,0 0 0,-1 1 0,1-1 0,-1 0 0,0 0 0,0 1 0,0-1 0,0 0 0,-2-5 0,0-2 0,-1-1 0,-1 0 0,0 1 0,0 0 0,-1-1 0,0 2 0,-11-17 0,8 16 0,1-2 0,0 1 0,1-1 0,0 0 0,-7-25 0,12 32 0,0 1 0,0-1 0,0 0 0,1 1 0,0-1 0,0 0 0,0 1 0,1-1 0,0 0 0,0 1 0,0-1 0,1 1 0,-1 0 0,1-1 0,1 1 0,-1 0 0,6-7 0,-2 1-136,2 1-1,0 0 1,0 0-1,0 1 1,2 0-1,-1 1 1,1 0-1,0 0 0,18-10 1,-16 13-6690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6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165 126 24575,'-4'51'0,"4"72"0,2-95 0,1 0 0,2 0 0,1 0 0,11 30 0,-5-21 0,3 0 0,29 53 0,-24-52 0,-25-46 0,0 1 0,0-1 0,0 1 0,-9-9 0,-1-2 0,-136-193 0,137 188 0,1 0 0,1-1 0,2 0 0,-11-32 0,17 43 0,1 0 0,0 1 0,1-1 0,1 0 0,0 0 0,0 0 0,1 0 0,1 0 0,0 0 0,5-21 0,-5 30 0,0-1 0,1 1 0,0-1 0,0 1 0,0 0 0,0 0 0,1 0 0,-1 0 0,1 0 0,0 1 0,0-1 0,1 1 0,-1 0 0,1 0 0,-1 0 0,7-3 0,-5 3 0,1 0 0,-1 1 0,1 0 0,0 0 0,0 1 0,0 0 0,0 0 0,0 0 0,0 0 0,0 1 0,9 1 0,-6 0 0,1 0 0,-1 1 0,0 0 0,-1 0 0,1 1 0,0 0 0,-1 1 0,1 0 0,-1 0 0,0 0 0,-1 1 0,1 1 0,-1-1 0,0 1 0,0 1 0,10 11 0,-15-15 0,0 1 0,0-1 0,0 1 0,0-1 0,-1 1 0,1 0 0,-1-1 0,0 1 0,0 0 0,-1 0 0,1 0 0,-1 0 0,0 0 0,0 0 0,0 0 0,0 0 0,-1-1 0,0 1 0,1 0 0,-1 0 0,-1 0 0,1 0 0,-1-1 0,1 1 0,-1-1 0,-3 6 0,0-3 0,0 1 0,0-1 0,0 0 0,0 0 0,-1-1 0,0 0 0,-1 0 0,1 0 0,-1 0 0,1-1 0,-1-1 0,-11 5 0,0-2-195,0-1 0,0-1 0,0 0 0,-1-2 0,1 0 0,-30-1 0,34-1-6631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7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379 172 24575,'-5'1'0,"0"0"0,1 0 0,-1 1 0,0-1 0,1 1 0,0 0 0,-1 1 0,-3 2 0,-6 3 0,-13 5 0,-56 18 0,74-29 0,0 1 0,0-2 0,-1 1 0,1-2 0,-1 1 0,-17-2 0,22 0 0,-1 0 0,1 0 0,0 0 0,0 0 0,-1-1 0,1 0 0,1 0 0,-1-1 0,0 1 0,0-1 0,1 0 0,0 0 0,-7-6 0,6 3 0,0 0 0,0 0 0,0-1 0,1 0 0,0 0 0,0 0 0,0 0 0,1-1 0,0 1 0,1-1 0,0 0 0,0 1 0,-1-11 0,3 14 0,-1 1 0,1-1 0,0 0 0,0 0 0,1 0 0,-1 0 0,1 0 0,0 1 0,0-1 0,0 0 0,0 1 0,1-1 0,-1 1 0,1-1 0,0 1 0,0 0 0,0-1 0,1 1 0,-1 0 0,1 1 0,-1-1 0,1 0 0,0 1 0,0-1 0,0 1 0,1 0 0,-1 0 0,0 0 0,6-1 0,-3 0 9,1 1 1,0 1-1,1-1 0,-1 1 0,0 0 1,0 1-1,1 0 0,-1 0 0,0 0 0,0 1 1,0 0-1,14 4 0,-13-2-144,0-1 0,0 1 0,0 1 0,-1 0 0,0 0 0,0 0 0,0 0 0,0 1 0,-1 1 0,12 11 0,-7-4-6691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7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342 125 24575,'-18'-15'0,"-60"-45"0,66 51 0,-1 1 0,-1 0 0,1 1 0,-18-6 0,29 12 0,0 0 0,0 1 0,0-1 0,0 1 0,0-1 0,0 1 0,0 0 0,0 0 0,0 0 0,0 0 0,0 0 0,0 0 0,0 1 0,0-1 0,0 1 0,0-1 0,0 1 0,0 0 0,-3 1 0,3 0 0,0-1 0,0 1 0,1 0 0,-1-1 0,1 1 0,-1 0 0,1 0 0,0 0 0,-1 0 0,1 0 0,0 0 0,0 1 0,1-1 0,-1 0 0,0 0 0,0 5 0,0 1 0,0 0 0,0 1 0,1-1 0,0 0 0,1 1 0,0-1 0,0 0 0,0 1 0,4 7 0,-1-4 0,0-1 0,2 1 0,-1-1 0,1 0 0,10 14 0,3-2 0,0 0 0,1-2 0,1 0 0,31 23 0,-38-35 0,23 14 0,-27-18 0,0 1 0,0 0 0,-1 1 0,16 13 0,-25-20 0,1 1 0,-1-1 0,0 0 0,0 0 0,1 1 0,-1-1 0,0 0 0,1 0 0,-1 1 0,0-1 0,0 0 0,1 1 0,-1-1 0,0 0 0,0 1 0,0-1 0,0 1 0,0-1 0,1 0 0,-1 1 0,0-1 0,0 1 0,0-1 0,0 0 0,0 1 0,0-1 0,0 1 0,0-1 0,0 0 0,-1 1 0,1-1 0,0 0 0,0 1 0,0-1 0,0 1 0,0-1 0,-1 0 0,1 1 0,0-1 0,0 0 0,-1 1 0,1-1 0,0 0 0,0 0 0,-1 1 0,1-1 0,0 0 0,-1 0 0,1 0 0,0 1 0,-1-1 0,1 0 0,-1 0 0,1 0 0,0 0 0,-1 0 0,1 0 0,-1 1 0,1-1 0,0 0 0,-1-1 0,-29 4 0,27-3 0,-48 0 0,0-3 0,1-2 0,0-2 0,-82-23 0,130 30-136,0-1-1,1 1 1,-1-1-1,1 0 1,-1 1-1,1-1 1,-1 0-1,1 0 0,-3-2 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3 0,0 3 0,0 2 0,0 1 0,2-2 0,2 0 0,2-1 0,0-1-8191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8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8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0 24575,'-8'43'0,"2"-1"0,-1 53 0,7-80 0,0-1 0,1 0 0,1 0 0,1 0 0,0 0 0,1 0 0,0 0 0,1-1 0,0 1 0,12 19 0,46 60 0,-60-89 0,-1 0 0,1 0 0,-1 1 0,0-1 0,0 1 0,0 0 0,-1-1 0,1 1 0,-1 0 0,0 0 0,-1 0 0,1 0 0,-1 0 0,0 0 0,0 0 0,-1 0 0,1 0 0,-1 0 0,0-1 0,-1 1 0,1 0 0,-1 0 0,0-1 0,0 1 0,0-1 0,-1 0 0,1 1 0,-1-1 0,-6 6 0,6-6 0,-1-1 0,1 0 0,-1 0 0,1 0 0,-1-1 0,0 1 0,-6 2 0,9-4 0,0-1 0,0 0 0,1 0 0,-1 0 0,0 1 0,0-1 0,0 0 0,0 0 0,1 0 0,-1 0 0,0 0 0,0 0 0,0-1 0,1 1 0,-1 0 0,0 0 0,0 0 0,0-1 0,0 0 0,0 1 0,0-1 0,0 0 0,0 0 0,0 0 0,1 0 0,-1 0 0,0 0 0,1 0 0,-1 0 0,1 0 0,-1-1 0,1 1 0,-1 0 0,1 0 0,0 0 0,-1-3 0,1-2 0,0 0 0,0 0 0,0 0 0,1 0 0,0 0 0,0 0 0,0 0 0,3-7 0,0 3 0,-1 0 0,1 1 0,1 0 0,6-10 0,-8 15 0,0 0 0,0 0 0,0 1 0,0 0 0,1-1 0,-1 1 0,1 1 0,0-1 0,0 0 0,0 1 0,0 0 0,0 0 0,1 0 0,-1 0 0,1 1 0,-1 0 0,1 0 0,0 0 0,-1 0 0,1 1 0,5 0 0,4 0 0,-1 1 0,0 1 0,0 1 0,0 0 0,-1 0 0,18 8 0,-21-8 0,36 13 0,-1 2 0,63 37 0,-104-53-117,0-1-22,-1 0 0,0 1 1,0-1-1,1 1 0,-1 0 1,0 0-1,-1 0 1,3 2-1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9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24575,'5'3'0,"5"3"0,0 3 0,1 6 0,-1 2 0,-3 1 0,-2-2-8191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09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211 101 24575,'2'-2'0,"0"0"0,0 0 0,0 0 0,0 0 0,1 1 0,-1-1 0,1 1 0,4-2 0,-6 3 0,-1-1 0,1 1 0,0 0 0,0 0 0,-1 0 0,1 0 0,0 0 0,-1 0 0,1 0 0,0 1 0,-1-1 0,1 0 0,0 0 0,-1 0 0,1 1 0,-1-1 0,1 0 0,0 1 0,-1-1 0,1 1 0,-1-1 0,1 0 0,-1 1 0,1-1 0,-1 1 0,1 0 0,-1-1 0,0 1 0,1-1 0,-1 1 0,0-1 0,1 1 0,-1 0 0,0-1 0,0 1 0,0 0 0,1-1 0,-1 1 0,0 0 0,0-1 0,0 2 0,2 9 0,-1 0 0,0 0 0,0 1 0,-1-1 0,-3 18 0,3-22 0,-1-1 0,-1 0 0,1 1 0,-1-1 0,-1 0 0,1 0 0,-1 0 0,0-1 0,0 1 0,0-1 0,-6 7 0,7-10 0,0 0 0,0 0 0,0 0 0,0-1 0,0 1 0,0-1 0,0 0 0,0 0 0,-1 1 0,1-1 0,-1-1 0,1 1 0,-1 0 0,1-1 0,-6 1 0,4 0 0,-1-2 0,1 1 0,-1 0 0,0-1 0,1 0 0,-1 0 0,1 0 0,-7-3 0,2 0 0,0-1 0,0 0 0,0 0 0,0-1 0,1 0 0,0-1 0,-11-10 0,12 10 0,1-1 0,-1 0 0,1-1 0,0 1 0,1-1 0,0 0 0,-4-11 0,8 16 0,-1 0 0,1 1 0,0-1 0,0 0 0,1 0 0,-1 0 0,1 0 0,0 0 0,0-1 0,1 1 0,-1 0 0,1 0 0,0 0 0,0 0 0,0 1 0,0-1 0,1 0 0,-1 0 0,1 1 0,4-7 0,-3 5 0,1 1 0,-1 0 0,1 0 0,0 0 0,0 1 0,1-1 0,-1 1 0,1 0 0,-1 0 0,1 1 0,0-1 0,0 1 0,0 0 0,0 0 0,1 1 0,-1 0 0,0 0 0,1 0 0,-1 0 0,1 1 0,-1 0 0,1 0 0,-1 0 0,1 1 0,-1 0 0,0 0 0,1 0 0,-1 1 0,0 0 0,0 0 0,0 0 0,0 0 0,0 1 0,5 4 0,24 18-1365,-20-15-5461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10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24575,'0'6'0,"1"-1"0,0 1 0,0-1 0,1 1 0,-1-1 0,1 1 0,0-1 0,1 0 0,-1 0 0,7 8 0,-2-1 0,2-2 0,-1 1 0,14 12 0,-19-20 0,0-1 0,-1 0 0,1 0 0,0 0 0,0 0 0,0 0 0,0 0 0,1-1 0,-1 1 0,0-1 0,7 2 0,-8-3 0,0 0 0,1 0 0,-1 0 0,0 0 0,0-1 0,0 1 0,0 0 0,0-1 0,0 1 0,0-1 0,0 0 0,0 0 0,-1 0 0,1 0 0,0 0 0,0 0 0,-1 0 0,1 0 0,-1-1 0,1 1 0,-1-1 0,2-1 0,14-17 0,-8 8 0,1 0 0,0 1 0,1 1 0,12-10 0,-19 18 0,-1 0 0,0 1 0,1-1 0,-1 1 0,1-1 0,0 1 0,-1 0 0,1 1 0,0-1 0,0 1 0,-1-1 0,1 1 0,0 0 0,0 1 0,0-1 0,-1 1 0,1-1 0,0 1 0,-1 0 0,1 0 0,0 1 0,6 3 0,4 2 0,0 1 0,-1 1 0,0 1 0,12 10 0,-17-13 0,14 10 0,-2 1 0,0 1 0,17 22 0,-35-38-124,0-1 0,0 1 0,-1-1 0,1 1 0,-1-1 0,0 1-1,0 0 1,0 0 0,0 0 0,0 3 0,0 7-6702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10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24575,'0'2'0,"3"2"0,0 1 0,0 4 0,0 2 0,1 2 0,4 2 0,-1 0 0,2-2 0,-1-1 0,-2 1 0,1-3 0,-1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11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53 24575,'0'-15'0,"1"11"0,-1-1 0,1 1 0,-1 0 0,0 0 0,-1 0 0,1 0 0,-2-4 0,1 9 0,0 1 0,0-1 0,0 1 0,0 0 0,0 0 0,0-1 0,1 1 0,-2 3 0,0 6 0,0 0 0,1 0 0,0 0 0,0 1 0,2 12 0,-1-17 0,1 0 0,0-1 0,1 1 0,0-1 0,0 0 0,0 0 0,0 1 0,1-1 0,0-1 0,5 8 0,-1-3-1365,-1-1-5461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490 95 24575,'-43'-16'0,"-134"-42"0,151 52 0,0 0 0,0 2 0,0 1 0,0 1 0,-29 2 0,51 0 0,0 1 0,-1-1 0,1 1 0,0 0 0,0 0 0,-1 0 0,1 1 0,0-1 0,0 1 0,0 0 0,1 0 0,-1 1 0,0-1 0,-5 6 0,7-6 0,0 0 0,1 0 0,-1 1 0,0-1 0,1 1 0,0 0 0,-1-1 0,1 1 0,0 0 0,0 0 0,1-1 0,-1 1 0,0 0 0,1 0 0,0 0 0,0 0 0,0 0 0,0 0 0,0 0 0,1 0 0,-1 0 0,2 4 0,1 2 0,0-1 0,0 0 0,1-1 0,0 1 0,0 0 0,1-1 0,0 0 0,1 0 0,-1-1 0,9 8 0,6 4 0,0-1 0,24 15 0,180 100 0,-138-85 0,-84-45 0,19 11 0,-20-13 0,0 1 0,0 0 0,-1 0 0,1 0 0,0 0 0,0 0 0,0 0 0,-1 0 0,1 0 0,0 0 0,-1 0 0,1 0 0,-1 0 0,1 0 0,-1 0 0,0 2 0,0-2 0,0-1 0,0 1 0,0 0 0,-1-1 0,1 1 0,0 0 0,-1-1 0,1 1 0,-1-1 0,1 1 0,0-1 0,-1 1 0,1-1 0,-1 1 0,0-1 0,1 1 0,-1-1 0,1 1 0,-1-1 0,0 0 0,1 1 0,-1-1 0,0 0 0,1 0 0,-1 1 0,0-1 0,0 0 0,1 0 0,-1 0 0,0 0 0,0 0 0,-28 2 0,25-2 0,-45 2 0,1-3 0,-1-1 0,-56-11 0,103 12-124,0 1 0,-1-1 0,1 1 0,0-1 0,0 0 0,0 0-1,0 0 1,0 0 0,0 0 0,-2-3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4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24575,'0'6'0,"0"3"0,0 4 0,0 1 0,0 2 0,0 0 0,2-2 0,2-2 0,-1 1 0,2-3 0,1 1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4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24575,'3'5'0,"0"5"0,0 2 0,3 0 0,-1-2-8191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4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24575,'1'3'0,"0"0"0,0 0 0,1 0 0,-1-1 0,1 1 0,-1 0 0,1 0 0,0-1 0,0 1 0,0-1 0,0 0 0,4 3 0,0 1 0,1 3 0,1-1 0,0 0 0,1 0 0,0-1 0,15 9 0,-21-15 0,-1 1 0,1-1 0,0 0 0,1 1 0,-1-2 0,0 1 0,0 0 0,0-1 0,0 1 0,6-1 0,-7 0 0,0 0 0,0-1 0,1 1 0,-1-1 0,0 0 0,0 1 0,0-1 0,0 0 0,0 0 0,0 0 0,0-1 0,-1 1 0,1 0 0,0-1 0,-1 1 0,1-1 0,1-2 0,1-1 0,-1 0 0,0 0 0,0-1 0,0 1 0,-1-1 0,0 0 0,0 1 0,0-1 0,0-10 0,7-17 0,-9 33 0,0-1 0,0 1 0,0 0 0,0-1 0,0 1 0,0-1 0,0 1 0,0 0 0,1-1 0,-1 1 0,0 0 0,0-1 0,0 1 0,1 0 0,-1-1 0,0 1 0,0 0 0,1 0 0,-1-1 0,0 1 0,0 0 0,1 0 0,-1-1 0,0 1 0,1 0 0,-1 0 0,0 0 0,1 0 0,-1 0 0,1-1 0,-1 1 0,0 0 0,1 0 0,-1 0 0,0 0 0,1 0 0,-1 0 0,1 0 0,-1 0 0,0 0 0,1 0 0,-1 1 0,0-1 0,1 0 0,-1 0 0,1 0 0,-1 0 0,0 1 0,0-1 0,1 0 0,-1 0 0,0 0 0,1 1 0,-1-1 0,0 0 0,0 1 0,1-1 0,-1 0 0,0 1 0,19 26 0,-12-17 0,-3-5 0,0-1 0,0 1 0,1-1 0,0 0 0,0-1 0,0 1 0,0-1 0,0 0 0,1 0 0,0-1 0,-1 1 0,1-1 0,0-1 0,10 3 0,-11-3 0,0-1 0,0 1 0,0-1 0,0 0 0,1 0 0,-1-1 0,0 1 0,0-1 0,0 0 0,0-1 0,0 1 0,-1-1 0,1 0 0,0 0 0,-1-1 0,1 1 0,6-7 0,-9 8 9,1-1 1,-1 0-1,0 1 0,0-1 0,1 1 1,-1 0-1,1 0 0,-1-1 0,1 2 0,-1-1 1,1 0-1,3 0 0,-4 1-83,0 0-1,0 0 1,-1 0 0,1 1 0,0-1-1,0 0 1,-1 1 0,1-1 0,0 1-1,-1 0 1,1 0 0,0 0 0,-1-1-1,1 1 1,-1 1 0,1-1 0,-1 0-1,0 0 1,2 2 0,5 6-6752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5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15 201 24575,'0'19'0,"4"113"0,-2-112 0,1-1 0,0 0 0,2 1 0,11 30 0,-15-47 0,1 1 0,0-1 0,-1 1 0,1-1 0,3 3 0,-5-6 0,0 1 0,0-1 0,0 0 0,0 0 0,0 0 0,1 0 0,-1 1 0,0-1 0,0 0 0,0 0 0,1 0 0,-1 0 0,0 0 0,0 0 0,0 0 0,1 1 0,-1-1 0,0 0 0,0 0 0,0 0 0,1 0 0,-1 0 0,0 0 0,0 0 0,1 0 0,-1 0 0,0 0 0,0 0 0,0 0 0,1 0 0,-1-1 0,0 1 0,0 0 0,1 0 0,-1-1 0,1 0 0,0 1 0,-1-1 0,1 0 0,-1 0 0,1 0 0,-1 0 0,0 0 0,1 0 0,-1 0 0,0 0 0,0-2 0,2-10 0,-2-1 0,0 1 0,-1 0 0,0 0 0,-1 0 0,0 0 0,-6-17 0,-5-37 0,11 46 0,1 1 0,0 0 0,2-1 0,0 1 0,1 0 0,1 0 0,7-23 0,-7 35 0,0 1 0,0 0 0,0-1 0,1 1 0,0 0 0,0 1 0,1-1 0,0 1 0,6-6 0,-6 7 0,0 1 0,0 0 0,0 0 0,1 1 0,0-1 0,-1 1 0,1 1 0,0-1 0,1 1 0,-1 0 0,0 0 0,10-1 0,-12 3 0,1 0 0,-1 0 0,1 0 0,-1 0 0,0 1 0,1 0 0,-1 0 0,0 0 0,1 0 0,-1 1 0,0 0 0,0-1 0,0 2 0,0-1 0,-1 0 0,1 1 0,0-1 0,-1 1 0,6 6 0,-6-6 0,-1 0 0,1 0 0,-1 1 0,1-1 0,-1 0 0,0 1 0,0 0 0,0-1 0,-1 1 0,1 0 0,-1 0 0,0 0 0,0 0 0,-1 0 0,1 0 0,-1 0 0,0 1 0,0-1 0,0 0 0,0 0 0,-2 6 0,1-6 0,-1-1 0,0 0 0,1 0 0,-1 0 0,0 0 0,0 0 0,-1 0 0,1 0 0,0-1 0,-1 1 0,0-1 0,0 0 0,1 1 0,-1-1 0,-1-1 0,-3 3 0,-8 3 0,0-1 0,-19 6 0,26-10 0,-14 4-227,-2-1-1,1-1 1,0-2-1,-1 0 1,-31-2-1,39 0-6598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6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1 691 24575,'75'-203'0,"-66"172"0,-1-1 0,-2 0 0,-1 0 0,0-53 0,-6 35 0,-2 0 0,-3 1 0,-14-58 0,14 91 0,1 13 0,-2 9 0,0 9 0,1 0 0,1 0 0,0 0 0,-4 24 0,-6 67 0,10-59 0,3-28 0,0-1 0,2 0 0,0 1 0,2-1 0,0 0 0,0 0 0,2 0 0,0 0 0,13 30 0,-12-34 0,2-1 0,-1 0 0,2-1 0,0 1 0,0-2 0,1 1 0,1-1 0,0 0 0,0-1 0,1 0 0,0-1 0,22 14 0,-23-17 0,1 0 0,1 0 0,-1-1 0,1 0 0,-1-1 0,1-1 0,1 0 0,-1 0 0,0-2 0,1 1 0,-1-1 0,1-1 0,12-1 0,-21 0 0,0 1 0,0-1 0,0-1 0,0 1 0,0 0 0,0-1 0,-1 0 0,1 0 0,-1 0 0,1 0 0,-1 0 0,0-1 0,1 1 0,-1-1 0,-1 0 0,1 0 0,0 0 0,-1-1 0,1 1 0,-1-1 0,0 1 0,0-1 0,-1 0 0,1 1 0,1-7 0,-1 2 0,0 0 0,0 0 0,-1 0 0,0 0 0,-1-1 0,1 1 0,-2 0 0,1-1 0,-1 1 0,0 0 0,-4-14 0,-1 4 0,-12-25 0,15 37 0,-1 0 0,1 0 0,-1 0 0,0 1 0,0-1 0,-1 1 0,-6-7 0,10 12 0,1 0 0,-1-1 0,0 1 0,1-1 0,-1 1 0,0 0 0,1 0 0,-1 0 0,0-1 0,1 1 0,-1 0 0,0 0 0,1 0 0,-1 0 0,0 0 0,1 0 0,-1 0 0,0 0 0,0 0 0,1 0 0,-1 1 0,0-1 0,1 0 0,-1 0 0,1 1 0,-1-1 0,0 0 0,1 1 0,-1-1 0,1 1 0,-1-1 0,1 1 0,-1-1 0,1 1 0,-1-1 0,1 1 0,-1-1 0,1 1 0,0-1 0,-1 2 0,-2 4 0,0-1 0,0 0 0,-3 10 0,5-13 0,-1 5 0,0 0 0,0 1 0,1-1 0,0 0 0,0 1 0,1-1 0,0 1 0,0-1 0,0 1 0,1-1 0,1 0 0,-1 1 0,6 13 0,-2-8 0,0 0 0,1 0 0,1-1 0,0 1 0,1-2 0,14 18 0,-15-22 0,0 0 0,0 0 0,1-1 0,0 0 0,0 0 0,12 6 0,57 23 0,-31-16 0,16 6-1365,-50-21-5461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6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24575,'24'96'0,"88"321"0,-100-381 0,15 49 0,-24-72 0,-1-1 0,0 0 0,-1 1 0,0 22 0,-1-33-85,0-1 0,0 0-1,0 1 1,0-1 0,-1 1-1,1-1 1,-1 0 0,1 0-1,-1 1 1,1-1 0,-1 0-1,0 0 1,1 1 0,-1-1-1,-1 1 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7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24575,'119'27'0,"17"4"0,-120-29 0,0 0 0,0 0 0,0-1 0,0-2 0,0 1 0,1-2 0,27-5 0,-39 5 0,-1 0 0,1-1 0,-1 1 0,0-1 0,1 1 0,-1-1 0,0 0 0,-1-1 0,1 1 0,-1-1 0,1 0 0,-1 0 0,0 0 0,0 0 0,-1 0 0,5-9 0,-5 9 0,0-1 0,-1 1 0,1-1 0,-1 1 0,0-1 0,0 0 0,0 0 0,-1 1 0,1-1 0,-1 0 0,0 0 0,-1 0 0,1 1 0,-1-1 0,0 0 0,0 1 0,-4-9 0,5 12 0,-1-1 0,1 1 0,-1 0 0,0 0 0,1 0 0,-1 0 0,0 0 0,0-1 0,0 2 0,0-1 0,0 0 0,0 0 0,0 0 0,0 0 0,0 0 0,0 1 0,0-1 0,-1 1 0,1-1 0,0 1 0,0-1 0,-1 1 0,1 0 0,0-1 0,-1 1 0,1 0 0,0 0 0,-1 0 0,1 0 0,0 0 0,-1 0 0,1 1 0,0-1 0,-1 0 0,1 1 0,0-1 0,0 1 0,-2 0 0,0 1 0,0-1 0,0 1 0,1 0 0,-1 0 0,1 0 0,-1 0 0,1 1 0,0-1 0,0 1 0,0-1 0,0 1 0,0 0 0,0-1 0,-2 7 0,3-4 0,-1 0 0,1-1 0,0 1 0,0 0 0,0 0 0,1 0 0,-1 0 0,1 0 0,1 0 0,-1 0 0,1 0 0,0 0 0,0 0 0,0 0 0,0-1 0,1 1 0,0 0 0,0-1 0,0 1 0,1-1 0,-1 0 0,1 0 0,0 0 0,0 0 0,1 0 0,-1-1 0,9 7 0,1 1 0,2 1 0,0 0 0,1 0 0,23 11 0,-35-20 0,0-1 0,0 0 0,0-1 0,1 1 0,-1-1 0,1 0 0,-1 0 0,1 0 0,-1-1 0,1 1 0,0-1 0,-1 0 0,1-1 0,-1 1 0,1-1 0,-1 0 0,1 0 0,-1 0 0,8-3 0,-11 3-72,1 0 1,-1 0-1,0 0 0,1 0 0,-1 0 0,0 0 0,0-1 0,1 1 1,-1 0-1,0-1 0,0 1 0,-1 0 0,1-1 0,0 0 0,0 1 1,-1-1-1,1 1 0,0-3 0,1-7-6754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7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8 24575,'-4'-2'0,"0"1"0,-1 0 0,0 0 0,1 0 0,-1 0 0,1 1 0,-1 0 0,0 0 0,1 0 0,-1 0 0,-7 2 0,10-1 0,1-1 0,-1 0 0,1 1 0,-1 0 0,1-1 0,-1 1 0,1 0 0,0-1 0,-1 1 0,1 0 0,0 0 0,0 0 0,-1 0 0,1 1 0,0-1 0,0 0 0,0 0 0,1 1 0,-1-1 0,0 0 0,0 1 0,1-1 0,-1 1 0,1-1 0,-1 1 0,1-1 0,-1 1 0,1 0 0,0-1 0,0 1 0,0-1 0,0 1 0,0 0 0,0-1 0,0 1 0,1-1 0,0 2 0,-1 1 0,2-1 0,-1 0 0,0 0 0,0 0 0,1 0 0,0 0 0,0 0 0,0-1 0,0 1 0,0 0 0,0-1 0,4 4 0,6 3 0,19 13 0,-10-8 0,-2 0 0,-1 0 0,-1 1 0,16 18 0,-30-29 0,0-1 0,0 1 0,0 0 0,-1 1 0,0-1 0,1 0 0,-2 1 0,1-1 0,0 1 0,-1 0 0,0-1 0,0 1 0,-1 0 0,1 0 0,-1 5 0,0-8 0,0 1 0,-1-1 0,1 1 0,-1-1 0,0 0 0,1 1 0,-1-1 0,0 0 0,-1 1 0,1-1 0,0 0 0,0 0 0,-1 0 0,1 0 0,-1 0 0,0 0 0,0-1 0,0 1 0,0 0 0,0-1 0,0 0 0,0 1 0,0-1 0,0 0 0,-1 0 0,1 0 0,0 0 0,-1-1 0,1 1 0,-3 0 0,-10 1 0,0 0 0,0-1 0,0-1 0,0-1 0,0 0 0,0 0 0,0-2 0,0 0 0,1 0 0,-18-8 0,22 7-195,0-1 0,1 0 0,-1-1 0,1 0 0,0 0 0,-13-12 0,12 8-6631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8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24575,'1'33'0,"1"-1"0,9 40 0,20 62 0,-26-114 0,93 357 0,-93-362-1365,0-4-5461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69 24575,'-21'-13'0,"-11"-4"0,-4 1 0,-1 2 0,2 8 0,0 3 0,2 6 0,4 2 0,6 0-8191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9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52 24575,'0'-7'0,"0"1"0,-1 0 0,0 0 0,-1-7 0,1 12 0,1 0 0,0 0 0,0 1 0,-1-1 0,1 0 0,-1 0 0,1 0 0,-1 1 0,1-1 0,-1 0 0,1 1 0,-1-1 0,1 0 0,-1 1 0,0-1 0,0 0 0,0 1 0,0 0 0,1 0 0,-1 0 0,1 0 0,-1 0 0,0 0 0,1 0 0,-1 0 0,0 0 0,1 0 0,-1 0 0,1 1 0,-1-1 0,0 0 0,1 0 0,-1 1 0,1-1 0,-1 0 0,1 1 0,-1-1 0,1 0 0,-1 1 0,1-1 0,-1 1 0,1-1 0,-1 2 0,-7 7 0,1 1 0,0 0 0,0 0 0,-6 14 0,-19 46 0,21-40 0,1 0 0,2 1 0,1 0 0,1 0 0,2 0 0,1 1 0,2 0 0,1-1 0,1 1 0,2 0 0,1-1 0,1 0 0,15 48 0,-9-43 0,2-1 0,2 0 0,21 36 0,-25-52 0,1 0 0,1 0 0,1-2 0,0 0 0,1 0 0,28 22 0,-40-35-72,1-1 1,0 0-1,0 0 0,0-1 0,1 1 0,-1-1 0,0 0 0,1 0 1,0 0-1,-1-1 0,1 0 0,0 0 0,0 0 0,0 0 0,0-1 1,0 0-1,0 0 0,6-1 0,2-2-6754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9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24575,'0'10'0,"2"1"0,-1-1 0,2 1 0,-1-1 0,1 0 0,1 0 0,0 0 0,0-1 0,1 0 0,0 1 0,1-1 0,0-1 0,0 1 0,1-1 0,0 0 0,0-1 0,1 0 0,9 7 0,-15-12 0,1 0 0,0-1 0,0 1 0,0-1 0,0 1 0,0-1 0,0 0 0,0 0 0,0-1 0,1 1 0,-1 0 0,0-1 0,0 0 0,1 0 0,-1 0 0,0 0 0,0-1 0,1 1 0,-1-1 0,5-1 0,-4 0 0,-1 0 0,1 0 0,-1 0 0,1 0 0,-1-1 0,0 1 0,0-1 0,0 0 0,0 0 0,0 0 0,-1 0 0,1 0 0,-1-1 0,0 1 0,0-1 0,2-4 0,0-5 0,-3 10 0,0 0 0,0 0 0,0 0 0,0 1 0,1-1 0,-1 0 0,1 1 0,-1-1 0,1 1 0,0-1 0,2-2 0,-3 5 0,0 0 0,-1 0 0,1 0 0,0 0 0,-1 0 0,1 0 0,0 0 0,-1 0 0,1 0 0,0 0 0,-1 0 0,1 0 0,0 0 0,-1 0 0,1 1 0,0-1 0,-1 0 0,1 1 0,-1-1 0,1 0 0,-1 1 0,1-1 0,-1 1 0,1-1 0,-1 0 0,1 1 0,-1-1 0,1 1 0,-1 0 0,1 0 0,12 18 0,-10-15 0,16 29 0,2-1 0,46 56 0,-63-85-136,-1 0-1,0 0 1,0 0-1,1-1 1,0 1-1,0-1 1,-1 0-1,1 0 0,6 2 1,3 0-6690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0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13 24575,'-2'3'0,"0"-1"0,1 1 0,-1 0 0,1 0 0,0 0 0,-1 0 0,1 0 0,0 0 0,1 0 0,-1 0 0,0 0 0,1 5 0,-1 5 0,2 22 0,0-29 0,0 0 0,0 1 0,1-1 0,0 0 0,0 1 0,1-1 0,0 0 0,0-1 0,0 1 0,1 0 0,0-1 0,0 0 0,0 0 0,1 0 0,-1 0 0,1-1 0,6 4 0,-8-5 0,0-1 0,1 1 0,-1-1 0,1 0 0,-1-1 0,1 1 0,0-1 0,0 1 0,-1-1 0,1 0 0,0 0 0,0-1 0,0 1 0,0-1 0,0 0 0,1 0 0,-1 0 0,0-1 0,0 1 0,-1-1 0,1 0 0,0 0 0,0-1 0,0 1 0,0-1 0,-1 0 0,1 1 0,5-5 0,-7 3 0,1 0 0,-1 0 0,0 1 0,1-2 0,-1 1 0,-1 0 0,1 0 0,0-1 0,-1 1 0,1 0 0,-1-1 0,0 0 0,-1 1 0,1-1 0,0 0 0,-1 1 0,0-1 0,0 0 0,-1-6 0,1 3 0,-1-1 0,0 1 0,0 0 0,-1 0 0,0 0 0,0 0 0,-1 0 0,0 0 0,-4-7 0,3 9-105,0 0 0,-1 0 0,1 0 0,-1 1 0,0 0 0,0 0 0,0 0 0,-1 1 0,1-1 0,-1 1 0,0 0 0,-9-2 0,1 0-6721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0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24575,'4'146'0,"28"182"0,-25-274 0,3 1 0,19 59 0,-28-111 15,0 0 0,0 0 0,1-1 0,-1 1 0,1 0 0,-1-1 0,4 4 0,-5-6-86,1 1 1,0 0-1,0 0 0,0-1 0,0 1 1,0 0-1,0-1 0,0 1 1,0 0-1,0-1 0,0 0 0,0 1 1,0-1-1,0 0 0,0 1 1,0-1-1,0 0 0,1 0 0,-1 0 1,2 0-1,6-2-6755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0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343 104 24575,'-26'-18'0,"-13"-6"0,-3 1 0,0 5 0,3 4 0,2 9 0,3 4 0,1 5 0,4 2 0,8 0-8191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1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140 246 24575,'0'25'0,"-1"34"0,3 0 0,16 108 0,-15-149 0,-2-14 0,-1 1 0,1 0 0,0 0 0,0 0 0,0-1 0,1 1 0,0 0 0,0-1 0,0 1 0,3 4 0,-3-10 0,-2-4 0,-3-5 0,-4-9 0,-18-31 0,10 21 0,0-2 0,-61-135 0,67 142 0,1 0 0,2-1 0,0-1 0,2 1 0,-2-29 0,5 42 0,1-1 0,0 1 0,1-1 0,4-23 0,-4 33 0,-1 1 0,1-1 0,0 0 0,0 0 0,0 1 0,0-1 0,1 1 0,-1-1 0,1 1 0,-1-1 0,1 1 0,0 0 0,0 0 0,0 0 0,0 0 0,0 0 0,0 0 0,1 1 0,-1-1 0,1 1 0,-1 0 0,1-1 0,-1 1 0,1 0 0,0 1 0,0-1 0,4 0 0,2 0 0,-1 1 0,1 0 0,0 1 0,0 0 0,-1 1 0,1-1 0,-1 2 0,1-1 0,-1 1 0,0 1 0,15 7 0,-12-5 0,-1 1 0,0 0 0,-1 0 0,0 1 0,0 0 0,0 0 0,-1 1 0,9 12 0,-15-17 0,1 0 0,-1 0 0,0 0 0,0 0 0,0 0 0,-1 1 0,0-1 0,1 0 0,-2 1 0,1-1 0,0 1 0,-1 8 0,0-10 0,0 0 0,-1 0 0,1-1 0,-1 1 0,0-1 0,1 1 0,-1 0 0,0-1 0,-1 0 0,1 1 0,0-1 0,-1 0 0,1 1 0,-1-1 0,0 0 0,0 0 0,0 0 0,0-1 0,0 1 0,0 0 0,0-1 0,-1 1 0,-2 0 0,-4 2 0,-1-1 0,1 0 0,-1 0 0,0-1 0,0 0 0,0-1 0,0 0 0,-19-1 0,-11 2 0,27 0-1365,4 1-5461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1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109 272 24575,'-4'0'0,"0"0"0,1 0 0,-1-1 0,0 1 0,0-1 0,1 0 0,-1 0 0,1 0 0,-1-1 0,1 1 0,-1-1 0,1 0 0,0 0 0,0 0 0,-5-5 0,4 3 0,0 0 0,0-1 0,1 0 0,0 1 0,0-1 0,0 0 0,0-1 0,1 1 0,-3-8 0,1-1 0,1-1 0,0 0 0,1 0 0,1 0 0,0 0 0,1 0 0,2-16 0,-1 28 10,-1 0 0,1 0 0,0-1 0,0 1 0,0 0 0,0 0 0,0 0 0,1 0 0,0 0 0,-1 0 0,4-3 0,-3 4-84,-1 1-1,1-1 1,-1 1 0,1-1 0,-1 1-1,1 0 1,0 0 0,-1 0 0,1 0-1,0 0 1,0 0 0,0 1 0,0-1-1,0 0 1,0 1 0,0 0 0,0-1-1,0 1 1,3 0 0,5 2-6752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2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187 186 24575,'-16'-26'0,"-33"-47"0,42 63 0,-1 1 0,0-1 0,-1 2 0,-18-16 0,26 23 0,-1 0 0,1 0 0,0 0 0,-1 1 0,1-1 0,-1 0 0,0 0 0,1 1 0,-1-1 0,1 1 0,-1-1 0,0 1 0,1 0 0,-1 0 0,0 0 0,0 0 0,-1 0 0,2 0 0,-1 1 0,1-1 0,0 1 0,0-1 0,0 1 0,-1 0 0,1-1 0,0 1 0,0 0 0,0 0 0,0 0 0,0 0 0,1 0 0,-1 0 0,0 0 0,0 0 0,0 1 0,-2 3 0,1 0 0,0 1 0,1-1 0,-1 0 0,1 0 0,0 1 0,0-1 0,1 11 0,-1-10 0,1 6 0,0 1 0,1-1 0,3 14 0,-4-22 0,1 0 0,1 0 0,-1 0 0,1 0 0,-1-1 0,1 1 0,0-1 0,0 1 0,1-1 0,-1 1 0,1-1 0,0 0 0,4 4 0,-2-3 0,1 0 0,-1 0 0,1-1 0,-1 0 0,1 0 0,0 0 0,0-1 0,1 0 0,-1 0 0,0-1 0,11 2 0,-15-3 0,1 1 0,-1-1 0,1 0 0,-1 0 0,1-1 0,-1 1 0,1-1 0,-1 1 0,1-1 0,-1 0 0,1 0 0,-1 0 0,0 0 0,1 0 0,-1 0 0,0-1 0,0 1 0,0-1 0,0 1 0,0-1 0,0 0 0,-1 0 0,1 0 0,-1 0 0,1 0 0,-1 0 0,0 0 0,1-1 0,-1 1 0,0 0 0,-1-1 0,2-2 0,1-6 0,-1 0 0,0 1 0,-1-1 0,0 0 0,-1 0 0,0 0 0,-1 0 0,0 0 0,-1 1 0,0-1 0,0 0 0,-6-13 0,6 21-62,1 0 0,-1 0 0,0 0 0,0 0 0,0 0 0,0 1 0,0-1 0,-1 1 0,1 0 0,-1-1 0,0 1 0,1 0-1,-1 0 1,0 1 0,0-1 0,0 1 0,-1-1 0,1 1 0,0 0 0,0 0 0,-7 0 0,-3-1-6764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2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77 120 24575,'-3'-7'0,"1"0"0,-1 0 0,-7-11 0,9 16 0,0 1 0,0-1 0,0 1 0,0-1 0,0 1 0,0 0 0,0-1 0,-1 1 0,1 0 0,0 0 0,-1 0 0,1 0 0,-1 0 0,1 1 0,-1-1 0,1 0 0,-1 1 0,0-1 0,1 1 0,-1-1 0,0 1 0,-1 0 0,1 0 0,1 0 0,0 1 0,0-1 0,-1 1 0,1-1 0,0 1 0,0-1 0,0 1 0,-1 0 0,1 0 0,0 0 0,0-1 0,0 1 0,1 0 0,-1 0 0,0 0 0,0 1 0,0-1 0,1 0 0,-1 0 0,0 0 0,1 1 0,-1-1 0,1 0 0,0 0 0,-1 1 0,1-1 0,0 0 0,0 1 0,0-1 0,0 3 0,0-1 0,-1 0 0,1 0 0,1 0 0,-1 0 0,0 0 0,1 0 0,-1-1 0,1 1 0,0 0 0,0 0 0,0 0 0,0 0 0,3 3 0,-3-4 0,0-1 0,0 0 0,0 0 0,1 0 0,-1 0 0,0 0 0,0 0 0,1 0 0,-1 0 0,1 0 0,-1-1 0,1 1 0,-1-1 0,1 1 0,-1-1 0,1 1 0,-1-1 0,1 0 0,0 0 0,-1 0 0,1 0 0,-1 0 0,1 0 0,0 0 0,-1 0 0,1-1 0,-1 1 0,1-1 0,-1 1 0,1-1 0,-1 0 0,1 1 0,-1-1 0,1 0 0,-1 0 0,0 0 0,0 0 0,1 0 0,-1 0 0,0 0 0,0-1 0,0 1 0,0 0 0,0-1 0,-1 1 0,1 0 0,0-1 0,-1 1 0,1-1 0,0-2 0,2-4 0,-1 0 0,-1 1 0,1-1 0,-1 0 0,0-11 0,-1 15 0,0 0 0,-1 0 0,1 1 0,-1-1 0,0 0 0,0 0 0,0 1 0,-1-1 0,1 1 0,-1-1 0,0 1 0,0 0 0,-4-5 0,-1-1-1365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70 24575,'-3'-9'0,"0"1"0,0 0 0,-7-11 0,9 18 0,0-1 0,0 0 0,0 0 0,-1 1 0,1-1 0,0 0 0,-1 1 0,1-1 0,-1 1 0,0 0 0,1 0 0,-1 0 0,0-1 0,0 2 0,0-1 0,0 0 0,0 0 0,0 0 0,-4 0 0,5 1 0,0 0 0,0 0 0,0 1 0,0-1 0,0 0 0,0 1 0,0-1 0,0 0 0,0 1 0,0-1 0,0 1 0,0-1 0,0 1 0,0 0 0,1-1 0,-1 1 0,0 0 0,0 0 0,1 0 0,-1-1 0,0 1 0,0 1 0,-10 23 0,10-25 0,0 5 0,-1 0 0,1 1 0,0-1 0,-1 10 0,-2 78-158,11 118-1,-3-150-116,2 0-1,3 0 0,3 0 1,2-1-1,26 66 0,-20-78 1285,8 21-1412,-25-57-6423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3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 24575,'-10'3'0,"-6"3"0,-3 0 0,1 3 0,5-1-8191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4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24575,'13'-3'0,"7"0"0,3 0 0,-4 3 0,-3 4 0,-6 4 0,-4 3 0,-3 3 0,-4-2 0,-6-2 0,-3-3 0,0-1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4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24575,'39'27'0,"-1"3"0,35 35 0,-56-47 0,0 1 0,-1 0 0,-1 1 0,-1 1 0,19 38 0,-22-35 0,-1 1 0,0 0 0,-3 0 0,0 1 0,-1 0 0,-1 0 0,-2 1 0,-1-1 0,-1 34 0,-2-43 0,0-1 0,-1 1 0,-1 0 0,-1-1 0,0 0 0,-1 0 0,-1 0 0,0-1 0,-1 0 0,-1 0 0,0 0 0,-1-1 0,-1 0 0,0-1 0,-22 21 0,19-22-227,-2 0-1,0-1 1,0-1-1,-1-1 1,-22 11-1,14-9-6598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6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90 24575,'-40'-16'0,"5"0"0,-1 1 0,-1 2 0,-70-14 0,100 26 0,-1 0 0,0 0 0,1 1 0,-1 1 0,-10 0 0,14 0 0,1 0 0,0 0 0,0 0 0,0 0 0,0 0 0,0 0 0,0 1 0,0-1 0,0 1 0,0 0 0,1 0 0,-1 0 0,1 0 0,-1 1 0,-2 3 0,0 1 0,0 1 0,1-1 0,0 1 0,1 0 0,0 0 0,0 0 0,1 1 0,0-1 0,0 1 0,1-1 0,0 1 0,0-1 0,1 1 0,1 0 0,-1-1 0,1 1 0,1-1 0,4 17 0,-2-11 0,1 0 0,0-1 0,1 0 0,1 0 0,0 0 0,1-1 0,0 0 0,1 0 0,1-1 0,17 17 0,101 72 0,-15-13 0,-97-74 0,-12-11 0,0 1 0,0 0 0,0 0 0,0 1 0,-1-1 0,1 1 0,-1 0 0,0 0 0,3 5 0,-6-9 0,0 0 0,0 1 0,0-1 0,0 0 0,0 1 0,0-1 0,0 0 0,0 1 0,0-1 0,0 1 0,0-1 0,0 0 0,0 1 0,-1-1 0,1 0 0,0 1 0,0-1 0,0 0 0,0 1 0,-1-1 0,1 0 0,0 0 0,0 1 0,-1-1 0,1 0 0,0 0 0,-1 1 0,1-1 0,0 0 0,-1 0 0,1 0 0,0 0 0,-1 1 0,1-1 0,0 0 0,-1 0 0,0 0 0,-17 4 0,12-3 0,-16 2 0,-1 0 0,-34-1 0,5 0 0,79-5 0,0-1 0,37-11 0,54-22 0,-89 27 0,-20 7 0,7-2 0,-1 0 0,1-1 0,-2 0 0,1-2 0,25-16 0,-39 23 0,1 0 0,-1 0 0,0-1 0,1 1 0,-1-1 0,0 0 0,0 1 0,0-1 0,0 0 0,0 1 0,-1-1 0,1 0 0,0 0 0,-1 0 0,0 0 0,1 0 0,-1 0 0,0 1 0,0-1 0,0 0 0,0 0 0,0 0 0,0 0 0,-1 0 0,1 0 0,-1 0 0,1 0 0,-1 1 0,0-1 0,0 0 0,0 0 0,0 1 0,0-1 0,0 0 0,0 1 0,0-1 0,0 1 0,-1 0 0,1-1 0,-1 1 0,1 0 0,-1 0 0,0 0 0,1 0 0,-1 0 0,0 0 0,0 1 0,1-1 0,-1 0 0,0 1 0,0-1 0,0 1 0,0 0 0,0 0 0,0 0 0,0 0 0,0 0 0,0 0 0,1 0 0,-1 1 0,-2 0 0,1-1 0,1 1 0,-1 0 0,1 1 0,-1-1 0,1 0 0,-1 1 0,1-1 0,0 1 0,0-1 0,0 1 0,0 0 0,0 0 0,0 0 0,1 0 0,-1 1 0,1-1 0,-1 0 0,1 1 0,0-1 0,0 1 0,0-1 0,0 1 0,-1 4 0,2-3 0,-1 0 0,1 1 0,0-1 0,0 0 0,0 1 0,1-1 0,0 0 0,0 1 0,0-1 0,0 0 0,0 0 0,1 0 0,0 0 0,2 4 0,5 7 0,0 0 0,1-2 0,0 1 0,18 16 0,-21-23 0,1 0 0,0-1 0,0 0 0,1 0 0,-1-1 0,1 0 0,1 0 0,14 4 0,-15-6 0,1 0 0,-1-1 0,1 0 0,-1 0 0,1-1 0,19 0 0,-24-2 0,-1 0 0,1 1 0,-1-2 0,1 1 0,-1 0 0,1-1 0,-1 0 0,0 0 0,1 0 0,-1 0 0,0-1 0,-1 0 0,1 1 0,0-2 0,-1 1 0,5-5 0,13-22-1365,-15 16-5461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6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24575,'16'28'0,"7"18"0,2 8 0,1 5 0,-3 1 0,-2-2 0,-3-4 0,2 0 0,-1-4 0,0-3 0,-2-4 0,0-5 0,-4-5 0,0-7 0,-2-4 0,2-4 0,-3-5-8191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6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309 120 24575,'-31'-21'0,"-16"-7"0,-2 2 0,5 5 0,4 6 0,7 8 0,6 6 0,5 2 0,7 2-8191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7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24575,'9'0'0,"-1"1"0,0 0 0,0 1 0,1 0 0,-1 0 0,0 0 0,-1 1 0,1 1 0,12 6 0,5 5 0,32 27 0,-33-24 0,77 56 0,45 33 0,-131-95 0,0 0 0,24 12 0,-33-23-1365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7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24575,'-8'20'0,"-5"11"0,0 1 0,-1 1 0,2-3 0,3-3 0,1-2 0,1-2 0,0-3 0,1-1 0,-2-3 0,2 0 0,-2-4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8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56 24575,'-10'-8'0,"-2"0"0,1 1 0,-1 1 0,0 0 0,0 0 0,-18-5 0,26 10 0,0 0 0,0 1 0,0-1 0,0 1 0,0-1 0,0 1 0,0 0 0,0 1 0,0-1 0,0 1 0,0 0 0,1 0 0,-1 0 0,0 0 0,0 1 0,1-1 0,-1 1 0,1 0 0,-1 0 0,1 0 0,0 1 0,0-1 0,0 1 0,0 0 0,-4 5 0,3-3 0,0 1 0,0 0 0,1-1 0,0 1 0,0 1 0,1-1 0,0 0 0,0 1 0,0-1 0,1 1 0,-1 12 0,1 4 0,0 1 0,5 24 0,-4-42 0,25 171 0,-6-59 0,11 73 0,-29-185 0,1 1 0,0 0 0,0 0 0,1-1 0,0 0 0,0 1 0,6 8 0,-7-13 0,0 1 0,0-1 0,0 0 0,0 1 0,1-1 0,-1 0 0,1 0 0,-1 0 0,1-1 0,0 1 0,0-1 0,0 1 0,0-1 0,0 0 0,0 0 0,0 0 0,7 0 0,0 0 17,0 0 0,0-2 1,1 1-1,-1-1 0,0 0 0,16-5 0,-22 5-85,-1 0 1,1 0-1,-1 0 1,1-1-1,-1 1 1,0-1-1,0 0 1,0 0-1,1 0 1,-2 0-1,1-1 1,0 1-1,0-1 1,-1 0-1,0 1 1,1-1-1,-1 0 1,0-1-1,0 1 1,-1 0-1,2-5 1,0-4-6759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8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24575,'1'15'0,"1"0"0,1 0 0,0-1 0,1 1 0,0-1 0,10 20 0,-14-34 0,4 10 0,1 0 0,0 0 0,0 0 0,1-1 0,9 12 0,-14-19 0,1-1 0,-1 1 0,0-1 0,1 0 0,-1 0 0,1 1 0,-1-1 0,1 0 0,0 0 0,-1-1 0,1 1 0,0 0 0,0 0 0,0-1 0,0 1 0,-1-1 0,1 0 0,0 0 0,0 1 0,0-1 0,0 0 0,0-1 0,0 1 0,0 0 0,0 0 0,0-1 0,-1 1 0,1-1 0,0 0 0,0 1 0,0-1 0,-1 0 0,1 0 0,0 0 0,-1 0 0,1-1 0,-1 1 0,3-2 0,-1-1 0,1-1 0,0 1 0,-1 0 0,0-1 0,0 0 0,0 0 0,-1 0 0,1 0 0,-1 0 0,0 0 0,-1-1 0,2-6 0,8-21 0,-11 33 0,0-1 0,0 0 0,0 1 0,0-1 0,1 0 0,-1 1 0,0-1 0,1 1 0,-1-1 0,1 0 0,-1 1 0,0-1 0,1 1 0,-1-1 0,1 1 0,-1-1 0,1 1 0,0 0 0,-1-1 0,1 1 0,-1 0 0,1-1 0,0 1 0,-1 0 0,1 0 0,0-1 0,-1 1 0,1 0 0,0 0 0,0 0 0,-1 0 0,1 0 0,0 0 0,-1 0 0,1 0 0,0 0 0,-1 0 0,1 1 0,0-1 0,-1 0 0,1 0 0,0 1 0,-1-1 0,1 0 0,-1 1 0,1-1 0,0 1 0,4 3 0,0 0 0,-1 0 0,0 0 0,6 8 0,-5-6 0,25 34 0,-24-30 0,2 0 0,-1 0 0,1-1 0,0 0 0,1-1 0,13 11 0,-13-15-1365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24575,'49'-13'0,"55"-8"0,-88 19 0,1 0 0,-1 1 0,1 1 0,-1 1 0,1 0 0,-1 2 0,24 5 0,-29-5 0,-7-2 0,1 0 0,-1 0 0,0 1 0,0-1 0,6 4 0,-9-4 0,0 0 0,1 0 0,-1 0 0,0 0 0,0 0 0,0 1 0,0-1 0,0 0 0,0 1 0,0-1 0,-1 1 0,1-1 0,0 1 0,-1-1 0,1 1 0,-1-1 0,1 1 0,-1 2 0,2 20 0,-1 0 0,-3 35 0,0-4 0,3-24 0,1 1 0,2-1 0,1 0 0,17 57 0,56 194 0,-76-278 0,-1 0 0,0 0 0,0 0 0,-1 0 0,1 1 0,-1-1 0,0 8 0,0-10 0,-1-1 0,1 1 0,-1 0 0,1-1 0,-1 1 0,0-1 0,0 1 0,1-1 0,-1 0 0,0 1 0,0-1 0,0 0 0,0 1 0,-1-1 0,1 0 0,0 0 0,-1 0 0,1 0 0,0 0 0,-1 0 0,1-1 0,-4 2 0,-4 2 17,-1-1-1,1 0 1,-1-1 0,0 0-1,-12 0 1,-51-1-960,62-1 421,-2 0-6304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9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25 24575,'-13'-8'0,"-7"0"0,-2 2 0,-1 4 0,2 2 0,1 4 0,2 2 0,-1 1 0,0 3 0,0 0 0,1-2 0,-1 0 0,-1-2 0,2-1 0,2-1-8191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0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13 24575,'-1'0'0,"1"-1"0,0 0 0,0 1 0,-1-1 0,1 0 0,-1 1 0,1-1 0,0 0 0,-1 1 0,1-1 0,-1 1 0,1-1 0,-1 1 0,0-1 0,1 1 0,-1 0 0,0-1 0,1 1 0,-1-1 0,0 1 0,1 0 0,-1 0 0,0 0 0,1-1 0,-1 1 0,0 0 0,0 0 0,1 0 0,-1 0 0,-1 0 0,-23 0 0,-74 18 57,-45 6-1479,129-23-5404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0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18 24575,'4'-3'0,"0"1"0,0 0 0,0 0 0,0 0 0,0 1 0,0 0 0,0-1 0,1 1 0,-1 1 0,1-1 0,-1 1 0,0 0 0,1 0 0,-1 0 0,9 2 0,-9-1 0,1 0 0,0 1 0,-1 0 0,1 0 0,-1 1 0,0-1 0,0 1 0,0 0 0,0 0 0,0 0 0,-1 0 0,1 1 0,-1 0 0,4 5 0,3 5 0,-1 1 0,0 1 0,10 24 0,16 53 0,-23-58 0,-7-22 0,0 1 0,-2 0 0,1 0 0,-2 0 0,0 0 0,1 22 0,-3-31 0,-1 0 0,1-1 0,-1 1 0,0 0 0,0-1 0,0 1 0,0-1 0,-1 1 0,0-1 0,0 0 0,0 1 0,-1-1 0,1 0 0,-1-1 0,0 1 0,0 0 0,0-1 0,-1 0 0,1 1 0,-1-1 0,0-1 0,0 1 0,-6 3 0,4-3 0,0-1 0,0 1 0,-1-1 0,1-1 0,-1 1 0,1-1 0,-1 0 0,1-1 0,-1 0 0,0 0 0,1 0 0,-1-1 0,1 0 0,-1 0 0,-8-3 0,1 0 0,1-1 0,0 0 0,0-1 0,0-1 0,1 0 0,-13-9 0,18 10 0,1 0 0,-1-1 0,1 1 0,0-1 0,1 0 0,-1-1 0,2 1 0,-1-1 0,1 0 0,0 0 0,0 0 0,-2-12 0,0 2 0,2 0 0,0-1 0,1 0 0,-1-34 0,4 40 24,1 0 0,0 0 0,0 0 0,5-14 0,-5 22-130,0 0 0,1 0 0,-1 1 0,1-1 0,0 1 0,1-1-1,-1 1 1,1 0 0,0 0 0,0 0 0,0 0 0,0 0 0,8-5 0,0 2-6720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4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24575,'0'-55'0,"2"91"0,2 0 0,2-1 0,18 67 0,-4-42 0,54 110 0,-17-42 0,-29-61-1365,-23-58-5461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4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410 31 24575,'-31'-5'0,"-12"-2"0,-5 1 0,3 0 0,7 3 0,5 0 0,5 2 0,5 3 0,2 2 0,1-1 0,1 0 0,2-1 0,1 0 0,1-2 0,2 1-8191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5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24575,'1'8'0,"0"-1"0,0 1 0,1-1 0,4 13 0,1 5 0,22 105 0,11 43 0,-25-119 0,25 59 0,-40-112 0,2 5 0,0-1 0,1 0 0,0 0 0,5 7 0,-8-11 0,0-1 0,1 1 0,-1-1 0,1 1 0,-1-1 0,0 1 0,1-1 0,0 1 0,-1-1 0,1 0 0,-1 1 0,1-1 0,-1 0 0,1 1 0,0-1 0,-1 0 0,1 0 0,-1 1 0,1-1 0,0 0 0,-1 0 0,1 0 0,0 0 0,-1 0 0,1 0 0,0 0 0,-1 0 0,1 0 0,0-1 0,-1 1 0,1 0 0,0 0 0,-1 0 0,1-1 0,-1 1 0,1 0 0,0-1 0,-1 1 0,1-1 0,-1 1 0,1 0 0,-1-1 0,1 1 0,-1-1 0,0 1 0,1-1 0,-1 0 0,1 0 0,4-7 0,0-1 0,0 0 0,-1 0 0,0 0 0,-1 0 0,4-14 0,-5 12 0,2 0 0,-1 1 0,1-1 0,11-17 0,-15 28 0,1-1 0,-1 0 0,1 0 0,-1 0 0,1 1 0,0-1 0,-1 0 0,1 1 0,0-1 0,0 0 0,0 1 0,0-1 0,-1 1 0,1 0 0,0-1 0,0 1 0,0 0 0,0-1 0,0 1 0,0 0 0,0 0 0,0 0 0,0 0 0,0 0 0,0 0 0,0 0 0,0 0 0,0 0 0,0 0 0,0 1 0,0-1 0,0 0 0,-1 0 0,1 1 0,0-1 0,0 1 0,0-1 0,0 1 0,1 1 0,3 2 0,1 0 0,-1 1 0,0 0 0,6 8 0,-7-8 0,27 32 0,2-2 0,2-1 0,43 32 0,-73-62 0,1 0 0,-1 0 0,1-1 0,0 0 0,0 0 0,0-1 0,0 0 0,1 0 0,-1 0 0,0-1 0,8 1 0,-10-2 0,1 0 0,-1 0 0,0 0 0,1-1 0,-1 0 0,0 0 0,0 0 0,0 0 0,0-1 0,0 1 0,0-1 0,0 0 0,0 0 0,0-1 0,-1 1 0,0-1 0,6-4 0,89-102 0,-79 86 0,-15 18 0,0 0 0,-1 0 0,1-1 0,-1 1 0,0-1 0,0 0 0,-1 0 0,3-11 0,-4 14 0,0 0 0,-1 0 0,1 0 0,-1-1 0,0 1 0,0 0 0,0 0 0,-1 0 0,1 0 0,-1 0 0,1 0 0,-1 0 0,0 0 0,0 0 0,0 1 0,-1-1 0,1 0 0,-1 1 0,1-1 0,-3-2 0,-1 0 0,0 0 0,1 0 0,-1 0 0,-1 1 0,1 0 0,-11-6 0,14 9 0,1 0 0,-1 1 0,1-1 0,-1 1 0,1-1 0,-1 1 0,1-1 0,-1 1 0,0 0 0,1 0 0,-1 0 0,0 0 0,1 0 0,-1 0 0,1 0 0,-1 1 0,0-1 0,1 0 0,-1 1 0,1-1 0,-1 1 0,1 0 0,-1 0 0,1-1 0,-1 1 0,1 0 0,0 0 0,0 0 0,-1 0 0,1 1 0,0-1 0,0 0 0,-1 2 0,-1 2 0,0-1 0,1 1 0,-1 0 0,1 1 0,0-1 0,1 0 0,-1 1 0,1-1 0,0 1 0,0-1 0,1 1 0,-1-1 0,1 1 0,1-1 0,-1 1 0,1 0 0,0-1 0,0 0 0,0 1 0,4 6 0,-1-1 0,0-1 0,0 0 0,1 0 0,1-1 0,0 1 0,0-1 0,1 0 0,0-1 0,12 12 0,-10-13 0,0-1 0,0 0 0,1 0 0,0-1 0,0 0 0,0 0 0,0-2 0,1 1 0,0-1 0,0-1 0,-1 1 0,1-2 0,1 0 0,19 0 0,-27-2 0,1 0 0,-1 1 0,1-2 0,-1 1 0,0 0 0,0-1 0,0 0 0,0 0 0,0 0 0,0 0 0,0-1 0,-1 0 0,1 1 0,-1-1 0,1 0 0,-1-1 0,0 1 0,-1-1 0,1 1 0,-1-1 0,1 0 0,1-4 0,3-8 0,-2 1 0,1 0 0,-2-1 0,4-27 0,-8 41 0,1 1 0,-1 0 0,0 0 0,0 0 0,0 0 0,1 0 0,-1 0 0,0 0 0,1-1 0,-1 1 0,1 0 0,0 0 0,-1 1 0,1-1 0,0 0 0,-1 0 0,1 0 0,0 0 0,0 0 0,0 1 0,0-1 0,1 0 0,-1 1 0,0-1 0,0 1 0,0 0 0,0 0 0,0 0 0,0 1 0,0-1 0,0 0 0,0 0 0,0 0 0,0 1 0,0-1 0,0 1 0,0-1 0,0 1 0,0-1 0,0 1 0,1 0 0,6 5 0,-1 1 0,0-1 0,-1 1 0,6 8 0,-10-12 0,16 19 0,-8-8 0,1-1 0,19 19 0,-26-29 0,-1 0 0,1 0 0,0 0 0,0 0 0,0-1 0,0 0 0,1 0 0,-1 0 0,0 0 0,1-1 0,0 0 0,-1 0 0,10 1 0,-12-2 0,-1 0 0,0 0 0,1 0 0,-1 0 0,0 0 0,1 0 0,-1-1 0,0 1 0,1-1 0,-1 1 0,0-1 0,0 1 0,0-1 0,1 1 0,-1-1 0,0 0 0,0 0 0,0 0 0,0 0 0,0 0 0,0 0 0,0 0 0,-1 0 0,2-1 0,1-3 0,-1 0 0,0-1 0,0 1 0,2-11 0,-3 10 0,1 0 0,0 0 0,4-10 0,-5 15 0,-1-1 0,1 1 0,0 0 0,0 0 0,0 0 0,0-1 0,0 1 0,0 0 0,0 0 0,0 0 0,0 1 0,0-1 0,1 0 0,-1 0 0,0 1 0,0-1 0,1 1 0,-1-1 0,1 1 0,1-1 0,0 1 0,1-1 0,0 1 0,-1 1 0,1-1 0,0 0 0,-1 1 0,1 0 0,-1 0 0,1 0 0,4 2 0,35 19 0,-26-12 0,2 0-455,-1 0 0,20 17 0,-29-19-6371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7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24575,'-1'0'0,"0"0"0,0 0 0,0 0 0,0 0 0,0 1 0,0-1 0,1 0 0,-1 0 0,0 1 0,0-1 0,0 0 0,0 1 0,0-1 0,1 1 0,-1-1 0,0 1 0,0 0 0,1-1 0,-1 1 0,1 0 0,-1-1 0,0 1 0,0 1 0,0 0 0,0 1 0,0-1 0,1 0 0,-1 0 0,0 1 0,1-1 0,0 0 0,0 1 0,0 2 0,0 6 0,1-1 0,1 0 0,3 13 0,-2-12 0,0 0 0,1 0 0,1-1 0,0 1 0,0-1 0,1 0 0,0 0 0,1-1 0,13 16 0,-15-20 0,0-1 0,0 1 0,0-1 0,0 0 0,1 0 0,0 0 0,0-1 0,0 0 0,0 0 0,0-1 0,1 0 0,-1 0 0,1 0 0,-1-1 0,1 0 0,0 0 0,13 0 0,-17-1 0,1-1 0,-1 1 0,0-1 0,0 0 0,1 0 0,-1 0 0,0 0 0,0 0 0,0-1 0,0 1 0,0-1 0,0 0 0,0 0 0,-1 0 0,4-3 0,-2 1 0,-1-1 0,0 1 0,0-1 0,0 1 0,0-1 0,-1 0 0,1 0 0,1-9 0,0 0 0,-1 0 0,0-1 0,-2 1 0,0-1 0,0 0 0,-2-17 0,0 22 0,-1-1 0,0 0 0,-6-20 0,8 31 0,0 0 0,0 0 0,0 0 0,0 0 0,0 0 0,0 0 0,0 0 0,0 0 0,0 0 0,0 0 0,0 0 0,0 1 0,0-1 0,0 0 0,0 0 0,0 0 0,0 0 0,0 0 0,0 0 0,0 0 0,-1 0 0,1 0 0,0 0 0,0 0 0,0 0 0,0 0 0,0 0 0,0 0 0,0 0 0,0 0 0,0 0 0,0 0 0,0 0 0,0 0 0,0 0 0,0 0 0,0 0 0,0 0 0,0 0 0,0 0 0,0 0 0,0 0 0,0 0 0,0 0 0,0 0 0,0 0 0,0 0 0,-1-1 0,1 1 0,0 0 0,0 0 0,0 0 0,0 0 0,0 0 0,0 0 0,-1 7 0,0 11 0,1 14 0,1 1 0,2-1 0,2 0 0,1 0 0,1 0 0,18 49 0,26 36 0,-31-75 0,-2 2 0,24 85 0,-41-122 0,0 0 0,0 0 0,-1 0 0,0 0 0,0 0 0,-1 0 0,0 0 0,0 0 0,-1-1 0,1 1 0,-6 11 0,5-13 0,0-1 0,0 1 0,-1-1 0,0 1 0,0-1 0,0 0 0,0 0 0,-1 0 0,1 0 0,-1-1 0,0 1 0,0-1 0,0 0 0,-1 0 0,1 0 0,-7 2 0,10-5 0,-1 1 0,1-1 0,-1 1 0,1-1 0,-1 1 0,0-1 0,1 0 0,-1 0 0,1 0 0,-1 0 0,1 0 0,-1 0 0,0-1 0,1 1 0,-1 0 0,1-1 0,-1 1 0,-2-2 0,2 1 0,0-1 0,0 1 0,0-1 0,0 0 0,1 1 0,-1-1 0,0 0 0,1 0 0,-1 0 0,-1-4 0,-1-1 0,1-1 0,0 1 0,1-1 0,-1 1 0,2-1 0,-3-12 0,3 8-76,0 0 1,1-1-1,0 1 0,1 0 0,0 0 0,1 0 0,0 0 0,1 0 1,1 0-1,0 0 0,0 1 0,1-1 0,0 1 0,1 1 1,1-1-1,-1 1 0,10-11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8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72 24575,'-1'-5'0,"0"0"0,0 0 0,-1 0 0,0 0 0,0 1 0,0-1 0,-1 1 0,1-1 0,-1 1 0,-4-4 0,6 6 0,-1 1 0,1-1 0,-1 1 0,1 0 0,-1-1 0,1 1 0,-1 0 0,0 0 0,0 0 0,0 1 0,1-1 0,-1 0 0,0 1 0,0-1 0,0 1 0,0 0 0,0-1 0,0 1 0,0 0 0,0 0 0,0 0 0,0 1 0,0-1 0,0 0 0,0 1 0,0-1 0,-4 2 0,2 1 0,-1-1 0,0 0 0,1 1 0,-1 0 0,1 0 0,0 0 0,0 1 0,0-1 0,0 1 0,1 0 0,-6 8 0,5-5 0,0-1 0,1 1 0,0 0 0,0 0 0,1 0 0,0 0 0,-2 13 0,2-5 0,2 1 0,-1 0 0,2 0 0,0 0 0,1-1 0,0 1 0,7 20 0,45 176 0,-48-186 0,-2-11 0,0-1 0,2 31 0,-6-40 0,0-1 0,1 1 0,0-1 0,-1 1 0,4 7 0,-4-10 0,1-1 0,0 0 0,0 1 0,-1-1 0,1 0 0,0 1 0,0-1 0,0 0 0,0 0 0,0 0 0,1 0 0,-1 0 0,0 0 0,0 0 0,1 0 0,-1 0 0,1-1 0,-1 1 0,1-1 0,2 2 0,26 4 0,47 3 0,-64-7 0,1 0 44,-1 0 0,22 8 0,9 2-1541,-31-10-5329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8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24575,'0'8'0,"1"-1"0,-1 1 0,1-1 0,0 1 0,1-1 0,0 1 0,0-1 0,0 0 0,1 0 0,0 0 0,1 0 0,-1 0 0,1-1 0,1 1 0,4 5 0,-8-11 0,1 1 0,-1-1 0,0 0 0,0 0 0,1 0 0,-1 0 0,1 0 0,-1-1 0,1 1 0,-1 0 0,1-1 0,-1 1 0,1-1 0,0 1 0,-1-1 0,1 0 0,0 1 0,-1-1 0,4 0 0,-3-1 0,1 1 0,0-1 0,0 0 0,-1 0 0,1 0 0,0 0 0,-1 0 0,1-1 0,-1 1 0,5-4 0,-1 0 0,0 0 0,-1-1 0,1 0 0,-1 0 0,0 0 0,-1-1 0,7-11 0,-1-4 0,-8 14 0,1 1 0,1 0 0,6-10 0,-10 16 0,1 1 0,0-1 0,0 0 0,0 0 0,0 1 0,0-1 0,0 0 0,0 1 0,0-1 0,0 1 0,0 0 0,0-1 0,0 1 0,0 0 0,0-1 0,0 1 0,1 0 0,-1 0 0,0 0 0,0 0 0,0 0 0,0 0 0,0 1 0,1-1 0,-1 0 0,0 0 0,0 1 0,0-1 0,0 1 0,0-1 0,0 1 0,1 0 0,6 3 0,-1 1 0,0 0 0,8 7 0,-8-7 0,16 14-341,-1 0 0,0 1-1,26 33 1,-38-40-6485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9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24575,'1'-1'0,"1"-4"0,0-1 0,0 1 0,1 0 0,0 0 0,4-5 0,-7 9 0,1 0 0,-1 1 0,1-1 0,0 0 0,0 0 0,-1 1 0,1-1 0,0 0 0,0 1 0,0-1 0,0 1 0,0 0 0,0-1 0,-1 1 0,1-1 0,0 1 0,0 0 0,0 0 0,0 0 0,0 0 0,1-1 0,-1 1 0,0 1 0,0-1 0,0 0 0,0 0 0,0 0 0,0 0 0,0 1 0,0-1 0,-1 0 0,1 1 0,0-1 0,0 1 0,0-1 0,1 2 0,9 7 0,0 1 0,-1 0 0,-1 1 0,1 0 0,-2 0 0,14 23 0,11 14 0,-9-19 0,-6-6 0,31 47 0,-44-61 0,-1 0 0,1 0 0,-2 1 0,1 0 0,-1-1 0,-1 1 0,0 0 0,0 0 0,0 15 0,-3 36 0,0-36 0,1-1 0,5 43 0,-3-59 0,-1 0 0,1 0 0,1-1 0,-1 1 0,1-1 0,1 0 0,-1 0 0,1 0 0,1 0 0,-1-1 0,1 1 0,9 8 0,10 2 0,-21-15 0,0 0 0,0 0 0,0 0 0,0 0 0,0 0 0,0 0 0,-1 1 0,1-1 0,-1 1 0,4 5 0,-6-7 0,1 0 0,-1 0 0,0-1 0,0 1 0,0 0 0,0 0 0,1 0 0,-1 0 0,0 0 0,0 0 0,-1 0 0,1-1 0,0 1 0,0 0 0,0 0 0,-1 0 0,1 0 0,0-1 0,-1 1 0,1 0 0,0 0 0,-1 0 0,1-1 0,-1 1 0,0 0 0,1-1 0,-1 1 0,0-1 0,1 1 0,-1 0 0,0-1 0,1 1 0,-1-1 0,-1 1 0,-4 2 0,0-1 0,1 1 0,-12 2 0,11-3 0,-6 1-455,-1 0 0,-26 3 0,26-5-6371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1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24575,'0'5'0,"1"-1"0,0 0 0,0 0 0,0 0 0,0 0 0,1 0 0,-1 0 0,1 0 0,0 0 0,4 4 0,26 36 0,-30-42 0,-1-1 0,33 37 0,-31-34 0,1-1 0,0 0 0,0 0 0,0 0 0,0 0 0,0 0 0,9 3 0,-11-6 0,-1 1 0,0-1 0,0 0 0,1 1 0,-1-1 0,0 0 0,1 0 0,-1 0 0,0 0 0,1 0 0,-1 0 0,0 0 0,1-1 0,-1 1 0,0 0 0,0-1 0,1 1 0,-1-1 0,2-1 0,-1 1 0,0-1 0,-1 1 0,1-1 0,-1 0 0,1 1 0,-1-1 0,0 0 0,1 0 0,-1 0 0,1-4 0,1 0 0,-1-1 0,0-1 0,0 1 0,-1 0 0,0 0 0,0-9 0,-1-1 0,-1-11 0,1 26 0,0 1 0,0-1 0,0 1 0,0-1 0,1 1 0,-1-1 0,0 1 0,1-1 0,0 1 0,-1 0 0,1-1 0,0 1 0,0-2 0,0 3 0,-1 0 0,0 0 0,1-1 0,-1 1 0,0 0 0,1 0 0,-1 0 0,0 0 0,1 0 0,-1-1 0,1 1 0,-1 0 0,0 0 0,1 0 0,-1 0 0,0 0 0,1 0 0,-1 0 0,1 0 0,-1 0 0,0 0 0,1 1 0,-1-1 0,0 0 0,1 0 0,-1 0 0,0 0 0,1 0 0,-1 1 0,0-1 0,1 1 0,12 10 0,-9-7 0,27 24 0,-15-12 0,36 26 0,-47-39 0,0 0 0,0 0 0,0 0 0,0-1 0,1 1 0,-1-1 0,1-1 0,-1 1 0,1-1 0,0 0 0,-1 0 0,10 0 0,-13-1 0,0 0 0,0 0 0,0-1 0,0 1 0,0 0 0,0-1 0,0 0 0,0 1 0,0-1 0,0 0 0,-1 0 0,1 0 0,0 0 0,0 0 0,-1 0 0,1-1 0,-1 1 0,1 0 0,-1-1 0,3-3 0,-2 0 0,1 0 0,0-1 0,-1 1 0,0-1 0,1-8 0,5-12 0,-7 25 0,-1 1 0,0-1 0,1 1 0,-1-1 0,0 1 0,1-1 0,-1 1 0,0 0 0,1-1 0,-1 1 0,1-1 0,-1 1 0,1 0 0,-1 0 0,1-1 0,-1 1 0,1 0 0,-1 0 0,1 0 0,0-1 0,-1 1 0,1 0 0,-1 0 0,1 0 0,-1 0 0,1 0 0,0 0 0,-1 0 0,1 0 0,-1 0 0,1 1 0,-1-1 0,1 0 0,0 0 0,-1 0 0,1 1 0,-1-1 0,1 0 0,-1 1 0,1 0 0,26 18 0,-18-13 0,5 4-136,0-2-1,1 0 1,0-1-1,0 0 1,0-1-1,1-1 1,0 0-1,0-2 0,32 5 1,-34-8-6690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2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 24575,'-4'-4'0,"5"5"0,6 7 0,0 3 0,0 0 0,0-1 0,1 0 0,1 0 0,12 11 0,-18-18 0,0 0 0,1 0 0,-1-1 0,1 1 0,0-1 0,0 0 0,0 0 0,0 0 0,0-1 0,0 1 0,0-1 0,1 0 0,-1 0 0,1-1 0,-1 1 0,0-1 0,1 0 0,-1 0 0,6-1 0,-7 0 0,0 0 0,0 1 0,-1-1 0,1 0 0,0-1 0,-1 1 0,0 0 0,1-1 0,-1 1 0,0-1 0,1 0 0,-1 0 0,3-3 0,0-1 0,-1-1 0,0 0 0,5-9 0,8-13 0,-17 29 0,0-1 0,1 1 0,-1 0 0,0-1 0,1 1 0,-1-1 0,1 1 0,-1 0 0,0 0 0,1-1 0,-1 1 0,1 0 0,-1 0 0,1-1 0,-1 1 0,1 0 0,-1 0 0,1 0 0,-1 0 0,1 0 0,-1 0 0,1 0 0,-1 0 0,1 0 0,-1 0 0,1 0 0,-1 0 0,1 0 0,-1 0 0,1 1 0,-1-1 0,1 0 0,-1 0 0,1 1 0,-1-1 0,1 0 0,-1 0 0,0 1 0,1-1 0,-1 0 0,0 1 0,1-1 0,-1 1 0,0-1 0,1 0 0,-1 1 0,0 0 0,18 27 0,-14-20 0,4 4-105,4 7 224,20 26 0,-28-40-269,0-1 1,0 1-1,1-1 0,0 0 0,0 0 0,0 0 0,0-1 1,1 1-1,11 4 0,-5-4-6676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2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22 24575,'-5'-16'0,"4"11"0,2 9 0,7 23 0,1 0 0,1-1 0,1 0 0,2 0 0,0-1 0,1-1 0,34 42 0,-41-58 0,17 23 0,-22-29 0,-1 0 0,0 0 0,0 0 0,0 0 0,0 1 0,0-1 0,0 0 0,-1 0 0,1 1 0,-1-1 0,1 0 0,-1 1 0,0 2 0,0-4 0,0 0 0,-1 0 0,1-1 0,0 1 0,-1 0 0,1 0 0,0 0 0,-1-1 0,1 1 0,-1 0 0,0 0 0,1-1 0,-1 1 0,1 0 0,-1-1 0,0 1 0,0-1 0,1 1 0,-1-1 0,0 1 0,0-1 0,1 0 0,-1 1 0,0-1 0,0 0 0,0 0 0,-1 1 0,-27 1 0,20-1 0,-148 11 0,144-11-341,0 1 0,0 0-1,-22 7 1,22-3-6485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24575,'-2'29'0,"-2"14"0,4 7 0,0 4 0,4 0 0,4-2 0,2-1 0,3-2 0,2-2 0,0-3 0,1-4 0,0-4 0,0-3 0,-3-6-8191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90 24575,'-31'-18'0,"-12"-6"0,-5 1 0,0 7 0,5 9 0,3 5 0,4 6 0,5 2 0,8 1-8191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3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 24575,'-18'0'0,"-9"0"0,-2 0 0,-2 0 0,3 0 0,3 0 0,3 0 0,2 0 0,3 0 0,2 0 0,-3 0 0,0 0 0,0 0 0,1 0 0,0 0 0,4 0-8191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4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22 24575,'-31'-5'0,"-13"-2"0,-4 0 0,4 5 0,3 1 0,7 2 0,4 1 0,5 2 0,3 0 0,6 0-8191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4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48 24575,'18'-2'0,"-1"1"0,1 1 0,-1 1 0,0 0 0,26 5 0,-37-4 0,1-1 0,-1 1 0,0 1 0,0-1 0,0 1 0,-1 0 0,1 0 0,-1 1 0,1-1 0,-1 1 0,0 1 0,-1-1 0,1 1 0,-1-1 0,0 1 0,0 0 0,6 12 0,-4-5 0,0 0 0,-2 1 0,0 0 0,0-1 0,-1 2 0,2 19 0,-4-22 0,0 1 0,-1-1 0,0 0 0,-1 0 0,0 0 0,-1 0 0,0 0 0,-4 13 0,4-18 0,-1-1 0,1 0 0,-1 1 0,0-1 0,0-1 0,-1 1 0,1 0 0,-1-1 0,0 0 0,-1 1 0,1-2 0,0 1 0,-1 0 0,0-1 0,0 0 0,0 0 0,0-1 0,-1 1 0,1-1 0,-7 2 0,4-2 0,0-1 0,0 0 0,0 0 0,0 0 0,0-1 0,0 0 0,0-1 0,0 1 0,0-2 0,0 1 0,0-1 0,0 0 0,-14-7 0,8 3 0,0-2 0,0 0 0,1 0 0,0-1 0,0-1 0,1 0 0,-18-19 0,23 20 0,1 1 0,-1-1 0,1 0 0,1 0 0,-1 0 0,2-1 0,-1 0 0,1 0 0,1 0 0,0-1 0,0 1 0,-1-12 0,3 9 0,0 1 0,1-1 0,0 1 0,1 0 0,0-1 0,1 1 0,1 0 0,4-17 0,-5 25 0,-1 0 0,1 0 0,0 0 0,0 0 0,0 1 0,1-1 0,-1 0 0,1 1 0,0-1 0,0 1 0,0 0 0,0 0 0,0 0 0,1 1 0,0-1 0,-1 1 0,1 0 0,0 0 0,0 0 0,0 0 0,0 1 0,0 0 0,1 0 0,-1 0 0,0 0 0,9 0 0,-6 1-170,-1 0-1,0 1 0,1 0 1,-1 0-1,0 0 0,1 1 1,6 3-1,2 2-6655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5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24575,'0'3'0,"0"3"0,0 3 0,0 3 0,0 2 0,0 1 0,3 0 0,0 1 0,1 0 0,1-3 0,0-1 0,2 1 0,0-3-8191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5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24575,'0'-2'0,"0"1"0,0 4 0,0 3 0,0 5 0,0 1 0,0 0-8191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6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67 24575,'-5'-4'0,"-11"-9"0,-28-17 0,39 27 0,0 0 0,0 1 0,0 0 0,0 0 0,0 0 0,-1 1 0,1-1 0,0 1 0,-1 1 0,1-1 0,-7 1 0,10 0 0,-1 0 0,1 1 0,-1-1 0,1 1 0,-1 0 0,1 0 0,0 0 0,-1 0 0,1 0 0,0 0 0,0 1 0,0-1 0,0 1 0,0-1 0,0 1 0,0 0 0,0 0 0,1 0 0,-1 0 0,1 0 0,-1 0 0,1 0 0,0 1 0,0-1 0,-1 4 0,-2 4 0,1 1 0,0 0 0,1-1 0,-1 19 0,1 5 0,1 0 0,2 0 0,2-1 0,1 1 0,1 0 0,11 33 0,1-7 0,3-2 0,39 80 0,-40-100 0,39 59 0,-47-81 0,0-1 0,1-1 0,1 0 0,0-1 0,1 0 0,19 13 0,-1-9 33,-18-11-1431,-5-1-5428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6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331 127 24575,'-29'-20'0,"-11"-8"0,-2 2 0,3 5 0,4 6 0,5 5 0,2 5 0,4 4 0,0 0 0,2 2 0,5 1-8191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7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47 807 24575,'18'-23'0,"-1"-2"0,-1 0 0,-1-1 0,17-43 0,-27 55 0,0-1 0,-1 0 0,-1 0 0,0-1 0,-1 1 0,-1-1 0,0 1 0,-1-1 0,-1 1 0,-3-24 0,-12-29 0,-3 1 0,-28-65 0,44 124 0,-63-150 0,66 157 0,-1 0 0,1 0 0,-1 0 0,1 0 0,-1 0 0,1 0 0,-1 0 0,0 0 0,0 0 0,1 0 0,-1 0 0,-2-1 0,3 2 0,0 0 0,0 1 0,-1-1 0,1 0 0,0 1 0,0-1 0,0 0 0,-1 1 0,1-1 0,0 0 0,0 1 0,0-1 0,0 0 0,0 1 0,0-1 0,0 1 0,0-1 0,0 0 0,0 1 0,0-1 0,0 0 0,0 1 0,0-1 0,0 1 0,5 35 0,45 220 0,-32-189 0,46 115 0,-46-138 0,3-1 0,27 41 0,-39-70 0,0 0 0,2-1 0,0-1 0,0 1 0,1-2 0,0 0 0,1 0 0,0-1 0,22 13 0,-28-20-91,-1 0 0,1-1 0,0 1 0,0-1 0,0-1 0,0 1 0,0-1 0,0 0 0,0-1 0,0 1 0,0-2 0,1 1 0,-1-1 0,9-1 0,-3-3-6735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7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24575,'18'29'0,"6"11"0,1 0 0,-3-5 0,-5-11 0,-9-12 0,-5-11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7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24575,'0'-15'0,"0"-3"0,0 4 0,0 7 0,0 8 0,0 6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7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24575,'176'148'0,"-175"-147"0,2 2 0,0 0 0,1 0 0,-1 0 0,1-1 0,-1 0 0,1 0 0,0 0 0,0 0 0,6 2 0,-9-4 0,1 0 0,-1 1 0,1-1 0,-1 0 0,1 0 0,0 0 0,-1-1 0,1 1 0,-1 0 0,1-1 0,-1 1 0,1-1 0,-1 1 0,0-1 0,1 0 0,-1 1 0,0-1 0,1 0 0,-1 0 0,0 0 0,0 0 0,0 0 0,0 0 0,0 0 0,0-1 0,0 1 0,0 0 0,0-1 0,0-1 0,2-1 0,-1-1 0,0 0 0,-1 0 0,1 1 0,-1-1 0,1-10 0,6-16 0,-8 30 0,0 0 0,0 1 0,0-1 0,1 0 0,-1 1 0,0-1 0,1 1 0,-1-1 0,0 1 0,1-1 0,-1 1 0,1-1 0,-1 1 0,1-1 0,-1 1 0,1-1 0,-1 1 0,1 0 0,0-1 0,-1 1 0,1 0 0,-1 0 0,1-1 0,0 1 0,0 0 0,0 0 0,1 0 0,-1 0 0,0 1 0,0-1 0,0 0 0,1 1 0,-1-1 0,0 0 0,0 1 0,0 0 0,0-1 0,0 1 0,1 1 0,5 4 0,0 0 0,0 0 0,6 10 0,-6-8 0,92 101 0,-95-105-80,-1-1 0,1 0-1,0 0 1,1 0 0,-1 0-1,0-1 1,1 0 0,-1 0-1,1 0 1,0 0 0,0-1 0,0 1-1,0-1 1,0-1 0,0 1-1,7 0 1,1-1-6746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8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194 145 24575,'-6'-13'0,"-24"-51"0,25 56 0,0-1 0,-1 1 0,1 0 0,-14-14 0,18 21 0,0 0 0,0 0 0,-1 0 0,1 0 0,0 0 0,0 0 0,-1 0 0,1 1 0,-1-1 0,1 0 0,-1 1 0,1-1 0,-1 1 0,1 0 0,-1-1 0,1 1 0,-1 0 0,1 0 0,-1 0 0,-1 0 0,1 1 0,-1-1 0,1 1 0,0 0 0,0 0 0,0 0 0,0 0 0,0 0 0,1 0 0,-1 1 0,0-1 0,0 0 0,-2 4 0,-2 3 0,-1 0 0,1 1 0,1 0 0,-8 16 0,9-18 0,1 0 0,0 1 0,0-1 0,1 0 0,0 1 0,0-1 0,0 9 0,2-13 0,0 1 0,0 0 0,0-1 0,1 1 0,-1-1 0,1 1 0,0-1 0,0 1 0,1-1 0,-1 0 0,1 0 0,-1 1 0,1-1 0,0 0 0,0 0 0,1-1 0,2 4 0,4 2 0,0 0 0,0 0 0,0-1 0,1-1 0,0 0 0,1 0 0,-1-1 0,1 0 0,16 5 0,13 1 0,53 9 0,-81-18 0,-3 0 24,0-1 0,1 0 0,-1 0 0,16-1 0,-22-1-95,0 1 1,-1-1-1,1 1 0,0-1 0,-1 0 1,1 0-1,-1 0 0,1 0 1,-1 0-1,0-1 0,1 1 0,-1-1 1,0 1-1,0-1 0,0 0 1,0 0-1,0 0 0,0 0 0,-1 0 1,3-4-1,1-5-6755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8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77 24575,'-2'1'0,"0"-1"0,0 1 0,0-1 0,0 1 0,1 0 0,-1 0 0,0-1 0,1 1 0,-1 0 0,0 1 0,1-1 0,-1 0 0,1 0 0,0 1 0,-1-1 0,1 1 0,-1 2 0,-19 28 0,20-28 0,-1-1 0,1 1 0,-1 0 0,1 0 0,0 0 0,1 0 0,-1 0 0,1 0 0,-1 0 0,1 0 0,1 0 0,-1 0 0,0 0 0,1 0 0,0 0 0,0 0 0,0-1 0,0 1 0,4 6 0,-2-4 0,1 0 0,-1 0 0,1 0 0,1 0 0,-1-1 0,1 1 0,0-1 0,0-1 0,1 1 0,7 5 0,-11-9 0,0 0 0,0 0 0,-1 0 0,1 0 0,0 0 0,0 0 0,0-1 0,0 1 0,0 0 0,0-1 0,1 0 0,-1 1 0,0-1 0,0 0 0,0 0 0,0 0 0,0-1 0,0 1 0,0 0 0,0-1 0,0 0 0,1 1 0,1-2 0,2-1 0,-1-1 0,1 0 0,-1 0 0,0 0 0,8-10 0,1 1 0,-14 12 0,1 1 0,-1 0 0,0 0 0,0 0 0,0 0 0,0 0 0,1-1 0,-1 1 0,0 0 0,0 0 0,0 0 0,1 0 0,-1 0 0,0 0 0,0 0 0,0 0 0,1 0 0,-1 0 0,0 0 0,0 0 0,0 0 0,1 0 0,-1 0 0,0 0 0,0 0 0,1 0 0,-1 0 0,0 0 0,0 0 0,0 0 0,1 0 0,-1 1 0,5 6 0,2 17 0,-5-16 0,-1-4 0,0-1 0,1 0 0,0 1 0,-1-1 0,1 0 0,1 0 0,-1 0 0,0-1 0,1 1 0,-1 0 0,1-1 0,0 0 0,0 1 0,0-1 0,0 0 0,0-1 0,0 1 0,0 0 0,1-1 0,-1 0 0,1 0 0,6 1 0,6 1 0,0-1 0,1-1 0,28-1 0,-33 0 0,231-1 0,-235 1 0,0-1 0,-1 1 0,1-1 0,0-1 0,-1 1 0,1-1 0,-1-1 0,10-3 0,-14 4 0,0 1 0,-1-1 0,1 0 0,0 1 0,-1-1 0,1 0 0,-1-1 0,0 1 0,1 0 0,-1-1 0,0 1 0,-1-1 0,1 0 0,0 1 0,-1-1 0,1 0 0,-1 0 0,0 0 0,0 0 0,0 0 0,-1-1 0,2-3 0,-2-6 0,-1 1 0,0-1 0,0 0 0,-1 0 0,-1 1 0,0-1 0,-7-18 0,4 12 0,0 1 0,-2-24 0,7 40 0,1 0 0,0 0 0,0 0 0,0 0 0,0-1 0,1 1 0,-1 0 0,0 0 0,1 0 0,0 0 0,-1 0 0,1 0 0,0 0 0,0 0 0,0 0 0,0 0 0,1 0 0,-1 0 0,0 1 0,1-1 0,-1 1 0,1-1 0,0 1 0,-1-1 0,1 1 0,0 0 0,0 0 0,0 0 0,3-1 0,-2 1 0,-1 0 0,1 0 0,-1 0 0,1 1 0,-1-1 0,1 1 0,0 0 0,-1 0 0,1 0 0,0 0 0,-1 0 0,1 1 0,0-1 0,-1 1 0,1 0 0,-1 0 0,1 0 0,-1 0 0,1 0 0,-1 0 0,0 0 0,0 1 0,1-1 0,1 3 0,0 1-273,0-1 0,0 1 0,0 1 0,6 10 0,-5-6-6553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19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24575,'3'-6'0,"3"2"0,3 4 0,3 6 0,2 6 0,1 5 0,1 3 0,0 3 0,-3 0 0,-1-1 0,-2-5-8191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9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0 521 24575,'22'-22'0,"37"-28"0,-45 40 0,1 0 0,1 1 0,0 1 0,23-9 0,292-95-531,0 1 11,-307 102 518,235-82-153,-190 70 87,128-20-1,-153 36-501,58 1-1,-79 4-5134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9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28 24575,'1'-6'0,"0"3"0,-1 1 0,1-1 0,0 0 0,0 1 0,0-1 0,2-3 0,-9 30 0,-3-8 0,-2 0 0,0-1 0,-1 0 0,-14 14 0,-5 6 0,-4 1 0,27-29 0,1 0 0,-1 1 0,1 0 0,1 0 0,-1 1 0,1 0 0,-5 11 0,10-19 0,1 1 0,-1-1 0,1 0 0,0 1 0,-1-1 0,1 1 0,0-1 0,0 0 0,0 1 0,0-1 0,0 0 0,0 1 0,0-1 0,1 1 0,-1-1 0,0 0 0,1 1 0,-1-1 0,1 0 0,-1 0 0,1 1 0,0-1 0,0 0 0,-1 0 0,1 0 0,0 0 0,0 0 0,0 0 0,0 0 0,0 0 0,1 0 0,-1 0 0,0-1 0,0 1 0,0 0 0,1-1 0,1 1 0,7 3 0,-1-1 0,1 0 0,0-1 0,12 2 0,-14-3 0,151 18 131,-19-4-1627,-123-12-5330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4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 24575,'-1'0'0,"0"-1"0,0 1 0,0-1 0,0 1 0,-1-1 0,1 1 0,0 0 0,0 0 0,0-1 0,0 1 0,0 0 0,0 0 0,0 0 0,0 0 0,-1 0 0,1 0 0,0 1 0,0-1 0,0 0 0,0 1 0,0-1 0,-1 1 0,0 0 0,1 0 0,0 0 0,0 0 0,0 0 0,0 1 0,0-1 0,0 0 0,0 1 0,0-1 0,1 0 0,-1 1 0,0-1 0,1 1 0,-1 1 0,0 1 0,0 1 0,0 0 0,0 0 0,1-1 0,0 1 0,0 0 0,0 0 0,0 0 0,2 7 0,1-5 0,0 1 0,1-1 0,-1 0 0,1 0 0,1 0 0,-1 0 0,1 0 0,0-1 0,1 0 0,0 0 0,0-1 0,0 0 0,0 0 0,1 0 0,10 5 0,-12-7 0,0 0 0,1 0 0,-1-1 0,1 0 0,0 0 0,0 0 0,0-1 0,0 0 0,0 0 0,0 0 0,0-1 0,0 0 0,0 0 0,0-1 0,0 1 0,0-1 0,0-1 0,0 1 0,-1-1 0,1 0 0,7-4 0,-9 4 0,0-1 0,0 0 0,-1-1 0,1 1 0,-1-1 0,1 1 0,-1-1 0,0 0 0,-1-1 0,1 1 0,-1 0 0,1-1 0,-1 1 0,-1-1 0,1 0 0,-1 1 0,1-1 0,-1-6 0,1 2 0,-1 0 0,0 0 0,-1-1 0,0 1 0,0-1 0,-1 1 0,-1 0 0,-3-15 0,5 44 0,9 20 0,1-1 0,2-1 0,18 41 0,-3-9 0,5 14 0,47 154 0,-77-229 0,0-1 0,-1 0 0,0 1 0,0-1 0,-1 1 0,0-1 0,-1 1 0,-2 13 0,3-20 0,-1 0 0,1 0 0,-1 1 0,0-1 0,0 0 0,0 0 0,0 0 0,0 0 0,0 0 0,-1 0 0,1 0 0,-1-1 0,1 1 0,-1 0 0,0-1 0,1 1 0,-1-1 0,0 0 0,0 1 0,0-1 0,0 0 0,0 0 0,-1-1 0,1 1 0,0 0 0,0-1 0,0 1 0,-1-1 0,1 1 0,0-1 0,-1 0 0,1 0 0,0 0 0,-1-1 0,1 1 0,-2-1 0,-1 0 0,0 0 0,1 0 0,-1-1 0,0 1 0,1-1 0,0 0 0,0-1 0,-1 1 0,1-1 0,1 0 0,-1 0 0,0 0 0,1 0 0,-1 0 0,1-1 0,0 0 0,0 0 0,1 1 0,-1-2 0,-2-5 0,2 4 0,1 1 0,-1-1 0,1 0 0,1-1 0,-1 1 0,1 0 0,0 0 0,1-1 0,-1 1 0,1 0 0,1-1 0,-1 1 0,1 0 0,0-1 0,2-6 0,-1 8-2,0 0 0,0 0-1,1 1 1,-1-1 0,1 0-1,0 1 1,1-1-1,4-4 1,4-4 61,19-12-1,-19 15-545,-1 0 0,11-12 0,-13 12-6339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4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48 24575,'-48'-13'0,"-1"1"0,0 3 0,-84-5 0,131 14 0,0 0 0,0 0 0,0 0 0,0 0 0,0 1 0,0-1 0,0 0 0,0 1 0,0-1 0,0 1 0,0 0 0,0 0 0,1 0 0,-1 0 0,0 0 0,-2 2 0,3-2 0,1 0 0,-1 0 0,0 0 0,1 1 0,-1-1 0,1 0 0,-1 0 0,1 1 0,0-1 0,0 0 0,-1 0 0,1 1 0,0-1 0,0 0 0,0 1 0,0-1 0,1 0 0,-1 1 0,0-1 0,1 0 0,-1 1 0,0-1 0,1 0 0,0 0 0,-1 0 0,2 2 0,9 17 0,1-1 0,24 30 0,2 2 0,34 66 0,-62-96 0,0 1 0,-1 1 0,11 39 0,-13-32 0,-2 0 0,0 0 0,0 48 0,-6-76 0,1 0 0,0 0 0,0 1 0,1-1 0,-1 0 0,0 0 0,1 1 0,-1-1 0,1 0 0,0 0 0,0 0 0,0 0 0,0 0 0,1 2 0,0-2 0,-1-1 0,1 0 0,-1 0 0,1 0 0,0 0 0,-1 0 0,1 0 0,0-1 0,0 1 0,0 0 0,-1-1 0,1 1 0,0-1 0,0 0 0,0 0 0,0 0 0,2 0 0,9 0 0,0 0 0,0-1 0,1-1 0,-2 0 0,16-4 0,-21 4 0,0-1 0,-1 1 0,1-1 0,-1 0 0,0 0 0,1-1 0,-2 0 0,1 0 0,0 0 0,-1-1 0,7-7 0,-10 10-72,-1-1 1,1 0-1,-1 0 0,1 1 0,-1-1 0,0 0 0,0 0 0,0 0 1,-1 0-1,1 0 0,-1 0 0,0 0 0,1-1 0,-1 1 0,-1 0 1,1 0-1,0 0 0,-2-5 0,-2-2-6754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5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24575,'1'12'0,"0"0"0,1 0 0,0 0 0,1-1 0,1 1 0,0-1 0,0 0 0,1 0 0,0 0 0,1 0 0,1-1 0,-1 0 0,2-1 0,14 17 0,-21-25 0,0 0 0,0 1 0,0-1 0,1 0 0,-1 0 0,0 0 0,1 0 0,-1 0 0,0 0 0,1 0 0,-1-1 0,1 1 0,0 0 0,-1-1 0,1 1 0,-1-1 0,1 0 0,0 0 0,-1 1 0,1-1 0,0 0 0,0 0 0,-1-1 0,1 1 0,0 0 0,-1 0 0,1-1 0,-1 1 0,1-1 0,0 0 0,-1 1 0,1-1 0,2-2 0,-1 1 0,0-1 0,0 0 0,0 0 0,-1 0 0,1 0 0,-1-1 0,0 1 0,0-1 0,0 0 0,0 1 0,-1-1 0,3-7 0,2-16 0,-5 18 0,1 0 0,1 1 0,4-14 0,-6 21 0,0-1 0,-1 1 0,1 0 0,0 1 0,0-1 0,0 0 0,0 0 0,0 0 0,0 0 0,0 1 0,0-1 0,0 0 0,0 1 0,0-1 0,0 1 0,1-1 0,-1 1 0,0 0 0,0 0 0,1-1 0,-1 1 0,0 0 0,0 0 0,1 0 0,-1 0 0,0 0 0,0 1 0,1-1 0,-1 0 0,0 0 0,0 1 0,0-1 0,3 2 0,3 1 0,0 0 0,0 0 0,-1 1 0,8 5 0,21 17-90,26 16 297,-55-38-419,1 0 0,0-1 1,1 0-1,-1 0 0,1 0 1,14 2-1,-9-3-6614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5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24575,'26'-11'0,"40"-14"0,-58 22 0,0 1 0,-1 1 0,1-1 0,0 1 0,0 0 0,11 1 0,-17 0 0,-1 0 0,1 1 0,-1-1 0,0 0 0,1 1 0,-1-1 0,0 0 0,1 1 0,-1 0 0,0-1 0,0 1 0,0 0 0,1-1 0,-1 1 0,0 0 0,0 0 0,0 0 0,0 0 0,0 0 0,-1 0 0,1 1 0,0-1 0,0 0 0,-1 0 0,1 0 0,-1 1 0,1-1 0,-1 0 0,1 1 0,-1 2 0,1 4 0,0 0 0,-1 0 0,0 0 0,-2 12 0,1 11 0,5-5 0,1 0 0,2-1 0,0 0 0,17 36 0,0 3 0,18 42 0,-24-68 0,-3 2 0,12 47 0,-25-78 0,0 0 0,-1 0 0,0 0 0,0 0 0,-1 0 0,-1 12 0,1-19 0,-1 0 0,1 1 0,-1-1 0,1 0 0,-1 0 0,0 0 0,1 0 0,-1 0 0,0 0 0,0 0 0,-1 0 0,1-1 0,0 1 0,0 0 0,-1-1 0,1 1 0,-1-1 0,0 1 0,1-1 0,-1 0 0,0 0 0,0 1 0,0-1 0,0-1 0,0 1 0,0 0 0,0 0 0,0-1 0,0 1 0,0-1 0,-3 1 0,-15 0-10,-26-2 0,20 0-1335,13 1-5481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5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73 24575,'-31'-13'0,"-13"-5"0,-1 2 0,4 3 0,6 3 0,7 7 0,6 4 0,3 3 0,3 2 0,4 0-8191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6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39 24575,'-28'-8'0,"-15"-2"0,-3 0 0,2 2 0,6 5 0,3 3 0,6 4 0,5 1 0,6 1-8191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24575,'0'1'0,"-1"0"0,1 0 0,-1 0 0,1 0 0,-1 0 0,1 0 0,0 0 0,-1 0 0,1 0 0,0 0 0,0 0 0,0 0 0,0 0 0,0 0 0,0 0 0,0 3 0,5 18 0,-5-19 0,6 19 0,17 42 0,-18-52 0,0-1 0,1 0 0,1 0 0,0-1 0,10 13 0,-16-22 0,1 1 0,-1 0 0,1 0 0,0-1 0,-1 1 0,1-1 0,0 0 0,0 1 0,0-1 0,0 0 0,0 0 0,0 0 0,1-1 0,-1 1 0,0 0 0,0-1 0,1 1 0,-1-1 0,0 0 0,1 0 0,-1 0 0,0 0 0,1 0 0,-1 0 0,0-1 0,0 1 0,1-1 0,-1 0 0,0 1 0,0-1 0,0 0 0,0 0 0,4-3 0,-1 0 0,0 0 0,0 0 0,0-1 0,-1 1 0,1-1 0,-1 0 0,-1 0 0,1-1 0,-1 1 0,0-1 0,3-7 0,2-9 0,6-17 0,-13 37 0,0 0 0,1 0 0,-1 0 0,0 0 0,1 0 0,-1 0 0,1 0 0,-1 1 0,1-1 0,0 1 0,0-1 0,0 1 0,3-3 0,-3 4 0,0 0 0,-1-1 0,1 1 0,0 0 0,0 0 0,0 0 0,0 0 0,-1 0 0,1 0 0,0 1 0,0-1 0,0 1 0,-1-1 0,1 1 0,0-1 0,-1 1 0,4 2 0,27 19 0,-29-20 0,26 23 0,-2 1 0,45 53 0,-72-79 0,21 22-1365,-13-15-5461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7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24575,'31'13'0,"13"7"0,2 2 0,-5 0 0,-4 0 0,-6-5 0,-5-2 0,-5-2 0,-3 0 0,-2 1 0,-2 0 0,0-3 0,-2 1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7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0 24575,'-24'21'0,"-7"9"0,-1 2 0,3 1 0,5-2 0,5-5 0,3-3 0,4-4 0,1-2 0,4-1 0,1-4-8191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8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91 24575,'-1'-2'0,"-6"-43"0,6 42 0,0-1 0,-1 0 0,1 1 0,-1-1 0,1 1 0,-1-1 0,0 1 0,0 0 0,-4-4 0,5 6 0,0 1 0,1-1 0,-1 1 0,0-1 0,0 1 0,0-1 0,0 1 0,0-1 0,0 1 0,0 0 0,0 0 0,0-1 0,0 1 0,0 0 0,0 0 0,0 0 0,0 0 0,0 0 0,0 0 0,0 1 0,0-1 0,0 0 0,0 0 0,0 1 0,0-1 0,0 1 0,0-1 0,0 1 0,0-1 0,1 1 0,-1-1 0,0 1 0,0 0 0,1-1 0,-2 2 0,-4 3 0,1 1 0,-1-1 0,-5 10 0,9-13 0,-12 16 0,0 2 0,-13 21 0,24-33 0,-1-1 0,1 1 0,0 0 0,1 0 0,-1 0 0,2 0 0,-1 0 0,1 1 0,0 13 0,1 0 0,7 43 0,-5-55 0,0-1 0,1 1 0,0 0 0,1-1 0,0 0 0,9 15 0,-1-2 0,-1 1 0,-1 1 0,-1-1 0,-1 2 0,-1-1 0,7 47 0,-14-68 0,1-1 0,-1 1 0,1 0 0,0 0 0,0 0 0,0-1 0,0 1 0,1 0 0,-1-1 0,1 1 0,-1-1 0,1 0 0,0 1 0,0-1 0,0 0 0,0 0 0,0 0 0,5 2 0,-3-2 0,1 0 0,-1 0 0,1 0 0,0-1 0,0 0 0,-1 0 0,1 0 0,0 0 0,0-1 0,7 0 0,22 0 0,86-3 0,-108 0-1365,-2 0-5461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8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24575,'0'17'0,"1"0"0,4 21 0,-3-29 0,0-1 0,0 1 0,1-1 0,0 1 0,0-1 0,10 15 0,-12-21 0,0-1 0,0 1 0,1 0 0,-1-1 0,0 0 0,1 1 0,-1-1 0,1 0 0,0 1 0,-1-1 0,1 0 0,0 0 0,0-1 0,0 1 0,0 0 0,-1-1 0,1 1 0,0-1 0,0 1 0,0-1 0,0 0 0,0 0 0,0 0 0,0 0 0,3 0 0,-3-1 0,0 0 0,1 1 0,-1-1 0,1 0 0,-1 0 0,0 0 0,0 0 0,1-1 0,-1 1 0,0-1 0,0 1 0,0-1 0,0 0 0,-1 1 0,1-1 0,0 0 0,-1 0 0,0 0 0,3-4 0,9-26 0,-10 23 0,0 0 0,8-12 0,-11 19 0,1 1 0,0-1 0,0 1 0,0 0 0,0-1 0,0 1 0,0 0 0,1 0 0,-1 0 0,0 0 0,1 0 0,-1 0 0,0 0 0,1 1 0,-1-1 0,1 0 0,-1 1 0,1-1 0,0 1 0,1-1 0,-1 1 0,1 0 0,-1 1 0,1-1 0,-1 0 0,1 1 0,-1-1 0,1 1 0,-1 0 0,0 0 0,1 0 0,3 2 0,4 4 0,-1 0 0,1 0 0,-1 1 0,10 11 0,-16-16 0,58 60-1365,-48-49-5461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8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24575,'24'-8'0,"0"0"0,1 1 0,0 2 0,0 1 0,38-2 0,-50 5 0,0 2 0,0 0 0,1 0 0,-1 1 0,0 1 0,0 0 0,-1 0 0,1 2 0,-1-1 0,0 2 0,0 0 0,15 9 0,-12-5 0,-9-7 0,-1 0 0,0 1 0,9 8 0,-12-11 0,-1 1 0,1 0 0,-1 0 0,0 0 0,1 0 0,-1 1 0,0-1 0,0 0 0,0 0 0,-1 1 0,1-1 0,-1 0 0,1 5 0,4 31 0,1 0 0,2 0 0,24 71 0,10 10 0,27 67 0,-65-175 0,1 0 0,-2 0 0,0 0 0,3 20 0,-5-29 0,-1 0 0,1 1 0,-1-1 0,0 1 0,0-1 0,-1 1 0,1-1 0,0 0 0,-1 1 0,1-1 0,-1 0 0,0 1 0,0-1 0,0 0 0,0 0 0,0 0 0,0 1 0,0-1 0,-1-1 0,1 1 0,-1 0 0,0 0 0,1 0 0,-1-1 0,0 1 0,0-1 0,0 0 0,0 1 0,-3 0 0,-5 2 17,-1-1 0,0 1 0,1-2-1,-2 0 1,-14 1 0,-56-1-986,70-2 472,-7 0-6329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29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24575,'26'5'0,"8"5"0,2 0 0,-6 1 0,-8-1-8191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07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58 24575,'-1'-3'0,"-11"-18"0,12 20 0,0 1 0,0 0 0,0-1 0,0 1 0,0 0 0,0 0 0,-1-1 0,1 1 0,0 0 0,0 0 0,0-1 0,0 1 0,-1 0 0,1 0 0,0-1 0,0 1 0,-1 0 0,1 0 0,0 0 0,0 0 0,-1-1 0,1 1 0,0 0 0,-1 0 0,1 0 0,0 0 0,0 0 0,-1 0 0,1 0 0,0 0 0,-1 0 0,1 0 0,0 0 0,0 0 0,-1 0 0,1 0 0,0 0 0,-1 0 0,1 0 0,0 0 0,-1 0 0,1 1 0,0-1 0,0 0 0,-1 0 0,1 0 0,0 0 0,0 1 0,0-1 0,-1 0 0,1 0 0,0 0 0,0 1 0,0-1 0,-1 0 0,1 0 0,0 1 0,0-1 0,0 0 0,0 1 0,0-1 0,-1 3 0,0-1 0,1 0 0,-1 0 0,1 1 0,0-1 0,0 0 0,0 1 0,0-1 0,0 0 0,1 1 0,0 2 0,9 29 0,-6-22 0,14 37 0,28 53 0,-46-101 0,18 35 0,41 59 0,-50-84 0,-1 0 0,2 0 0,18 17 0,-25-25 0,1-1 0,-1 1 0,1 0 0,-1-1 0,1 0 0,0 0 0,0 0 0,0 0 0,0 0 0,0-1 0,0 0 0,1 0 0,-1 0 0,0 0 0,1-1 0,5 0 0,-7 0 0,0-1 0,1 0 0,-1 0 0,-1 0 0,1-1 0,0 1 0,0-1 0,0 1 0,-1-1 0,1 0 0,-1 0 0,1 0 0,-1 0 0,0-1 0,0 1 0,0-1 0,0 1 0,0-1 0,-1 0 0,1 0 0,-1 1 0,2-5 0,1-5 0,0 0 0,-1 0 0,0 0 0,2-17 0,-4 14 0,0-1 0,-1 0 0,0 1 0,-2-1 0,-3-20 0,-24-76 0,13 56 0,-4-18 0,47 130 0,52 103 0,-62-127 0,3-2 0,43 54 0,-37-51 0,11 10 0,-28-37 115,-8-6-164,-1 0-1,0 0 1,1 0 0,-1 0-1,0 0 1,1-1 0,-1 1-1,0 0 1,1 0 0,-1 0-1,0 0 1,1 0 0,-1-1-1,0 1 1,0 0 0,1 0-1,-1-1 1,0 1 0,0 0-1,1 0 1,-1-1 0,0 1-1,0 0 1,0 0 0,0-1-1,1 1 1,-1 0 0,0-1-1,0 0 1,2-6-6777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07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24 24575,'-12'-3'0,"-63"-15"0,67 17 0,0 0 0,0 0 0,0 1 0,0 0 0,0 1 0,0-1 0,-10 3 0,16-3 0,0 1 0,1-1 0,-1 1 0,0 0 0,0-1 0,0 1 0,0 0 0,0 0 0,1 0 0,-1 0 0,0 0 0,1 0 0,-1 1 0,1-1 0,0 1 0,-1-1 0,1 1 0,0-1 0,0 1 0,0 0 0,0-1 0,0 1 0,0 0 0,0 0 0,1 0 0,-1 0 0,1 0 0,-1 0 0,1 0 0,0 0 0,0 0 0,0 0 0,0 0 0,0 3 0,1 1 0,1 1 0,-1-1 0,1 0 0,1 0 0,-1 0 0,1 0 0,0 0 0,0-1 0,7 9 0,11 10 0,1 0 0,1-1 0,1-1 0,42 30 0,-26-22 0,-39-29 0,5 3 0,-1 0 0,0 1 0,0-1 0,7 11 0,-12-15 0,1 1 0,0 0 0,-1-1 0,1 1 0,-1 0 0,0 0 0,1-1 0,-1 1 0,0 0 0,1 0 0,-1 0 0,0 0 0,0 0 0,0-1 0,0 1 0,0 0 0,0 0 0,0 0 0,0 0 0,0 0 0,0 0 0,0-1 0,-1 1 0,1 0 0,0 0 0,-1 0 0,1 0 0,0-1 0,-1 1 0,1 0 0,-1 0 0,1-1 0,-1 1 0,0-1 0,1 1 0,-1 0 0,0-1 0,1 1 0,-1-1 0,0 1 0,0-1 0,1 1 0,-1-1 0,0 0 0,0 1 0,-1-1 0,-3 2 0,-1 0 0,0 0 0,0-1 0,0 1 0,-1-1 0,1-1 0,0 1 0,0-1 0,-10-1 0,-1-1 0,0-1 0,-20-6 0,21 2 0,16 7 0,0 0 0,0 0 0,-1 0 0,1-1 0,0 1 0,0 0 0,0 0 0,0 0 0,-1-1 0,1 1 0,0 0 0,0 0 0,0-1 0,0 1 0,0 0 0,0 0 0,0-1 0,0 1 0,-1 0 0,1-1 0,0 1 0,0 0 0,0 0 0,1-1 0,-1 1 0,0 0 0,0-1 0,0 1 0,0 0 0,0 0 0,0-1 0,0 1 0,0 0 0,0 0 0,1-1 0,-1 1 0,0 0 0,0 0 0,0 0 0,1-1 0,-1 1 0,0 0 0,0 0 0,0 0 0,1 0 0,-1-1 0,0 1 0,0 0 0,1 0 0,-1 0 0,0 0 0,0 0 0,1 0 0,-1 0 0,1 0 0,14-7 0,1 0 0,1 2 0,-1 0 0,1 1 0,22-3 0,4-1 0,-17 2 0,66-17 0,-82 20 0,-1 0 0,0-1 0,0 0 0,-1-1 0,1 0 0,-1 0 0,11-10 0,-18 14 0,1 0 0,-1-1 0,1 1 0,-1-1 0,1 0 0,-1 1 0,0-1 0,0 0 0,0 0 0,0 0 0,0 0 0,0 0 0,-1 0 0,1 0 0,-1 0 0,1 0 0,-1 0 0,0 0 0,0 0 0,0 0 0,0 0 0,0 0 0,0 0 0,0-1 0,-1 1 0,1 0 0,-1 0 0,0 0 0,1 0 0,-1 0 0,0 1 0,0-1 0,0 0 0,-1 0 0,1 1 0,0-1 0,-1 0 0,-1-1 0,-1-1 0,0 0 0,0 1 0,0 0 0,0-1 0,0 2 0,-1-1 0,1 0 0,-1 1 0,0 0 0,0 0 0,0 0 0,0 1 0,0 0 0,-9-2 0,11 3 0,0 0 0,0 0 0,0 0 0,0 0 0,1 1 0,-1-1 0,0 1 0,0 0 0,0 0 0,0 0 0,0 0 0,1 0 0,-1 0 0,0 1 0,1 0 0,-1-1 0,1 1 0,0 0 0,0 0 0,-1 0 0,1 0 0,0 1 0,1-1 0,-1 1 0,0-1 0,1 1 0,-1-1 0,1 1 0,0 0 0,0 0 0,0 0 0,-1 5 0,1-1 0,0 0 0,1 0 0,-1 0 0,1 0 0,1 0 0,-1-1 0,1 1 0,0 0 0,1 0 0,0 0 0,0-1 0,0 1 0,5 8 0,0-3 0,1-1 0,0 0 0,0 0 0,1-1 0,0 0 0,1-1 0,0 0 0,1-1 0,-1 0 0,2 0 0,-1-1 0,1 0 0,20 7 0,-10-6 0,1 0 0,0-1 0,0-2 0,1 0 0,-1-2 0,44 1 0,-54-3-107,52-3 347,-58 2-454,0-1 0,1-1 0,-1 1 0,0-1 0,0 0 0,11-5 0,-9 1-6612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09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499 125 24575,'-56'-26'0,"-100"-41"0,136 59 0,-1 2 0,0 1 0,-1 1 0,1 0 0,-38-1 0,53 6 0,-1-1 0,1 1 0,0 0 0,0 0 0,0 0 0,0 1 0,0 0 0,0 1 0,0-1 0,1 1 0,-1 0 0,-7 6 0,10-7 0,0 0 0,0 1 0,0-1 0,1 1 0,-1 0 0,1 0 0,0 0 0,0 0 0,0 0 0,0 1 0,0-1 0,1 1 0,-1-1 0,1 1 0,0 0 0,0-1 0,0 1 0,1 0 0,-1 0 0,1-1 0,0 8 0,1-8 0,0 1 0,0-1 0,0 1 0,0-1 0,1 0 0,0 0 0,-1 1 0,1-1 0,0 0 0,1 0 0,-1-1 0,0 1 0,1 0 0,-1-1 0,1 0 0,0 1 0,0-1 0,0 0 0,0 0 0,5 2 0,4 1 0,-1 0 0,1 0 0,0-1 0,20 4 0,-16-4 0,8 1 0,-1-1 0,36 1 0,-53-4 0,-1-1 0,1 0 0,0-1 0,0 0 0,0 0 0,0 0 0,0 0 0,-1-1 0,1 0 0,0 0 0,-1-1 0,0 0 0,0 0 0,0 0 0,7-5 0,-11 6 0,1 0 0,0 0 0,-1 0 0,1-1 0,-1 1 0,1-1 0,-1 1 0,0 0 0,0-1 0,-1 0 0,1 1 0,0-1 0,0-3 0,3 13 0,1 7 0,-2-5-76,1 0 1,0 0-1,1 0 0,0-1 0,0 1 0,0-2 0,1 1 0,1 0 1,-1-1-1,1 0 0,0-1 0,1 0 0,0 0 0,0 0 1,0-1-1,0 0 0,13 5 0,-7-5-6750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0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24575,'15'38'0,"2"22"0,4-1 0,38 79 0,-11-36 0,37 113 0,-84-211 0,1 0 0,0 1 0,0-1 0,0 0 0,0 0 0,1-1 0,-1 1 0,1 0 0,4 4 0,-4-6 0,-1 0 0,1-1 0,0 1 0,-1-1 0,1 1 0,0-1 0,0 0 0,0 0 0,0 0 0,0-1 0,0 1 0,0-1 0,0 0 0,6 1 0,11-1-341,0-1 0,1 0-1,19-5 1,-23 2-6485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0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395 64 24575,'-31'-8'0,"-16"-3"0,-2-1 0,5 1 0,4 2 0,7 3 0,6 2 0,5 2 0,4 1 0,3 1 0,0 3 0,1 1 0,0 3 0,0-1 0,2 0-8191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0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24575,'1'5'0,"-1"-1"0,1 1 0,0 0 0,0 0 0,0 0 0,1-1 0,0 1 0,0-1 0,0 1 0,0-1 0,1 0 0,0 0 0,-1 0 0,1 0 0,1 0 0,5 4 0,-2-1 0,0-1 0,1 0 0,0-1 0,0 0 0,0 0 0,1-1 0,13 5 0,-11-5 0,0-2 0,-1 1 0,20 1 0,-25-3 0,0-1 0,1 0 0,-1 0 0,0-1 0,1 1 0,-1-1 0,0 0 0,0 0 0,9-4 0,-13 4 0,1 0 0,-1 0 0,0 0 0,1 0 0,-1 0 0,0 0 0,0 0 0,0-1 0,0 1 0,0 0 0,0-1 0,0 1 0,0-1 0,0 1 0,0-1 0,-1 1 0,1-1 0,0-3 0,0-1 0,0 1 0,-1-1 0,0 0 0,0-6 0,22 45 0,-17-26 0,1 0 0,0-1 0,0 1 0,0-1 0,0-1 0,1 1 0,0-1 0,0 0 0,1-1 0,-1 0 0,13 5 0,-13-6 0,-1-1 0,1 0 0,0 0 0,0 0 0,-1-1 0,1 0 0,0-1 0,0 0 0,0 0 0,0 0 0,0-1 0,0 0 0,0 0 0,11-4 0,-14 3 5,0 0-1,0 0 1,0-1 0,0 1-1,-1-1 1,0 0-1,1 0 1,-1 0 0,0 0-1,0-1 1,-1 1 0,1-1-1,-1 0 1,1 0-1,-1 0 1,0 0 0,-1 0-1,1 0 1,-1 0-1,0-1 1,0 1 0,0 0-1,-1-1 1,1 1-1,-1-8 1,0 8-56,0 0 0,0 0-1,0 1 1,-1-1 0,1 0 0,-1 0 0,0 0-1,0 0 1,-1 1 0,1-1 0,-1 0-1,1 1 1,-1 0 0,0-1 0,-1 1 0,1 0-1,-1 0 1,1 0 0,-1 0 0,0 0 0,0 1-1,0-1 1,0 1 0,0 0 0,-1 0 0,1 0-1,-1 0 1,-6-2 0,-2 2-6775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1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127 139 24575,'-4'-3'0,"-41"-32"0,41 33 0,0 0 0,0-1 0,0 1 0,0 1 0,0-1 0,0 1 0,-1-1 0,1 1 0,-1 0 0,-4 0 0,8 1 0,0 0 0,0 0 0,1 0 0,-1 0 0,0 1 0,0-1 0,0 0 0,0 0 0,0 1 0,0-1 0,0 0 0,0 1 0,1-1 0,-1 1 0,0-1 0,0 1 0,1-1 0,-1 1 0,0 0 0,1-1 0,-1 1 0,0 1 0,-1 0 0,1 0 0,1 0 0,-1 0 0,0 0 0,0 0 0,1 1 0,-1-1 0,1 0 0,0 3 0,0 3 0,0 0 0,0 0 0,1 0 0,3 11 0,-2-13 0,0 1 0,0-1 0,1 0 0,0 0 0,0 0 0,1-1 0,0 1 0,0-1 0,0 0 0,0 0 0,1 0 0,0-1 0,0 1 0,0-1 0,1 0 0,-1-1 0,1 1 0,0-1 0,0 0 0,0-1 0,0 1 0,0-1 0,1 0 0,-1-1 0,1 0 0,-1 0 0,1 0 0,0-1 0,-1 0 0,12-1 0,-16 1 0,1 0 0,0-1 0,-1 1 0,1-1 0,-1 0 0,1 0 0,-1 0 0,0 0 0,1 0 0,-1 0 0,0-1 0,0 1 0,1-1 0,-1 0 0,0 0 0,1-1 0,0-1 0,-1 1 0,1-1 0,-1 1 0,0-1 0,-1 0 0,1 1 0,-1-1 0,1 0 0,0-6 0,0 2 0,-1 0 0,-1 1 0,1-1 0,-1 0 0,-1 0 0,1 1 0,-1-1 0,0 0 0,-1 1 0,-4-12 0,3 11-62,-1 1 0,0-1 0,-1 1 0,1 0 0,-1 1 0,-1-1 0,1 1 0,-1 0 0,0 0 0,-1 0 0,1 1 0,-1 0-1,0 1 1,0-1 0,-1 1 0,0 1 0,1-1 0,-1 1 0,0 1 0,0-1 0,-15-1 0,6 2-6764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1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61 185 24575,'22'63'0,"4"-1"0,1 0 0,45 70 0,-50-103 0,-22-29 0,0 0 0,0 0 0,0 0 0,0 0 0,0 0 0,0 1 0,0-1 0,0 0 0,0 0 0,0 0 0,0 0 0,0 0 0,0 0 0,0 0 0,0 0 0,0 0 0,1 1 0,-1-1 0,0 0 0,0 0 0,0 0 0,0 0 0,0 0 0,0 0 0,0 0 0,0 0 0,1 0 0,-1 0 0,0 0 0,0 0 0,0 0 0,0 0 0,0 0 0,0 0 0,1 0 0,-1 0 0,0 0 0,0 0 0,0 0 0,0 0 0,0 0 0,0 0 0,0 0 0,1 0 0,-1 0 0,0 0 0,0 0 0,-2-8 0,-5-9 0,-65-80 0,43 60 0,-30-50 0,51 73 0,1 0 0,0-1 0,1 0 0,0 0 0,2 0 0,0-1 0,-4-24 0,7 32 0,1 0 0,-1 0 0,1 0 0,1 0 0,-1 0 0,1 0 0,1 0 0,0 0 0,3-10 0,-3 15 0,-1-1 0,1 1 0,0 0 0,0 0 0,0 0 0,0 0 0,1 0 0,-1 0 0,1 1 0,0-1 0,0 1 0,0 0 0,0 0 0,0 0 0,0 0 0,0 0 0,1 1 0,-1-1 0,1 1 0,-1 0 0,1 0 0,4 0 0,2-1 0,0 2 0,0 0 0,0 0 0,0 1 0,0 0 0,0 0 0,0 1 0,0 1 0,-1-1 0,1 2 0,-1-1 0,0 1 0,0 1 0,0-1 0,-1 2 0,1-1 0,9 10 0,-16-14 0,0 1 0,0-1 0,-1 1 0,1 0 0,-1 0 0,1 0 0,-1 0 0,0 0 0,0 0 0,0 0 0,0 0 0,0 0 0,0 0 0,-1 1 0,1-1 0,-1 0 0,1 1 0,-1-1 0,0 0 0,0 1 0,0-1 0,0 0 0,0 1 0,-1-1 0,1 0 0,-1 0 0,1 1 0,-1-1 0,0 0 0,0 0 0,0 0 0,0 0 0,0 0 0,-1 0 0,-2 3 0,-1 1 0,0 0 0,-1 0 0,0-1 0,0 0 0,-1 0 0,1 0 0,-1-1 0,0 0 0,-9 3 0,-25 9 0,-1-3 0,-54 10 0,80-20-1365,3-1-5461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2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48 24575,'-11'-3'0,"-45"-11"0,0 2 0,-66-6 0,119 18 0,0 0 0,0 0 0,0 0 0,0 0 0,0 1 0,1-1 0,-1 1 0,0-1 0,0 1 0,-4 3 0,6-4 0,0 1 0,0-1 0,1 1 0,-1 0 0,0-1 0,1 1 0,-1 0 0,0-1 0,1 1 0,-1 0 0,1 0 0,0 0 0,-1 0 0,1-1 0,0 1 0,-1 0 0,1 0 0,0 0 0,0 0 0,0 0 0,0 0 0,-1 0 0,2 0 0,-1 0 0,0 0 0,0 0 0,0 0 0,0 0 0,0-1 0,1 1 0,-1 0 0,1 0 0,-1 0 0,0 0 0,1 0 0,0 0 0,2 4 0,-1-1 0,1 0 0,0 0 0,1 0 0,-1-1 0,1 1 0,-1-1 0,1 1 0,6 2 0,2 2 0,25 12 0,-29-16 0,0-2 0,0 1 0,1-1 0,-1 0 0,1 0 0,-1-1 0,1 0 0,-1-1 0,1 0 0,-1 0 0,17-3 0,-21 2 0,0 0 0,0 0 0,0 0 0,0 0 0,0 0 0,0-1 0,0 0 0,-1 0 0,1 0 0,-1 0 0,1-1 0,-1 1 0,0-1 0,0 0 0,0 0 0,0 0 0,-1 0 0,1-1 0,-1 1 0,0-1 0,0 1 0,0-1 0,0 0 0,0 0 0,1-6 0,-3 9 0,0 1 0,0-1 0,0 1 0,0 0 0,0-1 0,0 1 0,0 0 0,0-1 0,0 1 0,0 0 0,0-1 0,0 1 0,0-1 0,0 1 0,0 0 0,1-1 0,-1 1 0,0 0 0,0 0 0,0-1 0,1 1 0,-1 0 0,0-1 0,0 1 0,1 0 0,-1 0 0,1-1 0,1 12 0,0-3 0,0 0 20,0-1 0,1 0 0,-1 0 0,2 0 0,4 8 0,-6-11-155,1 0 0,0 0 0,-1-1 0,1 1 0,0-1 0,1 0 0,-1 0 0,1 0 0,-1 0 0,6 2 0,0 0-6691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2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24575,'67'237'0,"-47"-182"0,3-1 0,35 62 0,-26-58 0,-6-10 0,63 87 0,-77-122-1365,-2-4-5461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2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32 24575,'-26'-5'0,"-11"-2"0,-1 0 0,2 2 0,5 1 0,6 2 0,1 1 0,2 0 0,3 4 0,2 0 0,0 1 0,2-1 0,0-1 0,0-1 0,3 0-8191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24575,'-8'32'0,"0"0"0,3 1 0,0 0 0,1 40 0,4-47 0,1 0 0,2-1 0,0 1 0,2-1 0,16 49 0,-14-53 0,12 32 0,-17-48 0,1 0 0,-1 0 0,1 0 0,0-1 0,1 1 0,-1-1 0,6 6 0,-7-8 0,0-1 0,0 1 0,0-1 0,0 0 0,0 0 0,0 0 0,0 0 0,0 0 0,0 0 0,0 0 0,1-1 0,-1 1 0,0-1 0,1 0 0,-1 1 0,0-1 0,1 0 0,-1 0 0,0-1 0,1 1 0,-1 0 0,0-1 0,1 0 0,-1 1 0,0-1 0,0 0 0,0 0 0,0 0 0,0 0 0,0-1 0,0 1 0,2-2 0,1-1 0,-1 0 0,1 0 0,-1-1 0,0 1 0,0-1 0,-1 0 0,0 0 0,0 0 0,0 0 0,0-1 0,2-7 0,-3 8 0,-1 0 0,0 1 0,1-1 0,0 1 0,-1 0 0,4-4 0,-5 7 0,1 1 0,-1-1 0,0 1 0,1-1 0,-1 1 0,1-1 0,-1 1 0,1-1 0,-1 1 0,1 0 0,-1-1 0,1 1 0,-1-1 0,1 1 0,0 0 0,-1 0 0,1-1 0,-1 1 0,1 0 0,0 0 0,-1 0 0,1 0 0,0 0 0,-1 0 0,1 0 0,0 0 0,-1 0 0,1 0 0,0 0 0,-1 0 0,1 1 0,0-1 0,-1 0 0,1 0 0,-1 1 0,1-1 0,0 0 0,-1 1 0,1-1 0,-1 0 0,1 1 0,0 0 0,15 14 0,27 30 0,-15-14 0,-23-25-170,1 0-1,-1 1 0,-1-1 1,1 1-1,-1 0 0,0 0 1,5 14-1,-5-8-6655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3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80 24575,'-12'-15'0,"8"11"0,6 12 0,15 23 0,1 0 0,34 43 0,-9-15 0,186 306 0,-210-324 0,-29-58 0,-1-1 0,-1 2 0,-15-17 0,-1-2 0,-20-27 0,-60-84 0,88 116 0,1-1 0,-28-65 0,43 86 0,0-1 0,1 1 0,0-1 0,0 0 0,1 0 0,0-21 0,2 29 0,0 0 0,0-1 0,0 1 0,1 0 0,-1-1 0,1 1 0,0 0 0,0 0 0,0 0 0,1 0 0,-1 0 0,1 0 0,-1 0 0,1 0 0,0 0 0,0 1 0,0-1 0,1 1 0,-1-1 0,1 1 0,-1 0 0,1 0 0,0 0 0,-1 1 0,1-1 0,6-2 0,1 1 0,0 0 0,0 0 0,0 1 0,0 1 0,1 0 0,-1 0 0,0 1 0,0 0 0,1 1 0,-1 0 0,13 3 0,-11-1 0,0 0 0,0 1 0,-1 0 0,0 1 0,0 0 0,0 1 0,-1 0 0,1 1 0,11 10 0,-19-14 0,0-1 0,0 1 0,-1 1 0,1-1 0,-1 0 0,0 1 0,1-1 0,-1 1 0,-1 0 0,1-1 0,-1 1 0,1 0 0,-1 0 0,0 0 0,0 0 0,-1 0 0,1 0 0,-1 0 0,0 1 0,0-1 0,-1 0 0,1 0 0,-1 0 0,0 0 0,0 0 0,0 0 0,0 0 0,-1 0 0,1-1 0,-1 1 0,0 0 0,-5 5 0,1-2 14,-1-1-1,1 0 0,-1-1 0,0 0 1,-1 0-1,0 0 0,1-1 1,-17 6-1,2-2-508,1-2 0,-31 5 0,35-8-6331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3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60 24575,'-14'-9'0,"-44"-24"0,52 30 0,0 0 0,0 1 0,0 0 0,0 0 0,0 0 0,0 1 0,0 0 0,-8 0 0,13 1 0,-1 0 0,1 0 0,-1 0 0,1 0 0,-1 1 0,1-1 0,-1 0 0,1 1 0,-1-1 0,1 1 0,-1 0 0,1-1 0,0 1 0,-1 0 0,1 0 0,0 0 0,0 0 0,0 0 0,-2 2 0,2-1 0,-1 0 0,1 0 0,0 0 0,0 0 0,0 1 0,0-1 0,1 0 0,-1 0 0,1 1 0,-1-1 0,1 4 0,0 1 0,0 0 0,0-1 0,1 1 0,0 0 0,0-1 0,1 1 0,0-1 0,3 8 0,-1-7 0,0 0 0,0-1 0,1 1 0,0-1 0,0 0 0,0 0 0,1-1 0,0 0 0,9 7 0,-3-4 0,-1-1 0,1 0 0,0-1 0,22 8 0,-26-11 0,0-1 0,1 0 0,-1 0 0,0-1 0,1 0 0,-1-1 0,1 1 0,-1-2 0,1 1 0,-1-1 0,13-3 0,-19 3 0,0 0 0,-1 0 0,1 0 0,0 0 0,-1 0 0,1 0 0,0 0 0,-1 0 0,0 0 0,1-1 0,-1 1 0,0-1 0,0 1 0,0-1 0,2-3 0,-1 2 0,-1 0 0,0-1 0,0 0 0,0 1 0,0-1 0,0 0 0,0-6 0,-1 2 0,-1-1 0,1 1 0,-1-1 0,-1 1 0,0 0 0,-4-13 0,-12-25 0,27 60 0,1 0 0,0 0 0,1-1 0,16 15 0,-13-15-195,0-1 0,2 0 0,-1-1 0,1-1 0,0 0 0,19 7 0,-22-12-6631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4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24575,'18'57'0,"2"-1"0,3-1 0,2 0 0,45 71 0,90 102 0,-149-215-1365,0-2-5461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43 24575,'-31'-8'0,"-13"-2"0,-1 0 0,4 2 0,6 2 0,7 5 0,6 3 0,3 0 0,3 1 0,4-1-8191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5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24575,'1'-1'0,"5"-13"0,-3 12 0,1 9 0,16 63 0,-6-18 0,2-1 0,26 58 0,-31-85 0,-1-1 0,15 22 0,-22-39 0,1-1 0,0 1 0,0-1 0,0 0 0,0-1 0,1 1 0,0-1 0,0 1 0,7 2 0,-11-6 0,0 0 0,0 0 0,1 0 0,-1 0 0,1-1 0,-1 1 0,1-1 0,-1 1 0,1-1 0,-1 1 0,1-1 0,-1 0 0,1 0 0,-1 0 0,1 0 0,-1 0 0,1 0 0,0 0 0,-1-1 0,1 1 0,-1 0 0,1-1 0,-1 1 0,0-1 0,1 0 0,-1 1 0,1-1 0,-1 0 0,0 0 0,0 0 0,1 0 0,-1 0 0,0 0 0,0 0 0,0-1 0,0 1 0,0 0 0,-1 0 0,2-3 0,2-4 0,0-1 0,0 0 0,-1 0 0,-1 0 0,2-11 0,-3 16 0,0 1 0,-1 1 0,1-1 0,0 1 0,0-1 0,0 1 0,0-1 0,0 1 0,0 0 0,1 0 0,-1-1 0,1 1 0,-1 0 0,3-2 0,-3 4 0,1-1 0,-1 0 0,0 0 0,1 1 0,-1-1 0,0 1 0,1-1 0,-1 1 0,1 0 0,-1-1 0,1 1 0,-1 0 0,1 0 0,-1 0 0,1 0 0,-1 0 0,1 1 0,-1-1 0,1 0 0,-1 1 0,1-1 0,-1 1 0,0-1 0,3 2 0,13 7 0,-1 0 0,0 1 0,18 15 0,6 3 0,21 13-1365,-48-32-5461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8 134 24575,'16'50'0,"33"89"0,-40-119 0,0-1 0,2 0 0,0 0 0,24 30 0,-35-48 0,1-1 0,-1 1 0,1 0 0,0 0 0,-1-1 0,1 1 0,0 0 0,-1-1 0,1 1 0,0-1 0,0 1 0,0-1 0,-1 1 0,1-1 0,0 0 0,0 1 0,0-1 0,0 0 0,1 1 0,-1-1 0,-1-1 0,1 1 0,-1 0 0,1 0 0,-1-1 0,1 1 0,-1 0 0,1-1 0,-1 1 0,0-1 0,1 1 0,-1 0 0,1-1 0,-1 1 0,0-1 0,0 1 0,1-1 0,-1 1 0,0-1 0,0 1 0,0-1 0,1 1 0,-1-2 0,1-3 0,-1 0 0,1 1 0,-1-1 0,0 0 0,0 0 0,-1-6 0,-4-12 0,0 0 0,-2 0 0,-11-26 0,-34-64 0,-13-33 0,54 116 0,9 29-85,0 6 212,-1 13-444,2-11-773,-2 8-5736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6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24575,'0'-3'0,"0"-3"0,0 2 0,0 4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36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24575,'-3'5'0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0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47 24575,'0'0'0,"36"-12"0,-34 11 0,1 0 0,0 0 0,-1-1 0,1 1 0,-1-1 0,0 0 0,1 1 0,-1-1 0,0 0 0,2-3 0,-4 4 0,1 1 0,-1 0 0,0-1 0,0 1 0,0 0 0,0-1 0,0 1 0,0 0 0,1-1 0,-1 1 0,0 0 0,0-1 0,0 1 0,0 0 0,0-1 0,-1 1 0,1 0 0,0-1 0,0 1 0,0 0 0,0-1 0,0 1 0,0 0 0,0 0 0,-1-1 0,1 1 0,0 0 0,0-1 0,0 1 0,-1 0 0,1 0 0,0-1 0,0 1 0,-1 0 0,1 0 0,0 0 0,0-1 0,-1 1 0,1 0 0,0 0 0,-1 0 0,1 0 0,0 0 0,-1 0 0,1 0 0,0 0 0,-1-1 0,1 1 0,0 0 0,-1 0 0,0 1 0,-19-3 0,13 2 0,0 1 0,0 0 0,0 0 0,1 1 0,-1 0 0,0 0 0,1 1 0,-1 0 0,1 0 0,0 0 0,0 1 0,0 0 0,0 0 0,-7 7 0,5-3 0,0 1 0,0 0 0,1 1 0,0-1 0,1 1 0,0 1 0,-8 18 0,12-23 0,-2 2 0,1 0 0,0 0 0,0 1 0,-2 12 0,5-19 0,0 1 0,0-1 0,0 1 0,0 0 0,0-1 0,0 1 0,1-1 0,-1 1 0,1-1 0,0 1 0,0-1 0,0 1 0,0-1 0,0 1 0,0-1 0,1 0 0,-1 0 0,1 0 0,3 3 0,2 2 0,1-1 0,-1 0 0,1-1 0,1 0 0,-1 0 0,1-1 0,0 0 0,14 5 0,78 16 0,-95-24 0,17 3 0,0-1 0,1-1 0,-1-1 0,35-2 0,-52 0-227,0 0-1,0-1 1,1 0-1,-1 0 1,11-6-1,-4 2-6598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0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98 24575,'-6'0'0,"1"0"0,0 1 0,0-1 0,0 1 0,0 1 0,0-1 0,-8 4 0,12-5 0,0 1 0,0-1 0,0 1 0,0-1 0,0 1 0,0 0 0,0 0 0,0-1 0,0 1 0,0 0 0,0 0 0,0 0 0,0 0 0,1 0 0,-1 0 0,0 0 0,1 0 0,-1 0 0,1 0 0,-1 0 0,1 1 0,-1-1 0,1 0 0,0 0 0,0 0 0,0 1 0,-1-1 0,1 0 0,0 0 0,1 1 0,-1-1 0,0 0 0,0 0 0,0 1 0,1-1 0,0 2 0,2 2 0,0 0 0,0 0 0,0 0 0,0 0 0,1-1 0,0 0 0,0 0 0,0 0 0,1 0 0,-1 0 0,1-1 0,0 0 0,10 5 0,-5-3 0,0-1 0,0-1 0,0 1 0,0-1 0,0-1 0,20 2 0,-20-3 0,1-1 0,-1 0 0,1 0 0,0-1 0,13-3 0,-21 3 0,-1 1 0,0-1 0,0 1 0,0-1 0,0 0 0,0 0 0,0 0 0,0 0 0,0 0 0,-1 0 0,1 0 0,0-1 0,0 1 0,-1-1 0,1 1 0,-1-1 0,0 1 0,1-1 0,-1 0 0,0 0 0,0 0 0,0 0 0,0 0 0,0 0 0,-1 0 0,1 0 0,0 0 0,-1 0 0,0 0 0,1 0 0,-1-1 0,0 1 0,-1-3 0,0-1 0,0 1 0,0 0 0,-1 0 0,0 0 0,0 0 0,0 0 0,-1 0 0,1 0 0,-1 1 0,-4-5 0,-4-5 0,-22-21 0,25 28 0,-1 0 0,0 0 0,0 1 0,-1 0 0,0 1 0,0 0 0,0 0 0,0 1 0,-1 0 0,-19-3 0,24 5 0,0 1 0,0 0 0,1 1 0,-1-1 0,0 1 0,0 1 0,0-1 0,0 1 0,0 0 0,0 0 0,1 0 0,-1 1 0,0 0 0,1 0 0,0 1 0,-1-1 0,1 1 0,0 0 0,0 1 0,1-1 0,-9 9 0,10-9-195,1 0 0,0 0 0,0 0 0,0 0 0,0 1 0,-1 3 0,-1 5-6631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1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24575,'0'1'0,"0"1"0,1-1 0,-1 0 0,0 0 0,1 1 0,-1-1 0,1 0 0,0 0 0,-1 0 0,1 0 0,0 0 0,0 0 0,0 0 0,-1 0 0,1 0 0,0 0 0,2 0 0,21 16 0,-16-12 0,4 3 0,1 1 0,0-2 0,1 0 0,0-1 0,0 0 0,0-1 0,1 0 0,-1-1 0,1-1 0,0-1 0,0 0 0,1 0 0,-1-2 0,16-1 0,-28 1 0,0 0 0,-1-1 0,1 1 0,-1-1 0,1 0 0,0 0 0,-1 0 0,1 0 0,-1 0 0,0-1 0,1 1 0,-1-1 0,0 1 0,4-5 0,-4 3 0,1 0 0,-1 0 0,0-1 0,0 1 0,0-1 0,0 0 0,-1 1 0,1-1 0,0-4 0,-2 7 0,0 1 0,0-1 0,0 1 0,0-1 0,0 1 0,0-1 0,0 1 0,1-1 0,-1 1 0,0-1 0,0 1 0,0-1 0,1 1 0,-1-1 0,0 1 0,1 0 0,-1-1 0,0 1 0,1-1 0,-1 1 0,0 0 0,1-1 0,-1 1 0,1 0 0,-1 0 0,0-1 0,1 1 0,-1 0 0,1 0 0,-1 0 0,1-1 0,-1 1 0,1 0 0,-1 0 0,1 0 0,-1 0 0,1 0 0,-1 0 0,1 0 0,-1 0 0,1 0 0,-1 0 0,2 1 0,1 0 0,0 1 0,-1 0 0,1 0 0,0 0 0,4 5 0,2 1 0,-5-4 0,1-1 0,-1 1 0,1-1 0,0-1 0,0 1 0,0-1 0,0 1 0,0-2 0,0 1 0,1 0 0,-1-1 0,1 0 0,-1 0 0,1-1 0,-1 0 0,1 0 0,-1 0 0,1 0 0,0-1 0,-1 0 0,1 0 0,-1-1 0,0 1 0,0-1 0,6-3 0,-5 2 0,-1-1 0,1 1 0,-1-1 0,5-5 0,-8 6 0,1 1 0,0-1 0,0 1 0,0 0 0,0 0 0,0 0 0,1 0 0,-1 0 0,0 0 0,1 1 0,0 0 0,-1 0 0,1 0 0,5-1 0,-2 2-66,-1 1-1,1-1 1,0 1-1,0 0 1,9 3 0,-7-1-901,5 0-5859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2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95 24575,'43'54'0,"-3"2"0,43 79 0,-83-135 0,5 9 0,0 1 0,0-1 0,-1 0 0,-1 1 0,3 11 0,-5-20 0,-1-1 0,0 1 0,0-1 0,0 0 0,0 1 0,0-1 0,0 1 0,0-1 0,0 1 0,0-1 0,0 0 0,0 1 0,0-1 0,0 1 0,0-1 0,0 0 0,0 1 0,-1-1 0,1 1 0,0-1 0,0 0 0,0 1 0,-1-1 0,1 0 0,0 1 0,0-1 0,-1 0 0,1 1 0,0-1 0,-1 0 0,1 0 0,0 1 0,-1-1 0,0 0 0,0 0 0,-1 0 0,1 1 0,0-2 0,-1 1 0,1 0 0,0 0 0,0 0 0,-1-1 0,1 1 0,0 0 0,-2-2 0,-4-1 0,1 0 0,0-1 0,-7-5 0,-7-7 0,1 0 0,1-2 0,0-1 0,-27-37 0,37 44 0,0-1 0,0 0 0,2 0 0,-1-1 0,2 1 0,0-1 0,0-1 0,2 1 0,-4-24 0,6 33 0,1 0 0,0 0 0,0 0 0,0-1 0,1 1 0,-1 0 0,1 0 0,1 1 0,-1-1 0,0 0 0,1 0 0,4-7 0,-4 9 0,1 0 0,-1 0 0,0 0 0,1 0 0,0 1 0,0-1 0,-1 1 0,1 0 0,1 0 0,-1 0 0,0 0 0,0 0 0,1 1 0,-1-1 0,1 1 0,0 0 0,5-1 0,2 0 0,1 1 0,-1 0 0,0 1 0,0 0 0,0 1 0,22 4 0,-25-3 0,1 0 0,-1 0 0,0 1 0,0 1 0,0-1 0,-1 1 0,1 0 0,-1 1 0,11 8 0,-16-11 0,0-1 0,-1 1 0,1-1 0,-1 1 0,1-1 0,-1 1 0,0 0 0,1 0 0,-1 0 0,0 0 0,0 0 0,0 0 0,-1 0 0,1 0 0,0 0 0,-1 0 0,1 1 0,-1-1 0,0 0 0,0 0 0,0 0 0,0 1 0,0-1 0,0 0 0,-1 3 0,-1-2 0,1 0 0,0-1 0,-1 1 0,0 0 0,1 0 0,-1 0 0,0-1 0,-1 1 0,1-1 0,0 0 0,-1 0 0,1 0 0,-1 0 0,0 0 0,1 0 0,-5 1 0,-28 12-137,1-1 0,-55 13 0,60-19-817,17-4-5872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2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24575,'1'4'0,"0"0"0,0 0 0,1 1 0,0-1 0,0 0 0,0 0 0,0-1 0,0 1 0,1 0 0,-1-1 0,1 1 0,6 5 0,-1-3 0,-1 1 0,1-1 0,1 0 0,-1-1 0,1 0 0,0 0 0,0-1 0,0 0 0,1 0 0,0-1 0,14 3 0,-22-6 0,0 0 0,0 0 0,0 1 0,0-1 0,0 0 0,0-1 0,0 1 0,0 0 0,0-1 0,0 1 0,0-1 0,0 1 0,0-1 0,0 0 0,-1 0 0,1 0 0,0 0 0,0 0 0,-1 0 0,1 0 0,2-3 0,-2 1 0,0 0 0,0 0 0,0-1 0,0 1 0,0 0 0,-1-1 0,0 1 0,1-1 0,-1 0 0,0-4 0,-1 7 5,0 0 0,0 0 0,1 0-1,-1 0 1,0 0 0,0 0 0,1 1 0,-1-1-1,1 0 1,-1 0 0,0 0 0,1 0 0,0 1-1,-1-1 1,1 0 0,-1 0 0,1 1-1,0-1 1,0 0 0,-1 1 0,1-1 0,0 1-1,0-1 1,1 0 0,-1 1-104,1 0 0,-1 0 0,1 0 0,-1 0 0,1 0 0,0 1 0,-1-1 0,1 0 0,-1 1 0,1-1 0,-1 1 0,0-1 0,1 1 0,1 1 0,6 3-6727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2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24575,'32'101'0,"26"71"0,-37-115 0,30 53 0,35 80 0,-84-183-273,1-1 0,-1 1 0,-1 0 0,2 10 0,-2-5-6553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3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24575,'45'4'0,"-6"0"0,-1-1 0,1-2 0,39-5 0,-68 3 0,-1-1 0,0-1 0,0 0 0,-1 0 0,1-1 0,-1 0 0,1 0 0,-1-1 0,0 0 0,-1-1 0,1 0 0,-1 0 0,12-13 0,-15 14 0,1 0 0,-1-1 0,0 1 0,0-1 0,0 0 0,-1 0 0,0-1 0,0 1 0,-1 0 0,0-1 0,0 0 0,0 1 0,-1-1 0,0 0 0,0 0 0,-1 0 0,0 0 0,0 0 0,-2-9 0,2 13 0,-1 1 0,0-1 0,1 1 0,-1 0 0,0-1 0,-1 1 0,1 0 0,0 0 0,-1 0 0,1 0 0,-1 0 0,1 0 0,-1 0 0,0 0 0,0 0 0,0 1 0,0-1 0,-4-1 0,4 2 0,1 0 0,-1 1 0,0-1 0,1 1 0,-1 0 0,0 0 0,1-1 0,-1 1 0,0 0 0,1 0 0,-1 0 0,0 1 0,1-1 0,-1 0 0,0 1 0,1-1 0,-1 1 0,1-1 0,-1 1 0,1 0 0,-1 0 0,1 0 0,-1 0 0,1 0 0,0 0 0,-1 0 0,1 0 0,0 0 0,-2 2 0,0 2 0,-1 0 0,1 0 0,-1 1 0,2-1 0,-1 1 0,0-1 0,1 1 0,0 0 0,1 0 0,-1 0 0,1 0 0,0 0 0,1 0 0,-1 0 0,1 0 0,0 1 0,1-1 0,1 9 0,0-7 0,-1-1 0,1 1 0,1 0 0,0-1 0,0 0 0,0 1 0,1-1 0,0 0 0,1-1 0,-1 1 0,1-1 0,0 0 0,11 10 0,-10-11 0,0 0 0,0 0 0,1-1 0,-1 0 0,1 0 0,0 0 0,0-1 0,0 0 0,1 0 0,-1-1 0,1 0 0,-1 0 0,1-1 0,0 0 0,12 0 0,25-2-1365,-32 0-5461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3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24575,'-5'18'0,"0"1"0,1 0 0,1-1 0,0 1 0,2 0 0,0 1 0,1-1 0,1 0 0,4 21 0,1-8 0,2 0 0,1-1 0,2 1 0,21 42 0,67 102 68,-47-91-1501,-45-71-5393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4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1 125 24575,'114'1'0,"125"-3"0,-229 2 0,0-1 0,0 0 0,0-1 0,0 0 0,12-5 0,-20 6 0,0 0 0,1 0 0,-1 0 0,0 0 0,0-1 0,0 1 0,0-1 0,0 1 0,0-1 0,-1 0 0,4-3 0,-4 3 0,0 1 0,-1-1 0,1 1 0,-1-1 0,1 1 0,-1-1 0,1 1 0,-1-1 0,0 0 0,0 1 0,0-1 0,0 0 0,0 1 0,0-1 0,0 0 0,0 1 0,-1-1 0,1 1 0,-2-4 0,0 2 0,1 0 0,-1-1 0,0 1 0,0 0 0,0 1 0,-1-1 0,1 0 0,-1 1 0,0-1 0,1 1 0,-1 0 0,0 0 0,0 0 0,0 0 0,-1 0 0,1 1 0,0 0 0,-1-1 0,-3 0 0,-2 0 0,0 0 0,0 0 0,0 1 0,0 0 0,0 1 0,-14 0 0,21 0 0,0 1 0,-1-1 0,1 0 0,0 0 0,0 1 0,0 0 0,0-1 0,1 1 0,-1 0 0,0 0 0,0 0 0,0 0 0,0 0 0,1 0 0,-1 0 0,1 1 0,-1-1 0,1 1 0,-1-1 0,-1 4 0,2-3 0,0 0 0,0 1 0,1-1 0,-1 0 0,1 1 0,-1-1 0,1 0 0,0 1 0,0-1 0,0 0 0,0 1 0,0-1 0,1 0 0,-1 1 0,1-1 0,-1 0 0,3 5 0,4 8 0,0-1 0,0 0 0,1-1 0,1 1 0,1-1 0,0-1 0,22 22 0,-10-14 0,0-2 0,1 0 0,39 21 0,-51-32 0,0-1 0,1 0 0,0-1 0,0 0 0,0-1 0,1 0 0,-1-1 0,1-1 0,0 0 0,0 0 0,25-2 0,-36 0-52,0 0-1,0 0 1,0-1-1,0 1 1,0-1-1,0 1 1,0-1-1,0 0 1,0 0-1,-1 0 1,1 0-1,0 0 1,0 0-1,-1 0 1,1-1-1,-1 1 1,0 0-1,1-1 1,-1 1-1,0-1 0,0 0 1,0 1-1,0-1 1,0 0-1,1-3 1,2-6-6774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5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105 259 24575,'7'-11'0,"7"-10"0,13-30 0,-24 45 0,-1 0 0,0 0 0,0 1 0,0-1 0,-1-1 0,0 1 0,0 0 0,0 0 0,-1 0 0,0-12 0,-1 15 0,0-1 0,0 0 0,-1 0 0,1 1 0,-1-1 0,0 1 0,0-1 0,0 1 0,0 0 0,0 0 0,-1 0 0,0 0 0,-5-5 0,-1 0 0,-1 1 0,0 1 0,-13-8 0,19 12 0,1 1 0,-1-1 0,1 1 0,-1 0 0,1 0 0,-1 0 0,0 0 0,1 1 0,-1-1 0,-5 1 0,7 0 0,0 1 0,0-1 0,0 0 0,0 1 0,1-1 0,-1 1 0,0-1 0,0 1 0,1 0 0,-1 0 0,0 0 0,1 0 0,-1 0 0,1 0 0,-1 0 0,1 1 0,0-1 0,-1 0 0,1 1 0,0-1 0,0 1 0,-1 1 0,1 4 0,0-1 0,1 0 0,1 13 0,-1-15 0,1 1 0,0 0 0,0 0 0,1-1 0,-1 1 0,1-1 0,0 1 0,0-1 0,1 0 0,-1 0 0,1 0 0,0 0 0,0 0 0,0 0 0,5 3 0,7 6 0,-1-1 0,26 15 0,-33-22 0,12 7 0,-1 1 0,-1 0 0,0 2 0,20 22 0,-34-34 0,-1-1 0,0 1 0,0 0 0,-1 0 0,1 0 0,0 0 0,-1 0 0,0 0 0,0 0 0,0 0 0,0 1 0,0-1 0,0 0 0,-1 1 0,0-1 0,0 0 0,0 1 0,0-1 0,0 1 0,-1-1 0,1 0 0,-1 1 0,0-1 0,0 0 0,0 0 0,-1 0 0,1 0 0,-1 0 0,1 0 0,-1 0 0,0 0 0,0 0 0,0-1 0,-1 1 0,1-1 0,-6 4 0,2-2 7,0 0-1,-1 0 1,1-1-1,-1 0 1,0 0-1,0-1 0,0 0 1,0 0-1,-12 1 1,-3-2-220,-40-1 0,28-1-791,21 1-5822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5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39 24575,'-13'-6'0,"-60"-20"0,66 24 0,-1 1 0,1-1 0,0 1 0,0 1 0,-1-1 0,1 1 0,0 1 0,-10 0 0,15 0 0,0-1 0,0 1 0,0-1 0,0 1 0,0 0 0,0 0 0,0 0 0,0 0 0,0 0 0,0 0 0,0 0 0,1 1 0,-1-1 0,0 1 0,1-1 0,-1 1 0,-1 3 0,1-2 0,1 0 0,0 0 0,0-1 0,0 1 0,0 0 0,0 0 0,1 0 0,0 0 0,-1 0 0,1 0 0,1 5 0,0 1 0,0 0 0,1 0 0,0 0 0,1 0 0,0-1 0,0 1 0,9 13 0,9 12 0,45 51 0,-8-10 0,-57-73 0,0 0 0,1 0 0,-1 0 0,0 0 0,0 0 0,0 0 0,-1 0 0,1 0 0,0 1 0,-1-1 0,1 0 0,-1 1 0,0-1 0,0 3 0,0-4 0,0 0 0,-1 1 0,1-1 0,0 0 0,-1 0 0,1 0 0,-1 0 0,0 0 0,1 1 0,-1-1 0,0 0 0,1 0 0,-1-1 0,0 1 0,0 0 0,0 0 0,0 0 0,0-1 0,0 1 0,0 0 0,0-1 0,0 1 0,0-1 0,-1 1 0,1-1 0,0 1 0,-3-1 0,-8 2 0,1 0 0,-1-1 0,0 0 0,0-1 0,-14-1 0,-59-12 0,64 8-1365,3 0-5461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6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24575,'1'-2'0,"2"7"0,2 7 0,108 366 0,-69-209 0,-44-166 0,1 0 0,-1-1 0,1 1 0,0-1 0,0 1 0,0-1 0,0 1 0,1-1 0,-1 1 0,3 1 0,-4-3 0,1-1 0,0 1 0,-1-1 0,1 1 0,0-1 0,0 0 0,0 1 0,-1-1 0,1 0 0,0 0 0,0 1 0,0-1 0,0 0 0,-1 0 0,1 0 0,0 0 0,0 0 0,0 0 0,0 0 0,0-1 0,-1 1 0,1 0 0,0 0 0,0-1 0,0 1 0,-1 0 0,1-1 0,0 1 0,0-1 0,-1 1 0,1-1 0,0 1 0,-1-1 0,2 0 0,8-7-195,-1 0 0,1 0 0,-1 0 0,-1-1 0,1-1 0,11-17 0,-10 10-6631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6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28 24575,'-31'-5'0,"-12"-2"0,-5 1 0,3 0 0,5 3 0,3 3 0,6 2 0,3 1 0,1 2 0,2 3 0,1 0 0,1-1 0,5-2-8191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16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3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15 24575,'-91'11'0,"81"-9"0,0 1 0,0 0 0,1 0 0,-1 1 0,1 0 0,-16 10 0,23-13 0,0 0 0,0 0 0,0 1 0,1-1 0,-1 1 0,0 0 0,1-1 0,-1 1 0,1 0 0,0 0 0,-1 0 0,1 0 0,0 0 0,0 0 0,0 0 0,1 0 0,-1 0 0,0 4 0,1-3 0,0 0 0,0-1 0,0 1 0,1 0 0,-1-1 0,1 1 0,0-1 0,0 1 0,0-1 0,0 1 0,0-1 0,0 0 0,1 0 0,-1 1 0,4 2 0,3 4 0,0 0 0,1 0 0,1-1 0,-1 0 0,1-1 0,0 0 0,1-1 0,0 0 0,19 8 0,-16-9 0,-1-1 0,1 0 0,1 0 0,-1-2 0,0 0 0,1 0 0,28-2 0,-38-1 0,0 1 0,0-1 0,0 0 0,-1-1 0,1 1 0,0-1 0,0 0 0,-1 0 0,0-1 0,1 1 0,-1-1 0,0 0 0,0 0 0,0 0 0,0-1 0,-1 1 0,0-1 0,1 0 0,3-7 0,-4 7 0,-1 1 0,-1-1 0,1 0 0,0 0 0,-1 0 0,0 0 0,0 0 0,0 0 0,0 0 0,-1 0 0,0 0 0,0 0 0,0 0 0,0 0 0,0-1 0,-1 1 0,0 0 0,0 0 0,0 0 0,0 0 0,-1 1 0,1-1 0,-1 0 0,-3-4 0,0 0 0,-1 1 0,0 0 0,0 0 0,0 1 0,-1-1 0,0 2 0,-7-6 0,8 7 0,0 0 0,0 1 0,0 0 0,0 0 0,0 1 0,0 0 0,-1 0 0,1 0 0,-1 1 0,-8-1 0,12 2 9,0 0-1,0 0 1,0 0-1,0 1 1,0 0 0,0-1-1,0 1 1,0 0-1,0 1 1,1-1-1,-1 0 1,0 1-1,-4 3 1,1-1-257,1 1 1,0 0-1,0 0 1,1 0-1,-5 6 1,2 0-6579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4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24575,'0'2'0,"1"0"0,-1-1 0,1 1 0,-1 0 0,1 0 0,0-1 0,-1 1 0,1 0 0,0-1 0,0 1 0,0-1 0,0 1 0,1-1 0,1 2 0,21 19 0,-18-17 0,1 1 0,1 0 0,0-1 0,1 0 0,-1 0 0,1-1 0,0 0 0,0 0 0,0-1 0,1 0 0,-1-1 0,1 0 0,0-1 0,13 1 0,-15-2 0,0 0 0,1-1 0,-1 0 0,0 0 0,1-1 0,-1 0 0,0-1 0,0 0 0,-1 0 0,1 0 0,-1-1 0,1 0 0,-1-1 0,0 0 0,11-10 0,-11 9 0,-5 3 0,0 1 0,1-1 0,0 1 0,-1 0 0,7-4 0,-8 6 0,0 0 0,0-1 0,0 1 0,0 0 0,0 0 0,0-1 0,0 1 0,0 0 0,0 0 0,0 0 0,0 0 0,1 0 0,-1 1 0,0-1 0,0 0 0,0 0 0,0 1 0,0-1 0,0 1 0,0-1 0,-1 1 0,1-1 0,0 1 0,1 0 0,6 6-44,0 0-1,-1 1 0,0 0 0,-1 0 1,7 11-1,-3-5-1052,1 0-5729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4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24575,'6'12'0,"1"1"0,-2-1 0,0 1 0,5 17 0,2 6 0,75 168 0,-64-156 0,3-1 0,36 49 0,-18-40-1365,-34-43-5461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4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76 24575,'-23'-13'0,"-13"-4"0,-3 0 0,0 4 0,4 4 0,3 3 0,2 5 0,0 3 0,1 2 0,2 1 0,6 1-8191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5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155 179 24575,'49'162'0,"5"15"0,-51-168 0,0 1 0,-3-10 0,-1 0 0,1 0 0,0 0 0,-1 0 0,1 0 0,-1 0 0,1 0 0,0 0 0,-1-1 0,1 1 0,-1 0 0,1 0 0,0 0 0,-1-1 0,1 1 0,0 0 0,-1 0 0,1-1 0,0 1 0,0 0 0,-1-1 0,1 1 0,0 0 0,0-1 0,-1 1 0,1-1 0,-89-95 0,37 38 0,39 44 0,0-2 0,1 1 0,1-1 0,1-1 0,-16-33 0,21 36 0,0-1 0,0 1 0,1-1 0,1 0 0,0 0 0,1 0 0,1 0 0,0-17 0,2 28 0,-1-1 0,0 1 0,1 0 0,-1 0 0,1 0 0,1 0 0,-1 1 0,0-1 0,1 0 0,0 0 0,-1 1 0,2-1 0,-1 1 0,0 0 0,1-1 0,-1 1 0,1 0 0,0 0 0,0 1 0,0-1 0,0 1 0,1-1 0,-1 1 0,1 0 0,-1 0 0,1 1 0,0-1 0,0 1 0,0 0 0,4-1 0,3 0 0,0 0 0,-1 1 0,1 1 0,0 0 0,-1 0 0,1 1 0,0 0 0,-1 1 0,1 0 0,13 6 0,-12-4 0,0 0 0,0 1 0,-1 1 0,17 11 0,-24-15 0,-1 0 0,0 0 0,0 1 0,-1-1 0,1 1 0,-1 0 0,1 0 0,-1 0 0,0 0 0,0 0 0,0 0 0,0 1 0,0-1 0,-1 1 0,0-1 0,0 1 0,0-1 0,0 1 0,0 6 0,-1-8 0,0 0 0,0 0 0,-1 1 0,1-1 0,-1 0 0,0 0 0,0 1 0,0-1 0,0 0 0,0 0 0,0 0 0,0 0 0,-1 0 0,1-1 0,-1 1 0,1 0 0,-1-1 0,0 1 0,0-1 0,0 1 0,0-1 0,0 0 0,0 0 0,-4 2 0,-5 2 0,0-1 0,-1 0 0,-15 3 0,25-6 0,-16 2-341,0 0 0,-1-1-1,-29-1 1,35-1-6485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6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24575,'13'31'0,"-8"-20"0,0 0 0,8 13 0,-11-20 0,1-1 0,0 1 0,0-1 0,0 0 0,0 0 0,0 0 0,0 0 0,1-1 0,-1 1 0,6 1 0,-6-2 0,-1-1 0,1 0 0,0 1 0,-1-1 0,1-1 0,0 1 0,0 0 0,0-1 0,0 0 0,0 1 0,0-1 0,0 0 0,0 0 0,0-1 0,0 1 0,0-1 0,-1 1 0,1-1 0,0 0 0,5-2 0,-3-1 0,0 1 0,1-1 0,-2 0 0,1 0 0,0-1 0,-1 0 0,0 1 0,6-9 0,-9 11 0,0 1 0,1-1 0,-1 1 0,1 0 0,-1 0 0,1 0 0,-1-1 0,1 1 0,-1 1 0,1-1 0,0 0 0,0 0 0,-1 1 0,1-1 0,0 1 0,0-1 0,0 1 0,0 0 0,0 0 0,0 0 0,-1 0 0,1 0 0,0 0 0,0 0 0,0 1 0,0-1 0,0 1 0,-1-1 0,1 1 0,3 1 0,5 3 0,0 0 0,-1 1 0,0 0 0,9 7 0,-16-12 0,46 42-1365,-34-30-5461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6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24575,'8'28'0,"5"18"0,3 8 0,1 3 0,0-3 0,1-3 0,1-3 0,1-3 0,-1-3 0,-1-3 0,-1-2 0,0-6 0,-1-2 0,-1-4 0,0-4 0,-2-5-8191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319 143 24575,'-28'-23'0,"-13"-8"0,-4 2 0,1 5 0,2 7 0,3 6 0,6 6 0,6 3 0,7 1-8191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1 24575,'-7'18'0,"-6"9"0,-1 2 0,1-2 0,-2-1 0,1-4 0,-1-6 0,2-2 0,4-4-8191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7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24575,'2'24'0,"26"167"0,-22-162 0,1 0 0,2-1 0,1 0 0,21 41 0,66 91 0,-82-137 0,21 34-1365,-27-46-5461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7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1 24575,'-31'0'0,"-15"0"0,-3 0 0,5 0 0,4 0 0,7 0 0,3 0 0,5 0 0,4 0 0,2 0 0,3 0 0,1 0 0,0 0 0,3 2 0,1 2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8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24575,'0'47'0,"3"1"0,8 47 0,-6-69 0,1 0 0,2 0 0,0-1 0,2 0 0,13 27 0,-12-32 0,1 0 0,0 0 0,2-1 0,28 31 0,-36-43 0,0-1 0,1-1 0,-1 1 0,1-1 0,0 0 0,1-1 0,-1 0 0,1 0 0,0 0 0,0-1 0,0-1 0,0 1 0,0-1 0,1 0 0,-1-1 0,12 1 0,-18-2 0,0 0 0,1-1 0,-1 1 0,0 0 0,0-1 0,0 1 0,0-1 0,1 0 0,-1 0 0,0 0 0,0 0 0,0 0 0,-1 0 0,1 0 0,0-1 0,0 1 0,-1-1 0,1 1 0,-1-1 0,1 0 0,-1 0 0,1 1 0,-1-1 0,0 0 0,0 0 0,0 0 0,0 0 0,1-5 0,1-4 0,-1 0 0,0-1 0,-1 0 0,1-16 0,-1 4 0,-1 23 0,0 0 0,0 0 0,1 0 0,-1 0 0,0 1 0,0-1 0,0 0 0,1 0 0,-1 0 0,0 1 0,1-1 0,-1 0 0,0 0 0,1 1 0,-1-1 0,1 0 0,0 1 0,-1-1 0,1 0 0,-1 1 0,1-1 0,0 1 0,-1-1 0,1 1 0,0-1 0,0 1 0,0 0 0,-1-1 0,1 1 0,0 0 0,0 0 0,0 0 0,-1-1 0,1 1 0,0 0 0,0 0 0,0 0 0,0 0 0,0 1 0,-1-1 0,1 0 0,0 0 0,0 0 0,0 1 0,-1-1 0,2 1 0,7 2 0,-1 0 0,0 1 0,13 9 0,-10-7 0,2 0 0,0 0 0,1 0 0,0-1 0,0-1 0,0-1 0,1 0 0,-1 0 0,1-2 0,0 0 0,0 0 0,-1-2 0,1 0 0,0 0 0,24-6 0,-35 6 0,-1-1 0,1 1 0,0 0 0,-1-1 0,1 0 0,-1 1 0,0-1 0,0-1 0,1 1 0,-1 0 0,-1-1 0,1 0 0,0 1 0,-1-1 0,1 0 0,-1 0 0,0-1 0,0 1 0,0 0 0,0-1 0,-1 1 0,1-1 0,-1 0 0,0 1 0,0-1 0,-1 0 0,1 0 0,0-7 0,-1 6 0,-1 1 0,1-1 0,-1 0 0,1 1 0,-1-1 0,-1 1 0,1-1 0,-1 1 0,1 0 0,-1 0 0,-1-1 0,1 1 0,0 0 0,-1 1 0,0-1 0,0 0 0,0 1 0,0 0 0,-1 0 0,1 0 0,-1 0 0,0 0 0,-7-3 0,10 5 0,-1 0 0,0 0 0,0 0 0,1 0 0,-1 1 0,0-1 0,0 1 0,0-1 0,0 1 0,0 0 0,0 0 0,0 0 0,0 0 0,0 0 0,0 0 0,0 0 0,0 1 0,1-1 0,-1 1 0,0 0 0,0-1 0,0 1 0,0 0 0,1 0 0,-1 0 0,0 0 0,1 0 0,-1 0 0,1 1 0,-1-1 0,1 0 0,0 1 0,0-1 0,-1 1 0,1 0 0,0-1 0,-1 4 0,0-1 0,0 0 0,0 1 0,1-1 0,0 1 0,-1-1 0,2 1 0,-1 0 0,0 0 0,1-1 0,0 1 0,0 0 0,0-1 0,1 1 0,2 8 0,0-2 0,0-1 0,1-1 0,1 1 0,-1 0 0,2-1 0,-1 0 0,1 0 0,1-1 0,-1 0 0,1 0 0,1 0 0,0-1 0,0 0 0,0-1 0,1 1 0,0-2 0,0 1 0,0-1 0,16 6 0,-14-7 0,1-1 0,-1 0 0,1 0 0,-1-1 0,1-1 0,0 0 0,0 0 0,0-2 0,12 0 0,-19 0 0,1 0 0,-1 0 0,0-1 0,0 1 0,0-1 0,0 0 0,0-1 0,0 1 0,0-1 0,0 0 0,-1 0 0,0 0 0,0-1 0,0 0 0,0 1 0,0-1 0,-1-1 0,1 1 0,-1-1 0,0 1 0,4-10 0,-4 6 0,0-1 0,-1 1 0,0-1 0,0 1 0,-1-1 0,0 0 0,-1-14 0,0 28 0,1-1 0,-1 0 0,1 0 0,-1 1 0,1-1 0,0 0 0,1 0 0,-1 0 0,1 0 0,0 0 0,0 0 0,0-1 0,0 1 0,1-1 0,-1 1 0,1-1 0,0 0 0,0 0 0,0 0 0,1 0 0,-1-1 0,1 1 0,-1-1 0,1 0 0,0 0 0,0 0 0,0 0 0,6 1 0,-6-2 0,0-1 0,-1 1 0,1-1 0,-1 0 0,1 0 0,0 0 0,-1 0 0,1-1 0,-1 0 0,1 1 0,-1-1 0,1 0 0,3-2 0,4-3 0,-1 1 0,17-13 0,-21 12 0,1 1 0,0 1 0,1 0 0,-1 0 0,1 0 0,15-5 0,-14 8 0,0 0 0,-1 0 0,1 1 0,-1 0 0,1 1 0,0 0 0,-1 0 0,1 1 0,-1 0 0,0 0 0,1 1 0,11 5 0,1 3 0,-1 0 0,0 1 0,26 21 0,-34-22-1365,-2-1-5461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4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60 24575,'-17'-5'0,"-27"-10"0,-2 3 0,0 1 0,-53-5 0,92 15 0,1 1 0,0 0 0,-1 1 0,1-1 0,-1 1 0,1 0 0,0 1 0,0-1 0,-11 6 0,15-7 0,0 1 0,0 0 0,1 1 0,-1-1 0,0 0 0,1 0 0,-1 1 0,1-1 0,-1 1 0,1-1 0,0 1 0,0 0 0,0-1 0,0 1 0,0 0 0,0 0 0,0 0 0,0 0 0,1 0 0,-1 0 0,1 0 0,0 0 0,-1 0 0,1 0 0,0 0 0,0 0 0,0 0 0,0 0 0,1 0 0,-1 0 0,0 0 0,1 0 0,1 3 0,1 2 0,-1-1 0,1 0 0,1 0 0,-1-1 0,1 1 0,0-1 0,0 0 0,1 0 0,8 8 0,8 4 0,24 16 0,-36-27 0,159 98 0,-150-96 0,-14-7 0,-1 0 0,0 0 0,0 1 0,0-1 0,-1 1 0,1-1 0,0 1 0,-1 0 0,1 0 0,2 3 0,-5-5 0,0 1 0,0-1 0,0 0 0,0 0 0,0 1 0,0-1 0,0 0 0,0 1 0,0-1 0,0 0 0,0 0 0,-1 1 0,1-1 0,0 0 0,0 0 0,0 1 0,-1-1 0,1 0 0,0 0 0,0 0 0,0 1 0,-1-1 0,1 0 0,0 0 0,0 0 0,-1 0 0,1 0 0,0 0 0,0 1 0,-1-1 0,1 0 0,0 0 0,-1 0 0,1 0 0,0 0 0,-1 0 0,1 0 0,0 0 0,0 0 0,-1 0 0,1-1 0,-15 3 0,-11-4 0,0-1 0,1-1 0,-34-10 0,34 7 0,0 1 0,-1 1 0,-36-1 0,35 4-1365,18-2-5461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50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24575,'1'47'0,"2"1"0,1-1 0,14 55 0,-10-68 0,2 0 0,1-1 0,2-1 0,1 0 0,19 31 0,-18-37 0,36 46 0,-45-66 0,-1 1 0,2-1 0,-1 0 0,0 0 0,1-1 0,0 0 0,1 0 0,-1-1 0,1 0 0,0 0 0,11 4 0,-17-8 0,0 1 0,0-1 0,0 1 0,0-1 0,0 1 0,0-1 0,0 0 0,0 0 0,0 0 0,1-1 0,-1 1 0,0 0 0,0-1 0,0 1 0,0-1 0,0 0 0,0 1 0,-1-1 0,3-2 0,-1 2 0,-1-1 0,0 0 0,0-1 0,0 1 0,0 0 0,-1 0 0,1-1 0,-1 1 0,1-1 0,-1 1 0,0-1 0,1-3 0,2-7 0,-2 0 0,1 1 0,-2-1 0,1-26 0,-2-8 0,0 47 0,0-1 0,0 1 0,0 0 0,0 0 0,0 0 0,0-1 0,0 1 0,0 0 0,0 0 0,0 0 0,0-1 0,0 1 0,0 0 0,0 0 0,0 0 0,0 0 0,0-1 0,0 1 0,0 0 0,1 0 0,-1 0 0,0 0 0,0 0 0,0-1 0,0 1 0,0 0 0,1 0 0,-1 0 0,0 0 0,0 0 0,0 0 0,1 0 0,-1 0 0,7 3 0,9 15 0,-11-13 0,82 76 0,-70-66 0,-10-10 0,0 1 0,1-1 0,0-1 0,0 1 0,0-1 0,0-1 0,1 1 0,-1-1 0,1-1 0,0 0 0,0 0 0,0-1 0,14 1 0,-15-2 0,-1 0 0,0 0 0,1-1 0,-1 0 0,0 0 0,0-1 0,0 0 0,0 0 0,0-1 0,0 0 0,0 0 0,-1 0 0,1-1 0,-1 0 0,0 0 0,10-10 0,-10 7 0,0 0 0,8-14 0,0-1 0,-14 22 0,1-1 0,-1 1 0,0 0 0,1-1 0,-1 1 0,0-1 0,1 1 0,-1 0 0,1-1 0,-1 1 0,1 0 0,-1 0 0,1-1 0,-1 1 0,1 0 0,-1 0 0,1 0 0,-1 0 0,1 0 0,-1 0 0,1 0 0,-1 0 0,1 0 0,-1 0 0,1 0 0,-1 0 0,1 0 0,-1 0 0,1 0 0,-1 0 0,1 0 0,-1 1 0,1-1 0,-1 0 0,1 0 0,-1 1 0,1-1 0,-1 0 0,0 1 0,1-1 0,-1 0 0,0 1 0,1-1 0,-1 1 0,1 0 0,17 26 0,-13-19 0,2 2 0,1 0 0,-1-1 0,15 13 0,-18-19 0,-1 0 0,1 0 0,0 0 0,-1-1 0,1 0 0,1 1 0,-1-1 0,0-1 0,0 1 0,1-1 0,-1 1 0,8 0 0,-10-2-62,-1 0 0,1 0 0,-1 0 0,1 0 0,0-1 0,-1 1 0,1 0 0,-1-1 0,1 1 0,0-1 0,-1 0 0,0 1-1,1-1 1,-1 0 0,1 0 0,-1 0 0,0 0 0,0 0 0,1 0 0,-1-1 0,1-1 0,4-6-6764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50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60 24575,'-3'-15'0,"-3"-4"0,-3 6 0,-3 4 0,-2 6 0,-1 4 0,2 1-8191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51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88 24575,'-24'-14'0,"-60"-33"0,73 42 0,0 1 0,0 0 0,-1 0 0,1 1 0,-22-3 0,29 6 0,0-1 0,0 1 0,0 0 0,0 1 0,0-1 0,0 1 0,0-1 0,0 1 0,0 0 0,0 1 0,1-1 0,-1 1 0,0 0 0,-5 3 0,5-1 0,0-1 0,0 0 0,1 1 0,0 0 0,-1 0 0,1 0 0,1 0 0,-1 0 0,1 1 0,-3 6 0,-1 4 0,2 1 0,0 0 0,0 0 0,2 0 0,0 1 0,0 16 0,1 13 0,8 74 0,-4-93 0,2 0 0,1 0 0,1-1 0,12 28 0,-8-29 0,1 0 0,23 32 0,36 43 0,-17-26 0,-42-52-1365,-8-12-5461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51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37 24575,'-31'-8'0,"-13"-3"0,-2 2 0,5 3 0,7 4 0,6 2 0,5 1 0,7 0-8191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51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24575,'2'49'0,"2"-1"0,1-1 0,15 57 0,1-26 0,32 83 0,-41-132-682,19 35-1,-23-50-6143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4:51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47 24575,'-31'-8'0,"-15"-2"0,-8 0 0,0 2 0,4 3 0,8 1 0,12 2-8191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5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55 24575,'-1'-16'0,"1"12"0,0-1 0,-1 1 0,1 0 0,1-1 0,-1 1 0,2-7 0,-2 11 0,0 0 0,0-1 0,0 1 0,0 0 0,0 0 0,0 0 0,1 0 0,-1 0 0,0 0 0,0 0 0,0 0 0,0 0 0,0 0 0,0 0 0,0 0 0,1 0 0,-1 0 0,0 0 0,0 0 0,0 0 0,0 0 0,0 0 0,0 0 0,1 0 0,-1 0 0,0 0 0,0 0 0,0 0 0,0 0 0,0 0 0,0 0 0,0 0 0,1 0 0,-1 0 0,0 0 0,0 0 0,0 0 0,0 0 0,0 0 0,0 1 0,0-1 0,0 0 0,0 0 0,0 0 0,1 0 0,-1 0 0,0 0 0,0 0 0,0 0 0,0 1 0,0-1 0,0 0 0,0 0 0,0 0 0,0 0 0,0 0 0,0 0 0,0 1 0,4 7 0,18 47 0,17 34 0,-33-76 0,2-1 0,-1 0 0,1 0 0,18 19 0,-24-30 0,-1 0 0,0 1 0,0-1 0,1 0 0,-1 0 0,1 0 0,-1 0 0,1 0 0,-1-1 0,1 1 0,-1 0 0,1-1 0,0 1 0,-1-1 0,1 1 0,0-1 0,0 0 0,-1 0 0,1 0 0,2 0 0,-2 0 0,1-1 0,-1 0 0,1 0 0,-1 0 0,0 0 0,1 0 0,-1 0 0,0 0 0,0-1 0,0 1 0,0-1 0,3-3 0,-1 1 0,0 0 0,-1-1 0,1 0 0,-1 0 0,0 0 0,0 0 0,-1 0 0,1-1 0,-1 1 0,-1-1 0,3-9 0,-2-12 0,-3-47 0,0 42 0,21 71 0,-10-15 0,102 215 0,-96-210 0,39 76 0,-44-80 0,0 1 0,8 33 0,-18-56 0,0 1 0,-1-1 0,1 0 0,-1 1 0,1-1 0,-1 0 0,0 1 0,0-1 0,-1 1 0,1-1 0,-1 0 0,-1 6 0,1-7 0,0-1 0,0 1 0,0 0 0,0-1 0,-1 1 0,1-1 0,0 1 0,-1-1 0,1 0 0,-1 1 0,1-1 0,-1 0 0,0 0 0,1 0 0,-1 0 0,0-1 0,0 1 0,0 0 0,0-1 0,0 1 0,1-1 0,-5 1 0,0-1 0,1 0 0,-1 0 0,1-1 0,-1 1 0,0-1 0,1 0 0,-1-1 0,1 1 0,0-1 0,0 0 0,-1-1 0,1 1 0,1-1 0,-1 0 0,-8-7 0,5 4 0,0-1 0,1 0 0,0 0 0,0 0 0,0-1 0,1-1 0,1 1 0,-5-10 0,7 15 0,2-1 0,-1 0 0,0 0 0,1 0 0,0 0 0,0-1 0,0 1 0,1 0 0,-1 0 0,1 0 0,0-1 0,0 1 0,0 0 0,1 0 0,0-1 0,-1 1 0,2 0 0,-1 0 0,0 0 0,3-6 0,-1 6 0,0 0 0,0-1 0,0 1 0,1 1 0,-1-1 0,1 0 0,0 1 0,0 0 0,0 0 0,0 0 0,0 0 0,1 1 0,0-1 0,-1 1 0,1 0 0,8-1 0,0 0-192,1 1 0,0 0 0,-1 1 0,1 1 0,15 1-1,-26-1-19,10 1-6614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6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 24575,'-26'0'0,"1"2"0,-1 0 0,-43 10 0,67-11 0,0-1 0,0 1 0,0-1 0,0 1 0,0 0 0,0 0 0,1 0 0,-1 0 0,0 0 0,0 0 0,1 0 0,-1 1 0,1-1 0,-1 0 0,1 1 0,0-1 0,0 1 0,-1 0 0,1-1 0,0 1 0,-1 2 0,2-1 0,-1 0 0,1 0 0,0-1 0,-1 1 0,1 0 0,0 0 0,1 0 0,-1 0 0,0-1 0,1 1 0,0 0 0,-1 0 0,1-1 0,2 5 0,35 69 0,3 11 0,-36-74 0,-1 0 0,0 0 0,-1 0 0,0 1 0,1 15 0,3 44 0,1 55 0,-8-115 0,-1-8 0,1 0 0,0 1 0,0-1 0,1 0 0,1 8 0,-2-11 0,1-1 0,-1 0 0,1 0 0,0 1 0,-1-1 0,1 0 0,0 0 0,0 0 0,0 0 0,0 1 0,0-1 0,0 0 0,0-1 0,0 1 0,0 0 0,0 0 0,0 0 0,1-1 0,-1 1 0,0-1 0,0 1 0,1-1 0,-1 1 0,0-1 0,3 1 0,16 1 0,1-1 0,0-1 0,39-5 0,-56 5-91,-1 0 0,1-1 0,-1 1 0,1-1 0,-1 0 0,0 0 0,1 0 0,-1-1 0,0 1 0,0-1 0,0 0 0,0 0 0,0 0 0,5-4 0,-3-2-6735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7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24575,'0'2'0,"1"1"0,0-1 0,0 1 0,0-1 0,0 1 0,0-1 0,2 3 0,2 5 0,1 2 0,0 1 0,0 0 0,1-1 0,1-1 0,13 17 0,-18-25 0,0 0 0,1 0 0,-1 0 0,1 0 0,0-1 0,-1 1 0,1-1 0,0 0 0,5 2 0,-6-3 0,0 0 0,0 0 0,0-1 0,0 0 0,0 1 0,0-1 0,0 0 0,0 0 0,0-1 0,0 1 0,0 0 0,0-1 0,0 0 0,0 0 0,3-1 0,-4 1 0,-1 0 0,1 0 0,0 0 0,-1 0 0,1-1 0,-1 1 0,0 0 0,1-1 0,-1 1 0,0-1 0,0 1 0,0-1 0,0 1 0,0-1 0,0 0 0,-1 1 0,1-1 0,0 0 0,-1 0 0,0 0 0,1 0 0,-1-2 0,1-6 0,0-1 0,-1 1 0,-2-11 0,1-7 0,1 27 0,0-1 0,0 0 0,0 1 0,1-1 0,-1 0 0,0 1 0,1-1 0,-1 1 0,1-1 0,-1 1 0,1-1 0,0 1 0,-1-1 0,1 1 0,0-1 0,0 1 0,0 0 0,0-1 0,0 1 0,1 0 0,-1 0 0,0 0 0,3-1 0,-3 1 0,1 1 0,0-1 0,0 1 0,0 0 0,0 0 0,0 0 0,0 0 0,-1 0 0,1 0 0,0 1 0,0-1 0,0 1 0,0-1 0,-1 1 0,1 0 0,0-1 0,0 1 0,-1 0 0,1 0 0,1 2 0,30 19 0,0 1 0,43 41 0,-67-54-1365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7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16 24575,'0'-3'0,"-3"0"0,-3 0 0,-3 0 0,-3 1 0,-2 1 0,-4 0 0,-1 1 0,0 0 0,1 3 0,0 0 0,1 3 0,1 1 0,0-2 0,1 1 0,0 0 0,3-1-8191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8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24575,'1'7'0,"0"-1"0,0 0 0,0 1 0,1-1 0,0 0 0,5 10 0,2 6 0,-3-9 0,1 0 0,0 0 0,1-1 0,0 0 0,16 17 0,-11-13 0,-10-12 0,1 1 0,0-1 0,1 0 0,-1 0 0,1-1 0,-1 1 0,1-1 0,9 4 0,-13-6 0,0 0 0,1-1 0,-1 1 0,0-1 0,1 0 0,-1 1 0,0-1 0,1 0 0,-1 0 0,1 0 0,-1 0 0,1 0 0,-1 0 0,0 0 0,1 0 0,-1-1 0,1 1 0,-1-1 0,0 1 0,1-1 0,-1 1 0,0-1 0,1 0 0,-1 1 0,0-1 0,0 0 0,0 0 0,0 0 0,0 0 0,0 0 0,0 0 0,0 0 0,0-1 0,-1 1 0,1 0 0,0 0 0,-1-1 0,1 1 0,0-3 0,3-8 0,0-1 0,-1 0 0,0 0 0,1-26 0,2-12 0,-5 47 0,0 0 0,0 0 0,0 0 0,1 0 0,-1 1 0,1-1 0,0 0 0,4-6 0,-5 9 0,0 0 0,0 0 0,0 0 0,0 0 0,0 0 0,0 0 0,1 0 0,-1 1 0,0-1 0,0 0 0,1 1 0,-1-1 0,0 1 0,1-1 0,-1 1 0,1 0 0,-1-1 0,1 1 0,-1 0 0,0 0 0,1 0 0,-1 0 0,1 0 0,-1 0 0,1 1 0,-1-1 0,0 0 0,3 1 0,3 2 0,0 0 0,0 1 0,-1-1 0,1 1 0,-1 0 0,9 8 0,33 35 0,0-2 0,-40-38 0,1 0 0,-1 0 0,0 1 0,-1 0 0,0 0 0,0 1 0,7 12 0,-14-20-52,1-1-1,-1 1 1,0-1-1,0 1 1,1-1-1,-1 1 1,0-1-1,0 1 1,0 0-1,0-1 1,0 1-1,0-1 1,0 1-1,0 0 1,0-1-1,0 1 1,0-1-1,0 1 1,0-1-1,0 1 0,-1 0 1,1-1-1,0 1 1,0-1-1,-1 1 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63 24575,'-1'-1'0,"0"0"0,0 0 0,0 0 0,0 0 0,-1 0 0,1 0 0,0 0 0,0 1 0,-1-1 0,1 0 0,-1 1 0,1-1 0,0 0 0,-1 1 0,1 0 0,-1-1 0,1 1 0,-1 0 0,1 0 0,-2 0 0,2 0 0,-1 1 0,1-1 0,0 1 0,0 0 0,1-1 0,-1 1 0,0 0 0,0 0 0,0-1 0,0 1 0,1 0 0,-1 0 0,0 0 0,1 0 0,-1 0 0,0 0 0,1 0 0,0 0 0,-1 0 0,1 0 0,0 0 0,-1 1 0,1-1 0,0 0 0,0 0 0,0 2 0,0 4 0,0 0 0,0 0 0,1 0 0,0 0 0,0-1 0,1 1 0,0 0 0,0-1 0,0 1 0,1-1 0,0 0 0,1 0 0,-1 0 0,1 0 0,0 0 0,0-1 0,1 0 0,9 9 0,-11-12 0,0 0 0,1 0 0,-1-1 0,0 1 0,1-1 0,-1 0 0,1 0 0,-1 0 0,1-1 0,-1 1 0,1-1 0,-1 0 0,1 0 0,0 0 0,-1 0 0,1-1 0,-1 1 0,1-1 0,0 0 0,-1 0 0,0 0 0,1-1 0,-1 1 0,0-1 0,0 0 0,0 0 0,0 0 0,0 0 0,0 0 0,0-1 0,-1 1 0,1-1 0,-1 0 0,0 0 0,0 1 0,0-2 0,0 1 0,0 0 0,-1 0 0,1-1 0,1-5 0,-2 2 0,0 0 0,0-1 0,0 1 0,-1 0 0,0-1 0,-1 1 0,1 0 0,-1-1 0,-1 1 0,0 0 0,-2-8 0,2 11 0,1 1 0,-1-1 0,0 1 0,0-1 0,0 1 0,0 0 0,-1 0 0,1 0 0,-1 0 0,0 1 0,0-1 0,0 1 0,0-1 0,0 1 0,-1 0 0,1 0 0,0 1 0,-1-1 0,0 1 0,1-1 0,-1 1 0,-6-1 0,-27-1-1365,21 3-5461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09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94 24575,'2'-1'0,"83"-58"0,-76 54 0,0 0 0,0 1 0,0 0 0,1 1 0,0 0 0,-1 0 0,1 1 0,12-2 0,-19 4 0,1 0 0,-1 0 0,1 0 0,-1 1 0,1-1 0,-1 1 0,1 0 0,-1 0 0,0 0 0,1 1 0,-1-1 0,0 1 0,5 2 0,-4 0 0,1 0 0,0 0 0,-1 0 0,0 0 0,0 1 0,-1-1 0,6 8 0,-1 3 0,-1 0 0,0 0 0,-1 1 0,7 28 0,35 209 0,-9-70 0,-38-180 6,0-1 0,-1 1 0,1 0 0,-1-1 0,0 1 0,0 0 0,0-1 0,0 1 0,0 0 0,-1-1 0,1 1 0,-1-1 0,0 1 0,1-1 0,-1 1 0,-1-1 0,1 1 0,0-1 0,-3 4 0,1-2-171,-1 0 0,0-1 0,0 1 0,0-1 0,-1 0 0,1 0 0,-1 0 0,-8 3 0,-4 2-6661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15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28 24575,'1'0'0,"-1"-1"0,1 1 0,-1 0 0,1 0 0,-1 0 0,0 0 0,1-1 0,-1 1 0,1 0 0,-1 0 0,0-1 0,1 1 0,-1 0 0,0 0 0,1-1 0,-1 1 0,0 0 0,1-1 0,-1 1 0,0-1 0,0 1 0,0 0 0,1-1 0,-1 1 0,0-1 0,0 0 0,0 1 0,-1-1 0,1 1 0,0 0 0,-1-1 0,1 1 0,-1 0 0,1-1 0,-1 1 0,1 0 0,-1 0 0,1 0 0,-1-1 0,1 1 0,-1 0 0,1 0 0,-1 0 0,0 0 0,-28-3 0,28 3 0,-80 1 0,-38-2 0,83-8-1365,26 7-5461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15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48 24575,'-15'-8'0,"-8"-2"0,-3 0 0,1 2 0,2 2 0,2 3 0,2 1 0,2 1 0,1 1 0,1 0 0,0 1 0,0 2 0,0 1 0,0-1 0,1 3 0,-2-1 0,4 0-8191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18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0 0,0 1 0,0-1 0,1 0 0,-1 1 0,0-1 0,0 0 0,1 1 0,-1-1 0,0 0 0,1 1 0,-1-1 0,1 1 0,-1-1 0,1 1 0,-1-1 0,1 1 0,-1-1 0,1 1 0,0 0 0,-1-1 0,1 1 0,-1 0 0,1-1 0,0 1 0,0 0 0,0 0 0,0 1 0,0-1 0,0 1 0,0 0 0,-1-1 0,1 1 0,0 0 0,-1 0 0,1 0 0,0 0 0,-1-1 0,1 1 0,-1 0 0,1 0 0,-1 0 0,0 0 0,1 0 0,-1 0 0,0 2 0,34 88 0,-29-78 0,3 9 0,-1 1 0,6 39 0,-13-61 0,0 0 0,0 0 0,0 0 0,1-1 0,-1 1 0,0 0 0,0 0 0,1 0 0,-1 0 0,1 0 0,-1 0 0,1 0 0,-1 0 0,1-1 0,-1 1 0,2 1 0,2-5 0,0-8 0,2-21 0,8-34 0,-11 58 0,-1 0 0,1-1 0,1 1 0,0 0 0,6-10 0,-8 15 0,1 0 0,-1 0 0,0 0 0,1 1 0,0-1 0,-1 1 0,1-1 0,0 1 0,0 0 0,1 0 0,-1 0 0,4-1 0,-4 2 0,0 0 0,0 1 0,-1-1 0,1 1 0,0 0 0,0-1 0,-1 1 0,1 0 0,0 1 0,0-1 0,0 1 0,-1-1 0,1 1 0,0 0 0,-1 0 0,5 2 0,4 2 0,-1 2 0,1 0 0,-1 0 0,17 16 0,33 41 0,-52-55 0,7 8-112,-7-10-67,-1 1 0,0 0 0,0 0 0,-1 1 0,0 0 0,9 18 0,-12-15-6647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1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4 24575,'-2'1'0,"0"1"0,-1-1 0,1 1 0,-1-1 0,1 0 0,-1 1 0,0-1 0,1-1 0,-1 1 0,0 0 0,0-1 0,-4 1 0,-36 0 0,-31-9 0,-9 0 0,59 7-95,12 0-116,-1 1-1,1 0 0,0 0 0,0 1 1,-13 3-1,15 0-6614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0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24575,'29'37'0,"-21"-27"0,20 25 0,47 47 0,-74-81 0,-1 0 0,1-1 0,-1 1 0,1-1 0,-1 1 0,1-1 0,0 1 0,-1-1 0,1 1 0,0-1 0,-1 0 0,1 1 0,0-1 0,0 0 0,-1 0 0,1 1 0,0-1 0,0 0 0,-1 0 0,1 0 0,0 0 0,0 0 0,0 0 0,-1 0 0,2 0 0,-1-1 0,-1 1 0,1-1 0,0 0 0,-1 1 0,1-1 0,-1 0 0,1 1 0,-1-1 0,1 0 0,-1 0 0,1 0 0,-1 1 0,0-1 0,1 0 0,-1 0 0,0 0 0,0 0 0,0-1 0,1-3 0,-1-1 0,1 1 0,-1-1 0,-1 1 0,1-1 0,-2-5 0,-2-5 0,0 0 0,2 0 0,-2-31 0,3 43 0,1 0 0,1 0 0,-1 0 0,0 0 0,1 0 0,0 0 0,0 0 0,0 0 0,1 1 0,-1-1 0,1 0 0,0 1 0,0-1 0,0 1 0,0-1 0,1 1 0,-1 0 0,1 0 0,0 0 0,0 1 0,5-5 0,-7 7 0,1-1 0,0 1 0,-1-1 0,1 1 0,0 0 0,-1-1 0,1 1 0,-1 0 0,1 0 0,0 0 0,-1 1 0,1-1 0,0 0 0,-1 0 0,1 1 0,0-1 0,-1 1 0,1 0 0,-1-1 0,1 1 0,-1 0 0,0 0 0,1 0 0,-1 0 0,3 2 0,4 4 0,1 1 0,11 13 0,-16-16 0,7 7 0,16 19 0,1-2 0,52 42 0,-63-58-1365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0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3 24575,'-31'0'0,"-39"0"0,63 1 0,0 0 0,1 0 0,-1 0 0,1 1 0,-1 0 0,1 0 0,-12 7 0,16-8 0,0 0 0,1 0 0,-1 1 0,1-1 0,-1 0 0,1 1 0,-1 0 0,1-1 0,0 1 0,0 0 0,0 0 0,0-1 0,0 1 0,0 0 0,0 0 0,1 0 0,-1 0 0,1 0 0,-1 0 0,1 0 0,0 0 0,0 1 0,0-1 0,0 0 0,0 0 0,0 0 0,1 0 0,-1 0 0,1 2 0,1 1 0,-1 0 0,1 0 0,0 0 0,0-1 0,0 1 0,1-1 0,0 0 0,0 1 0,0-1 0,7 6 0,1 0 0,1-1 0,0 0 0,0-1 0,1-1 0,26 11 0,-28-13 0,0-1 0,1-1 0,-1 0 0,1 0 0,0-1 0,0-1 0,20 0 0,-29-1 0,-1 0 0,1 0 0,-1-1 0,1 1 0,0-1 0,-1 0 0,1 1 0,-1-1 0,1-1 0,-1 1 0,0 0 0,1 0 0,-1-1 0,0 0 0,0 1 0,0-1 0,3-3 0,-3 2 0,0 0 0,0 0 0,0-1 0,0 1 0,-1 0 0,1-1 0,-1 0 0,0 1 0,0-1 0,0 0 0,0-4 0,0 1 0,-1 0 0,0-1 0,0 1 0,-1 0 0,0 0 0,0 0 0,-1 0 0,1 0 0,-2 1 0,1-1 0,-1 0 0,-6-11 0,7 14-65,-1 1 0,0-1 0,0 1 0,0 0 0,0 0 0,-1 0 0,1 0 0,-1 0 0,0 1 0,0-1 0,0 1 0,0 0 0,0 0 0,0 1 0,0-1 0,-1 1 0,1 0 0,0 0 0,-1 1 0,-6-1 0,-3 0-6761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0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24575,'37'9'0,"-2"1"0,68 28 0,-90-31 0,1 0 0,-1 0 0,0 2 0,0 0 0,-1 0 0,0 1 0,-1 0 0,0 1 0,17 23 0,-11-8 0,-1 0 0,-1 1 0,-1 1 0,-1 0 0,-2 1 0,-1 0 0,-1 1 0,-2 0 0,-1 0 0,-1 1 0,-2-1 0,0 1 0,-3 33 0,-1-57 10,0 1 0,0-1 0,0 0 0,-1-1 0,0 1 0,0 0 0,-1 0 0,1-1 0,-2 0 0,1 1 0,-8 9 0,3-7-222,0 0 0,0 0 0,-1-1-1,0-1 1,-1 1 0,-10 6 0,-1-1-6614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1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27 24575,'0'-3'0,"0"1"0,0-1 0,0 0 0,-1 0 0,1 0 0,-2-4 0,2 7 0,0 0 0,0 0 0,0 0 0,0-1 0,0 1 0,-1 0 0,1 0 0,0 0 0,0 0 0,0 0 0,0-1 0,0 1 0,0 0 0,-1 0 0,1 0 0,0 0 0,0 0 0,0 0 0,0 0 0,0 0 0,-1 0 0,1 0 0,0-1 0,0 1 0,0 0 0,0 0 0,-1 0 0,1 0 0,0 0 0,0 0 0,0 0 0,0 0 0,-1 0 0,1 0 0,0 0 0,0 1 0,0-1 0,-1 0 0,-8 11 0,-18 28 0,11-17 0,-15 30 0,21-33 0,-4 8 0,1 0 0,1 1 0,-14 48 0,21-53 0,0 0 0,2 0 0,1 0 0,1 39 0,2-47 0,1 0 0,0 0 0,1 0 0,1 0 0,0-1 0,1 0 0,0 0 0,10 17 0,-3-9 0,2 0 0,1-1 0,0-1 0,2 0 0,0-2 0,31 28 0,-16-19-72,60 47-1221,-77-64-5533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3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18 24575,'-7'-11'0,"2"4"0,15 15 0,35 35 0,-10-8 0,67 50 0,-60-57-455,2-2 0,57 26 0,-87-46-6371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3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3 24575,'-1'-1'0,"1"1"0,-1 0 0,0-1 0,1 1 0,-1 0 0,0 0 0,1 0 0,-1-1 0,0 1 0,1 0 0,-1 0 0,0 0 0,1 0 0,-1 0 0,0 0 0,1 0 0,-1 0 0,0 0 0,0 1 0,1-1 0,-1 0 0,0 0 0,1 1 0,-1-1 0,1 0 0,-1 1 0,0-1 0,1 0 0,-1 1 0,1-1 0,-1 1 0,1-1 0,-1 1 0,1-1 0,0 1 0,-1 1 0,-17 21 0,18-23 0,-15 26 0,-11 30 0,18-37 0,-1 1 0,-1-2 0,-1 0 0,-16 22 0,20-32-170,0-1-1,0 0 0,-1 0 1,0-1-1,0 0 0,-1 0 1,-10 5-1,10-8-6655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4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76 24575,'-78'-46'0,"66"41"0,1 0 0,-1 0 0,0 1 0,0 0 0,-14-1 0,22 4 0,0 1 0,0-1 0,0 1 0,0 1 0,0-1 0,0 0 0,0 1 0,0 0 0,1 0 0,-1 0 0,0 0 0,0 1 0,1-1 0,-1 1 0,1 0 0,-1 0 0,1 1 0,0-1 0,0 1 0,0-1 0,0 1 0,0 0 0,1 0 0,-1 0 0,-3 6 0,4-4 0,-1-1 0,1 1 0,0-1 0,1 1 0,-1 0 0,1 0 0,0 0 0,0 0 0,0 0 0,1 0 0,0 0 0,0 0 0,0 0 0,0 0 0,1 0 0,0 0 0,0 0 0,0-1 0,1 1 0,2 5 0,43 81 0,-29-60 0,-2 0 0,-2 1 0,17 51 0,-20-43 0,-3 0 0,5 50 0,15 96 0,-27-184 0,0 1 0,-1-1 0,1 0 0,0 1 0,0-1 0,1 0 0,-1 0 0,0 0 0,1 0 0,-1 0 0,1 0 0,0 0 0,-1-1 0,1 1 0,0 0 0,0-1 0,0 0 0,0 1 0,0-1 0,1 0 0,-1 0 0,0 0 0,1 0 0,-1-1 0,0 1 0,5 0 0,3 0 0,0 0 0,1 0 0,-1-1 0,0 0 0,11-3 0,22-6 0,-23 4 0,-8 1-1365,-3 0-5461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5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24575,'0'10'0,"2"1"0,-1-1 0,1 0 0,1 0 0,0-1 0,4 12 0,-4-14 0,0 0 0,0 0 0,1 0 0,0-1 0,0 0 0,0 0 0,1 0 0,0 0 0,0-1 0,7 6 0,-11-10 0,0-1 0,0 1 0,0-1 0,0 1 0,1-1 0,-1 1 0,0-1 0,0 0 0,1 1 0,-1-1 0,0 0 0,0 0 0,1 0 0,-1 0 0,0 0 0,1 0 0,-1-1 0,0 1 0,0 0 0,1-1 0,-1 1 0,0-1 0,0 1 0,0-1 0,1 1 0,-1-1 0,0 0 0,0 1 0,0-1 0,0 0 0,0 0 0,-1 0 0,1 0 0,1-1 0,4-5 0,-1-1 0,1 1 0,6-15 0,-9 17 0,11-28 0,-12 28 0,-1 0 0,1 0 0,0 0 0,1 0 0,-1 0 0,1 1 0,0-1 0,0 1 0,1-1 0,3-3 0,-5 7 0,0 0 0,0 0 0,0 0 0,0 0 0,0 1 0,0-1 0,0 1 0,0-1 0,0 1 0,0 0 0,0-1 0,1 1 0,-1 0 0,0 0 0,0 1 0,0-1 0,0 0 0,0 1 0,0-1 0,0 1 0,0 0 0,0 0 0,0 0 0,2 1 0,7 4 0,-1 0 0,0 1 0,11 9 0,-11-7 0,28 19 9,28 23-1383,-57-42-5452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5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16 24575,'-2'-2'0,"-4"-2"0,-6 1 0,-4 0 0,-1 1 0,0 1 0,-3 1 0,-1-1 0,-1 4 0,0 0 0,-2 1 0,2 1 0,-2 1 0,1-2 0,5 0-8191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6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24575,'2'14'0,"0"-1"0,0 0 0,1 0 0,10 25 0,-8-22 0,2 4 0,17 36 0,-22-51 0,1-1 0,0 1 0,-1-1 0,1 0 0,1 0 0,-1 0 0,0 0 0,1-1 0,0 0 0,0 1 0,0-1 0,0-1 0,7 5 0,-9-7 0,-1 1 0,0-1 0,0 1 0,0-1 0,0 0 0,1 0 0,-1 1 0,0-1 0,0 0 0,0 0 0,1 0 0,-1 0 0,0 0 0,0 0 0,1-1 0,-1 1 0,0 0 0,0-1 0,0 1 0,0-1 0,0 1 0,1-1 0,0 0 0,-1-1 0,1 1 0,0-1 0,-1 0 0,1 0 0,-1 1 0,0-1 0,0 0 0,0 0 0,0 0 0,0-1 0,1-2 0,1-6 0,-1-1 0,0 1 0,1-21 0,-3-3 0,0-11 0,0 43 0,0-1 0,1 0 0,0 0 0,0 1 0,0-1 0,0 1 0,0-1 0,1 1 0,2-5 0,-3 7 0,0-1 0,0 1 0,0 0 0,0 0 0,0 0 0,0 0 0,0 0 0,1 0 0,-1 0 0,0 0 0,1 1 0,-1-1 0,0 0 0,1 1 0,-1-1 0,1 1 0,-1 0 0,1-1 0,-1 1 0,1 0 0,-1 0 0,1 0 0,-1 0 0,1 0 0,-1 0 0,1 0 0,-1 1 0,1-1 0,-1 0 0,1 1 0,-1-1 0,2 2 0,5 1 0,-1 1 0,1 1 0,-1-1 0,10 9 0,-14-10 0,19 14 0,36 42 0,-40-40 0,0-1 0,32 26 0,-25-27-1365,-16-11-5461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24575,'-4'-2'0,"-43"-19"0,43 19 0,0 1 0,-1 0 0,1 0 0,0 0 0,-1 1 0,1-1 0,0 1 0,-1 0 0,-6 1 0,10-1 0,-1 1 0,0 0 0,0 0 0,0 0 0,1 0 0,-1 0 0,0 0 0,1 0 0,-1 0 0,1 1 0,-1-1 0,1 1 0,0-1 0,0 1 0,0-1 0,0 1 0,0 0 0,0 0 0,0-1 0,0 1 0,0 0 0,1 0 0,-1 4 0,-1-1 0,1 1 0,0 0 0,1-1 0,-1 1 0,1 0 0,1 11 0,1-10 0,0 0 0,0 0 0,1 0 0,0 0 0,0-1 0,0 1 0,1-1 0,0 0 0,0 0 0,1 0 0,0 0 0,0-1 0,6 5 0,-3-2 0,0-2 0,1 1 0,0-1 0,0 0 0,0-1 0,1 0 0,0-1 0,13 5 0,-19-8 0,-1 0 0,0 0 0,1-1 0,-1 1 0,1-1 0,-1 0 0,0 0 0,1 0 0,-1 0 0,1-1 0,-1 0 0,0 1 0,1-1 0,-1 0 0,0 0 0,0-1 0,4-1 0,-3 0 0,-1 1 0,0 0 0,-1-1 0,1 0 0,0 0 0,-1 0 0,1 0 0,-1 0 0,0 0 0,0 0 0,0-1 0,-1 1 0,1-1 0,-1 1 0,1-6 0,0 3 9,-1-1 1,0 1-1,0-1 0,-1 0 0,0 1 1,0-1-1,-1 0 0,1 1 0,-1-1 0,-1 1 1,1-1-1,-4-6 0,4 10-74,0-1 1,-1 1-1,1 0 1,-1-1-1,0 1 1,0 0-1,0 0 0,-1 0 1,1 0-1,-1 1 1,1-1-1,-1 1 1,0-1-1,0 1 0,0 0 1,-1 0-1,1 0 1,0 1-1,-1-1 1,1 1-1,-1 0 1,-5-2-1,-4 2-6761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27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24575,'2'-6'0,"1"0"0,1 1 0,-1-1 0,1 1 0,0 0 0,0 0 0,1 0 0,8-7 0,-10 10 0,0 0 0,0 0 0,0 0 0,1 1 0,-1-1 0,0 1 0,1 0 0,-1 0 0,1 0 0,-1 1 0,1-1 0,0 1 0,-1 0 0,1 0 0,-1 0 0,1 0 0,4 2 0,23 5 0,56 21 0,-59-18 0,-25-8 0,0-1 0,0 1 0,0-1 0,0 1 0,-1 0 0,1 0 0,0 0 0,-1 1 0,0-1 0,1 0 0,-1 1 0,0 0 0,0-1 0,0 1 0,-1 0 0,3 4 0,1 5 0,0 1 0,5 24 0,-2-8 0,10 32 0,-2-1 0,-3 2 0,-3 0 0,4 118 0,-7-88 0,1 0 0,-8-87 0,1 1 0,0 0 0,0-1 0,4 11 0,-3-10 0,0 0 0,-1-1 0,2 13 0,-3-17 6,0 0 0,0 1-1,-1-1 1,1 0 0,0 1-1,-1-1 1,1 0 0,-1 1 0,1-1-1,-1 0 1,0 0 0,1 1-1,-1-1 1,0 0 0,0 0-1,0 0 1,0 0 0,0 0 0,0 0-1,-2 1 1,-1 1-254,0-1 1,0 0-1,0 0 1,0 0-1,-5 1 1,-4 1-6579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5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28 24575,'-1'1'0,"1"-1"0,-1 0 0,0 0 0,1 1 0,-1-1 0,0 0 0,1 1 0,-1-1 0,1 1 0,-1-1 0,1 1 0,-1-1 0,1 1 0,-1-1 0,1 1 0,0 0 0,-1-1 0,1 1 0,0 0 0,-1-1 0,1 1 0,0 0 0,0-1 0,-1 1 0,1 0 0,0 0 0,0 1 0,-3 23 0,3-22 0,0 16 0,1 0 0,0 1 0,2-1 0,0 0 0,1 0 0,1 0 0,1-1 0,15 35 0,9 6 0,46 69 0,-58-100 0,6 7 0,-16-24 0,-1-1 0,0 1 0,0 1 0,-1-1 0,5 15 0,-10-26 0,-1 1 0,0-1 0,0 1 0,0-1 0,1 1 0,-1-1 0,0 1 0,0-1 0,0 1 0,0-1 0,0 1 0,0-1 0,0 1 0,0 0 0,0-1 0,0 1 0,0-1 0,-1 1 0,1-1 0,0 1 0,0-1 0,0 1 0,-1-1 0,1 1 0,-1 0 0,1-1 0,-1 0 0,1 0 0,-1 0 0,1 0 0,-1 0 0,0 0 0,1 1 0,-1-1 0,1 0 0,-1-1 0,1 1 0,-1 0 0,1 0 0,-1 0 0,1 0 0,-1 0 0,1 0 0,-2-1 0,-2-1 0,0 0 0,0 0 0,0-1 0,-5-2 0,-8-10 0,0-1 0,0 0 0,-26-36 0,-32-63 0,62 89 0,1 0 0,1 0 0,2-1 0,0 0 0,2-1 0,1 0 0,-4-48 0,9 70 0,1 0 0,0 0 0,0 0 0,0-1 0,1 1 0,0 0 0,0 0 0,1 0 0,-1 0 0,1 0 0,4-6 0,-4 8 0,0 1 0,0-1 0,1 1 0,0 0 0,0 0 0,0 0 0,0 0 0,0 0 0,0 1 0,1 0 0,-1-1 0,1 1 0,0 0 0,-1 1 0,1-1 0,0 1 0,6-2 0,-2 2 0,-1 0 0,1 0 0,-1 0 0,1 1 0,0 0 0,-1 1 0,1 0 0,-1 0 0,1 1 0,-1 0 0,0 0 0,9 3 0,-8-1 0,1 0 0,-1 0 0,0 0 0,0 1 0,-1 1 0,1-1 0,-1 1 0,0 0 0,10 12 0,-15-15 0,1 0 0,-1 1 0,0-1 0,0 0 0,0 1 0,-1-1 0,1 1 0,-1 0 0,0-1 0,0 1 0,0 0 0,0 0 0,-1 0 0,0 0 0,1 0 0,-1-1 0,-1 1 0,1 0 0,-1 0 0,1 0 0,-2 4 0,0-3 0,0-1 0,0 1 0,-1 0 0,1-1 0,-1 1 0,0-1 0,0 0 0,-1 0 0,1 0 0,-1-1 0,0 1 0,0-1 0,0 0 0,0 0 0,-6 3 0,-3 1-682,-21 7-1,20-9-6143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6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39 24575,'-7'-3'0,"-15"-7"0,-27-8 0,43 16 0,0 1 0,-1-1 0,1 1 0,-1 1 0,0-1 0,1 1 0,-1 0 0,0 0 0,-6 2 0,11-2 0,0 0 0,1 1 0,-1-1 0,0 1 0,0-1 0,1 1 0,-1 0 0,1-1 0,-1 1 0,0 0 0,1 0 0,0 0 0,-1 0 0,1 1 0,0-1 0,-1 0 0,1 1 0,0-1 0,0 0 0,0 1 0,0-1 0,0 1 0,1 0 0,-1-1 0,0 1 0,1 0 0,-1-1 0,1 1 0,-1 0 0,1 0 0,0-1 0,0 1 0,0 2 0,0 0 0,1-1 0,-1 0 0,1 0 0,0 1 0,0-1 0,0 0 0,0 0 0,1 0 0,-1 0 0,1 0 0,0-1 0,0 1 0,0 0 0,0-1 0,0 1 0,1-1 0,2 3 0,2 0 0,1 0 0,-1 0 0,1 0 0,0-1 0,1-1 0,-1 1 0,1-1 0,-1-1 0,1 1 0,10 0 0,-15-2 0,0-1 0,0 0 0,0 0 0,0 0 0,0 0 0,0-1 0,-1 1 0,1-1 0,0 0 0,0 0 0,-1 0 0,1-1 0,0 0 0,-1 1 0,1-1 0,-1 0 0,0 0 0,0-1 0,0 1 0,0-1 0,0 0 0,0 0 0,-1 0 0,1 0 0,3-6 0,-4 5 0,0 1 0,-1-1 0,1-1 0,-1 1 0,0 0 0,0 0 0,0 0 0,0-1 0,0-6 0,-2-1 0,-2-24 0,11 44 0,3 8 0,1 1 0,0-1 0,29 29 0,-35-39 0,1 0 0,1 0 0,-1 0 0,1-1 0,0-1 0,0 1 0,0-1 0,0 0 0,10 2 0,-15-5-114,0-1 1,0 1-1,0-1 0,0 1 0,0-1 1,0 0-1,0 0 0,0-1 0,0 1 1,0-1-1,3 0 0,4-2-6712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6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24575,'86'226'0,"-62"-175"0,2 0 0,41 58 0,-57-94-109,-1-1 190,0-1 0,23 24 0,-28-33-181,0-1 0,-1 0 0,2 0 0,-1 0 0,0 0 0,0-1 0,1 0 0,0 0 0,-1 0 1,1 0-1,0-1 0,0 1 0,0-1 0,5 0 0,3 0-6726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6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64 24575,'-29'-8'0,"-14"-2"0,-5 0 0,3-1 0,4 2 0,6 2 0,5 3 0,3 1 0,5 2 0,4 1 0,1 0 0,2 0 0,3 4 0,1-1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7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24575,'66'148'0,"0"-3"0,-47-108 0,44 64 0,-53-86 0,-4-6 0,0 0 0,11 12 0,-16-20 0,1 0 0,-1 1 0,0-1 0,1 0 0,-1 0 0,1 1 0,-1-1 0,1-1 0,0 1 0,0 0 0,-1 0 0,1 0 0,0-1 0,0 1 0,0-1 0,-1 0 0,1 1 0,0-1 0,0 0 0,2 0 0,-2-1 0,-1 1 0,0 0 0,1 0 0,-1-1 0,0 1 0,0-1 0,0 0 0,0 1 0,1-1 0,-1 0 0,0 1 0,0-1 0,0 0 0,0 0 0,-1 0 0,1 0 0,0 0 0,0 0 0,0 0 0,-1 0 0,1 0 0,-1-1 0,2-1 0,-1-2 0,1-1 0,-1 1 0,-1-1 0,1-8 0,3-12 0,-4 26 0,0 0 0,0 0 0,0-1 0,0 1 0,0 0 0,1 0 0,-1 0 0,0 0 0,0 0 0,0 0 0,0-1 0,0 1 0,0 0 0,1 0 0,-1 0 0,0 0 0,0 0 0,0 0 0,0 0 0,0 0 0,1 0 0,-1 0 0,0 0 0,0-1 0,0 1 0,0 0 0,1 0 0,-1 0 0,0 0 0,0 0 0,0 0 0,0 0 0,1 1 0,-1-1 0,0 0 0,0 0 0,0 0 0,0 0 0,0 0 0,1 0 0,-1 0 0,0 0 0,0 0 0,0 0 0,0 0 0,0 1 0,1-1 0,-1 0 0,0 0 0,0 0 0,0 0 0,0 0 0,0 1 0,0-1 0,0 0 0,0 0 0,0 0 0,0 0 0,0 0 0,0 1 0,1-1 0,7 14 0,-6-10 0,24 42-98,22 32 317,-41-67-467,1-2 0,0 1 1,1-1-1,0 0 1,14 10-1,-13-12-6578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7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1 171 24575,'1'-14'0,"1"0"0,1 1 0,0-1 0,0 1 0,10-21 0,-11 29 0,0 1 0,1 0 0,-1 0 0,1 0 0,0 0 0,0 0 0,0 1 0,0-1 0,1 1 0,0 0 0,0 0 0,-1 0 0,2 0 0,-1 1 0,0 0 0,0-1 0,1 2 0,-1-1 0,8-1 0,-4 1 0,1 1 0,-1 0 0,1 1 0,-1-1 0,1 2 0,-1-1 0,1 1 0,-1 1 0,1 0 0,-1 0 0,0 0 0,0 1 0,0 0 0,0 1 0,0 0 0,-1 0 0,1 1 0,10 8 0,-13-9 0,-1 0 0,0 0 0,1 1 0,-1-1 0,-1 1 0,1 0 0,-1 0 0,0 0 0,0 1 0,0-1 0,-1 0 0,0 1 0,0 0 0,0 0 0,-1 0 0,0-1 0,0 1 0,0 0 0,-1 0 0,0 0 0,0 0 0,0 1 0,-1-2 0,0 1 0,0 0 0,-1 0 0,-2 7 0,-4 4 0,-1 0 0,0 0 0,-2 0 0,0-1 0,0-1 0,-2 0 0,-15 15 0,23-25 0,2-2 0,1-1 0,-1 0 0,1 1 0,0-1 0,0 1 0,-2 5 0,3-8 0,1 1 0,0 0 0,0-1 0,0 1 0,-1 0 0,1 0 0,0 0 0,0-1 0,0 1 0,0 0 0,0 0 0,1-1 0,-1 1 0,0 0 0,0 0 0,0-1 0,1 1 0,-1 0 0,0-1 0,1 1 0,-1 0 0,1-1 0,-1 1 0,1 0 0,-1-1 0,1 1 0,-1-1 0,1 1 0,-1-1 0,1 1 0,0-1 0,-1 0 0,1 1 0,1-1 0,2 3 0,1-1 0,0 1 0,0-2 0,1 1 0,-1 0 0,0-1 0,0 0 0,10 0 0,46 0 0,-39-1 0,-3-1 0,1 0 0,23-4 0,-37 4 0,-1 0 0,0 0 0,0-1 0,1 0 0,-1 0 0,0 0 0,0-1 0,-1 1 0,1-1 0,0 0 0,-1-1 0,8-6 0,-11 9-91,0 0 0,-1 0 0,1 0 0,0 0 0,-1 0 0,1 0 0,-1 0 0,1 0 0,-1-1 0,1 1 0,-1 0 0,0 0 0,1 0 0,-1-3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8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3 0,3 2 0,0-1-8191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38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24575,'-2'2'0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1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57 24575,'-10'-7'0,"0"0"0,-1 0 0,0 1 0,0 0 0,0 1 0,0 0 0,-21-5 0,28 9 0,0 0 0,0 1 0,0-1 0,0 1 0,0 0 0,0 0 0,0 0 0,0 0 0,0 1 0,0 0 0,0 0 0,0 0 0,0 0 0,1 1 0,-1-1 0,0 1 0,1 0 0,-1 0 0,1 0 0,0 1 0,0-1 0,0 1 0,0 0 0,0 0 0,0 0 0,1 0 0,-3 4 0,2-4 0,1 0 0,0 0 0,0 1 0,0-1 0,1 1 0,-1 0 0,1-1 0,-1 1 0,1 0 0,1 0 0,-1 0 0,0 0 0,1-1 0,0 1 0,0 0 0,0 0 0,0 0 0,1 0 0,0 0 0,0 0 0,0 0 0,0-1 0,0 1 0,1 0 0,-1-1 0,1 1 0,0-1 0,0 1 0,0-1 0,1 0 0,-1 0 0,7 5 0,22 17 0,2-1 0,1-1 0,50 23 0,-82-45 0,0 1 0,1-1 0,-1 0 0,0 1 0,0-1 0,0 1 0,-1 0 0,4 3 0,-5-4 0,1-1 0,-1 1 0,0 0 0,0-1 0,1 1 0,-1 0 0,0-1 0,0 1 0,0 0 0,0-1 0,0 1 0,0 0 0,0-1 0,0 1 0,0 0 0,0 0 0,0-1 0,0 1 0,-1 0 0,1-1 0,0 1 0,0 0 0,-1-1 0,1 1 0,-1-1 0,1 1 0,0 0 0,-1-1 0,1 1 0,-1-1 0,1 1 0,-1-1 0,1 0 0,-1 1 0,-1 0 0,-2 2 0,-1-1 0,1 1 0,-1-1 0,0 0 0,1 0 0,-1 0 0,0-1 0,0 1 0,0-1 0,-10 0 0,-7 1 0,-27-2 0,28-1 0,-1 1-118,-2 0-298,0 0 1,-38-8-1,47 5-6410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2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24575,'17'45'0,"83"193"0,-83-205 0,1-2 0,1 0 0,2-1 0,1-1 0,27 29 0,-31-39 0,-9-9 0,0 0 0,1-1 0,0 0 0,0 0 0,1-1 0,16 9 0,-25-16 0,-1 0 0,1 0 0,0 0 0,-1-1 0,1 1 0,0-1 0,0 1 0,0-1 0,-1 0 0,1 1 0,0-1 0,0 0 0,0 0 0,-1-1 0,1 1 0,0 0 0,0 0 0,0-1 0,-1 1 0,1-1 0,0 0 0,0 1 0,-1-1 0,1 0 0,-1 0 0,1 0 0,-1 0 0,1 0 0,-1-1 0,0 1 0,1 0 0,-1-1 0,0 1 0,0-1 0,0 1 0,0-1 0,0 1 0,0-1 0,0-2 0,2-4 0,0 0 0,-1 0 0,0 0 0,0 0 0,-1 0 0,0 0 0,-1-13 0,0 10 0,-1 7 0,1 1 0,0 0 0,0 0 0,0 0 0,0 0 0,1 0 0,1-5 0,-2 8 0,0 0 0,0 0 0,0 0 0,0-1 0,0 1 0,0 0 0,0 0 0,0 0 0,0 0 0,0 0 0,0 0 0,1 0 0,-1-1 0,0 1 0,0 0 0,0 0 0,0 0 0,0 0 0,0 0 0,1 0 0,-1 0 0,0 0 0,0 0 0,0 0 0,0 0 0,0 0 0,1 0 0,-1 0 0,0 0 0,0 0 0,0 0 0,0 0 0,0 0 0,1 0 0,-1 0 0,0 0 0,0 0 0,0 0 0,8 5 0,6 10 0,-12-12 0,-1-2 0,20 23 0,28 24 0,-41-41 0,0-1 0,1 0 0,0 0 0,0-1 0,0 0 0,0-1 0,16 6 0,-14-7 0,0 0 0,-1 0 0,1-1 0,0-1 0,0 0 0,20 0 0,-27-2 0,-1 1 0,1-1 0,-1 1 0,1-1 0,-1 0 0,1 0 0,-1-1 0,0 1 0,1-1 0,-1 0 0,0 0 0,0 0 0,0 0 0,0 0 0,-1-1 0,1 1 0,-1-1 0,1 0 0,-1 1 0,0-1 0,0 0 0,0 0 0,-1-1 0,3-4 0,2-9 0,-5 12 0,1 1 0,0-1 0,-1 0 0,5-6 0,-5 11 0,-1 0 0,0 0 0,0 0 0,0-1 0,1 1 0,-1 0 0,0 0 0,0 0 0,1 0 0,-1 0 0,0 0 0,0 0 0,0 0 0,1 0 0,-1 0 0,0 0 0,0 0 0,1 0 0,-1 0 0,0 0 0,0 0 0,0 1 0,1-1 0,-1 0 0,0 0 0,0 0 0,0 0 0,1 0 0,-1 0 0,0 1 0,0-1 0,0 0 0,0 0 0,1 0 0,-1 0 0,0 1 0,0-1 0,0 0 0,0 0 0,0 0 0,0 1 0,8 11 0,-6-10 0,1 3 0,1-1 0,0 1 0,0-1 0,0 0 0,1 0 0,0 0 0,-1 0 0,1-1 0,1 0 0,-1 0 0,0 0 0,1-1 0,-1 1 0,1-1 0,0-1 0,0 1 0,0-1 0,0 0 0,6 0 0,-11-1-68,0 0 0,0 0-1,0 0 1,0 0 0,0 0 0,0 0-1,0 0 1,0-1 0,0 1 0,0 0-1,0-1 1,0 1 0,0-1 0,0 1-1,0-1 1,-1 1 0,1-1-1,0 1 1,1-2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24575,'0'-8'0,"3"-2"0,0 2 0,3 7 0,0 4 0,2 3 0,-1 3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3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12 24575,'-7'-3'0,"1"1"0,-1 0 0,1 1 0,-1-1 0,0 1 0,0 1 0,-13 0 0,17 0 0,0 0 0,0 1 0,0-1 0,1 1 0,-1 0 0,0 0 0,0 0 0,0 0 0,1 0 0,-1 1 0,1-1 0,-1 1 0,1 0 0,0 0 0,-1-1 0,1 2 0,0-1 0,0 0 0,1 0 0,-4 5 0,1 0 0,1 1 0,0 0 0,0 0 0,1 0 0,0 0 0,0 1 0,1-1 0,0 0 0,0 1 0,1 9 0,2 10 0,7 48 0,-1-37 0,2 1 0,1-1 0,26 56 0,62 107 0,-91-187 0,26 61 0,-9-18 0,-21-52-1365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3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63 24575,'-15'-10'0,"-9"-4"0,-1 1 0,-1 3 0,3 2 0,2 3 0,3 3 0,1 1 0,1 4 0,3 0-8191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24575,'6'29'0,"0"14"0,4 5 0,-2 0 0,2-4 0,1-3 0,-1-4 0,0-3 0,1-3 0,2 0 0,0-1 0,1-3 0,1-1 0,0-2 0,1-5 0,-3-4 0,-4-3-8191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3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50 24575,'-31'-10'0,"-13"-4"0,-4 1 0,1 5 0,3 4 0,4 5 0,6 5 0,7 2 0,7-1-8191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4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24575,'6'13'0,"0"6"0,4 4 0,1-1 0,2 0 0,1-3 0,1 0 0,1-3 0,-1 0 0,1 0 0,-3-1 0,-1-3 0,-2-1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4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24575,'0'-5'0,"0"1"0,3 6 0,0 5 0,3 7 0,0 4 0,2 3 0,-1-1-8191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4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24575,'27'36'0,"26"33"0,-44-58 0,1-1 0,0 0 0,0 0 0,14 8 0,-21-16 0,0 0 0,0 0 0,0 0 0,1-1 0,-1 1 0,0-1 0,0 0 0,1 0 0,-1 0 0,1 0 0,-1-1 0,1 1 0,-1-1 0,1 0 0,-1 0 0,1 0 0,-1-1 0,1 1 0,5-3 0,-6 2 0,1-1 0,-1 1 0,0-1 0,0 0 0,0 0 0,0 0 0,0-1 0,0 1 0,-1-1 0,1 0 0,-1 0 0,1 0 0,-1 0 0,0 0 0,0 0 0,-1 0 0,1-1 0,1-4 0,-1 3 0,-1 0 0,1 0 0,0 1 0,0 0 0,0-1 0,4-5 0,-5 10 0,0-1 0,-1 0 0,1 1 0,-1-1 0,1 0 0,0 1 0,-1-1 0,1 1 0,0-1 0,0 1 0,0 0 0,-1-1 0,1 1 0,0 0 0,0-1 0,0 1 0,0 0 0,0 0 0,-1 0 0,1 0 0,0-1 0,0 1 0,0 1 0,0-1 0,0 0 0,0 0 0,0 0 0,-1 0 0,1 1 0,0-1 0,0 0 0,0 1 0,0-1 0,-1 1 0,3 0 0,8 8 0,1 1 0,-1 0 0,0 1 0,-1 0 0,11 15 0,0 0 0,-8-11-1365,-3-2-5461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5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0 111 24575,'35'81'0,"65"178"0,-95-242 0,-2-10 0,-1-1 0,0 1 0,-1 0 0,1-1 0,0 10 0,-4-14 0,-3-6 0,-2-6 0,-14-27 0,1-1 0,2-1 0,-15-49 0,29 74 0,0-1 0,1 0 0,0 0 0,1 1 0,1-2 0,0 1 0,1 0 0,1 0 0,1 0 0,0 0 0,0 0 0,8-23 0,-8 33 0,0 0 0,0 0 0,0 1 0,1-1 0,-1 1 0,1 0 0,0 0 0,1 0 0,-1 0 0,0 0 0,1 1 0,0-1 0,0 1 0,0 0 0,0 0 0,6-2 0,-2 1 0,0 2 0,0-1 0,0 1 0,0 0 0,0 1 0,0 0 0,0 0 0,1 1 0,10 0 0,-15 0 0,0 1 0,1-1 0,-1 1 0,0 0 0,0 0 0,1 0 0,-1 0 0,6 4 0,-9-5 0,1 1 0,-1 0 0,0 0 0,0 0 0,1 0 0,-1 0 0,0 0 0,0 0 0,0 1 0,0-1 0,-1 0 0,1 0 0,0 1 0,0-1 0,-1 1 0,1-1 0,-1 0 0,1 1 0,-1-1 0,0 1 0,0 0 0,1-1 0,-1 1 0,0-1 0,0 1 0,0-1 0,-1 3 0,0 2 0,-1-1 0,1 1 0,-1 0 0,-1-1 0,1 1 0,-1-1 0,0 0 0,0 0 0,0 0 0,-1 0 0,0 0 0,0-1 0,0 0 0,-8 7 0,-8 4 0,1-1 0,-28 15 0,36-23 0,-67 34-1365,63-34-5461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5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24575,'2'1'0,"0"0"0,0 0 0,1 0 0,-1 0 0,0 0 0,0 0 0,0 0 0,-1 1 0,1-1 0,0 1 0,0-1 0,-1 1 0,3 3 0,9 7 0,-7-8 0,0 0 0,1 0 0,0-1 0,0 0 0,0 0 0,0-1 0,0 1 0,15 1 0,-18-3 0,0-1 0,1 0 0,-1 0 0,0 0 0,1 0 0,-1-1 0,0 1 0,0-1 0,1 0 0,-1-1 0,0 1 0,0-1 0,0 1 0,0-1 0,-1 0 0,1-1 0,3-2 0,-4 3 0,-1-1 0,1 1 0,-1-1 0,0 0 0,0 0 0,0 0 0,0 0 0,0 0 0,-1 0 0,0 0 0,1-1 0,0-5 0,0-3 0,0 0 0,0-17 0,1-2 0,-3 30 0,0 1 0,0 0 0,0 0 0,0 0 0,0-1 0,0 1 0,0 0 0,0 0 0,0 0 0,0 0 0,0-1 0,0 1 0,0 0 0,0 0 0,0 0 0,0 0 0,0-1 0,0 1 0,1 0 0,-1 0 0,0 0 0,0 0 0,0 0 0,0 0 0,0-1 0,1 1 0,-1 0 0,0 0 0,0 0 0,0 0 0,0 0 0,1 0 0,-1 0 0,0 0 0,0 0 0,0 0 0,1 0 0,6 4 0,9 14 0,-13-14 0,43 50-2,44 49-1361,-77-90-5463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24575,'93'143'0,"77"159"0,-125-213-47,69 124-1271,-105-198-5508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6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13 24575,'-10'-5'0,"-7"1"0,-2 0 0,-3 5 0,-1 4 0,1 4 0,-1 0 0,4 2 0,5-2-8191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7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 24575,'-3'23'0,"0"10"0,-1 3 0,2-3 0,0-4 0,-2-5 0,0 0 0,1-3 0,0-5-8191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7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24575,'1'0'0,"0"-1"0,1 1 0,-1 0 0,0 0 0,1-1 0,-1 1 0,0 0 0,1 1 0,-1-1 0,0 0 0,0 0 0,1 0 0,-1 1 0,0-1 0,1 1 0,-1-1 0,0 1 0,0-1 0,0 1 0,0 0 0,0 0 0,0-1 0,0 1 0,0 0 0,1 1 0,4 4 0,0 0 0,8 11 0,17 28 0,42 82 0,-13-20 0,-31-58 0,-1 2 0,21 53 0,-41-84-1365,-1-5-5461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8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1 384 24575,'32'11'0,"172"49"0,-194-58 0,-1 0 0,1 0 0,0-1 0,19-1 0,-27 0 0,1 0 0,-1 0 0,1-1 0,-1 1 0,0-1 0,1 0 0,-1 0 0,0 0 0,1 0 0,-1 0 0,0 0 0,0-1 0,0 1 0,0-1 0,0 1 0,0-1 0,0 0 0,-1 0 0,1 0 0,-1 0 0,1 0 0,-1 0 0,0 0 0,1-3 0,2-4 0,-2 0 0,1 0 0,-1-1 0,-1 1 0,1-1 0,-2 1 0,1-1 0,-1 0 0,-1 1 0,0-1 0,-3-16 0,-2 1 0,-1 0 0,-2 1 0,-12-29 0,2 15 0,-2 1 0,-35-48 0,56 84 0,0 1 0,0-1 0,-1 1 0,1-1 0,0 1 0,-1-1 0,1 1 0,0-1 0,-1 1 0,1-1 0,-1 1 0,1-1 0,-1 1 0,1 0 0,-1-1 0,1 1 0,-1 0 0,1 0 0,-1-1 0,1 1 0,-2 0 0,2 0 0,0 1 0,0-1 0,-1 1 0,1-1 0,0 1 0,0-1 0,0 0 0,0 1 0,-1-1 0,1 1 0,0-1 0,0 1 0,0-1 0,0 1 0,0-1 0,0 1 0,1-1 0,-1 2 0,6 28 0,14 31 0,3-1 0,2-1 0,3-1 0,3-2 0,1-1 0,60 76 0,-91-130 0,17 22 0,31 28 0,-44-46 0,1 0 0,-1 0 0,1-1 0,0 0 0,0 0 0,1 0 0,-1-1 0,1 0 0,0 0 0,-1-1 0,12 3 0,-16-5 0,0 0 0,0 0 0,0 1 0,0-1 0,0-1 0,0 1 0,0 0 0,0 0 0,0-1 0,0 1 0,0-1 0,-1 0 0,1 1 0,0-1 0,0 0 0,-1 0 0,4-3 0,-3 2 0,0 0 0,0 0 0,0 0 0,-1 0 0,1-1 0,-1 1 0,1 0 0,-1-1 0,0 0 0,0 1 0,1-5 0,0 0 0,-1-1 0,0 0 0,0 1 0,-1-1 0,0 0 0,0 0 0,-1 0 0,-1-9 0,-13-43 0,17 56 0,4 6 0,10 13 0,-8-7 0,13 7 0,0 0 0,0-1 0,1-1 0,32 13 0,-37-20 0,1 0 0,0 0 0,0-2 0,1 0 0,-1-1 0,32 0 0,-37-2 0,-1-2 0,1 0 0,0 0 0,-1-1 0,1 0 0,-1-1 0,18-7 0,-25 8 0,-1 0 0,1 0 0,-1-1 0,1 1 0,-1-1 0,0 0 0,0-1 0,-1 1 0,1 0 0,-1-1 0,1 0 0,-1 0 0,0 0 0,-1 0 0,1 0 0,-1-1 0,0 1 0,0-1 0,0 0 0,0 0 0,1-8 0,-3 8 0,0 1 0,0-1 0,0 1 0,0-1 0,-1 1 0,0-1 0,0 1 0,0 0 0,0-1 0,-1 1 0,1 0 0,-1 0 0,0 0 0,0 0 0,-4-3 0,5 4 0,0 1 0,-1 0 0,0 0 0,1 0 0,-1 0 0,0 0 0,0 0 0,0 1 0,-1-1 0,1 1 0,0-1 0,0 1 0,-1 0 0,1 0 0,-1 0 0,1 0 0,-1 0 0,1 1 0,-1-1 0,0 1 0,1-1 0,-1 1 0,0 0 0,1 0 0,-1 0 0,-3 1 0,4 0 0,0 0 0,0 0 0,0 0 0,1 1 0,-1-1 0,0 0 0,0 1 0,1-1 0,-1 1 0,1 0 0,-1-1 0,1 1 0,0 0 0,0 0 0,0 0 0,0 0 0,0 0 0,0 0 0,0 0 0,1 0 0,-1 0 0,0 3 0,-1 7 0,0 0 0,-1 19 0,3-31 0,0 7 0,0 0 0,1-1 0,-1 1 0,1-1 0,1 1 0,-1-1 0,1 0 0,1 0 0,-1 1 0,1-2 0,0 1 0,0 0 0,1 0 0,-1-1 0,1 0 0,0 0 0,1 0 0,-1 0 0,1-1 0,0 1 0,0-1 0,8 4 0,-8-4 0,0-1 0,1 0 0,-1-1 0,1 1 0,0-1 0,0 0 0,0-1 0,0 1 0,0-1 0,0 0 0,0-1 0,0 1 0,0-1 0,0 0 0,0-1 0,0 0 0,1 0 0,-1 0 0,0 0 0,-1-1 0,1 0 0,0-1 0,10-5 0,-7 3 0,1-1 0,0-1 0,-1 0 0,-1 0 0,1-1 0,-1 0 0,0-1 0,7-9 0,-14 16 0,0 1 0,0-1 0,0 1 0,0-1 0,0 1 0,1 0 0,-1-1 0,1 1 0,-1 0 0,1 0 0,-1 0 0,1 0 0,-1 1 0,1-1 0,0 0 0,0 1 0,-1-1 0,1 1 0,0-1 0,0 1 0,3 0 0,0 0 0,1 1 0,0 0 0,0 0 0,-1 0 0,9 4 0,-6-2 0,9 1 0,1-1 0,0 0 0,0-1 0,0-1 0,0-1 0,20-2 0,47 2 0,-84 1-105,1-1 0,0 0 0,-1 0 0,1 1 0,-1-1 0,1 1 0,-1-1 0,1 1 0,-1-1 0,0 1 0,1 0 0,1 2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3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250 113 24575,'-13'-10'0,"-68"-46"0,67 48 0,-1-1 0,0 2 0,-28-10 0,39 16 0,1 0 0,-1 0 0,0 0 0,0 0 0,0 1 0,0 0 0,0-1 0,0 2 0,-5-1 0,8 1 0,0-1 0,0 0 0,-1 1 0,1-1 0,0 1 0,0 0 0,0-1 0,-1 1 0,1 0 0,0 0 0,0-1 0,0 1 0,0 0 0,0 0 0,1 0 0,-1 0 0,0 1 0,0-1 0,1 0 0,-1 0 0,0 0 0,1 1 0,-1-1 0,1 0 0,0 0 0,-1 1 0,1-1 0,0 0 0,0 3 0,-1 2 0,1 1 0,0-1 0,1 0 0,-1 1 0,1-1 0,1 0 0,-1 1 0,1-1 0,4 11 0,-1-8 0,0 0 0,0 0 0,1 0 0,0-1 0,11 13 0,-5-9 0,1 0 0,1 0 0,0-2 0,0 1 0,1-2 0,29 15 0,-33-20 0,1 0 0,-1 0 0,1-1 0,0 0 0,0-1 0,15 1 0,-21-2 0,0-1 0,0 0 0,-1 0 0,1-1 0,0 0 0,0 0 0,0 0 0,0-1 0,0 0 0,-1 0 0,1 0 0,-1 0 0,1-1 0,7-5 0,-11 6 0,1-1 0,-1 1 0,1-1 0,-1 1 0,0-1 0,0 0 0,0 0 0,0 0 0,-1 0 0,1 0 0,-1 0 0,1 0 0,-1-1 0,0 1 0,0-4 0,0 2 0,-1-1 0,0 1 0,0 0 0,0 0 0,-1 0 0,0-1 0,0 1 0,0 0 0,-2-6 0,-1 2 0,0 0 0,0 0 0,-1 0 0,0 1 0,0 0 0,-1 0 0,0 1 0,0-1 0,-1 1 0,-10-8 0,13 12-105,-1 0 0,1 1 0,-1-1 0,0 1 0,0 0 0,0 1 0,0-1 0,0 1 0,0 0 0,0 0 0,0 1 0,-9-1 0,-2 1-6721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4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24575,'19'16'0,"1"0"0,0-1 0,41 22 0,-49-30 0,1-1 0,0 0 0,-1-1 0,27 8 0,-31-12 0,-1 0 0,0 0 0,0 0 0,1-1 0,-1 0 0,0 0 0,1-1 0,-1 0 0,0 0 0,0-1 0,9-2 0,-13 2 0,0 1 0,1-1 0,-1 1 0,0-1 0,0 0 0,-1 0 0,1-1 0,0 1 0,-1 0 0,1-1 0,3-5 0,0-1 0,-1 0 0,7-16 0,-2 4 0,-10 21 0,0-1 0,0 1 0,0 0 0,0 0 0,1 0 0,-1 0 0,0-1 0,0 1 0,0 0 0,0 0 0,0 0 0,0 0 0,1 0 0,-1-1 0,0 1 0,0 0 0,0 0 0,0 0 0,1 0 0,-1 0 0,0 0 0,0 0 0,0 0 0,1 0 0,-1 0 0,0 0 0,0 0 0,0 0 0,1 0 0,-1 0 0,0 0 0,0 0 0,0 0 0,0 0 0,1 0 0,-1 0 0,0 0 0,0 0 0,0 0 0,1 0 0,-1 0 0,0 0 0,0 1 0,0-1 0,0 0 0,0 0 0,1 0 0,-1 0 0,0 0 0,0 1 0,0-1 0,0 0 0,0 0 0,0 0 0,0 0 0,1 1 0,-1-1 0,0 0 0,0 0 0,0 0 0,0 1 0,0-1 0,0 0 0,0 0 0,0 1 0,6 15 0,-6-15 0,40 140-1365,-35-127-5461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24575,'43'44'-261,"-2"2"0,-2 1-1,-2 2 1,-2 2 0,40 78-1,-12 7 540,18 33 115,-75-156-217,1-1 0,1-1 0,-1 1 0,18 17 0,-25-29-175,0 1-1,0-1 1,1 0-1,-1 1 1,0-1-1,1 0 1,-1 1-1,1-1 1,-1 0-1,0 1 0,1-1 1,-1 0-1,1 0 1,-1 0-1,0 1 1,1-1-1,-1 0 1,1 0-1,-1 0 1,1 0-1,-1 0 1,1 0-1,-1 0 1,1 0-1,-1 0 1,1 0-1,-1 0 0,1 0 1,-1 0-1,1 0 1,-1 0-1,1-1 1,0 1-1,-1-1 0,1 0 1,0 0-1,-1 0 0,1 0 0,-1 0 0,1 0 0,-1 0 1,1 0-1,-1 0 0,0 0 0,1 0 0,-1-1 1,0 0-1,1-7-1,-1 0 1,0-13-1,-2 11 1,0-1 0,0 1 0,-1 0 0,-1 0 0,1 0 0,-2 0 0,0 0 0,-8-12 0,-2-2 0,-2 0 0,-21-23 0,29 38 0,0 0 0,0 1 0,-1 0 0,-1 1 0,1 0 0,-2 1 0,1 0 0,-1 0 0,1 1 0,-16-5 0,20 9 0,0-1 0,0 2 0,-1-1 0,1 1 0,0 0 0,0 0 0,-1 1 0,1 0 0,0 1 0,-1-1 0,1 1 0,0 1 0,0-1 0,0 1 0,0 0 0,0 1 0,0 0 0,0 0 0,-11 8 0,8-4-227,1 0-1,-1 1 1,1 0-1,1 1 1,-9 10-1,7-5-6598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4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106 172 24575,'6'8'0,"121"152"0,-103-126 0,-2 1 0,35 73 0,-36-61 0,-37-90 0,-2 1 0,-2 1 0,-28-44 0,-15-29 0,51 92 0,0-3 0,-14-37 0,23 55 0,1-1 0,0 1 0,1 0 0,-1-1 0,1 1 0,1-1 0,0 1 0,0-1 0,0 0 0,2-8 0,-1 14 0,-1 0 0,1 0 0,-1 0 0,1 0 0,0 1 0,-1-1 0,1 0 0,0 0 0,0 1 0,0-1 0,1 0 0,-1 1 0,0-1 0,0 1 0,1 0 0,-1-1 0,1 1 0,0 0 0,1-1 0,-1 1 0,1 0 0,-1 0 0,1 0 0,-1 1 0,1-1 0,-1 1 0,1 0 0,-1 0 0,1 0 0,-1 0 0,1 0 0,-1 0 0,4 1 0,1 1 0,1 1 0,-1-1 0,0 1 0,0 0 0,0 1 0,0 0 0,0 0 0,9 8 0,-11-8 0,-1 1 0,0-1 0,0 1 0,0 0 0,0 0 0,-1 1 0,0-1 0,0 1 0,0 0 0,-1-1 0,0 1 0,0 0 0,2 10 0,-4-13 0,0 0 0,1-1 0,-1 1 0,0 0 0,0 0 0,0-1 0,0 1 0,-1 0 0,1-1 0,-1 1 0,0 0 0,0-1 0,0 1 0,0 0 0,0-1 0,0 0 0,-1 1 0,1-1 0,-1 0 0,1 0 0,-1 1 0,0-1 0,0-1 0,0 1 0,0 0 0,0 0 0,-1-1 0,1 1 0,0-1 0,-1 0 0,1 0 0,-1 0 0,-2 1 0,-14 3 20,0 0 0,0-1 0,-36 2 0,-60-5-628,82-2-229,18 1-5989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5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24575,'-1'2'0,"1"0"0,0-1 0,0 1 0,0 0 0,1 0 0,-1-1 0,0 1 0,1 0 0,-1-1 0,1 1 0,-1 0 0,1-1 0,0 1 0,-1-1 0,1 1 0,0-1 0,0 1 0,0-1 0,0 0 0,1 0 0,-1 1 0,0-1 0,0 0 0,1 0 0,-1 0 0,1 0 0,-1 0 0,1-1 0,-1 1 0,1 0 0,3 0 0,10 2 0,0-1 0,1-1 0,-1-1 0,24-2 0,-24 1 0,1 0 0,0 1 0,0 1 0,20 4 0,-14-1 0,37 11 0,-51-13 120,-8-2-144,0 0 0,0-1 0,0 1 0,0 0 0,0 0 0,0 0 0,0 0 0,-1 0 0,1 0 0,0 0 1,0 0-1,0 0 0,0 0 0,0 0 0,0-1 0,1 1 0,-1 0 0,0 0 0,0 0 0,0 0 0,0 0 0,0 0 0,0 0 0,0 0 0,0 0 0,0 0 0,0 0 0,0 0 0,0 0 0,0-1 0,0 1 1,0 0-1,0 0 0,0 0 0,0 0 0,0 0 0,0 0 0,1 0 0,-1 0 0,0 0 0,0 0 0,0 0 0,0 0 0,0 0 0,0 0 0,0 0 0,0 0 0,0 0 0,0 0 0,0 0 0,1 0 0,-1 0 1,0 0-1,0 0 0,0 0 0,0 0 0,0 0 0,0 0 0,0 0 0,0 0 0,0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5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24575,'10'5'0,"7"10"0,2 9 0,1 10 0,-1 5 0,2 5 0,0 2 0,-1 2 0,-1-1 0,-2 1 0,-1-4 0,-3-3 0,-1-2 0,0-4 0,-2-3 0,-1-5 0,-1-4 0,-2-6-8191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5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19 24575,'-33'-7'0,"-17"-1"0,-5 4 0,2 6 0,8 1 0,10 2-8191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9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 24575,'-14'5'0,"4"-2"0,-1 2 0,1-1 0,0 1 0,-12 8 0,20-11 0,0-1 0,1 0 0,-1 1 0,0-1 0,1 1 0,-1-1 0,1 1 0,-1 0 0,1 0 0,0 0 0,0 0 0,0 0 0,0 0 0,0 0 0,0 0 0,1 0 0,-1 0 0,1 0 0,-1 0 0,1 1 0,0-1 0,0 0 0,0 0 0,0 1 0,0-1 0,0 0 0,1 4 0,3 3 0,-1 0 0,1 0 0,1-1 0,-1 1 0,1-1 0,1 0 0,0 0 0,0-1 0,12 12 0,-6-7 0,1-1 0,1 0 0,0-1 0,24 13 0,-31-20-170,0 1-1,0-1 0,1 0 1,0-1-1,0 0 0,-1 0 1,11 0-1,-4-1-6655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49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78 24575,'-1'-1'0,"0"0"0,-1 0 0,1 0 0,0 1 0,0-1 0,0 1 0,0-1 0,-1 1 0,1-1 0,0 1 0,-1 0 0,1-1 0,0 1 0,-1 0 0,1 0 0,0 0 0,-1 0 0,1 0 0,0 0 0,0 0 0,-1 1 0,1-1 0,0 0 0,-3 2 0,4-1 0,-1-1 0,0 1 0,0 0 0,1 0 0,-1 0 0,0 0 0,1 0 0,-1 0 0,1 0 0,0 0 0,-1 0 0,1 0 0,0 1 0,-1-1 0,1 0 0,0 0 0,0 0 0,0 0 0,0 0 0,0 1 0,0-1 0,1 0 0,-1 0 0,0 0 0,0 0 0,1 0 0,-1 0 0,2 2 0,0 2 0,0-1 0,0 0 0,0 0 0,1 0 0,0 0 0,0 0 0,0 0 0,0-1 0,1 1 0,-1-1 0,1 0 0,0 0 0,0-1 0,0 1 0,9 3 0,-5-2 0,0-1 0,0 0 0,0-1 0,0 0 0,1 0 0,-1-1 0,1 0 0,11 0 0,-17-1 0,1 0 0,-1-1 0,1 0 0,-1 0 0,0 0 0,1 0 0,-1 0 0,0-1 0,0 1 0,0-1 0,0 0 0,0 0 0,0 0 0,-1 0 0,1-1 0,-1 1 0,1-1 0,-1 1 0,0-1 0,0 0 0,0 0 0,0 0 0,0 0 0,-1 0 0,0 0 0,1 0 0,-1-1 0,0 1 0,-1-1 0,1 1 0,0 0 0,-1-1 0,0 1 0,0-1 0,0 1 0,0-1 0,-1 1 0,1-1 0,-1 1 0,0-1 0,0 1 0,0 0 0,-1 0 0,1-1 0,-1 1 0,1 0 0,-1 0 0,-4-4 0,2 2 9,-1 0 1,0 1-1,0 0 0,0 0 0,0 0 1,-1 1-1,1-1 0,-1 2 0,0-1 0,0 0 1,0 1-1,-10-2 0,7 2-195,0 1 1,-1 0-1,1 0 0,-1 1 1,1 0-1,-1 1 1,-17 3-1,11 0-6640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0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24575,'10'1'0,"0"1"0,1 0 0,-1 0 0,0 1 0,0 0 0,0 1 0,-1 0 0,17 10 0,-1-2 0,9 8 0,-26-14 0,1-1 0,0 0 0,0-1 0,0 0 0,17 5 0,-24-9 0,1 1 0,-1-1 0,1 0 0,-1 0 0,1 0 0,-1 0 0,1 0 0,-1 0 0,1-1 0,-1 1 0,1-1 0,-1 0 0,1 0 0,-1 0 0,0 0 0,0 0 0,1 0 0,-1-1 0,0 1 0,0-1 0,0 0 0,0 1 0,-1-1 0,1 0 0,0 0 0,-1 0 0,2-3 0,0 0 0,0 0 0,-1 1 0,0-1 0,3-7 0,5-12 0,-10 24 0,1-1 0,-1 0 0,1 0 0,-1 1 0,1-1 0,0 0 0,-1 1 0,1-1 0,0 0 0,0 1 0,0-1 0,0 1 0,-1-1 0,1 1 0,0 0 0,0-1 0,0 1 0,0 0 0,0 0 0,0-1 0,0 1 0,0 0 0,0 0 0,0 0 0,0 0 0,0 0 0,0 1 0,0-1 0,0 0 0,1 1 0,4 0 0,-1 2 0,1-1 0,10 6 0,-5-2 0,0-2 0,1-1 0,-1 0 0,0 0 0,1-1 0,-1-1 0,1 0 0,0 0 0,13-2 0,27 2 0,-51-1-105,1 1 0,0-1 0,-1 0 0,1 0 0,-1 1 0,1-1 0,-1 1 0,1 0 0,-1-1 0,1 1 0,-1 0 0,3 1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0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66 24575,'1'-1'0,"5"-13"0,-2 12 0,2 9 0,2 13 0,11 41 0,1 2 0,44 92 0,14 36 0,-72-175 0,-4-11 0,0 0 0,0 0 0,0 0 0,-1 1 0,0-1 0,0 1 0,1 9 0,-2-15 0,0 0 0,0 0 0,0 1 0,0-1 0,0 0 0,0 0 0,0 0 0,0 1 0,0-1 0,0 0 0,0 0 0,0 0 0,0 0 0,-1 1 0,1-1 0,0 0 0,0 0 0,0 0 0,0 0 0,0 1 0,0-1 0,0 0 0,0 0 0,-1 0 0,1 0 0,0 0 0,0 0 0,0 0 0,0 1 0,-1-1 0,1 0 0,0 0 0,0 0 0,0 0 0,0 0 0,-1 0 0,1 0 0,-8-4 0,-8-13 0,14 15 0,-23-28 0,2-1 0,1 0 0,2-2 0,-21-43 0,29 50 0,1-2 0,2 1 0,0-1 0,2-1 0,1 0 0,2 1 0,-2-59 0,6 77 0,1 0 0,0 0 0,0 0 0,1 0 0,6-18 0,-7 26 0,0-1 0,1 1 0,-1-1 0,0 1 0,1 0 0,-1 0 0,1-1 0,0 1 0,0 0 0,0 0 0,4-3 0,-5 5 0,1-1 0,-1 0 0,1 1 0,-1-1 0,1 1 0,-1-1 0,1 1 0,0 0 0,-1-1 0,1 1 0,-1 0 0,1 0 0,0 0 0,-1 1 0,1-1 0,0 0 0,-1 0 0,1 1 0,-1-1 0,1 1 0,1 1 0,-1-2 0,0 1 0,0 0 0,0 0 0,0 0 0,0 0 0,-1 1 0,1-1 0,-1 0 0,1 1 0,-1-1 0,1 1 0,-1 0 0,0-1 0,0 1 0,0 0 0,0 0 0,0-1 0,0 1 0,0 0 0,0 0 0,-1 0 0,1 0 0,-1 0 0,0 0 0,1 0 0,-1 1 0,0-1 0,0 0 0,0 0 0,-1 0 0,1 0 0,0 0 0,-1 0 0,-1 4 0,-1 2 0,0 1 0,-1-1 0,0 1 0,-1-1 0,0 0 0,-9 11 0,6-9-273,-1-1 0,0 0 0,0 0 0,-16 11 0,5-6-6553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1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24575,'4'-5'0,"0"0"0,0 0 0,1 0 0,0 1 0,0 0 0,0 0 0,12-7 0,-16 11 0,0-1 0,1 0 0,-1 0 0,1 1 0,-1-1 0,1 1 0,-1-1 0,1 1 0,-1 0 0,1-1 0,-1 1 0,1 0 0,0 0 0,-1 0 0,1 1 0,-1-1 0,1 0 0,-1 0 0,1 1 0,0-1 0,-1 1 0,1-1 0,-1 1 0,0 0 0,1 0 0,-1-1 0,0 1 0,1 0 0,-1 0 0,0 0 0,0 1 0,0-1 0,0 0 0,0 0 0,0 1 0,0-1 0,1 3 0,18 37 0,-18-37 0,-1 0 0,1 0 0,-1 0 0,0 0 0,0 0 0,-1 0 0,1 0 0,-1 8 0,-1-10 5,1 1-1,-1-1 1,0 0 0,0 0-1,0 1 1,0-1-1,0 0 1,-1 0 0,1 0-1,-1-1 1,1 1 0,-1 0-1,0 0 1,1-1-1,-1 1 1,0-1 0,0 0-1,0 1 1,-1-1-1,1 0 1,0 0 0,0 0-1,0-1 1,-1 1-1,-2 0 1,-7 2-376,1-1-1,0 0 1,-22 0 0,18-2-6455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2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44 24575,'-9'3'0,"4"-2"0,8-9 0,-2 5 0,1 0 0,0 0 0,0 1 0,0-1 0,0 1 0,0 0 0,0-1 0,1 1 0,-1 0 0,1 0 0,-1 0 0,1 1 0,0-1 0,0 1 0,0-1 0,4 0 0,-3 1 0,0 0 0,0 1 0,-1 0 0,1-1 0,0 1 0,0 1 0,0-1 0,0 1 0,0-1 0,0 1 0,0 0 0,7 3 0,10 6 0,-1 1 0,23 15 0,16 9 0,-40-25 0,-10-4 0,1-1 0,-1-1 0,1 1 0,0-2 0,0 1 0,15 2 0,-24-6 5,0 1-1,0-1 1,0 0 0,0 0-1,-1 0 1,1 0-1,0 0 1,0 0 0,0-1-1,0 1 1,0 0 0,-1 0-1,1 0 1,0-1-1,0 1 1,0-1 0,-1 1-1,1 0 1,0-1-1,0 1 1,-1-1 0,1 0-1,0 1 1,-1-1-1,2-1 1,-2 1-76,1 0 1,-1 0-1,0 0 0,0 0 0,1 0 1,-1 0-1,0 0 0,0 0 1,0 0-1,0-1 0,0 1 0,-1 0 1,1 0-1,0 0 0,0 0 1,-1 0-1,1 0 0,-1 0 0,1 0 1,-1-1-1,-5-8-6755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2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24575,'50'65'0,"-3"2"0,73 139 0,-72-106 0,56 172 0,-102-266 0,7 25 0,-8-29 0,-1 0 0,0 0 0,1 0 0,-1 0 0,0 0 0,0 0 0,0 0 0,-1 0 0,1 0 0,0 0 0,-2 3 0,2-4 0,0-1 0,0 0 0,0 0 0,0 0 0,-1 0 0,1 1 0,0-1 0,0 0 0,-1 0 0,1 0 0,0 0 0,0 0 0,0 0 0,-1 0 0,1 0 0,0 0 0,0 0 0,-1 0 0,1 0 0,0 0 0,0 0 0,-1 0 0,1 0 0,0 0 0,0 0 0,-1 0 0,1 0 0,0 0 0,0 0 0,-1 0 0,1 0 0,0 0 0,0-1 0,0 1 0,-1 0 0,1 0 0,0 0 0,0 0 0,0-1 0,0 1 0,-1 0 0,1 0 0,0 0 0,0-1 0,-9-9 0,9 10 0,-20-26 0,1-1 0,-29-58 0,47 84 0,1 0 0,-1 0 0,0 0 0,1-1 0,0 1 0,-1 0 0,1 0 0,0 0 0,-1 0 0,1-1 0,0 1 0,0 0 0,0 0 0,0 0 0,0 0 0,0-1 0,1 1 0,-1-2 0,1 2 0,-1 1 0,1-1 0,-1 1 0,1-1 0,-1 1 0,1-1 0,0 1 0,-1-1 0,1 1 0,0-1 0,-1 1 0,1 0 0,0-1 0,0 1 0,-1 0 0,1 0 0,0-1 0,0 1 0,-1 0 0,3 0 0,3 0 0,0 0 0,0 1 0,0 0 0,0 0 0,9 3 0,21 4 0,0-1 0,0-2 0,0-1 0,1-2 0,57-4 0,-83 1 0,0 0 0,-1-1 0,1 0 0,-1 0 0,0-1 0,1-1 0,-1 1 0,-1-2 0,1 1 0,12-9 0,-19 10 0,1 1 0,0-1 0,-1 0 0,0 0 0,0 0 0,0-1 0,0 1 0,0-1 0,-1 0 0,1 1 0,-1-1 0,0 0 0,0 0 0,-1-1 0,1 1 0,-1 0 0,0-1 0,0 1 0,0 0 0,-1-1 0,1 1 0,-1-1 0,0 1 0,-1-1 0,1 1 0,-3-9 0,2 8 0,0 1 0,-1-1 0,0 1 0,0 0 0,0 0 0,0 0 0,-1 0 0,0 0 0,0 0 0,0 1 0,0-1 0,0 1 0,-1 0 0,-5-5 0,6 6 0,0 0 0,-1 0 0,1 1 0,0-1 0,0 1 0,-1-1 0,1 1 0,-1 0 0,1 1 0,-1-1 0,1 0 0,-1 1 0,1 0 0,-1 0 0,1 0 0,-1 0 0,0 1 0,1-1 0,-1 1 0,-3 1 0,3 0 0,1 0 0,-1 1 0,0-1 0,1 1 0,-1-1 0,1 1 0,0 0 0,0 1 0,0-1 0,1 0 0,-1 1 0,1-1 0,-1 1 0,1 0 0,1 0 0,-1 0 0,0 0 0,-1 6 0,1-2 0,0 1 0,0-1 0,1 0 0,0 0 0,0 1 0,1-1 0,0 0 0,2 16 0,0-15 0,0 0 0,1 0 0,0 0 0,1-1 0,0 1 0,0-1 0,1 0 0,0 0 0,0 0 0,1 0 0,0-1 0,0 0 0,1-1 0,8 7 0,-4-4 0,1 0 0,1-1 0,0-1 0,0 0 0,1-1 0,-1 0 0,1-1 0,19 4 0,-3-1-1365,-18-5-5461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5:56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55 24575,'-1'2'0,"-1"0"0,1 0 0,0 0 0,-1 0 0,1 0 0,0 0 0,0 0 0,0 0 0,1 0 0,-1 0 0,0 1 0,1-1 0,-1 0 0,1 1 0,0-1 0,0 0 0,0 0 0,0 1 0,0-1 0,0 0 0,2 5 0,-1-2 0,1 0 0,0 0 0,0 0 0,0 0 0,1 0 0,-1 0 0,1-1 0,4 6 0,-3-6 0,1 1 0,-1-1 0,1 0 0,0 0 0,0-1 0,1 0 0,-1 1 0,1-2 0,0 1 0,-1-1 0,11 3 0,-6-2 0,0-1 0,0 0 0,0 0 0,0-1 0,0-1 0,15 0 0,-21-1 0,0 0 0,0 1 0,0-1 0,0-1 0,-1 1 0,1-1 0,0 1 0,-1-1 0,1 0 0,-1 0 0,0-1 0,1 1 0,-1-1 0,0 1 0,0-1 0,-1 0 0,1 0 0,-1 0 0,1-1 0,-1 1 0,0 0 0,0-1 0,-1 0 0,1 1 0,2-8 0,-2 1 0,1 1 0,-1-1 0,-1 1 0,0-1 0,0 0 0,-1 0 0,0 1 0,-1-1 0,-3-16 0,-2-1 0,36 71 0,50 63 133,-20-29-1631,-47-58-5328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24575,'1'2'0,"0"1"0,0-1 0,0 0 0,0 1 0,1-1 0,-1 0 0,1 1 0,-1-1 0,1 0 0,2 2 0,0 1 0,20 20 0,1 0 0,1-1 0,30 19 0,-21-15 0,23 17-31,67 59-1303,-114-94-5492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3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45 24575,'-1'-4'0,"1"0"0,-2 0 0,1 1 0,0-1 0,-1 0 0,1 1 0,-4-6 0,4 9 0,1-1 0,-1 0 0,0 0 0,1 1 0,-1-1 0,0 0 0,1 1 0,-1-1 0,0 1 0,0-1 0,1 1 0,-1-1 0,0 1 0,0 0 0,0-1 0,0 1 0,0 0 0,0 0 0,0-1 0,1 1 0,-1 0 0,0 0 0,0 0 0,0 0 0,0 0 0,0 0 0,0 1 0,0-1 0,0 0 0,0 0 0,0 1 0,1-1 0,-1 1 0,0-1 0,-1 1 0,-16 11 0,1 1 0,0 0 0,-21 23 0,19-18 0,-26 28 0,29-28 0,0-2 0,-31 25 0,37-34-1365,2 1-5461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4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47 24575,'-4'-1'0,"-84"-30"0,74 27 0,0 1 0,-1 0 0,1 1 0,-19 0 0,30 2 0,1 0 0,-1 0 0,1 0 0,0 0 0,-1 0 0,1 1 0,0-1 0,0 1 0,-1-1 0,1 1 0,0 0 0,0 0 0,0 0 0,0 0 0,0 1 0,0-1 0,0 0 0,0 1 0,0-1 0,1 1 0,-1 0 0,1 0 0,-1-1 0,1 1 0,-1 0 0,1 0 0,0 0 0,0 1 0,0-1 0,0 0 0,1 0 0,-1 0 0,1 1 0,-1-1 0,1 3 0,-1 3 0,1 0 0,0 0 0,1 0 0,0 1 0,0-1 0,1 0 0,0-1 0,5 16 0,40 76 0,-31-68 0,-1 1 0,12 36 0,-18-29 0,-1 1 0,-2 0 0,1 42 0,-6-67 0,2 120 0,-3-134 0,0 0 0,0 0 0,0 0 0,0 1 0,1-1 0,-1 0 0,0 0 0,1 0 0,-1 0 0,0 0 0,1 0 0,0 1 0,-1-1 0,1 0 0,0-1 0,-1 1 0,1 0 0,0 0 0,0 0 0,0 0 0,0 0 0,0-1 0,0 1 0,0 0 0,0-1 0,0 1 0,0-1 0,0 1 0,0-1 0,0 0 0,1 1 0,-1-1 0,0 0 0,2 0 0,3 0 0,1 0 0,-1-1 0,0 0 0,1 0 0,7-3 0,2 1 0,-5 1 24,-1 0 0,0-1 0,0 0 0,12-6 0,-19 8-111,0-1-1,0 0 1,0 0 0,0 0-1,0 0 1,0 0 0,-1 0-1,1-1 1,-1 1-1,0-1 1,0 0 0,0 0-1,0 0 1,0 0 0,-1 0-1,3-5 1,-1-5-6739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5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24575,'0'4'0,"0"3"0,0 1 0,0-1 0,0 0 0,1 0 0,0 1 0,1-1 0,0 0 0,4 12 0,-2-10 0,1 1 0,1 0 0,-1-1 0,2 0 0,7 9 0,-12-16 0,0 1 0,1-1 0,-1 1 0,1-1 0,0 0 0,0 0 0,0 0 0,0-1 0,0 1 0,0-1 0,0 0 0,0 1 0,1-1 0,-1-1 0,0 1 0,1 0 0,-1-1 0,1 0 0,-1 0 0,5 0 0,-6 0 0,0-1 0,0 0 0,1 1 0,-1-1 0,0 0 0,0 0 0,0 0 0,0-1 0,0 1 0,0 0 0,-1-1 0,1 1 0,0-1 0,-1 0 0,1 1 0,-1-1 0,0 0 0,1 0 0,-1 0 0,0 0 0,0 0 0,0 0 0,0 0 0,-1-1 0,1 1 0,0-5 0,1-4 0,0-1 0,-1 1 0,0-23 0,-2 21 0,-4-25 0,1 13 0,3 24 0,1 0 0,0 1 0,0-1 0,0 0 0,0 1 0,0-1 0,0 0 0,0 0 0,0 1 0,0-1 0,0 0 0,0 0 0,0 1 0,0-1 0,0 0 0,1 1 0,-1-1 0,0 0 0,0 1 0,1-1 0,-1 1 0,1-1 0,-1 0 0,1 0 0,0 1 0,0 0 0,-1 0 0,1 0 0,0 0 0,0 0 0,-1 0 0,1 0 0,0 0 0,-1 0 0,1 0 0,0 0 0,-1 1 0,1-1 0,0 0 0,-1 1 0,1-1 0,0 0 0,-1 1 0,2 0 0,5 4 0,0 1 0,11 12 0,-16-16 0,30 31-341,1-2 0,2-1-1,66 43 1,-88-65-6485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5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30 24575,'-23'-5'0,"-11"-2"0,-4 1 0,2 0 0,3 3 0,6 0 0,5 5 0,3 0 0,2 2 0,2 1 0,1 1 0,2 1 0,1 0 0,0 1 0,2 0-8191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5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24575,'1'4'0,"0"0"0,0 0 0,0 0 0,0 0 0,1 0 0,1 5 0,2 2 0,1 4 0,1 1 0,0-1 0,15 21 0,-18-30 0,1 1 0,0-1 0,0 1 0,1-2 0,-1 1 0,2 0 0,-1-1 0,0 0 0,10 5 0,-14-9 0,0 0 0,0 0 0,-1-1 0,1 1 0,0 0 0,0-1 0,0 1 0,0-1 0,0 1 0,0-1 0,0 0 0,0 0 0,1 0 0,-1 0 0,0 0 0,0-1 0,0 1 0,0-1 0,0 1 0,0-1 0,0 0 0,-1 0 0,1 1 0,0-1 0,0-1 0,0 1 0,-1 0 0,1 0 0,-1-1 0,1 1 0,-1 0 0,1-1 0,-1 0 0,0 1 0,0-1 0,0 0 0,0 0 0,1-2 0,2-5 0,0 0 0,0 0 0,-1-1 0,-1 0 0,1 0 0,0-14 0,-3 24 0,1-10 0,1 0 0,-1 0 0,2-1 0,0 1 0,4-12 0,-6 20 0,0 1 0,0-1 0,-1 1 0,1-1 0,0 1 0,1-1 0,-1 1 0,0-1 0,0 1 0,0 0 0,1 0 0,-1 0 0,1 0 0,-1 0 0,1 0 0,-1 0 0,1 0 0,0 0 0,-1 1 0,1-1 0,0 1 0,-1-1 0,1 1 0,0 0 0,0-1 0,0 1 0,-1 0 0,1 0 0,0 0 0,0 1 0,0-1 0,-1 0 0,1 1 0,0-1 0,0 1 0,-1 0 0,1-1 0,1 2 0,16 8 0,-1 1 0,0 1 0,-1 0 0,31 29 0,-47-39 0,15 11 0,-1 1 0,-1 0 0,0 1 0,15 23 0,-24-28-1365,-3-2-5461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64 24575,'-3'-1'0,"-54"-29"0,50 27 0,-1 0 0,1 0 0,-1 1 0,0 0 0,-14-2 0,21 4 0,-1 0 0,1-1 0,0 1 0,-1 0 0,1 1 0,0-1 0,-1 0 0,1 0 0,-1 0 0,1 1 0,0-1 0,-1 1 0,1-1 0,0 1 0,0-1 0,0 1 0,-1 0 0,1 0 0,0 0 0,0-1 0,0 1 0,-2 2 0,2-1 0,0 0 0,1 0 0,-1 0 0,0 0 0,1 0 0,-1 0 0,1 0 0,-1 0 0,1 0 0,0 0 0,0 0 0,0 0 0,0 4 0,1 0 0,0 1 0,1-1 0,0 0 0,0 1 0,0-1 0,1 0 0,-1 0 0,7 10 0,-5-11 0,1 0 0,-1-1 0,1 1 0,0-1 0,0 0 0,0 0 0,0 0 0,1-1 0,-1 1 0,1-1 0,0-1 0,0 1 0,0-1 0,1 0 0,-1-1 0,0 1 0,1-1 0,12 0 0,-15-1 0,0 0 0,1 0 0,-1-1 0,1 1 0,-1-1 0,1 0 0,-1-1 0,0 1 0,0-1 0,0 0 0,0 0 0,0 0 0,0 0 0,0-1 0,-1 1 0,1-1 0,-1 0 0,0 0 0,0-1 0,0 1 0,0 0 0,0-1 0,-1 0 0,0 0 0,0 0 0,0 0 0,0 0 0,1-4 0,-1 3 8,-1 1 0,0 0 0,0 0 0,0 0 0,-1-1 0,1 1 0,-1 0 0,0-1 0,-1 1 0,1 0 0,-1 0 0,1-1 0,-1 1 0,-3-6 0,3 7-73,0 1 1,-1-1-1,1 1 1,-1-1-1,1 1 1,-1 0-1,0 0 0,0 0 1,0 0-1,-1 0 1,1 0-1,0 0 1,-1 1-1,1-1 0,-1 1 1,1 0-1,-1 0 1,0 0-1,1 0 1,-1 0-1,0 0 1,-3 0-1,-8 0-6761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06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24575,'17'-10'0,"1"1"0,1 0 0,-1 1 0,1 2 0,31-8 0,-43 12 0,1 1 0,-1 0 0,1 0 0,0 1 0,-1 0 0,1 1 0,-1-1 0,1 2 0,0-1 0,-1 1 0,0 0 0,1 0 0,-1 1 0,0 0 0,0 0 0,0 1 0,10 7 0,-15-10 0,-1 1 0,1-1 0,-1 1 0,1-1 0,-1 1 0,0 0 0,0-1 0,0 1 0,0 0 0,0 0 0,0 0 0,0 0 0,-1 0 0,1 0 0,0 0 0,-1 0 0,0 0 0,0 0 0,1 4 0,-2 3 0,0 0 0,0-1 0,-3 14 0,-2 11 0,4-9 0,2-1 0,1 0 0,1 1 0,0-1 0,2 0 0,1 0 0,13 40 0,70 167 0,-82-217 0,-4-6 0,1-1 0,-1 1 0,0 0 0,-1 0 0,0 0 0,0 0 0,0 12 0,-1-16 0,0-1 0,0 1 0,-1-1 0,1 0 0,-1 1 0,0-1 0,0 0 0,0 1 0,0-1 0,0 0 0,0 0 0,0 0 0,-1 0 0,1 0 0,-1 0 0,1 0 0,-1 0 0,0-1 0,0 1 0,0 0 0,0-1 0,0 0 0,0 1 0,0-1 0,-3 1 0,-42 13 101,33-11-834,-24 10 0,27-8-6093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10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519 237 24575,'69'1'0,"77"-3"0,-96-5 0,-32 4 0,28-2 0,-430 6 0,209-1 0,160-1 0,0-1 0,-18-3 0,17 2 0,-26-2 0,-126 5 0,485 10 0,-20-4 0,-223-6 0,-66-1 0,0 0 0,14-3 0,-16 3 0,0 0 0,0 0 0,-1 0 0,1 1 0,0 0 0,0 0 0,6 1 0,78 17 0,-89-18 0,0 0 0,0 0 0,0 1 0,0-1 0,0 0 0,0 0 0,0 0 0,0 0 0,0 0 0,0 0 0,0-1 0,0 1 0,0 0 0,0 0 0,0-1 0,0 1 0,-1-1 0,1 1 0,0-1 0,1 0 0,-1 0 0,-1 0 0,0 1 0,1-1 0,-1 0 0,0 1 0,0-1 0,0 0 0,0 1 0,0-1 0,0 0 0,0 0 0,0 1 0,0-1 0,0 0 0,0 1 0,0-1 0,0 0 0,0 1 0,-1-1 0,1 0 0,-1 0 0,-2-5 0,0 0 0,0 1 0,-1-1 0,-8-8 0,-9-9 0,0 1 0,-2 1 0,0 1 0,-1 2 0,-28-18 0,-4 5 0,56 30 0,0 1 0,-1 0 0,1 0 0,0 0 0,0 0 0,0 0 0,0 0 0,0-1 0,-1 1 0,1 0 0,0 0 0,0 0 0,0 0 0,-1 0 0,1 0 0,0 0 0,0 0 0,0 0 0,0 0 0,-1 0 0,1 0 0,0 0 0,0 0 0,0 0 0,-1 0 0,1 0 0,0 0 0,0 0 0,0 0 0,-1 0 0,1 0 0,0 0 0,0 0 0,0 0 0,0 0 0,-1 1 0,1-1 0,0 0 0,0 0 0,4 8 0,9 9 0,22 13 0,0-1 0,43 25 0,-33-23 0,-12-9 0,34 26 0,-57-40 0,0 0 0,-1 1 0,0 0 0,10 15 0,-18-23 0,0 1 0,0-1 0,0 0 0,0 1 0,0 0 0,0-1 0,0 1 0,-1-1 0,1 1 0,-1 0 0,1-1 0,-1 1 0,0 0 0,0 0 0,1-1 0,-1 1 0,0 0 0,-1 0 0,1-1 0,0 1 0,0 0 0,-1 0 0,1-1 0,-2 3 0,0-1 0,1-1 0,-1 1 0,-1 0 0,1-1 0,0 0 0,-1 1 0,1-1 0,-1 0 0,0-1 0,0 1 0,1 0 0,-5 1 0,-8 3 18,0 0 0,-1 0 0,-23 3 0,27-6-197,0-1-1,0 2 0,0-1 1,1 2-1,-1 0 0,1 0 1,-20 13-1,22-10-6646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3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24575,'3'-6'0,"6"-10"0,-9 16 0,1 0 0,-1 0 0,0 0 0,0-1 0,0 1 0,1 0 0,-1 0 0,0 0 0,0 0 0,0 0 0,0 0 0,1 0 0,-1 0 0,0 0 0,0 0 0,0 0 0,1 0 0,-1 0 0,0 0 0,0 0 0,1 0 0,-1 0 0,0 0 0,0 0 0,0 0 0,1 0 0,-1 0 0,0 1 0,7 8 0,109 292 0,-112-291 0,-2 0 0,1 0 0,-2 0 0,1 0 0,-1 13 0,-20-60 0,6 3 0,2 0 0,1-1 0,2 0 0,-4-42 0,11 69 0,0-1 0,1 1 0,0-1 0,0 1 0,1-1 0,0 1 0,0 0 0,5-13 0,-5 18 0,0 0 0,0 0 0,1 0 0,-1 0 0,1 0 0,0 0 0,0 0 0,0 1 0,0-1 0,0 1 0,0 0 0,1-1 0,-1 1 0,1 0 0,0 1 0,-1-1 0,1 0 0,0 1 0,0-1 0,0 1 0,0 0 0,1 0 0,-1 0 0,5 0 0,-1 0 0,0 1 0,0 0 0,0 1 0,-1 0 0,1 0 0,0 0 0,0 1 0,-1 0 0,1 0 0,-1 1 0,0-1 0,1 1 0,-1 1 0,-1-1 0,1 1 0,0 0 0,7 8 0,5 5 0,0 2 0,-1 0 0,19 28 0,59 97 0,-94-141-88,13 18 307,-13-19-326,-1-1 1,1 0-1,0 0 0,0 0 0,0 0 0,1 0 0,-1 0 0,0 0 0,0 0 0,1 0 1,-1 0-1,0-1 0,3 2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3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 24575,'-2'0'0,"-2"-3"0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4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24575,'2'-1'0,"3"4"0,8 9 0,-10-9 0,41 36 0,40 35 0,269 157 0,-350-229-227,1 0-1,-1 0 1,1-1-1,-1 1 1,8 1-1,-2-2-6598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5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12 24575,'-5'-2'0,"0"0"0,0 0 0,0 1 0,0-1 0,-1 1 0,1 1 0,0-1 0,-1 1 0,1 0 0,-8 1 0,10-1 0,0 1 0,1 0 0,-1 0 0,0 0 0,0 0 0,0 0 0,1 1 0,-1-1 0,1 1 0,-1 0 0,1 0 0,-1 0 0,1 0 0,0 0 0,0 0 0,0 1 0,0-1 0,1 0 0,-3 5 0,-1 4 0,1 1 0,0-1 0,0 0 0,1 1 0,1 0 0,0 0 0,0 17 0,0-11 0,-7 35 0,8-47 0,-1 0 0,0 0 0,-1 0 0,1 0 0,-1-1 0,0 1 0,-1-1 0,0 0 0,-6 7 0,9-10-114,-1 0 1,0-1-1,0 1 0,0-1 0,0 1 1,-1-1-1,1 0 0,0 0 0,0 0 1,-1 0-1,-3 1 0,-5 0-6712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5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27 24575,'-14'-5'0,"0"0"0,-1 1 0,1 0 0,-1 1 0,-23-2 0,28 5 0,0 0 0,0 0 0,0 1 0,0 0 0,0 1 0,0 1 0,1-1 0,-1 1 0,-11 6 0,18-8 0,1 1 0,-1 0 0,1 0 0,0-1 0,-1 2 0,1-1 0,0 0 0,0 0 0,0 1 0,1-1 0,-1 1 0,0-1 0,1 1 0,0 0 0,-1-1 0,1 1 0,0 0 0,1 0 0,-2 6 0,0 5 0,1-1 0,0 1 0,1 14 0,0-20 0,0-4 0,0 40 0,2 0 0,2 0 0,10 47 0,4-15 0,33 90 0,-6-38 0,-44-126 0,0 0 0,0-1 0,0 1 0,0 0 0,0-1 0,0 1 0,1-1 0,-1 0 0,1 1 0,-1-1 0,1 0 0,-1 0 0,1 0 0,0 0 0,-1 0 0,1 0 0,0 0 0,0-1 0,0 1 0,-1-1 0,1 1 0,0-1 0,0 0 0,0 0 0,0 1 0,2-2 0,7 1 0,-1-1 0,1 0 0,17-6 0,-6 3 0,85-16 0,-95 17-1365,-2-1-5461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24575,'1'3'0,"-1"-1"0,1 1 0,0 0 0,0-1 0,1 1 0,-1-1 0,0 1 0,4 3 0,2 6 0,-4-5 0,3 6 0,0-1 0,10 15 0,-14-24 0,0 0 0,1 0 0,-1 0 0,0-1 0,1 0 0,-1 1 0,1-1 0,0 0 0,0 0 0,0 0 0,0 0 0,0-1 0,0 1 0,6 1 0,-7-3 0,1 0 0,-1 0 0,1 0 0,-1 0 0,0-1 0,1 1 0,-1-1 0,0 1 0,1-1 0,-1 0 0,0 0 0,0 0 0,0 0 0,0 0 0,0 0 0,0-1 0,0 1 0,0-1 0,0 1 0,0-1 0,-1 0 0,1 0 0,-1 0 0,3-3 0,1-3 0,0 0 0,0 0 0,-1-1 0,7-16 0,-3-1 0,-6 16 0,1 0 0,8-16 0,-11 25 0,1 0 0,-1 0 0,1 0 0,-1 0 0,1 0 0,-1 1 0,1-1 0,0 0 0,-1 0 0,1 1 0,0-1 0,-1 1 0,1-1 0,0 0 0,0 1 0,0-1 0,0 1 0,-1 0 0,1-1 0,0 1 0,0 0 0,0-1 0,0 1 0,0 0 0,0 0 0,0 0 0,0 0 0,0 0 0,0 0 0,0 0 0,0 0 0,0 0 0,0 1 0,0-1 0,0 0 0,-1 1 0,3 0 0,2 2 0,1 0 0,-1 1 0,0-1 0,0 1 0,4 5 0,-1-2 0,59 52 0,53 42 0,-117-98-118,-2-2 56,0 0-1,0 0 1,0-1 0,0 1-1,0 0 1,0 0 0,0-1-1,0 1 1,1 0 0,-1-1-1,0 1 1,0-1 0,0 0-1,1 1 1,-1-1-1,0 0 1,1 0 0,-1 0-1,2 0 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6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23 24575,'-16'-6'0,"-7"0"0,-3-1 0,1 4 0,2 3 0,2 3 0,2 5 0,2 3 0,1 2 0,1-1 0,3-3-8191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7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24575,'0'0'0,"0"0"0,0 0 0,0 0 0,0 0 0,0 0 0,0-1 0,0 1 0,0 0 0,0 0 0,0 0 0,0 0 0,0 0 0,0 0 0,0 0 0,0 0 0,0 0 0,0 0 0,0 0 0,0 0 0,0 0 0,0-1 0,0 1 0,0 0 0,0 0 0,0 0 0,0 0 0,0 0 0,0 0 0,1 0 0,-1 0 0,0 0 0,0 0 0,0 0 0,0 0 0,0 0 0,0 0 0,0 0 0,0 0 0,0 0 0,0 0 0,0 0 0,0 0 0,0 0 0,0 0 0,1 0 0,-1 0 0,0 0 0,0 0 0,0 0 0,0 0 0,0 0 0,0 0 0,0 0 0,0 0 0,0 0 0,0 0 0,0 0 0,0 0 0,0 0 0,0 0 0,1 0 0,-1 0 0,5 5 0,5 9 0,32 57 0,36 54 0,-75-120 0,0-1 0,1 0 0,-1 0 0,1 0 0,0-1 0,6 5 0,-9-7 0,0-1 0,0 1 0,-1-1 0,1 1 0,0-1 0,0 0 0,0 1 0,0-1 0,-1 0 0,1 0 0,0 0 0,0 0 0,0 1 0,0-1 0,0 0 0,0-1 0,0 1 0,1 0 0,-2 0 0,1-1 0,0 0 0,0 1 0,0-1 0,-1 1 0,1-1 0,0 0 0,-1 0 0,1 1 0,-1-1 0,1 0 0,-1 0 0,1 0 0,-1 0 0,1 1 0,-1-1 0,0 0 0,0 0 0,1 0 0,-1 0 0,0-1 0,14-132 0,-12 110 0,-1 8 0,1 1 0,0 0 0,2 0 0,-1 0 0,9-19 0,-12 32 0,1 1 0,0-1 0,-1 1 0,1 0 0,0-1 0,0 1 0,0-1 0,0 1 0,0 0 0,0 0 0,0 0 0,0-1 0,1 1 0,-1 0 0,0 1 0,1-1 0,-1 0 0,1 0 0,-1 1 0,1-1 0,-1 0 0,1 1 0,-1 0 0,1-1 0,-1 1 0,1 0 0,0 0 0,-1 0 0,1 0 0,0 0 0,-1 0 0,1 0 0,-1 0 0,1 1 0,0-1 0,-1 1 0,1-1 0,-1 1 0,3 1 0,4 2 0,-1 0 0,1 1 0,-1-1 0,0 2 0,0-1 0,6 7 0,28 27 0,38 47 0,-72-77-195,-1-1 0,0 1 0,-1 1 0,0-1 0,0 1 0,4 11 0,-6-8-6631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7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49 24575,'-5'-6'0,"-1"-1"0,1 1 0,-12-10 0,15 15 0,1 0 0,-1-1 0,0 1 0,1 0 0,-1 0 0,0 0 0,1 0 0,-1 0 0,0 1 0,0-1 0,0 1 0,0-1 0,0 1 0,0-1 0,0 1 0,0 0 0,0 0 0,0 0 0,0 0 0,0 0 0,-3 1 0,4 0 0,0 0 0,-1 0 0,1 0 0,0 0 0,0 0 0,0 0 0,0 1 0,0-1 0,0 0 0,0 1 0,0-1 0,0 0 0,1 1 0,-1-1 0,0 1 0,1-1 0,-1 1 0,1-1 0,0 1 0,0 0 0,-1-1 0,1 4 0,0 4 0,0 0 0,2 15 0,-1-17 0,1 1 0,0-1 0,0 0 0,0 1 0,1-1 0,1 0 0,-1 0 0,1-1 0,0 1 0,1-1 0,-1 0 0,11 10 0,-9-10 0,-1-1 0,1 0 0,1 0 0,-1 0 0,1-1 0,0 0 0,0 0 0,0 0 0,0-1 0,1 0 0,0-1 0,8 2 0,-11-3 0,1 0 0,0-1 0,-1 1 0,1-1 0,0-1 0,-1 1 0,1-1 0,-1 0 0,1 0 0,8-3 0,-11 2 0,-1 1 0,1 0 0,-1-1 0,1 1 0,-1-1 0,1 0 0,-1 0 0,0 0 0,0 0 0,0 0 0,0-1 0,0 1 0,-1 0 0,1-1 0,-1 0 0,1 1 0,-1-1 0,0 0 0,0 1 0,0-1 0,1-6 0,-1-2 20,1-1 0,-1 1 0,-1 0 0,0-1 0,-3-20 0,3 28-98,-1 0 0,0 0 0,0 0-1,0-1 1,-1 2 0,1-1 0,-1 0 0,0 0 0,0 0-1,0 1 1,-1-1 0,1 1 0,-1 0 0,0 0 0,0 0-1,0 0 1,0 0 0,-7-4 0,-2 1-6748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8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24575,'6'-6'0,"1"0"0,-1 0 0,1 1 0,1 0 0,-1 0 0,1 1 0,0 0 0,-1 0 0,14-3 0,-9 3 0,1 2 0,0 0 0,-1 0 0,1 1 0,23 1 0,-15 1 0,-1 1 0,36 6 0,-17-2 0,-31-6 0,-1 1 0,0 0 0,0 0 0,0 0 0,10 4 0,-15-4 0,0 1 0,1-1 0,-1 0 0,0 1 0,0-1 0,0 1 0,0 0 0,0 0 0,0-1 0,-1 1 0,1 1 0,0-1 0,-1 0 0,0 0 0,1 1 0,-1-1 0,0 0 0,0 1 0,0 2 0,6 21 0,-2 1 0,3 32 0,-3-20 0,9 138 0,-9-98 0,-4-72 0,4 72 0,18 84 0,-19-139 0,2-1 0,1 0 0,1 0 0,1 0 0,1-1 0,0-1 0,2 0 0,14 20 0,-25-40 2,0 0 0,-1 0 0,1 0-1,-1 0 1,1 0 0,-1 0 0,1 1-1,-1-1 1,0 0 0,0 0 0,1 0 0,-1 0-1,0 0 1,0 0 0,0 1 0,0-1-1,0 0 1,0 0 0,-1 0 0,1 0-1,0 0 1,-1 0 0,1 1 0,0-1 0,-1 0-1,0 0 1,1 0 0,-1 0 0,1 0-1,-1-1 1,0 1 0,0 0 0,0 0-1,1 0 1,-1-1 0,0 1 0,-1 0 0,-6 5-117,1-1 1,-1 0 0,-16 6 0,10-4-862,0 1-5850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29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24575,'10'-5'0,"6"1"0,4 3 0,-1 3 0,1 2 0,-4 2-8191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1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19 24575,'-8'-13'0,"5"8"0,16 10 0,23 14 0,87 39 0,-54-30 0,247 89 0,-99-47 0,-197-64-35,-15-5-132,0 0 1,-1 0 0,1 1 0,0 0 0,-1 0-1,0 0 1,8 5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19 24575,'27'-16'0,"-22"13"0,-19 12 0,-70 35 0,-21 13 0,58-29 0,-59 39 0,26-7-1365,70-53-5461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3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480 41 24575,'0'0'0,"1"0"0,-1 0 0,0 1 0,0-1 0,0 0 0,1 0 0,-1 0 0,0 0 0,0 1 0,0-1 0,0 0 0,0 0 0,0 0 0,1 1 0,-1-1 0,0 0 0,0 0 0,0 0 0,0 1 0,0-1 0,0 0 0,0 0 0,0 1 0,0-1 0,0 0 0,0 0 0,0 1 0,0-1 0,0 0 0,0 0 0,0 0 0,-1 1 0,1-1 0,0 0 0,0 0 0,-9 5 0,-12-2 0,20-3 0,-47 2 40,0-3 0,-74-9 0,-92-32-1525,195 38-5341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4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47 24575,'0'0'0,"-1"-1"0,1 1 0,0 0 0,0-1 0,-1 1 0,1-1 0,0 1 0,0 0 0,-1-1 0,1 1 0,-1 0 0,1-1 0,0 1 0,-1 0 0,1 0 0,-1-1 0,1 1 0,0 0 0,-1 0 0,1 0 0,-1-1 0,1 1 0,-1 0 0,1 0 0,-1 0 0,1 0 0,-1 0 0,1 0 0,-1 0 0,1 0 0,-1 0 0,1 0 0,-1 1 0,-23 1 0,18-1 0,-25 1 0,0-1 0,-45-5 0,-60-16 0,38 4 0,54 12-682,-58 2-1,86 2-6143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4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25 24575,'-6'-21'0,"4"18"0,3 14 0,14 66-220,42 123 0,48 68-221,-16-71 441,19 41 0,-83-172 0,30 115 0,-51-162-161,-1 1-1,2 37 1,-5-42-6665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7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24575,'2'-7'0,"-1"2"0,0 0 0,0 0 0,0 1 0,3-6 0,-2 10 0,0 5 0,-1 8 0,0 189 0,-1-5 0,17-66 0,-13-111 0,-4-17-106,1-2 28,-1-1-1,0 1 0,0 0 1,0 0-1,0-1 0,0 1 0,1 0 1,-1-1-1,-1 1 0,1 0 1,0 0-1,0-1 0,0 1 0,0 0 1,-1 0-1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7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24575,'8'-15'0,"-5"14"0,0 9 0,0 36 0,-3 63 0,1 34 0,13 29 0,-9-140 40,-3-24-241,-1-1 0,0 1 1,0 0-1,-1 0 0,0 0 1,0 6-1,-2-2-6625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8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650 75 24575,'-37'32'0,"-72"69"0,89-81 0,2 1 0,0 1 0,-18 30 0,15-13 0,-4 10 0,22-45 0,1 0 0,-1 0 0,0-1 0,0 1 0,-1-1 0,1 0 0,-1 0 0,1 0 0,-6 3 0,7-5 0,-1 0 0,1 0 0,-1-1 0,0 1 0,1-1 0,-1 1 0,0-1 0,0 0 0,1 0 0,-1 0 0,0 0 0,0 0 0,1-1 0,-1 1 0,0-1 0,1 0 0,-1 0 0,0 0 0,1 0 0,0 0 0,-1 0 0,1-1 0,-5-2 0,-2-4 0,-1 0 0,1 0 0,-16-18 0,-6-13 0,2-1 0,-31-55 0,39 54-324,2-1 1,-20-63-1,35 94-70,-1-5-6432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9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24575,'1'26'0,"1"-1"0,10 47 0,20 49 0,-28-106 0,-1-4 0,7 21 0,-9-30 0,0 1 0,0-1 0,0 0 0,1 0 0,-1 0 0,0 0 0,1 0 0,0 0 0,-1-1 0,5 4 0,-6-5 0,1 1 0,0-1 0,-1 0 0,1 1 0,0-1 0,-1 0 0,1 0 0,0 0 0,-1 0 0,1 0 0,0 0 0,0 0 0,-1 0 0,1 0 0,0 0 0,0 0 0,-1 0 0,1 0 0,0 0 0,-1-1 0,1 1 0,0 0 0,-1-1 0,1 1 0,-1 0 0,1-1 0,0 1 0,-1-1 0,1 1 0,-1-1 0,1 1 0,-1-1 0,1 1 0,-1-1 0,0 0 0,1 1 0,-1-1 0,0 0 0,1-1 0,2-4 0,0 0 0,0-1 0,2-7 0,-3 8 0,9-31 0,-8 25 0,0 0 0,1 0 0,10-20 0,-13 31 0,0-1 0,-1 1 0,1 0 0,0-1 0,0 1 0,0 0 0,0 0 0,0 0 0,0 0 0,1 0 0,-1 0 0,0 0 0,0 0 0,1 0 0,-1 0 0,0 1 0,1-1 0,-1 1 0,1-1 0,2 0 0,-2 1 0,0 0 0,0 0 0,0 1 0,0-1 0,-1 0 0,1 1 0,0-1 0,0 1 0,0 0 0,0 0 0,0 0 0,-1 0 0,4 2 0,2 2 0,0 1 0,-1 0 0,1 0 0,-1 1 0,9 13 0,23 42 0,-29-47 0,-1 0 0,2 0 0,0 0 0,1-2 0,0 1 0,27 23 0,-35-35-102,2 2-214,0 0 0,1 0 1,10 5-1,-6-5-6510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6:59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194 150 24575,'-13'-6'0,"-60"-27"0,66 30 0,0 1 0,0 0 0,0 1 0,0-1 0,0 1 0,0 1 0,0-1 0,-12 2 0,17-1 0,1 0 0,-1 0 0,0 1 0,1-1 0,-1 0 0,1 1 0,-1-1 0,1 1 0,-1 0 0,1-1 0,-1 1 0,1 0 0,0 0 0,0 0 0,-1 0 0,1 0 0,0 0 0,-2 3 0,2-3 0,1 0 0,-1 1 0,1-1 0,-1 0 0,1 1 0,0-1 0,0 1 0,-1-1 0,1 1 0,0-1 0,0 0 0,0 1 0,1-1 0,-1 1 0,0-1 0,1 0 0,-1 2 0,3 3 0,-1 0 0,1-1 0,0 1 0,0-1 0,1 0 0,-1 0 0,1 0 0,6 5 0,-3-3 0,1 0 0,0-1 0,0 0 0,1 0 0,-1-1 0,1 0 0,0-1 0,1 0 0,10 3 0,-15-5 0,1 0 0,0-1 0,0 0 0,0 0 0,0-1 0,0 0 0,0 0 0,0 0 0,0-1 0,0 1 0,-1-1 0,1-1 0,0 1 0,0-1 0,-1 0 0,9-5 0,-11 5 0,0 0 0,0-1 0,-1 0 0,1 1 0,-1-1 0,1 0 0,-1 0 0,0 0 0,-1 0 0,1-1 0,0 1 0,-1-1 0,0 1 0,0-1 0,0 1 0,0-1 0,0 1 0,-1-1 0,0 0 0,0-5 0,1-1 0,-2 1 0,1-1 0,-1 1 0,-1-1 0,1 1 0,-7-18 0,6 21-76,-1 1 1,0-1-1,0 1 0,0 0 0,0 0 0,-1 0 0,0 1 0,0-1 1,0 1-1,0 0 0,-1 0 0,0 0 0,0 1 0,0-1 1,0 1-1,0 0 0,-10-3 0,1 1-6750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0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24575,'4'-3'0,"0"-1"0,0 1 0,1 0 0,0 1 0,9-5 0,-13 6 0,0 1 0,0 0 0,0 0 0,0-1 0,0 1 0,0 0 0,0 0 0,0 0 0,0 0 0,0 0 0,0 0 0,0 0 0,0 1 0,0-1 0,0 0 0,0 1 0,0-1 0,0 0 0,0 1 0,0-1 0,0 1 0,0 0 0,0-1 0,-1 1 0,1 0 0,0-1 0,0 1 0,-1 0 0,1 0 0,0 0 0,-1-1 0,1 1 0,-1 0 0,1 0 0,-1 0 0,1 2 0,2 4 0,-1 0 0,0 0 0,-1 0 0,0 0 0,0 0 0,0 0 0,-1 1 0,0 7 0,-9 62 0,5-57 0,-17 173 0,18-154 0,3 1 0,9 74 0,-6-98 0,0 1 0,1 0 0,2-1 0,-1 0 0,2 0 0,0 0 0,16 24 0,-22-38 4,1 1 0,-1-1-1,1 0 1,0 0 0,0 0 0,0 0-1,0 0 1,0 0 0,1 0 0,-1-1-1,1 1 1,-1-1 0,1 0 0,-1 1-1,1-1 1,0-1 0,-1 1 0,1 0-1,0-1 1,0 1 0,-1-1 0,1 0-1,0 0 1,0 0 0,0 0 0,0 0-1,-1-1 1,1 1 0,0-1 0,0 0-1,2-1 1,1 0-110,-1 0 0,1-1 0,-1 0 0,0 0 0,0 0 0,0-1-1,-1 1 1,1-1 0,-1 0 0,0-1 0,0 1 0,0-1 0,5-9 0,-2 1-6720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0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7 24575,'-29'-2'0,"-14"-2"0,-5 3 0,3 2 0,4 3 0,4 1 0,5 0 0,9-2-8191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0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24575,'3'47'0,"1"-2"0,13 51 0,-10-56 0,23 158 0,-15-134 0,-15-62 0,1-1 0,-1 0 0,0 0 0,1 1 0,-1-1 0,1 0 0,0 0 0,-1 0 0,1 1 0,0-1 0,0 0 0,0 0 0,0 0 0,0 0 0,0-1 0,0 1 0,0 0 0,0 0 0,0-1 0,0 1 0,1 0 0,-1-1 0,0 1 0,0-1 0,1 0 0,-1 1 0,0-1 0,1 0 0,-1 0 0,3 0 0,4 0 0,-1 0 0,1-1 0,0 0 0,10-3 0,-2 0 0,34-4 0,1 2 0,67 2 0,-67 4-1365,-38 0-5461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1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24575,'14'-16'0,"-13"15"0,-1 1 0,0 0 0,1 0 0,-1 0 0,0 0 0,0-1 0,1 1 0,-1 0 0,0 0 0,1 0 0,-1 0 0,0 0 0,1 0 0,-1 0 0,0 0 0,1 0 0,-1 0 0,0 0 0,1 0 0,-1 0 0,1 0 0,0 1 0,-1-1 0,0 0 0,1 1 0,-1-1 0,1 1 0,-1-1 0,0 0 0,1 1 0,-1-1 0,0 1 0,1-1 0,-1 1 0,0-1 0,0 1 0,0 0 0,0-1 0,1 1 0,-1 0 0,13 62 0,13 45 0,-12-62 0,12 65 0,-19-85-1365,-4-17-5461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1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494 92 24575,'-29'-15'0,"-11"-6"0,-5 1 0,1 4 0,2 5 0,3 4 0,3 6 0,3 3 0,-1 4 0,0 3 0,1 3 0,0 0 0,4-1 0,7-1-8191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1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24575,'0'-14'0,"0"29"0,0 6 0,0 24 0,1 54 0,0-87 0,2 1 0,6 22 0,-8-33-1365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2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90 24575,'-31'-18'0,"-13"-6"0,-4 1 0,3 7 0,5 9 0,6 6 0,6 5 0,6 5 0,6 0-8191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7:02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63 24575,'-31'-10'0,"-13"-4"0,-4 1 0,1 2 0,3 4 0,7 2 0,9 3-8191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0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24575,'8'-11'0,"3"-2"-8191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1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78 24575,'0'-3'0,"-1"0"0,1 0 0,0 0 0,1 0 0,-1 0 0,1 0 0,-1 0 0,1 0 0,0 1 0,0-1 0,0 0 0,0 0 0,1 1 0,-1-1 0,1 1 0,-1-1 0,1 1 0,0 0 0,0 0 0,0-1 0,0 1 0,1 0 0,-1 1 0,0-1 0,1 0 0,-1 1 0,1 0 0,0-1 0,-1 1 0,1 0 0,0 0 0,0 0 0,5 0 0,-1 0 0,1 0 0,0 1 0,0 0 0,0 0 0,-1 0 0,1 1 0,0 1 0,12 3 0,6 3 0,28 14 0,-35-14 0,-9-4 0,0 1 0,0 1 0,0 0 0,-1 0 0,0 1 0,0 0 0,-1 1 0,0 0 0,10 12 0,-14-15 0,-1 0 0,0 0 0,0 0 0,0 0 0,0 1 0,-1-1 0,0 1 0,2 9 0,-4-11 0,1 0 0,-1 0 0,0 0 0,0 0 0,0 1 0,0-1 0,-1 0 0,0 0 0,0 0 0,0 0 0,0 0 0,0 0 0,-4 5 0,2-4 0,0 0 0,-1 0 0,1-1 0,-1 1 0,0-1 0,-1 0 0,1 0 0,-1 0 0,0 0 0,0-1 0,0 0 0,0 0 0,0 0 0,-11 3 0,3-2 0,0 0 0,-1-1 0,1 0 0,-1-1 0,-19 0 0,11-1 0,-1-1 0,-41-5 0,58 4 0,0-1 0,0 1 0,0-1 0,0 0 0,0 0 0,1 0 0,-1-1 0,1 0 0,0 0 0,-1-1 0,1 1 0,1-1 0,-1 0 0,0-1 0,-5-7 0,8 10-5,0-1 0,0 1 0,1-1 0,0 0 0,-1 0 0,1 1 0,0-1 0,1 0 0,-1 0 0,0 0 0,1 0 0,-1 0 0,1 0 0,0 0 0,1-5 0,-1 3 23,1 1 0,0 0 0,1 0 1,-1-1-1,1 1 0,0 0 0,0 1 0,0-1 1,0 0-1,4-3 0,-2 1-124,0 1 0,1 0 0,0 0 0,0 0 0,1 1 0,-1 0-1,1 0 1,0 0 0,0 1 0,0 0 0,0 0 0,1 1 0,10-4 0,-4 4-6720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24575,'-1'0'0,"1"0"0,-1 0 0,1 1 0,-1-1 0,1 0 0,0 0 0,-1 0 0,1 0 0,-1 1 0,1-1 0,-1 0 0,1 0 0,0 1 0,-1-1 0,1 0 0,0 0 0,-1 1 0,1-1 0,0 0 0,0 1 0,-1-1 0,1 1 0,0-1 0,0 0 0,0 1 0,-1-1 0,1 1 0,0-1 0,0 1 0,0-1 0,0 1 0,0-1 0,0 0 0,0 1 0,0-1 0,0 1 0,0-1 0,0 1 0,0-1 0,0 1 0,1 0 0,5 19 0,-2-14 0,1 1 0,-1-1 0,1 0 0,0 0 0,1-1 0,-1 0 0,1 0 0,0 0 0,1-1 0,-1 1 0,1-2 0,0 1 0,0-1 0,0 0 0,9 3 0,-5-3 0,0 0 0,0-1 0,0 0 0,1-1 0,-1 0 0,0-1 0,1 0 0,-1-1 0,21-4 0,-28 4 0,0 0 0,-1 0 0,1-1 0,0 1 0,0-1 0,-1 0 0,0 0 0,1 0 0,-1-1 0,0 1 0,0-1 0,0 0 0,0 0 0,0 0 0,-1 0 0,0 0 0,1 0 0,-1-1 0,0 1 0,-1-1 0,1 1 0,0-1 0,-1 0 0,0 0 0,0 0 0,0 0 0,-1 0 0,1-5 0,-1 7 0,0 1 0,0 0 0,0 0 0,1 0 0,-1 0 0,0 0 0,0 0 0,1 0 0,-1 0 0,1 0 0,-1 1 0,1-2 0,-1 1 0,1 1 0,-1 0 0,0 0 0,0 0 0,0 0 0,1 0 0,-1 0 0,0 0 0,0 0 0,0 0 0,0 0 0,1 0 0,-1 0 0,0 0 0,0 0 0,0 0 0,1 0 0,-1 0 0,0 0 0,0 0 0,0 0 0,1 0 0,-1 0 0,0 0 0,0 0 0,0 0 0,1 1 0,-1-1 0,0 0 0,0 0 0,0 0 0,0 0 0,0 0 0,1 0 0,-1 1 0,14 21 0,-14-22 0,3 6 0,5 10 0,1 0 0,12 15 0,-19-27 0,1-1 0,-1 0 0,1 0 0,0 0 0,0 0 0,0 0 0,0-1 0,1 1 0,-1-1 0,1 0 0,0 0 0,-1 0 0,1-1 0,0 1 0,5 0 0,-7-1-80,0-1 0,-1 0-1,1 0 1,0 0 0,0 0-1,-1-1 1,1 1 0,0 0-1,-1-1 1,1 1 0,0-1 0,-1 0-1,1 1 1,-1-1 0,1 0-1,2-2 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24575,'71'222'0,"-53"-177"0,1-2 0,48 78 0,-39-75-40,-21-32-181,2 1 0,0-2 0,0 1 1,1-1-1,19 19 0,-17-23-6605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2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398 126 24575,'-31'-16'0,"-16"-4"0,-1-3 0,1 4 0,4 2 0,6 4 0,5 4 0,5 4 0,4 2 0,4 2 0,3 1 0,0 4 0,5 0-8191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3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123 246 24575,'8'31'0,"2"-1"0,19 46 0,4 7 0,-43-91 0,-6-8 0,-9-14 0,0-1 0,-38-67 0,53 78 0,0 0 0,1 0 0,1-1 0,1 0 0,1 0 0,-6-40 0,12 56 0,-1 0 0,1 0 0,0 0 0,0 0 0,1 0 0,-1 0 0,1 0 0,0 0 0,0 0 0,4-8 0,-4 11 0,1-1 0,-1 1 0,1 0 0,-1 0 0,1-1 0,0 1 0,0 1 0,0-1 0,0 0 0,0 0 0,0 1 0,1-1 0,-1 1 0,1 0 0,-1-1 0,1 1 0,-1 1 0,1-1 0,-1 0 0,1 0 0,3 1 0,2-1 0,-1 1 0,1 0 0,-1 0 0,0 1 0,1 0 0,-1 0 0,0 1 0,0 0 0,0 0 0,11 5 0,-13-5 0,1 1 0,-1-1 0,-1 1 0,1 0 0,0 1 0,-1-1 0,1 1 0,-1 0 0,0 0 0,0 0 0,-1 1 0,1-1 0,-1 1 0,4 6 0,-7-9 0,1-1 0,0 1 0,-1 0 0,1 0 0,-1-1 0,0 1 0,1 0 0,-1 0 0,0-1 0,0 1 0,0 0 0,0 0 0,-1-1 0,1 1 0,0 0 0,-1 0 0,1-1 0,-2 3 0,1-1 0,-1-1 0,0 1 0,1-1 0,-1 1 0,0-1 0,0 0 0,-1 0 0,1 0 0,-5 3 0,-4 2 0,0-1 0,0-1 0,-1 0 0,-12 4 0,22-8 0,-9 2-273,0 0 0,0 0 0,0-1 0,-22 1 0,20-3-6553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3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12 24575,'0'1'0,"-1"-1"0,1 0 0,0 0 0,0 0 0,0 0 0,0 0 0,0 0 0,-1 0 0,1 0 0,0 1 0,0-1 0,0 0 0,0 0 0,0 0 0,0 0 0,-1 0 0,1 1 0,0-1 0,0 0 0,0 0 0,0 0 0,0 1 0,0-1 0,0 0 0,0 0 0,0 0 0,0 0 0,0 1 0,0-1 0,0 0 0,0 0 0,0 0 0,0 1 0,0-1 0,0 0 0,0 0 0,0 0 0,0 0 0,0 1 0,0-1 0,1 0 0,-1 0 0,0 0 0,0 0 0,0 1 0,0-1 0,0 0 0,0 0 0,1 0 0,-1 0 0,0 0 0,0 0 0,7 10 0,1-2 0,-1-2 0,1 1 0,0-1 0,0 0 0,14 7 0,48 19 0,-65-30 0,1 1 0,0-2 0,0 1 0,1-1 0,-1 0 0,0 0 0,0 0 0,0-1 0,1 0 0,-1 0 0,10-2 0,-13 1 0,0 0 0,0 0 0,-1 0 0,1 0 0,0 0 0,-1-1 0,1 1 0,-1-1 0,1 0 0,-1 1 0,0-1 0,0 0 0,0-1 0,0 1 0,0 0 0,0 0 0,0-1 0,-1 1 0,1-1 0,-1 0 0,0 1 0,0-1 0,0 0 0,0 0 0,0 0 0,0-3 0,1-27 0,-1 9 0,-1 24 0,0 0 0,0 0 0,0 0 0,0 0 0,0 0 0,0 0 0,0 0 0,0 0 0,0-1 0,0 1 0,0 0 0,0 0 0,0 0 0,0 0 0,0 0 0,0 0 0,0 0 0,0 0 0,0 0 0,0 0 0,0-1 0,0 1 0,1 0 0,-1 0 0,0 0 0,0 0 0,0 0 0,0 0 0,0 0 0,0 0 0,0 0 0,0 0 0,0 0 0,0 0 0,1 0 0,-1 0 0,0 0 0,0 0 0,0 0 0,0 0 0,0 0 0,0 0 0,0 0 0,0 0 0,0 0 0,1 0 0,-1 0 0,0 0 0,0 0 0,0 0 0,0 0 0,0 0 0,0 0 0,0 0 0,7 6 0,5 10 0,-12-16 0,64 109-1365,-57-99-5461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3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24575,'10'31'0,"4"16"0,2 7 0,0 0 0,1-2 0,0-4 0,-1-6 0,0-4 0,0-3 0,-1-3 0,-2-5 0,-4-6-8191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4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79 24575,'-31'-13'0,"-15"-4"0,-3 0 0,2 4 0,4 4 0,4 3 0,3 3 0,6 4 0,4 3 0,8-1-8191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4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24575,'6'15'0,"0"-1"0,1 1 0,1-1 0,11 15 0,41 49 0,-54-71 0,4 5 0,0-1 0,22 19 0,-30-28 0,1 0 0,0 0 0,-1 0 0,1 0 0,0-1 0,0 1 0,0-1 0,0 0 0,0 0 0,0 0 0,1 0 0,-1-1 0,0 1 0,0-1 0,0 0 0,1 1 0,-1-2 0,0 1 0,5-1 0,-6 0 0,1 0 0,-1 0 0,1 0 0,-1-1 0,0 1 0,0-1 0,0 0 0,0 1 0,0-1 0,0 0 0,0 0 0,0 0 0,-1 0 0,1-1 0,-1 1 0,0 0 0,0-1 0,1 1 0,-1-1 0,-1 1 0,1-1 0,1-3 0,0-6 0,0 0 0,-1 0 0,1-19 0,-3 11 0,1 13 0,-1 0 0,2 0 0,-1 1 0,2-12 0,-2 18 0,0-1 0,1 1 0,-1-1 0,0 1 0,0 0 0,0-1 0,0 1 0,0 0 0,0-1 0,1 1 0,-1-1 0,0 1 0,0 0 0,1-1 0,-1 1 0,0 0 0,1 0 0,-1-1 0,0 1 0,0 0 0,1 0 0,-1-1 0,1 1 0,-1 0 0,0 0 0,1 0 0,0-1 0,0 1 0,-1 1 0,1-1 0,0 0 0,0 0 0,-1 0 0,1 1 0,0-1 0,-1 0 0,1 0 0,0 1 0,-1-1 0,1 1 0,0-1 0,0 1 0,21 23 0,-18-19 0,34 40-455,3-1 0,67 55 0,-97-92-6371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5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114 110 24575,'-5'-3'0,"0"0"0,0 1 0,-1 0 0,1 0 0,0 0 0,-1 0 0,-9 0 0,13 1 0,1 1 0,0 0 0,-1 0 0,1 0 0,0 0 0,0 0 0,-1 0 0,1 0 0,0 1 0,0-1 0,-1 0 0,1 1 0,0-1 0,0 1 0,0-1 0,-1 1 0,1-1 0,0 1 0,0 0 0,0 0 0,0-1 0,0 1 0,0 0 0,1 0 0,-1 0 0,0 0 0,0 0 0,1 0 0,-1 1 0,0-1 0,1 0 0,-1 0 0,1 0 0,0 0 0,-1 1 0,1-1 0,0 0 0,0 1 0,-1-1 0,1 2 0,0 3 0,1 0 0,-1 0 0,1-1 0,0 1 0,0 0 0,1-1 0,0 1 0,-1-1 0,2 1 0,-1-1 0,1 0 0,0 0 0,0 0 0,0 0 0,1-1 0,-1 1 0,9 6 0,-7-7 0,-1 0 0,1 0 0,0 0 0,1-1 0,-1 0 0,1 0 0,-1 0 0,1-1 0,0 0 0,0 0 0,0-1 0,0 1 0,0-1 0,0 0 0,0-1 0,10 0 0,-14 0 0,0 0 0,0 0 0,0-1 0,0 1 0,-1-1 0,1 1 0,0-1 0,0 0 0,-1 0 0,1 0 0,0 0 0,-1 0 0,1 0 0,-1 0 0,1 0 0,-1-1 0,0 1 0,1-1 0,-1 1 0,0-1 0,0 1 0,0-1 0,0 0 0,0 1 0,0-1 0,-1 0 0,1 0 0,-1 1 0,1-1 0,-1 0 0,0 0 0,1 0 0,-1 0 0,0-3 0,0-2 0,-1 1 0,1-1 0,-1 0 0,0 1 0,-1-1 0,1 1 0,-1 0 0,-6-12 0,2 6 17,-1 0 0,0 0 1,-1 0-1,0 1 0,-1 1 0,-19-19 0,22 24-123,0 0 0,-1 0 0,1 1 0,-1 0 0,0 0 0,-1 0-1,1 1 1,0 0 0,-1 1 0,0 0 0,0 0 0,1 0 0,-11 0 0,0 2-6720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45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24575,'0'0'0,"0"0"0,0 0 0,0 0 0,0-1 0,0 1 0,0 0 0,0 0 0,0 0 0,0-1 0,0 1 0,0 0 0,0 0 0,0 0 0,0 0 0,0-1 0,0 1 0,0 0 0,1 0 0,-1 0 0,0-1 0,0 1 0,0 0 0,0 0 0,0 0 0,0 0 0,0 0 0,1-1 0,-1 1 0,0 0 0,0 0 0,0 0 0,0 0 0,1 0 0,-1 0 0,0 0 0,0 0 0,0-1 0,1 1 0,-1 0 0,0 0 0,0 0 0,10 5 0,6 12 0,-4-1 0,1 0 0,0 0 0,1-2 0,1 1 0,0-2 0,19 13 0,-18-15 0,-5-3 0,0-1 0,1 0 0,14 7 0,-23-13 0,-1 0 0,0 0 0,1 0 0,-1 0 0,1-1 0,-1 1 0,1-1 0,-1 0 0,1 1 0,0-1 0,-1 0 0,1-1 0,-1 1 0,1 0 0,-1-1 0,1 1 0,-1-1 0,1 0 0,-1 0 0,1 0 0,-1 0 0,4-3 0,-3 2 0,-1 0 0,0-1 0,0 0 0,0 1 0,0-1 0,-1 0 0,1 0 0,-1 0 0,0 0 0,0 0 0,0-1 0,0 1 0,0 0 0,-1 0 0,1-1 0,-1 1 0,0-7 0,1-6 0,-1 16 0,0 0 0,0 0 0,1 0 0,-1 0 0,0 1 0,0-1 0,0 0 0,0 0 0,0 0 0,0 0 0,0 0 0,1 0 0,-1 1 0,0-1 0,0 0 0,0 0 0,0 0 0,0 0 0,1 0 0,-1 0 0,0 0 0,0 0 0,0 0 0,0 0 0,1 0 0,-1 0 0,0 0 0,0 0 0,0 0 0,0 0 0,1 0 0,-1 0 0,0 0 0,0 0 0,0 0 0,0 0 0,1 0 0,-1 0 0,0 0 0,0 0 0,0-1 0,0 1 0,1 0 0,-1 0 0,0 0 0,0 0 0,0 0 0,0 0 0,0-1 0,0 1 0,0 0 0,0 0 0,1 0 0,-1 0 0,0 0 0,0-1 0,0 1 0,0 0 0,0 0 0,0 0 0,0 0 0,0-1 0,0 1 0,0 0 0,0 0 0,0 0 0,0-1 0,11 18 0,-5-9 0,-4-5 0,0-1 0,0 0 0,0 0 0,0 0 0,1 0 0,-1 0 0,1 0 0,-1-1 0,1 1 0,0-1 0,0 0 0,0 0 0,-1 0 0,1 0 0,0 0 0,0-1 0,0 1 0,0-1 0,0 0 0,6 0 0,-6 0 0,0-1 0,0 0 0,1 0 0,-1 0 0,0 0 0,0-1 0,0 1 0,0-1 0,0 1 0,-1-1 0,1 0 0,-1 0 0,1-1 0,-1 1 0,1 0 0,-1-1 0,0 0 0,0 1 0,1-4 0,2-2 0,0-1 0,-1 1 0,0-1 0,0 0 0,-1 0 0,0 0 0,-1-1 0,0 1 0,1-16 0,-2 20 0,-1 0 0,-1 0 0,1 0 0,-1 0 0,0 0 0,0 0 0,0 1 0,-1-1 0,1 0 0,-1 1 0,0-1 0,-1 1 0,1-1 0,-1 1 0,0 0 0,0 0 0,0 0 0,0 1 0,-1-1 0,-4-3 0,2 3-273,1 0 0,-1 0 0,0 1 0,-7-3 0,-3-1-6553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1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1 24575,'-68'-1'0,"-78"3"0,137-1 0,0 0 0,0 1 0,0 0 0,0 0 0,-12 6 0,17-7 0,0 1 0,0 0 0,1 0 0,-1 0 0,1 1 0,0-1 0,-1 1 0,1 0 0,1 0 0,-1 0 0,0 0 0,1 0 0,-1 1 0,-2 4 0,3-3 0,-1 1 0,1-1 0,0 0 0,1 1 0,-1-1 0,0 9 0,2-11 0,0 1 0,0-1 0,0 0 0,1 1 0,-1-1 0,1 0 0,0 1 0,0-1 0,0 0 0,0 0 0,1 0 0,1 4 0,4 2 0,-1 0 0,1-1 0,0 0 0,1 0 0,0-1 0,0 0 0,0 0 0,1-1 0,0 0 0,1 0 0,-1-1 0,15 6 0,-3-3 0,1-1 0,-1 0 0,1-2 0,45 6 0,12-8-1365,-59-3-5461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2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21 24575,'-5'-2'0,"-11"-4"0,-29-5 0,42 11 0,0-1 0,-1 0 0,1 1 0,-1 0 0,1 0 0,-1 0 0,1 1 0,-1-1 0,1 1 0,-1-1 0,1 1 0,-1 0 0,1 1 0,-6 2 0,8-3 0,0-1 0,1 1 0,-1 0 0,0 0 0,0 0 0,0 0 0,1 0 0,-1 0 0,0 1 0,1-1 0,-1 0 0,1 0 0,-1 0 0,1 1 0,0-1 0,-1 0 0,1 0 0,0 1 0,0-1 0,0 0 0,0 1 0,0-1 0,0 0 0,0 0 0,1 1 0,-1-1 0,0 0 0,1 0 0,-1 1 0,2 0 0,1 5 0,0 0 0,0 0 0,8 10 0,-10-17 0,9 15 0,1-1 0,1-1 0,0 1 0,1-2 0,16 13 0,-21-19 0,1 1 0,0-1 0,1-1 0,-1 0 0,1 0 0,0-1 0,0 0 0,1-1 0,17 4 0,-27-7 0,1 1 0,-1-1 0,1 0 0,-1 0 0,1 0 0,-1 0 0,1 0 0,-1 0 0,1 0 0,-1-1 0,1 1 0,-1 0 0,0-1 0,1 1 0,-1-1 0,0 0 0,1 1 0,-1-1 0,0 0 0,0 0 0,1 0 0,-1 0 0,0 0 0,0 0 0,0 0 0,0 0 0,0 0 0,0-2 0,0 0 0,0 1 0,0-1 0,0 1 0,-1-1 0,1 1 0,-1-1 0,0 0 0,0 1 0,0-1 0,0 1 0,0-1 0,-1 0 0,1 1 0,-1-1 0,0-2 0,-4-9 0,-1 1 0,0 0 0,-1 0 0,0 1 0,-1 0 0,0 0 0,-1 1 0,0 0 0,-1 0 0,-19-16 0,27 26 0,2 2 0,5 7 0,9 11 0,71 70 0,-73-77 0,1-1 0,1 0 0,0-2 0,0 1 0,19 8 0,-29-16-105,-1-1 0,1 1 0,0-1 0,0 0 0,0 0 0,0 0 0,0 0 0,0-1 0,0 1 0,0-1 0,0 0 0,6-1 0,0-3-6721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2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24575,'8'7'0,"1"0"0,0 0 0,1-1 0,0-1 0,17 8 0,3 2 0,-26-12 0,1-1 0,0 0 0,-1 0 0,1-1 0,0 1 0,0-1 0,0 0 0,0 0 0,1-1 0,-1 1 0,0-1 0,5-1 0,-7 1 0,0 0 0,-1-1 0,1 0 0,-1 0 0,0 1 0,1-1 0,-1-1 0,0 1 0,1 0 0,-1-1 0,0 1 0,0-1 0,0 1 0,0-1 0,0 0 0,-1 0 0,1 0 0,0 0 0,-1 0 0,1 0 0,-1-1 0,0 1 0,0 0 0,0-1 0,1-3 0,1-7 0,-3 10 0,1 0 0,-1 0 0,1 0 0,0 1 0,0-1 0,3-5 0,-4 7 0,1 1 0,-1-1 0,1 1 0,-1 0 0,1-1 0,-1 1 0,1 0 0,-1-1 0,1 1 0,-1 0 0,1-1 0,-1 1 0,1 0 0,0 0 0,-1 0 0,1 0 0,0 0 0,-1 0 0,1 0 0,-1 0 0,1 0 0,0 0 0,-1 0 0,1 0 0,-1 0 0,1 0 0,0 0 0,-1 1 0,1-1 0,-1 0 0,1 0 0,-1 1 0,1-1 0,-1 0 0,1 1 0,-1-1 0,1 1 0,-1-1 0,1 1 0,41 33-11,-34-25-183,2-1 1,-1 0-1,1-1 1,1 0 0,-1 0-1,20 7 1,-20-10-6633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2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24575,'23'16'0,"30"25"0,18 12 0,-69-51 0,1-1 0,-1 1 0,0-1 0,1 0 0,-1 0 0,1 0 0,0-1 0,-1 1 0,1 0 0,-1-1 0,1 0 0,0 0 0,0 0 0,-1 0 0,1 0 0,0 0 0,-1-1 0,1 1 0,-1-1 0,1 1 0,0-1 0,-1 0 0,3-2 0,2-1 0,-1 0 0,0 0 0,0-1 0,0 0 0,-1-1 0,10-10 0,-14 14 0,1 1 0,-1-1 0,1 0 0,-1 1 0,1 0 0,0-1 0,-1 1 0,1 0 0,0 0 0,0 0 0,0 0 0,0 0 0,0 0 0,0 0 0,0 1 0,0-1 0,4 0 0,-3 2 0,0-1 0,0 0 0,0 1 0,0 0 0,-1-1 0,1 1 0,0 0 0,0 1 0,-1-1 0,1 0 0,-1 1 0,4 2 0,69 56 38,-43-33-1441,-20-19-5423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166 167 24575,'-5'-5'0,"-20"-18"0,23 21 0,0 1 0,0-1 0,0 1 0,0 0 0,0 0 0,-1 0 0,1 0 0,0 0 0,0 1 0,-1-1 0,-2 0 0,4 1 0,1 0 0,-1 0 0,1 0 0,-1 0 0,1 0 0,0 0 0,-1 0 0,1 0 0,-1 0 0,1 0 0,-1 0 0,1 1 0,-1-1 0,1 0 0,-1 0 0,1 0 0,0 1 0,-1-1 0,1 0 0,-1 0 0,1 1 0,0-1 0,-1 0 0,1 1 0,0-1 0,0 1 0,-1-1 0,1 1 0,-1 0 0,1 0 0,0 0 0,0 1 0,0-1 0,0 0 0,0 0 0,0 0 0,0 0 0,0 0 0,0 1 0,1 1 0,0 1 0,1 1 0,0 0 0,0 0 0,4 6 0,-2-5 0,1 1 0,0-1 0,0 0 0,12 10 0,-15-14 0,1 0 0,-1 0 0,1 0 0,0-1 0,-1 1 0,1-1 0,0 1 0,0-1 0,0 0 0,0 0 0,0 0 0,0 0 0,1-1 0,5 1 0,-8-1 0,1 0 0,-1 0 0,0-1 0,1 1 0,-1 0 0,0-1 0,0 1 0,1-1 0,-1 0 0,0 1 0,0-1 0,0 0 0,0 1 0,0-1 0,0 0 0,0 0 0,0 0 0,0 0 0,1-1 0,-1-1 0,1 1 0,-1-1 0,0 1 0,0-1 0,0 0 0,0 1 0,-1-1 0,2-5 0,-2 0 0,1 0 0,-1 0 0,-1 1 0,0-1 0,-2-13 0,1 13 8,-1 0 0,0 1 0,0-1 0,0 1 0,-1 0 0,0 0 0,-1 0 0,1 0 0,-1 1 0,0-1 0,-1 1 0,0 1 0,0-1 0,-12-8 0,12 11-79,1-1 1,0 1-1,-1 1 0,1-1 0,-1 1 1,0 0-1,0 0 0,0 0 1,0 1-1,0 0 0,0 0 0,0 1 1,0 0-1,0 0 0,0 0 1,0 1-1,0 0 0,0 0 0,0 0 1,-7 3-1,-2 3-6755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3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24575,'-2'5'0,"1"1"0,0-1 0,1 1 0,-1-1 0,1 1 0,0-1 0,1 7 0,7 40 0,-5-37 0,88 327 0,-86-326 0,2 4 0,8 21 0,-13-36 0,1-1 0,-1 1 0,1-1 0,-1 0 0,1 0 0,1 0 0,-1 0 0,0 0 0,1-1 0,4 4 0,-7-7 0,-1 1 0,1-1 0,-1 0 0,1 1 0,-1-1 0,1 0 0,0 1 0,-1-1 0,1 0 0,-1 0 0,1 0 0,0 0 0,-1 0 0,1 1 0,0-1 0,-1 0 0,1 0 0,0 0 0,-1-1 0,1 1 0,-1 0 0,1 0 0,0 0 0,-1 0 0,2-1 0,-1 0 0,0 0 0,0 0 0,0 0 0,0 0 0,-1 0 0,1 0 0,0 0 0,0 0 0,-1 0 0,1 0 0,-1 0 0,1-2 0,1-1 0,-1-1 0,0 1 0,0-1 0,0 1 0,-1-1 0,0-6 0,-1 4 0,0-1 0,0 1 0,-1-1 0,0 1 0,0 0 0,-1-1 0,0 1 0,0 1 0,-1-1 0,0 0 0,0 1 0,0 0 0,-1 0 0,0 0 0,-10-9 0,9 10 0,-1-1 0,-1 1 0,1 0 0,-1 1 0,0 0 0,0 0 0,0 0 0,-1 1 0,1 0 0,-1 1 0,0 0 0,1 1 0,-12-2 0,-12 3-455,0 0 0,-57 10 0,68-7-6371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4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356 503 24575,'-26'-11'0,"-111"-42"0,114 45 0,-2 1 0,1 1 0,-44-3 0,65 8 0,1 1 0,0 0 0,-1 0 0,1 0 0,0 0 0,-1 0 0,1 1 0,0-1 0,-1 1 0,1-1 0,0 1 0,0 0 0,-1 0 0,1 0 0,-3 2 0,4-2 0,0 1 0,-1-1 0,1 1 0,0 0 0,0-1 0,0 1 0,0 0 0,1 0 0,-1 0 0,0 0 0,1 0 0,-1 0 0,1-1 0,0 1 0,0 0 0,0 0 0,0 0 0,0 4 0,0 1 0,1 1 0,0 0 0,0 0 0,0-1 0,1 1 0,0-1 0,1 1 0,0-1 0,4 9 0,-1-6 0,0-1 0,0-1 0,1 1 0,0-1 0,1 0 0,9 8 0,-5-6 0,0-1 0,0-1 0,1 0 0,0 0 0,0-1 0,25 8 0,-30-12 0,0-1 0,-1 1 0,1-2 0,0 1 0,0-1 0,0-1 0,0 1 0,0-1 0,1-1 0,-1 1 0,0-2 0,0 1 0,-1-1 0,9-3 0,-12 4 0,-1 0 0,0-1 0,0 1 0,-1-1 0,1 0 0,0 0 0,-1-1 0,1 1 0,-1 0 0,1-1 0,-1 1 0,0-1 0,3-5 0,-2 3 0,-1-1 0,0 1 0,0 0 0,0-1 0,-1 1 0,0-1 0,1-9 0,-1-1 0,-1-1 0,-1 1 0,-1 0 0,-6-30 0,-1 13 0,-1 1 0,-1 0 0,-2 1 0,-18-31 0,-74-113 0,36 77 0,69 97 0,0 0 0,-1 0 0,1 1 0,-1-1 0,1 0 0,-1 1 0,1-1 0,-1 0 0,1 1 0,-1-1 0,0 1 0,1-1 0,-1 1 0,0-1 0,0 1 0,1 0 0,-1-1 0,0 1 0,0 0 0,0-1 0,0 1 0,-1 0 0,2 0 0,-1 1 0,1-1 0,-1 1 0,1-1 0,-1 1 0,1-1 0,0 1 0,-1-1 0,1 1 0,0 0 0,-1-1 0,1 1 0,0 0 0,0-1 0,0 1 0,0 0 0,-1-1 0,1 1 0,0 0 0,0-1 0,0 2 0,0 8 0,1 0 0,1 14 0,-2-24 0,5 34 0,1 1 0,2-1 0,1-1 0,21 50 0,-22-65 0,0-1 0,1 0 0,2-1 0,-1 0 0,2-1 0,0 0 0,1 0 0,0-1 0,28 22 0,-32-30 0,1 0 0,0 0 0,0-1 0,1 0 0,0-1 0,-1 0 0,1-1 0,1 0 0,-1 0 0,0-1 0,1-1 0,-1 0 0,1-1 0,-1 0 0,1 0 0,-1-1 0,1-1 0,13-3 0,-20 3 0,-1 0 0,0 0 0,0 0 0,0 0 0,0-1 0,0 1 0,0-1 0,-1 0 0,1 0 0,-1 0 0,0-1 0,0 1 0,0-1 0,0 0 0,0 0 0,-1 0 0,0 0 0,0 0 0,0 0 0,-1 0 0,1-1 0,-1 1 0,0-1 0,0 1 0,0-9 0,0 8 0,-1 0 0,0-1 0,0 1 0,0 0 0,0 0 0,-1 0 0,0 0 0,0 0 0,-1 0 0,1 0 0,-1 0 0,0 0 0,0 1 0,-1-1 0,0 1 0,1-1 0,-1 1 0,-1 0 0,1 0 0,0 0 0,-1 1 0,0-1 0,-4-2 0,6 5 0,1 0 0,0 0 0,-1 0 0,1 1 0,-1-1 0,1 0 0,-1 1 0,0-1 0,1 1 0,-1 0 0,1-1 0,-1 1 0,0 0 0,1 0 0,-1 0 0,1 0 0,-1 0 0,0 0 0,1 1 0,-1-1 0,0 1 0,-1 0 0,1 0 0,0 1 0,-1-1 0,2 1 0,-1-1 0,0 1 0,0 0 0,0 0 0,1 0 0,-1 0 0,1 0 0,0 0 0,-1 0 0,0 4 0,-1 0 0,1 0 0,0 0 0,0 1 0,1-1 0,0 1 0,0-1 0,0 1 0,1 0 0,0-1 0,1 12 0,1-10 0,0 0 0,1 0 0,0-1 0,0 0 0,0 1 0,1-1 0,0-1 0,1 1 0,-1 0 0,1-1 0,1 0 0,-1 0 0,1-1 0,11 9 0,-2-3 0,1-2 0,0 1 0,1-2 0,0 0 0,22 7 0,-24-11 0,0 0 0,1 0 0,-1-2 0,1 0 0,0-1 0,0-1 0,29-2 0,-41 1 15,-1 1 0,1-1 0,-1 0 0,0 1 0,1-2 0,-1 1 0,4-2 0,-6 3-74,0-1-1,-1 1 1,1-1-1,0 0 1,0 1 0,0-1-1,0 0 1,0 0-1,-1 0 1,1 0 0,0 0-1,-1 1 1,1-1-1,-1 0 1,1-1 0,-1 1-1,1 0 1,-1 0-1,0 0 1,1 0 0,-1 0-1,0 0 1,0 0-1,0-2 1,-1-8-6767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6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34 211 24575,'0'0'0,"0"0"0,0 0 0,0 0 0,0-1 0,-1 1 0,1 0 0,0 0 0,0 0 0,0 0 0,0 0 0,-1-1 0,1 1 0,0 0 0,0 0 0,0 0 0,-1 0 0,1 0 0,0 0 0,0 0 0,0 0 0,-1 0 0,1 0 0,0 0 0,0 0 0,0 0 0,-1 0 0,1 0 0,0 0 0,0 0 0,0 0 0,-1 0 0,1 0 0,0 0 0,0 0 0,0 0 0,-1 0 0,1 0 0,0 1 0,0-1 0,-1 0 0,-3 11 0,2 15 0,3-10 0,0 0 0,2-1 0,0 1 0,1 0 0,0-1 0,1 0 0,8 16 0,-1-6 0,2 0 0,0 0 0,21 25 0,-19-34 0,-16-16 0,1 0 0,-1 0 0,0 1 0,0-1 0,0 0 0,1 0 0,-1 0 0,0 0 0,0 0 0,1 0 0,-1 0 0,0 0 0,0 0 0,1 1 0,-1-1 0,0 0 0,0 0 0,1 0 0,-1 0 0,0-1 0,0 1 0,1 0 0,-1 0 0,0 0 0,0 0 0,1 0 0,-1 0 0,0 0 0,1-1 0,-1 1 0,0-1 0,0 0 0,1 1 0,-1-1 0,0 0 0,0 1 0,0-1 0,0 0 0,0 1 0,0-1 0,0 0 0,0 1 0,0-1 0,0 0 0,0 0 0,-4-15 0,0 2 0,-1-1 0,0 0 0,-12-20 0,4 6 0,-16-34 0,-24-65 0,47 113 0,2-1 0,0 0 0,1 0 0,1 0 0,0 0 0,1-23 0,1 36 0,0 0 0,0-1 0,1 1 0,0 0 0,-1 0 0,1 0 0,0 0 0,0 0 0,1 0 0,-1 0 0,1 0 0,-1 0 0,1 0 0,0 1 0,0-1 0,3-2 0,-3 3 0,0 1 0,0-1 0,0 1 0,0 0 0,1-1 0,-1 1 0,1 0 0,-1 1 0,1-1 0,-1 0 0,1 1 0,-1-1 0,1 1 0,-1 0 0,1 0 0,0 0 0,-1 0 0,1 0 0,-1 1 0,5 0 0,2 2 0,1 0 0,-1 0 0,1 1 0,-1 1 0,0-1 0,13 11 0,-16-12 0,-1 1 0,0 0 0,0 1 0,-1-1 0,1 1 0,-1 0 0,0 0 0,0 0 0,-1 0 0,0 1 0,5 8 0,-7-9 0,1 0 0,-1 0 0,0-1 0,0 1 0,-1 0 0,1 0 0,-1 0 0,0 0 0,-1 1 0,1-1 0,-1-1 0,0 1 0,0 0 0,-2 6 0,1-8 0,1 1 0,-1-1 0,0 0 0,0 0 0,0 0 0,0 0 0,-1 0 0,1 0 0,-1-1 0,1 1 0,-1-1 0,0 1 0,0-1 0,0 0 0,0-1 0,-1 1 0,1 0 0,0-1 0,-8 2 0,-6 3 0,-1-2 0,0 0 0,0-1 0,0-1 0,-29 0 0,46-2 0,0 0 0,0 0 0,0 0 0,0 0 0,0 0 0,0 0 0,0-1 0,0 1 0,0 0 0,0-1 0,0 1 0,1 0 0,-1-1 0,0 0 0,-1 0 0,2 1 0,0-1 0,-1 1 0,1 0 0,0-1 0,0 1 0,0 0 0,0-1 0,0 1 0,0 0 0,0-1 0,0 1 0,0 0 0,0-1 0,0 1 0,0 0 0,0-1 0,0 1 0,0 0 0,0-1 0,1 1 0,-1 0 0,0-1 0,0 1 0,0 0 0,0 0 0,1-1 0,-1 1 0,1-1 0,1-1 0,0 0 0,1 0 0,-1 0 0,1 0 0,-1 0 0,1 0 0,6-2 0,20-6 0,0 2 0,0 1 0,51-7 0,-52 11 0,-1-1 0,-1-2 0,1 0 0,-1-2 0,26-12 0,-47 18 0,0-1 0,0 0 0,0 0 0,-1-1 0,1 1 0,-1-1 0,0 0 0,0 0 0,7-9 0,-10 11 0,0 0 0,0 0 0,1 0 0,-1 0 0,-1-1 0,1 1 0,0 0 0,0 0 0,-1-1 0,1 1 0,-1 0 0,0-1 0,0 1 0,0 0 0,0-1 0,0 1 0,0 0 0,-1-1 0,1 1 0,-1 0 0,0-1 0,1 1 0,-1 0 0,0 0 0,0 0 0,-2-3 0,1 3 0,1 0 0,0 1 0,0-1 0,-1 1 0,1-1 0,-1 1 0,1 0 0,-1 0 0,0-1 0,0 1 0,1 0 0,-1 0 0,0 1 0,0-1 0,0 0 0,0 1 0,0-1 0,0 1 0,0-1 0,0 1 0,0 0 0,0 0 0,0 0 0,0 0 0,0 0 0,0 1 0,0-1 0,0 1 0,0-1 0,0 1 0,0 0 0,0 0 0,0-1 0,-2 3 0,0-1 0,1 0 0,-1 0 0,1 0 0,0 1 0,0-1 0,0 1 0,1 0 0,-1 0 0,1 0 0,-1 0 0,1 0 0,0 1 0,0-1 0,0 1 0,1-1 0,-1 1 0,0 5 0,0-3 0,1-1 0,1 0 0,-1 1 0,1-1 0,0 1 0,0-1 0,1 1 0,-1-1 0,1 1 0,0-1 0,1 0 0,0 1 0,-1-1 0,2 0 0,-1 0 0,0 0 0,1-1 0,0 1 0,0 0 0,1-1 0,-1 0 0,1 0 0,0 0 0,0 0 0,0-1 0,0 1 0,1-1 0,-1 0 0,1 0 0,0-1 0,6 3 0,0-1 0,1 0 0,-1 0 0,1-1 0,-1-1 0,1 0 0,15 0 0,-20-1 0,0-1 0,0 0 0,0-1 0,0 0 0,0 0 0,0 0 0,0-1 0,-1 0 0,1 0 0,-1-1 0,1 0 0,6-4 0,-11 6 0,0-1 0,1 0 0,-1 0 0,0 0 0,0 0 0,0 0 0,0-1 0,0 1 0,-1-1 0,1 1 0,1-5 0,0-1 0,-1 1 0,0 0 0,1-9 0,-1 3 0,-1 12 0,-1 1 0,0-1 0,0 1 0,0 0 0,1-1 0,-1 1 0,0-1 0,1 1 0,-1 0 0,0-1 0,1 1 0,-1 0 0,0-1 0,1 1 0,-1 0 0,1 0 0,-1-1 0,1 1 0,-1 0 0,0 0 0,1 0 0,-1 0 0,1 0 0,-1 0 0,1 0 0,-1-1 0,1 1 0,-1 0 0,1 1 0,-1-1 0,1 0 0,-1 0 0,1 0 0,-1 0 0,1 0 0,-1 0 0,1 1 0,22 8 0,-19-7 0,20 6 0,0 0 0,1-2 0,0-1 0,41 4 0,46 10 0,-69-8-1365,-34-6-5461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8:56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48 483 24575,'-16'27'0,"12"-21"0,-1 1 0,2 0 0,-1 0 0,-4 14 0,6-14 0,0 0 0,1 1 0,0-1 0,0 1 0,1-1 0,0 1 0,0-1 0,1 0 0,0 1 0,3 13 0,-3-18 0,0 1 0,1-1 0,-1 0 0,1 0 0,-1 0 0,1-1 0,0 1 0,0 0 0,0 0 0,0-1 0,0 0 0,1 1 0,-1-1 0,1 0 0,0 0 0,0 0 0,-1-1 0,1 1 0,0 0 0,0-1 0,1 0 0,-1 0 0,0 0 0,0 0 0,0-1 0,6 1 0,-6 0 0,0-1 0,0 0 0,-1 0 0,1-1 0,0 1 0,0 0 0,-1-1 0,1 0 0,0 1 0,-1-1 0,1 0 0,-1-1 0,1 1 0,-1 0 0,4-3 0,-3 1 0,0 0 0,0 0 0,0 0 0,0 0 0,-1 0 0,0-1 0,1 1 0,-1-1 0,2-5 0,0-2 0,0 0 0,-1-1 0,0 1 0,-1-1 0,0 0 0,0-14 0,-1-20 0,-1-1 0,-3 1 0,-2 0 0,-1 0 0,-3 0 0,-21-64 0,-22-61 0,50 165 0,1 6 0,-1 12 0,2 26 0,0-33 0,0 23 0,2-1 0,6 36 0,-4-46 0,0-1 0,1 0 0,1 0 0,1-1 0,8 17 0,13 15 0,68 83 0,-89-121 0,14 20-1365,-14-16-5461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0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24575,'40'10'0,"66"18"0,-91-23 0,0 1 0,0 0 0,-1 1 0,24 16 0,-36-22 0,1 1 0,-1 0 0,0 0 0,1 0 0,-1 0 0,0 0 0,0 1 0,-1-1 0,1 1 0,0-1 0,-1 1 0,1 0 0,-1 0 0,0 0 0,0-1 0,0 1 0,1 5 0,-2-5 0,0-1 0,-1 0 0,1 1 0,0-1 0,0 1 0,-1-1 0,0 0 0,1 1 0,-1-1 0,0 0 0,0 0 0,0 1 0,-1-1 0,1 0 0,0 0 0,-1 0 0,1-1 0,-1 1 0,0 0 0,1 0 0,-1-1 0,-3 3 0,-4 2 0,-1 0 0,1-1 0,-1 0 0,-1-1 0,1 0 0,0 0 0,-1-1 0,0 0 0,-18 1 0,8-2 0,0-1 0,0 0 0,0-2 0,-25-4 0,33 3 0,0 0 0,0-1 0,0-1 0,-21-9 0,30 11 0,-1-1 0,1 1 0,0-1 0,0 0 0,0 0 0,0 0 0,-3-4 0,5 5 0,1 0 0,-1 0 0,1-1 0,-1 1 0,1 0 0,0 0 0,0-1 0,0 1 0,0-1 0,1 1 0,-1-1 0,0 1 0,1-1 0,0-2 0,0 2 0,0-1 0,1 1 0,0 0 0,0 0 0,0 1 0,0-1 0,0 0 0,0 0 0,1 0 0,-1 1 0,1-1 0,0 1 0,0-1 0,0 1 0,0 0 0,0-1 0,5-2 0,3-3 0,0 1 0,0 0 0,12-5 0,-9 5-227,0 1-1,0 0 1,1 1-1,0 1 1,19-4-1,-18 6-6598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1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24575,'4'9'0,"2"-1"0,-1-1 0,1 1 0,0-1 0,0 0 0,1 0 0,0 0 0,16 10 0,-8-7 0,0 0 0,1-2 0,30 13 0,-36-17 0,1-1 0,-1-1 0,14 3 0,-19-4 0,-1-1 0,1 0 0,0 0 0,-1 0 0,1 0 0,0 0 0,-1-1 0,1 0 0,8-3 0,-12 4 0,0-1 0,0 1 0,0-1 0,0 0 0,0 1 0,0-1 0,0 0 0,0 0 0,0 0 0,0 0 0,-1 0 0,1 0 0,0 0 0,0 0 0,-1 0 0,1 0 0,-1 0 0,1-2 0,2-23 0,-3 24 0,0-1 0,0 1 0,0 0 0,0-1 0,1 1 0,-1-1 0,1 1 0,-1-1 0,1 1 0,0 0 0,0-1 0,2-3 0,-2 6 0,0-1 0,-1 1 0,1-1 0,0 1 0,0-1 0,-1 1 0,1-1 0,0 1 0,0 0 0,0 0 0,-1-1 0,1 1 0,0 0 0,0 0 0,0 0 0,0 0 0,0 0 0,0 0 0,-1 0 0,1 0 0,0 0 0,0 0 0,0 0 0,0 1 0,1 0 0,21 10 0,14 13 0,81 44 0,-101-59-1365,-3-1-5461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1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242 187 24575,'-16'-19'0,"-13"-18"0,-2 2 0,-47-42 0,76 75 0,-1-1 0,1 1 0,-1 0 0,0 1 0,0-1 0,0 0 0,0 1 0,-6-3 0,8 4 0,0 0 0,0 0 0,0 0 0,0 0 0,0 0 0,0 1 0,0-1 0,1 0 0,-1 0 0,0 1 0,0-1 0,0 0 0,0 1 0,0-1 0,0 1 0,0-1 0,1 1 0,-1 0 0,0-1 0,0 1 0,1 0 0,-1-1 0,1 1 0,-1 0 0,0 0 0,1 0 0,0 0 0,-1-1 0,1 1 0,-1 0 0,1 0 0,-1 2 0,-4 14 0,0 0 0,1 1 0,1 0 0,-2 28 0,2-15 0,-1 2 0,2 0 0,2 0 0,1 0 0,1 0 0,2-1 0,2 1 0,0-1 0,3 0 0,0 0 0,21 45 0,-12-35 0,3-1 0,1-2 0,40 57 0,16 17 114,-32-43-1593,-39-60-5347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2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363 109 24575,'-31'-13'0,"-16"-6"0,-2-1 0,3 3 0,5 5 0,8 2 0,7 2 0,5 3 0,3 2 0,3 2 0,4 3 0,0 2 0,3 2 0,3 3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2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24575,'-1'3'0,"0"0"0,0 0 0,0 0 0,1 1 0,-1-1 0,1 0 0,-1 0 0,1 1 0,0-1 0,0 0 0,1 0 0,-1 1 0,1-1 0,-1 0 0,1 0 0,0 0 0,0 0 0,1 0 0,-1 0 0,1 0 0,-1 0 0,1 0 0,2 3 0,0-1 0,0 0 0,0-1 0,1 1 0,-1-1 0,1 1 0,0-1 0,0-1 0,1 1 0,-1-1 0,1 0 0,5 3 0,-4-4 0,1 1 0,-1-2 0,0 1 0,1-1 0,-1 0 0,0 0 0,1-1 0,-1 0 0,1 0 0,-1-1 0,1 0 0,8-2 0,-13 2 0,1 0 0,-1 0 0,1-1 0,-1 1 0,0-1 0,1 0 0,-1 0 0,0 0 0,0 0 0,0-1 0,0 1 0,-1-1 0,1 1 0,-1-1 0,1 0 0,-1 0 0,0 0 0,0-1 0,-1 1 0,1 0 0,-1-1 0,1 1 0,-1-1 0,0 1 0,1-8 0,-2-6 0,0 15 0,0-1 0,0 0 0,0 1 0,0-1 0,0 0 0,0 1 0,1-1 0,-1 1 0,2-5 0,-1 7 0,0 1 0,0-1 0,0 0 0,0 1 0,0-1 0,0 1 0,0 0 0,0-1 0,0 1 0,-1 0 0,1-1 0,0 1 0,0 0 0,-1 0 0,1-1 0,0 3 0,1-1 0,22 24 0,-11-11-683,20 18 1,-20-23-6144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2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24575,'11'26'0,"5"13"0,1 6 0,-1 3 0,0-2 0,0-4 0,0-3 0,-1-3 0,1-3 0,-1-2 0,0-3 0,-3-2 0,0-2 0,0-3 0,-2-2 0,-3-5-8191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3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73 24575,'-31'-13'0,"-13"-4"0,-2 0 0,5 4 0,7 3 0,6 7 0,6 4 0,3 3 0,3 2 0,4 0-8191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3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24575,'1'6'0,"-1"0"0,1 1 0,0-1 0,1 0 0,0 0 0,0 0 0,0 0 0,0 0 0,1-1 0,0 1 0,0-1 0,7 8 0,-5-6 0,1 0 0,0 0 0,1-1 0,-1 0 0,1 0 0,1-1 0,-1 0 0,11 6 0,-17-10 0,1-1 0,0 1 0,-1 0 0,1 0 0,0-1 0,0 1 0,-1 0 0,1-1 0,0 0 0,0 1 0,0-1 0,0 0 0,-1 0 0,1 0 0,0 0 0,0-1 0,0 1 0,0 0 0,-1-1 0,1 1 0,0-1 0,0 0 0,-1 0 0,1 1 0,0-1 0,-1 0 0,1 0 0,-1-1 0,1 1 0,-1 0 0,0 0 0,1-1 0,-1 1 0,0-1 0,0 1 0,0-1 0,0 1 0,0-1 0,0 0 0,-1 1 0,1-1 0,0 0 0,-1 0 0,0 1 0,1-1 0,-1 0 0,0-3 0,2-5 0,-1-1 0,-1 1 0,0 0 0,0 0 0,-1 0 0,-1 0 0,1 0 0,-4-11 0,2 15 0,2 7 0,5 11 0,10 13 0,2 0 0,1-2 0,38 41 0,-38-52-1365,-8-8-5461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04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56 182 24575,'11'33'0,"38"99"0,-40-117 0,-6-15 0,-4-9 0,-11-22 0,0 1 0,-32-55 0,-9-18 0,52 100 0,0 0 0,0 1 0,0-1 0,1 0 0,-1 1 0,1-1 0,0 0 0,-1-3 0,1 6 0,0 0 0,0 0 0,1-1 0,-1 1 0,0 0 0,0-1 0,0 1 0,0 0 0,0 0 0,0-1 0,0 1 0,0 0 0,1-1 0,-1 1 0,0 0 0,0 0 0,0 0 0,0-1 0,1 1 0,-1 0 0,0 0 0,0 0 0,1-1 0,-1 1 0,0 0 0,0 0 0,1 0 0,0 0 0,-1 0 0,1 0 0,0 0 0,0 0 0,0 0 0,0 0 0,0 1 0,0-1 0,0 0 0,0 1 0,0-1 0,-1 1 0,1-1 0,0 1 0,1 0 0,23 17 0,0-1 0,1-2 0,1-1 0,40 16 0,-58-27 0,0 0 0,0-1 0,0 0 0,0 0 0,0-1 0,0 0 0,0-1 0,0 0 0,0 0 0,0-1 0,1 0 0,-1 0 0,0-1 0,-1-1 0,1 1 0,0-2 0,-1 1 0,1-1 0,8-5 0,-9 3 0,0-1 0,0 1 0,-1-1 0,0 0 0,0-1 0,-1 0 0,0 0 0,-1 0 0,1-1 0,-1 0 0,7-18 0,-12 25 0,1 1 0,-1 0 0,1-1 0,-1 1 0,0-1 0,0 1 0,1-1 0,-1 1 0,0-1 0,-1 1 0,1-1 0,0 1 0,0-1 0,0 1 0,-1 0 0,1-1 0,-1 1 0,1-1 0,-1 1 0,0 0 0,-1-3 0,1 3 0,0 0 0,0 0 0,0 1 0,-1-1 0,1 0 0,0 1 0,0-1 0,-1 1 0,1-1 0,0 1 0,-1 0 0,1-1 0,0 1 0,-1 0 0,1 0 0,-1 0 0,1 0 0,0 0 0,-1 0 0,1 0 0,0 1 0,-1-1 0,-1 1 0,-3 1 0,0 1 0,0-1 0,1 1 0,0 0 0,-1 1 0,1-1 0,0 1 0,1 0 0,-1 1 0,1-1 0,0 1 0,0-1 0,0 1 0,0 0 0,1 1 0,0-1 0,0 1 0,-3 9 0,4-10 0,0 0 0,1 0 0,0 0 0,0 1 0,0-1 0,1 0 0,-1 0 0,1 1 0,2 9 0,-2-11 0,1-1 0,0 1 0,0 0 0,0-1 0,1 1 0,-1-1 0,1 0 0,0 1 0,0-1 0,0 0 0,1 0 0,-1 0 0,1 0 0,4 4 0,0-2 0,1 0 0,-1-1 0,1 1 0,0-1 0,0-1 0,0 1 0,13 2 0,63 11 0,-60-13 0,45 3 26,-53-7-258,0 2 0,0-1 1,0 2-1,0 0 0,17 7 0,-23-6-6594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18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27 24575,'-39'-26'0,"39"26"0,-1 0 0,1 0 0,0 0 0,0 0 0,0 0 0,0 0 0,-1 0 0,1-1 0,0 1 0,0 0 0,0 0 0,0 0 0,-1 0 0,1 0 0,0 0 0,0 0 0,0 0 0,0 0 0,-1 0 0,1 0 0,0 0 0,0 0 0,0 0 0,-1 0 0,1 1 0,0-1 0,0 0 0,0 0 0,0 0 0,0 0 0,-1 0 0,1 0 0,0 0 0,0 0 0,0 1 0,0-1 0,0 0 0,0 0 0,-1 0 0,1 0 0,0 0 0,0 1 0,0-1 0,0 0 0,0 0 0,0 0 0,0 0 0,0 1 0,0-1 0,0 0 0,0 0 0,0 0 0,0 1 0,-1 9 0,3 14 0,2-1 0,7 27 0,1 5 0,-2 0 0,12 87 0,-20-43 0,-3-63 0,1-35-94,0 0-4,0 0 0,0 0 0,0 0 1,0 0-1,0 0 0,0 0 0,0 0 1,-1 0-1,1 0 0,0 0 0,-1 0 1,0 2-1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18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0 111 24575,'3'-13'0,"3"-7"0,3 0 0,3 1 0,5 4 0,1 4 0,4 4 0,0 3 0,-1 2 0,1 2 0,-1 1 0,-1 0 0,-1 0 0,-2-1 0,-3 1-8191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18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24575,'0'3'0,"3"0"0,3-2 0,6-2 0,3 0 0,2-1 0,1-1 0,2-2 0,1 1 0,-2 1 0,0 1 0,-1 1 0,-2 0 0,-3 1-8191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19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88 130 24575,'2'-1'0,"4"-1"0,-1-1 0,1 0 0,-1 0 0,0 0 0,0 0 0,0-1 0,0 0 0,-1 0 0,1 0 0,3-6 0,-7 9 0,-1 1 0,0 0 0,0-1 0,1 1 0,-1 0 0,0-1 0,0 1 0,0 0 0,0-1 0,0 1 0,1 0 0,-1-1 0,0 1 0,0-1 0,0 1 0,0 0 0,0-1 0,0 1 0,0-1 0,-1 1 0,1 0 0,0-1 0,0 1 0,0-1 0,0 1 0,0 0 0,-1-1 0,-10-5 0,-17 4 0,25 2 0,-2 0 0,-1 0 0,0 0 0,0 1 0,0 0 0,0 0 0,1 0 0,-1 1 0,1 0 0,-1 0 0,-7 4 0,10-4 0,0 0 0,0 1 0,1-1 0,-1 0 0,1 1 0,-1 0 0,1-1 0,0 1 0,0 0 0,0 0 0,0 0 0,1 1 0,-1-1 0,1 0 0,0 0 0,0 1 0,0-1 0,0 7 0,0-6 0,1-1 0,0 0 0,0 1 0,1-1 0,-1 0 0,1 0 0,-1 1 0,1-1 0,0 0 0,0 0 0,1 0 0,-1 0 0,1 0 0,-1 0 0,1 0 0,0 0 0,0-1 0,0 1 0,0-1 0,1 0 0,-1 1 0,1-1 0,4 3 0,1 0 0,0 0 0,1 0 0,-1-1 0,1 0 0,0 0 0,18 4 0,-16-6 0,-1 1 0,1-2 0,0 1 0,0-2 0,-1 1 0,15-3 0,-22 2 0,1 0 0,-1-1 0,0 0 0,0 1 0,0-1 0,0-1 0,0 1 0,0 0 0,0-1 0,0 1 0,-1-1 0,1 0 0,-1 0 0,1 0 0,-1 0 0,1 0 0,-1-1 0,0 1 0,0-1 0,0 1 0,-1-1 0,1 0 0,-1 0 0,1 0 0,1-5 0,-2 3 0,0-1 0,0 1 0,-1-1 0,0 0 0,0 1 0,0-1 0,-1 1 0,1-1 0,-1 0 0,-1 1 0,1 0 0,-1-1 0,0 1 0,0 0 0,-4-7 0,0 1 0,0 1 0,0 0 0,-1 1 0,-1 0 0,0 0 0,-11-11 0,13 16 20,1-1 0,-1 1 0,0-1 0,-1 2 0,-11-7 0,17 10-56,0-1 0,0 1-1,0-1 1,-1 1 0,1-1 0,0 1-1,0 0 1,0 0 0,-1-1 0,1 1 0,0 0-1,0 0 1,-1 0 0,1 0 0,0 1-1,0-1 1,0 0 0,-1 0 0,1 1 0,0-1-1,0 1 1,0-1 0,0 1 0,0-1-1,0 1 1,0 0 0,0 0 0,0-1 0,0 1-1,0 0 1,0 0 0,0 0 0,0 0 0,1 0-1,-1 0 1,0 0 0,1 0 0,-1 0-1,1 0 1,-1 3 0,-2 7-6790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19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1 186 24575,'15'4'0,"4"1"0,29 4 0,-48-9 0,0 0 0,0 0 0,0 0 0,1 0 0,-1 0 0,0 0 0,0 0 0,0 0 0,1 0 0,-1 0 0,0 0 0,0 0 0,0 0 0,1 0 0,-1 0 0,0 0 0,0 0 0,0 0 0,1 0 0,-1 0 0,0-1 0,0 1 0,0 0 0,0 0 0,1 0 0,-1 0 0,0 0 0,0 0 0,0-1 0,0 1 0,0 0 0,0 0 0,0 0 0,1 0 0,-1-1 0,0 1 0,0 0 0,0 0 0,0 0 0,0-1 0,0 1 0,0 0 0,0 0 0,0 0 0,0-1 0,0 1 0,0 0 0,0 0 0,0 0 0,0 0 0,0-1 0,0 1 0,0 0 0,0 0 0,0 0 0,-1-1 0,1 1 0,0 0 0,0 0 0,0 0 0,0 0 0,0-1 0,0 1 0,-1 0 0,1 0 0,0 0 0,0 0 0,0 0 0,-14-17 0,9 10 0,2 3 0,0 0 0,1 0 0,-1-1 0,1 1 0,1-1 0,-1 0 0,0 1 0,1-1 0,0 0 0,0 0 0,1 0 0,-1 1 0,1-1 0,0-8 0,1 9 0,0 0 0,0 0 0,0 1 0,0-1 0,0 0 0,1 1 0,-1-1 0,1 1 0,0 0 0,0 0 0,1-1 0,-1 1 0,1 0 0,-1 1 0,1-1 0,0 0 0,0 1 0,6-4 0,-1 1 11,-1 1 0,1 1 0,0-1 0,0 1 0,0 1 0,0 0-1,1 0 1,-1 0 0,1 1 0,9 0 0,-11 1-117,-1 0 0,1 0 0,-1 1 0,1 0 0,-1 0 0,1 1-1,-1 0 1,0 0 0,0 0 0,0 1 0,0 0 0,0 0 0,8 6 0,-3-1-6720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0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24575,'1'-5'0,"0"2"0,-1 0 0,1 1 0,0-1 0,0 0 0,0 1 0,2-4 0,0 5 0,-1 6 0,-1 6 0,7 58 0,2 0 0,35 116 0,-34-149 0,-7-24 0,0 0 0,-1 0 0,0 1 0,2 21 0,-5-32 0,0 0 0,0 0 0,0 0 0,0 0 0,0 0 0,1 0 0,-1 0 0,1 0 0,0 0 0,-1-1 0,1 1 0,0 0 0,0 0 0,0 0 0,2 1 0,-2-2 0,0 0 0,1 0 0,-1-1 0,0 1 0,1 0 0,-1-1 0,1 1 0,-1-1 0,1 1 0,-1-1 0,1 0 0,-1 1 0,1-1 0,-1 0 0,1 0 0,-1 0 0,1-1 0,-1 1 0,1 0 0,2-1 0,37-7 0,-4 1 0,0 1 0,49-1 0,-80 7-273,-1 0 0,1-1 0,0 1 0,10-4 0,-7 1-6553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0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0,1 0 0,-1-1 0,0 1 0,0 0 0,1 0 0,-1 0 0,0 0 0,0 0 0,1 0 0,-1 0 0,0-1 0,1 1 0,-1 0 0,0 0 0,0 0 0,1 0 0,-1 0 0,0 0 0,1 0 0,-1 0 0,0 1 0,0-1 0,1 0 0,-1 0 0,0 0 0,0 0 0,1 0 0,-1 0 0,0 0 0,0 1 0,1-1 0,-1 0 0,0 0 0,0 0 0,0 1 0,1-1 0,-1 0 0,0 0 0,0 1 0,0-1 0,0 0 0,1 0 0,-1 1 0,0-1 0,0 0 0,0 0 0,0 1 0,0-1 0,0 0 0,0 0 0,0 1 0,0-1 0,5 22 0,-4-17 0,7 24 0,2-1 0,0 0 0,2-1 0,25 44 0,-12-29-1365,-18-32-5461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43 24575,'-28'-8'0,"-15"-2"0,-5 0 0,2 2 0,5 2 0,7 5 0,3 3 0,5 3 0,1 4 0,3 0 0,2 1 0,2-1 0,4-2-8191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1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24575,'13'29'0,"7"11"0,0 5 0,-1-3 0,-1-6 0,-1-7 0,-1-3 0,0-3 0,-3-3 0,-2-5 0,-1-2 0,-2-1 0,0-3-8191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1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1 24575,'-26'0'0,"-11"0"0,-2 2 0,3 4 0,6 1 0,4 2 0,7-1-8191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1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0 24575,'-23'11'0,"-11"5"0,-2 1 0,1-4 0,2 0 0,6-3 0,4-3 0,0 0 0,3-2 0,1-1 0,4-1-8191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2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68 24575,'-21'-9'0,"-10"-4"0,0 0 0,-1 2 0,-45-9 0,74 20 0,-1-1 0,1 1 0,0-1 0,-1 1 0,1 0 0,-1 0 0,1 1 0,0-1 0,-7 2 0,9-1 0,0-1 0,0 1 0,0 0 0,0 0 0,0-1 0,0 1 0,0 0 0,0 0 0,0 0 0,0 0 0,0 0 0,0 0 0,1 0 0,-1 0 0,0 1 0,1-1 0,-1 0 0,1 0 0,-1 1 0,1-1 0,0 0 0,-1 0 0,1 1 0,0-1 0,0 0 0,0 3 0,0 2 0,1 0 0,0 0 0,0 0 0,0 0 0,1-1 0,0 1 0,0-1 0,0 1 0,1-1 0,0 0 0,0 1 0,0-1 0,4 5 0,8 8 0,32 30 0,-47-47 0,48 41 0,103 69 0,-148-109 0,0 1 0,0-1 0,1 1 0,-2-1 0,1 1 0,3 3 0,-6-6 0,0 1 0,0-1 0,0 0 0,0 0 0,1 1 0,-1-1 0,0 0 0,0 1 0,0-1 0,0 0 0,0 1 0,0-1 0,0 0 0,0 0 0,0 1 0,0-1 0,0 0 0,0 1 0,0-1 0,0 0 0,0 1 0,0-1 0,0 0 0,0 1 0,0-1 0,0 0 0,0 1 0,-1-1 0,1 1 0,-1-1 0,0 1 0,0-1 0,0 1 0,0 0 0,0-1 0,0 0 0,0 1 0,0-1 0,-1 0 0,1 1 0,0-1 0,0 0 0,-2 0 0,-26 2 0,0-2 0,0-1 0,0-1 0,0-1 0,0-1 0,-44-14 0,60 13-1365,2 0-5461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2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24575,'5'7'0,"1"1"0,0-1 0,1 0 0,0-1 0,0 0 0,1 0 0,13 9 0,-18-14 0,0 1 0,0-1 0,0 0 0,0 1 0,0-1 0,0-1 0,1 1 0,-1 0 0,0-1 0,0 0 0,0 1 0,1-1 0,-1 0 0,0-1 0,0 1 0,1-1 0,-1 1 0,0-1 0,0 0 0,0 0 0,0-1 0,0 1 0,0 0 0,0-1 0,4-3 0,0-1 0,0-1 0,0 0 0,-1 0 0,0 0 0,0-1 0,6-10 0,-4 5 0,-7 12 0,0-1 0,0 1 0,-1 0 0,1 0 0,1-1 0,-1 1 0,0 0 0,0 0 0,0 0 0,1 0 0,-1 0 0,2 0 0,-2 1 0,-1 0 0,1 0 0,-1 0 0,1 0 0,0 0 0,-1 0 0,1 0 0,-1 0 0,1 0 0,0 1 0,-1-1 0,1 0 0,-1 0 0,1 1 0,-1-1 0,1 0 0,-1 1 0,1-1 0,-1 0 0,1 1 0,-1-1 0,0 1 0,1-1 0,-1 1 0,0-1 0,1 1 0,-1-1 0,0 1 0,1-1 0,-1 1 0,0 0 0,0-1 0,0 1 0,0 0 0,29 88 0,-11-29 0,113 258 0,-129-314 0,1 2 0,-1-1 0,0 0 0,0 1 0,0 0 0,1 7 0,-3-12 0,0 0 0,0 0 0,0 0 0,0 0 0,0 0 0,0 0 0,0 0 0,0 0 0,0 0 0,-1 0 0,1 0 0,0 0 0,-1 0 0,1 0 0,-1 0 0,1 0 0,-1-1 0,1 1 0,-1 0 0,1 0 0,-1-1 0,0 1 0,0 0 0,1-1 0,-1 1 0,0 0 0,0-1 0,0 1 0,0-1 0,1 0 0,-1 1 0,0-1 0,0 0 0,0 1 0,0-1 0,0 0 0,0 0 0,0 0 0,-1 0 0,-5 1-97,1-1-1,0 0 1,-1-1-1,1 1 1,0-1-1,-1 0 1,1-1-1,0 0 1,0 0-1,0 0 1,0 0-1,1-1 0,-9-5 1,1-1-6729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3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54 24575,'-3'-10'0,"-6"-15"0,9 23 0,-1 1 0,1 0 0,-1-1 0,1 1 0,-1 0 0,0 0 0,0 0 0,0 0 0,0 0 0,0 0 0,0 0 0,0 0 0,0 0 0,-2-1 0,3 2 0,-1 0 0,1 0 0,0 0 0,0 0 0,-1 0 0,1-1 0,0 1 0,0 0 0,-1 0 0,1 0 0,0 0 0,0 0 0,-1 0 0,1 0 0,0 0 0,0 0 0,-1 0 0,1 1 0,0-1 0,0 0 0,-1 0 0,1 0 0,0 0 0,0 0 0,-1 0 0,1 0 0,0 1 0,0-1 0,0 0 0,-1 0 0,1 0 0,0 1 0,0-1 0,0 0 0,-2 12 0,5 13 0,1-15 0,0 0 0,0 0 0,1 0 0,0-1 0,1 0 0,0 0 0,0 0 0,1 0 0,14 13 0,8 4 0,45 31 0,-52-40 0,27 12 0,-39-23 0,1 0 0,-1 0 0,0 1 0,0 1 0,8 8 0,-17-16 0,-1 0 0,0 0 0,1 1 0,-1-1 0,0 0 0,0 1 0,1-1 0,-1 0 0,0 0 0,0 1 0,0-1 0,1 1 0,-1-1 0,0 0 0,0 1 0,0-1 0,0 0 0,0 1 0,0-1 0,0 1 0,0-1 0,0 0 0,0 1 0,0-1 0,0 0 0,0 1 0,0-1 0,0 1 0,0-1 0,0 1 0,-1 0 0,0-1 0,1 1 0,-1-1 0,0 1 0,1-1 0,-1 1 0,0-1 0,0 0 0,1 1 0,-1-1 0,0 0 0,0 0 0,-1 1 0,-32 1 0,31-2 0,-153-3 0,126 0 0,0-1 0,1-1 0,-35-11 0,60 14-72,0 1 1,0-1-1,0 0 0,0 0 0,0 0 0,0 0 0,0-1 0,1 0 1,-1 1-1,1-1 0,0-1 0,0 1 0,0 0 0,0-1 0,0 1 1,1-1-1,0 0 0,-4-7 0,1-2-6754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24575,'29'121'0,"48"171"0,-47-205 0,73 148 0,-102-233-1365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1 217 24575,'40'11'0,"1"0"0,-1-2 0,52 5 0,-80-13 0,0-1 0,0 1 0,0-2 0,-1 0 0,1-1 0,0 0 0,0 0 0,-1-1 0,1-1 0,-1 0 0,0 0 0,16-10 0,-23 12 0,1-1 0,-1 0 0,0-1 0,0 1 0,0-1 0,0 0 0,-1 0 0,0 0 0,1 0 0,-1 0 0,-1-1 0,1 0 0,-1 1 0,1-1 0,-1 0 0,-1 0 0,1 0 0,-1 0 0,0-1 0,0 1 0,0 0 0,-1-1 0,0 1 0,0 0 0,0 0 0,-1-1 0,0 1 0,0 0 0,0 0 0,0-1 0,-1 1 0,0 0 0,0 1 0,0-1 0,-1 0 0,1 1 0,-1-1 0,-7-7 0,6 8 0,1 0 0,-1 1 0,0-1 0,-1 1 0,1 0 0,0 0 0,-1 1 0,0-1 0,1 1 0,-1 0 0,0 0 0,-6 0 0,8 1 0,0 0 0,0 1 0,0 0 0,0-1 0,0 1 0,0 0 0,0 1 0,0-1 0,0 0 0,0 1 0,0 0 0,0 0 0,0 0 0,1 0 0,-1 0 0,0 0 0,0 1 0,1 0 0,-1-1 0,1 1 0,-1 0 0,-1 3 0,0-1 0,0 0 0,1 0 0,0 0 0,0 1 0,0 0 0,1-1 0,-1 1 0,1 0 0,0 1 0,1-1 0,-1 0 0,0 6 0,1-3 0,0-1 0,1 1 0,0 0 0,0-1 0,1 1 0,0-1 0,4 16 0,-1-12 0,0 0 0,0-1 0,1 1 0,0-1 0,1 0 0,0-1 0,1 1 0,0-1 0,0 0 0,1-1 0,12 12 0,-12-15 0,0 1 0,0-1 0,1 0 0,-1-1 0,1 0 0,0-1 0,0 1 0,1-2 0,-1 1 0,1-1 0,-1-1 0,1 0 0,-1 0 0,14-1 0,-16 0 0,0-1 0,-1 0 0,1 0 0,-1 0 0,0-1 0,1 0 0,-1 0 0,0 0 0,0-1 0,0 0 0,0 0 0,-1-1 0,1 1 0,-1-1 0,0 0 0,0-1 0,0 1 0,-1-1 0,0 0 0,0 0 0,7-12 0,-4-1 0,-6 15 0,0 0 0,0 1 0,0-1 0,0 0 0,0 0 0,1 1 0,2-4 0,-4 5 0,1 1 0,-1-1 0,1 1 0,0-1 0,-1 1 0,1 0 0,0-1 0,-1 1 0,1 0 0,0 0 0,0-1 0,-1 1 0,1 0 0,0 0 0,0 0 0,-1 0 0,1 0 0,0 0 0,0 0 0,-1 0 0,1 0 0,0 1 0,0-1 0,-1 0 0,1 0 0,0 1 0,0-1 0,-1 0 0,1 1 0,0-1 0,-1 1 0,1-1 0,0 2 0,18 11 0,16 16 0,-20-16 0,0-1 0,22 13 0,-28-19 0,0-1 0,0-1 0,0 0 0,0 0 0,1-1 0,10 3 0,-18-6 0,1 0 0,-1 1 0,1-1 0,-1 0 0,1 0 0,-1 0 0,1-1 0,0 1 0,-1-1 0,1 1 0,-1-1 0,0 0 0,1 0 0,-1 0 0,0 0 0,1 0 0,-1 0 0,0-1 0,0 1 0,0-1 0,0 0 0,0 1 0,-1-1 0,1 0 0,0 0 0,-1 0 0,1 0 0,1-5 0,7-23 0,-10 26 0,1-1 0,1 1 0,-1 0 0,1-1 0,-1 1 0,1 0 0,3-5 0,-4 8 0,0 0 0,-1 1 0,1-1 0,-1 1 0,1-1 0,0 1 0,-1-1 0,1 1 0,0-1 0,0 1 0,-1 0 0,1-1 0,0 1 0,0 0 0,0 0 0,0-1 0,1 1 0,0 0 0,-1 0 0,1 1 0,0-1 0,0 0 0,-1 1 0,1-1 0,0 1 0,0 0 0,-1-1 0,1 1 0,2 2 0,26 15 0,44 20 0,-62-33 0,1 0 0,0-1 0,1-1 0,-1 0 0,1 0 0,22 0 0,-9-1 0,-1 0 0,1 1 0,0 2 0,-1 1 0,0 1 0,25 10 0,-47-15-105,0-1 0,-1 1 0,0 0 0,1 0 0,-1 0 0,0 0 0,0 1 0,0-1 0,-1 1 0,1 0 0,0 0 0,3 6 0,0 2-6721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4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19 24575,'-25'-5'0,"-15"-2"0,-5 3 0,0 2 0,5 4 0,7 2 0,8 0-8191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6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47 24575,'-1'1'0,"1"0"0,-1 0 0,1 0 0,-1 1 0,1-1 0,0 0 0,-1 0 0,1 0 0,0 0 0,0 1 0,0-1 0,0 0 0,0 0 0,0 0 0,0 0 0,0 1 0,0-1 0,1 0 0,-1 0 0,0 0 0,1 0 0,-1 0 0,2 2 0,14 27 0,-14-26 0,4 5 0,0 1 0,1-1 0,0 0 0,0-1 0,1 0 0,1 0 0,11 9 0,-20-17 0,1 0 0,-1 1 0,0-1 0,1 0 0,-1 0 0,0 0 0,1 0 0,-1 1 0,1-1 0,-1 0 0,0 0 0,1 0 0,-1 0 0,1 0 0,-1 0 0,0 0 0,1 0 0,-1 0 0,1 0 0,-1-1 0,0 1 0,1 0 0,-1 0 0,1 0 0,-1 0 0,0 0 0,1-1 0,0 1 0,7-13 0,1-19 0,-9 31 0,2-13 0,1 1 0,1-1 0,0 1 0,11-23 0,-14 33 0,1 0 0,0 1 0,0-1 0,0 1 0,0-1 0,0 1 0,0 0 0,0 0 0,1 0 0,-1 0 0,6-3 0,-6 4 0,1 0 0,-1 0 0,0 1 0,1-1 0,-1 1 0,0 0 0,1-1 0,-1 1 0,1 0 0,-1 0 0,1 1 0,-1-1 0,0 0 0,1 1 0,-1-1 0,0 1 0,4 2 0,0 0 0,0 1 0,0 0 0,-1 0 0,0 0 0,1 1 0,-2 0 0,1 0 0,7 10 0,0-1 0,8 14 0,-16-22 0,1 1 0,-1-1 0,1 0 0,0-1 0,11 10 0,-15-15 0,0 1 0,-1-1 0,1 1 0,0-1 0,0 0 0,0 1 0,0-1 0,0 0 0,-1 0 0,1 0 0,0 0 0,0 0 0,0 0 0,0 0 0,0 0 0,0 0 0,0 0 0,0 0 0,0-1 0,-1 1 0,1 0 0,0-1 0,0 1 0,0 0 0,0-1 0,-1 1 0,1-1 0,0 1 0,-1-1 0,1 0 0,0 1 0,-1-1 0,1 0 0,-1 1 0,2-3 0,2-2 0,0-1 0,0 0 0,4-11 0,-6 12 0,28-49 0,-26 48 0,0 0 0,0 0 0,0 1 0,1-1 0,0 1 0,9-7 0,-11 11 0,0-1 0,0 1 0,0 0 0,0-1 0,1 1 0,-1 1 0,0-1 0,0 0 0,1 1 0,-1 0 0,1 0 0,-1 0 0,0 0 0,1 0 0,-1 1 0,1-1 0,-1 1 0,0 0 0,0 0 0,1 0 0,-1 1 0,5 2 0,2 1 0,-2 0 0,1 1 0,0 0 0,-1 0 0,-1 1 0,11 10 0,-10-8-273,-1 0 0,0 1 0,-1 0 0,6 11 0,-6-8-6553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29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24575,'2'12'0,"-1"-1"0,1 0 0,1-1 0,0 1 0,0 0 0,1-1 0,6 12 0,-4-10 0,15 40 0,-13-29 0,1 0 0,1-1 0,21 33 0,-31-54 0,1 0 0,-1 0 0,0-1 0,1 1 0,-1 0 0,1-1 0,-1 1 0,1-1 0,0 1 0,-1-1 0,1 1 0,0-1 0,-1 1 0,1-1 0,0 1 0,-1-1 0,1 0 0,0 1 0,0-1 0,-1 0 0,1 0 0,0 0 0,0 0 0,0 1 0,-1-1 0,1 0 0,0 0 0,0-1 0,0 1 0,-1 0 0,1 0 0,0 0 0,0 0 0,0-1 0,-1 1 0,1 0 0,0-1 0,-1 1 0,1-1 0,0 1 0,-1-1 0,1 1 0,0-1 0,-1 1 0,1-1 0,-1 1 0,1-1 0,-1 0 0,1 0 0,2-3 0,-1 1 0,1-1 0,-1 0 0,0 0 0,0 0 0,-1 0 0,3-8 0,-3 4 0,0-1 0,0 1 0,-2-10 0,1 12 0,0-1 0,0 1 0,0 0 0,1 0 0,0-1 0,2-5 0,-3 11 0,1-1 0,-1 1 0,1 0 0,0 0 0,-1 0 0,1 0 0,0 0 0,0 0 0,0 0 0,0 0 0,0 0 0,0 0 0,0 0 0,0 0 0,0 1 0,0-1 0,0 0 0,1 1 0,-1-1 0,0 1 0,1 0 0,-1-1 0,0 1 0,0 0 0,1 0 0,-1-1 0,0 1 0,1 0 0,-1 1 0,0-1 0,1 0 0,-1 0 0,0 0 0,1 1 0,-1-1 0,2 1 0,6 2 0,0 1 0,0 0 0,15 9 0,-16-9 0,161 84 0,-115-63 0,68 21 0,-74-34 0,-44-12 0,1 1 0,-1-1 0,0 1 0,1-1 0,-1 0 0,0-1 0,1 1 0,-1-1 0,5-1 0,-8 1 0,1 0 0,-1 0 0,1 0 0,-1 0 0,0 0 0,1-1 0,-1 1 0,0 0 0,0-1 0,0 1 0,0-1 0,0 1 0,0-1 0,0 1 0,-1-1 0,1 0 0,0 1 0,-1-1 0,1 0 0,-1 0 0,0 1 0,0-1 0,0 0 0,0 0 0,0-2 0,0-6 0,0 1 0,-1-1 0,-3-12 0,1 10 0,0-1 0,-1 1 0,-7-17 0,8 24 0,0 0 0,0-1 0,0 1 0,0 0 0,-1 0 0,0 1 0,0-1 0,0 1 0,-7-5 0,11 8 0,-1 1 0,0-1 0,1 1 0,-1-1 0,0 1 0,1-1 0,-1 1 0,0 0 0,0 0 0,1-1 0,-1 1 0,0 0 0,0 0 0,1 0 0,-1 0 0,0 0 0,0 0 0,0 0 0,1 0 0,-1 0 0,0 0 0,0 0 0,1 0 0,-1 1 0,-1-1 0,1 1 0,0 0 0,0 0 0,-1 0 0,1 0 0,0 0 0,0 0 0,1 1 0,-1-1 0,0 0 0,0 0 0,0 1 0,0 1 0,-1 4 0,0-1 0,0 1 0,0 0 0,0 12 0,1-14 0,1-1 0,0 0 0,1 1 0,-1-1 0,1 1 0,-1-1 0,1 0 0,1 1 0,-1-1 0,1 0 0,-1 0 0,1 0 0,0 0 0,0 0 0,1-1 0,3 5 0,-2-3 0,1-1 0,0 1 0,0-1 0,0 0 0,0-1 0,1 1 0,0-1 0,0 0 0,-1-1 0,11 4 0,6 0 0,0 0 0,1-2 0,0-1 0,0 0 0,0-2 0,0-1 0,0 0 0,27-5 0,-42 4 0,0-1 0,0 0 0,0 0 0,0-1 0,0 0 0,-1 0 0,1-1 0,-1 0 0,0 0 0,0-1 0,11-9 0,-15 11 0,0 0 0,0 0 0,0-1 0,-1 1 0,1 0 0,-1-1 0,0 0 0,0 1 0,0-1 0,-1 0 0,1 0 0,-1 0 0,0 0 0,0 0 0,-1 0 0,1-1 0,-1 1 0,0 0 0,0 0 0,0 0 0,0 0 0,-1-1 0,0 1 0,-2-8 0,1 6 0,-1 0 0,0 0 0,0 0 0,0 0 0,-1 0 0,-5-6 0,7 9 0,-1 0 0,1 1 0,-1-1 0,1 0 0,-1 1 0,0 0 0,0-1 0,0 1 0,-1 1 0,1-1 0,0 0 0,-6-1 0,8 3 0,-1 0 0,1 0 0,-1 0 0,1 0 0,-1 0 0,1 0 0,-1 0 0,1 0 0,-1 1 0,1-1 0,0 1 0,-1-1 0,1 1 0,0 0 0,-1-1 0,1 1 0,0 0 0,0 0 0,0 0 0,0 0 0,-1 0 0,1 0 0,1 0 0,-1 0 0,0 1 0,0-1 0,0 0 0,1 0 0,-1 1 0,0-1 0,1 1 0,-1 1 0,-1 2 0,1-1 0,-1 1 0,1 0 0,0 0 0,1 0 0,-1 0 0,1 0 0,0 7 0,2-3 0,0 0 0,0-1 0,1 1 0,0-1 0,1 0 0,0 0 0,0 0 0,0 0 0,1-1 0,1 1 0,-1-1 0,1-1 0,0 1 0,0-1 0,1 0 0,14 10 0,-9-8 0,1 0 0,0-1 0,0 0 0,1-1 0,0 0 0,0-1 0,0-1 0,0 0 0,21 2 0,-21-4-273,-1-2 0,1 0 0,0 0 0,22-5 0,-17 1-6553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0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153 474 24575,'-16'6'0,"-27"15"0,38-19 0,0 1 0,0 1 0,0-1 0,1 1 0,-1 0 0,1 0 0,0 0 0,-7 10 0,11-13 0,-1 0 0,0 0 0,0 1 0,1-1 0,-1 0 0,1 1 0,-1-1 0,1 1 0,0-1 0,-1 1 0,1-1 0,0 1 0,0-1 0,0 1 0,0-1 0,0 1 0,0-1 0,1 1 0,-1-1 0,1 3 0,0-2 0,0 0 0,0 0 0,1 0 0,-1 0 0,0-1 0,1 1 0,-1 0 0,1-1 0,-1 1 0,1-1 0,0 0 0,3 3 0,-2-2 0,0-1 0,-1 0 0,1 1 0,0-1 0,0 0 0,0 0 0,0-1 0,0 1 0,0 0 0,0-1 0,0 0 0,0 0 0,0 0 0,0 0 0,0 0 0,0-1 0,0 1 0,0-1 0,0 0 0,5-2 0,-4 1 0,-1-1 0,0 0 0,0 0 0,0 0 0,0-1 0,0 1 0,-1-1 0,0 1 0,1-1 0,-1 0 0,0 0 0,-1 0 0,1 0 0,-1 0 0,0 0 0,0 0 0,0-1 0,0 1 0,-1-7 0,1-7 0,-1-1 0,-1 1 0,-4-24 0,-3-4 0,-3 1 0,-26-75 0,-47-81 0,83 201 0,1-1 0,0 0 0,0 0 0,-1 0 0,1 0 0,-1 0 0,1 1 0,-1-1 0,1 0 0,-1 0 0,1 1 0,-1-1 0,0 0 0,1 1 0,-1-1 0,0 1 0,1-1 0,-1 1 0,-1-2 0,1 3 0,1-1 0,-1 0 0,1 0 0,-1 1 0,1-1 0,0 0 0,-1 0 0,1 1 0,-1-1 0,1 0 0,0 1 0,-1-1 0,1 1 0,0-1 0,-1 1 0,1-1 0,0 0 0,0 1 0,0-1 0,-1 1 0,1-1 0,0 1 0,0-1 0,0 1 0,-2 7 0,1 0 0,-1 0 0,1 8 0,1 13 0,1 0 0,1 0 0,2 0 0,12 49 0,-4-36 0,2 0 0,28 58 0,-24-67-244,1-1-1,3 0 0,31 36 1,-47-60-143,3 3-6439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1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9 24575,'-1'-1'0,"1"1"0,0-1 0,-1 1 0,0-1 0,1 0 0,-1 1 0,1-1 0,-1 1 0,0 0 0,1-1 0,-1 1 0,0-1 0,1 1 0,-1 0 0,0 0 0,0-1 0,1 1 0,-1 0 0,0 0 0,0 0 0,-1 0 0,2 0 0,-1 0 0,1 1 0,0-1 0,-1 1 0,1-1 0,-1 0 0,1 1 0,0-1 0,0 1 0,-1-1 0,1 1 0,0-1 0,0 1 0,-1-1 0,1 1 0,0-1 0,0 1 0,0-1 0,0 1 0,0 0 0,0-1 0,0 1 0,0 7 0,0 0 0,1 0 0,1 7 0,-2-14 0,7 29 0,1 0 0,15 36 0,-1-3 0,7 34 0,17 103 0,-43-166 0,-3-26 0,1 0 0,-1 0 0,4 13 0,-4-21 0,0 0 0,0 0 0,0 1 0,1-1 0,-1 0 0,0 0 0,0 0 0,0 1 0,0-1 0,0 0 0,0 0 0,0 0 0,0 1 0,0-1 0,0 0 0,1 0 0,-1 0 0,0 0 0,0 1 0,0-1 0,0 0 0,1 0 0,-1 0 0,0 0 0,0 0 0,0 0 0,1 0 0,-1 0 0,0 1 0,0-1 0,5-5 0,2-15 0,-5 15 0,3-9 0,0 1 0,1 0 0,0 1 0,1-1 0,1 1 0,14-17 0,-19 25 0,0 1 0,0 0 0,1 0 0,-1 0 0,1 0 0,0 0 0,0 1 0,0 0 0,0 0 0,0 0 0,0 0 0,1 1 0,-1-1 0,1 1 0,-1 0 0,1 0 0,-1 1 0,1 0 0,-1-1 0,1 2 0,0-1 0,-1 0 0,1 1 0,4 1 0,-1 0 0,0 1 0,-1 0 0,1 0 0,-1 1 0,0 0 0,0 0 0,-1 0 0,1 1 0,-1 0 0,11 11 0,-6-3 0,0 0 0,-1 1 0,0 0 0,8 16 0,-9-15-1365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1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234 103 24575,'-16'-13'0,"-56"-41"0,64 49 0,0 0 0,0 1 0,-1 0 0,0 0 0,1 1 0,-1 0 0,-11-2 0,18 4 0,0 1 0,0-1 0,-1 1 0,1 0 0,0 0 0,0 0 0,-1 0 0,1 0 0,0 0 0,0 1 0,-1-1 0,1 1 0,0-1 0,0 1 0,0 0 0,0 0 0,0 0 0,0 0 0,0 0 0,0 1 0,0-1 0,0 0 0,-1 3 0,1-1 0,0 0 0,0 0 0,1 0 0,0 0 0,-1 1 0,1-1 0,0 0 0,1 1 0,-1-1 0,0 1 0,1-1 0,0 0 0,0 1 0,0 4 0,1 0 0,0-1 0,0 1 0,1 0 0,0 0 0,0-1 0,6 12 0,24 42 0,-6-12 0,-15-24 0,-1 0 0,-2 1 0,6 29 0,10 81 0,-8-42 0,-16-90 0,0 0 0,1 0 0,0 0 0,0 0 0,0 0 0,0 0 0,1 0 0,0 0 0,0 0 0,0-1 0,0 1 0,0-1 0,1 0 0,-1 1 0,1-1 0,0 0 0,0 0 0,0-1 0,0 1 0,1-1 0,-1 0 0,1 1 0,-1-1 0,1-1 0,0 1 0,0-1 0,0 1 0,-1-1 0,2 0 0,-1 0 0,0-1 0,4 1 0,-2-1 15,1 0 0,-1 0 0,0-1 0,1 1 0,-1-1 0,0-1 0,10-3 0,-1-1-758,25-14 1,-30 15-6084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5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 24575,'0'0'0,"-1"-1"0,0 1 0,1 0 0,-1-1 0,0 1 0,1 0 0,-1 0 0,0-1 0,1 1 0,-1 0 0,0 0 0,0 0 0,1 0 0,-1 0 0,0 0 0,1 0 0,-1 0 0,0 1 0,0-1 0,1 0 0,-1 0 0,0 0 0,1 1 0,-1-1 0,0 1 0,0 0 0,0 0 0,0 0 0,0 0 0,1 0 0,-1 0 0,0 0 0,1 0 0,-1 0 0,1 0 0,-1 0 0,1 1 0,-1-1 0,1 1 0,-1 3 0,0 1 0,0-1 0,1 0 0,0 0 0,0 0 0,1 6 0,2 3 0,1 0 0,0 0 0,1-1 0,0 0 0,1 0 0,15 24 0,-21-36 0,0-1 0,0 0 0,0 0 0,0 1 0,1-1 0,-1 0 0,0 0 0,0 1 0,0-1 0,0 0 0,0 0 0,1 0 0,-1 1 0,0-1 0,0 0 0,0 0 0,1 0 0,-1 0 0,0 1 0,0-1 0,1 0 0,-1 0 0,0 0 0,0 0 0,1 0 0,-1 0 0,0 0 0,0 0 0,1 0 0,-1 0 0,0 0 0,0 0 0,1 0 0,-1 0 0,0 0 0,1 0 0,-1 0 0,0 0 0,0 0 0,1 0 0,-1 0 0,0 0 0,0 0 0,1-1 0,-1 1 0,0 0 0,0 0 0,0 0 0,1 0 0,-1-1 0,0 1 0,0 0 0,0 0 0,0 0 0,1-1 0,-1 1 0,0 0 0,0 0 0,0-1 0,0 1 0,0 0 0,0 0 0,0-1 0,0 1 0,0 0 0,0-1 0,0 1 0,6-27 0,-5 20 0,2-7 0,-1 3 0,0 0 0,1 0 0,0 0 0,8-17 0,-9 25 0,-1 0 0,1 1 0,0-1 0,0 0 0,0 1 0,0-1 0,1 1 0,-1 0 0,1 0 0,-1 0 0,1 0 0,0 0 0,0 1 0,0-1 0,0 1 0,0-1 0,0 1 0,0 0 0,0 0 0,6 0 0,-2 0 0,0 1 0,1 0 0,-1 0 0,0 1 0,0 0 0,1 0 0,-1 1 0,0 0 0,0 0 0,0 0 0,10 6 0,-2 0 0,-1 0 0,-1 1 0,1 1 0,13 12 0,-18-13-170,1-1-1,-2 2 0,1 0 1,-1 0-1,-1 0 0,0 1 1,10 20-1,-13-21-6655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5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24575,'127'-53'0,"-107"47"0,0 0 0,0 2 0,0 0 0,35-2 0,-51 5 0,1 1 0,0 1 0,0-1 0,-1 0 0,1 1 0,0 0 0,-1 0 0,1 1 0,-1-1 0,1 1 0,-1 0 0,0 0 0,1 0 0,-1 1 0,0 0 0,-1-1 0,7 6 0,-7-3 0,1-1 0,-1 1 0,0 0 0,0 0 0,0 0 0,0 0 0,-1 0 0,0 0 0,0 1 0,-1-1 0,1 1 0,-1 0 0,-1-1 0,1 8 0,1 133 0,-1-5 0,1-115 0,1 1 0,2-1 0,9 34 0,38 88 0,-50-143 0,3 6 0,-1 0 0,0 0 0,-1 0 0,4 18 0,-7-27-4,0-1 0,0 0 0,0 1 0,0-1 0,0 1 0,-1-1 0,1 0 0,0 1 0,-1-1 0,1 0 0,-1 1 0,1-1 0,-1 0 0,0 0 0,0 0 0,1 1 0,-1-1 0,0 0 0,-2 1 0,1 0 24,0 0 0,-1-1 0,1 1 0,0-1 0,-1 0 0,0 0 0,1 0 0,-1 0 0,-4 1 0,1-1-206,-1 0 1,0 0-1,0-1 0,0 0 1,0 0-1,0-1 1,-8-1-1,1-2-6640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6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17 24575,'-31'-3'0,"-13"0"0,-1-1 0,4 2 0,6 0 0,7 1 0,6 0 0,3 3 0,3 2 0,4 2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6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36 24575,'-31'-8'0,"-13"-2"0,-1 0 0,4 5 0,6 3 0,10 4 0,6 2 0,4 3 0,4 3 0,4 0-8191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36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48 24575,'14'-8'0,"1"0"0,0 2 0,1-1 0,-1 2 0,23-5 0,-30 8 0,-1 1 0,0 1 0,0-1 0,0 1 0,1 0 0,-1 1 0,0 0 0,0 0 0,0 0 0,0 1 0,0 0 0,0 0 0,0 1 0,10 6 0,-2 1 0,0 1 0,-1 0 0,-1 1 0,0 1 0,-1 0 0,0 1 0,-1 0 0,0 1 0,-1 0 0,-1 0 0,-1 1 0,0 0 0,-1 1 0,6 18 0,-11-25 0,1 0 0,-1 0 0,-1 0 0,0 1 0,0-1 0,-1 1 0,0-1 0,-1 0 0,-4 20 0,4-24 0,-1-1 0,0 0 0,0 0 0,0 1 0,0-1 0,-1-1 0,0 1 0,0 0 0,-1-1 0,1 1 0,-1-1 0,0 0 0,0 0 0,0-1 0,-1 1 0,1-1 0,-1 0 0,0 0 0,-9 4 0,4-3 0,-1-1 0,0 0 0,-1 0 0,1-1 0,0-1 0,-23 1 0,12-3 0,0 0 0,-35-8 0,45 7 0,1-1 0,0 0 0,0 0 0,1-2 0,-1 1 0,1-1 0,0-1 0,-10-6 0,15 8 0,-1-1 0,1 0 0,0 0 0,0 0 0,0 0 0,1-1 0,0 0 0,0 0 0,0 0 0,1 0 0,0-1 0,0 0 0,-3-13 0,3 8 9,1-1 1,0 0-1,1 0 0,0 1 0,1-1 1,1 0-1,0 0 0,0 0 0,1 0 0,1 1 1,1-1-1,4-11 0,-5 16-83,0 0-1,1 1 1,-1-1 0,2 1 0,-1 0-1,1 1 1,0-1 0,0 1 0,1 0-1,0 0 1,0 1 0,0-1 0,1 1-1,0 1 1,0-1 0,0 1 0,0 1-1,1-1 1,12-3 0,-2 2-6752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0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 24575,'-5'5'0,"-2"5"0,0 2 0,-1 3 0,1 0 0,-1 2 0,0-1 0,0 0 0,1 0 0,-1 0 0,-2-1 0,-1 0 0,-3-2 0,0-1 0,-1 0 0,0-2 0,2-3-8191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1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24575,'1'13'0,"1"0"0,0 0 0,1 0 0,1-1 0,0 1 0,1-1 0,7 15 0,6 16 0,-12-25 0,0 1 0,1-1 0,1-1 0,18 33 0,-26-50 0,0 1 0,1-1 0,-1 1 0,0-1 0,1 1 0,-1-1 0,0 1 0,1-1 0,-1 1 0,1-1 0,-1 1 0,1-1 0,-1 0 0,1 1 0,-1-1 0,1 0 0,-1 0 0,1 1 0,-1-1 0,1 0 0,-1 0 0,1 0 0,0 0 0,-1 0 0,1 0 0,-1 1 0,2-2 0,-1 1 0,-1 0 0,1-1 0,0 1 0,-1-1 0,1 0 0,0 1 0,-1-1 0,1 0 0,-1 1 0,1-1 0,-1 0 0,1 1 0,-1-1 0,1 0 0,-1 0 0,1-1 0,1-5 0,0-1 0,3-15 0,-5 21 0,7-48 0,14-76 0,-21 123 0,1 0 0,0 0 0,0 1 0,0-1 0,0 0 0,0 1 0,0-1 0,1 1 0,-1-1 0,3-2 0,-3 4 0,0 0 0,0 1 0,0-1 0,0 0 0,0 0 0,0 1 0,0-1 0,0 1 0,0-1 0,0 1 0,0-1 0,1 1 0,-1 0 0,0 0 0,0-1 0,0 1 0,0 0 0,1 0 0,-1 0 0,0 0 0,0 0 0,0 1 0,1-1 0,-1 0 0,0 0 0,0 1 0,2 0 0,10 5 0,0 0 0,-1 1 0,20 14 0,35 32 0,-31-23 0,112 100 0,-144-126-273,0 1 0,0 0 0,0 0 0,3 6 0,-1 2-6553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2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8 24575,'7'-7'0,"-12"11"0,-11 11 0,-7 2 0,0-1 0,-38 20 0,29-20 0,-44 20 0,64-32 0,0 0 0,1 1 0,0 1 0,0 0 0,0 0 0,-10 9 0,21-15 0,-1 0 0,1 0 0,0 1 0,-1-1 0,1 0 0,0 0 0,0 0 0,-1 1 0,1-1 0,0 0 0,0 0 0,-1 1 0,1-1 0,0 0 0,0 1 0,0-1 0,-1 0 0,1 1 0,0-1 0,0 0 0,0 1 0,0-1 0,0 0 0,0 1 0,0-1 0,0 0 0,0 1 0,0-1 0,0 0 0,0 1 0,0-1 0,0 0 0,0 1 0,0-1 0,0 1 0,0-1 0,0 0 0,1 1 0,-1-1 0,0 0 0,0 0 0,0 1 0,1-1 0,-1 0 0,0 1 0,0-1 0,1 0 0,-1 0 0,0 0 0,0 1 0,1-1 0,-1 0 0,0 0 0,1 0 0,-1 0 0,0 1 0,1-1 0,-1 0 0,0 0 0,1 0 0,-1 0 0,1 0 0,28 4 0,-24-4 0,55 10 0,-1 1 0,92 32 0,-47-12 0,-47-13 75,18 5-1515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3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62 24575,'43'-22'0,"-26"13"0,0 1 0,19-7 0,-31 13 0,0 1 0,0 0 0,-1 0 0,1 0 0,0 0 0,0 1 0,0 0 0,0 0 0,0 0 0,0 0 0,0 1 0,8 2 0,-8-1 0,-1 0 0,1 0 0,-1 0 0,0 1 0,0 0 0,0-1 0,0 2 0,6 5 0,25 34 0,-14-15 0,-9-15 0,-2 2 0,1-1 0,-1 1 0,-1 1 0,-1-1 0,8 22 0,-11-25 0,-1 1 0,-1 0 0,0 0 0,2 21 0,-4-29 0,-1 0 0,0 1 0,0-1 0,-1 1 0,0-1 0,0 0 0,0 1 0,-1-1 0,1 0 0,-1 0 0,0 0 0,-1 0 0,1 0 0,-4 4 0,3-5 0,-1 0 0,1-1 0,-1 0 0,1 1 0,-1-1 0,0 0 0,0-1 0,0 1 0,-1-1 0,1 0 0,-1 0 0,1 0 0,-1 0 0,0-1 0,-9 2 0,-4-1 0,-1 0 0,-34-2 0,40-1 0,2 1 0,-1-2 0,1 1 0,0-1 0,0-1 0,-1 0 0,2-1 0,-1 0 0,0-1 0,-11-6 0,15 7 0,0-1 0,0 1 0,1-1 0,0 0 0,0-1 0,0 1 0,0-1 0,1 0 0,0-1 0,0 1 0,1-1 0,0 0 0,-6-14 0,6 10 0,0-1 0,1 0 0,1 0 0,0 0 0,1-1 0,0 1 0,1-1 0,0 1 0,1 0 0,3-19 0,-2 22 0,0 0 0,1 0 0,0 0 0,0 1 0,1-1 0,0 1 0,1 0 0,0 0 0,0 1 0,1 0 0,-1 0 0,2 0 0,-1 0 0,15-11 0,-19 17-85,0-1 0,1 1-1,-1-1 1,1 1 0,-1 0-1,1 0 1,0 0 0,-1 1-1,1-1 1,0 0 0,0 1-1,0 0 1,-1 0 0,1 0-1,5 0 1,5 2-6741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5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88 24575,'0'-4'0,"0"1"0,-1-1 0,1 1 0,-1-1 0,0 1 0,0-1 0,0 1 0,0-1 0,0 1 0,-1 0 0,0 0 0,0-1 0,0 1 0,0 0 0,0 1 0,0-1 0,-1 0 0,1 1 0,-1-1 0,0 1 0,0 0 0,0 0 0,-5-3 0,3 3 0,1 0 0,-1 0 0,0 0 0,1 1 0,-1 0 0,0 0 0,0 0 0,0 1 0,0 0 0,0-1 0,0 2 0,0-1 0,0 1 0,0-1 0,0 1 0,-9 3 0,8-1 0,0-1 0,1 1 0,-1 0 0,0 0 0,1 1 0,0 0 0,-1 0 0,2 0 0,-1 0 0,0 1 0,1 0 0,0 0 0,-4 5 0,4-2 0,0 0 0,0-1 0,1 1 0,0 0 0,0 1 0,1-1 0,0 0 0,-2 17 0,4-5 0,0 0 0,1 0 0,0-1 0,2 1 0,1 0 0,0-1 0,13 34 0,0-9 0,2-2 0,3 0 0,30 44 0,-7-20 0,55 60 0,-50-73 76,14 18-1517,-57-62-5385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5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 24575,'-25'-5'0,"-10"0"0,2 5 0,9 4 0,9 1-8191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154 118 24575,'-14'-1'0,"1"1"0,-1 1 0,1 0 0,-1 0 0,1 2 0,-1 0 0,-21 7 0,34-9 0,-1-1 0,1 1 0,-1 0 0,1 0 0,0 0 0,-1 0 0,1 0 0,0 0 0,0 0 0,-1 0 0,1 0 0,0 0 0,0 1 0,0-1 0,0 0 0,1 1 0,-1-1 0,0 1 0,0 2 0,0-2 0,1-1 0,0 1 0,0-1 0,0 1 0,1-1 0,-1 1 0,0-1 0,1 0 0,-1 1 0,0-1 0,1 1 0,0-1 0,-1 0 0,1 1 0,0-1 0,0 0 0,0 0 0,-1 1 0,1-1 0,1 0 0,0 1 0,4 3 0,0 0 0,1 0 0,0 0 0,0-1 0,0 0 0,1 0 0,-1-1 0,16 5 0,-6-4 0,0 0 0,1 0 0,19 0 0,-33-4 0,0 0 0,0 0 0,1 0 0,-1 0 0,0-1 0,0 0 0,0 0 0,0 0 0,0 0 0,0 0 0,7-4 0,-9 3 0,0 1 0,0 0 0,0-1 0,-1 1 0,1-1 0,-1 0 0,1 1 0,-1-1 0,1 0 0,-1 0 0,0 0 0,0 0 0,0 0 0,0 0 0,0 0 0,0 0 0,-1-1 0,1 1 0,-1 0 0,1 0 0,-1-1 0,0 1 0,0-3 0,-1-1 0,0 0 0,0 0 0,0 0 0,-1 1 0,0-1 0,0 0 0,0 0 0,-1 1 0,0 0 0,0-1 0,-1 1 0,1 0 0,-1 1 0,-8-9 0,-3-2 0,0 1 0,-34-23 0,39 30 40,0 1 0,-13-5 0,19 9-205,0 0 0,0 0 0,-1 1 0,1 0 0,0 0 0,-1 0 0,1 1 0,-8-1 0,2 3-6661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6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1 308 24575,'24'6'0,"-13"-3"0,1 0 0,0-1 0,23 1 0,-35-3 0,1 0 0,-1 0 0,1 0 0,-1 0 0,1 0 0,-1 0 0,1 0 0,-1 0 0,1 0 0,-1 0 0,1 0 0,-1-1 0,1 1 0,-1 0 0,0 0 0,1 0 0,-1-1 0,1 1 0,-1 0 0,0-1 0,1 1 0,-1 0 0,0-1 0,1 1 0,-1 0 0,0-1 0,1 0 0,-1 0 0,0 0 0,0 0 0,0 1 0,0-1 0,0 0 0,0 0 0,0 0 0,0 0 0,0 1 0,-1-1 0,1 0 0,0 0 0,-1-1 0,-2-4 0,-1-1 0,-9-12 0,7 9 0,1 2 0,1-1 0,0-1 0,0 1 0,1 0 0,0-1 0,1 0 0,0 0 0,0 1 0,1-1 0,0 0 0,1-14 0,1 17 0,-1 1 0,1-1 0,1 0 0,-1 1 0,1-1 0,0 1 0,1-1 0,-1 1 0,1 0 0,0 0 0,1 0 0,0 1 0,-1-1 0,2 1 0,-1 0 0,1 0 0,9-8 0,-10 10-57,0 1 0,1-1 1,-1 1-1,1 0 0,0 0 0,-1 1 0,1 0 0,0-1 0,0 2 0,0-1 1,0 0-1,0 1 0,0 0 0,0 0 0,0 1 0,0-1 0,0 1 0,0 0 0,0 1 1,-1-1-1,1 1 0,0 0 0,4 2 0,1 3-6769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7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24575,'-14'-6'0,"-67"-20"0,72 24 0,0 0 0,0 1 0,0 0 0,0 0 0,0 1 0,0 0 0,-11 2 0,17-1 0,0 0 0,-1 0 0,1 0 0,0 0 0,0 1 0,0-1 0,0 1 0,0 0 0,1 0 0,-1 0 0,1 0 0,-1 0 0,1 1 0,-1-1 0,1 1 0,0-1 0,0 1 0,1 0 0,-1 0 0,0 0 0,1 0 0,0 0 0,0 0 0,0 0 0,-1 6 0,-1 4 0,1-1 0,1 0 0,0 1 0,1-1 0,2 22 0,-2-30 0,1 0 0,-1 0 0,1 0 0,1-1 0,-1 1 0,0-1 0,1 1 0,0-1 0,-1 1 0,1-1 0,5 6 0,-2-4 0,-1 0 0,1 0 0,1-1 0,-1 0 0,0 0 0,8 4 0,7 2 0,0-1 0,1-1 0,24 6 0,-40-13 0,30 10-273,1-2 0,0-1 0,1-3 0,72 4 0,-95-10-6553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8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50 24575,'-17'-3'0,"-37"-4"0,50 6 0,0 1 0,-1 0 0,1 1 0,0-1 0,-1 1 0,1 0 0,0 0 0,-1 0 0,-6 3 0,10-4 0,0 1 0,1-1 0,-1 0 0,0 1 0,0-1 0,1 1 0,-1 0 0,0-1 0,0 1 0,1 0 0,-1-1 0,1 1 0,-1 0 0,1-1 0,-1 1 0,1 0 0,-1 0 0,1 0 0,0 0 0,-1-1 0,1 1 0,0 0 0,0 0 0,-1 0 0,1 0 0,0 1 0,1 0 0,-1 0 0,0 0 0,1 0 0,0-1 0,-1 1 0,1 0 0,0 0 0,0 0 0,0-1 0,0 1 0,2 2 0,2 1 0,-1 0 0,1 0 0,0-1 0,0 0 0,0 0 0,10 6 0,0-5 0,-1 0 0,1 0 0,0-1 0,0-1 0,0-1 0,0 0 0,26 0 0,-35-3 0,0 1 0,0-1 0,0 1 0,0-2 0,0 1 0,-1-1 0,1 0 0,0 0 0,-1 0 0,0-1 0,7-3 0,-10 4 0,0 1 0,0-1 0,0 0 0,0 0 0,0 1 0,-1-1 0,1 0 0,-1-1 0,1 1 0,-1 0 0,0 0 0,1-1 0,-1 1 0,0 0 0,-1-1 0,1 1 0,0-1 0,-1 1 0,1-1 0,-1 0 0,0 1 0,0-1 0,0 1 0,0-1 0,-1 1 0,1-1 0,-2-4 0,0 0 0,0 1 0,-1 0 0,1 0 0,-5-7 0,5 11 0,0-1 0,1 0 0,-1 0 0,0 1 0,-1-1 0,1 1 0,0 0 0,-1 0 0,-4-4 0,6 6 0,1 0 0,0 0 0,0 0 0,0 0 0,0 0 0,0 0 0,0-1 0,0 1 0,0 0 0,-1 0 0,1 0 0,0 0 0,0 0 0,0 0 0,0 0 0,0 0 0,0 0 0,-1 0 0,1 0 0,0 0 0,0 0 0,0 0 0,0 0 0,0 0 0,0 0 0,0 0 0,-1 0 0,1 1 0,0-1 0,0 0 0,0 0 0,0 0 0,0 0 0,0 0 0,0 0 0,-1 0 0,1 0 0,0 0 0,0 0 0,0 0 0,0 1 0,0-1 0,0 0 0,0 0 0,0 0 0,0 0 0,0 0 0,0 0 0,0 1 0,1 8 0,4 9 0,0-9 0,-1 0 0,1-1 0,0 0 0,1 0 0,0-1 0,0 0 0,1 0 0,0 0 0,0 0 0,1-1 0,-1-1 0,1 1 0,1-1 0,-1-1 0,1 1 0,-1-1 0,1-1 0,0 0 0,1 0 0,-1-1 0,1 0 0,-1 0 0,14 0 0,-16-2 0,0 0 0,0 0 0,0-1 0,0 0 0,0 0 0,0 0 0,12-5 0,-16 5 0,-1-1 0,1 1 0,-1-1 0,1 1 0,-1-1 0,0 0 0,1 0 0,-1 0 0,0 0 0,0 0 0,-1 0 0,1-1 0,0 1 0,-1-1 0,1 1 0,-1-1 0,0 0 0,0 1 0,0-1 0,0 0 0,0-4 0,1-18 0,-2 21 0,0 0 0,0 0 0,1-1 0,-1 1 0,3-5 0,-3 8 0,0 1 0,0 0 0,0 0 0,0 0 0,0 0 0,0 0 0,0 0 0,0 0 0,0 0 0,0 0 0,0-1 0,0 1 0,0 0 0,0 0 0,0 0 0,0 0 0,1 0 0,-1 0 0,0 0 0,0 0 0,0 0 0,0 0 0,0 0 0,0 0 0,0 0 0,0 0 0,0 0 0,0 0 0,1 0 0,-1 0 0,0 0 0,0 0 0,0 0 0,0 0 0,0 0 0,0 0 0,0 0 0,0 0 0,1 0 0,-1 0 0,0 0 0,0 0 0,0 0 0,0 0 0,5 5 0,6 11 0,-8-11 0,0-1 0,0-1 0,0 1 0,0-1 0,0 0 0,1 0 0,-1 0 0,1 0 0,0 0 0,0-1 0,0 0 0,0 0 0,0 0 0,0 0 0,1-1 0,-1 0 0,0 1 0,1-2 0,7 2 0,-6-2 0,0 0 0,1 0 0,-1-1 0,1 0 0,-1 0 0,0-1 0,1 0 0,-1 0 0,0 0 0,0 0 0,-1-1 0,10-6 0,9-4-1365,-14 8-5461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8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65 24575,'-9'-7'0,"-1"-1"0,0 0 0,-1 1 0,1 0 0,-2 1 0,1 0 0,-20-7 0,30 13 0,0-1 0,-1 1 0,1 0 0,-1-1 0,1 1 0,0 0 0,-1 0 0,1 0 0,-1 0 0,1 0 0,-1 0 0,1 0 0,-1 1 0,1-1 0,0 0 0,-2 2 0,2-2 0,0 1 0,1-1 0,-1 1 0,1-1 0,-1 1 0,1-1 0,-1 1 0,1 0 0,-1-1 0,1 1 0,0 0 0,-1-1 0,1 1 0,0 0 0,-1 0 0,1-1 0,0 1 0,0 0 0,0 0 0,0-1 0,0 2 0,0 2 0,1 0 0,-1 0 0,1 0 0,0 0 0,0 0 0,1 0 0,-1 0 0,1-1 0,3 7 0,7 9 0,1 0 0,1-1 0,18 17 0,52 46 0,-79-77 0,0 1 0,0 0 0,0 0 0,-1 1 0,6 8 0,-10-13 0,1 0 0,-1 0 0,1 0 0,-1 0 0,1 0 0,-1 0 0,0 0 0,0 0 0,0 1 0,1-1 0,-1 0 0,0 0 0,0 0 0,-1 0 0,1 0 0,0 3 0,-1-3 0,0 0 0,1 0 0,-1 0 0,0 0 0,0 0 0,1 0 0,-1 0 0,0 0 0,0 0 0,0 0 0,0 0 0,-1-1 0,1 1 0,0 0 0,0-1 0,0 1 0,-1-1 0,0 1 0,-9 3 0,0-1 0,1-1 0,-1 0 0,0 0 0,0-1 0,-19-1 0,-68-9 0,65 4 0,30 5 0,-1 0 0,0-1 0,0 0 0,0 0 0,0 0 0,-7-2 0,11 3 0,-1-1 0,1 1 0,-1 0 0,1-1 0,-1 1 0,1 0 0,0-1 0,-1 1 0,1-1 0,-1 1 0,1-1 0,0 1 0,-1 0 0,1-1 0,0 0 0,0 1 0,-1-1 0,1 1 0,0-1 0,0 0 0,0 0 0,0 0 0,0 0 0,0 0 0,0 0 0,0 0 0,1 1 0,-1-1 0,0 0 0,1 0 0,-1 0 0,0 0 0,1 1 0,-1-1 0,1 0 0,0-1 0,7-8-1365,0 1-5461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9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94 531 24575,'-6'-4'0,"-1"1"0,0 0 0,0 0 0,0 1 0,-15-3 0,21 5 0,0 0 0,-1-1 0,1 1 0,-1 0 0,1 0 0,0 1 0,-1-1 0,1 0 0,0 0 0,-1 1 0,1-1 0,0 1 0,-1-1 0,1 1 0,0-1 0,0 1 0,0 0 0,-1 0 0,1-1 0,0 1 0,0 0 0,0 0 0,0 0 0,1 0 0,-1 0 0,0 1 0,0-1 0,0 0 0,1 0 0,-1 0 0,1 1 0,-1-1 0,1 0 0,0 1 0,-1-1 0,1 0 0,0 1 0,0 2 0,0 1 0,0 0 0,0 0 0,0 1 0,1-1 0,0 0 0,0 0 0,1 0 0,-1 0 0,1 0 0,0-1 0,0 1 0,1 0 0,-1-1 0,1 0 0,0 1 0,0-1 0,1 0 0,-1-1 0,1 1 0,7 5 0,-7-6 0,-1-1 0,1 1 0,0-1 0,-1 0 0,1 0 0,0-1 0,0 1 0,0-1 0,1 0 0,-1 0 0,6 1 0,-7-2 0,0 0 0,0 0 0,1-1 0,-1 1 0,0-1 0,0 1 0,0-1 0,0 0 0,0 0 0,0 0 0,0-1 0,0 1 0,-1-1 0,1 1 0,0-1 0,3-3 0,11-16 0,-5 5 0,-12 16 0,0 0 0,1 0 0,-1-1 0,0 1 0,0 0 0,1 0 0,-1 0 0,0 0 0,1 0 0,-1 0 0,0 0 0,1 0 0,-1 0 0,0 0 0,1 0 0,-1 0 0,0 0 0,1 0 0,-1 0 0,0 0 0,0 1 0,1-1 0,-1 0 0,0 0 0,1 0 0,-1 0 0,0 1 0,0-1 0,1 0 0,-1 0 0,0 0 0,0 1 0,0-1 0,1 0 0,-1 0 0,0 1 0,0 0 0,11 13 0,-9-9 0,3 0 0,-1 1 0,1-1 0,0 0 0,0 0 0,0 0 0,0 0 0,1-1 0,0 0 0,0-1 0,0 1 0,1-1 0,8 3 0,-11-5 0,0 1 0,1-1 0,-1-1 0,0 1 0,1-1 0,-1 1 0,1-1 0,-1 0 0,1-1 0,-1 1 0,0-1 0,1 0 0,-1 0 0,0 0 0,0-1 0,0 0 0,0 0 0,0 0 0,0 0 0,0 0 0,3-3 0,0-1 0,0 0 0,-1 0 0,0-1 0,0 1 0,0-1 0,-1 0 0,0-1 0,5-11 0,-4 7 0,-1-1 0,0 0 0,-1-1 0,4-23 0,-3-1 0,-3-1 0,-3-71 0,-1 73 0,-2 0 0,-2 0 0,-1 1 0,-2 0 0,-15-40 0,21 70 0,0-4 0,-1 1 0,-8-14 0,12 22 0,-1-1 0,0 1 0,0-1 0,0 1 0,0-1 0,0 1 0,0 0 0,-1 0 0,1-1 0,0 1 0,-1 0 0,1 0 0,-1 0 0,1 1 0,-1-1 0,1 0 0,-1 0 0,0 1 0,1-1 0,-1 1 0,0 0 0,-1-1 0,1 1 0,1 1 0,0-1 0,0 0 0,-1 1 0,1-1 0,0 1 0,0 0 0,0-1 0,0 1 0,-1 0 0,1 0 0,0 0 0,0 0 0,0 0 0,1 0 0,-1 0 0,0 0 0,0 0 0,1 0 0,-1 0 0,0 0 0,1 1 0,-1-1 0,1 0 0,-1 3 0,-2 5 0,1 0 0,-2 14 0,2-13 0,-1 13 0,1-1 0,1 1 0,1 0 0,0 0 0,2 0 0,1 0 0,1 0 0,12 41 0,-7-38 0,1-1 0,0 0 0,2-1 0,1 0 0,1-1 0,1-1 0,24 28 0,-31-40 0,1-2 0,0 1 0,1-1 0,0-1 0,0 0 0,0 0 0,1-1 0,0 0 0,0-1 0,1-1 0,-1 1 0,1-2 0,0 0 0,0 0 0,0-1 0,1 0 0,13-1 0,-21-1 0,-1-1 0,1 1 0,0-1 0,-1-1 0,1 1 0,-1-1 0,0 1 0,1-1 0,-1 0 0,0-1 0,0 1 0,0-1 0,0 0 0,-1 0 0,1 0 0,-1 0 0,0-1 0,0 1 0,0-1 0,0 0 0,2-4 0,-5 7 0,1 0 0,-1 0 0,1 1 0,0-1 0,-1 0 0,1 0 0,0 1 0,-1-1 0,1 0 0,0 1 0,0-1 0,0 0 0,0 1 0,1-1 0,-2 1 0,1 0 0,-1 0 0,0 0 0,1 0 0,-1 0 0,0 0 0,0 0 0,1 0 0,-1 0 0,0 1 0,1-1 0,-1 0 0,0 0 0,0 0 0,0 0 0,1 1 0,-1-1 0,0 0 0,0 0 0,1 1 0,-1-1 0,0 0 0,0 0 0,0 1 0,0-1 0,0 0 0,1 0 0,-1 1 0,0-1 0,0 1 0,1 4 0,0 0 0,0 0 0,0 0 0,-1 7 0,1-4 0,-1-5-91,1 1 0,-1 0 0,1-1 0,0 1 0,0 0 0,0-1 0,1 1 0,-1-1 0,1 0 0,0 1 0,0-1 0,0 0 0,0 0 0,4 3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49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30 24575,'-2'-10'0,"-2"-2"0,1 5 0,3 6 0,2 5 0,0 6 0,0 2 0,-1 0-8191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50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0 24575,'177'398'0,"-162"-361"0,31 55 0,-67-156 0,15 46 0,-6-26 0,9 30 0,0 0 0,-2 1 0,-8-20 0,11 28 0,0 1 0,-1 0 0,0 0 0,0 0 0,0 0 0,0 0 0,-1 1 0,1 0 0,-1-1 0,0 1 0,0 1 0,0-1 0,0 0 0,-6-1 0,4 1 0,1 1 0,-1 0 0,0 0 0,0 0 0,0 1 0,0 0 0,0 0 0,-1 0 0,1 1 0,0 0 0,0 0 0,0 1 0,-1-1 0,1 1 0,0 1 0,0-1 0,0 1 0,0 0 0,1 1 0,-1-1 0,-7 5 0,0 2-1365,2-2-5461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9:50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 24575,'0'0'0,"-1"0"0,0 0 0,1 0 0,-1 0 0,1 0 0,-1 0 0,0 0 0,1 0 0,-1 0 0,1 0 0,-1 0 0,1 1 0,-1-1 0,1 0 0,-1 0 0,1 1 0,-1-1 0,1 0 0,-1 1 0,1-1 0,-1 1 0,1-1 0,-1 0 0,1 1 0,0-1 0,-1 1 0,1 0 0,0 0 0,-1 0 0,1 0 0,0 0 0,0 0 0,0 0 0,0 0 0,0 0 0,0 0 0,0 1 0,1-1 0,-1 0 0,0 0 0,1 1 0,2 4 0,-1-1 0,1 0 0,0-1 0,6 9 0,-3-6 0,0-1 0,0 0 0,1 0 0,0-1 0,0 0 0,13 7 0,-15-9 0,1 0 0,0 0 0,0-1 0,0 0 0,0 0 0,0-1 0,0 1 0,1-2 0,11 2 0,-15-2 0,1-1 0,-1 1 0,1 0 0,-1-1 0,1 0 0,-1 0 0,0 0 0,1 0 0,-1-1 0,0 1 0,0-1 0,0 0 0,0 0 0,0 0 0,0 0 0,-1-1 0,1 1 0,-1-1 0,3-2 0,1-4 0,0-1 0,-1 1 0,0-1 0,6-17 0,3-7 0,-14 33 0,0 1 0,0 0 0,0 0 0,0 0 0,0 0 0,0 0 0,0 0 0,0-1 0,0 1 0,0 0 0,0 0 0,0 0 0,0 0 0,0 0 0,0-1 0,0 1 0,1 0 0,-1 0 0,0 0 0,0 0 0,0 0 0,0 0 0,0 0 0,0 0 0,0-1 0,0 1 0,0 0 0,0 0 0,1 0 0,-1 0 0,0 0 0,0 0 0,0 0 0,0 0 0,0 0 0,0 0 0,1 0 0,-1 0 0,0 0 0,0 0 0,0 0 0,0 0 0,0 0 0,0 0 0,1 0 0,-1 0 0,0 0 0,0 0 0,0 0 0,0 0 0,0 0 0,1 0 0,-1 0 0,0 0 0,0 0 0,0 0 0,0 0 0,0 0 0,0 0 0,0 0 0,0 1 0,1-1 0,-1 0 0,3 13 0,-1 20 0,18 437 0,-17-434 0,3 85 0,-6-105 0,-1-1 0,0 1 0,-1 0 0,-1 0 0,-7 21 0,9-33 0,-1-1 0,1 1 0,-1-1 0,1 0 0,-1 0 0,0 0 0,0 0 0,0 0 0,-1 0 0,1 0 0,-1-1 0,1 1 0,-1-1 0,0 0 0,0 0 0,0 0 0,0 0 0,-4 1 0,2-1 0,0-1 0,0 1 0,0-2 0,0 1 0,0 0 0,0-1 0,0 0 0,0 0 0,0-1 0,0 1 0,0-1 0,-7-2 0,6 2 0,0-1 0,1 0 0,-1-1 0,0 1 0,1-1 0,0 0 0,-1 0 0,1-1 0,0 0 0,1 1 0,-1-2 0,1 1 0,0 0 0,-5-8 0,7 9 0,0 0 0,0 0 0,0-1 0,1 1 0,-1-1 0,1 1 0,0-1 0,0 0 0,0 1 0,0-1 0,1 0 0,0 0 0,0 1 0,0-1 0,0 0 0,0 0 0,1 0 0,0 1 0,-1-1 0,1 0 0,1 1 0,-1-1 0,1 1 0,2-5 0,1-2 11,1 1 0,1 0 0,-1 1 0,1-1 0,1 1 0,0 1-1,0 0 1,0 0 0,1 0 0,17-9 0,-7 6-308,0 1 0,0 2 0,1 0 0,33-8 0,-34 11-6529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46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138 152 24575,'-1'-8'0,"0"0"0,0 0 0,-1 0 0,-5-14 0,5 33 0,1 9 0,8 50 0,28 112 0,-18-106 0,-11-49 0,5 31 0,-12-66 0,-1-1 0,-1 1 0,1 0 0,-6-11 0,-20-40 0,12 29 0,-25-64 0,-47-156 0,85 244 0,2 0 0,-1 0 0,1 0 0,0 0 0,0-1 0,0-10 0,1 16 0,1 1 0,-1 0 0,0 0 0,0 0 0,0 0 0,0 0 0,1-1 0,-1 1 0,0 0 0,0 0 0,0 0 0,1 0 0,-1 0 0,0 0 0,0 0 0,0 0 0,1 0 0,-1 0 0,0 0 0,0 0 0,0 0 0,1 0 0,-1 0 0,0 0 0,0 0 0,1 0 0,-1 0 0,0 0 0,0 0 0,0 0 0,0 0 0,1 0 0,-1 0 0,0 1 0,0-1 0,0 0 0,1 0 0,-1 0 0,0 0 0,0 0 0,0 1 0,0-1 0,0 0 0,0 0 0,1 0 0,-1 1 0,0-1 0,10 9 0,68 82 0,69 72 0,-116-132 0,1-2 0,1-2 0,41 26 0,-59-43 0,80 47 0,-79-49 0,0 0 0,0-1 0,1-1 0,20 4 0,-35-9 0,0-1 0,-1 1 0,1-1 0,0 0 0,-1 0 0,1 1 0,0-1 0,-1 0 0,1-1 0,0 1 0,-1 0 0,1 0 0,0-1 0,-1 1 0,1-1 0,-1 0 0,1 1 0,-1-1 0,1 0 0,1-1 0,-2 1 0,0-1 0,1 0 0,-1 1 0,0-1 0,0 0 0,0 0 0,-1 0 0,1 0 0,0 0 0,-1 0 0,1 0 0,-1 0 0,0 0 0,0 0 0,1 0 0,-2-2 0,2-17 0,-2 0 0,-1 1 0,-1-1 0,-5-21 0,-28-77 0,28 92 0,6 23 0,-7-21 0,9 23 0,-1 1 0,1 0 0,-1 0 0,1 0 0,-1 0 0,1 1 0,-1-1 0,0 0 0,0 0 0,1 0 0,-1 0 0,0 1 0,0-1 0,0 0 0,0 1 0,0-1 0,0 1 0,-1-2 0,2 3 0,-1-1 0,1 0 0,-1 0 0,1 0 0,-1 0 0,1 0 0,0 1 0,-1-1 0,1 0 0,-1 0 0,1 0 0,0 1 0,-1-1 0,1 0 0,0 1 0,-1-1 0,1 0 0,0 1 0,0-1 0,-1 0 0,1 1 0,0-1 0,0 1 0,0-1 0,-1 0 0,1 1 0,0-1 0,0 1 0,0-1 0,0 1 0,0-1 0,0 1 0,0-1 0,0 0 0,0 1 0,0-1 0,0 1 0,0-1 0,0 1 0,1 0 0,2 20 0,1-8 0,0 1 0,1 0 0,1-1 0,0 0 0,1 0 0,0-1 0,14 19 0,-14-24 0,1 0 0,0 0 0,0 0 0,0-1 0,1-1 0,0 1 0,0-1 0,0-1 0,19 7 0,-4-3 0,1-2 0,47 7 0,-48-11 0,0 0 0,0-2 0,25-2 0,-47 2 0,1 0 0,-1-1 0,0 1 0,0 0 0,0-1 0,0 0 0,0 1 0,0-1 0,-1 0 0,1 0 0,0 0 0,0 0 0,0 0 0,-1-1 0,1 1 0,-1 0 0,1-1 0,1-2 0,-2 3 0,-1 0 0,1 0 0,-1-1 0,0 1 0,1 0 0,-1-1 0,0 1 0,0 0 0,0-1 0,0 1 0,0 0 0,0-1 0,0 1 0,0 0 0,0-1 0,-1 1 0,1 0 0,-1-1 0,1 1 0,-1 0 0,1 0 0,-1-1 0,0 1 0,1 0 0,-1 0 0,0 0 0,0 0 0,-2-2 0,-1-2 0,-1 0 0,0 1 0,-1-1 0,1 1 0,-1 0 0,0 0 0,0 1 0,-13-6 0,18 9 0,-1-1 0,1 0 0,-1 1 0,1-1 0,-1 1 0,0 0 0,1-1 0,-1 1 0,0 0 0,1 0 0,-1 0 0,0 0 0,1 1 0,-1-1 0,1 0 0,-1 1 0,0-1 0,1 1 0,-1-1 0,1 1 0,-1 0 0,1-1 0,-1 1 0,1 0 0,0 0 0,-1 0 0,1 0 0,0 1 0,0-1 0,0 0 0,0 0 0,0 1 0,0-1 0,0 0 0,0 1 0,1-1 0,-1 1 0,0-1 0,1 1 0,-1 0 0,1-1 0,-1 3 0,0 2 0,0 0 0,0 0 0,0 0 0,1 0 0,0 1 0,0-1 0,1 0 0,-1 0 0,2 0 0,-1 0 0,4 10 0,-2-7 0,0-1 0,1 0 0,1 0 0,-1-1 0,2 1 0,-1-1 0,10 11 0,-7-10 0,1 0 0,0 0 0,0-1 0,1 0 0,0-1 0,0 0 0,0 0 0,1-1 0,0-1 0,0 0 0,0 0 0,20 3 0,-26-6 0,-1-1 0,1 1 0,0-1 0,0 0 0,0-1 0,0 1 0,0-1 0,0 0 0,-1 0 0,1-1 0,6-2 0,-9 3 0,1 0 0,-1-1 0,1 0 0,-1 1 0,0-1 0,0 0 0,0 0 0,0 0 0,0 0 0,0-1 0,0 1 0,-1 0 0,1-1 0,-1 1 0,0-1 0,1 0 0,-1 1 0,-1-1 0,1 0 0,1-4 0,-1-2 0,-1 0 0,0 1 0,0-1 0,-1 0 0,0 1 0,0-1 0,-1 0 0,0 1 0,0 0 0,-1-1 0,-6-11 0,4 10 0,0 0 0,-1 0 0,0 1 0,-1-1 0,0 1 0,0 1 0,-1-1 0,-12-9 0,13 13 12,0 0 0,0 1 0,0 0 0,0 0 0,0 1 0,-1 0 0,0 0 0,0 0 0,-8 0 0,13 2-67,-1 0 0,1 1 0,0 0 0,0-1 0,0 1 0,0 0 0,0 1 0,0-1 0,0 1 0,0-1 0,-1 1 0,1 0 0,1 0 0,-1 0 0,0 1 0,0-1 0,0 0 0,1 1 0,-1 0 0,1 0 0,-1 0 0,1 0 0,0 0 0,-1 0 0,1 1 0,-2 2 0,-2 7-6771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47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24575,'29'13'0,"0"1"0,-2 2 0,1 1 0,44 36 0,-40-20 0,-23-23 0,0-1 0,0 0 0,1 0 0,13 9 0,-20-16 0,0-1 0,-1 1 0,1-1 0,0 1 0,0-1 0,0 0 0,0 0 0,0-1 0,0 1 0,0-1 0,0 1 0,0-1 0,0 0 0,0 0 0,0 0 0,0-1 0,0 1 0,0-1 0,0 1 0,0-1 0,0 0 0,6-3 0,-6 2 0,0 1 0,0-1 0,1-1 0,-1 1 0,-1 0 0,1-1 0,0 0 0,0 1 0,-1-1 0,0 0 0,1 0 0,-1 0 0,0-1 0,2-4 0,-1-2 0,1-1 0,-1 1 0,2-18 0,3-11 0,-8 38 0,0 0 0,0-1 0,1 1 0,-1 0 0,0-1 0,1 1 0,-1 0 0,1 0 0,0 0 0,-1-1 0,1 1 0,0 0 0,0 0 0,0 0 0,0 0 0,-1 0 0,1 0 0,1 1 0,-1-1 0,0 0 0,0 0 0,0 1 0,0-1 0,0 1 0,1-1 0,-1 1 0,0-1 0,1 1 0,-1 0 0,0 0 0,0 0 0,1-1 0,-1 1 0,0 0 0,1 1 0,-1-1 0,0 0 0,1 0 0,-1 0 0,0 1 0,1-1 0,-1 1 0,0-1 0,2 2 0,5 2 0,1 1 0,-1 0 0,0 0 0,13 12 0,-20-16 0,94 89 0,-70-65 0,-22-23-85,-1 0 0,1 0-1,-1 1 1,0-1 0,0 1-1,0 0 1,0-1 0,0 1-1,-1 0 1,1 0 0,-1 0-1,0 0 1,0 1 0,0-1-1,1 5 1,-3 1-6741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47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6 24575,'-1'0'0,"-112"-5"0,101 5 0,0 1 0,0 0 0,0 1 0,0 0 0,1 1 0,-1 1 0,-13 5 0,22-8 0,0 1 0,0-1 0,1 1 0,-1 0 0,0 0 0,1 0 0,0 0 0,-1 0 0,1 1 0,0-1 0,0 1 0,0-1 0,0 1 0,1 0 0,-1 0 0,1 0 0,0-1 0,-1 1 0,2 1 0,-1-1 0,0 0 0,0 0 0,1 0 0,0 0 0,-1 1 0,1-1 0,1 0 0,-1 0 0,0 0 0,1 1 0,1 4 0,0 1 0,1 1 0,1-1 0,0 0 0,0 0 0,1 0 0,0 0 0,0-1 0,1 0 0,7 8 0,-1-3 0,0-1 0,1 0 0,1-1 0,0 0 0,1-1 0,-1-1 0,21 9 0,-13-8 0,0-1 0,0-1 0,1-2 0,43 8 0,-59-13-136,0 0-1,0-1 1,0 0-1,0 0 1,0-1-1,0 0 1,0 0-1,0 0 0,9-4 1,-1-1-6690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48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13 24575,'-23'-3'0,"8"1"0,-1 0 0,0 1 0,0 1 0,0 0 0,0 1 0,-21 4 0,35-4 0,0-1 0,0 1 0,1 0 0,-1 0 0,0 0 0,0 0 0,1 0 0,-1 0 0,1 0 0,-1 0 0,1 1 0,-1-1 0,1 1 0,0-1 0,0 1 0,0-1 0,-2 4 0,2-2 0,-1 0 0,1 0 0,0 0 0,0 1 0,1-1 0,-1 1 0,1-1 0,0 0 0,0 6 0,0-3 0,0-1 0,1 1 0,0-1 0,0 0 0,1 1 0,-1-1 0,1 0 0,0 0 0,1 0 0,-1 0 0,1 0 0,5 6 0,1-1 0,1-1 0,0-1 0,0 0 0,1 0 0,0-1 0,0 0 0,1-1 0,0 0 0,0-1 0,0 0 0,0-1 0,1-1 0,0 0 0,0 0 0,0-2 0,0 1 0,0-2 0,13 0 0,-22 0 0,0-1 0,0 1 0,0-1 0,0 0 0,0 0 0,-1-1 0,1 1 0,0-1 0,-1 0 0,1 0 0,-1 0 0,1 0 0,-1-1 0,3-2 0,-4 3 0,0 0 0,0-1 0,0 1 0,-1 0 0,1 0 0,-1-1 0,0 1 0,0-1 0,0 1 0,0-1 0,0 0 0,0 1 0,-1-1 0,1 0 0,-1 1 0,1-1 0,-1 0 0,0 0 0,-1 1 0,1-1 0,-1-3 0,-4-11 0,0-1 0,-1 1 0,-2 1 0,1-1 0,-20-29 0,26 44 0,-1 0 0,1 1 0,0-1 0,-1 0 0,1 0 0,-1 1 0,0-1 0,-1 0 0,3 1 0,0 1 0,0 0 0,-1 0 0,1 0 0,0 0 0,0 0 0,0 0 0,0 0 0,0 0 0,0 0 0,0 0 0,-1 0 0,1 0 0,0 0 0,0 0 0,0 0 0,0 0 0,0 0 0,-1 0 0,1 0 0,0 0 0,0 0 0,0 0 0,0 0 0,0 0 0,0 0 0,0 0 0,-1 0 0,1 0 0,0 0 0,0 0 0,0 0 0,0 1 0,0-1 0,0 0 0,0 0 0,0 0 0,-1 0 0,1 0 0,0 0 0,0 0 0,0 1 0,1 11 0,1-4 0,0-1 0,1-1 0,-1 1 0,1 0 0,1-1 0,0 1 0,0-1 0,0 0 0,0 0 0,1-1 0,0 1 0,0-1 0,1 0 0,-1 0 0,9 4 0,-2-1 0,1-1 0,0 0 0,0 0 0,0-2 0,1 0 0,25 6 0,-36-10 0,1 0 0,-1-1 0,0 1 0,0-1 0,1 0 0,-1 0 0,0 0 0,0 0 0,0-1 0,1 1 0,-1-1 0,0 0 0,0 0 0,0 0 0,0 0 0,0-1 0,0 1 0,0-1 0,-1 0 0,1 0 0,0 0 0,-1 0 0,0 0 0,1 0 0,-1-1 0,3-3 0,-2 1 0,1-1 0,-1 0 0,0 0 0,-1 0 0,0-1 0,1 1 0,-2 0 0,1-1 0,-1 1 0,0-1 0,0-13 0,-2 4 0,1 11 0,-1 1 0,1 0 0,0 0 0,0 0 0,1 0 0,-1-1 0,2-4 0,-2 9 0,0 0 0,0-1 0,0 1 0,0 0 0,0 0 0,0 0 0,1 0 0,-1 0 0,0-1 0,0 1 0,0 0 0,0 0 0,0 0 0,0 0 0,0 0 0,0 0 0,0 0 0,1 0 0,-1 0 0,0-1 0,0 1 0,0 0 0,0 0 0,0 0 0,1 0 0,-1 0 0,0 0 0,0 0 0,0 0 0,0 0 0,0 0 0,1 0 0,-1 0 0,0 0 0,0 0 0,0 0 0,0 0 0,0 0 0,1 0 0,-1 0 0,0 0 0,0 0 0,0 1 0,7 5 0,3 10 0,-4-5 0,0-1 0,0 1 0,1-2 0,0 1 0,13 12 0,-18-20 0,0 0 0,0 0 0,1 0 0,-1-1 0,1 1 0,-1 0 0,1-1 0,0 0 0,-1 0 0,1 0 0,0 0 0,0 0 0,0-1 0,0 1 0,0-1 0,0 1 0,0-1 0,0 0 0,0 0 0,0-1 0,0 1 0,0-1 0,0 1 0,-1-1 0,1 0 0,0 0 0,4-2 0,6-4 0,-1-1 0,1-1 0,-1 0 0,15-14 0,16-12 0,-42 34 0,1-1 0,0 1 0,0 0 0,0 0 0,0 0 0,0 0 0,0 1 0,0-1 0,0 1 0,0-1 0,0 1 0,0 0 0,1-1 0,-1 1 0,0 0 0,0 1 0,4 0 0,-2 0 0,0 0 0,-1 0 0,1 1 0,-1-1 0,1 1 0,-1 0 0,1 0 0,-1 1 0,4 2 0,4 7 0,0-1 0,-1 1 0,16 25 0,-24-35 0,-2-1-23,15 24 169,-14-24-221,-1 1 1,1-1 0,-1 0-1,1 0 1,-1 1 0,0-1-1,1 0 1,-1 1-1,0-1 1,0 0 0,0 1-1,0-1 1,0 0-1,-1 1 1,1-1 0,0 0-1,0 1 1,-1-1-1,0 2 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49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66 24575,'-2'-1'0,"-21"-13"0,-1 2 0,-1 1 0,-40-13 0,64 23 0,0 1 0,-1-1 0,1 1 0,0-1 0,0 1 0,-1 0 0,1 0 0,0 0 0,-1-1 0,1 1 0,0 1 0,-1-1 0,1 0 0,0 0 0,-1 0 0,1 1 0,0-1 0,0 1 0,-2 0 0,3-1 0,0 0 0,-1 1 0,1-1 0,0 0 0,0 1 0,0-1 0,0 0 0,0 1 0,-1-1 0,1 1 0,0-1 0,0 0 0,0 1 0,0-1 0,0 0 0,0 1 0,0-1 0,0 1 0,0-1 0,1 0 0,-1 1 0,7 14 0,29 34 0,3-3 0,44 44 0,-3-5 0,-77-82 0,0 0 0,0 1 0,0 0 0,-1-1 0,0 1 0,0 0 0,0 0 0,0 0 0,0 0 0,-1 1 0,2 6 0,-3-9 0,0 0 0,0 0 0,0 0 0,0 0 0,0 0 0,-1 0 0,1 0 0,-1 0 0,1 0 0,-1 0 0,0 0 0,0 0 0,0 0 0,0 0 0,0-1 0,0 1 0,0 0 0,-1-1 0,1 1 0,-1-1 0,1 0 0,-1 1 0,1-1 0,-1 0 0,0 0 0,1 0 0,-3 1 0,-4 2 0,0-1 0,-1 0 0,1 0 0,0-1 0,-1 0 0,0-1 0,-15 2 0,0-3 0,-40-3 0,62 3 8,0-1-1,0 1 1,-1 0-1,1-1 1,0 0-1,0 1 1,0-1-1,0 0 1,0 0-1,0 0 1,0 0-1,0-1 1,1 1-1,-1 0 1,-2-3-1,3 2-78,0 1 1,0-1-1,0 1 0,0-1 0,0 1 1,1-1-1,-1 1 0,1-1 1,-1 0-1,1 1 0,0-1 0,-1 0 1,1 1-1,0-1 0,0 0 1,0 0-1,0 1 0,1-1 0,-1 0 1,1-2-1,2-6-6755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49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94 677 24575,'-5'-2'0,"-1"0"0,0 1 0,1 0 0,-1 0 0,0 0 0,0 1 0,-10 0 0,14 0 0,0 0 0,1 0 0,-1 1 0,0-1 0,1 1 0,-1-1 0,0 1 0,1 0 0,-1 0 0,1-1 0,-1 1 0,1 0 0,-1 0 0,1 1 0,0-1 0,0 0 0,-1 0 0,1 1 0,0-1 0,0 1 0,0-1 0,1 1 0,-1-1 0,0 1 0,0-1 0,1 1 0,-1 0 0,1-1 0,-1 1 0,1 2 0,0 0 0,0 1 0,0-1 0,0 1 0,0-1 0,1 1 0,0-1 0,0 1 0,0-1 0,1 0 0,0 1 0,-1-1 0,1 0 0,1 0 0,-1 0 0,1-1 0,-1 1 0,1 0 0,0-1 0,6 5 0,-1 0 0,1 0 0,-1-1 0,2 0 0,-1-1 0,1 0 0,17 8 0,-21-11 0,0-1 0,0 0 0,0 0 0,0-1 0,0 0 0,0 0 0,1 0 0,-1-1 0,9 0 0,-13 0 0,0-1 0,0 1 0,0-1 0,0 1 0,0-1 0,0 1 0,0-1 0,0 0 0,0 0 0,0 0 0,0 0 0,-1-1 0,1 1 0,-1 0 0,1-1 0,0 1 0,-1-1 0,0 1 0,1-1 0,-1 0 0,0 1 0,0-1 0,0 0 0,0 0 0,0 0 0,-1 0 0,1 0 0,-1 0 0,1 0 0,0-4 0,-1 1 0,0 0 0,0 0 0,0 0 0,0 0 0,-1 0 0,-1-7 0,2 11 0,0 0 0,0 0 0,0 1 0,-1-1 0,1 0 0,0 0 0,0 1 0,-1-1 0,1 0 0,0 1 0,-1-1 0,1 0 0,-1 1 0,1-1 0,-1 1 0,1-1 0,-1 1 0,1-1 0,-1 1 0,1-1 0,-1 1 0,0-1 0,1 1 0,-1 0 0,0-1 0,1 1 0,-1 0 0,0 0 0,1-1 0,-1 1 0,0 0 0,0 0 0,1 0 0,-1 0 0,0 0 0,0 0 0,1 0 0,-1 0 0,0 0 0,0 0 0,1 1 0,-1-1 0,0 0 0,0 0 0,1 1 0,-1-1 0,0 0 0,1 1 0,-1-1 0,1 1 0,-1-1 0,0 2 0,-2-1 0,1 1 0,0 0 0,1-1 0,-1 1 0,0 0 0,0 0 0,1 0 0,-1 1 0,1-1 0,0 0 0,0 0 0,-1 1 0,1-1 0,1 1 0,-1-1 0,0 1 0,1-1 0,-1 1 0,1-1 0,0 1 0,0 4 0,0-5 0,0 1 0,1-1 0,-1 0 0,1 0 0,0-1 0,-1 1 0,1 0 0,0 0 0,0 0 0,0 0 0,1-1 0,-1 1 0,0 0 0,1-1 0,-1 1 0,1-1 0,-1 0 0,1 1 0,-1-1 0,1 0 0,0 0 0,0 0 0,0 0 0,0 0 0,-1-1 0,1 1 0,4 0 0,0 1 0,1-1 0,-1 0 0,1-1 0,-1 0 0,1 0 0,-1 0 0,1 0 0,-1-1 0,1-1 0,11-3 0,-9 2 0,0-1 0,-1 0 0,0 0 0,0-1 0,0 0 0,14-12 0,-7 2 0,0-1 0,-1-1 0,-1 0 0,0 0 0,19-37 0,-21 30 0,0 1 0,-2-2 0,-1 1 0,-1-2 0,0 1 0,2-35 0,-5 27 0,-2 0 0,-2-1 0,0 1 0,-9-51 0,2 45 0,-14-44 0,15 66 0,0 0 0,-1 0 0,-1 0 0,-17-27 0,24 42 0,0 1 0,0 0 0,0-1 0,0 1 0,-1 0 0,1-1 0,0 1 0,-1 0 0,1 0 0,0 0 0,-1 0 0,-2-1 0,3 2 0,0 0 0,0 0 0,1 0 0,-1 0 0,0 0 0,0 0 0,1 0 0,-1 0 0,0 0 0,1 1 0,-1-1 0,0 0 0,1 0 0,-1 1 0,0-1 0,1 0 0,-1 1 0,0-1 0,1 1 0,-1-1 0,1 1 0,-1-1 0,1 1 0,-1-1 0,1 1 0,-1-1 0,1 1 0,0 0 0,-1-1 0,1 1 0,0 0 0,-1 1 0,-1 3 0,0 1 0,0 0 0,0-1 0,1 1 0,0 0 0,0 0 0,0 9 0,1 5 0,2 20 0,3 0 0,2 0 0,2-1 0,1 0 0,2 0 0,19 42 0,5-5 0,64 103 0,-87-158 0,62 93 0,-64-101 0,0 0 0,0-1 0,1 0 0,1 0 0,27 18 0,-25-21-1365,-1-3-5461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1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24575,'0'17'0,"1"1"0,1-1 0,0 1 0,1-1 0,1 0 0,8 21 0,-8-27 0,1 1 0,1-2 0,0 1 0,0-1 0,1 1 0,0-2 0,1 1 0,0-1 0,17 15 0,-21-21 0,1 1 0,0-1 0,-1 1 0,1-1 0,1-1 0,-1 1 0,0-1 0,1 0 0,8 2 0,-11-3 0,0-1 0,0 1 0,-1-1 0,1 0 0,0 0 0,0-1 0,0 1 0,0 0 0,0-1 0,0 0 0,0 0 0,0 0 0,0 0 0,-1 0 0,1 0 0,0-1 0,-1 1 0,1-1 0,-1 0 0,3-2 0,-2 1 0,0 0 0,0 0 0,-1 0 0,1-1 0,-1 1 0,0 0 0,0-1 0,0 0 0,0 1 0,-1-1 0,2-5 0,-1-2 0,0-1 0,1-18 0,-2 24 0,-1 5 0,0 0 0,0 0 0,0 0 0,0-1 0,0 1 0,1 0 0,-1 0 0,1 0 0,-1 0 0,1-1 0,-1 1 0,2-2 0,-2 3 0,1 0 0,-1-1 0,0 1 0,1 0 0,-1 0 0,0 0 0,1-1 0,-1 1 0,1 0 0,-1 0 0,1 0 0,-1 0 0,0 0 0,1-1 0,-1 1 0,1 0 0,-1 0 0,1 0 0,-1 0 0,0 0 0,1 0 0,-1 1 0,2-1 0,1 1 0,0 1 0,0-1 0,-1 1 0,1 0 0,0 0 0,0 0 0,3 4 0,-4-5 0,95 80 0,-85-73 0,0 0 0,0-1 0,1-1 0,-1 0 0,1-1 0,1 0 0,13 3 0,-24-7 0,0-1 0,0 1 0,1-1 0,-1 1 0,0-1 0,0 0 0,1 0 0,-1-1 0,0 1 0,0-1 0,0 1 0,1-1 0,-1 0 0,0 0 0,0-1 0,0 1 0,0 0 0,-1-1 0,1 0 0,0 0 0,3-3 0,-3 2 0,-1 0 0,0 0 0,0 0 0,0 0 0,0 0 0,0-1 0,-1 1 0,1-1 0,-1 1 0,0-1 0,0 0 0,0 1 0,-1-1 0,1 0 0,-1 0 0,0 0 0,0 1 0,-1-6 0,0 0 0,-1 1 0,0-1 0,-1 0 0,0 1 0,0-1 0,-1 1 0,0 0 0,-8-12 0,-4-4 0,-27-29 0,37 45 30,-1 1 0,0 0 0,-10-8 0,14 14-55,1-1 0,0 1 0,-1-1-1,1 1 1,-1 0 0,0 0 0,-3-1 0,5 2-43,-1 0 1,1-1-1,0 1 1,0 0-1,0 0 0,0 0 1,0 1-1,-1-1 1,1 0-1,0 0 1,0 1-1,0-1 0,0 0 1,0 1-1,0-1 1,0 1-1,0-1 1,-2 2-1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1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125 364 24575,'2'-22'0,"0"1"0,-2-1 0,-1 1 0,-1-1 0,0 1 0,-10-38 0,11 55 0,-1 1 0,1 0 0,0 1 0,-1-1 0,1 0 0,-1 0 0,0 0 0,0 1 0,0-1 0,0 1 0,0 0 0,-1 0 0,1 0 0,-6-4 0,7 6 0,-1-1 0,1 0 0,-1 1 0,1-1 0,-1 1 0,1-1 0,-1 1 0,0 0 0,1 0 0,-1 0 0,0 0 0,1 0 0,-1 0 0,1 0 0,-1 0 0,0 1 0,1-1 0,-1 1 0,1-1 0,-1 1 0,1-1 0,-1 1 0,1 0 0,-1 0 0,1 0 0,0 0 0,0 0 0,-1 0 0,1 0 0,-2 3 0,0 0 0,-1 1 0,1 0 0,0 0 0,0 1 0,1-1 0,-1 0 0,1 1 0,1 0 0,-1-1 0,1 1 0,0 0 0,0 0 0,0 8 0,1-6 0,0 0 0,0 0 0,1 0 0,0-1 0,0 1 0,1 0 0,0-1 0,0 1 0,6 12 0,-4-14 0,0 0 0,0 0 0,1-1 0,0 1 0,0-1 0,0 0 0,0-1 0,1 1 0,0-1 0,11 6 0,-13-7 0,1-1 0,-1 0 0,1 0 0,0 0 0,-1-1 0,1 1 0,0-1 0,0 0 0,0-1 0,0 1 0,0-1 0,0 0 0,0 0 0,0-1 0,0 0 0,6-1 0,-9 1 0,1 1 0,-1-2 0,0 1 0,1 0 0,-1 0 0,0-1 0,1 1 0,-1-1 0,0 0 0,0 0 0,-1 0 0,1 0 0,0 0 0,0 0 0,1-3 0,-2 2 0,1-1 0,0 0 0,-1 0 0,1 0 0,-1 0 0,0 0 0,-1 0 0,1-9 0,-1 5 0,0-1 0,-1 0 0,0 1 0,0-1 0,-1 1 0,0-1 0,-1 1 0,-5-14 0,-1 4 0,-1 1 0,-18-25 0,24 36 0,0 1 0,0-1 0,-1 1 0,0 0 0,0 1 0,-1-1 0,1 1 0,-1 0 0,0 1 0,-12-6 0,17 8 0,0 1 0,1-1 0,-1 1 0,0 0 0,0-1 0,1 1 0,-1 0 0,0 0 0,0 0 0,0 0 0,0-1 0,1 1 0,-1 0 0,0 0 0,0 1 0,0-1 0,0 0 0,1 0 0,-1 0 0,0 0 0,0 1 0,1-1 0,-1 0 0,0 1 0,0-1 0,1 1 0,-1-1 0,0 1 0,1-1 0,-1 1 0,0-1 0,1 1 0,-1 0 0,1-1 0,-1 1 0,1 0 0,0-1 0,-1 1 0,1 0 0,-1 0 0,1-1 0,0 1 0,0 0 0,0 0 0,-1 0 0,1-1 0,0 1 0,0 0 0,0 0 0,0 0 0,0 0 0,1 0 0,-1 5 0,0-1 0,1 1 0,0-1 0,0 1 0,1-1 0,2 8 0,0-5 0,0-1 0,0 0 0,0-1 0,1 1 0,0-1 0,1 0 0,-1 0 0,1-1 0,0 1 0,1-1 0,12 8 0,6 1 0,53 21 0,-77-34 0,48 16 0,2-3 0,94 16 0,-127-27 0,-16-2 0,1-1 0,-1 0 0,1 1 0,-1-1 0,1 0 0,-1-1 0,1 1 0,0 0 0,2-1 0,-4 0 0,-1 1 0,1 0 0,-1 0 0,1 0 0,-1-1 0,1 1 0,-1 0 0,1-1 0,-1 1 0,0 0 0,1-1 0,-1 1 0,0-1 0,1 1 0,-1-1 0,0 1 0,1-1 0,-1 1 0,0-1 0,0 0 0,1 0 0,-1 0 0,0-1 0,0 1 0,0 0 0,0 0 0,0 0 0,-1 0 0,1 0 0,0 0 0,0 0 0,-1 0 0,0-2 0,-2-3 0,-1-1 0,1 1 0,-2 0 0,1 0 0,-9-10 0,-30-26 0,20 21 0,6 4 0,-2 0 0,-32-40 0,47 52 0,1 0 0,-1-1 0,1 1 0,-1-1 0,2 0 0,-1 0 0,1 0 0,0 0 0,0-1 0,0 1 0,1 0 0,-1-13 0,2 17 0,1 0 0,-1 0 0,0 0 0,1 1 0,-1-1 0,1 0 0,-1 0 0,1 1 0,0-1 0,0 1 0,0-1 0,0 0 0,0 1 0,0 0 0,0-1 0,0 1 0,1 0 0,-1-1 0,0 1 0,1 0 0,-1 0 0,1 0 0,-1 0 0,1 1 0,0-1 0,-1 0 0,1 0 0,0 1 0,0 0 0,-1-1 0,4 1 0,2-2 0,1 1 0,0 1 0,0 0 0,0 0 0,15 2 0,-9 1-195,1 0 0,-1 1 0,0 1 0,0 0 0,0 1 0,15 8 0,-15-6-6631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2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24575,'3'31'0,"3"21"0,3 9 0,3 4 0,2 2 0,1-3 0,0-2 0,1-1 0,0-3 0,0-1 0,0-3 0,-1-5 0,0-6 0,1-5 0,-4-3 0,0-6 0,-3-5 0,-2-7-8191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2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0 24575,'-36'33'0,"26"-25"0,0 1 0,0 1 0,0-1 0,-9 14 0,16-18 0,-1 0 0,1 1 0,0-1 0,0 1 0,-3 9 0,5-13 0,1 0 0,0-1 0,-1 1 0,1 0 0,0 0 0,0 0 0,0-1 0,0 1 0,0 0 0,1 0 0,-1-1 0,1 1 0,-1 0 0,1-1 0,-1 1 0,1 0 0,0-1 0,0 1 0,0-1 0,0 1 0,0-1 0,0 0 0,0 1 0,2 1 0,5 3 0,-1 0 0,1-1 0,0 1 0,0-1 0,0-1 0,1 0 0,0 0 0,0-1 0,11 3 0,13 2 0,42 4 0,-41-7 0,2-1-682,68 1-1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2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442 54 24575,'-28'-14'0,"-34"-12"0,53 23 0,1 0 0,-1 1 0,0 0 0,0 1 0,0-1 0,-1 2 0,1-1 0,-14 2 0,21 0 0,0-1 0,-1 1 0,1-1 0,0 1 0,-1-1 0,1 1 0,0 0 0,0 0 0,0 0 0,0 1 0,0-1 0,0 0 0,0 1 0,0-1 0,0 1 0,1 0 0,-3 3 0,2-3 0,1 1 0,-1 0 0,1 0 0,0 0 0,0 0 0,0 0 0,0 0 0,1 0 0,-1 1 0,1-1 0,0 5 0,0 4 0,2-1 0,-1 1 0,2-1 0,-1 0 0,2 1 0,4 11 0,-1-8 0,0 0 0,1-1 0,0 1 0,16 19 0,47 47 0,-47-54 0,-22-26 0,-1 1 0,1-1 0,-1 1 0,0 0 0,0 0 0,0 0 0,2 3 0,-3-5 0,0 1 0,0-1 0,0 1 0,0-1 0,0 0 0,0 1 0,0-1 0,0 1 0,0-1 0,0 1 0,0-1 0,0 0 0,-1 1 0,1-1 0,0 1 0,0-1 0,0 1 0,-1-1 0,1 0 0,0 1 0,0-1 0,-1 0 0,1 1 0,0-1 0,-1 0 0,1 1 0,0-1 0,-1 0 0,1 0 0,-1 0 0,1 1 0,0-1 0,-1 0 0,1 0 0,-1 0 0,1 0 0,0 0 0,-1 1 0,1-1 0,-1 0 0,1 0 0,-1 0 0,-18 2 0,1 0 0,-1-1 0,-32-3 0,11 1 0,-150-1-1365,151 2-5461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3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73 24575,'-11'-7'0,"-5"-4"0,-1 1 0,0 0 0,0 1 0,-1 1 0,-22-7 0,38 14 0,1 1 0,-1 0 0,1-1 0,-1 1 0,1 0 0,-1-1 0,1 1 0,-1 0 0,1 0 0,-1 0 0,0 1 0,1-1 0,-1 0 0,1 0 0,-1 1 0,1-1 0,-1 1 0,1 0 0,0-1 0,-1 1 0,1 0 0,0 0 0,-1 0 0,1-1 0,0 2 0,0-1 0,0 0 0,0 0 0,0 0 0,0 0 0,0 1 0,0-1 0,1 0 0,-1 1 0,0-1 0,1 0 0,-2 3 0,1 4 0,-1 0 0,1 0 0,0 0 0,1 0 0,0 15 0,3 7-68,0 0-1,2 0 1,2 0 0,0-1-1,13 30 1,67 138-343,-19-71 411,131 184 0,-153-239-23,-25-38 76,0-1 1,47 52-1,-67-83-105,0 0-1,-1 0 1,1-1-1,0 1 1,0-1 0,-1 1-1,1 0 1,0-1 0,0 1-1,0-1 1,-1 0-1,3 1 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3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420 168 24575,'-47'-33'0,"-67"-36"0,90 56 0,-1 2 0,0 1 0,-1 1 0,0 1 0,-27-5 0,48 12 15,0 1 0,0-1 0,1 1 0,-1 0 0,0 0 0,0 1 0,-9 2 0,12-3-70,1 0 0,-1 1 0,0 0 0,1-1 0,-1 1 0,1 0 0,-1-1 0,1 1 0,0 0 0,-1 0 0,1 0 0,0 0 0,0 1 0,-1-1 0,1 0 0,0 0 0,0 1 0,0-1 0,1 1 0,-1-1 0,0 1 0,0-1 0,1 1 0,-1-1 0,1 1 0,-1 2 0,1 5-6771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4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282 393 24575,'-31'-16'0,"-1"1"0,0 1 0,-1 2 0,-46-10 0,75 21 0,-1 0 0,0 0 0,0 1 0,0 0 0,1 0 0,-1 0 0,0 1 0,0 0 0,-6 1 0,10-1 0,0-1 0,-1 1 0,1-1 0,0 1 0,0 0 0,0 0 0,0-1 0,0 1 0,0 0 0,0 0 0,0 0 0,0 0 0,0 0 0,0 0 0,1 0 0,-1 1 0,0-1 0,1 0 0,-1 0 0,1 0 0,-1 1 0,1-1 0,0 0 0,0 1 0,-1-1 0,1 0 0,0 1 0,0-1 0,0 0 0,0 1 0,1-1 0,-1 0 0,0 0 0,0 1 0,1-1 0,-1 0 0,2 3 0,0 2 0,1 0 0,0 0 0,0 0 0,1-1 0,0 1 0,0-1 0,0 0 0,0 0 0,1-1 0,0 1 0,0-1 0,0 0 0,1 0 0,-1-1 0,1 1 0,0-1 0,9 3 0,4 2 0,1-1 0,-1-1 0,2-1 0,25 3 0,-32-6 0,-1-1 0,1 0 0,14-2 0,-21 1 0,0-1 0,0 0 0,0-1 0,-1 1 0,1-1 0,-1-1 0,1 1 0,5-4 0,-10 5 0,-1 1 0,0-1 0,0 0 0,0 0 0,0 0 0,0 0 0,0 0 0,0 0 0,0 0 0,0 0 0,0 0 0,-1 0 0,1 0 0,0 0 0,-1-1 0,1 1 0,-1 0 0,1 0 0,-1-1 0,1-1 0,-1 1 0,0 0 0,0-1 0,0 1 0,-1 0 0,1 0 0,-1-1 0,1 1 0,-1 0 0,0 0 0,1 0 0,-3-3 0,-2-3 0,0-1 0,-1 1 0,0 0 0,-10-10 0,-15-17 0,-25-25 0,55 59 0,1 1 0,-1 0 0,0-1 0,1 1 0,-1-1 0,1 1 0,-1-1 0,1 1 0,-1-1 0,1 0 0,-1 1 0,1-1 0,0 0 0,-1 1 0,1-1 0,0 0 0,0 1 0,0-1 0,-1 0 0,1 0 0,0 1 0,0-1 0,0 0 0,0 0 0,0 0 0,1 0 0,-1 1 0,1-1 0,-1 1 0,1-1 0,0 1 0,-1-1 0,1 1 0,0-1 0,-1 1 0,1 0 0,0 0 0,0-1 0,-1 1 0,1 0 0,0 0 0,0 0 0,-1 0 0,1 0 0,1 0 0,6 0 0,-1 0 0,1 0 0,11 3 0,7 3 0,0 1 0,42 18 0,47 30 0,-43-19 0,106 57 0,-152-79 0,-31-24 0,-5-5 0,5 9 0,-10-10 0,1-2 0,1 1 0,0-2 0,2 0 0,-14-28 0,15 23 0,2-1 0,0 0 0,-5-34 0,11 45 0,0-1 0,1 0 0,1 0 0,0 0 0,1 1 0,1-1 0,4-19 0,-5 30 20,0 1 0,0-1 0,1 0 0,0 0 0,3-5 0,-4 7-103,0 1 1,0 0-1,0 0 1,0 0-1,0-1 1,0 1-1,0 0 1,0 1-1,1-1 1,-1 0-1,0 0 1,1 0-1,-1 1 1,0-1-1,1 1 1,-1-1-1,4 0 1,4 1-6744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5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142 215 24575,'-1'53'0,"0"-23"0,1 1 0,1-1 0,7 33 0,-7-57 0,1 0 0,0 0 0,0 0 0,0-1 0,6 10 0,-7-13 0,-1-1 0,1 0 0,0 0 0,0 1 0,-1-1 0,1 0 0,0 0 0,0 0 0,0 0 0,0 0 0,1 0 0,-1 0 0,0-1 0,0 1 0,0 0 0,1 0 0,-1-1 0,0 1 0,1-1 0,-1 1 0,1-1 0,-1 0 0,0 0 0,1 0 0,-1 1 0,1-1 0,-1 0 0,3-1 0,-2 1 0,-1-1 0,0 0 0,0 0 0,0 1 0,0-1 0,0 0 0,0 0 0,0 0 0,-1 0 0,1 0 0,0 0 0,0 0 0,-1 0 0,1-1 0,-1 1 0,1 0 0,-1 0 0,1 0 0,-1-1 0,0 1 0,1 0 0,-1-1 0,0 1 0,0 0 0,0 0 0,0-1 0,0 1 0,0 0 0,-1-3 0,0-4 0,-1 1 0,1-1 0,-5-11 0,-5-7 0,0 1 0,-21-33 0,-35-44 0,49 76 0,18 25 0,-28-37 0,25 35 0,0-1 0,0 1 0,-1 0 0,1 0 0,-1 0 0,0 0 0,-6-3 0,10 6 0,0 0 0,0 0 0,-1-1 0,1 1 0,0 0 0,0 0 0,0 0 0,0 0 0,0 0 0,0 0 0,0 0 0,-1 0 0,1 0 0,0 0 0,0 0 0,0 0 0,0-1 0,0 1 0,0 0 0,-1 0 0,1 0 0,0 0 0,0 0 0,0 0 0,0 0 0,0 0 0,-1 0 0,1 0 0,0 0 0,0 1 0,0-1 0,0 0 0,0 0 0,-1 0 0,1 0 0,0 0 0,0 0 0,0 0 0,0 0 0,0 0 0,0 0 0,0 0 0,-1 1 0,1-1 0,0 0 0,0 0 0,0 0 0,0 0 0,0 0 0,0 1 0,3 8 0,10 10 0,-2-8 0,0 1 0,0-1 0,1-1 0,1 0 0,0 0 0,0-1 0,1-1 0,0-1 0,0 0 0,1 0 0,0-2 0,0 1 0,21 3 0,-22-7 0,0 1 0,0-2 0,0 0 0,0-1 0,0 0 0,0-1 0,0-1 0,0 0 0,0-1 0,-1 0 0,1-1 0,-1-1 0,0 0 0,0-1 0,17-10 0,-23 12 0,-1-1 0,0 0 0,-1 0 0,1-1 0,-1 1 0,0-1 0,0 0 0,0-1 0,-1 1 0,0-1 0,-1 0 0,6-13 0,-7 15 0,-1 1 0,1-1 0,-1 1 0,0-1 0,-1 1 0,1-1 0,-1 1 0,0-1 0,0 0 0,0 1 0,0-1 0,-1 1 0,0-1 0,0 1 0,0-1 0,-1 1 0,0-1 0,1 1 0,-1 0 0,-1 0 0,1 0 0,-5-6 0,6 9 0,0-1 0,-1 1 0,1-1 0,0 1 0,-1 0 0,1-1 0,-1 1 0,0 0 0,1 0 0,-1 0 0,0 0 0,0 0 0,0 1 0,0-1 0,1 1 0,-1-1 0,0 1 0,0-1 0,0 1 0,0 0 0,0 0 0,0 0 0,0 0 0,0 0 0,0 1 0,0-1 0,0 1 0,0-1 0,0 1 0,0 0 0,-3 1 0,2 0 0,-1 1 0,1-1 0,-1 1 0,1 0 0,0 0 0,0 0 0,0 1 0,0-1 0,1 1 0,-1-1 0,1 1 0,0 0 0,-2 6 0,1-2 0,0 0 0,1 0 0,0 1 0,0 0 0,1-1 0,0 1 0,0 0 0,1-1 0,0 1 0,1 0 0,3 13 0,-2-12 0,1 1 0,1-1 0,0 0 0,0 0 0,1-1 0,0 1 0,1-1 0,10 14 0,-5-11 0,-1-1 0,2 0 0,-1 0 0,1-1 0,1-1 0,0 0 0,0 0 0,1-2 0,0 0 0,0 0 0,1-1 0,28 7 0,-26-9-120,-4 0 247,26 2-1,-36-5-251,1-1 0,0 0 1,-1 0-1,1-1 0,0 1 0,-1-1 0,1 0 0,-1 1 0,1-2 1,-1 1-1,7-3 0,-1-2-6701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6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 24575,'-9'-3'0,"0"0"0,-1 0 0,1 1 0,-1 0 0,1 0 0,-1 1 0,0 1 0,-14 0 0,20 0 0,1 1 0,-1-1 0,0 1 0,1 0 0,-1 0 0,1 1 0,-1-1 0,1 1 0,-1 0 0,1-1 0,0 2 0,0-1 0,0 0 0,0 0 0,1 1 0,-1 0 0,0 0 0,1-1 0,0 1 0,0 1 0,0-1 0,0 0 0,0 0 0,-2 7 0,3-5 0,-1 0 0,1 1 0,0-1 0,0 0 0,0 1 0,1-1 0,0 1 0,0-1 0,0 1 0,1-1 0,-1 0 0,1 1 0,1-1 0,-1 0 0,1 0 0,0 1 0,0-1 0,1-1 0,-1 1 0,1 0 0,0 0 0,0-1 0,4 4 0,6 6 0,0 0 0,1-1 0,0-1 0,1 0 0,23 13 0,-27-18 15,0-1 0,0-1 0,1 0 0,0 0 0,0-1 0,0 0 0,22 3 0,-4-4-510,-1-1 0,35-3 0,-47 1-6331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6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156 106 24575,'-10'-10'0,"-4"-4"0,-21-17 0,32 29 0,0-1 0,-1 1 0,1 0 0,-1 0 0,0 0 0,0 0 0,0 0 0,0 1 0,0 0 0,0 0 0,0 0 0,-6-1 0,8 3 0,0-1 0,1 0 0,-1 1 0,0-1 0,1 0 0,-1 1 0,1 0 0,-1-1 0,1 1 0,-1 0 0,1 0 0,-1 0 0,1 0 0,0 0 0,0 0 0,-1 0 0,1 1 0,0-1 0,0 0 0,0 1 0,0-1 0,0 1 0,1-1 0,-1 1 0,0-1 0,1 1 0,-1-1 0,1 1 0,-1 0 0,1 2 0,-2 5 0,0 1 0,1-1 0,1 19 0,0-8 0,-1-8 0,1-1 0,1 1 0,2 14 0,-2-23 0,0 0 0,-1 0 0,1 0 0,1 0 0,-1 0 0,0 0 0,1-1 0,-1 1 0,1 0 0,0-1 0,0 1 0,0-1 0,0 0 0,0 0 0,1 0 0,4 4 0,8 3 0,1 0 0,0-1 0,24 7 0,-30-11 0,0-1 0,1-1 0,-1 0 0,1 0 0,0-1 0,-1 0 0,12-1 0,-20 0 0,0 0 0,0-1 0,0 1 0,0 0 0,0-1 0,0 1 0,0-1 0,0 0 0,0 0 0,-1 0 0,1 0 0,0 0 0,-1 0 0,1 0 0,0 0 0,-1-1 0,1 1 0,0-2 0,0 0 0,-1 1 0,1 0 0,-1-1 0,0 1 0,0-1 0,0 1 0,-1-1 0,1 0 0,-1 1 0,1-1 0,-1 0 0,0-2 0,0-4 0,-1 0 0,0 1 0,0-1 0,-1 1 0,0 0 0,-1 0 0,-5-13 0,1 6 0,-1 1 0,0 0 0,0 0 0,-2 1 0,0 1 0,-11-13 0,14 18 0,0 1 0,-1 0 0,1 0 0,-1 0 0,-1 1 0,1 0 0,-1 0 0,0 1 0,0 1 0,0-1 0,-12-2 0,17 6-151,-1-1-1,1 1 0,-1-1 0,1 1 1,0 1-1,-1-1 0,1 1 1,-6 1-1,-3 1-6674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6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64 344 24575,'0'-6'0,"-1"0"0,0 0 0,-1 0 0,0-1 0,0 2 0,0-1 0,0 0 0,-1 0 0,0 1 0,-1-1 0,-3-5 0,2 4 0,1 0 0,0 0 0,0 0 0,1-1 0,0 1 0,-3-10 0,4 4 0,0 1 0,1 0 0,1-1 0,0 1 0,0-1 0,4-17 0,-3 23 0,0 0 0,1 1 0,0-1 0,0 1 0,1-1 0,-1 1 0,2 0 0,-1 0 0,0 0 0,1 1 0,0-1 0,0 1 0,7-7 0,-10 11-32,0 0-1,0 0 1,0 1-1,0-1 1,0 0-1,0 0 1,0 1-1,1-1 1,-1 0-1,0 1 1,0-1-1,1 1 1,-1 0-1,0-1 1,1 1-1,-1 0 1,0 0-1,1 0 1,-1 0-1,0 0 1,1 0-1,-1 0 1,0 0-1,1 0 1,-1 1-1,0-1 1,0 1-1,1-1 1,-1 1-1,0-1 1,0 1-1,0 0 1,0-1-1,1 1 1,-1 0-1,0 0 1,0 0-1,-1 0 0,1 0 1,0 0-1,1 1 1,3 7-6794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7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250 664 24575,'-23'-11'0,"-55"-22"0,68 29 0,0 1 0,-1 1 0,1-1 0,-1 2 0,-17-2 0,25 3 0,0 0 0,0 0 0,0 1 0,0-1 0,0 0 0,1 1 0,-1 0 0,0 0 0,0 0 0,1 0 0,-1 0 0,0 0 0,1 1 0,-1-1 0,1 1 0,0 0 0,-1 0 0,1 0 0,0 0 0,-2 3 0,2-2 0,0 0 0,1-1 0,0 1 0,0 0 0,0 1 0,0-1 0,0 0 0,0 0 0,1 0 0,-1 0 0,1 1 0,0-1 0,0 0 0,0 0 0,1 1 0,-1-1 0,1 0 0,1 3 0,0 3 0,1-1 0,1 0 0,0 1 0,0-2 0,0 1 0,1 0 0,1-1 0,-1 0 0,1 0 0,0-1 0,9 8 0,-10-9 0,0-1 0,0 0 0,0 0 0,1 0 0,0-1 0,0 0 0,0 0 0,0-1 0,0 1 0,1-1 0,-1-1 0,1 1 0,-1-1 0,1 0 0,10 0 0,-14-2 0,0 1 0,0-1 0,0 0 0,0 0 0,-1 0 0,1 0 0,0 0 0,0-1 0,-1 1 0,1-1 0,-1 0 0,0 0 0,1 0 0,-1 0 0,0 0 0,0 0 0,0 0 0,-1-1 0,1 1 0,0-1 0,-1 1 0,0-1 0,1 0 0,0-3 0,2-5 0,-1 1 0,0-1 0,0-1 0,-1 1 0,0-12 0,0-6 0,-2-1 0,-1 1 0,-7-42 0,-24-89 0,19 105 0,-6-26 0,-49-127 0,66 203 0,0 0 0,0 0 0,-1 0 0,0 1 0,-5-7 0,8 10 0,-1 0 0,1 1 0,0-1 0,-1 1 0,0-1 0,1 0 0,-1 1 0,1 0 0,-1-1 0,0 1 0,1-1 0,-1 1 0,0 0 0,1-1 0,-1 1 0,0 0 0,1 0 0,-1-1 0,0 1 0,0 0 0,1 0 0,-1 0 0,0 0 0,0 0 0,0 0 0,1 0 0,-1 0 0,0 0 0,0 1 0,1-1 0,-1 0 0,0 0 0,1 1 0,-1-1 0,0 1 0,1-1 0,-1 0 0,0 1 0,1-1 0,-1 1 0,1-1 0,-1 1 0,1-1 0,-1 1 0,1 0 0,-1-1 0,1 1 0,0 0 0,-1 0 0,-4 7 0,1-1 0,0 1 0,1 0 0,0 0 0,0 1 0,0-1 0,1 1 0,-1 8 0,-4 73 0,7-87 0,-1 25 0,1 0 0,2 0 0,0 0 0,2 0 0,1-1 0,16 51 0,-15-63 0,0-1 0,0 0 0,2 0 0,0 0 0,0-1 0,1 0 0,1-1 0,0 0 0,1 0 0,0-1 0,1-1 0,0 0 0,24 15 0,-22-16 0,1 0 0,0-2 0,1 0 0,0-1 0,0 0 0,30 5 0,-40-9 0,1-1 0,-1-1 0,1 0 0,-1 0 0,1 0 0,-1 0 0,1-1 0,-1 0 0,0-1 0,1 1 0,-1-1 0,0 0 0,0-1 0,0 0 0,0 0 0,-1 0 0,1 0 0,-1-1 0,1 0 0,7-8 0,-8 6 0,0 0 0,0-1 0,-1 0 0,0 0 0,0 0 0,0 0 0,-1 0 0,0-1 0,-1 0 0,0 0 0,0 1 0,1-12 0,-2 12 0,0 1 0,-1-1 0,0 0 0,0 1 0,-1-1 0,0 0 0,0 1 0,0-1 0,-1 0 0,0 1 0,0 0 0,0-1 0,-1 1 0,0 0 0,-5-7 0,7 11 0,0 1 0,0-1 0,-1 1 0,1-1 0,0 1 0,-1 0 0,1-1 0,-1 1 0,1 0 0,-1 0 0,0 0 0,1 0 0,-1 0 0,0 0 0,0 1 0,0-1 0,0 1 0,1-1 0,-1 1 0,0 0 0,0-1 0,0 1 0,-4 0 0,4 1 0,0 0 0,0-1 0,0 1 0,0 0 0,1 0 0,-1 0 0,0 1 0,0-1 0,1 0 0,-1 1 0,0-1 0,1 1 0,0-1 0,-1 1 0,1 0 0,0-1 0,0 1 0,0 0 0,0 0 0,0 0 0,-1 4 0,-1 2 0,1 1 0,1 0 0,-1-1 0,1 1 0,1 0 0,0 0 0,0 0 0,0 0 0,1-1 0,1 1 0,-1 0 0,4 8 0,-1-2 0,1-1 0,1 0 0,0-1 0,0 1 0,2-1 0,11 17 0,-12-21 0,1 0 0,0 0 0,0-1 0,1 1 0,16 11 0,-19-16 0,0-1 0,0 0 0,0 0 0,0 0 0,0-1 0,1 0 0,-1 0 0,1 0 0,-1-1 0,1 0 0,10 0 0,-2-1-1365,-2-1-5461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8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169 731 24575,'-38'-62'0,"33"55"0,0 0 0,0 1 0,-1-1 0,0 1 0,-1 1 0,-8-7 0,14 11 0,-1 0 0,1 0 0,-1 0 0,1 0 0,-1 1 0,0-1 0,1 0 0,-1 1 0,0-1 0,1 1 0,-1 0 0,0 0 0,0-1 0,1 1 0,-1 0 0,-3 1 0,4-1 0,0 1 0,-1-1 0,1 1 0,0-1 0,0 1 0,0 0 0,0-1 0,0 1 0,0 0 0,0 0 0,1 0 0,-1 0 0,0-1 0,0 1 0,1 0 0,-1 1 0,0-1 0,1 0 0,-1 0 0,1 0 0,-1 0 0,1 0 0,-1 3 0,-1 12 0,0 1 0,1 0 0,1-1 0,0 1 0,5 24 0,-4-35 0,0 1 0,1-1 0,0 0 0,0-1 0,1 1 0,0 0 0,0-1 0,0 1 0,0-1 0,1 0 0,0 0 0,0 0 0,6 5 0,-8-8 0,1 0 0,-1 0 0,1 0 0,0 0 0,-1-1 0,1 1 0,0-1 0,0 0 0,0 0 0,0 0 0,0 0 0,4 1 0,-5-2 0,1 0 0,-1 0 0,0 0 0,1-1 0,-1 1 0,0 0 0,1-1 0,-1 0 0,0 1 0,0-1 0,0 0 0,0 0 0,0 0 0,1-1 0,-2 1 0,1 0 0,0-1 0,2-1 0,0-1 0,-1 0 0,0-1 0,0 1 0,0-1 0,0 1 0,-1-1 0,0 0 0,0 0 0,0 0 0,-1 0 0,2-9 0,0-3 0,-1 0 0,1-21 0,-4-1 0,-1 0 0,-2 1 0,-16-70 0,-44-110 0,50 174 0,12 37 0,-15-48 0,-42-91 0,59 145 0,-1 0 0,1-1 0,-1 1 0,0 0 0,1 0 0,-1 0 0,0 0 0,0 0 0,1 0 0,-1 1 0,-1-2 0,2 2 0,-1 0 0,1 0 0,0 0 0,0 0 0,0 0 0,-1 0 0,1 0 0,0 0 0,0 0 0,0 0 0,0 0 0,-1 0 0,1 0 0,0 0 0,0 1 0,0-1 0,0 0 0,0 0 0,-1 0 0,1 0 0,0 0 0,0 0 0,0 0 0,0 1 0,0-1 0,0 0 0,0 0 0,0 0 0,-1 0 0,1 1 0,0-1 0,0 0 0,0 0 0,0 0 0,0 0 0,0 1 0,0-1 0,0 0 0,0 0 0,0 0 0,0 1 0,0 3 0,0 1 0,-1-1 0,2 1 0,0 8 0,11 40 0,2 0 0,3 0 0,42 90 0,-1-21-35,-21-48-630,46 132 0,-78-187-6161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0:59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246 167 24575,'-24'-27'0,"-1"2"0,-1 0 0,-1 2 0,-36-23 0,58 42 0,0 1 0,0 0 0,-1 1 0,1 0 0,-9-3 0,13 5 0,0-1 0,0 1 0,0 0 0,-1 0 0,1-1 0,0 1 0,0 0 0,0 0 0,0 0 0,-1 1 0,1-1 0,0 0 0,0 0 0,0 1 0,0-1 0,0 0 0,0 1 0,-1-1 0,1 1 0,0 0 0,0-1 0,0 1 0,1 0 0,-1 0 0,0-1 0,0 1 0,0 0 0,1 0 0,-1 0 0,0 0 0,1 0 0,-1 0 0,0 2 0,-1 2 0,1 0 0,0 0 0,0 0 0,0 1 0,1-1 0,0 0 0,0 0 0,0 1 0,0-1 0,1 0 0,0 0 0,0 0 0,1 0 0,-1 0 0,4 6 0,2 6 0,0-1 0,2 0 0,11 16 0,0-4 0,1-1 0,26 25 0,55 47 0,-59-59 0,-24-23 0,-11-10 0,0 1 0,12 12 0,-20-19 0,0-1 0,1 0 0,-1 0 0,0 1 0,0-1 0,0 0 0,1 1 0,-1-1 0,0 0 0,0 0 0,0 1 0,0-1 0,1 0 0,-1 1 0,0-1 0,0 1 0,0-1 0,0 0 0,0 1 0,0-1 0,0 0 0,0 1 0,0-1 0,0 0 0,0 1 0,0-1 0,-1 0 0,1 1 0,0-1 0,0 0 0,0 1 0,0-1 0,0 0 0,-1 1 0,1-1 0,-1 1 0,0-1 0,0 1 0,0 0 0,0-1 0,0 1 0,-1-1 0,1 1 0,0-1 0,-1 0 0,1 0 0,-2 1 0,-32-1 0,9-4 0,-1-1 0,1-2 0,0 0 0,1-2 0,-45-21 0,69 29 0,1 1 0,-1 0 0,0 0 0,1-1 0,-1 1 0,0 0 0,1-1 0,-1 1 0,1-1 0,-1 1 0,1-1 0,-1 1 0,1-1 0,-1 1 0,1-1 0,-1 1 0,1-1 0,0 0 0,-1 1 0,1-2 0,0 2 0,0-1 0,0 1 0,0-1 0,0 1 0,1 0 0,-1-1 0,0 1 0,0-1 0,0 1 0,1 0 0,-1-1 0,0 1 0,0-1 0,1 1 0,-1 0 0,0 0 0,1-1 0,-1 1 0,0 0 0,1-1 0,-1 1 0,1 0 0,5-3 0,-1 1 0,1 0 0,8-2 0,-10 3 0,167-41 0,78-23 0,-237 61 0,-1 0 0,0-1 0,16-8 0,-25 12 0,1-1 0,0 0 0,0 0 0,-1 0 0,1 0 0,-1-1 0,1 1 0,-1-1 0,0 1 0,0-1 0,0 0 0,0 0 0,-1 0 0,1 0 0,-1 0 0,0 0 0,1-4 0,-1 6 0,-1 0 0,0-1 0,0 1 0,0 0 0,0-1 0,0 1 0,0 0 0,0-1 0,0 1 0,-1 0 0,1-1 0,0 1 0,-1 0 0,1-1 0,-1 1 0,0 0 0,1 0 0,-1 0 0,-1-2 0,0 1 0,1 1 0,-1-1 0,0 1 0,0-1 0,0 1 0,0 0 0,0 0 0,0 0 0,0 0 0,-4-1 0,1 0 0,-1 1 0,0 0 0,1 0 0,-1 1 0,0 0 0,0 0 0,0 0 0,-7 1 0,8 0 0,1 1 0,0-1 0,0 0 0,0 1 0,0 0 0,0 0 0,0 0 0,0 1 0,0-1 0,1 1 0,-1 0 0,1 0 0,0 0 0,0 0 0,0 1 0,-3 4 0,5-6 0,-1 1 0,0 0 0,1 1 0,0-1 0,-1 0 0,1 0 0,0 1 0,1-1 0,-1 0 0,1 1 0,-1-1 0,1 1 0,0-1 0,1 0 0,-1 1 0,0-1 0,1 1 0,0-1 0,0 0 0,0 1 0,2 4 0,2 1 0,0 0 0,1-1 0,0 1 0,0-1 0,1-1 0,0 1 0,0-1 0,1-1 0,0 1 0,15 8 0,1 0 0,1-2 0,43 17 0,-46-22 0,1-1 0,-1-1 0,1-1 0,27 3 0,-39-6 0,0-2 0,1 1 0,-1-2 0,0 1 0,1-2 0,-1 1 0,0-2 0,0 1 0,0-1 0,17-8 0,-22 8 0,0-1 0,0 0 0,-1 0 0,1 0 0,-1-1 0,0 0 0,0 0 0,0 0 0,-1 0 0,0-1 0,0 1 0,-1-1 0,1 0 0,-1 0 0,0-1 0,-1 1 0,0-1 0,0 1 0,2-10 0,-3 7 0,0 1 0,0-1 0,0 0 0,-2 0 0,1 0 0,-1 0 0,0 0 0,-1 0 0,0 1 0,0-1 0,-1 0 0,0 1 0,0 0 0,-8-13 0,10 19 0,-1 0 0,0-1 0,0 1 0,0 0 0,0 0 0,0 0 0,0 0 0,-1 0 0,1 1 0,0-1 0,-1 1 0,1 0 0,-1-1 0,0 1 0,0 0 0,1 0 0,-1 1 0,0-1 0,0 1 0,0-1 0,0 1 0,1 0 0,-1 0 0,0 0 0,0 1 0,0-1 0,0 0 0,0 1 0,1 0 0,-1 0 0,0 0 0,0 0 0,1 0 0,-1 1 0,1-1 0,-1 1 0,1-1 0,0 1 0,-1 0 0,1 0 0,0 0 0,-3 5 0,1-1 0,0 1 0,0 0 0,1 0 0,0 0 0,1 0 0,0 1 0,0-1 0,0 1 0,1 0 0,0-1 0,0 1 0,1 0 0,0-1 0,1 1 0,-1 0 0,2-1 0,-1 1 0,3 8 0,1-3 0,0 0 0,0 0 0,1-1 0,1 0 0,0 0 0,1-1 0,0 0 0,0 0 0,14 12 0,-14-14 0,1-1 0,0 0 0,0 0 0,20 11 0,-27-18 0,0 0 0,0 0 0,0 0 0,0 0 0,0 0 0,1 0 0,-1 0 0,0-1 0,0 0 0,0 1 0,1-1 0,-1 0 0,0 0 0,1 0 0,-1 0 0,0 0 0,0-1 0,1 1 0,-1-1 0,0 1 0,0-1 0,0 0 0,0 0 0,0 0 0,0 0 0,0 0 0,0 0 0,0-1 0,0 1 0,0-1 0,-1 1 0,1-1 0,1-2 0,1-2 0,0 1 0,0-1 0,-1-1 0,1 1 0,-2 0 0,1-1 0,-1 0 0,0 1 0,0-1 0,0 0 0,-1 0 0,-1 0 0,1 0 0,-1-14 0,0 21 0,0 0 0,0 0 0,-1 0 0,1 1 0,0-1 0,0 0 0,0 0 0,0 0 0,0 0 0,0 0 0,0 0 0,0 0 0,0 0 0,0 0 0,0 0 0,-1 1 0,1-1 0,0 0 0,0 0 0,0 0 0,0 0 0,0 0 0,0 0 0,0 0 0,-1 0 0,1 0 0,0 0 0,0 0 0,0 0 0,0 0 0,0 0 0,0 0 0,0 0 0,-1 0 0,1 0 0,0 0 0,0 0 0,0 0 0,0 0 0,0-1 0,0 1 0,0 0 0,0 0 0,-1 0 0,1 0 0,0 0 0,0 0 0,0 0 0,0 0 0,0 0 0,0 0 0,0-1 0,0 1 0,0 0 0,0 0 0,0 0 0,0 0 0,0 0 0,0 0 0,0 0 0,0-1 0,0 1 0,0 0 0,-5 9 0,-1 7 0,2 1 0,0-1 0,1 0 0,0 1 0,2 0 0,0 33 0,4-5 0,11 61 0,-4-57 0,1 0 0,31 84 0,-41-131 0,0 1 0,1-1 0,-1 0 0,0 0 0,1 0 0,-1 0 0,1 0 0,3 3 0,-5-5 0,0 0 0,0 1 0,0-1 0,0 0 0,1 0 0,-1 0 0,0 0 0,0 0 0,0 0 0,1 1 0,-1-1 0,0 0 0,0 0 0,1 0 0,-1 0 0,0 0 0,0 0 0,0 0 0,1 0 0,-1 0 0,0 0 0,0 0 0,1 0 0,-1 0 0,0 0 0,0 0 0,1 0 0,-1-1 0,0 1 0,0 0 0,0 0 0,1 0 0,-1 0 0,1-1 0,-1 0 0,1 0 0,-1 0 0,0 0 0,1 0 0,-1 0 0,0 0 0,0 0 0,0 0 0,1 0 0,-1 0 0,0 0 0,-1-1 0,1-8-71,-1 0 0,-3-14 0,2 13-1081,-1-7-5674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00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4 181 24575,'-3'-2'0,"2"3"0,4 8 0,8 12 0,-5-11 0,1-1 0,-1 0 0,2-1 0,-1 1 0,1-1 0,0-1 0,1 0 0,0 0 0,0 0 0,0-1 0,1-1 0,12 6 0,-20-10 0,0 0 0,1 0 0,-1-1 0,0 1 0,1-1 0,-1 0 0,1 1 0,-1-1 0,0 0 0,1 0 0,-1-1 0,1 1 0,-1 0 0,0-1 0,1 0 0,-1 1 0,0-1 0,1 0 0,-1 0 0,0 0 0,0 0 0,0-1 0,0 1 0,3-3 0,-2 0 0,0 1 0,-1 0 0,0 0 0,1-1 0,-1 1 0,-1-1 0,1 0 0,0 0 0,-1 1 0,0-1 0,0 0 0,0 0 0,1-9 0,-2 4 0,2-7 0,1 15 0,4 9 0,2 5 0,1-1 0,0 0 0,1-1 0,0 0 0,0-1 0,1 0 0,1-1 0,0 0 0,0-1 0,1 0 0,0-1 0,0-1 0,0 0 0,1-1 0,0-1 0,0 0 0,0-1 0,1 0 0,27 0 0,-37-3 0,-1 0 0,0 0 0,0-1 0,1 0 0,-1 0 0,0 0 0,0-1 0,0 1 0,0-1 0,5-3 0,-7 3 0,-1 1 0,1-1 0,-1 0 0,0 0 0,0 0 0,0-1 0,0 1 0,0 0 0,0-1 0,-1 1 0,1-1 0,-1 0 0,1 1 0,-1-1 0,0 0 0,0 0 0,-1 0 0,1 0 0,0-3 0,0-7 0,0-1 0,0 0 0,-2 0 0,0 1 0,0-1 0,-1 1 0,-1-1 0,-5-15 0,0 5 0,-1 0 0,-2 0 0,-18-30 0,26 49 0,0 0 0,0 0 0,-1 0 0,0 1 0,0-1 0,0 1 0,-6-4 0,9 7 0,0 0 0,0 1 0,0-1 0,0 0 0,0 1 0,0-1 0,0 0 0,-1 1 0,1 0 0,0-1 0,0 1 0,-1 0 0,1 0 0,0-1 0,0 1 0,-1 0 0,1 0 0,0 0 0,-1 1 0,1-1 0,0 0 0,0 0 0,-1 1 0,1-1 0,0 1 0,0-1 0,0 1 0,0-1 0,0 1 0,0 0 0,-1 0 0,1-1 0,1 1 0,-1 0 0,0 0 0,0 0 0,0 0 0,0 0 0,0 2 0,-3 3 0,1 0 0,0 0 0,0 0 0,0 0 0,1 1 0,-2 10 0,-6 42 0,8-40 0,1 1 0,0-1 0,3 26 0,-2-40 0,1 0 0,0 1 0,0-1 0,1 0 0,-1 0 0,1 0 0,0 0 0,1 0 0,-1 0 0,1-1 0,0 1 0,0-1 0,0 1 0,1-1 0,-1 0 0,1-1 0,4 4 0,2 0 0,0-2 0,0 1 0,0-1 0,1-1 0,0 0 0,0 0 0,0-1 0,0 0 0,0-1 0,13 0 0,9 0 0,0-1 0,40-5 0,-67 4 0,1-1 0,-1 0 0,1 0 0,-1 0 0,0-1 0,1 0 0,-1-1 0,10-5 0,-12 6 0,-1 0 0,0-1 0,0 1 0,0-1 0,0 0 0,-1 0 0,1 0 0,-1 0 0,0 0 0,0 0 0,0-1 0,0 1 0,-1-1 0,1 0 0,1-6 0,-2 3 0,0 1 0,0 0 0,0 0 0,-1 0 0,0-1 0,0 1 0,-1 0 0,0 0 0,-2-7 0,-1-2 0,0 0 0,-10-19 0,12 32 0,1 7 0,3 10 0,0-8 0,1-1 0,0 1 0,0 0 0,1-1 0,0 1 0,0-1 0,1 0 0,-1-1 0,1 1 0,11 8 0,-9-8 0,1 0 0,0 0 0,0-1 0,0 0 0,1 0 0,0-1 0,16 6 0,-23-10 0,0 1 0,1 0 0,-1-1 0,0 0 0,0 1 0,0-1 0,0 0 0,0 0 0,1 0 0,-1 0 0,0-1 0,0 1 0,0-1 0,0 1 0,0-1 0,0 0 0,3-1 0,-2 0 0,0 0 0,0-1 0,0 0 0,0 1 0,-1-1 0,1 0 0,-1 0 0,4-6 0,-5 7 0,0 0 0,0 0 0,1 1 0,-1-1 0,1 0 0,0 1 0,-1 0 0,1-1 0,0 1 0,0 0 0,-1 0 0,1 0 0,0 0 0,0 0 0,4-1 0,-2 2 0,0-1 0,0 0 0,0 1 0,0 0 0,0 0 0,0 0 0,8 2 0,2 2 0,1 0 0,-1 1 0,21 11 0,-27-13 0,2 1-136,-1 0-1,0 1 1,0 0-1,-1 0 1,0 1-1,0 0 1,0 0-1,0 1 0,8 9 1,-9-6-6690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0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248 212 24575,'-18'-13'0,"-61"-42"0,66 48 0,1 0 0,-1 0 0,-1 1 0,-18-5 0,30 10 0,0 0 0,0 1 0,-1-1 0,1 1 0,0 0 0,0-1 0,-1 1 0,1 0 0,0 0 0,0 1 0,-1-1 0,1 0 0,0 1 0,0-1 0,0 1 0,-1 0 0,1 0 0,0 0 0,0 0 0,0 0 0,0 0 0,-3 3 0,4-2 0,-1 0 0,1 0 0,-1 0 0,1 1 0,0-1 0,0 0 0,0 0 0,0 1 0,0-1 0,1 0 0,-1 1 0,1-1 0,0 1 0,-1-1 0,1 1 0,0-1 0,0 1 0,1-1 0,-1 1 0,1 3 0,1 1 0,1 0 0,-1 0 0,1 0 0,0 0 0,1-1 0,0 1 0,0-1 0,0 0 0,1 0 0,0 0 0,10 9 0,4 2 0,1-1 0,25 15 0,-24-18 0,1 0 0,0-1 0,1-2 0,27 9 0,-36-14 0,1-1 0,1-1 0,-1 0 0,0-1 0,1 0 0,-1-1 0,30-3 0,-38 1 0,1 0 0,-1-1 0,1 0 0,-1 0 0,0-1 0,0 1 0,0-2 0,-1 1 0,1-1 0,-1 0 0,7-5 0,-9 5 0,1 0 0,-1 0 0,0-1 0,0 1 0,-1-1 0,0 0 0,0 0 0,0 0 0,0 0 0,-1-1 0,1 1 0,-1-1 0,-1 1 0,3-11 0,-2-4 0,0 0 0,-1 0 0,-1 0 0,-4-32 0,2 38 0,-1 1 0,0 0 0,0 0 0,-1 0 0,-1 0 0,0 1 0,-13-22 0,17 32 0,0 1 0,0-1 0,-1 0 0,1 0 0,0 1 0,-1-1 0,1 1 0,-1 0 0,0-1 0,0 1 0,1 0 0,-1 0 0,0 0 0,0 0 0,0 0 0,0 0 0,0 1 0,0-1 0,0 1 0,0-1 0,-1 1 0,1 0 0,-3 0 0,3 0 0,-1 1 0,1-1 0,-1 1 0,1 0 0,-1 0 0,1 0 0,0 0 0,0 0 0,-1 0 0,1 1 0,0-1 0,0 1 0,0-1 0,0 1 0,0 0 0,1 0 0,-1 0 0,1 0 0,-2 2 0,-3 5 0,1 0 0,1 0 0,-1 1 0,2-1 0,-1 1 0,1 0 0,1 0 0,0 0 0,0 0 0,1 0 0,0 1 0,2 17 0,-1-20 0,1 0 0,0 0 0,1 0 0,0 0 0,0-1 0,1 1 0,0-1 0,0 1 0,1-1 0,0 0 0,0-1 0,0 1 0,1-1 0,0 1 0,0-1 0,12 10 0,0-4 0,1 0 0,-1-1 0,2-1 0,-1-1 0,2 0 0,-1-2 0,1 0 0,23 5 0,-12-6 0,0-1 0,0-1 0,0-2 0,57-3 0,-78 1 30,0-2 0,1 1 0,9-4 0,-17 5-117,0-1-1,-1 0 1,1 0 0,0 0-1,-1 0 1,1-1 0,-1 1-1,0-1 1,0 1-1,1-1 1,-1 0 0,0 0-1,0 0 1,0 0 0,-1 0-1,3-4 1,0-3-6739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02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91 24575,'-1'-1'0,"-41"-48"0,37 43 0,0 1 0,0 1 0,-1-1 0,0 1 0,0 0 0,-10-5 0,15 8 0,0 1 0,1-1 0,-1 1 0,0 0 0,0-1 0,1 1 0,-1 0 0,0 0 0,0 0 0,0 0 0,1 0 0,-1 0 0,0 0 0,0 0 0,0 0 0,1 0 0,-1 0 0,0 0 0,0 0 0,0 0 0,1 1 0,-1-1 0,0 0 0,1 1 0,-1-1 0,0 1 0,0-1 0,1 1 0,-1-1 0,1 1 0,-1-1 0,0 1 0,1-1 0,-1 1 0,1 0 0,0-1 0,-1 1 0,1 0 0,-1 0 0,1-1 0,0 1 0,0 0 0,-1 0 0,1 1 0,-1 2 0,0 1 0,0 0 0,1-1 0,0 1 0,0 0 0,1 6 0,1 5 0,0-1 0,2 0 0,0 0 0,1 0 0,0 0 0,1-1 0,9 15 0,62 90 0,-17-29 0,-58-88 0,-1 0 0,0 0 0,0 1 0,0-1 0,0 0 0,0 0 0,0 1 0,-1-1 0,1 1 0,-1-1 0,0 0 0,0 1 0,0 3 0,0-5 0,0 1 0,-1-1 0,1 1 0,-1-1 0,1 0 0,-1 1 0,0-1 0,0 0 0,0 0 0,1 1 0,-1-1 0,0 0 0,0 0 0,0 0 0,-1 0 0,1 0 0,0 0 0,0 0 0,-1-1 0,1 1 0,0 0 0,-1-1 0,-1 2 0,-15 3 15,0 0 0,-1 0 0,1-2 0,-28 2 0,-78-2-559,86-3-352,5 0-5930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6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47 137 24575,'1'-9'0,"1"17"0,2 6 0,57 144 0,2 2 0,-46-111 0,13 66 0,-28-101 0,0 0 0,1 23 0,-6-51 0,-6-27 0,4 19 0,-17-73 0,-4 2 0,-57-137 0,56 174 0,11 24 0,-19-56 0,34 87 0,-3-19 0,6 15 0,6 11 0,48 60 0,4 3 0,183 150 0,-28-75 0,-133-94 0,-82-50 0,0 0 0,1 0 0,-1 0 0,0 0 0,0 0 0,1 1 0,-1-1 0,0 0 0,0 0 0,1 0 0,-1 0 0,0 0 0,0 1 0,1-1 0,-1 0 0,0 0 0,0 0 0,1 1 0,-1-1 0,0 0 0,0 0 0,0 1 0,0-1 0,0 0 0,1 1 0,-1-1 0,0 0 0,0 0 0,0 1 0,0-1 0,0 0 0,0 1 0,0-1 0,0 0 0,0 1 0,0-1 0,0 0 0,0 1 0,-13 2 0,-24-4 0,35 0 0,-125-13 0,63 5 0,-75-1 0,30 11-1365,96-1-5461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6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24575,'3'1'0,"0"0"0,0 0 0,0 1 0,-1-1 0,1 1 0,0-1 0,0 1 0,-1 0 0,1 0 0,-1 0 0,0 0 0,3 4 0,1 0 0,13 9 0,0 0 0,1 0 0,43 22 0,-49-30 0,1-1 0,0 0 0,0-1 0,1 0 0,-1-1 0,1-1 0,17 1 0,-31-3 0,0-1 0,0 0 0,0 0 0,-1 0 0,1 0 0,0 0 0,0-1 0,0 1 0,0-1 0,0 1 0,0-1 0,0 0 0,-1 1 0,1-1 0,0 0 0,0 0 0,-1 0 0,1 0 0,2-3 0,-3 2 0,1 0 0,-1-1 0,0 1 0,0 0 0,0-1 0,0 1 0,0 0 0,-1-1 0,1 1 0,-1-1 0,0 1 0,1-1 0,-1 0 0,0 1 0,-1-3 0,-1-7 0,0 0 0,-1 0 0,0 1 0,-1 0 0,0-1 0,-1 1 0,0 0 0,-9-13 0,39 40 0,28 22 0,78 43 0,-128-79-136,0 0-1,1 0 1,-1-1-1,0 1 1,1-1-1,0 0 1,-1 0-1,1 0 0,7 0 1,-2-2-6690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7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257 555 24575,'-44'-5'0,"17"1"0,1 2 0,-1 1 0,0 0 0,-29 5 0,54-4 0,-1 1 0,1-1 0,-1 1 0,1-1 0,0 1 0,0 0 0,-1 0 0,1 0 0,0 0 0,0 1 0,0-1 0,0 0 0,0 1 0,0-1 0,1 1 0,-1 0 0,0 0 0,1-1 0,-1 1 0,1 0 0,0 1 0,0-1 0,-1 0 0,0 4 0,2-4 0,-1 1 0,1 0 0,-1 0 0,1-1 0,0 1 0,0 0 0,1 0 0,-1 0 0,1-1 0,-1 1 0,1 0 0,0-1 0,0 1 0,0 0 0,0-1 0,0 1 0,1-1 0,-1 0 0,1 1 0,3 3 0,1 0 0,0 0 0,0 0 0,1-1 0,0 0 0,0 0 0,0-1 0,0 0 0,1 0 0,0 0 0,0-1 0,11 3 0,-9-3 0,0-1 0,1 0 0,-1-1 0,0 0 0,1-1 0,-1 0 0,1 0 0,20-5 0,-26 4 0,0 0 0,0-1 0,0 1 0,0-1 0,0-1 0,0 1 0,-1 0 0,1-1 0,-1 0 0,1 0 0,-1-1 0,0 1 0,-1-1 0,7-7 0,-6 5 0,0 0 0,-1 0 0,0 0 0,0 0 0,-1 0 0,0-1 0,0 1 0,0-1 0,-1 0 0,1-8 0,-1-2 0,-1 0 0,0 0 0,-2 0 0,0 0 0,-1 0 0,-1 0 0,0 1 0,-9-23 0,-108-231 0,64 148 0,50 107 0,7 15 0,0 0 0,0 0 0,0 0 0,0 0 0,0 0 0,0 0 0,0 0 0,0 0 0,0 0 0,0 1 0,0-1 0,0 0 0,0 0 0,0 0 0,0 0 0,0 0 0,0 0 0,0 0 0,0 0 0,0 0 0,0 0 0,0 0 0,0 0 0,0 0 0,0 0 0,-1 0 0,1 0 0,0 0 0,0 0 0,0 0 0,0 0 0,0 0 0,0 0 0,0 0 0,0 0 0,0 0 0,0 0 0,0 0 0,0 1 0,0-1 0,0 0 0,0 0 0,0-1 0,7 29 0,101 247 0,-17-55 0,-72-176-1365,-10-28-5461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7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24575,'8'15'0,"5"8"0,0 3 0,1-3 0,-2-3 0,-1-5 0,-2-8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7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20 24575,'-3'-8'0,"3"1"0,0 3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8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24575,'2'0'0,"-1"0"0,1 0 0,-1 0 0,1 0 0,-1 0 0,1 1 0,-1-1 0,1 1 0,-1-1 0,1 1 0,-1-1 0,1 1 0,-1 0 0,0 0 0,1 0 0,-1 0 0,0 0 0,0 0 0,0 0 0,0 0 0,0 0 0,0 0 0,0 0 0,0 1 0,0-1 0,0 1 0,-1-1 0,1 0 0,-1 1 0,1-1 0,-1 1 0,1-1 0,-1 1 0,0-1 0,0 4 0,1 4 0,-1 0 0,-1 1 0,1-1 0,-5 16 0,4-18 0,-4 17 0,-10 28 0,14-49 0,0 0 0,0 0 0,-1-1 0,1 1 0,-1 0 0,1-1 0,-1 1 0,0-1 0,0 0 0,-1 1 0,1-1 0,0 0 0,-1 0 0,1 0 0,-1-1 0,0 1 0,1-1 0,-1 1 0,0-1 0,0 0 0,0 0 0,0 0 0,0-1 0,-4 1 0,-2 0 0,0 0 0,1-1 0,-1 0 0,0-1 0,0 0 0,0 0 0,-12-5 0,15 5 0,0-1 0,0-1 0,0 1 0,0-1 0,1 0 0,-1-1 0,1 1 0,0-1 0,0 0 0,0 0 0,0-1 0,1 1 0,-7-9 0,10 10 0,-1 0 0,0 0 0,1 1 0,-1-1 0,1 0 0,0 0 0,0 0 0,0-1 0,0 1 0,1 0 0,-1 0 0,1 0 0,0 0 0,0-1 0,0 1 0,0 0 0,0 0 0,1-1 0,0 1 0,-1 0 0,1 0 0,0 0 0,1 0 0,-1 0 0,1 0 0,-1 0 0,1 1 0,2-4 0,0 0 10,1 1 0,0 1 0,0-1 0,0 1 0,0-1 0,1 2 0,0-1 0,-1 0 0,1 1 0,1 0 0,8-2 0,6-2-505,0 1 0,25-2 0,-31 5-6331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51 289 24575,'8'-7'0,"67"-55"0,-62 49 0,-1 1 0,0-2 0,13-18 0,-23 29 0,0 1 0,0-1 0,-1 1 0,1-1 0,-1 0 0,0 0 0,0 1 0,0-1 0,0 0 0,-1 0 0,1 0 0,-1 0 0,0 0 0,0 0 0,0 0 0,0 0 0,0 0 0,0 0 0,-1 0 0,0 0 0,-1-4 0,0 2 0,0 1 0,-1-1 0,0 1 0,0-1 0,-1 1 0,1 0 0,-1 0 0,0 1 0,0-1 0,0 1 0,-5-4 0,4 3 0,-1 1 0,1 0 0,-1 0 0,0 0 0,1 0 0,-1 1 0,0 0 0,-1 0 0,1 1 0,0-1 0,-9 1 0,12 1 0,0 0 0,0 0 0,0 0 0,0 1 0,0 0 0,0-1 0,0 1 0,0 0 0,0 1 0,0-1 0,0 0 0,1 1 0,-1 0 0,0-1 0,1 1 0,0 0 0,-1 0 0,1 0 0,0 1 0,0-1 0,0 1 0,0-1 0,0 1 0,-2 5 0,1-2 0,1 0 0,0 0 0,0 0 0,0 1 0,1-1 0,-1 1 0,1-1 0,1 1 0,0-1 0,0 1 0,0 0 0,0-1 0,1 1 0,0-1 0,1 1 0,-1-1 0,1 0 0,4 9 0,-1-5 0,0 1 0,1-1 0,0 0 0,0-1 0,1 1 0,0-1 0,1 0 0,0-1 0,14 11 0,-10-10 0,0 0 0,0-1 0,1-1 0,0 0 0,0-1 0,1 0 0,0-1 0,0-1 0,0 0 0,0-1 0,0 0 0,1-2 0,0 1 0,-1-2 0,1 0 0,15-2 0,-28 2 6,0 0 0,0-1 0,1 1 0,-1-1 0,0 0 0,0 1 0,0-1 0,0 0 0,0 0 0,0-1 0,0 1 0,0 0 0,0-1 0,-1 1 0,1-1 0,-1 1 0,1-1 0,-1 0 0,2-2 0,-2 3-68,0-1 0,-1 0 0,1 0 0,0 1 1,-1-1-1,1 0 0,-1 0 0,0 0 0,0 1 0,0-1 0,0 0 0,0 0 1,0 0-1,0 0 0,0 0 0,-1 1 0,1-1 0,-1 0 0,1 0 0,-1 1 1,0-1-1,0 0 0,-1-2 0,-5-6-6764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9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265 624 24575,'-3'-1'0,"-33"-21"0,-1 2 0,-2 1 0,-41-14 0,76 32 0,1-1 0,-2 1 0,1 0 0,0 1 0,0-1 0,0 1 0,0 0 0,0 0 0,-8 1 0,11-1 0,0 1 0,-1-1 0,1 1 0,0-1 0,0 1 0,0 0 0,0-1 0,0 1 0,0 0 0,0 0 0,0 0 0,0 0 0,0 0 0,0 0 0,0 0 0,1 0 0,-1 0 0,0 0 0,1 0 0,-1 0 0,1 0 0,-1 1 0,1-1 0,0 0 0,-1 0 0,1 1 0,0-1 0,0 0 0,0 0 0,0 1 0,0-1 0,0 0 0,0 1 0,1 0 0,0 5 0,0-1 0,1 0 0,0 0 0,0 0 0,0 0 0,1 0 0,0-1 0,0 1 0,0-1 0,1 1 0,-1-1 0,1 0 0,1 0 0,-1-1 0,1 1 0,0-1 0,0 0 0,0-1 0,7 5 0,-4-3 0,0 0 0,1-1 0,0 0 0,-1-1 0,1 0 0,0 0 0,0-1 0,1 0 0,-1 0 0,0-1 0,1 0 0,13-2 0,-19 1 0,-1-1 0,0 1 0,1-1 0,-1 0 0,0-1 0,0 1 0,0 0 0,0-1 0,0 0 0,0 1 0,0-1 0,-1 0 0,1-1 0,0 1 0,-1 0 0,0-1 0,0 0 0,0 1 0,0-1 0,0 0 0,0 0 0,-1 0 0,1 0 0,-1 0 0,0 0 0,2-7 0,-1-1 0,0-1 0,0 1 0,-1-1 0,0 0 0,-1 1 0,-2-20 0,-3 0 0,0 0 0,-3 0 0,-18-51 0,-47-85 0,45 105 0,11 22 0,7 15 0,-26-45 0,36 70 0,0 0 0,0 0 0,-1 0 0,1 0 0,0 1 0,0-1 0,0 0 0,0 0 0,0 0 0,0 0 0,0 0 0,0 0 0,0 0 0,0 0 0,0 1 0,-1-1 0,1 0 0,0 0 0,0 0 0,0 0 0,0 0 0,0 0 0,0 0 0,0 0 0,-1 0 0,1 0 0,0 0 0,0 0 0,0 0 0,0 0 0,0 0 0,0 0 0,-1 0 0,1 0 0,0 0 0,0 0 0,0 0 0,0 0 0,0 0 0,0 0 0,-1 0 0,1 0 0,0 0 0,0 0 0,0 0 0,0 0 0,0-1 0,0 1 0,0 0 0,0 0 0,0 0 0,-1 0 0,1 0 0,0 0 0,0 0 0,0 0 0,0-1 0,0 1 0,0 0 0,0 0 0,0 0 0,0 0 0,-1 12 0,1-11 0,1 42 0,2 0 0,2-1 0,20 82 0,-11-73 0,3 0 0,43 87 0,-51-121 0,18 27 0,-23-37 0,1-1 0,1 0 0,-1 0 0,1 0 0,0-1 0,12 9 0,-15-13 0,0 1 0,0 0 0,0-1 0,1 1 0,-1-1 0,1 0 0,-1 0 0,0 0 0,1 0 0,0-1 0,-1 0 0,1 1 0,-1-1 0,1 0 0,0-1 0,-1 1 0,1-1 0,-1 0 0,1 0 0,-1 0 0,0 0 0,1 0 0,-1-1 0,0 1 0,0-1 0,0 0 0,4-3 0,6-5 0,-1-1 0,-1-1 0,0 0 0,17-23 0,-10 12 0,-18 22 0,1 0 0,0 0 0,0 1 0,-1-1 0,1 0 0,0 0 0,0 0 0,0 1 0,0-1 0,0 0 0,0 1 0,0-1 0,0 1 0,0-1 0,0 1 0,0 0 0,0-1 0,0 1 0,0 0 0,0 0 0,0-1 0,1 1 0,-1 0 0,0 0 0,0 1 0,0-1 0,0 0 0,0 0 0,1 0 0,-1 1 0,0-1 0,0 1 0,0-1 0,0 1 0,0-1 0,0 1 0,0-1 0,0 1 0,0 0 0,-1 0 0,1-1 0,0 1 0,0 0 0,1 2 0,3 4 0,1 0 0,-1 1 0,-1 0 0,6 12 0,-8-17 0,5 11-89,-2-4-336,0 0-1,5 16 1,-8-16-6401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3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24575,'3'-2'0,"0"1"0,-2 3 0,-2 5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0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24575,'12'34'0,"6"18"0,1 6 0,0 1 0,0-5 0,-2-5 0,0-5 0,-3-4 0,-2-3 0,0-3 0,-2-3 0,0-3 0,0-2 0,0-2 0,-1-3 0,-1-2 0,-2-5-8191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0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45 24575,'-31'-8'0,"-12"-2"0,-3 0 0,5 2 0,7 3 0,6 1 0,5 5 0,5 4 0,4 2-8191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1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224 124 24575,'-2'-2'0,"-55"-28"0,49 27 0,1 0 0,-1 0 0,1 1 0,-1 0 0,-14-2 0,20 4 0,0 0 0,1-1 0,-1 1 0,0 0 0,0 0 0,1 1 0,-1-1 0,0 0 0,1 0 0,-1 1 0,1-1 0,-1 1 0,0 0 0,1-1 0,-1 1 0,1 0 0,-1 0 0,1 0 0,0 0 0,-1 0 0,1 0 0,0 0 0,0 1 0,0-1 0,0 0 0,0 1 0,0-1 0,0 0 0,0 1 0,0 0 0,1-1 0,-1 1 0,1-1 0,-1 1 0,1 0 0,0-1 0,-1 4 0,1 0 0,0 0 0,0 0 0,0 0 0,1 0 0,0 0 0,0-1 0,0 1 0,0 0 0,1 0 0,0-1 0,4 9 0,-3-8 0,1 0 0,0-1 0,-1 1 0,1-1 0,1 0 0,-1 0 0,1-1 0,-1 1 0,1-1 0,0 0 0,0 0 0,0 0 0,1-1 0,-1 0 0,1 0 0,6 1 0,-9-2 0,0 0 0,0-1 0,0 0 0,-1 0 0,1 0 0,0 0 0,0 0 0,0 0 0,-1-1 0,1 0 0,0 1 0,0-1 0,-1 0 0,1 0 0,-1 0 0,1-1 0,-1 1 0,1-1 0,-1 1 0,0-1 0,0 0 0,0 0 0,0 0 0,0 0 0,0 0 0,0 0 0,0-1 0,-1 1 0,0 0 0,1-1 0,-1 1 0,0-1 0,0 0 0,1-5 0,-1 4 0,-1 0 0,1-1 0,-1 1 0,0-1 0,0 1 0,0 0 0,-1-1 0,0 1 0,0 0 0,0-1 0,0 1 0,-1 0 0,1 0 0,-1 0 0,0 0 0,0 0 0,-1 0 0,1 1 0,-6-7 0,1 1 0,-1 1 0,0-1 0,-1 1 0,1 1 0,-2 0 0,-12-9 0,14 12 0,0-1 0,1 1 0,-2 0 0,1 1 0,0 0 0,-1 0 0,1 1 0,-1 0 0,0 1 0,0 0 0,-13 0 0,20 1 5,1 0 0,0 0 0,0 0-1,0 0 1,0 0 0,0 1 0,0-1 0,0 0-1,0 1 1,0-1 0,0 1 0,0-1 0,0 1-1,0-1 1,1 1 0,-1 0 0,0 0-1,0-1 1,0 1 0,1 0 0,-1 0 0,1 0-1,-1 0 1,0 1 0,0-1-88,1 1 1,0-1-1,-1 1 1,1-1-1,0 0 1,0 1-1,0-1 1,0 1-1,0-1 1,0 1-1,1-1 1,-1 1-1,0-1 1,1 0-1,-1 1 1,1-1-1,0 2 1,5 7-6744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1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0 335 24575,'12'3'0,"3"0"0,1 0 0,-1-1 0,1-1 0,0 0 0,18-2 0,-33 1 0,-1 0 0,1 0 0,0 0 0,0 0 0,-1 0 0,1 0 0,0-1 0,0 1 0,0 0 0,-1 0 0,1-1 0,0 1 0,-1 0 0,1-1 0,0 1 0,-1 0 0,1-1 0,0 1 0,-1-1 0,1 1 0,-1-1 0,1 0 0,-1 1 0,1-1 0,-1 0 0,1 1 0,-1-1 0,0 0 0,1 1 0,-1-1 0,0 0 0,0 0 0,0 1 0,1-1 0,-1 0 0,0 0 0,0 1 0,0-1 0,0 0 0,0 0 0,0 1 0,0-1 0,-1 0 0,1 0 0,0 1 0,0-1 0,-1 0 0,1 0 0,-3-5 0,0 0 0,0 0 0,-1 0 0,-7-8 0,6 8 0,5 5 0,-14-17 0,1-2 0,-11-21 0,21 34 0,0 1 0,1-1 0,-1 0 0,1 0 0,1 0 0,-1 0 0,1-1 0,0 1 0,1 0 0,0-14 0,1 18 0,-1 0 0,1 0 0,0 0 0,0 0 0,1 0 0,-1 0 0,1 0 0,-1 0 0,1 1 0,0-1 0,0 1 0,0-1 0,0 1 0,0 0 0,1 0 0,-1 0 0,1 0 0,4-3 0,6-2 0,0 0 0,25-9 0,-24 11 0,-1 0-455,0 0 0,26-4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4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212 425 24575,'-9'1'0,"-1"0"0,1 0 0,0 1 0,-1 0 0,1 1 0,0 0 0,0 0 0,0 1 0,1 0 0,-11 6 0,14-7 0,-1 1 0,1 0 0,0 0 0,0 0 0,0 0 0,0 1 0,1 0 0,0 0 0,0 0 0,0 0 0,1 1 0,-1 0 0,1-1 0,1 1 0,-4 11 0,5-14 0,0 0 0,1 0 0,-1 1 0,1-1 0,0 0 0,0 0 0,0 1 0,0-1 0,1 0 0,0 0 0,-1 1 0,1-1 0,0 0 0,0 0 0,1 0 0,-1 0 0,3 4 0,-2-4 0,1 0 0,0 0 0,0 0 0,0 0 0,0 0 0,0 0 0,1-1 0,-1 1 0,1-1 0,0 0 0,-1 0 0,6 1 0,-3-1 0,0 0 0,0 0 0,0 0 0,0-1 0,1 0 0,-1-1 0,0 0 0,1 0 0,-1 0 0,0 0 0,1-1 0,-1 0 0,0 0 0,0-1 0,0 0 0,0 0 0,11-6 0,-12 5 0,-1 0 0,1-1 0,-1 1 0,1-1 0,-1 0 0,0 0 0,-1-1 0,1 1 0,-1-1 0,0 0 0,0 0 0,4-10 0,-4 8 0,-1-1 0,0 0 0,0 1 0,-1-1 0,0 0 0,-1 0 0,0 0 0,-1-11 0,-2-2 0,0 1 0,-2 0 0,-1 0 0,0 0 0,-1 1 0,-13-24 0,-22-31 0,-92-126 0,106 161 0,27 38 0,0-1 0,0 1 0,0 0 0,0 0 0,0 0 0,0 0 0,0 0 0,0 0 0,0 0 0,0 0 0,-3-1 0,4 2 0,0 0 0,0 0 0,-1 0 0,1 0 0,0 0 0,0 0 0,-1 0 0,1 0 0,0 0 0,0 0 0,0 1 0,-1-1 0,1 0 0,0 0 0,0 0 0,0 0 0,-1 1 0,1-1 0,0 0 0,0 0 0,0 0 0,0 0 0,0 1 0,0-1 0,-1 0 0,1 0 0,0 1 0,0-1 0,0 0 0,0 0 0,0 1 0,0-1 0,0 0 0,0 0 0,0 0 0,0 1 0,0-1 0,0 0 0,0 1 0,0 4 0,1 1 0,-1-1 0,1 0 0,2 10 0,8 21 0,2 0 0,1-1 0,2-1 0,24 38 0,-8-21 0,74 87 0,-97-127 20,0-2 0,1 0 0,0 0 0,0 0 0,13 7 0,-17-12-155,1-1 0,-1 0 0,1 0 0,0 0 0,0-1 0,0 0 0,0 0 0,0-1 0,0 0 0,13 1 0,-7-3-6691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9 24575,'14'-3'0,"-1"1"0,1 0 0,-1 1 0,1 0 0,0 1 0,21 3 0,-28-2 0,0 0 0,-1 1 0,1 0 0,-1 0 0,1 1 0,-1 0 0,0 0 0,0 0 0,0 1 0,0-1 0,-1 2 0,1-1 0,-1 0 0,9 11 0,-8-7 0,0 0 0,-1 1 0,1-1 0,-2 1 0,6 11 0,-9-16 0,1 0 0,-1 0 0,0 1 0,0-1 0,0 0 0,0 0 0,-1 1 0,0-1 0,0 0 0,0 0 0,0 1 0,-1-1 0,1 0 0,-3 8 0,2-10 0,0 0 0,-1 0 0,1 0 0,-1 0 0,1 0 0,-1 0 0,0 0 0,0 0 0,0 0 0,0-1 0,0 1 0,0-1 0,0 0 0,-1 1 0,1-1 0,0 0 0,-1 0 0,1-1 0,-1 1 0,1 0 0,-1-1 0,1 1 0,-1-1 0,-4 0 0,-4 0 0,-1 0 0,0-1 0,1 0 0,-13-3 0,7 0 0,1 0 0,0-1 0,0-1 0,1 0 0,0-1 0,0-1 0,0 0 0,-23-18 0,35 23 0,1 1 0,-1 0 0,1-1 0,0 0 0,-1 1 0,1-1 0,1 0 0,-1 0 0,0 0 0,1 0 0,0-1 0,-1 1 0,0-4 0,2 5 0,0 1 0,0-1 0,0 1 0,0-1 0,0 0 0,0 1 0,0-1 0,0 1 0,1 0 0,-1-1 0,1 1 0,-1-1 0,1 1 0,0-1 0,-1 1 0,1 0 0,0 0 0,0-1 0,0 1 0,0 0 0,0 0 0,0 0 0,0 0 0,0 0 0,0 0 0,1 0 0,-1 0 0,0 1 0,1-1 0,-1 0 0,1 1 0,1-1 0,2-1-124,1 0 0,0 1 0,0 0 0,0 0 0,1 0 0,-1 1-1,0 0 1,0 0 0,0 1 0,12 2 0,-4 0-6702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5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0 262 24575,'5'-1'0,"0"0"0,0 0 0,0 0 0,0-1 0,-1 0 0,7-3 0,8-2 0,-2 2 0,0-2 0,-1 1 0,0-2 0,0 0 0,26-18 0,-37 22 0,-1 0 0,1 0 0,-1 0 0,0-1 0,0 1 0,-1-1 0,1 0 0,-1 0 0,3-6 0,-4 7 0,-1 0 0,0 0 0,0 0 0,0 0 0,0 0 0,-1 0 0,1 0 0,-1 0 0,0 0 0,-1 0 0,1 0 0,-1 0 0,1 0 0,-3-8 0,1 8 0,0 0 0,0 1 0,-1-1 0,1 0 0,-1 1 0,1-1 0,-1 1 0,0 0 0,-1-1 0,1 2 0,0-1 0,-1 0 0,0 1 0,1-1 0,-1 1 0,0 0 0,0 1 0,0-1 0,-1 1 0,1-1 0,0 1 0,0 0 0,-1 1 0,1-1 0,-1 1 0,1 0 0,0 0 0,-1 0 0,1 1 0,-8 1 0,9-1 0,0 1 0,1-1 0,-1 1 0,0 0 0,1 0 0,-1 0 0,1 0 0,0 0 0,-1 1 0,1-1 0,0 1 0,1-1 0,-1 1 0,0 0 0,1 0 0,-1 0 0,1 0 0,0 0 0,0 0 0,0 0 0,0 5 0,0-1 0,0 1 0,0-1 0,1 0 0,0 0 0,0 1 0,1-1 0,-1 0 0,4 12 0,2-3 0,0-1 0,0 1 0,2-1 0,0 0 0,0-1 0,2 0 0,14 18 0,-16-23 0,0 0 0,0-1 0,1 0 0,0 0 0,0-1 0,1 0 0,0-1 0,0 0 0,0 0 0,1-1 0,15 5 0,-22-9 0,0 0 0,1 0 0,-1 0 0,1-1 0,-1 1 0,1-1 0,-1 0 0,1 0 0,-1-1 0,1 1 0,-1-1 0,0 0 0,1 0 0,-1-1 0,8-2 0,-8 1 0,0 0 0,0 0 0,0 0 0,0 0 0,-1-1 0,1 1 0,-1-1 0,0 0 0,0 0 0,0 0 0,-1 0 0,1-1 0,2-8 0,2-5-1365,-3 3-5461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5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0 24575,'-5'0'0,"-1"0"0,1 1 0,0-1 0,-1 1 0,1 0 0,0 1 0,0-1 0,0 1 0,0 0 0,-9 5 0,12-6 0,0 1 0,0-1 0,-1 1 0,1 0 0,1 0 0,-1 0 0,0 0 0,0 1 0,1-1 0,-1 0 0,1 1 0,0-1 0,0 1 0,0-1 0,0 1 0,0-1 0,1 1 0,-1 0 0,1-1 0,-1 1 0,1 0 0,0 5 0,1-1 0,0 0 0,0 0 0,1 0 0,-1-1 0,2 1 0,-1 0 0,1-1 0,5 10 0,34 48 0,-18-29 0,-15-22 0,11 18 0,-19-29 0,0-1 0,0 1 0,0 0 0,-1 0 0,1-1 0,0 1 0,-1 0 0,0 0 0,1 0 0,-1-1 0,0 1 0,0 0 0,0 0 0,0 0 0,-1 2 0,0-2 0,0-1 0,0 1 0,0-1 0,0 0 0,0 0 0,0 1 0,0-1 0,0 0 0,0 0 0,-1 0 0,1 0 0,0 0 0,-1-1 0,1 1 0,-1 0 0,1 0 0,-1-1 0,1 1 0,-3-1 0,-32 7 0,34-7 0,-59 5-25,-85-4 0,73-3-1290,49 2-5511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24575,'18'18'0,"2"2"0,0 0 0,-1 1 0,20 31 0,-34-44 0,0-1 0,1 1 0,0-1 0,0 0 0,1-1 0,0 1 0,13 8 0,-18-13 0,0-1 0,0 0 0,0 0 0,0 0 0,0 0 0,1 0 0,-1 0 0,0 0 0,1-1 0,-1 1 0,0-1 0,1 0 0,-1 0 0,1 0 0,-1 0 0,0 0 0,1 0 0,-1 0 0,0-1 0,1 1 0,-1-1 0,0 0 0,1 0 0,-1 0 0,0 0 0,0 0 0,0 0 0,0 0 0,0-1 0,0 1 0,0-1 0,-1 0 0,1 1 0,2-4 0,0 0 0,-1-1 0,1 1 0,-1-1 0,0 0 0,0 0 0,3-13 0,1 0 0,-7 19 0,0-1 0,0 1 0,1-1 0,-1 1 0,0 0 0,0-1 0,1 1 0,-1 0 0,0-1 0,1 1 0,-1 0 0,0 0 0,1-1 0,-1 1 0,1 0 0,-1 0 0,0 0 0,1-1 0,-1 1 0,1 0 0,-1 0 0,1 0 0,-1 0 0,0 0 0,1 0 0,-1 0 0,1 0 0,-1 0 0,1 0 0,-1 0 0,1 0 0,-1 0 0,0 0 0,1 1 0,-1-1 0,1 0 0,-1 0 0,1 0 0,-1 1 0,0-1 0,1 0 0,-1 0 0,1 1 0,20 16 0,-14-11 0,6 3 0,1-1 0,0 0 0,0-1 0,0 0 0,1-1 0,0-1 0,0-1 0,0 0 0,1-1 0,-1 0 0,1-1 0,-1-1 0,1-1 0,0 0 0,25-4 0,-35 4 0,-1-2 0,1 1 0,-1 0 0,1-1 0,-1 0 0,1 0 0,-1-1 0,9-5 0,-11 6 0,-1 0 0,0 0 0,1-1 0,-1 1 0,0 0 0,0-1 0,0 1 0,-1-1 0,1 1 0,-1-1 0,1 0 0,-1 0 0,0 0 0,0 0 0,0 0 0,-1 0 0,2-6 0,-2 3 0,1-1 0,-1 0 0,0 1 0,-1-1 0,0 1 0,0-1 0,0 0 0,-3-7 0,3 12 0,0 0 0,0-1 0,1 2 0,-1-1 0,-1 0 0,1 0 0,0 0 0,0 0 0,-1 1 0,1-1 0,-1 0 0,0 1 0,1 0 0,-1-1 0,0 1 0,0 0 0,0 0 0,0 0 0,0 0 0,0 0 0,0 0 0,0 1 0,0-1 0,0 1 0,0-1 0,-1 1 0,1 0 0,-4 0 0,4 0 0,0 0 0,0 0 0,0 1 0,0-1 0,0 1 0,0-1 0,0 1 0,0 0 0,0-1 0,0 1 0,0 0 0,0 1 0,0-1 0,1 0 0,-1 0 0,0 1 0,1-1 0,-1 1 0,1-1 0,0 1 0,-1 0 0,1-1 0,0 1 0,0 0 0,0 0 0,0 0 0,1 0 0,-1 0 0,0 0 0,1 0 0,-1 0 0,1 4 0,-1-1 0,1-1 0,0 1 0,0-1 0,0 1 0,1 0 0,-1-1 0,1 1 0,0-1 0,1 1 0,-1-1 0,1 0 0,0 1 0,0-1 0,3 5 0,0-3 0,1 0 0,0 0 0,0 0 0,1 0 0,0-1 0,0 0 0,0-1 0,0 1 0,1-1 0,0-1 0,-1 0 0,1 0 0,1 0 0,-1-1 0,0 0 0,12 1 0,-16-3 0,1 1 0,-1-1 0,1 0 0,0-1 0,-1 1 0,1-1 0,-1 0 0,0 0 0,1 0 0,-1-1 0,0 1 0,0-1 0,0 0 0,0 0 0,4-4 0,-6 5 0,0 0 0,-1-1 0,1 1 0,-1-1 0,1 0 0,-1 1 0,0-1 0,1 0 0,-1 0 0,0 0 0,-1 0 0,1 0 0,0 0 0,0 0 0,-1 0 0,1 0 0,-1-1 0,0 1 0,0 0 0,1 0 0,-1 0 0,-1 0 0,1-1 0,0 1 0,-1 0 0,1 0 0,-1 0 0,1 0 0,-1 0 0,0 0 0,0 0 0,-2-3 0,0 0 8,0 0 0,0 1 0,0 0 0,-1 0 0,0 0 0,0 0 0,0 0 0,0 1 0,-1 0 0,1 0 0,-1 0 0,0 0 0,0 1 0,-7-3 0,-3 0-305,1 0 0,-1 2 0,1 0 0,-16-1 0,7 1-6529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7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24575,'13'28'0,"7"18"0,2 5 0,1 0 0,-2-1 0,-1-4 0,-2-5 0,-1-1 0,-1-3 0,-4-4 0,0-4 0,-3-3 0,-3-4 0,-2-3 0,-2-5-8191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7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478 103 24575,'-31'-15'0,"-13"-8"0,-4 0 0,1 3 0,6 7 0,4 6 0,4 6 0,2 5 0,2 1 0,-1 4 0,1-1 0,0 1 0,2 0 0,5-3-8191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8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24575,'31'42'0,"2"-2"0,2-2 0,42 36 0,-39-38 0,-27-25 0,1 1 0,0 0 0,26 17 0,-38-28 0,1-1 0,-1 0 0,0 0 0,1 0 0,-1 1 0,0-1 0,1 0 0,-1 0 0,0 0 0,1 0 0,-1 0 0,1 0 0,-1 0 0,0 1 0,1-1 0,-1 0 0,0 0 0,1 0 0,-1-1 0,1 1 0,-1 0 0,0 0 0,1 0 0,-1 0 0,1 0 0,-1 0 0,0-1 0,1 1 0,-1 0 0,1-1 0,0 0 0,-1 1 0,1-1 0,-1 0 0,1 0 0,-1 0 0,1 0 0,-1 0 0,0 0 0,0 1 0,1-1 0,-1-1 0,2-30 0,-2 28 0,-1-6 0,-1-1 0,1 0 0,-2 1 0,1 0 0,-2-1 0,-5-12 0,0-1 0,9 23 0,-1 0 0,1 0 0,0 0 0,-1 0 0,1 1 0,0-1 0,0 0 0,0 0 0,-1 0 0,1 0 0,0 0 0,1 0 0,-1 0 0,0 0 0,0 1 0,0-2 0,1 1 0,-1 1 0,0 0 0,0 0 0,1-1 0,-1 1 0,0 0 0,1 0 0,-1 0 0,0 0 0,1-1 0,-1 1 0,0 0 0,1 0 0,-1 0 0,0 0 0,1 0 0,-1 0 0,0 0 0,1 0 0,-1 0 0,0 0 0,1 0 0,-1 0 0,0 0 0,1 0 0,-1 0 0,1 1 0,4 1 0,1 0 0,-1 1 0,9 6 0,-8-6 0,21 13 0,-1-2 0,2-1 0,56 18 0,-67-26 0,0-1 0,0-1 0,0 0 0,0-2 0,1 0 0,-1-1 0,1 0 0,24-5 0,-34 3 0,0 1 0,0-1 0,0-1 0,-1 0 0,1 0 0,-1 0 0,11-7 0,-15 7 0,0 1 0,0 0 0,0-1 0,0 1 0,0-1 0,-1 0 0,1 0 0,-1 0 0,0 0 0,0-1 0,0 1 0,0-1 0,-1 1 0,1-1 0,-1 1 0,0-1 0,1-6 0,0-3 0,-1 1 0,-1 0 0,0 0 0,0-1 0,-2 1 0,-2-15 0,2 21 0,1 0 0,-1 0 0,0 1 0,0-1 0,-1 0 0,0 1 0,0 0 0,0 0 0,0 0 0,-1 0 0,0 0 0,0 1 0,0-1 0,-8-5 0,10 9 0,1 0 0,-1 0 0,1 0 0,-1 0 0,0 0 0,0 0 0,1 0 0,-1 1 0,0-1 0,0 1 0,0-1 0,0 1 0,0 0 0,1 0 0,-1 0 0,0 0 0,0 0 0,0 0 0,-2 1 0,1 0 0,1 0 0,0 0 0,0 0 0,0 0 0,-1 0 0,1 1 0,1-1 0,-1 1 0,0 0 0,0-1 0,1 1 0,-1 0 0,-1 2 0,-2 3 0,1 1 0,1-1 0,-1 0 0,1 1 0,1 0 0,-1 0 0,-2 15 0,4-18 0,1 0 0,-1 1 0,1-1 0,0 0 0,1 0 0,-1 1 0,1-1 0,0 0 0,0 0 0,3 6 0,-2-5 0,2 0 0,-1 0 0,0 0 0,1 0 0,0-1 0,1 0 0,6 7 0,-3-4 0,0 0 0,1-1 0,-1 0 0,2-1 0,-1 0 0,1 0 0,0-1 0,14 6 0,-17-9 0,0 0 0,-1 0 0,1-1 0,0 0 0,0 0 0,0 0 0,0-1 0,0 0 0,0 0 0,0-1 0,0 0 0,0 0 0,0-1 0,10-3 0,-9 2 0,-1-1 0,0 1 0,-1-1 0,1-1 0,0 1 0,-1-1 0,0 0 0,0-1 0,-1 1 0,0-1 0,0 0 0,0-1 0,0 1 0,-1-1 0,0 0 0,-1 0 0,0 0 0,0 0 0,0-1 0,-1 1 0,0-1 0,2-13 0,-3 10 0,-1 1 0,0-1 0,-3-15 0,2 23 0,1 0 0,0 1 0,-1-1 0,0 1 0,0-1 0,0 1 0,0-1 0,0 1 0,0 0 0,0-1 0,-1 1 0,1 0 0,-1 0 0,0 0 0,0 0 0,1 0 0,-1 0 0,-1 1 0,-2-3 0,5 4 0,-1-1 0,0 1 0,0 0 0,0-1 0,0 1 0,1 0 0,-1 0 0,0 0 0,0 0 0,0 0 0,0 0 0,0 0 0,0 0 0,1 0 0,-1 0 0,0 0 0,0 0 0,0 1 0,0-1 0,1 0 0,-1 1 0,0-1 0,-1 1 0,1 1 0,-1-1 0,0 1 0,1-1 0,-1 1 0,1-1 0,0 1 0,-1 0 0,1 0 0,-1 2 0,-2 5 0,0 0 0,1 0 0,-3 12 0,6-20 0,-2 7 0,0-1 0,1 1 0,0 0 0,1-1 0,-1 1 0,1 0 0,1 0 0,0 0 0,0-1 0,4 15 0,-3-16 0,0 0 0,1 0 0,0 0 0,0-1 0,0 1 0,1-1 0,0 0 0,0 0 0,0 0 0,1 0 0,-1-1 0,1 0 0,10 7 0,-4-5 0,0 0 0,1 0 0,0-1 0,0 0 0,0-1 0,20 4 0,-14-5 0,0 0 0,0-1 0,0-2 0,21 0 0,-31-1-195,0 0 0,-1 0 0,1 0 0,0-1 0,0 0 0,10-5 0,-8 1-6631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9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207 517 24575,'-24'-10'0,"-37"-12"0,54 19 0,0 2 0,-1-1 0,0 1 0,1 0 0,-1 0 0,0 1 0,1 0 0,-1 1 0,-11 1 0,17-2 0,1 1 0,-1-1 0,0 1 0,1 0 0,-1 0 0,0-1 0,1 1 0,-1 0 0,1 0 0,-1 0 0,1 1 0,0-1 0,-1 0 0,1 0 0,0 1 0,0-1 0,0 1 0,0-1 0,-1 3 0,1-1 0,0 0 0,0 0 0,0 0 0,0 0 0,1 0 0,-1 0 0,1 0 0,0 0 0,0 0 0,1 6 0,0-4 0,0 0 0,0 1 0,0-1 0,1 0 0,0 0 0,0 0 0,0 0 0,1-1 0,-1 1 0,1 0 0,0-1 0,1 0 0,3 4 0,-5-6 0,0 0 0,0-1 0,1 1 0,-1-1 0,0 1 0,1-1 0,-1 0 0,1 0 0,-1 0 0,1-1 0,-1 1 0,1-1 0,0 1 0,-1-1 0,1 0 0,0 0 0,-1 0 0,1 0 0,0 0 0,-1-1 0,1 1 0,-1-1 0,1 0 0,-1 0 0,1 0 0,-1 0 0,1 0 0,2-2 0,0 0 0,0 0 0,-1-1 0,0 1 0,0-1 0,0 0 0,0 0 0,0 0 0,-1-1 0,0 1 0,0-1 0,0 0 0,3-9 0,-2 2 0,0-1 0,-1 0 0,-1 0 0,0 0 0,0-15 0,-3-68 0,-1 66 0,-2 0 0,-1 0 0,-16-54 0,-42-82 0,52 139 0,9 27 0,1 6 0,0 9 0,2 15 0,1-1 0,1 1 0,2 0 0,1-1 0,1 0 0,1-1 0,2 1 0,19 37 0,1-9 0,70 96 0,-54-87 0,-40-58-455,-1 1 0,6 12 0,-5-5-6371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9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24575,'17'67'0,"20"45"0,89 184 0,-74-176 0,-32-72 0,-19-44-195,1 0 0,0 0 0,0 0 0,1 0 0,-1 0 0,5 4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49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47 24575,'-28'-7'0,"-12"-4"0,-2 1 0,3 3 0,7 1 0,5 2 0,5 3 0,4 2 0,2 5 0,1 4 0,3 2 0,4 0-8191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0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88 24575,'-17'-6'0,"-34"-7"0,46 12 0,1 0 0,-1 1 0,0-1 0,1 1 0,-1 0 0,0 1 0,1-1 0,-8 2 0,11-1 0,0-1 0,0 0 0,-1 1 0,1-1 0,0 1 0,0-1 0,0 1 0,0-1 0,0 1 0,-1 0 0,1 0 0,0 0 0,1 0 0,-1-1 0,0 1 0,0 0 0,0 1 0,0-1 0,1 0 0,-1 0 0,1 0 0,-1 0 0,1 0 0,-1 1 0,1-1 0,-1 0 0,1 0 0,0 1 0,0-1 0,0 0 0,0 1 0,0-1 0,0 0 0,0 1 0,0-1 0,0 0 0,1 0 0,-1 1 0,1 1 0,1 1 0,0 1 0,0-1 0,0 1 0,0-1 0,1 0 0,0 0 0,0 0 0,0-1 0,5 6 0,-3-5 0,1 0 0,-1 0 0,1 0 0,0-1 0,0 1 0,0-2 0,0 1 0,1-1 0,-1 1 0,1-2 0,-1 1 0,1-1 0,0 0 0,13 0 0,-16-1 0,0 0 0,0-1 0,0 1 0,0-1 0,0 0 0,-1 0 0,1 0 0,0-1 0,-1 1 0,1-1 0,-1 0 0,1 0 0,-1 0 0,0 0 0,0-1 0,0 1 0,0-1 0,0 0 0,0 1 0,-1-2 0,0 1 0,1 0 0,-1 0 0,0-1 0,-1 1 0,1-1 0,1-4 0,-2 5 6,0-1-1,0 1 1,-1 0-1,1-1 0,-1 1 1,0 0-1,0-1 1,0 1-1,0-1 1,0 1-1,-1-1 1,0 1-1,0 0 0,0 0 1,0-1-1,0 1 1,0 0-1,-1 0 1,0 0-1,1 0 1,-5-4-1,1 1-170,-1 0 0,1 1 0,-1-1 0,0 1 0,0 1 0,-1-1 0,0 1 0,-9-4 0,0 1-6661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1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24575,'-4'9'0,"0"0"0,0 0 0,1 1 0,1-1 0,-1 1 0,2 0 0,-1 0 0,1 0 0,1 0 0,0-1 0,0 1 0,1 0 0,0 0 0,1 0 0,0 0 0,5 13 0,4 4 0,1 0 0,1 0 0,1-1 0,22 29 0,-24-36 0,-7-11 0,0 1 0,0-1 0,1 0 0,0-1 0,1 1 0,0-1 0,12 10 0,-19-17 0,1 0 0,-1 1 0,0-1 0,1 0 0,-1 1 0,1-1 0,-1 0 0,1 0 0,-1 0 0,1 1 0,-1-1 0,1 0 0,-1 0 0,1 0 0,-1 0 0,1 0 0,-1 0 0,1 0 0,-1 0 0,1 0 0,-1 0 0,1 0 0,-1 0 0,0-1 0,1 1 0,-1 0 0,1 0 0,0-1 0,0 0 0,-1 1 0,1-1 0,0 0 0,-1 0 0,1 0 0,-1 0 0,1 0 0,-1 0 0,0 0 0,1 0 0,-1 0 0,0 0 0,1-1 0,-1-4 0,1 1 0,-1-1 0,0-11 0,-6-12 0,4 24 0,1 1 0,0 0 0,0-1 0,0 1 0,1-1 0,-1 1 0,1-1 0,1-7 0,-1 11 0,0 0 0,1 0 0,-1 0 0,0 0 0,1 0 0,-1 1 0,1-1 0,-1 0 0,1 0 0,-1 1 0,1-1 0,0 0 0,-1 0 0,1 1 0,0-1 0,0 1 0,-1-1 0,1 1 0,0-1 0,0 1 0,0-1 0,0 1 0,-1 0 0,1-1 0,0 1 0,0 0 0,0 0 0,0 0 0,0 0 0,0 0 0,0 0 0,0 0 0,0 0 0,0 0 0,0 0 0,0 0 0,-1 1 0,3 0 0,4 1 0,0 0 0,0 1 0,12 6 0,-14-7 0,18 12 0,-2 0 0,1 1 0,-2 1 0,24 24 0,-39-35 0,-1-1 0,1 0 0,-1 0 0,-1 0 0,1 1 0,0-1 0,-1 1 0,0 0 0,3 6 0,-6-9 0,1-1 0,-1 1 0,0-1 0,1 1 0,-1-1 0,0 1 0,0-1 0,0 1 0,0-1 0,0 1 0,0-1 0,0 1 0,0-1 0,-1 1 0,1-1 0,-1 0 0,1 1 0,-1-1 0,1 1 0,-1-1 0,0 0 0,0 1 0,0-1 0,0 0 0,0 0 0,0 0 0,0 0 0,0 0 0,0 0 0,0 0 0,-1 0 0,1 0 0,0-1 0,0 1 0,-1 0 0,-1 0 0,-7 4 0,0-1 0,-1-1 0,1 1 0,-1-1 0,0-1 0,-18 2 0,-67-3 0,54-2 0,36 1 0,-1 0 0,1-1 0,0 0 0,-1 0 0,-9-3 0,16 3 0,-1 1 0,0 0 0,0 0 0,0 0 0,0-1 0,1 1 0,-1-1 0,0 1 0,0 0 0,1-1 0,-1 1 0,0-1 0,1 1 0,-1-1 0,0 0 0,1 1 0,-1-1 0,1 0 0,-1 1 0,1-1 0,-1 0 0,1 0 0,0 1 0,-1-1 0,1 0 0,0 0 0,0 0 0,0 0 0,-1 1 0,1-1 0,0 0 0,0 0 0,0 0 0,0 0 0,0 0 0,1 1 0,-1-1 0,0 0 0,0 0 0,0 0 0,1 0 0,-1 1 0,0-1 0,1 0 0,-1 0 0,1 1 0,-1-1 0,1 0 0,-1 1 0,2-2 0,1-1 0,0 0 0,0 0 0,0 0 0,0 0 0,1 1 0,-1 0 0,1-1 0,0 1 0,0 1 0,-1-1 0,1 0 0,6 0 0,7-3 0,31-2 0,-14 2 0,-3-2 0,51-19 0,-71 22 0,141-47 0,-136 45 0,1-1 0,-2 0 0,1-2 0,22-14 0,-35 20 0,0 0 0,1 0 0,-1 0 0,0 0 0,-1 0 0,1-1 0,0 1 0,-1-1 0,0 0 0,3-6 0,-4 8 0,-1-1 0,1 0 0,0 0 0,-1 0 0,0 0 0,1 0 0,-1 0 0,-1 0 0,1-1 0,0 1 0,-1 0 0,1 0 0,-1 1 0,0-1 0,0 0 0,-3-5 0,3 6 0,0 1 0,0-1 0,0 0 0,0 1 0,-1-1 0,1 1 0,-1 0 0,1-1 0,-1 1 0,1 0 0,-1 0 0,0 0 0,0 0 0,0 0 0,1 0 0,-1 1 0,0-1 0,0 1 0,0-1 0,0 1 0,-2-1 0,-7 1 0,1-1 0,-20 2 0,14 0 0,8 0 0,1-1 0,-1 2 0,1-1 0,-1 1 0,1 0 0,0 1 0,-1 0 0,1 0 0,1 0 0,-1 1 0,0 0 0,-8 8 0,12-10 0,0 0 0,1 0 0,-1 1 0,1-1 0,-1 1 0,1 0 0,0 0 0,0-1 0,1 1 0,-1 1 0,1-1 0,-1 0 0,1 0 0,0 0 0,0 1 0,0-1 0,0 1 0,1-1 0,0 0 0,-1 1 0,1-1 0,1 1 0,-1-1 0,0 1 0,1-1 0,0 1 0,-1-1 0,1 0 0,1 1 0,0 2 0,3 2 0,0 0 0,0 0 0,0 0 0,1-1 0,0 0 0,1 0 0,0 0 0,0-1 0,0 0 0,0-1 0,1 1 0,0-2 0,0 1 0,13 4 0,11 4 0,2-1 0,49 10 0,-78-21 0,33 7-273,0-3 0,1-1 0,-1-2 0,40-3 0,-64 1-6553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2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21 24575,'-25'-7'0,"-1"2"0,0 1 0,0 1 0,0 1 0,-35 2 0,57 1 0,0-1 0,0 1 0,0 0 0,0 0 0,1 1 0,-1-1 0,0 1 0,0-1 0,1 1 0,-1 0 0,1 1 0,0-1 0,-1 1 0,1-1 0,0 1 0,0 0 0,1 0 0,-1 0 0,-3 6 0,5-6 0,-1 0 0,1 0 0,0 0 0,0 0 0,0 0 0,0 0 0,0 0 0,1 0 0,-1 1 0,1-1 0,0 0 0,0 0 0,0 0 0,1 1 0,-1-1 0,1 0 0,0 0 0,0 0 0,0 0 0,0 0 0,0 0 0,0 0 0,1 0 0,3 5 0,2 0 0,-1 0 0,1-1 0,1 0 0,-1 0 0,1-1 0,0 0 0,1 0 0,0 0 0,17 7 0,-4-4 0,1 0 0,0-2 0,25 5 0,-23-8-227,-1-1-1,1-1 1,0-1-1,0-2 1,43-5-1,-44 3-6598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3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16 24575,'-28'-6'0,"-33"-2"0,50 7 0,1 0 0,0 1 0,0 1 0,0 0 0,0 0 0,-18 5 0,25-5 0,0 0 0,0 0 0,0 1 0,0-1 0,0 0 0,1 1 0,-1 0 0,1 0 0,-1 0 0,1 0 0,0 0 0,0 0 0,0 1 0,0-1 0,0 1 0,0-1 0,1 1 0,-1 0 0,1-1 0,-1 1 0,1 0 0,0 0 0,0 4 0,0-3 0,1 0 0,0 0 0,0 0 0,0 0 0,0 0 0,0 0 0,1 0 0,0 0 0,0 0 0,0 0 0,1 0 0,-1 0 0,1 0 0,0-1 0,0 1 0,0-1 0,3 5 0,5 2 0,0 1 0,0-2 0,1 0 0,0 0 0,1-1 0,0 0 0,0-1 0,0 0 0,19 7 0,-18-10 0,0 0 0,0-1 0,0-1 0,0 0 0,0 0 0,1-2 0,-1 1 0,23-4 0,-34 3 0,1 0 0,-1 0 0,0-1 0,0 1 0,0-1 0,0 0 0,0 0 0,-1 1 0,1-1 0,0 0 0,0-1 0,0 1 0,-1 0 0,1 0 0,-1-1 0,1 1 0,-1-1 0,3-3 0,-2 2 0,-1 0 0,1 0 0,-1-1 0,1 1 0,-1-1 0,0 1 0,-1-1 0,1 1 0,-1-1 0,1-3 0,-1-5 0,-1 0 0,0 0 0,0 1 0,-1-1 0,-7-20 0,9 31 0,-1-1 0,1 1 0,-1 0 0,1 0 0,-1 0 0,0 0 0,1 0 0,-1 0 0,0 0 0,0 0 0,0 0 0,0 0 0,1 0 0,-3-1 0,3 2 0,0 0 0,0 0 0,0 0 0,-1 0 0,1 0 0,0 0 0,0 0 0,0 0 0,0 0 0,0 0 0,-1 0 0,1 0 0,0 0 0,0 0 0,0 0 0,0 0 0,-1 0 0,1 0 0,0 0 0,0 0 0,0 0 0,0 0 0,0 0 0,-1 0 0,1 0 0,0 0 0,0 0 0,0 0 0,0 1 0,0-1 0,0 0 0,0 0 0,-1 0 0,1 0 0,0 0 0,0 0 0,0 1 0,-1 11 0,2-6 0,1 0 0,0-1 0,-1 1 0,2-1 0,-1 0 0,1 1 0,-1-1 0,1 0 0,1-1 0,-1 1 0,1 0 0,0-1 0,6 6 0,-1-2 0,1 0 0,0 0 0,0-1 0,1 0 0,13 6 0,-18-10 0,0 0 0,1-1 0,-1 0 0,0-1 0,1 1 0,-1-1 0,1 0 0,-1-1 0,1 0 0,-1 0 0,1 0 0,-1-1 0,1 0 0,-1 0 0,1 0 0,7-3 0,-12 2 0,0 0 0,0 0 0,1 0 0,-1 0 0,-1 0 0,1 0 0,0 0 0,0 0 0,-1-1 0,1 1 0,-1-1 0,0 1 0,0-1 0,0 0 0,0 1 0,0-1 0,0-3 0,2-8 0,-1 1 0,0-16 0,-1-27 0,0 65 0,0-1 0,1 1 0,0-1 0,0 0 0,1 1 0,0-1 0,1 0 0,-1-1 0,1 1 0,1-1 0,-1 1 0,12 11 0,-11-13 0,0-1 0,0 1 0,0-1 0,1-1 0,0 1 0,0-1 0,0 0 0,0 0 0,1-1 0,-1 0 0,1 0 0,0 0 0,0-1 0,0 0 0,0 0 0,12 0 0,-13-1 0,-1-1 0,0-1 0,1 1 0,-1-1 0,0 0 0,0 0 0,1 0 0,-1-1 0,0 0 0,0 0 0,-1 0 0,1 0 0,0-1 0,-1 0 0,1 0 0,-1 0 0,0-1 0,0 1 0,-1-1 0,1 0 0,0 0 0,3-6 0,1-1 0,15-19 0,-21 28 0,0 0 0,0 0 0,0 0 0,0 1 0,0-1 0,1 0 0,-1 1 0,1 0 0,-1-1 0,4 0 0,-5 2 4,1 0 0,-1 0 0,0 0 0,0 0 0,0 0 0,0 0 0,1 0 0,-1 1 0,0-1 0,0 0 0,0 1 0,0-1 0,0 1 0,0-1 0,0 1 0,0-1 0,0 1 0,0 0 0,0-1 0,-1 1 0,1 0 0,0 0 0,0 0 0,-1 0 0,1 0 0,0 0 0,-1 0 0,1 0 0,0 1 0,1 3-301,0 0 0,0 0 0,0 0 0,2 11 0,-2-4-6529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4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287 103 24575,'-29'-18'0,"-11"-6"0,-2 1 0,3 5 0,7 4 0,5 9 0,5 6 0,7 7 0,2 1 0,4 3 0,4 0 0,-1 0 0,2-1 0,1 1 0,3 1 0,5-2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4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71 24575,'-16'-10'0,"-52"-28"0,60 34 0,-1 0 0,1 1 0,-1 0 0,0 1 0,0 0 0,-10-2 0,18 4 0,0 0 0,-1 0 0,1 0 0,0 0 0,0 0 0,-1 0 0,1 0 0,0 1 0,0-1 0,-1 0 0,1 1 0,0-1 0,0 0 0,0 1 0,0 0 0,0-1 0,0 1 0,0 0 0,0-1 0,0 1 0,0 0 0,0 0 0,-1 1 0,1 0 0,0 1 0,0-1 0,0 0 0,0 0 0,0 0 0,1 1 0,-1-1 0,1 0 0,-1 1 0,1-1 0,0 4 0,1 2 0,0 0 0,0 0 0,0 0 0,1 0 0,0-1 0,5 13 0,2-3 0,0 0 0,2-1 0,21 28 0,45 39 0,-54-59 0,-20-22 0,-1 1 0,0 0 0,1 0 0,-1 0 0,0 0 0,0 0 0,0 0 0,-1 1 0,1-1 0,-1 0 0,2 6 0,-3-7 0,0 0 0,0-1 0,0 1 0,0 0 0,0 0 0,-1-1 0,1 1 0,0 0 0,-1-1 0,1 1 0,-1-1 0,0 1 0,1-1 0,-1 1 0,0-1 0,0 1 0,0-1 0,0 0 0,0 1 0,-1-1 0,1 0 0,0 0 0,0 0 0,-1 0 0,1 0 0,-1 0 0,-1 1 0,-2 0-136,0 0-1,0 0 1,0 0-1,-1 0 1,1-1-1,0 0 1,-1 0-1,1 0 0,-9-1 1,0 0-6690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78 24575,'-7'-5'0,"-11"-10"0,-2 2 0,-24-14 0,38 24 0,1 1 0,-1-1 0,1 1 0,-1 0 0,0 1 0,1-1 0,-1 1 0,0 0 0,0 1 0,0-1 0,0 1 0,0 0 0,0 1 0,-7 1 0,10-1 0,-1 0 0,1 0 0,0 1 0,-1-1 0,1 1 0,0 0 0,0 0 0,0 0 0,0 1 0,1-1 0,-1 1 0,1-1 0,-1 1 0,1 0 0,0 0 0,0 0 0,0 0 0,0 0 0,1 1 0,-1-1 0,1 0 0,0 1 0,0-1 0,0 1 0,0-1 0,1 1 0,-1 4 0,1-2 0,0-1 0,0 0 0,0 1 0,0-1 0,1 0 0,0 1 0,0-1 0,0 0 0,1 0 0,0 0 0,0 0 0,0 0 0,0 0 0,1 0 0,0-1 0,0 1 0,6 6 0,7 2 0,1-1 0,0-1 0,0 0 0,37 15 0,-49-24 0,3 2 0,-1 0 0,0 0 0,1-1 0,-1 0 0,1 0 0,0-1 0,0 0 0,16 2 0,-23-4 0,1 0 0,-1 0 0,0 0 0,0 0 0,0 0 0,1-1 0,-1 1 0,0 0 0,0-1 0,0 1 0,0-1 0,0 1 0,0-1 0,0 0 0,0 1 0,0-1 0,0 0 0,0 0 0,0 1 0,0-1 0,-1 0 0,2-2 0,-1 1 0,0 0 0,-1 0 0,1 0 0,-1 1 0,0-1 0,1 0 0,-1 0 0,0 0 0,0 0 0,0 0 0,-1 0 0,0-3 0,-1-4 0,0 1 0,-1 1 0,0-1 0,-1 0 0,-5-9 0,-41-70 0,50 87 0,3 6 0,0-1 0,0 0 0,0 0 0,6 8 0,7 1 0,0-1 0,0 0 0,1-1 0,1-1 0,36 17 0,-17-11 0,2-3 0,40 11 0,-54-18 0,-8-2 0,-1-1 0,1 0 0,1-1 0,21 1 0,-36-4-97,-1 0-1,0 0 1,0-1-1,1 1 1,-1-1-1,0 1 1,0-1-1,0 0 1,0 1-1,0-1 1,0 0-1,0 0 0,3-3 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1:56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267 983 24575,'11'-37'0,"-2"-1"0,9-72 0,-16 86 0,-2-1 0,0 1 0,-1 0 0,-2-1 0,-9-40 0,-9-7 0,-42-101 0,-49-61 0,47 121 0,52 96 0,13 17 0,0 0 0,0 0 0,0 0 0,0 0 0,-1-1 0,1 1 0,0 0 0,0 0 0,0 0 0,0 0 0,-1 0 0,1 0 0,0 0 0,0 0 0,0 0 0,-1 0 0,1 0 0,0 0 0,0 0 0,-1 0 0,1 0 0,0 0 0,0 0 0,0 0 0,-1 0 0,1 0 0,0 0 0,-1 0 0,-2 10 0,-1 26 0,1 0 0,2 0 0,2 0 0,1 0 0,2 0 0,1 0 0,2 0 0,1-1 0,14 35 0,-11-42 0,2 0 0,1 0 0,1-1 0,1-1 0,1-1 0,2 0 0,0-2 0,40 38 0,-34-38 0,1-2 0,2 0 0,0-2 0,1-1 0,0-1 0,2-1 0,53 18 0,-70-29-273,0-1 0,0 0 0,1-1 0,21 1 0,-22-4-6553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3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330 121 24575,'-46'-31'0,"-32"-19"0,64 42 0,-1 1 0,0 0 0,-24-7 0,37 13 0,-1 0 0,1 1 0,0-1 0,-1 1 0,1 0 0,0 0 0,-1 0 0,1 0 0,-1 0 0,1 1 0,0-1 0,-1 1 0,1-1 0,0 1 0,0 0 0,-1 0 0,1 0 0,0 0 0,0 1 0,0-1 0,0 0 0,0 1 0,0-1 0,-1 3 0,-3 3 0,1-1 0,0 1 0,1 0 0,-1 1 0,-5 14 0,4-10 0,1 1 0,1 0 0,0 0 0,0 1 0,2-1 0,-2 16 0,3-25 0,1 0 0,0 1 0,0-1 0,0 0 0,0 1 0,1-1 0,0 0 0,0 1 0,0-1 0,0 0 0,1 0 0,0 0 0,-1 0 0,1 0 0,1-1 0,-1 1 0,1 0 0,-1-1 0,1 0 0,0 1 0,0-1 0,0 0 0,6 3 0,-2-2 0,1 0 0,0 0 0,0-1 0,0 0 0,0-1 0,0 0 0,1 0 0,14 1 0,7-2 0,36-2 0,-26-1 0,-33 2 0,0 0 0,-1-1 0,1 1 0,0-2 0,-1 1 0,1-1 0,-1 0 0,0 0 0,7-4 0,-10 5 0,0-1 0,0 0 0,-1 0 0,1 0 0,-1 0 0,1-1 0,-1 1 0,0-1 0,0 1 0,0-1 0,0 0 0,-1 0 0,1 0 0,-1 0 0,1 0 0,-1 0 0,0 0 0,0 0 0,0-7 0,3-3 0,-4 13 0,0 0 0,0 0 0,1 0 0,-1 0 0,0-1 0,0 1 0,0 0 0,0 0 0,0 0 0,0 0 0,0 0 0,0 0 0,1 0 0,-1 0 0,0 0 0,0-1 0,0 1 0,0 0 0,0 0 0,1 0 0,-1 0 0,0 0 0,0 0 0,0 0 0,0 0 0,0 0 0,1 0 0,-1 0 0,0 0 0,0 0 0,0 0 0,0 0 0,0 0 0,1 1 0,-1-1 0,0 0 0,0 0 0,0 0 0,12 17 0,-8-11 0,2 4 0,1 0 0,1-1 0,-1 0 0,1 0 0,10 7 0,49 36 0,-47-37 0,11 3-1365,-18-12-5461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3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0 24575,'-11'2'0,"1"-1"0,-1 1 0,1 1 0,0 0 0,-18 8 0,27-11 0,-1 1 0,0 0 0,0 0 0,1 0 0,-1 0 0,0 0 0,1 0 0,-1 1 0,1-1 0,0 0 0,-1 1 0,1-1 0,0 1 0,0 0 0,0-1 0,0 1 0,0 0 0,0-1 0,0 1 0,1 0 0,-1 0 0,1 0 0,-1 0 0,1 0 0,0 0 0,0 0 0,0 0 0,0 0 0,0 0 0,0 0 0,0 0 0,1-1 0,-1 1 0,1 0 0,-1 0 0,1 0 0,0 0 0,1 2 0,2 4 0,0-1 0,1 1 0,1-1 0,-1 0 0,1 0 0,12 11 0,46 33 0,-37-31 0,-4-3 0,2 1 0,43 43 0,-67-60 0,0-1 0,0 1 0,0 0 0,0 0 0,-1 0 0,1 0 0,0 0 0,-1 0 0,1 0 0,-1 0 0,1 0 0,-1 0 0,1 0 0,-1 0 0,0 1 0,1-1 0,-1 0 0,0 0 0,0 0 0,0 1 0,0-1 0,0 2 0,-1-2 0,0 0 0,1 1 0,-1-1 0,0 0 0,0 0 0,1 0 0,-1-1 0,0 1 0,0 0 0,0 0 0,0 0 0,0-1 0,-1 1 0,1 0 0,0-1 0,0 1 0,-2 0 0,-5 1 0,0 0 0,-1 0 0,1-1 0,0 0 0,-10 0 0,-15-2 0,0-2 0,1-1 0,-43-10 0,66 12-227,1 0-1,-1 0 1,1-1-1,0 0 1,-14-7-1,13 3-6598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4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11 24575,'-25'-4'0,"-34"-2"0,51 6 0,0 0 0,0 0 0,-1 1 0,1 0 0,1 0 0,-1 1 0,0 0 0,-9 4 0,14-5 0,1 0 0,0 0 0,0 0 0,0 0 0,1 0 0,-1 1 0,0-1 0,0 1 0,1-1 0,-1 1 0,1-1 0,-1 1 0,1 0 0,0 0 0,-1 0 0,1 0 0,0 0 0,0 0 0,1 0 0,-1 0 0,0 0 0,1 0 0,-1 1 0,1-1 0,0 0 0,0 0 0,0 0 0,0 1 0,0-1 0,0 0 0,0 0 0,1 1 0,-1-1 0,1 0 0,1 4 0,2 4 0,0-1 0,1 1 0,0-1 0,1-1 0,0 1 0,10 11 0,7 5 0,0-1 0,39 30 0,58 32 0,-109-79 0,4 3 0,-1 1 0,18 15 0,-31-25 0,-1-1 0,1 0 0,-1 1 0,1-1 0,-1 1 0,1-1 0,-1 0 0,0 1 0,1-1 0,-1 1 0,0-1 0,0 1 0,1 0 0,-1-1 0,0 1 0,0-1 0,0 1 0,1-1 0,-1 1 0,0 0 0,0-1 0,0 1 0,0-1 0,0 2 0,-1-1 0,1-1 0,-1 1 0,1-1 0,-1 1 0,1-1 0,-1 0 0,1 1 0,-1-1 0,1 1 0,-1-1 0,1 0 0,-1 1 0,0-1 0,1 0 0,-1 0 0,0 0 0,1 0 0,-2 1 0,-5 0 0,0-1 0,0 1 0,-9-1 0,12-1 0,-41-1 0,1-3 0,-1-1 0,2-2 0,-1-3 0,-55-20 0,96 30-114,-1 0 1,1 0-1,0 0 0,0-1 0,0 1 1,0-1-1,0 0 0,0 0 0,1 0 1,-1 0-1,-2-3 0,-1-3-6712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5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73 24575,'-2'3'0,"1"0"0,0-1 0,-1 1 0,1 0 0,0 0 0,1 0 0,-1 0 0,0 0 0,1 0 0,0 0 0,0 0 0,0 0 0,0 0 0,0 1 0,0-1 0,1 0 0,-1 0 0,1 0 0,0 0 0,0-1 0,0 1 0,1 0 0,-1 0 0,1 0 0,-1-1 0,5 5 0,-1 0 0,0-1 0,1 0 0,0 0 0,0 0 0,0-1 0,1 0 0,0 0 0,14 8 0,-10-8 0,0-1 0,0 0 0,1 0 0,-1-1 0,1 0 0,0-1 0,0 0 0,0-1 0,14-1 0,-20 0 0,-1 0 0,1-1 0,0 0 0,-1 0 0,1-1 0,-1 1 0,1-1 0,-1 0 0,0 0 0,0-1 0,0 0 0,0 0 0,0 0 0,-1 0 0,1-1 0,-1 0 0,0 0 0,0 0 0,0 0 0,-1-1 0,4-5 0,-4 5 0,0-1 0,0 0 0,-1 1 0,4-13 0,-5 15 0,-1 1 0,1-1 0,-1 0 0,0 0 0,0 0 0,0 1 0,0-1 0,0 0 0,0 0 0,-1 1 0,0-1 0,1 0 0,-2-2 0,7 20 0,-3-8 0,1 0 0,-1 0 0,1 0 0,6 9 0,-3-7 0,1 0 0,1-1 0,-1 1 0,1-2 0,1 1 0,-1-1 0,1 0 0,19 10 0,-22-14 0,0 0 0,0 0 0,0-1 0,1 0 0,-1 0 0,1-1 0,0 1 0,-1-1 0,1-1 0,0 1 0,0-1 0,-1-1 0,1 1 0,0-1 0,0 0 0,7-2 0,-11 2 0,0-1 0,1 1 0,-1-1 0,0 0 0,1 1 0,-1-1 0,0-1 0,0 1 0,-1 0 0,1-1 0,0 1 0,-1-1 0,1 0 0,-1 0 0,0 0 0,0 0 0,1-4 0,2-4 0,0 0 0,-2-1 0,5-20 0,-6 24 0,-2 7 0,0 1 0,0-1 0,0 1 0,1-1 0,-1 1 0,0-1 0,0 1 0,0-1 0,0 1 0,1-1 0,-1 1 0,0 0 0,0-1 0,1 1 0,-1-1 0,0 1 0,1 0 0,-1-1 0,0 1 0,1 0 0,-1-1 0,1 1 0,-1 0 0,0 0 0,1 0 0,-1-1 0,1 1 0,0 0 0,0 0 0,0 0 0,-1 0 0,1 1 0,0-1 0,0 0 0,-1 0 0,1 1 0,0-1 0,-1 1 0,1-1 0,0 0 0,-1 1 0,1-1 0,0 2 0,6 4 0,-2 1 0,10 12 0,-8-8 0,5 2 0,21 20 0,-28-29 0,0 0 0,-1-1 0,1 1 0,0-1 0,1 0 0,-1-1 0,0 1 0,11 2 0,-15-4 0,1-1 0,-1 0 0,1 1 0,0-1 0,-1 0 0,1 0 0,0 0 0,-1 0 0,1-1 0,0 1 0,-1 0 0,1-1 0,-1 1 0,1-1 0,0 1 0,-1-1 0,1 0 0,-1 1 0,3-3 0,-1 0 0,0 0 0,0 0 0,-1 0 0,1-1 0,3-6 0,-4 7 0,-1 0 0,1 0 0,0 0 0,0 0 0,0 1 0,1-1 0,-1 1 0,1 0 0,-1-1 0,4-1 0,-4 3 0,-1 1 0,0 0 0,1-1 0,-1 1 0,0 0 0,1 0 0,-1 0 0,0 0 0,1 0 0,-1 0 0,1 0 0,-1 0 0,0 0 0,1 1 0,-1-1 0,0 1 0,0-1 0,1 1 0,1 0 0,25 18 0,-16-10 0,-3-4 0,0 0 0,1 0 0,0-1 0,0 0 0,0 0 0,0-1 0,20 3 0,3-3 0,40 0 0,12 0 0,-55 0 0,0-1 0,0-2 0,41-5 0,-60 4 0,1-1 0,0 0 0,-1-1 0,0-1 0,1 0 0,-1 0 0,-1-1 0,1 0 0,-1-1 0,0-1 0,15-11 0,-21 14 0,1-1 0,-1 0 0,0 0 0,-1 0 0,1 0 0,-1-1 0,0 0 0,0 1 0,-1-1 0,0 0 0,0 0 0,0-1 0,1-10 0,-2 12 0,0-1 0,-1 0 0,0 0 0,0 0 0,-1 0 0,1 0 0,-1 0 0,0 1 0,-1-1 0,1 0 0,-1 0 0,-1 1 0,1 0 0,-6-10 0,7 13 0,0 1 0,0 0 0,1 0 0,-1 0 0,0-1 0,0 1 0,0 0 0,-1 0 0,1 0 0,0 1 0,0-1 0,0 0 0,-1 0 0,1 1 0,0-1 0,-1 1 0,1-1 0,-3 0 0,3 1 0,-1 0 0,1 0 0,0 1 0,0-1 0,0 0 0,-1 1 0,1-1 0,0 0 0,0 1 0,0-1 0,0 1 0,0 0 0,0-1 0,0 1 0,0 0 0,0 0 0,-2 1 0,0 2 0,0 0 0,0 0 0,0 0 0,1 0 0,-1 1 0,1-1 0,0 1 0,0 0 0,-1 7 0,-1 4 0,2 0 0,-1 0 0,2 0 0,0 0 0,1 1 0,5 29 0,-4-37 0,1 0 0,0 1 0,1-1 0,0 0 0,1-1 0,-1 1 0,2-1 0,-1 1 0,1-1 0,1-1 0,-1 1 0,1-1 0,9 9 0,-7-10 9,-1 0-1,1-1 1,0 0-1,1-1 1,-1 1 0,1-2-1,0 1 1,0-1-1,0-1 1,0 1-1,0-2 1,1 1-1,15 0 1,-9-2-195,0 0 1,0-1-1,0-1 0,-1 0 1,1-1-1,0-1 1,19-7-1,-23 6-6640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5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0 24575,'-6'5'0,"0"5"0,-1 2 0,2 3 0,4 1 0,4 2 0,5 2 0,1-1 0,4 0 0,2-2 0,-1 0 0,0-1 0,-3-3-8191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5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1-8191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6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24575,'35'30'0,"-24"-20"0,0 0 0,0-1 0,1 0 0,0-1 0,1 0 0,19 8 0,-31-15 0,1-1 0,-1 1 0,1-1 0,-1 1 0,1-1 0,-1 0 0,1 1 0,0-1 0,-1 0 0,1 0 0,0 0 0,-1 0 0,1-1 0,-1 1 0,1 0 0,0-1 0,-1 1 0,1-1 0,-1 1 0,1-1 0,2-1 0,-1-1 0,-1 0 0,1 1 0,-1-1 0,1 0 0,-1-1 0,0 1 0,2-4 0,13-19 0,-16 25 0,0 0 0,0 0 0,0 0 0,0 0 0,0 0 0,0 1 0,0-1 0,1 0 0,-1 0 0,0 1 0,0-1 0,1 1 0,-1-1 0,0 1 0,1 0 0,-1-1 0,0 1 0,1 0 0,-1 0 0,0 0 0,1 0 0,-1 0 0,1 0 0,-1 0 0,0 1 0,1-1 0,-1 0 0,0 1 0,1-1 0,-1 1 0,0 0 0,0-1 0,0 1 0,1 0 0,-1 0 0,1 1 0,4 4 0,0-1 0,0 2 0,-1-1 0,9 15 0,-4-8 0,16 24-1365,-19-28-5461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6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75 233 24575,'62'110'0,"30"56"0,-67-109 0,-33-76 0,-21-33 0,10 19 0,8 13 0,-62-125 0,65 126 0,1 0 0,1-1 0,0 0 0,2 0 0,-4-39 0,8 51 0,0 0 0,0 0 0,1 0 0,0 0 0,0 1 0,1-1 0,0 0 0,6-12 0,-7 16 0,1 1 0,0-1 0,0 1 0,0 0 0,0 0 0,0 0 0,1 0 0,-1 0 0,1 0 0,0 1 0,0-1 0,0 1 0,0 0 0,0 0 0,1 0 0,-1 0 0,1 1 0,-1-1 0,1 1 0,4-1 0,2 0 0,0 1 0,1 1 0,-1 0 0,1 0 0,-1 1 0,1 0 0,-1 1 0,0 0 0,0 1 0,0 0 0,0 0 0,0 1 0,-1 1 0,1-1 0,-1 2 0,0-1 0,-1 1 0,1 0 0,-1 1 0,0 0 0,-1 0 0,0 1 0,0 0 0,-1 0 0,0 1 0,6 10 0,-11-17 0,1 1 0,-1-1 0,0 1 0,0 0 0,-1 0 0,1-1 0,-1 1 0,1 0 0,-1 0 0,0 0 0,0-1 0,0 1 0,0 0 0,0 0 0,-1 0 0,-1 5 0,0-5 0,1 1 0,-1-1 0,0 0 0,0 1 0,0-1 0,-1 0 0,1 0 0,-1-1 0,0 1 0,1-1 0,-6 4 0,-1 0 0,-1 0 0,0-1 0,-1 0 0,0 0 0,1-1 0,-1-1 0,-16 4 0,-4-3-195,-1-1 0,1-1 0,-1-1 0,0-2 0,1-1 0,-36-8 0,50 7-6631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7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24575,'0'1'0,"-1"-1"0,1 1 0,-1 0 0,1-1 0,0 1 0,-1 0 0,1 0 0,0-1 0,0 1 0,0 0 0,0 0 0,0-1 0,0 1 0,0 0 0,0 0 0,0-1 0,0 1 0,0 0 0,0 0 0,0-1 0,0 1 0,1 0 0,-1 0 0,0-1 0,1 1 0,0 1 0,12 20 0,-9-17 0,9 14 0,20 23 0,-29-37 0,0-1 0,0 0 0,0 0 0,1 0 0,-1-1 0,1 0 0,0 0 0,0 0 0,0 0 0,0-1 0,8 3 0,-12-5 0,1 1 0,0-1 0,0 0 0,-1 1 0,1-1 0,0 0 0,0 0 0,0-1 0,-1 1 0,1 0 0,0-1 0,0 1 0,-1-1 0,1 1 0,0-1 0,-1 0 0,1 1 0,-1-1 0,1 0 0,-1 0 0,1 0 0,-1-1 0,0 1 0,1 0 0,-1 0 0,0-1 0,0 1 0,1-2 0,2-4 0,0-1 0,-1 1 0,0 0 0,5-16 0,-3 7 0,-5 15 0,0 1 0,0 0 0,0 0 0,0 0 0,0-1 0,0 1 0,0 0 0,0 0 0,0 0 0,0-1 0,0 1 0,0 0 0,1 0 0,-1 0 0,0 0 0,0 0 0,0-1 0,0 1 0,0 0 0,1 0 0,-1 0 0,0 0 0,0 0 0,0 0 0,0 0 0,1 0 0,-1-1 0,0 1 0,0 0 0,0 0 0,1 0 0,-1 0 0,0 0 0,0 0 0,0 0 0,1 0 0,-1 0 0,0 0 0,0 0 0,0 0 0,1 1 0,-1-1 0,0 0 0,0 0 0,0 0 0,1 0 0,-1 0 0,0 0 0,0 0 0,0 0 0,0 1 0,0-1 0,1 0 0,-1 0 0,0 0 0,0 0 0,0 1 0,0-1 0,0 0 0,0 0 0,0 0 0,1 0 0,-1 1 0,10 16 0,-7-11 0,5 6 0,1 0 0,0-1 0,0 0 0,1-1 0,1 0 0,0 0 0,0-1 0,1-1 0,0 0 0,15 8 0,-12-10-1365,-1-3-5461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7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24575,'16'31'0,"7"18"0,5 8 0,1 3 0,0 1 0,-2-2 0,0-3 0,-3-4 0,-2-2 0,-3-3 0,-2-1 0,-3-3 0,-2-4 0,-4-6 0,-1-8-8191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7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4 24575,'-18'-3'0,"-12"2"0,-2 2 0,3-1-8191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39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24575,'35'21'0,"109"73"0,55 33 0,-32-18 0,-221-152-1365,40 29-5461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0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0 24575,'-10'4'0,"0"-1"0,0 1 0,0 1 0,0 0 0,1 0 0,0 1 0,0 0 0,0 1 0,1 0 0,0 0 0,0 1 0,1 0 0,0 0 0,0 1 0,1 0 0,-7 14 0,0 2-94,9-16-88,0 1 1,-1-1-1,-1 0 1,1-1-1,-1 1 0,-14 14 1,8-13-6645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0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71 24575,'-7'-3'0,"-36"-16"0,-2 3 0,-54-14 0,96 29 0,0 0 0,-1 1 0,1-1 0,0 1 0,0 0 0,-1 0 0,1 0 0,0 1 0,0-1 0,-1 1 0,1 0 0,-4 1 0,5-1 0,0 0 0,0 0 0,0 1 0,0-1 0,0 0 0,1 1 0,-1 0 0,1-1 0,-1 1 0,1 0 0,0 0 0,-1 0 0,1 0 0,0 0 0,0 0 0,0 0 0,0 0 0,0 3 0,-1 3 0,0 1 0,1-1 0,0 1 0,0-1 0,1 1 0,0-1 0,0 1 0,1 0 0,0-1 0,0 1 0,6 14 0,3 5 0,1-1 0,17 30 0,9 22 0,-26-49 0,13 58 0,-21-69 0,0-1 0,-1 0 0,-1 1 0,-2 30 0,-3-28 0,3-18 0,0 1 0,0-1 0,1 1 0,-1-1 0,1 1 0,0-1 0,0 5 0,0-7 0,1 0 0,-1 1 0,0-1 0,1 0 0,-1 0 0,1 0 0,0 0 0,-1 0 0,1 0 0,0-1 0,-1 1 0,1 0 0,0 0 0,0 0 0,0-1 0,0 1 0,0 0 0,0-1 0,0 1 0,0-1 0,0 1 0,0-1 0,0 1 0,0-1 0,0 0 0,0 1 0,2-1 0,29 6 0,53 3 0,-79-8 15,0-1 0,0-1 0,0 1 0,0-1 0,0 0 0,0 0 0,11-4 0,-13 4-114,-1-1 0,0 1 0,0-1 0,0 0 0,0 0 0,0 0 0,0 0 0,0 0 0,-1-1 0,1 1 0,-1-1 0,0 0 0,0 0 0,3-5 0,0-3-6727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1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24575,'1'6'0,"1"0"0,-1 0 0,1 0 0,0 0 0,0 0 0,1-1 0,0 1 0,0-1 0,4 6 0,1 1 0,-2-1 0,1-1 0,0 0 0,0-1 0,1 1 0,1-2 0,17 16 0,-24-22 0,0-1 0,0 0 0,0 0 0,0 0 0,0 0 0,0 0 0,0 0 0,0 0 0,1-1 0,-1 1 0,0-1 0,0 1 0,1-1 0,-1 0 0,0 0 0,1 0 0,-1 0 0,0-1 0,0 1 0,1-1 0,-1 1 0,0-1 0,0 0 0,0 1 0,0-1 0,0 0 0,0-1 0,0 1 0,0 0 0,3-3 0,0-1 0,-1 1 0,1-1 0,-1-1 0,0 1 0,0-1 0,0 1 0,-1-1 0,0 0 0,3-8 0,-5 10 0,0 1 0,1-1 0,0 0 0,0 1 0,0-1 0,0 1 0,1 0 0,2-4 0,-4 7 0,0-1 0,0 0 0,0 1 0,0-1 0,0 1 0,0-1 0,0 1 0,0-1 0,0 1 0,0 0 0,0 0 0,0-1 0,0 1 0,0 0 0,0 0 0,0 0 0,0 0 0,0 0 0,0 1 0,0-1 0,0 0 0,1 0 0,-1 1 0,0-1 0,0 0 0,0 1 0,-1-1 0,1 1 0,0-1 0,0 1 0,0 0 0,0-1 0,0 1 0,-1 0 0,2 1 0,97 88 0,-98-90-11,21 19-328,1-2 1,0 0-1,31 15 1,-43-27-6488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1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79 24575,'13'-11'0,"-1"1"0,2 1 0,-1 1 0,1 0 0,0 0 0,20-7 0,-27 13 0,0 0 0,0 0 0,0 1 0,0 0 0,0 0 0,0 0 0,0 1 0,0 0 0,0 1 0,0-1 0,1 1 0,-1 1 0,0-1 0,-1 1 0,1 0 0,10 5 0,-10-3 0,1 0 0,0-1 0,0 2 0,-1-1 0,8 7 0,-13-9 0,0 0 0,0 0 0,0 1 0,0-1 0,0 1 0,0 0 0,0-1 0,-1 1 0,0 0 0,1 0 0,-1 0 0,0 0 0,0 0 0,0 6 0,1 9 0,-1 0 0,-1 23 0,-1-22 0,1-1 0,4 25 0,14 52 0,3 15 0,-16-86 0,1 0 0,1-1 0,17 38 0,-15-42 0,-5-13 0,-1 0 0,0 0 0,-1-1 0,0 2 0,3 10 0,-4-16 0,-1 0 0,0 0 0,0 0 0,0 1 0,0-1 0,0 0 0,0 0 0,-1 0 0,1 1 0,0-1 0,-1 0 0,1 0 0,-1 0 0,1 0 0,-1 0 0,1 0 0,-1 0 0,0 0 0,1 0 0,-1 0 0,0 0 0,0 0 0,0 0 0,0-1 0,0 1 0,0 0 0,0-1 0,0 1 0,0 0 0,0-1 0,0 0 0,0 1 0,0-1 0,0 0 0,-1 1 0,-1-1 0,-7 2-56,-1-1 0,0 0 0,0 0 0,-16-2 0,11 0-1029,1 1-5741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2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7 24575,'0'-7'0,"-1"16"0,-1 17 0,-4 17 0,1 1 0,1 67 0,16 89 0,1-110 0,38 137 0,-35-170 0,-7-27 0,-1 0 0,7 55 0,-15-78-103,0 1 0,0-1-1,-1 1 1,-1-1 0,-1 9 0,1-10-643,-1 7-6080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3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21 107 24575,'-5'-20'0,"-1"-2"0,-4-33 0,11 46 0,3 15 0,6 17 0,-10-23 0,190 549 0,-158-460 0,-18-55 0,10 43 0,-23-72-136,1 0-1,-1 0 1,-1 0-1,1 0 1,-1 0-1,0 0 1,0 0-1,0 0 0,-2 6 1,-1-2-6690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418 1 24575,'0'0'0,"0"0"0,0 0 0,0 0 0,0 0 0,0 0 0,0 0 0,0 0 0,1 0 0,-1 0 0,0 0 0,0 0 0,0 0 0,0 0 0,0 0 0,0 0 0,0 0 0,0 0 0,0 0 0,0 0 0,0 0 0,0 0 0,0 0 0,1 0 0,-1 0 0,0 0 0,0 0 0,0 0 0,0 0 0,0 0 0,0 0 0,0 0 0,0 0 0,0 0 0,0 0 0,0 1 0,0-1 0,0 0 0,0 0 0,0 0 0,0 0 0,0 0 0,0 0 0,0 0 0,0 0 0,0 0 0,0 0 0,0 0 0,0 0 0,0 1 0,0-1 0,0 0 0,0 0 0,0 0 0,0 0 0,0 0 0,0 0 0,0 0 0,0 0 0,0 0 0,0 0 0,0 0 0,-5 6 0,-9 4 0,-21 9 0,-2-2 0,0-1 0,-52 13 0,30-9 0,28-10 0,16-6 0,1 0 0,0 2 0,0 0 0,0 0 0,-17 12 0,30-18 0,0 1 0,1-1 0,-1 0 0,1 1 0,-1-1 0,1 0 0,-1 1 0,1-1 0,-1 1 0,1-1 0,-1 1 0,1-1 0,-1 1 0,1-1 0,0 1 0,-1 0 0,1-1 0,0 1 0,0-1 0,-1 1 0,1 0 0,0-1 0,0 1 0,0 0 0,0 0 0,0 0 0,1 0 0,-1-1 0,1 1 0,-1-1 0,1 1 0,-1-1 0,1 1 0,-1-1 0,1 1 0,0-1 0,-1 0 0,1 1 0,0-1 0,-1 0 0,1 0 0,0 1 0,-1-1 0,2 0 0,6 2 0,0-1 0,15 0 0,51 0 0,-1 4 0,0 3 0,-1 3 0,78 23 0,-131-29 0,-6-2 0,0 1 0,0 0 0,-1 1 0,24 12 0,-34-16 7,-1-1 0,0 1-1,0 0 1,0 0 0,0 0-1,0 0 1,0 0-1,0 0 1,0 0 0,0 1-1,-1-1 1,1 0 0,0 0-1,-1 1 1,1-1 0,-1 0-1,1 3 1,-1-3-69,0 0 0,0 0 0,0 0 0,0 0 1,0 0-1,0 0 0,0 0 0,-1 0 0,1 0 0,0 0 0,-1 0 0,1 0 1,-1-1-1,1 1 0,-1 0 0,1 0 0,-1 0 0,1 0 0,-1-1 0,0 1 1,0 0-1,1-1 0,-3 2 0,-7 5-6764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7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24575,'24'7'0,"12"6"0,3 3 0,0-1 0,-4-1 0,-3-3 0,-2 0 0,-3-2 0,-1-1 0,-2 0 0,-3-3 0,-3 1 0,2-1 0,-1-1 0,-1-1 0,-3-1-8191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24575,'1'30'0,"7"57"0,-5-71 0,0 0 0,2-1 0,0 1 0,1-1 0,8 16 0,-2-7 0,-7-13 0,0-1 0,0 1 0,2-1 0,-1 0 0,1-1 0,9 10 0,-46-50-455,1-2 0,-31-45 0,45 55-6371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8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1 144 24575,'3'-13'0,"1"0"0,0 0 0,1 0 0,11-22 0,-13 31 0,-1 0 0,1 0 0,0 1 0,0-1 0,0 1 0,0-1 0,1 1 0,-1 1 0,1-1 0,0 0 0,-1 1 0,1 0 0,1-1 0,-1 2 0,0-1 0,0 0 0,1 1 0,4-1 0,9-1 0,0 2 0,0 0 0,-1 1 0,1 1 0,32 5 0,-14 1 0,63 22 0,-85-25 0,0 1 0,22 10 0,-33-14 0,-1 0 0,0 0 0,1 1 0,-1-1 0,0 1 0,1 0 0,-1 0 0,0-1 0,0 1 0,-1 1 0,1-1 0,0 0 0,-1 0 0,1 1 0,1 3 0,-3-5 0,0 0 0,0 1 0,0-1 0,1 1 0,-2-1 0,1 0 0,0 1 0,0-1 0,0 1 0,-1-1 0,1 0 0,-1 1 0,1-1 0,-1 0 0,1 0 0,-1 1 0,0-1 0,1 0 0,-1 0 0,0 0 0,0 0 0,0 0 0,0 0 0,0 0 0,0 0 0,0 0 0,-1 0 0,1-1 0,-2 2 0,-5 2 0,0 1 0,0-1 0,-11 3 0,17-6 0,-18 5 0,-29 5 0,31-7 0,0 0 0,-27 10 0,44-13 0,-1 0 0,0 0 0,1-1 0,-1 1 0,0 0 0,1 0 0,-1 1 0,1-1 0,0 0 0,-1 0 0,1 1 0,0-1 0,0 1 0,0-1 0,0 1 0,-1 2 0,1-3 0,1 0 0,0 1 0,-1-1 0,1 0 0,0 0 0,0 1 0,0-1 0,0 0 0,1 1 0,-1-1 0,0 0 0,0 1 0,1-1 0,-1 0 0,1 0 0,-1 0 0,1 1 0,0-1 0,-1 0 0,1 0 0,0 0 0,0 0 0,0 0 0,1 1 0,16 15 0,1-2 0,0 0 0,1-1 0,41 22 0,-15-10 0,98 71 0,-141-95 0,0 1 0,0-1 0,0 1 0,0 0 0,0 0 0,3 5 0,-6-7 0,1 0 0,-1 0 0,1-1 0,-1 1 0,0 0 0,0 0 0,1 0 0,-1 0 0,0 0 0,0 0 0,0 0 0,0 0 0,0 0 0,0 0 0,0 0 0,0 0 0,-1 0 0,1 0 0,0 0 0,0-1 0,-1 1 0,1 0 0,-1 0 0,1 0 0,-1 0 0,1 0 0,-1-1 0,1 1 0,-1 0 0,0-1 0,1 1 0,-2 0 0,-2 3 0,0-1 0,0 0 0,0-1 0,-1 1 0,1-1 0,-1 0 0,1 0 0,-1 0 0,-8 1 0,-5 1 0,-24 2 0,8-3 0,2 1 0,-53-2 0,-3 1 0,64 2-1365,14-2-5461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9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24575,'0'0'0,"1"0"0,-1-1 0,0 1 0,0 0 0,1 0 0,-1 0 0,0 0 0,1 0 0,-1 0 0,0 0 0,0 0 0,1 0 0,-1 0 0,0 0 0,1 0 0,-1 0 0,0 0 0,1 0 0,-1 0 0,0 0 0,1 0 0,-1 0 0,0 0 0,0 1 0,1-1 0,-1 0 0,0 0 0,0 0 0,1 0 0,-1 1 0,0-1 0,1 0 0,16 10 0,-11-7 0,175 108 0,-93-54 0,-56-38 0,-19-12 0,0 1 0,-1 0 0,23 19 0,-32-22-1365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3:49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0 24575,'-8'3'0,"-5"3"0,-3 1 0,-1 1 0,-1 3 0,3 1 0,2 2 0,0 1 0,2 0 0,1 0 0,-1 1 0,2 0 0,-1-1 0,0 1 0,-2-1 0,-4 0 0,-2 0 0,3-2-8191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0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24575,'0'19'0,"0"14"0,1 0 0,8 50 0,6-7 0,-15-76-35,0 1 0,1 0 0,-1-1 0,0 1 0,0 0 0,0-1 0,0 1 0,0 0 0,0-1 0,0 1 0,0 0 0,0-1 0,0 1 0,0 0 0,-1-1 0,1 1 0,0 0 0,0-1 0,-1 1 0,1 0 0,0-1 0,-1 1 0,1-1 0,-1 1 0,1-1 0,-1 1 0,1-1 0,-1 1 0,1-1 0,-1 1 0,1-1 0,-1 0 0,1 1 0,-1-1 0,0 0 0,1 1 0,-1-1 0,-1 0 0,-7 1-6791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1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24575,'6'-6'0,"-1"0"0,1 0 0,0 0 0,1 1 0,-1 0 0,1 0 0,0 0 0,0 1 0,1 0 0,-1 0 0,1 1 0,0 0 0,0 1 0,0-1 0,0 2 0,0-1 0,0 1 0,1 0 0,-1 1 0,0 0 0,14 1 0,5 2 0,0 1 0,0 1 0,0 1 0,-1 2 0,0 1 0,32 14 0,-54-21 0,0 1 0,0-1 0,0 1 0,0-1 0,0 1 0,0 0 0,3 5 0,-6-7 0,0-1 0,0 1 0,-1 0 0,1 0 0,-1 0 0,1-1 0,-1 1 0,1 0 0,-1 0 0,1 0 0,-1 0 0,0 0 0,0 0 0,1 0 0,-1 0 0,0 0 0,0 0 0,0 0 0,0 0 0,0 0 0,0 0 0,-1 0 0,1 0 0,0 0 0,0 0 0,-1 0 0,1 0 0,0 0 0,-1 0 0,1 0 0,-1 0 0,0 0 0,1 0 0,-1-1 0,0 1 0,1 0 0,-1 0 0,-1 0 0,-7 6 0,0-1 0,-1 0 0,1-1 0,-1 0 0,-1-1 0,1 0 0,-19 5 0,4-1 0,24-8 0,-1 0 0,1 1 0,-1-1 0,1 1 0,-1 0 0,1 0 0,-1-1 0,1 1 0,0 0 0,-1 0 0,1 0 0,0 0 0,0 1 0,0-1 0,0 0 0,0 0 0,0 1 0,0-1 0,0 0 0,0 1 0,1-1 0,-1 1 0,1-1 0,-1 1 0,1 0 0,-1-1 0,1 1 0,0 2 0,0-1 0,0 0 0,1-1 0,-1 1 0,1 0 0,0-1 0,0 1 0,0 0 0,0-1 0,1 1 0,-1-1 0,1 1 0,-1-1 0,1 0 0,0 0 0,3 4 0,5 3 0,1 0 0,0-1 0,0 0 0,17 9 0,53 20 0,-55-26 0,0 1 0,39 25 0,-63-36 0,-1 0 0,1 0 0,-1 1 0,0-1 0,1 0 0,-1 0 0,0 1 0,0-1 0,0 1 0,0-1 0,0 1 0,0-1 0,1 4 0,-2-4 0,0-1 0,0 1 0,0 0 0,0 0 0,0 0 0,0-1 0,0 1 0,-1 0 0,1 0 0,0 0 0,-1-1 0,1 1 0,0 0 0,-1-1 0,1 1 0,-1 0 0,1-1 0,-1 1 0,1 0 0,-1-1 0,1 1 0,-1-1 0,0 1 0,1-1 0,-1 0 0,0 1 0,0-1 0,1 1 0,-1-1 0,0 0 0,0 0 0,1 1 0,-2-1 0,-7 3 0,1-1 0,-1 0 0,0 0 0,1-1 0,-12 1 0,-48-3 0,34 0 0,-76-9 40,61 5-1445,34 4-5421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1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24575,'-3'3'0,"0"3"0,-1 3 0,2 3 0,0 2 0,3 1 0,2 1 0,3 0 0,0-1 0,2 1 0,2-3 0,-1-1 0,1 0 0,-1 1 0,0-2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2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93 139 24575,'0'224'0,"0"-236"0,-1 0 0,-1 0 0,0 0 0,0 0 0,-7-15 0,-25-57 0,1 4 0,31 73 0,0 1 0,0-1 0,1 1 0,0-1 0,0 0 0,0-12 0,1 17 0,0 0 0,1 0 0,-1 0 0,0 0 0,1 0 0,0 0 0,-1 0 0,1 0 0,0 0 0,0 0 0,0 0 0,0 1 0,0-1 0,1 0 0,-1 1 0,0-1 0,1 1 0,-1-1 0,1 1 0,0 0 0,-1-1 0,1 1 0,0 0 0,0 0 0,2-1 0,3 0 0,-1 0 0,1 1 0,0-1 0,-1 1 0,1 1 0,0-1 0,0 1 0,0 0 0,0 1 0,9 1 0,10 3 0,35 13 0,-22-7 0,-36-10 0,2 0 0,0 1 0,0-1 0,-1 1 0,1 0 0,4 2 0,-8-3 0,-1-1 0,1 0 0,-1 1 0,1-1 0,-1 1 0,1-1 0,-1 1 0,1-1 0,-1 1 0,1-1 0,-1 1 0,0-1 0,1 1 0,-1 0 0,0-1 0,0 1 0,1-1 0,-1 1 0,0 0 0,0-1 0,0 1 0,0 0 0,0-1 0,0 1 0,0 0 0,0-1 0,0 1 0,0 0 0,0-1 0,0 1 0,0 0 0,0-1 0,-1 1 0,1 0 0,0-1 0,-1 1 0,1-1 0,0 1 0,-1 0 0,1-1 0,-1 1 0,1-1 0,0 1 0,-1-1 0,0 1 0,-16 17 0,11-13 0,1 1 0,-1 0 0,1 0 0,1 0 0,-8 12 0,11-16 0,1 1 0,-1-1 0,0 0 0,0 0 0,1 1 0,0-1 0,-1 1 0,1-1 0,0 0 0,0 1 0,0-1 0,1 1 0,-1-1 0,0 0 0,1 1 0,0-1 0,-1 0 0,1 1 0,0-1 0,0 0 0,0 0 0,1 0 0,1 3 0,3 3 0,0 0 0,1-1 0,-1 1 0,2-1 0,9 8 0,45 26 0,1 3 0,-61-43 0,-1 0 0,1 0 0,-1 1 0,1-1 0,-1 1 0,0-1 0,1 1 0,-1-1 0,0 1 0,0 0 0,0-1 0,0 1 0,-1 0 0,1 0 0,0 0 0,-1 0 0,1 0 0,-1 0 0,0-1 0,0 1 0,1 0 0,-2 4 0,1-4 0,-1 0 0,1 0 0,-1-1 0,0 1 0,0 0 0,0 0 0,0 0 0,0-1 0,-1 1 0,1-1 0,0 1 0,-1-1 0,1 1 0,-1-1 0,1 0 0,-1 0 0,0 1 0,1-1 0,-1-1 0,0 1 0,-4 1 0,-12 4 0,-1-1 0,0 0 0,-20 1 0,19-3 0,-8 0-682,-55-1-1,70-2-6143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2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14 24575,'3'-1'0,"0"-1"0,-1 0 0,1 1 0,0-1 0,0 1 0,0 0 0,0 0 0,0 0 0,0 1 0,0-1 0,0 1 0,0-1 0,1 1 0,-1 0 0,0 0 0,0 1 0,4 0 0,-3 0 0,0 0 0,0 1 0,0 0 0,-1-1 0,1 1 0,-1 1 0,1-1 0,-1 0 0,0 1 0,0 0 0,0-1 0,5 8 0,-1-2 0,0 1 0,-1 0 0,-1 1 0,1-1 0,-1 1 0,-1 0 0,0 0 0,0 1 0,-1-1 0,0 1 0,1 14 0,-4-23 0,0 0 0,0 0 0,0 0 0,0 0 0,0 1 0,0-1 0,-1 0 0,1 0 0,-1 0 0,0 0 0,0 0 0,0 0 0,0 0 0,0 0 0,0-1 0,0 1 0,0 0 0,-1-1 0,-2 4 0,2-3 0,-1 0 0,0-1 0,0 1 0,0 0 0,0-1 0,-1 0 0,1 0 0,0 0 0,0 0 0,-1 0 0,-4 0 0,-3 0 0,-1-1 0,1 0 0,0-1 0,-1 0 0,1-1 0,-15-4 0,-7-4 0,-36-16 0,53 19 0,0-1 0,1 0 0,0-1 0,-17-14 0,30 21 0,-1 0 0,1 0 0,0 0 0,0-1 0,0 1 0,0-1 0,0 0 0,1 0 0,-1 1 0,1-1 0,-1 0 0,1 0 0,0 0 0,0-1 0,1 1 0,-1 0 0,0-4 0,1 5 0,0-1 0,0 1 0,1 0 0,-1-1 0,1 1 0,-1 0 0,1-1 0,0 1 0,0 0 0,0 0 0,0 0 0,0 0 0,0 0 0,0 0 0,1 0 0,-1 0 0,1 0 0,0 0 0,-1 1 0,1-1 0,0 1 0,0-1 0,4-1 0,2-1-97,-1 1-1,1 0 1,0 0-1,0 1 1,0 0-1,0 1 1,0 0-1,0 0 1,0 0-1,0 1 1,1 1-1,-1-1 0,13 4 1,-2-2-6729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3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31 24575,'-15'-5'0,"-48"-14"0,55 17 0,0 0 0,0 1 0,0 0 0,0 1 0,1 0 0,-10 1 0,15-1 0,0 0 0,0 1 0,0-1 0,0 1 0,0-1 0,-1 1 0,1 0 0,1 0 0,-1 0 0,0 0 0,0 0 0,0 0 0,0 0 0,1 1 0,-1-1 0,1 1 0,-1-1 0,-2 4 0,3-3 0,0 1 0,0-1 0,0 1 0,0-1 0,0 1 0,1 0 0,-1-1 0,1 1 0,0 0 0,0-1 0,0 1 0,0 0 0,0 3 0,2 2 0,0 0 0,0 0 0,1 0 0,0 0 0,0 0 0,0 0 0,1-1 0,7 11 0,9 5 0,0 0 0,1-2 0,1 0 0,36 25 0,2 3 0,-59-48 0,1 0 0,-1 0 0,0 0 0,0 0 0,0 0 0,0 0 0,0 1 0,0-1 0,0 0 0,0 1 0,-1-1 0,1 0 0,0 1 0,-1-1 0,1 1 0,-1-1 0,1 1 0,-1-1 0,0 1 0,0-1 0,0 3 0,0-2 0,-1-1 0,1 0 0,-1 0 0,0 1 0,0-1 0,1 0 0,-1 0 0,0 0 0,0 0 0,0 0 0,0 0 0,0 0 0,0-1 0,-1 1 0,1 0 0,0 0 0,0-1 0,0 1 0,-1-1 0,1 1 0,0-1 0,-1 0 0,1 1 0,-3-1 0,-15 3 0,0-2 0,0 0 0,-34-2 0,12-1 0,19 2 0,1-2 0,-1 0 0,1-1 0,-1-1 0,1-1 0,-40-16 0,59 20-151,-1 0-1,1 0 0,0 0 0,0-1 1,0 1-1,0-1 0,0 1 1,-2-4-1,-2-4-6674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24575,'2'13'0,"4"10"0,1 5 0,2 1 0,1 1 0,0 0 0,0 1 0,2-1 0,0 1 0,2 0 0,0-1 0,1-2 0,1-1 0,-1-2 0,0-4 0,-2-1 0,-1-3 0,-2-4-8191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3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66 24575,'-26'-13'0,"-11"-4"0,-2 1 0,3 5 0,5 5 0,6 4 0,4 4 0,3 2 0,2 3 0,-2 0 0,1 2 0,-1-1 0,1 1 0,1-2 0,2-1-8191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4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57 24575,'-7'-3'0,"-34"-12"0,-2 1 0,-47-9 0,87 23 0,0-1 0,0 1 0,0-1 0,0 1 0,0 0 0,0 1 0,0-1 0,0 0 0,0 1 0,0-1 0,0 1 0,0 0 0,0 0 0,-4 3 0,5-3 0,1 0 0,-1 1 0,1-1 0,-1 1 0,1-1 0,0 1 0,0-1 0,0 1 0,0-1 0,0 1 0,0 0 0,0 0 0,1 0 0,-1-1 0,0 1 0,1 0 0,0 0 0,-1 0 0,1 0 0,0 0 0,0 0 0,0 0 0,1 3 0,-1 0 0,1 0 0,1 1 0,-1-1 0,1 0 0,0 1 0,0-1 0,1 0 0,-1 0 0,1-1 0,0 1 0,0-1 0,1 1 0,-1-1 0,1 0 0,0 0 0,0 0 0,1-1 0,-1 0 0,6 4 0,-3-3 0,0 0 0,0 0 0,1 0 0,-1-1 0,1 0 0,0-1 0,0 1 0,0-2 0,1 1 0,-1-1 0,0 0 0,9-1 0,-14 0 0,-1 0 0,1-1 0,-1 1 0,0-1 0,1 0 0,-1 1 0,0-1 0,0 0 0,1-1 0,-1 1 0,0 0 0,0 0 0,0-1 0,0 1 0,-1-1 0,1 0 0,0 0 0,2-3 0,-1 1 0,-1-1 0,1 1 0,-1 0 0,0-1 0,-1 1 0,1-1 0,-1 0 0,2-6 0,17 46 0,23 40-1365,-37-65-5461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4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24575,'1'1'0,"0"-1"0,0 0 0,1 0 0,-1 1 0,0-1 0,0 1 0,0-1 0,0 1 0,0-1 0,-1 1 0,1-1 0,0 1 0,0 0 0,0 0 0,0-1 0,-1 1 0,1 0 0,0 0 0,0 1 0,12 21 0,-12-21 0,12 28 0,18 60 0,1 38 0,-13-48 0,-10-37 0,-7-44 0,1-6 0,2-8 0,-1-11 0,-3 16 0,1 0 0,0 0 0,0 0 0,6-12 0,-7 19 0,0 1 0,0-1 0,1 1 0,-1 0 0,1-1 0,-1 1 0,1 0 0,0 0 0,0 0 0,0 0 0,0 1 0,0-1 0,1 1 0,-1-1 0,0 1 0,1-1 0,-1 1 0,1 0 0,-1 0 0,6-1 0,-5 2 0,1-1 0,-1 1 0,0-1 0,1 1 0,-1 0 0,1 0 0,-1 0 0,0 1 0,1-1 0,-1 1 0,0 0 0,0 0 0,1 0 0,-1 0 0,0 1 0,4 2 0,-3-2 0,-1 1 0,1 0 0,-1 0 0,0 1 0,0-1 0,0 1 0,-1-1 0,1 1 0,-1 0 0,0 0 0,4 8 0,-2-3 0,-1 1 0,1 0 0,-1 0 0,-1 0 0,0 1 0,1 19 0,-3-26 0,0-1 0,0 0 0,0 0 0,-1 1 0,1-1 0,-1 0 0,0 0 0,0 0 0,0 0 0,0 0 0,-1 0 0,1 0 0,-1 0 0,0 0 0,0 0 0,0-1 0,0 1 0,0-1 0,0 0 0,-1 1 0,1-1 0,-1 0 0,1 0 0,-1-1 0,0 1 0,-4 1 0,1-1 0,0 0 0,-1 0 0,1-1 0,-1 0 0,1 0 0,-1-1 0,-7 1 0,1-2 0,0 0 0,-20-4 0,28 4-62,0-1 0,0 0 0,1 0 0,-1 0 0,1 0 0,-1-1 0,1 0 0,0 0 0,0 0 0,0 0 0,0-1 0,1 1 0,-1-1-1,1 0 1,0 0 0,0 0 0,0-1 0,1 1 0,-1-1 0,1 1 0,-1-6 0,-2-2-6764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5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24575,'0'0'0,"0"0"0,0-1 0,0 1 0,0 0 0,0 0 0,0 0 0,1 0 0,-1-1 0,0 1 0,0 0 0,0 0 0,0 0 0,1 0 0,-1 0 0,0-1 0,0 1 0,0 0 0,1 0 0,-1 0 0,0 0 0,0 0 0,1 0 0,-1 0 0,0 0 0,0 0 0,0 0 0,1 0 0,-1 0 0,0 0 0,0 0 0,0 0 0,1 0 0,-1 0 0,0 0 0,0 0 0,1 0 0,-1 0 0,0 1 0,0-1 0,3 10 0,-4 14 0,-2-3 0,2 0 0,0 0 0,2 0 0,0 0 0,1 0 0,1 0 0,1 0 0,1-1 0,1 0 0,1 0 0,1 0 0,0-1 0,1 0 0,1 0 0,1-1 0,1 0 0,0-1 0,2-1 0,-1 0 0,25 21 0,-35-34 0,0-1 0,0 1 0,0-1 0,0 0 0,1 0 0,-1 0 0,1 0 0,-1 0 0,1-1 0,0 0 0,0 1 0,0-1 0,0-1 0,7 2 0,-8-3 0,0 1 0,0 0 0,0-1 0,0 0 0,0 0 0,0 0 0,0 0 0,0 0 0,0 0 0,0-1 0,-1 1 0,1-1 0,-1 0 0,1 0 0,-1 0 0,0 0 0,0 0 0,0-1 0,4-4 0,-2 1 0,-1 0 0,1 0 0,-1-1 0,0 1 0,-1-1 0,0 0 0,3-9 0,-2-2 0,2-31 0,-4 39 0,-1 0 0,-1 0 0,1 0 0,-2 0 0,1 0 0,-1 0 0,-1 1 0,0-1 0,0 1 0,-1-1 0,0 1 0,-8-12 0,12 20 0,-1 0 0,0-1 0,1 1 0,-1 0 0,0 0 0,0 0 0,0 0 0,0 1 0,0-1 0,0 0 0,0 0 0,0 0 0,0 1 0,0-1 0,0 0 0,-1 1 0,1-1 0,0 1 0,0 0 0,-1-1 0,1 1 0,0 0 0,0 0 0,-1 0 0,1 0 0,0 0 0,-1 0 0,1 0 0,0 0 0,-1 1 0,1-1 0,0 0 0,0 1 0,-1-1 0,1 1 0,0-1 0,0 1 0,0 0 0,0-1 0,0 1 0,0 0 0,0 0 0,0 0 0,0 0 0,0 0 0,-1 1 0,-2 3 0,0 0 0,0 0 0,1 0 0,0 1 0,0-1 0,0 1 0,1 0 0,-3 9 0,3-10 0,1 1 0,0 0 0,0 0 0,1-1 0,0 1 0,0 0 0,0 0 0,0-1 0,1 1 0,0 0 0,1 0 0,-1-1 0,1 1 0,4 8 0,-3-8 0,1 0 0,0 0 0,0-1 0,1 1 0,-1-1 0,1 0 0,0 0 0,1-1 0,-1 0 0,1 0 0,11 7 0,1-2 0,0-1 0,0-1 0,1-1 0,0 0 0,36 5 0,-14-6 0,72-1 0,-96-4-455,0 1 0,26 6 0,-29-5-6371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8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45 24575,'0'0'0,"0"-1"0,0 1 0,-1-1 0,1 1 0,0-1 0,-1 1 0,1-1 0,0 1 0,-1-1 0,1 1 0,0-1 0,-1 1 0,1 0 0,-1-1 0,1 1 0,-1 0 0,1-1 0,-1 1 0,1 0 0,-1 0 0,1 0 0,0 0 0,0 0 0,0 0 0,-1 1 0,1-1 0,0 0 0,0 0 0,0 0 0,-1 0 0,1 1 0,0-1 0,0 0 0,0 0 0,0 1 0,0-1 0,-1 0 0,1 0 0,0 0 0,0 1 0,0-1 0,0 0 0,0 0 0,0 1 0,0-1 0,-1 23 0,3-13 0,0 0 0,1-1 0,0 1 0,1-1 0,0 0 0,0 0 0,1 0 0,0-1 0,0 0 0,1 0 0,0 0 0,1 0 0,11 10 0,-1-3 0,0-2 0,1 0 0,0 0 0,1-2 0,22 10 0,-30-16 0,0-1 0,0 0 0,0-1 0,0 0 0,14 1 0,-20-3 0,1-1 0,0 1 0,0-1 0,0 0 0,0-1 0,-1 1 0,1-1 0,0 0 0,0-1 0,-1 0 0,11-4 0,-13 5 0,-1-1 0,0 1 0,0-1 0,0 0 0,0 0 0,0 0 0,0 0 0,-1 0 0,1 0 0,0 0 0,-1-1 0,0 1 0,0 0 0,1-1 0,-1 1 0,-1-1 0,1 1 0,0-1 0,-1 0 0,1 1 0,-1-4 0,1-4 0,-2 0 0,1 1 0,-1-1 0,-3-14 0,3 24 0,1-1 0,0 0 0,0 0 0,0 0 0,0 1 0,0-1 0,0 0 0,0 0 0,0 0 0,0 0 0,0 1 0,0-1 0,0 0 0,1 0 0,-1 0 0,0 1 0,1-1 0,-1 0 0,0 0 0,1 0 0,0 0 0,-1 1 0,1 0 0,0-1 0,-1 1 0,1 0 0,0-1 0,-1 1 0,1 0 0,0 0 0,0-1 0,-1 1 0,1 0 0,0 0 0,-1 0 0,1 0 0,0 0 0,0 0 0,1 0 0,4 2 0,1 0 0,0 0 0,0 0 0,7 4 0,2 1 0,2-1 0,61 15 0,-72-20 0,0 0 0,0 0 0,1 0 0,-1-1 0,0 0 0,0-1 0,1 0 0,12-2 0,-18 2 0,1 0 0,-1 0 0,1 0 0,-1 0 0,1-1 0,-1 1 0,0-1 0,0 1 0,0-1 0,0 0 0,0 1 0,0-1 0,0 0 0,0-1 0,-1 1 0,1 0 0,1-4 0,-2 2 0,1 1 0,-1-1 0,0 0 0,0 0 0,0 0 0,-1 0 0,0 0 0,1 0 0,-1 0 0,-2-7 0,2 4 0,-2 1 0,1-1 0,-1 1 0,0 0 0,0 0 0,-1 0 0,0 0 0,0 0 0,0 0 0,-1 1 0,0-1 0,0 1 0,0 0 0,-6-5 0,4 6-195,0 0 0,0 0 0,0 0 0,-1 1 0,1 0 0,-11-2 0,1 0-6631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8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168 213 24575,'-16'-46'0,"-41"-84"0,55 127 0,0-1 0,0 1 0,0 0 0,0 0 0,-1 0 0,1 0 0,-1 0 0,0 1 0,-3-3 0,5 4 0,0 1 0,0-1 0,0 1 0,0-1 0,0 1 0,0-1 0,0 1 0,0 0 0,0 0 0,0 0 0,0-1 0,0 1 0,0 0 0,0 0 0,-1 1 0,1-1 0,0 0 0,0 0 0,0 0 0,0 1 0,0-1 0,0 1 0,0-1 0,0 0 0,0 1 0,0 0 0,0-1 0,0 1 0,0 0 0,1-1 0,-1 1 0,0 0 0,0 0 0,0 1 0,-3 3 0,1-1 0,0 1 0,0 0 0,1 0 0,0 0 0,-1 0 0,2 1 0,-3 6 0,2-2 0,0-1 0,1 1 0,-1 19 0,2-24 0,0-1 0,1 1 0,-1-1 0,1 1 0,0-1 0,0 0 0,1 1 0,-1-1 0,1 0 0,0 0 0,0 0 0,1 0 0,-1-1 0,4 5 0,-1-3 0,-1 0 0,1-1 0,0 0 0,1 0 0,-1 0 0,1-1 0,-1 0 0,12 5 0,6-1 0,0-1 0,1 0 0,0-2 0,28 2 0,-40-5 0,-6 0 0,113 16 0,-114-16-273,0 0 0,-1 1 0,1-1 0,5 4 0,0 1-6553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19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24575,'0'3'0,"0"0"0,1-1 0,0 1 0,-1-1 0,1 1 0,0-1 0,0 0 0,1 1 0,-1-1 0,0 0 0,1 0 0,-1 0 0,4 3 0,5 9 0,3 4 0,0 0 0,2-1 0,16 16 0,0-1 0,-26-27 0,-1 0 0,1 0 0,1-1 0,-1 0 0,1 0 0,-1 0 0,1-1 0,7 4 0,-11-7 0,-1 1 0,1-1 0,-1 1 0,1-1 0,-1 1 0,1-1 0,-1 0 0,1 1 0,0-1 0,-1 0 0,1 0 0,-1-1 0,1 1 0,0 0 0,-1 0 0,1-1 0,-1 1 0,1-1 0,-1 1 0,1-1 0,-1 0 0,1 1 0,-1-1 0,0 0 0,1 0 0,-1 0 0,0 0 0,0 0 0,0-1 0,0 1 0,0 0 0,0 0 0,0-1 0,0 1 0,0-1 0,0 1 0,-1-1 0,2-2 0,0-3 0,0-1 0,-1 1 0,0 0 0,0-1 0,0 0 0,-1 1 0,-1-14 0,0-14 0,1 34 0,0 0 0,0 1 0,0-1 0,0 0 0,0 1 0,1-1 0,-1 0 0,0 1 0,0-1 0,0 0 0,1 1 0,-1-1 0,0 1 0,1-1 0,-1 0 0,1 1 0,-1-1 0,0 1 0,1-1 0,-1 1 0,1-1 0,-1 1 0,1 0 0,0-1 0,0 1 0,0-1 0,0 1 0,1 0 0,-1 0 0,0 0 0,0 0 0,0 0 0,0 0 0,0 0 0,0 0 0,0 0 0,0 0 0,2 1 0,5 2 0,-1 1 0,0-1 0,11 8 0,-10-6 0,23 11 0,0-1 0,38 12 0,-53-21 0,0-2 0,1 0 0,-1-1 0,1 0 0,0-1 0,24-1 0,-36-2 0,-1 1 0,0-1 0,1 0 0,-1 0 0,0 0 0,0 0 0,0-1 0,0 0 0,0 0 0,0 0 0,0 0 0,0 0 0,-1-1 0,1 0 0,-1 0 0,0 0 0,0 0 0,0 0 0,0-1 0,-1 1 0,1-1 0,-1 0 0,0 1 0,0-1 0,0 0 0,0-1 0,-1 1 0,0 0 0,0 0 0,0 0 0,0-1 0,-1 1 0,1-1 0,-2-5 0,1 3 0,-1 0 0,0 0 0,0 0 0,0 0 0,-1 0 0,-1 1 0,1-1 0,-7-12 0,7 16 0,1 0 0,-1 0 0,0 0 0,-1-1 0,1 2 0,-1-1 0,1 0 0,-1 0 0,0 1 0,0 0 0,0-1 0,0 1 0,0 0 0,0 1 0,-1-1 0,1 0 0,-1 1 0,-3-1 0,6 2 0,0-1 0,0 1 0,0 0 0,0 0 0,0 0 0,0 0 0,0 0 0,0 0 0,0 1 0,0-1 0,0 0 0,0 0 0,0 1 0,0-1 0,0 0 0,1 1 0,-1-1 0,0 1 0,0-1 0,0 1 0,0-1 0,1 1 0,-2 1 0,1 0 0,0 0 0,-1-1 0,1 1 0,1 0 0,-1 0 0,0 0 0,0 0 0,1 0 0,-1 0 0,0 4 0,1 1 0,-1 1 0,1 0 0,1-1 0,-1 1 0,3 9 0,-1-10 0,0-1 0,1 0 0,0 0 0,0 0 0,0 0 0,0-1 0,1 0 0,0 1 0,0-1 0,1 0 0,-1-1 0,1 1 0,0-1 0,1 0 0,6 4 0,0 0 0,0-1 0,1-1 0,0 0 0,0 0 0,0-1 0,15 3 0,-13-5 0,-1-1 0,0 0 0,1-1 0,-1 0 0,1-1 0,-1-1 0,1 0 0,14-4 0,-24 4 0,0-1 0,-1 1 0,1-1 0,-1 0 0,1-1 0,-1 1 0,0-1 0,0 0 0,0 0 0,0 0 0,-1-1 0,1 1 0,-1-1 0,0 0 0,0 0 0,0 0 0,3-6 0,-5 7 0,1 0 0,-1 0 0,0 0 0,0-1 0,0 1 0,-1 0 0,1-1 0,-1 1 0,0 0 0,1-1 0,-2 1 0,1-1 0,0 1 0,-1 0 0,1-1 0,-1 1 0,0 0 0,0-1 0,0 1 0,-1 0 0,1 0 0,-1 0 0,0 0 0,0 0 0,0 1 0,-2-4 0,2 5 0,1-1 0,0 1 0,0 0 0,0 0 0,-1-1 0,1 1 0,0 0 0,-1 0 0,1 1 0,-1-1 0,1 0 0,-1 0 0,0 1 0,1-1 0,-1 1 0,0-1 0,1 1 0,-1 0 0,0 0 0,1 0 0,-1 0 0,0 0 0,0 0 0,1 0 0,-1 0 0,0 1 0,1-1 0,-3 1 0,2 0 0,0 0 0,1 1 0,-1-1 0,0 0 0,0 0 0,1 1 0,-1-1 0,1 1 0,-1-1 0,1 1 0,0 0 0,-1 0 0,1 0 0,0-1 0,0 1 0,0 0 0,1 0 0,-1 0 0,0 0 0,1 1 0,-1 3 0,1-1 0,0 0 0,0 0 0,1 0 0,0 1 0,-1-1 0,2 0 0,-1 0 0,1 0 0,0 0 0,0-1 0,0 1 0,0 0 0,1-1 0,0 0 0,0 1 0,0-1 0,1 0 0,-1-1 0,5 5 0,2 0 0,0 1 0,0-1 0,1 0 0,0-1 0,1-1 0,16 8 0,-14-8 20,1-1 0,0-1-1,-1-1 1,1 0-1,19 1 1,76-2-1435,-109-2 1347,12 0-6758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0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153 565 24575,'-6'-4'0,"-1"0"0,0-1 0,0 1 0,0 0 0,-1 0 0,1 1 0,-1 0 0,0 0 0,0 1 0,-14-3 0,21 5 0,0 0 0,0 0 0,-1 0 0,1 0 0,0 0 0,0 0 0,0 1 0,-1-1 0,1 0 0,0 1 0,0-1 0,0 0 0,0 1 0,0-1 0,0 1 0,0 0 0,0-1 0,0 1 0,0 0 0,0 0 0,0 0 0,0-1 0,-1 3 0,1-1 0,1 0 0,-1-1 0,0 1 0,1 0 0,-1 0 0,1 0 0,0 0 0,0 0 0,-1 0 0,1 0 0,0 0 0,1 4 0,1 3 0,0 0 0,1 0 0,0 0 0,7 15 0,-7-19 0,-1 0 0,1 0 0,1 0 0,-1-1 0,1 1 0,0-1 0,0 0 0,0 0 0,8 6 0,-11-9 0,1 0 0,-1-1 0,1 1 0,-1 0 0,1-1 0,-1 1 0,1-1 0,-1 1 0,1-1 0,-1 0 0,1 0 0,0 1 0,-1-1 0,1 0 0,3-1 0,-4 0 0,1 1 0,0-1 0,-1 0 0,1 0 0,0 0 0,-1 0 0,1 0 0,-1 0 0,0 0 0,1 0 0,-1-1 0,0 1 0,0-1 0,0 1 0,1-1 0,-2 1 0,2-3 0,1-1 0,-1-1 0,0 1 0,0-1 0,-1 0 0,1 0 0,-1 0 0,0 1 0,-1-1 0,0-11 0,-1-7 0,-5-24 0,4 35 0,-13-65 0,-4 0 0,-29-77 0,23 75 0,21 68 0,-31-88 0,33 98 0,2 6 0,2 8 0,7 16 0,1 1 0,21 39 0,36 53 0,-61-111 0,172 274 0,-168-269-120,0-1-191,0 1 0,-1 0-1,11 29 1,-16-31-6515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3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50 24575,'-16'-49'0,"43"108"0,3 0 0,66 96 0,-83-137 0,0 0 0,26 25 0,-35-40 0,-3-4 0,-3-9 0,-9-14 0,-22-38 0,-19-41 0,52 102 0,-1 0 0,1 0 0,-1 0 0,1 0 0,0-1 0,-1 1 0,1 0 0,0 0 0,0 0 0,0-1 0,0 0 0,0 2 0,0 0 0,0-1 0,0 1 0,0 0 0,0 0 0,0 0 0,1 0 0,-1 0 0,0 0 0,0 0 0,0 0 0,0-1 0,0 1 0,1 0 0,-1 0 0,0 0 0,0 0 0,0 0 0,0 0 0,1 0 0,-1 0 0,0 0 0,0 0 0,0 0 0,0 0 0,1 0 0,-1 0 0,0 0 0,0 0 0,0 0 0,0 0 0,1 0 0,-1 0 0,0 1 0,0-1 0,0 0 0,0 0 0,0 0 0,1 0 0,-1 0 0,0 0 0,3 2 0,0 1 0,0-1 0,0 1 0,0-1 0,4 6 0,124 167 0,-92-119 0,56 90 0,-85-128 0,-1 0 0,-1 1 0,0 0 0,-2 1 0,0-1 0,4 30 0,-9-44 0,0 0 0,-1 0 0,0-1 0,0 1 0,0 0 0,0 0 0,-1 0 0,0-1 0,-2 8 0,2-10 0,-1 1 0,1-1 0,0 0 0,-1 1 0,1-1 0,-1 0 0,0 0 0,0 0 0,0-1 0,0 1 0,0 0 0,0-1 0,-1 1 0,1-1 0,0 0 0,-1 0 0,1 1 0,-4 0 0,-1-1 0,1 1 0,-1-1 0,0 0 0,0 0 0,1-1 0,-1 1 0,0-2 0,0 1 0,0-1 0,1 0 0,-1 0 0,0-1 0,1 0 0,-1 0 0,1 0 0,0-1 0,0 0 0,0-1 0,-9-5 0,8 4 0,2 1 0,-1-1 0,0 0 0,1 0 0,0-1 0,0 0 0,0 0 0,1 0 0,0 0 0,0-1 0,1 1 0,-1-1 0,1 0 0,1 0 0,0 0 0,0 0 0,-2-13 0,3 13 11,1 0 0,0 0 0,0 0 0,0 0 0,1-1 0,0 1-1,1 0 1,0 1 0,0-1 0,5-13 0,-4 15-125,1-1 0,-1 1-1,1 0 1,0 0 0,0 1 0,0-1-1,1 1 1,-1 0 0,1 0 0,0 0-1,1 1 1,8-6 0,-3 4-6712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9 24575,'0'0'0,"0"0"0,0-1 0,0 1 0,0 0 0,0-1 0,0 1 0,-1-1 0,1 1 0,0 0 0,0 0 0,0-1 0,0 1 0,0 0 0,-1-1 0,1 1 0,0 0 0,0-1 0,-1 1 0,1 0 0,0 0 0,0 0 0,-1-1 0,1 1 0,0 0 0,0 0 0,-1 0 0,1-1 0,0 1 0,-1 0 0,1 0 0,0 0 0,-1 0 0,1 0 0,-1 0 0,1 0 0,0 0 0,-1 0 0,1 0 0,0 0 0,-1 0 0,1 0 0,0 0 0,-1 0 0,1 0 0,0 0 0,-1 1 0,1-1 0,0 0 0,-1 0 0,1 0 0,0 0 0,0 1 0,-1-1 0,1 0 0,0 0 0,0 1 0,-1-1 0,1 1 0,-1 2 0,0 1 0,1 0 0,0-1 0,0 1 0,0 0 0,0-1 0,0 1 0,2 5 0,9 31 0,-8-30 0,1 5 0,1 0 0,1 0 0,0-1 0,1 0 0,12 18 0,-15-26 0,1 0 0,0 0 0,0-1 0,0 1 0,0-1 0,1-1 0,-1 1 0,1-1 0,1 0 0,-1 0 0,0-1 0,1 0 0,12 4 0,-7-3 0,1-1 0,-1 0 0,1-1 0,0 0 0,0-1 0,-1-1 0,20-1 0,-28 0 0,1 1 0,-1-1 0,0 0 0,0 0 0,0-1 0,1 1 0,-1-1 0,0 0 0,-1 0 0,1-1 0,0 1 0,-1-1 0,1 1 0,-1-1 0,0 0 0,0-1 0,0 1 0,0 0 0,-1-1 0,1 0 0,-1 1 0,0-1 0,0 0 0,0 0 0,1-6 0,-1 4 0,-1 1 0,0 0 0,0-1 0,-1 1 0,0-1 0,0 1 0,0-1 0,0 1 0,-1-1 0,0 1 0,-2-7 0,-1 0 0,0-1 0,-1 1 0,-10-17 0,3 13 0,5 13 0,7 3 0,0 0 0,-1 1 0,1-1 0,0 0 0,0 1 0,-1-1 0,1 0 0,0 1 0,0-1 0,0 0 0,-1 1 0,1-1 0,0 0 0,0 1 0,0-1 0,0 0 0,0 1 0,0-1 0,0 1 0,0-1 0,0 0 0,0 1 0,0 0 0,1 8 0,1 1 0,-1 0 0,2 0 0,-1-1 0,2 0 0,-1 1 0,7 11 0,0 2 0,13 29-1365,-12-31-5461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5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89 24575,'0'-3'0,"0"0"0,0 0 0,0 0 0,0 0 0,-1 0 0,1 0 0,-1 0 0,0 1 0,1-1 0,-1 0 0,-1 0 0,1 1 0,0-1 0,-1 0 0,1 1 0,-1-1 0,0 1 0,0 0 0,0 0 0,0-1 0,0 1 0,0 1 0,0-1 0,-1 0 0,1 0 0,-1 1 0,0 0 0,1-1 0,-1 1 0,0 0 0,0 0 0,1 1 0,-6-2 0,-13-3 0,14 3 0,1 0 0,0 1 0,-1-1 0,1 1 0,-1 1 0,1-1 0,-1 1 0,-11 1 0,17 0 0,0-1 0,-1 1 0,1-1 0,0 1 0,0 0 0,0-1 0,0 1 0,0 0 0,0 0 0,0 0 0,1 0 0,-1 0 0,0 0 0,0 0 0,1 0 0,-1 0 0,0 0 0,1 0 0,-1 0 0,1 0 0,-1 0 0,1 1 0,0-1 0,0 0 0,-1 0 0,1 1 0,0-1 0,0 0 0,0 0 0,0 1 0,1-1 0,-1 0 0,1 3 0,0 4 0,1 0 0,1 1 0,5 13 0,-5-17 0,14 35 0,28 41 0,11 26 0,-46-81 0,-1 0 0,-1 0 0,-2 1 0,0 0 0,-2 0 0,0 0 0,-2 40 0,-2-57 0,0 0 0,1-1 0,0 1 0,0 0 0,1-1 0,0 1 0,7 17 0,-8-25 0,1-1 0,-1 1 0,1 0 0,0-1 0,-1 1 0,1-1 0,0 0 0,0 0 0,0 1 0,0-1 0,0-1 0,0 1 0,1 0 0,-1 0 0,0-1 0,0 1 0,0-1 0,1 0 0,-1 1 0,4-2 0,7 2 0,0-2 0,16-2 0,-25 3 0,1-1-105,0 1 0,0-1 0,0 0 0,0-1 0,0 1 0,0-1 0,-1 0 0,1-1 0,-1 1 0,1-1 0,-1 1 0,4-5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6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24575,'1'3'0,"0"-1"0,0 1 0,0-1 0,0 1 0,0-1 0,1 0 0,-1 1 0,3 2 0,1 2 0,7 12 0,-5-7 0,-1-1 0,2 0 0,-1-1 0,1 0 0,1 0 0,17 15 0,-25-24 0,0 0 0,1 0 0,-1 0 0,0-1 0,0 1 0,0-1 0,1 1 0,-1-1 0,0 1 0,0-1 0,1 0 0,-1 1 0,1-1 0,-1 0 0,0 0 0,1 0 0,-1 0 0,0 0 0,1-1 0,-1 1 0,3-1 0,-2 0 0,-1 0 0,1 0 0,0 0 0,0 0 0,0-1 0,-1 1 0,1-1 0,-1 1 0,1-1 0,-1 0 0,0 0 0,2-2 0,2-4 0,-1-1 0,-1 1 0,1-1 0,-1 0 0,2-11 0,-4 13 0,0 0 0,1 1 0,0-1 0,-1 1 0,2 0 0,-1 0 0,4-7 0,-5 12 0,0 0 0,0 0 0,0 0 0,0-1 0,0 1 0,0 1 0,0-1 0,0 0 0,0 0 0,1 0 0,-1 1 0,0-1 0,1 0 0,-1 1 0,0-1 0,1 1 0,-1 0 0,0-1 0,1 1 0,-1 0 0,1 0 0,-1 0 0,0 0 0,1 0 0,-1 0 0,1 0 0,-1 1 0,1-1 0,-1 0 0,0 1 0,1-1 0,-1 1 0,0 0 0,2 0 0,16 9 0,-1 1 0,-1 0 0,30 25 0,3 2 0,-38-30-119,66 43-1127,-70-47-5580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6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24575,'11'-6'0,"5"-4"0,1 0 0,0 2 0,0-1 0,1 2 0,25-7 0,-41 14 0,-1-1 0,0 1 0,1 0 0,-1-1 0,1 1 0,-1 0 0,1 0 0,-1 0 0,1 0 0,-1 1 0,0-1 0,1 0 0,-1 1 0,1-1 0,-1 1 0,0-1 0,3 2 0,-3-1 0,0 0 0,0 0 0,0 0 0,-1 0 0,1 0 0,0 0 0,-1 1 0,1-1 0,-1 0 0,1 0 0,-1 0 0,1 1 0,-1-1 0,0 0 0,0 1 0,0-1 0,0 0 0,0 1 0,0 0 0,-3 54 0,1-40 0,1 1 0,1-1 0,4 34 0,0-31 0,0 0 0,2 0 0,1-1 0,8 19 0,40 65 0,-20-40 0,-32-55 0,1 0 0,-1 0 0,-1 0 0,1 0 0,-1 0 0,-1 1 0,1-1 0,0 11 0,-2-14 0,0-1 0,0 0 0,-1 0 0,1 1 0,-1-1 0,1 0 0,-1 0 0,0 0 0,0 0 0,0 0 0,-1 0 0,1 0 0,-1 0 0,0 0 0,1 0 0,-1-1 0,-1 1 0,1-1 0,0 0 0,0 1 0,-5 2 0,1-1 8,0-1-1,-1 0 1,1 0-1,-1 0 1,0 0-1,1-1 1,-1-1-1,0 1 0,-10 0 1,-7 0-281,-34-3 0,31 1-621,14-1-5932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7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24575,'23'121'0,"39"119"0,-46-193 0,-8-25 0,0 0 0,-2 0 0,0 1 0,4 47 0,-10-67-105,0 0 0,0 0 0,0 0 0,0 0 0,-1-1 0,1 1 0,-1 0 0,0 0 0,1 0 0,-1-1 0,-1 1 0,-1 4 0,-4 2-6721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7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17 24575,'-8'-15'0,"5"13"0,0 11 0,1 9 0,2-1 0,0 1 0,1 0 0,3 19 0,19 73 0,-12-61 0,85 288 0,-35-138 0,-46-130 134,-5-17-1633,-7-40-5327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29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24575,'8'-7'0,"2"-6"0,0 2 0,-2 6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0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16 24575,'156'-16'0,"-481"17"-1365,312-1-5461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1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16 24575,'8'-2'0,"-1"-2"0,-3 1 0,-5 0 0,-6 1 0,-3 1 0,-3 1 0,-2-1 0,-1 1 0,-3 0 0,0 1 0,-1-1 0,-1 0 0,1 0 0,0 0 0,-2 0 0,2 0 0,3 0-8191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2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821 20 24575,'0'0'0,"0"-1"0,0 1 0,1-1 0,-1 1 0,0-1 0,0 1 0,0-1 0,0 1 0,0-1 0,1 1 0,-1-1 0,0 1 0,0-1 0,0 1 0,0-1 0,0 1 0,0 0 0,-1-1 0,1 1 0,0-1 0,0 1 0,0-1 0,0 1 0,0-1 0,-1 1 0,1-1 0,-1 0 0,0 1 0,1-1 0,-1 1 0,0-1 0,0 1 0,1-1 0,-1 1 0,0 0 0,0-1 0,0 1 0,0 0 0,1 0 0,-3-1 0,-5 1 0,1 0 0,-1 0 0,-7 1 0,4 0 0,-228 0 0,-22 0 0,133 12 0,115-11 0,0 0 0,0 0 0,0 1 0,1 0 0,-1 1 0,1 0 0,0 1 0,-14 8 0,26-13 0,-1 0 0,1 0 0,0 0 0,0 0 0,0 0 0,-1 0 0,1 0 0,0 0 0,0 0 0,0 0 0,0 1 0,-1-1 0,1 0 0,0 0 0,0 0 0,0 0 0,0 1 0,0-1 0,0 0 0,0 0 0,-1 0 0,1 0 0,0 1 0,0-1 0,0 0 0,0 0 0,0 0 0,0 1 0,0-1 0,0 0 0,0 0 0,0 0 0,0 1 0,0-1 0,0 0 0,0 0 0,0 1 0,8 3 0,18 2 0,-22-5 0,254 52 0,-7 22 0,-248-74 0,9 4 0,-1-1 0,1 2 0,19 11 0,-28-15 0,-1 0 0,0 0 0,0 0 0,1 0 0,-1 0 0,0 1 0,-1-1 0,1 1 0,2 3 0,-3-4 0,-1-1 0,1 1 0,-1 0 0,1-1 0,-1 1 0,0 0 0,1-1 0,-1 1 0,0 0 0,0 0 0,0-1 0,-1 1 0,1 0 0,0-1 0,-1 1 0,1 0 0,-1-1 0,0 3 0,-1-1 0,0 0 0,0 0 0,0 0 0,-1 0 0,1-1 0,-1 1 0,1-1 0,-1 1 0,0-1 0,-5 3 0,-36 19 0,31-18 0,-39 18 0,26-12 0,-34 19 0,17-3 0,-106 60 0,72-41 0,53-32 0,23-14 0,-1 0 0,1 0 0,-1 0 0,1 0 0,0 1 0,-1-1 0,1 0 0,0 1 0,0-1 0,0 0 0,-1 3 0,2-4 0,0 0 0,0 0 0,0 1 0,0-1 0,0 0 0,0 0 0,0 1 0,0-1 0,0 0 0,0 0 0,0 1 0,0-1 0,0 0 0,0 0 0,0 1 0,0-1 0,0 0 0,0 0 0,0 1 0,0-1 0,0 0 0,1 0 0,-1 1 0,0-1 0,0 0 0,0 0 0,1 1 0,12 3 0,36-2 0,0-1 0,63-9 0,-88 6 0,490-7 0,-478 11-455,-1 0 0,62 14 0,-80-12-6371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4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36 24575,'0'-11'0,"1"9"0,-1 0 0,0 0 0,0-1 0,0 1 0,0-1 0,0 1 0,0 0 0,-2-5 0,1 9 0,0-1 0,0 1 0,0-1 0,0 1 0,1-1 0,-1 1 0,0 0 0,1-1 0,-1 3 0,-2 11 0,1 0 0,0 0 0,1 0 0,1 0 0,0 0 0,4 20 0,22 92 0,-15-81 0,23 133 0,-35-154 0,1-25 0,0 1 0,0-1 0,0 0 0,0 1 0,0-1 0,0 1 0,0-1 0,-1 1 0,1-1 0,0 0 0,0 1 0,-1-1 0,1 0 0,0 1 0,0-1 0,-1 0 0,1 1 0,0-1 0,-1 1 0,0-1 0,1 0 0,-1 0 0,1-1 0,-1 1 0,1 0 0,0 0 0,-1 0 0,1 0 0,-1-1 0,1 1 0,0 0 0,-1 0 0,1-1 0,-1 1 0,1 0 0,0-1 0,-1 1 0,1 0 0,0-1 0,0 1 0,-1 0 0,1-1 0,0 1 0,-1-1 0,-4-9-1365,1-1-5461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4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0 24575,'-16'15'0,"11"-10"0,0-1 0,0 1 0,0 0 0,-4 6 0,-6 9 0,12-16 0,-1 0 0,1 0 0,0 0 0,1 1 0,-1-1 0,1 1 0,-1 0 0,1 0 0,1 0 0,-1 0 0,1 0 0,0 0 0,-1 7 0,2-10 0,-1 0 0,1 0 0,0 0 0,1 0 0,-1 0 0,0 0 0,0 0 0,1 0 0,-1 0 0,1-1 0,0 1 0,0 0 0,-1 0 0,1 0 0,0-1 0,3 4 0,-3-3 0,1-1 0,0 0 0,0 0 0,0 1 0,0-1 0,0 0 0,0-1 0,0 1 0,0 0 0,0 0 0,0-1 0,0 0 0,1 1 0,-1-1 0,2 0 0,30 1 45,-1-2-1,46-8 1,35 0-1544,-99 9-5327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8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24575,'0'0'0,"1"0"0,-1 0 0,0 0 0,1 0 0,-1 0 0,0 0 0,1 0 0,-1 0 0,0 0 0,1 0 0,-1 0 0,0 0 0,1 0 0,-1 0 0,0 0 0,1 1 0,-1-1 0,0 0 0,1 0 0,-1 0 0,0 1 0,1-1 0,-1 0 0,0 0 0,0 0 0,1 1 0,15 10 0,-9-7 0,82 62 0,-36-25 0,185 138 0,-216-166 0,-17-10 0,0 0 0,0 0 0,0 0 0,0 1 0,0 0 0,4 5 0,-8-6-1365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6 24575,'-10'-2'0,"0"1"0,0 0 0,0 0 0,0 1 0,-20 2 0,27-1 0,0-1 0,-1 1 0,1 0 0,0 1 0,0-1 0,-1 0 0,1 1 0,0 0 0,0 0 0,1 0 0,-1 0 0,0 0 0,1 0 0,-1 1 0,1 0 0,0-1 0,0 1 0,0 0 0,0 0 0,-3 5 0,-11 31-67,13-30-63,-1 0 0,0 0 0,0-1 1,-1 1-1,0-1 0,0 0 0,-1 0 1,0-1-1,-11 12 0,6-10-6696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39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18 24575,'-15'-5'0,"1"1"0,-23-3 0,31 7 0,0-1 0,1 1 0,-1 0 0,0 0 0,0 0 0,0 1 0,1 0 0,-1 0 0,-8 3 0,13-3 0,-1 0 0,0 0 0,1 0 0,-1 1 0,1-1 0,-1 0 0,1 1 0,-1-1 0,1 1 0,0 0 0,0-1 0,0 1 0,0 0 0,0-1 0,0 1 0,0 0 0,1 0 0,-1 0 0,1 0 0,-1 0 0,1 0 0,0 0 0,0 0 0,0 0 0,0 0 0,0 0 0,0 0 0,1 2 0,0 8 0,2-1 0,-1 1 0,7 16 0,-8-25 0,11 31 0,-2 2 0,-2 0 0,-1 0 0,-2 0 0,-1 1 0,-2 38 0,-2-71 0,0 1 0,0 0 0,1-1 0,-1 1 0,1 0 0,0-1 0,1 1 0,-1-1 0,1 0 0,0 1 0,0-1 0,0 0 0,0 0 0,5 6 0,-4-7 0,0 0 0,0 0 0,0 0 0,1-1 0,-1 1 0,1-1 0,0 0 0,-1 0 0,1 0 0,0-1 0,0 1 0,0-1 0,0 0 0,0 0 0,0 0 0,6 0 0,25 4-50,8 1 196,-39-6-292,-1 0 0,1 0 0,-1 0 0,1-1 0,-1 1-1,1-1 1,-1 0 0,1 0 0,5-3 0,1-2-6680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0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24575,'0'0'0,"-1"0"0,1 0 0,-1 0 0,1 0 0,-1 0 0,1 1 0,-1-1 0,1 0 0,0 0 0,-1 1 0,1-1 0,-1 0 0,1 1 0,0-1 0,-1 0 0,1 1 0,0-1 0,0 0 0,-1 1 0,1-1 0,0 1 0,0-1 0,-1 1 0,1-1 0,0 1 0,0-1 0,0 1 0,0-1 0,0 1 0,0-1 0,0 1 0,0-1 0,0 0 0,0 2 0,1 19 0,-1-16 0,7 38 0,1 0 0,15 43 0,7 33 0,-4-1-1365,-23-108-5461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0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24575,'-23'21'0,"12"-12"0,1 1 0,-20 23 0,28-30 0,0-1 0,0 1 0,1 0 0,-1 0 0,1 0 0,-1 0 0,1 0 0,0 0 0,0 0 0,0 0 0,1 1 0,-1-1 0,1 0 0,0 1 0,0-1 0,0 0 0,0 1 0,1 4 0,0-6 0,0 0 0,0 1 0,0-1 0,1 0 0,-1 0 0,0 1 0,1-1 0,0 0 0,-1 0 0,1-1 0,0 1 0,0 0 0,0 0 0,0-1 0,0 0 0,1 1 0,-1-1 0,0 0 0,1 0 0,-1 0 0,0 0 0,5 0 0,4 2 0,0-1 0,0-1 0,21 1 0,-23-2-83,9 1 154,-1-2 1,21-2-1,-33 2-186,-1 0 0,1 0 0,0 0-1,0-1 1,-1 0 0,1 0 0,-1 0 0,0 0 0,1-1 0,-1 0 0,0 1 0,5-6 0,0-3-6711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1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1 161 24575,'21'-24'0,"-2"2"0,1 0 0,0 1 0,2 1 0,29-20 0,-49 39 0,0-1 0,0 1 0,0 0 0,0 0 0,0 0 0,0 0 0,0 0 0,0 1 0,0-1 0,0 1 0,1-1 0,-1 1 0,0 0 0,0 0 0,1 0 0,-1 0 0,5 1 0,-5 0 0,1 0 0,-1 0 0,0 1 0,0-1 0,1 0 0,-1 1 0,0 0 0,0 0 0,0-1 0,-1 1 0,1 0 0,0 1 0,-1-1 0,3 4 0,67 130 0,-64-118 0,0 0 0,-1 0 0,-1 1 0,-1 0 0,-1 0 0,1 21 0,-3 118 0,-3-77 0,2-68 0,1 0 0,0 0 0,0 0 0,1 0 0,1 0 0,0-1 0,1 1 0,0-1 0,1 0 0,1 0 0,10 17 0,-15-27 0,0 0 0,0 0 0,0 0 0,0 0 0,0 0 0,0 0 0,-1 0 0,1 0 0,-1 0 0,1 0 0,-1 0 0,0 1 0,0 3 0,0-5 0,-1 0 0,1 0 0,-1 1 0,1-1 0,-1 0 0,1 0 0,-1 0 0,1 0 0,-1 0 0,0 0 0,0 0 0,0 0 0,0 0 0,1 0 0,-1 0 0,0 0 0,-1 0 0,1-1 0,0 1 0,0 0 0,0-1 0,0 1 0,0-1 0,-3 1 0,-10 4-227,-1-1-1,0-1 1,0 0-1,0-1 1,-19 0-1,21-2-6598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1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24575,'-3'6'0,"-1"1"0,1 0 0,0-1 0,1 1 0,-1 0 0,1 1 0,-1 11 0,-3 54 0,6-59 0,-1 147 0,4-126 0,1 1 0,13 52 0,-10-59 0,17 70 0,-21-82 0,-1 1 0,-1-1 0,0 31 0,-2-43-85,0-1 0,-1 1-1,1-1 1,-1 1 0,0-1-1,0 1 1,0-1 0,0 0-1,-1 0 1,0 0 0,0-1-1,0 1 1,0 0 0,0-1-1,-6 4 1,0 2-6741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2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24575,'5'-7'0,"-1"7"0,1 15 0,-3 22 0,-2-36 0,0 24 0,0 39 0,14 106 0,30 7 0,-1-11 0,-41-157-136,0 0-1,-1 1 1,0-1-1,-1 1 1,0 0-1,0-1 1,-1 1-1,0-1 0,-4 14 1,2-13-6690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5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34 24575,'0'-9'0,"1"-12"0,-2 18 0,-2 11 0,-1 13 0,1 1 0,1 0 0,1 0 0,1 0 0,1 0 0,0-1 0,7 29 0,46 152 0,-29-118 0,-20-67-96,6 20-221,-1 0-1,-2 1 1,5 58 0,-13-84-6509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6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29 24575,'-1'-6'0,"0"3"0,1 1 0,-1-1 0,0 0 0,0 1 0,0-1 0,-2-3 0,2 13 0,3 7 0,9 35 0,26 64 0,2 9 0,-8 11 0,-26-106 0,-1 1 0,0 51 0,-4-94 0,2-1 0,-1 0 0,2 1 0,0 0 0,1 0 0,10-27 0,-13 40 0,0-1 0,0 1 0,1 0 0,-1 0 0,1 1 0,0-1 0,-1 0 0,1 0 0,0 1 0,0-1 0,0 1 0,0-1 0,0 1 0,0 0 0,0 0 0,1 0 0,3-1 0,-2 1 0,0 0 0,0 1 0,1 0 0,-1 0 0,0 0 0,0 0 0,1 0 0,-1 1 0,6 1 0,3 2 0,-1 1 0,1 0 0,-1 1 0,0 0 0,16 11 0,-16-8 0,0 0 0,0 1 0,-1 1 0,0 0 0,-1 0 0,0 1 0,13 21 0,-22-32-30,3 5-303,0 1-1,1 0 0,10 10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7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39 24575,'-4'-4'0,"0"0"0,-1 1 0,1-1 0,-1 1 0,0 0 0,0 0 0,-1 1 0,1 0 0,0 0 0,-1 0 0,1 0 0,-1 1 0,0 0 0,1 0 0,-9 0 0,9 1 0,-1 0 0,1 0 0,0 1 0,0 0 0,1 0 0,-1 0 0,0 1 0,0-1 0,0 1 0,1 0 0,-1 0 0,1 1 0,0 0 0,0-1 0,0 1 0,0 1 0,0-1 0,-4 5 0,6-4 0,-1-1 0,0 1 0,1 0 0,0 1 0,0-1 0,0 0 0,1 1 0,-1-1 0,1 1 0,0-1 0,1 1 0,-1 0 0,1-1 0,-1 1 0,2 0 0,-1 0 0,0-1 0,1 1 0,1 6 0,2 2 0,0 1 0,0 0 0,2-1 0,0 0 0,7 14 0,21 30 0,15 27 0,-41-69 0,-1 1 0,-1 0 0,7 28 0,-8-21 0,0 0 0,-2 0 0,1 35 0,-4-55 0,0 1 0,0-1 0,0 0 0,1 1 0,-1-1 0,1 0 0,0 1 0,0-1 0,0 0 0,2 5 0,-1-6 0,-1-1 0,0 1 0,0-1 0,1 0 0,-1 1 0,0-1 0,1 0 0,-1 0 0,1 0 0,0 0 0,-1 0 0,1 0 0,0 0 0,0-1 0,0 1 0,-1-1 0,1 1 0,0-1 0,0 0 0,2 1 0,11 0 24,1 0 0,-1-1 0,1-1 0,15-3 0,-23 3-159,-1 0 0,1-1 0,-1 0 0,0-1 0,0 1 0,0-2 0,0 1 0,0-1 0,-1 1 0,8-7 0,-5 1-6691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7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24575,'1'2'0,"0"1"0,0-1 0,1 1 0,-1-1 0,0 0 0,1 1 0,0-1 0,-1 0 0,1 0 0,4 3 0,0 2 0,3 5 0,4 4 0,0-1 0,1 0 0,17 14 0,-27-26 0,-1 0 0,0 0 0,1-1 0,0 1 0,0-1 0,0 0 0,0 0 0,0-1 0,0 1 0,0-1 0,0 0 0,1 0 0,-1 0 0,0-1 0,1 1 0,-1-1 0,0 0 0,1-1 0,-1 1 0,7-2 0,-8 1 0,0 0 0,0-1 0,0 1 0,0-1 0,0 0 0,0 1 0,-1-1 0,1-1 0,-1 1 0,0 0 0,1-1 0,-1 1 0,2-3 0,0-1 0,-1 0 0,0 0 0,0 0 0,0 0 0,2-8 0,-4 13 0,-1-1 0,0 1 0,1 0 0,-1 0 0,1 0 0,-1 0 0,1-1 0,-1 1 0,1 0 0,0 0 0,0 0 0,0 0 0,-1 1 0,1-1 0,0 0 0,0 0 0,0 0 0,0 1 0,0-1 0,1 1 0,-1-1 0,0 1 0,0-1 0,0 1 0,0-1 0,1 1 0,-1 0 0,0 0 0,0 0 0,1-1 0,-1 1 0,0 1 0,0-1 0,1 0 0,-1 0 0,0 0 0,0 1 0,0-1 0,1 0 0,-1 1 0,1 0 0,7 3 0,-1 0 0,-1 0 0,1 1 0,11 9 0,-15-11 0,23 19-108,31 21 342,-51-39-447,1 1 0,-1-1 0,1-1 0,0 1 0,0-1 0,9 2 0,-4-3-6613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7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43 24575,'-24'-8'0,"-9"-2"0,-3 0 0,3 2 0,4 2 0,2 5 0,3 3 0,3 3 0,3 4 0,4 0-8191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8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 24575,'-5'-1'0,"4"7"0,1 8 0,42 246 0,8-52 0,-48-204-170,-1 0-1,0 1 0,1-1 1,0 0-1,0-1 0,0 1 1,4 4-1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0 24575,'-11'0'0,"-1"1"0,0 0 0,-19 4 0,28-4 0,0 0 0,0 0 0,0 0 0,0 0 0,0 0 0,0 1 0,0-1 0,0 1 0,1 0 0,-1-1 0,1 1 0,-1 1 0,1-1 0,0 0 0,0 0 0,0 1 0,0 0 0,-3 3 0,5-4 0,-1-1 0,1 0 0,-1 1 0,1-1 0,0 0 0,0 1 0,-1-1 0,1 1 0,0-1 0,0 1 0,0-1 0,0 0 0,1 1 0,-1-1 0,0 1 0,1-1 0,-1 0 0,1 3 0,1-2 0,-1 1 0,1-1 0,0 1 0,-1-1 0,1 0 0,0 0 0,0 0 0,4 3 0,3 1 0,1 0 0,-1 0 0,18 6 0,-6-3 0,0-1 0,1-1 0,0-2 0,0 0 0,0-1 0,0-1 0,1-1 0,-1-1 0,40-3 0,-50-1-1365,-3 0-5461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49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24575,'4'-8'0,"1"-1"0,0 1 0,0 1 0,1-1 0,0 1 0,0 0 0,13-11 0,-17 16 0,0 0 0,1 0 0,-1 1 0,1-1 0,-1 1 0,1-1 0,0 1 0,0 0 0,0 0 0,0 0 0,0 0 0,0 1 0,0-1 0,0 1 0,0 0 0,0 0 0,0 0 0,0 0 0,0 0 0,0 1 0,0 0 0,0-1 0,0 1 0,-1 0 0,1 0 0,0 0 0,4 3 0,76 37 0,-81-40 0,0 1 0,0-1 0,0 1 0,-1-1 0,1 1 0,0 0 0,-1 0 0,1 0 0,-1 0 0,0 0 0,0 1 0,1-1 0,0 5 0,8 34 0,-5-14 0,50 159 0,32 126 0,-78-278 0,-5-25 0,-1 1 0,-1 0 0,0 0 0,0 0 0,0 20 0,-2-29 0,0 1 0,0-1 0,-1 1 0,1-1 0,0 1 0,-1-1 0,1 1 0,-1-1 0,0 0 0,1 1 0,-1-1 0,0 0 0,0 1 0,0-1 0,0 0 0,0 0 0,-2 2 0,1-1 0,-1-1 0,0 1 0,0 0 0,0-1 0,0 0 0,0 1 0,0-1 0,-3 0 0,-5 1 0,-1 0 0,0-1 0,-17 0 0,-17-2-1365,33 1-5461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4:50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24575,'22'-70'0,"-29"100"0,1-1 0,2 1 0,-2 37 0,20 155 0,-10-183 0,7 69 0,32 258 0,-39-338 0,0-1 0,11 39 0,-12-59 19,0 0-1,0 1 1,8 9-1,-8-12-178,0 0 0,0 0 0,-1 1 0,1-1 1,-1 0-1,0 1 0,0 0 0,0 5 0,-1 1-6666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05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5 24575,'20'-4'0,"-20"4"0,0 0 0,0 0 0,0 0 0,0 0 0,0 0 0,1 0 0,-1 0 0,0 0 0,0 0 0,0 0 0,0 0 0,0 0 0,0 0 0,0 1 0,0-1 0,0 0 0,0 0 0,0 0 0,1 0 0,-1 0 0,0 0 0,0 0 0,0 0 0,0 0 0,0 1 0,0-1 0,0 0 0,0 0 0,0 0 0,0 0 0,0 0 0,0 0 0,0 0 0,0 0 0,0 1 0,0-1 0,0 0 0,0 0 0,0 0 0,0 0 0,0 0 0,0 0 0,0 0 0,0 0 0,-1 1 0,-6 9 0,-3 0 0,-1-1 0,0-1 0,0 0 0,-14 8 0,-22 15 0,23-14 0,-2-1 0,-47 23 0,28-17 0,29-15 0,13-6 0,0 0 0,0 1 0,0-1 0,0 0 0,0 1 0,1-1 0,-1 1 0,0 0 0,1 0 0,-1 0 0,1 0 0,-3 3 0,5-5 0,0 1 0,0-1 0,0 0 0,0 0 0,0 1 0,0-1 0,0 0 0,0 1 0,0-1 0,0 0 0,0 0 0,0 1 0,0-1 0,0 0 0,0 0 0,1 1 0,-1-1 0,0 0 0,0 0 0,0 0 0,0 1 0,0-1 0,1 0 0,-1 0 0,0 0 0,0 1 0,0-1 0,1 0 0,-1 0 0,0 0 0,0 0 0,0 0 0,1 1 0,-1-1 0,0 0 0,0 0 0,1 0 0,-1 0 0,0 0 0,1 0 0,13 3 0,-11-3 0,67 16 0,1 3 0,-2 3 0,95 43 0,-163-64-85,18 9 301,-19-10-252,1 0-1,-1 0 1,0 0-1,1 1 1,-1-1-1,1 0 1,-1 0-1,0 1 1,1-1-1,-1 0 1,0 0-1,0 1 1,1-1-1,-1 0 1,0 1-1,0-1 1,1 0-1,-1 1 1,0-1-1,0 1 1,0-1-1,0 0 1,0 1-1,0-1 1,1 1-1,-1-1 1,0 0-1,0 1 1,0-1-1,0 1 1,0-1-1,0 0 1,-1 1-1,1-1 1,0 1-1,0-1 1,0 0-1,0 1 1,0-1-1,-1 1 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05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24575,'5'0'0,"35"0"0,1 2 0,55 8 0,-17 5 0,-28-7 0,77 24 0,-111-25-1365,-3-1-5461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0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 24575,'-2'-9'0,"-1"14"0,-4 16 0,5-1 0,1 1 0,0 0 0,2 0 0,3 30 0,23 80 0,-18-93 0,-7-24-341,0-1 0,0 0-1,-1 18 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09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24575,'4'-7'0,"1"0"0,0 1 0,1-1 0,-1 1 0,1 0 0,0 0 0,1 1 0,-1 0 0,1 0 0,0 0 0,1 1 0,-1 0 0,1 1 0,0-1 0,-1 2 0,1-1 0,1 1 0,-1 0 0,0 0 0,0 1 0,1 1 0,-1-1 0,15 2 0,-2 2 0,0 1 0,0 1 0,-1 1 0,1 0 0,-1 2 0,34 18 0,-48-23 0,0 0 0,0 1 0,-1-1 0,0 1 0,0 1 0,0-1 0,6 7 0,-11-10 0,1 0 0,0 0 0,0 0 0,0 0 0,-1 1 0,1-1 0,-1 0 0,1 0 0,-1 1 0,1-1 0,-1 1 0,0-1 0,0 0 0,1 1 0,-1-1 0,0 2 0,-1-1 0,1-1 0,-1 1 0,1-1 0,-1 0 0,0 1 0,1-1 0,-1 0 0,0 0 0,0 0 0,0 1 0,0-1 0,0 0 0,0 0 0,0 0 0,0-1 0,0 1 0,-1 0 0,1 0 0,-2 0 0,-8 5 0,0-1 0,-1-1 0,0 0 0,-16 3 0,-21 7 0,37-10 0,6-2 0,-1 1 0,1-1 0,-1 1 0,-10 7 0,16-9 0,0-1 0,0 1 0,0 0 0,0 0 0,0 0 0,0 0 0,0 0 0,0 0 0,0 1 0,0-1 0,1 0 0,-1 0 0,1 1 0,-1-1 0,1 0 0,-1 0 0,1 1 0,0-1 0,-1 1 0,1-1 0,0 0 0,0 1 0,0-1 0,0 1 0,0-1 0,0 0 0,1 1 0,-1-1 0,1 3 0,1 1 0,1 0 0,-1 0 0,1 0 0,0 0 0,1 0 0,-1 0 0,1-1 0,6 7 0,40 31 0,-30-27 0,35 27 0,-19-15 0,63 61 0,-97-85 0,1-1 0,-1 1 0,0 0 0,0 0 0,0 0 0,0 0 0,0 0 0,-1 0 0,0 1 0,1-1 0,0 6 0,-2-7 0,0-1 0,0 1 0,0-1 0,0 1 0,0-1 0,-1 1 0,1-1 0,0 1 0,-1-1 0,1 0 0,-1 1 0,0-1 0,1 0 0,-1 1 0,0-1 0,0 0 0,0 0 0,0 0 0,0 0 0,0 1 0,0-2 0,0 1 0,-1 0 0,1 0 0,0 0 0,-1 0 0,1-1 0,0 1 0,-3 0 0,-3 2 0,0-1 0,-1 0 0,1 0 0,0-1 0,-1 1 0,-11-1 0,-48-3 0,30 0 0,33 2-30,-37 0-304,1-1 1,0-3-1,-64-13 0,92 13-6492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10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24575,'1'6'0,"0"0"0,0 0 0,0 0 0,1 0 0,-1-1 0,2 1 0,-1 0 0,1-1 0,-1 1 0,1-1 0,1 0 0,-1 0 0,1 0 0,0 0 0,0-1 0,7 6 0,2 2 0,0-1 0,1-1 0,0 0 0,25 12 0,-32-18 0,1-1 0,0 0 0,-1 0 0,1 0 0,1-1 0,12 2 0,-19-4 0,0 1 0,0-1 0,1 0 0,-1 0 0,0 0 0,0-1 0,0 1 0,0 0 0,1-1 0,-1 0 0,0 1 0,0-1 0,0 0 0,0 0 0,0 0 0,0 0 0,-1 0 0,1-1 0,0 1 0,0 0 0,-1-1 0,1 1 0,-1-1 0,0 0 0,1 0 0,-1 1 0,0-1 0,0 0 0,1-3 0,1-3 0,-1 0 0,-1 0 0,1 0 0,-1 0 0,-1-1 0,0 1 0,0 0 0,0 0 0,-1 0 0,0 0 0,-1 0 0,0 0 0,0 0 0,-1 0 0,0 0 0,0 1 0,-1-1 0,0 1 0,-5-8 0,9 15 0,-1 0 0,1-1 0,0 1 0,0 0 0,0 0 0,0-1 0,0 1 0,-1 0 0,1 0 0,0-1 0,0 1 0,0 0 0,-1 0 0,1 0 0,0 0 0,0-1 0,-1 1 0,1 0 0,0 0 0,-1 0 0,1 0 0,0 0 0,0 0 0,-1 0 0,1 0 0,0 0 0,-1 0 0,1 0 0,0 0 0,0 0 0,-1 0 0,1 0 0,0 0 0,-1 0 0,1 0 0,0 0 0,0 0 0,-1 0 0,1 0 0,0 1 0,0-1 0,-1 0 0,1 0 0,0 0 0,0 1 0,-1-1 0,1 0 0,0 0 0,0 0 0,0 1 0,0-1 0,-1 0 0,1 0 0,0 1 0,0-1 0,0 0 0,0 1 0,0-1 0,0 0 0,0 0 0,0 1 0,-6 23 0,5-20 0,-3 23 0,2-1 0,0 0 0,1 1 0,7 48 0,25 107 0,-18-120 0,-4-22 0,6 42 0,-13-69 0,-1-1 0,0 1 0,-1-1 0,-3 19 0,3-28 0,-1 1 0,1-1 0,-1 0 0,0 0 0,0 1 0,-1-1 0,1 0 0,-1 0 0,1 0 0,-1 0 0,0-1 0,0 1 0,0 0 0,0-1 0,-1 1 0,1-1 0,-1 0 0,1 0 0,-1 0 0,0 0 0,0 0 0,0-1 0,0 1 0,0-1 0,0 0 0,-1 0 0,1 0 0,0 0 0,0-1 0,-1 1 0,1-1 0,0 0 0,-1 0 0,1 0 0,-1 0 0,1 0 0,0-1 0,-1 0 0,1 0 0,-5-2 0,-8-3 0,1-1 0,1-1 0,0-1 0,0 0 0,-16-14 0,24 18 0,0 0 0,1 0 0,-1-1 0,1 0 0,1 0 0,-1 0 0,1-1 0,0 0 0,1 1 0,-1-1 0,1-1 0,1 1 0,-4-12 0,6 17 0,0 0 0,-1-1 0,1 1 0,0 0 0,0-1 0,0 1 0,0 0 0,0-1 0,1 1 0,-1 0 0,1-1 0,0 1 0,0 0 0,-1 0 0,1 0 0,0 0 0,1 0 0,1-3 0,-1 2 0,1 1 0,-1 0 0,1 0 0,-1 0 0,1 0 0,0 0 0,0 1 0,0-1 0,0 1 0,0-1 0,6 0 0,6-1 0,1 0 0,-1 1 0,1 1 0,23 1 0,-30 0 0,35 1-1365,-25-1-5461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13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24575,'0'1'0,"-1"-1"0,1 0 0,0 0 0,-1 1 0,1-1 0,0 0 0,0 0 0,-1 1 0,1-1 0,0 0 0,0 1 0,0-1 0,-1 1 0,1-1 0,0 0 0,0 1 0,0-1 0,0 0 0,0 1 0,0-1 0,0 1 0,0-1 0,0 0 0,0 1 0,0-1 0,0 0 0,0 1 0,1 15 0,0-14 0,6 41 0,2 0 0,21 62 0,-15-60 0,16 89 0,-31-129 0,4 29 0,-4-31 0,0 0 0,0-1 0,0 1 0,0 0 0,-1 0 0,1-1 0,-1 1 0,0 0 0,-1 2 0,2-4-31,0-1-1,-1 0 0,1 1 0,0-1 0,-1 0 1,1 0-1,0 0 0,-1 1 0,1-1 1,-1 0-1,1 0 0,0 0 0,-1 0 1,1 0-1,-1 0 0,1 0 0,-1 0 1,1 0-1,0 0 0,-1 0 0,1 0 1,-1 0-1,1 0 0,-1 0 0,1 0 1,0 0-1,-1-1 0,1 1 0,0 0 1,-1 0-1,1 0 0,-1-1 0,1 1 1,0 0-1,0-1 0,-1 1 0,1 0 1,0-1-1,-1 1 0,1 0 0,0-1 1,0 0-1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14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24575,'51'-17'0,"67"-13"0,-102 27 0,1 1 0,-1 0 0,0 1 0,1 1 0,-1 0 0,1 2 0,-1 0 0,27 6 0,-37-6 0,1 0 0,0 1 0,-1 0 0,1 0 0,-1 1 0,9 6 0,-14-10 0,0 1 0,0 0 0,0 0 0,0 0 0,0-1 0,0 1 0,0 0 0,0 0 0,-1 0 0,1 0 0,0 1 0,-1-1 0,1 0 0,0 0 0,-1 0 0,0 0 0,1 1 0,-1-1 0,0 0 0,1 0 0,-1 1 0,0-1 0,0 0 0,0 1 0,0-1 0,0 0 0,-1 0 0,1 1 0,0-1 0,0 0 0,-1 0 0,1 1 0,-1-1 0,1 0 0,-1 0 0,0 0 0,1 0 0,-1 0 0,0 0 0,0 0 0,0 0 0,-1 2 0,-3 1 0,0-1 0,0 0 0,-1 1 0,1-2 0,-1 1 0,1-1 0,-1 1 0,-11 1 0,-17 9 0,30-12 0,1 1 0,-1 0 0,1 0 0,0 0 0,0 1 0,0-1 0,1 1 0,-1-1 0,0 1 0,1 0 0,0 0 0,0 0 0,0 0 0,0 1 0,-3 5 0,5-6 0,-1-1 0,0 1 0,1-1 0,0 1 0,-1 0 0,1-1 0,0 1 0,0-1 0,1 1 0,-1 0 0,1-1 0,-1 1 0,1-1 0,0 1 0,0-1 0,0 0 0,0 1 0,0-1 0,0 0 0,1 1 0,-1-1 0,1 0 0,3 3 0,11 11 0,2-2 0,0 1 0,1-2 0,33 18 0,-14-8 0,18 10 0,45 31 0,-99-63 0,0 0 0,0 1 0,0-1 0,-1 1 0,1 0 0,0-1 0,-1 1 0,0 0 0,1 0 0,-1 0 0,0 0 0,0 0 0,0 0 0,1 3 0,-2-4 0,1 0 0,-1 0 0,0 0 0,0-1 0,0 1 0,0 0 0,-1 0 0,1-1 0,0 1 0,0 0 0,0 0 0,-1-1 0,1 1 0,0 0 0,-1 0 0,1-1 0,-1 2 0,0-1 0,-1 1 0,1-1 0,0 0 0,0 0 0,-1 0 0,1 0 0,-1 0 0,1-1 0,-1 1 0,-2 1 0,-9 2 0,0-1 0,0-1 0,-23 2 0,5-1 0,-34 3-318,-78-4-1,118-2-409,11 0-6098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14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24575,'0'4'0,"1"-1"0,0 1 0,-1-1 0,1 0 0,1 1 0,-1-1 0,0 0 0,1 0 0,0 0 0,0 0 0,0 0 0,0 0 0,0 0 0,0-1 0,1 1 0,-1-1 0,1 0 0,0 1 0,4 2 0,3 1 0,0 0 0,1 0 0,0-1 0,16 6 0,-15-7 0,0-1 0,0-1 0,0 0 0,12 1 0,-19-2 0,0-1 0,0 0 0,0 0 0,0-1 0,0 0 0,0 1 0,-1-1 0,1-1 0,0 1 0,0-1 0,-1 0 0,8-4 0,-8 3 0,-1-1 0,1 1 0,-1-1 0,0 1 0,0-1 0,-1 0 0,1 0 0,-1-1 0,0 1 0,0 0 0,0-1 0,0 1 0,-1-1 0,0 0 0,0 1 0,0-1 0,-1 0 0,1-9 0,-3 13 0,-1 5 0,-1 8 0,0 9 0,1-1 0,1 1 0,1-1 0,2 23 0,2-4 0,11 47 0,22 52 0,-2-8 0,-33-126 0,0 0 0,0 0 0,-1-1 0,0 1 0,0 0 0,0 0 0,0 0 0,-1 0 0,1-1 0,-3 8 0,3-9 0,-1-1 0,0 1 0,0-1 0,0 0 0,0 1 0,0-1 0,0 0 0,0 0 0,0 1 0,-1-1 0,1 0 0,0 0 0,-1 0 0,1 0 0,0-1 0,-1 1 0,0 0 0,1-1 0,-1 1 0,1-1 0,-1 1 0,0-1 0,1 0 0,-1 0 0,0 1 0,-3-2 0,-4 1 0,0-1 0,0 0 0,1 0 0,-1-1 0,0-1 0,0 1 0,1-2 0,0 1 0,-11-6 0,-1-3 0,0 0 0,-25-21 0,28 20 0,1-1 0,-21-24 0,33 34 0,0-1 0,0 0 0,0 0 0,1 0 0,0-1 0,0 1 0,1-1 0,-1 0 0,1 0 0,0 0 0,1 0 0,-1 0 0,0-6 0,2 10 0,1 0 0,-1 1 0,0-1 0,0 0 0,1 1 0,-1-1 0,1 0 0,0 1 0,-1-1 0,1 1 0,0-1 0,0 1 0,0-1 0,0 1 0,0 0 0,0-1 0,0 1 0,1 0 0,-1 0 0,0 0 0,1 0 0,-1 0 0,1 0 0,-1 0 0,1 0 0,-1 1 0,1-1 0,0 0 0,-1 1 0,4-1 0,5-1 0,0 0 0,0 1 0,18-1 0,-24 2 0,16-1-227,0 2-1,0 0 1,0 1-1,0 1 1,23 6-1,-25-3-6598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16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2 24575,'2'0'0,"0"-1"0,0 1 0,0 0 0,0 0 0,0 0 0,-1 0 0,1 0 0,0 0 0,0 0 0,0 1 0,0-1 0,2 1 0,-4 0 0,1-1 0,-1 0 0,0 0 0,1 0 0,-1 1 0,0-1 0,1 0 0,-1 0 0,0 1 0,0-1 0,1 0 0,-1 0 0,0 1 0,0-1 0,0 0 0,1 1 0,-1-1 0,0 0 0,0 1 0,0-1 0,0 0 0,0 1 0,0-1 0,0 1 0,0 0 0,0 0 0,0 0 0,0 0 0,-1 0 0,1 0 0,0 0 0,-1 0 0,1-1 0,-1 1 0,1 0 0,-1 0 0,0 0 0,1-1 0,-2 2 0,-7 8 0,-1-1 0,0-1 0,0 1 0,-1-1 0,0-1 0,-22 11 0,-78 27 0,53-24 0,46-17 0,10-4 0,1 0 0,-1 0 0,0 1 0,0-1 0,0 1 0,1 0 0,-1-1 0,0 1 0,1 0 0,-1 0 0,0 0 0,1 0 0,-1 0 0,-1 3 0,3-4 0,-1 1 0,1-1 0,0 0 0,0 1 0,0-1 0,1 1 0,-1-1 0,0 0 0,0 1 0,0-1 0,0 1 0,0-1 0,0 0 0,0 1 0,1-1 0,-1 1 0,0-1 0,0 0 0,1 1 0,-1-1 0,0 0 0,1 0 0,-1 1 0,0-1 0,0 0 0,1 0 0,-1 1 0,1-1 0,-1 0 0,0 0 0,1 0 0,-1 1 0,1-1 0,15 5 0,90 15 0,-5-2 0,-25 0 0,79 20 0,-141-33-1365,-3 1-5461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16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725 229 24575,'0'-4'0,"-2"-18"0,-2 1 0,0 0 0,-8-24 0,10 39 0,-1 0 0,0-1 0,0 1 0,0 0 0,-1 1 0,0-1 0,0 1 0,0-1 0,-1 1 0,1 1 0,-1-1 0,-1 1 0,1-1 0,-8-3 0,5 3 0,0 1 0,0-1 0,-1 2 0,1-1 0,-1 1 0,0 1 0,-15-3 0,20 5 0,0-1 0,0 1 0,0 0 0,-1 0 0,1 1 0,0-1 0,0 1 0,0 0 0,0 0 0,0 1 0,0-1 0,0 1 0,0 0 0,1 0 0,-1 0 0,1 0 0,-1 1 0,1-1 0,-3 4 0,-4 4 0,0 2 0,0-1 0,2 1 0,-1 0 0,2 1 0,-11 22 0,-25 86 0,36-99 0,5-18 0,1 0 0,-1 1 0,0-1 0,0 0 0,0 0 0,0-1 0,-1 1 0,0 0 0,0-1 0,0 0 0,0 1 0,0-1 0,-1 0 0,1-1 0,-1 1 0,0-1 0,0 1 0,0-1 0,-5 2 0,3-2 0,1-1 0,-1 0 0,1 0 0,-1 0 0,1 0 0,-1-1 0,1 0 0,-1 0 0,0-1 0,1 1 0,-1-1 0,1 0 0,-1-1 0,1 0 0,-7-2 0,-6-4 0,1 0 0,0-1 0,0-1 0,-26-20 0,33 22 0,1 1 0,0-2 0,1 1 0,-1-1 0,2 0 0,-10-14 0,16 20 0,-1 1 0,1 0 0,0-1 0,0 1 0,0-1 0,0 0 0,0 1 0,1-1 0,-1 0 0,1 1 0,0-1 0,0 0 0,0 0 0,0 1 0,0-1 0,0 0 0,1 0 0,-1 1 0,1-1 0,0 0 0,0 1 0,0-1 0,0 1 0,0-1 0,1 1 0,-1 0 0,1-1 0,-1 1 0,1 0 0,0 0 0,0 0 0,0 0 0,4-2 0,-2 1 0,0 0 0,0 0 0,0 0 0,0 1 0,1 0 0,-1 0 0,1 0 0,0 0 0,-1 1 0,1 0 0,8-1 0,-6 1 0,1 1 0,0 0 0,-1 0 0,1 1 0,0 0 0,12 3 0,2 3 0,-2 1 0,1 1 0,-1 1 0,21 13 0,212 114 0,-237-129 0,1 0 0,-1-1 0,1-1 0,0-1 0,20 4 0,-35-9 0,0 1 0,0-1 0,0 0 0,0 0 0,0 0 0,0 0 0,0-1 0,0 1 0,0 0 0,0-1 0,0 1 0,0-1 0,0 0 0,-1 0 0,1 0 0,0 0 0,0 0 0,-1 0 0,1 0 0,0 0 0,-1-1 0,0 1 0,1-1 0,-1 1 0,0-1 0,1 0 0,-1 1 0,0-1 0,0 0 0,-1 0 0,1 1 0,1-5 0,-1 3 0,0 0 0,-1-1 0,1 1 0,-1-1 0,0 1 0,0 0 0,0-1 0,0 1 0,-1 0 0,1-1 0,-1 1 0,0 0 0,0-1 0,0 1 0,-1 0 0,1 0 0,-1 0 0,-3-5 0,-7-5-1365,0 2-5461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30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92 24575,'0'0'0,"0"1"0,1 0 0,-1-1 0,0 1 0,1 0 0,-1-1 0,0 1 0,1-1 0,-1 1 0,1 0 0,-1-1 0,1 1 0,-1-1 0,1 0 0,0 1 0,-1-1 0,1 1 0,-1-1 0,1 0 0,0 0 0,0 1 0,-1-1 0,1 0 0,0 0 0,-1 0 0,1 1 0,1-1 0,23 2 0,-22-1 0,13-1 0,0-1 0,1 0 0,18-5 0,-15 3 0,31-2 0,-48 5 0,24 0 0,1-1 0,35-7 0,-28 4 0,1 1 0,-1 1 0,36 4 0,-4-1 0,1 1 0,76-4 0,-93-5 0,-32 4 0,33-2 0,-37 5 0,13 0 0,0-1 0,38-7 0,-47 5 0,0 2 0,25-1 0,-26 3 0,0-2 0,31-5 0,-11 0 0,0 2 0,0 2 0,57 3 0,-23 1 0,225-2 0,-282-1 0,0 0 0,18-5 0,-16 3 0,25-2 0,299 4 0,-165 3 0,-161-3 0,0-1 0,18-3 0,-17 2 0,27-2 0,-42 5 0,165 1 0,-50 14 0,34 10 0,-127-20 0,82 21 0,-79-16 0,-1 1 0,0 1 0,-1 1 0,23 17 0,-11-7 0,86 62 0,-101-69 0,-12-10 0,-1 0 0,0 1 0,-1 0 0,0 1 0,0 0 0,0 0 0,-1 0 0,0 1 0,-1 0 0,0 0 0,0 0 0,-1 1 0,0 0 0,-1 0 0,0 0 0,-1 0 0,0 0 0,0 0 0,-1 1 0,0 15 0,-1-18 0,0 0 0,0 0 0,-1 0 0,0 0 0,-1 0 0,0-1 0,0 1 0,0 0 0,-1-1 0,0 1 0,-1-1 0,1 0 0,-2 0 0,1-1 0,-7 9 0,2-5 0,0 0 0,-1 0 0,0 0 0,-1-1 0,-19 12 0,-64 30 0,83-46 0,0 0 0,0 0 0,-17 4 0,-15 2 0,26-5 0,0-2 0,0 0 0,-25 1 0,-9 3 0,38-5 0,-29 2 0,-37 2 0,51-3 0,-33 0 0,-3-5 0,-69 2 0,92 6 0,30-4 0,-1-1 0,-15 1 0,2-2 0,-42 7 0,-55 8 0,85-12 0,0-1 0,-69-3 0,37-2 0,43 2 0,-26 1 0,-84-11 0,93 6 0,-82 1 0,73 4 0,37 0 0,-1 0 0,-17 5 0,17-3 0,-27 2 0,-318-5 0,175-1 0,175 1 0,-20 0 0,-1 1 0,-47 7 0,45-3 0,-1-2 0,-1-2 0,-36-2 0,6-1 0,65 2 0,-19 0 0,1 0 0,-1 2 0,-32 6 0,27-4 0,1-2 0,0 0 0,-1-1 0,-28-3 0,-3 1 0,54 1 0,-18 0 0,1-1 0,-1 0 0,-32-7 0,-38-7 0,78 12 0,0 0 0,0 0 0,0-1 0,1 0 0,0-1 0,0-1 0,0 1 0,0-2 0,1 0 0,0 0 0,1 0 0,-10-10 0,3-2 0,1 0 0,-22-36 0,7 8 0,23 37 0,1 0 0,1 0 0,0-1 0,0 0 0,1 0 0,0 0 0,1 0 0,1-1 0,-2-11 0,0-14 0,3-56 0,2 52 0,-1 29 0,1-1 0,0 0 0,2 1 0,-1-1 0,1 1 0,1-1 0,0 1 0,1 0 0,0 1 0,1-1 0,0 1 0,1 0 0,0 1 0,0-1 0,14-12 0,-11 15 0,0-1 0,1 1 0,0 1 0,0 0 0,1 1 0,0 0 0,0 1 0,0 0 0,1 1 0,-1 0 0,20-3 0,5 2 0,-1 1 0,70 1 0,-81 4-455,0 1 0,33 7 0,-32-2-6371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53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59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44 24575,'-14'-16'0,"10"12"0,1 0 0,0 1 0,-1-1 0,0 1 0,-5-4 0,9 6 0,-1 1 0,1 0 0,0 0 0,0 0 0,0 0 0,-1 0 0,1-1 0,0 1 0,0 0 0,-1 0 0,1 0 0,0 0 0,0 0 0,0 0 0,-1 0 0,1 0 0,0 0 0,-1 0 0,1 0 0,0 0 0,0 0 0,-1 0 0,1 0 0,0 0 0,0 0 0,-1 0 0,1 0 0,0 0 0,0 0 0,-1 0 0,1 1 0,0-1 0,0 0 0,0 0 0,-1 0 0,1 0 0,0 1 0,0-1 0,0 0 0,0 0 0,-1 0 0,1 1 0,0-1 0,0 0 0,0 0 0,0 0 0,0 1 0,0-1 0,0 0 0,0 0 0,-1 1 0,1-1 0,0 0 0,0 0 0,0 1 0,0-1 0,1 1 0,-1 17 0,1-16 0,7 42 0,26 83 0,-11-50 0,7 52-1365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59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24575,'-2'11'0,"-2"5"0,1 3 0,0 1 0,1-1 0,4-3 0,1-2 0,2-3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5:59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 24575,'-2'-3'0,"-2"2"0,1 4 0,0 4 0,-1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0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24575,'8'9'0,"97"112"0,-102-117 0,1 0 0,0 0 0,1-1 0,-1 1 0,0-1 0,1 0 0,0-1 0,7 4 0,-11-6 0,0 1 0,0-1 0,0 0 0,1 1 0,-1-1 0,0 0 0,0 0 0,1 0 0,-1 0 0,0 0 0,0 0 0,1 0 0,-1-1 0,0 1 0,0 0 0,3-2 0,-3 1 0,0 0 0,0 0 0,1 0 0,-1 0 0,0 0 0,0 0 0,0 0 0,0 0 0,-1-1 0,1 1 0,0 0 0,-1-1 0,1 1 0,0-1 0,-1 1 0,0-1 0,1-2 0,0-3 0,0 0 0,0 0 0,-2-14 0,2-7 0,-1 28 0,0 0 0,0-1 0,0 1 0,0 0 0,0 0 0,0-1 0,0 1 0,0 0 0,0 0 0,0 0 0,0-1 0,0 1 0,0 0 0,0 0 0,0 0 0,1-1 0,-1 1 0,0 0 0,0 0 0,0 0 0,0-1 0,1 1 0,-1 0 0,0 0 0,0 0 0,0 0 0,0 0 0,1 0 0,-1-1 0,0 1 0,0 0 0,1 0 0,7 3 0,10 13 0,-14-12 0,8 6 0,0-1 0,0 0 0,1-1 0,0 0 0,1-1 0,0-1 0,0 0 0,0-1 0,1 0 0,-1-1 0,1-1 0,0-1 0,0 0 0,1 0 0,-1-2 0,0 0 0,0 0 0,0-2 0,24-4 0,-32 4 0,1 0 0,-1-1 0,1 0 0,-1 0 0,0 0 0,0-1 0,-1 0 0,1 0 0,-1-1 0,0 1 0,8-10 0,-11 12 0,0-1 0,-1-1 0,1 1 0,-1 0 0,0-1 0,0 1 0,0-1 0,-1 1 0,1-1 0,-1 0 0,0 0 0,0 0 0,0 0 0,0 0 0,-1 0 0,1 0 0,-1 0 0,0 0 0,-1 0 0,1 0 0,-1 0 0,1 0 0,-4-7 0,2 6 0,0 0 0,-1 0 0,0 0 0,0 1 0,0-1 0,-1 1 0,0-1 0,0 1 0,0 0 0,0 1 0,-6-5 0,8 6 0,-1 0 0,0 0 0,1 1 0,-1-1 0,0 1 0,0 0 0,0-1 0,0 1 0,0 0 0,0 1 0,0-1 0,0 0 0,0 1 0,0 0 0,0 0 0,-1 0 0,1 0 0,0 0 0,0 1 0,0-1 0,-4 2 0,6-1 0,-1 1 0,0-1 0,0 1 0,1-1 0,-1 1 0,1-1 0,-1 1 0,1 0 0,0 0 0,-1 0 0,1 0 0,0 0 0,0 0 0,1 0 0,-1 0 0,0 0 0,1 0 0,-1 1 0,1-1 0,0 0 0,-1 5 0,1-1 0,0 1 0,0 0 0,0 0 0,1 0 0,0-1 0,2 9 0,0-8 0,-1 0 0,1 1 0,1-2 0,0 1 0,-1 0 0,2-1 0,-1 1 0,1-1 0,0-1 0,0 1 0,11 8 0,-7-7 0,0-1 0,0 0 0,1-1 0,-1 0 0,1 0 0,0-1 0,0-1 0,11 3 0,-9-3 0,-1-1 0,1 0 0,-1-1 0,1 0 0,-1-1 0,1 0 0,-1-1 0,1 0 0,-1-1 0,0 0 0,1-1 0,-1 0 0,0-1 0,0 0 0,-1-1 0,17-9 0,-14 5-682,18-17-1,-21 17-6143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1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52 24575,'-50'-5'0,"17"1"0,1 1 0,-58 3 0,88 0 0,0 0 0,0 1 0,0-1 0,0 0 0,0 1 0,0-1 0,0 1 0,0 0 0,0-1 0,1 1 0,-1 0 0,0 0 0,0 0 0,1 1 0,-1-1 0,1 0 0,-1 1 0,1-1 0,0 1 0,-1-1 0,0 4 0,1-3 0,0 0 0,0 1 0,0 0 0,1-1 0,-1 1 0,1-1 0,0 1 0,0 0 0,0-1 0,0 1 0,0-1 0,1 1 0,-1 0 0,1-1 0,-1 1 0,2 2 0,1 1 0,0-1 0,0 1 0,0 0 0,1-1 0,0 0 0,0 0 0,0 0 0,0 0 0,1-1 0,0 0 0,0 0 0,0 0 0,0 0 0,1-1 0,0 0 0,-1 0 0,1 0 0,10 2 0,-10-3 0,0 1 0,1-2 0,-1 1 0,1-1 0,0 0 0,-1 0 0,1-1 0,0 0 0,-1 0 0,1-1 0,0 0 0,-1 0 0,1 0 0,-1-1 0,0 0 0,1 0 0,10-6 0,-15 6 0,0 0 0,1 0 0,-1 0 0,0 0 0,-1 0 0,1 0 0,0-1 0,-1 1 0,3-4 0,8-11 0,-12 18 0,1 0 0,0 0 0,0 0 0,-1 0 0,1 0 0,-1 1 0,1-1 0,-1 0 0,0 0 0,0 1 0,1-1 0,-1 3 0,1 1 0,0-1 0,0 0 0,1 0 0,0 0 0,-1-1 0,1 1 0,1 0 0,-1-1 0,0 1 0,1-1 0,0 0 0,0 0 0,0 0 0,4 3 0,-2-3 0,0 1 0,0-1 0,1 0 0,-1-1 0,1 1 0,0-1 0,0 0 0,7 1 0,3-1 0,0 0 0,0-1 0,1-1 0,-1 0 0,31-5 0,5-1 0,85 1 0,-135 5 0,1 1 0,0-2 0,-1 1 0,1 0 0,-1 0 0,1-1 0,0 0 0,-1 1 0,4-3 0,-6 3 0,1 0 0,-1 0 0,0-1 0,1 1 0,-1 0 0,0 0 0,1-1 0,-1 1 0,0 0 0,0-1 0,1 1 0,-1 0 0,0-1 0,0 1 0,0 0 0,0-1 0,1 1 0,-1-1 0,0 1 0,0 0 0,0-1 0,0 1 0,0-1 0,0 0 0,0 0 0,-1 0 0,1 0 0,0 0 0,-1 0 0,1 0 0,-1-1 0,0 1 0,1 0 0,-1 0 0,0 0 0,1 0 0,-2-1 0,-11-12 0,-3-4 0,-16-22 0,29 35 0,-1 0 0,1 0 0,0-1 0,1 1 0,-1-1 0,1 1 0,0-1 0,1 0 0,-2-10 0,3 13 7,0 0 0,1 0 0,-1 0 0,1 0 0,0 0 1,0 0-1,0 0 0,0 0 0,0 1 0,1-1 0,-1 0 0,1 1 0,0-1 0,-1 1 0,1 0 0,4-4 0,-4 4-69,-1 1 0,1-1 0,-1 1 0,1 0 1,0-1-1,0 1 0,-1 0 0,1 0 0,0 0 0,0 0 0,0 0 0,0 1 1,0-1-1,0 1 0,0-1 0,1 1 0,-1 0 0,0-1 0,0 1 0,0 0 1,0 1-1,0-1 0,4 1 0,2 3-6764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24575,'1'-8'0,"3"15"0,3 18 0,5 46 0,34 153 0,-45-222 0,16 59 0,46 103 0,-51-138-1365,-9-15-5461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3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95 24575,'-31'-10'0,"-15"-7"0,-3 1 0,5-1 0,4 4 0,7 3 0,6 4 0,5 2 0,4 3 0,2 0 0,2 2 0,0 0 0,0-1 0,2 4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3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24575,'0'11'0,"0"5"0,2 3 0,2 1 0,-1 0 0,2-5 0,1 0 0,-2-5-8191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24575,'0'3'0,"2"3"0,2 3 0,-1 3 0,2 2 0,1 1 0,-2 0 0,-1-1-8191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4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0 138 24575,'8'16'0,"24"44"0,-28-54 0,1 1 0,0-1 0,0 0 0,0 0 0,1-1 0,9 8 0,-14-11 0,1-1 0,-1 0 0,0 0 0,1 0 0,-1 0 0,1-1 0,0 1 0,-1 0 0,1 0 0,-1-1 0,1 1 0,0-1 0,-1 0 0,1 1 0,0-1 0,0 0 0,-1 0 0,1 0 0,0 0 0,0 0 0,-1-1 0,1 1 0,0 0 0,-1-1 0,1 1 0,0-1 0,-1 0 0,1 0 0,-1 1 0,1-1 0,-1 0 0,1 0 0,-1 0 0,0-1 0,1 1 0,-1 0 0,0 0 0,0-1 0,2-2 0,0-1 0,0 0 0,-1 0 0,1-1 0,-1 1 0,0-1 0,0 0 0,-1 1 0,0-1 0,0 0 0,0-9 0,-1 7 0,0 6 0,0 0 0,0 0 0,-1 1 0,1-1 0,1 0 0,-1 0 0,0 0 0,0 0 0,1 1 0,-1-1 0,2-2 0,-2 4 0,0 0 0,0 0 0,1 0 0,-1 0 0,0-1 0,1 1 0,-1 0 0,0 0 0,1 0 0,-1 0 0,0 0 0,1 0 0,-1 0 0,0 0 0,1 1 0,-1-1 0,0 0 0,0 0 0,1 0 0,-1 0 0,0 0 0,1 0 0,-1 1 0,0-1 0,0 0 0,1 0 0,-1 0 0,0 1 0,0-1 0,0 0 0,1 0 0,-1 1 0,0-1 0,0 0 0,11 12 0,-9-10 0,5 6 0,0 0 0,1-1 0,1 0 0,-1 0 0,1-1 0,0 0 0,11 5 0,-13-8 0,0 0 0,0-1 0,0 0 0,0 0 0,0 0 0,1-1 0,-1 0 0,1 0 0,-1-1 0,16-1 0,-21 0 0,1 1 0,-1-1 0,1 0 0,-1 0 0,1 0 0,-1 0 0,1 0 0,-1-1 0,4-1 0,-5 1 0,0 1 0,1 0 0,0 0 0,-1 0 0,1 0 0,0 0 0,-1 1 0,1-1 0,0 0 0,0 1 0,-1-1 0,1 1 0,0 0 0,0 0 0,0-1 0,0 1 0,0 0 0,0 1 0,-1-1 0,4 1 0,39 12 0,-27-8 0,0 0 0,0 0 0,0-2 0,32 3 0,-39-7 0,0 1 0,-1-1 0,1-1 0,0 0 0,-1 0 0,13-5 0,52-27 0,-21 9 0,-34 17 0,33-21 0,-43 24 0,-1-1 0,-1 0 0,1 0 0,-1 0 0,0-1 0,7-10 0,-13 16 0,1-1 0,-1 0 0,0 1 0,0-1 0,0 0 0,0 0 0,0 0 0,0 0 0,-1 0 0,1 0 0,-1 0 0,1 0 0,-1 0 0,0 0 0,1-1 0,-1 1 0,0 0 0,-1 0 0,1 0 0,0 0 0,-1 0 0,1 0 0,-1 0 0,1 0 0,-1 0 0,0 0 0,0 0 0,0 0 0,0 0 0,-2-1 0,0-1 0,1 2 0,-1-1 0,-1 0 0,1 0 0,0 1 0,-1 0 0,1 0 0,-1 0 0,0 0 0,0 0 0,0 1 0,0 0 0,0-1 0,-6 0 0,2 1 0,-1 1 0,1-1 0,0 1 0,-1 1 0,1-1 0,0 1 0,-1 1 0,1 0 0,0 0 0,0 0 0,0 1 0,-10 6 0,14-8 0,1 1 0,0 0 0,0 0 0,1 0 0,-1 0 0,0 0 0,1 1 0,-1-1 0,1 1 0,0 0 0,-1 0 0,1 0 0,1 0 0,-1 0 0,0 0 0,1 0 0,0 0 0,0 1 0,0-1 0,0 1 0,0-1 0,1 1 0,-1-1 0,1 1 0,0-1 0,0 1 0,0-1 0,1 1 0,-1-1 0,1 1 0,2 6 0,-1-5 0,0 0 0,0 0 0,1-1 0,-1 1 0,1-1 0,1 1 0,-1-1 0,0 0 0,1 0 0,0 0 0,0-1 0,5 4 0,9 6 0,31 16 0,-37-23 0,8 5-124,1-2 0,0 0 0,1-2 0,0 0 0,0-1 0,0-1-1,1-2 1,-1 0 0,1-1 0,31-2 0,-39 0-6702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5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24575,'0'16'0,"0"7"0,3 3 0,0-4-8191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3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5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24575,'-5'19'0,"1"0"0,1 1 0,1-1 0,0 1 0,2 21 0,0-39 0,0 0 0,1 0 0,-1 0 0,1 0 0,-1 0 0,1 0 0,0 0 0,-1 0 0,1-1 0,0 1 0,0 0 0,0 0 0,1-1 0,-1 1 0,0 0 0,1-1 0,-1 0 0,1 1 0,-1-1 0,1 0 0,0 0 0,1 2 0,-1-3 0,-1 1 0,0-1 0,1 0 0,-1 1 0,0-1 0,1 0 0,-1 0 0,0 0 0,1 0 0,-1 0 0,1 0 0,-1 0 0,0-1 0,1 1 0,-1 0 0,0-1 0,1 1 0,-1-1 0,0 0 0,0 1 0,0-1 0,1 0 0,-1 0 0,0 1 0,0-1 0,0 0 0,0 0 0,0 0 0,0 0 0,-1-1 0,1 1 0,0 0 0,0-2 0,2-3 0,0 0 0,-1 0 0,4-11 0,-5 11 0,1-1 0,0 1 0,0 0 0,1 0 0,4-7 0,-6 11 0,0 1 0,0 0 0,0 0 0,0 0 0,0 0 0,0 0 0,0 0 0,0 1 0,1-1 0,-1 0 0,0 0 0,0 1 0,1-1 0,-1 1 0,0-1 0,1 1 0,-1 0 0,0-1 0,1 1 0,-1 0 0,1 0 0,-1 0 0,1 0 0,-1 0 0,0 0 0,1 1 0,-1-1 0,1 0 0,0 1 0,7 3 0,-1-1 0,0 2 0,-1-1 0,1 1 0,-1 0 0,0 0 0,0 1 0,8 9 0,-5-6 0,1 1 0,15 9 0,-14-11-1365,-2-1-5461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6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94 24575,'8'14'0,"0"1"0,1-1 0,1-1 0,17 20 0,-21-27 0,-1 0 0,1-1 0,1 0 0,-1 0 0,1 0 0,0-1 0,0 1 0,0-2 0,0 1 0,1-1 0,9 3 0,-16-6 0,1 0 0,0 1 0,0-1 0,-1 0 0,1 0 0,0 0 0,0 0 0,-1 0 0,1 0 0,0 0 0,0-1 0,-1 1 0,1-1 0,0 1 0,-1-1 0,1 0 0,-1 1 0,1-1 0,2-2 0,-2 1 0,0 0 0,-1 0 0,1 0 0,0 0 0,-1 0 0,1-1 0,-1 1 0,0 0 0,0-1 0,0 1 0,1-5 0,0-1 0,0 1 0,-1-1 0,-1 0 0,1 1 0,-1-1 0,0 0 0,-1 1 0,-1-10 0,-1 7 20,1-1 0,-2 0 0,1 1 0,-2 0 0,-5-12 0,8 19-107,0-1-1,-1 1 1,1-1 0,-1 1-1,1 0 1,-1 0 0,0 0-1,0 1 1,0-1-1,-1 1 1,1 0 0,-1-1-1,1 2 1,-1-1 0,0 0-1,-7-2 1,-2 2-6739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6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126 129 24575,'-3'-3'0,"-8"-6"0,-25-17 0,33 25 0,1-1 0,-1 0 0,0 1 0,-1 0 0,1-1 0,0 1 0,0 0 0,-1 1 0,1-1 0,0 1 0,-1-1 0,1 1 0,0 0 0,-6 1 0,8-1 0,0 0 0,0 0 0,0 1 0,0-1 0,0 0 0,0 1 0,0-1 0,0 1 0,0-1 0,0 1 0,0 0 0,0-1 0,0 1 0,1 0 0,-1 0 0,0 0 0,1 0 0,-1-1 0,0 1 0,1 0 0,-2 2 0,2-1 0,-1 0 0,1 1 0,-1-1 0,1 0 0,0 0 0,0 0 0,0 1 0,0-1 0,0 0 0,1 3 0,1 2 0,-1-1 0,1 1 0,1-1 0,-1 0 0,1 0 0,5 8 0,-4-9 0,0 1 0,0-2 0,0 1 0,0 0 0,1-1 0,0 0 0,0 0 0,0 0 0,0-1 0,1 1 0,-1-1 0,1-1 0,0 1 0,0-1 0,11 3 0,-12-4 0,0 0 0,0-1 0,0 0 0,0 0 0,0 0 0,0 0 0,0-1 0,0 0 0,0 0 0,0 0 0,0-1 0,-1 1 0,1-1 0,0 0 0,-1-1 0,0 1 0,1-1 0,-1 0 0,0 0 0,5-5 0,-2 1 0,0-1 0,11-16 0,-2 2 0,-15 21 0,0 0 0,-1 0 0,1 0 0,0 0 0,0 0 0,1 0 0,-1 0 0,0 0 0,0 1 0,0-1 0,1 0 0,-1 1 0,0-1 0,1 1 0,-1-1 0,0 1 0,1 0 0,-1 0 0,0-1 0,1 1 0,-1 0 0,1 0 0,-1 1 0,1-1 0,-1 0 0,0 0 0,1 0 0,-1 1 0,0-1 0,1 1 0,-1-1 0,0 1 0,0 0 0,3 1 0,4 3 0,-1 1 0,0 0 0,0 0 0,9 11 0,0-1 0,-8-8 0,-5-5 0,0 0 0,1 0 0,-1-1 0,1 1 0,4 2 0,-7-5 0,-1 0 0,0 0 0,1 1 0,-1-1 0,0 0 0,1 0 0,-1 0 0,0 0 0,1 0 0,-1 0 0,0 0 0,0 0 0,1 0 0,-1 0 0,0 0 0,1 0 0,-1-1 0,0 1 0,1 0 0,-1 0 0,0 0 0,0 0 0,1 0 0,-1-1 0,0 1 0,0 0 0,1 0 0,-1 0 0,0-1 0,0 1 0,1 0 0,-1 0 0,0-1 0,0 1 0,0 0 0,0 0 0,0-1 0,1 1 0,-1 0 0,0-1 0,0 1 0,0 0 0,0-1 0,0 1 0,0 0 0,0-1 0,0 1 0,0 0 0,0 0 0,0-1 0,0 1 0,-2-19 0,-3 0 0,-10-26 0,10 34 0,0-1 0,2 0 0,-1 1 0,2-1 0,-1 0 0,1-1 0,1-11 0,1 22-97,0 1-1,0-1 1,0 1-1,0-1 1,1 1-1,-1-1 1,1 1-1,-1 0 1,1-1-1,-1 1 1,1 0-1,0-1 0,1-1 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6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24575,'-2'11'0,"1"5"0,1 3 0,1 1 0,2-3 0,1-2 0,3-1 0,-1 0 0,2-2 0,2-7 0,-1-5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7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24575,'3'-3'0,"0"5"0,3 4 0,0 4 0,-1 0-8191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6 24575,'-5'-1'0,"-7"-1"0,-1 1 0,1 0 0,-1 0 0,-18 2 0,29 0 0,-1-1 0,1 0 0,-1 1 0,1-1 0,-1 1 0,1 0 0,0 0 0,-1 0 0,1 0 0,0 0 0,0 0 0,0 1 0,0-1 0,0 1 0,0 0 0,0-1 0,0 1 0,1 0 0,-1 0 0,1 0 0,-1 0 0,1 0 0,0 0 0,0 1 0,0-1 0,0 0 0,0 1 0,-1 4 0,2-3 0,-1-1 0,1 1 0,-1 0 0,1 0 0,1 0 0,-1 0 0,0-1 0,1 1 0,0 0 0,0 0 0,0-1 0,0 1 0,1 0 0,3 6 0,-4-8 0,1 1 0,0-1 0,0 0 0,0 0 0,0 1 0,0-1 0,1-1 0,-1 1 0,1 0 0,-1-1 0,1 1 0,0-1 0,-1 1 0,1-1 0,0 0 0,0-1 0,0 1 0,0 0 0,4 0 0,-3-1 0,0 1 0,-1-1 0,1 0 0,0 0 0,0 0 0,-1 0 0,1-1 0,0 1 0,-1-1 0,1 0 0,-1 0 0,1 0 0,-1-1 0,0 1 0,1-1 0,-1 0 0,0 0 0,0 0 0,0 0 0,0-1 0,0 1 0,-1-1 0,5-5 0,-6 7 0,0-1 0,0 1 0,0-1 0,0 1 0,1-1 0,-1 1 0,0 0 0,1 0 0,-1 0 0,1 0 0,-1 0 0,1 0 0,0 0 0,-1 0 0,1 0 0,2 0 0,0 1 0,0-1 0,0 1 0,0 0 0,0 0 0,0 1 0,4 0 0,2 1 0,2 0-170,0-1-1,0 0 0,1 0 1,-1-2-1,0 1 0,0-1 1,18-5-1,-20 3-6655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7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24575,'3'31'0,"0"18"0,3 6 0,0 1 0,2-4 0,-1-5 0,-1-3 0,0-4 0,3-6 0,-1-3 0,1-6 0,-1-3 0,-2-3 0,1-2 0,-1-5-8191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7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51 24575,'-24'-13'0,"-9"-2"0,-5 2 0,4 4-8191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09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10 24575,'-25'-2'0,"-8"-2"0,-1 2 0,1 1 0,-50 5 0,81-4 0,0 0 0,0 1 0,1-1 0,-1 1 0,0-1 0,0 1 0,0-1 0,0 1 0,1 0 0,-1 0 0,0 0 0,1 0 0,-1 0 0,1 0 0,-1 1 0,1-1 0,-1 1 0,1-1 0,0 0 0,0 1 0,0 0 0,0-1 0,0 1 0,0 0 0,-1 1 0,2 0 0,-1 0 0,1 0 0,0 0 0,0-1 0,0 1 0,0 0 0,0 0 0,0 0 0,1 0 0,0-1 0,-1 1 0,1 0 0,0-1 0,0 1 0,1 0 0,1 3 0,2 1 14,0 0-1,0 0 0,1-1 0,0 0 1,0 0-1,0 0 0,1-1 1,11 7-1,3 1-756,38 16 1,-39-21-6084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0 24575,'-1'1'0,"-18"5"0,-28 13 0,43-16 0,-1-1 0,1 0 0,0 1 0,0 0 0,0 0 0,0 0 0,1 1 0,-1-1 0,1 1 0,0 0 0,-5 7 0,7-9 0,0 0 0,1-1 0,-1 1 0,0 0 0,1 0 0,0-1 0,-1 1 0,1 0 0,0 0 0,0 0 0,0 0 0,0-1 0,0 1 0,0 0 0,0 0 0,1 0 0,-1 0 0,2 2 0,0-1 0,-1 1 0,1-1 0,0 0 0,0 0 0,0-1 0,1 1 0,-1 0 0,1-1 0,3 3 0,2 1 0,0-1 0,0 1 0,1-2 0,-1 1 0,1-1 0,12 3 0,-10-4 0,1 0 0,0-1 0,0 0 0,0-1 0,-1-1 0,1 0 0,0 0 0,0-1 0,0-1 0,22-5 0,-31 6 0,-1 0 0,0 0 0,1 0 0,-1 0 0,0-1 0,0 1 0,0-1 0,0 1 0,0-1 0,0 0 0,-1 1 0,1-1 0,0 0 0,-1 0 0,1 0 0,-1-1 0,1-2 0,0 1 0,-1 0 0,0 0 0,0 0 0,0 0 0,0 0 0,-1 0 0,0 0 0,0-1 0,-1-7 0,0 5 0,0 0 0,0-1 0,-1 1 0,-1 0 0,1 0 0,-1 0 0,0 1 0,-1-1 0,1 1 0,-1-1 0,-8-8 0,12 15 0,0 0 0,0 0 0,0 0 0,0 0 0,0 0 0,0-1 0,0 1 0,0 0 0,-1 0 0,1 0 0,0 0 0,0 0 0,0 0 0,0 0 0,0-1 0,-1 1 0,1 0 0,0 0 0,0 0 0,0 0 0,0 0 0,-1 0 0,1 0 0,0 0 0,0 0 0,0 0 0,-1 0 0,1 0 0,0 0 0,0 0 0,0 0 0,0 0 0,-1 0 0,1 0 0,0 0 0,0 0 0,0 0 0,0 1 0,-1-1 0,1 0 0,0 0 0,0 0 0,0 0 0,0 0 0,-1 1 0,-2 10 0,2 13 0,2-19 0,0-1 0,0 1 0,0-1 0,1 1 0,0-1 0,-1 0 0,1 0 0,1 0 0,-1 0 0,1 0 0,-1 0 0,1-1 0,0 1 0,1-1 0,-1 0 0,0 0 0,1 0 0,6 4 0,4 1 0,0 0 0,1-1 0,28 10 0,-37-15 0,1 0 0,-1 0 0,1 0 0,0-1 0,-1 0 0,1-1 0,0 1 0,0-1 0,0 0 0,12-3 0,-17 3 0,1-1 0,0 0 0,0 0 0,0-1 0,-1 1 0,1 0 0,-1-1 0,1 1 0,-1-1 0,0 0 0,1 0 0,-1 0 0,0 0 0,0 0 0,-1-1 0,1 1 0,0-1 0,-1 1 0,1-1 0,-1 1 0,0-1 0,0 0 0,0 0 0,0 1 0,0-1 0,-1 0 0,1-3 0,-1 3 0,0 0 0,0 0 0,0 0 0,0 0 0,0 0 0,-1 0 0,0 0 0,-1-5 0,4 11 0,-1 0 0,1 0 0,0 0 0,0 0 0,1 0 0,-1 0 0,0 0 0,1-1 0,0 0 0,0 1 0,-1-1 0,1 0 0,0 0 0,1 0 0,-1-1 0,0 1 0,1-1 0,-1 0 0,0 0 0,5 1 0,1 0 0,2-1 0,-1 0 0,0 0 0,0-1 0,0-1 0,10-1 0,-16 2 0,0-1 0,1-1 0,-1 1 0,0-1 0,-1 1 0,6-4 0,-6 3 0,1 0 0,-1 1 0,1-1 0,-1 1 0,7-2 0,-8 3 0,-1 0 0,1 0 0,-1 0 0,1 0 0,-1 0 0,1 1 0,-1-1 0,1 0 0,-1 1 0,0-1 0,1 1 0,-1-1 0,1 1 0,-1 0 0,0 0 0,1-1 0,-1 1 0,1 2 0,7 4-455,-1 1 0,13 16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0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6 24575,'-3'-1'0,"0"0"0,1 0 0,-1 0 0,0 1 0,0-1 0,0 1 0,1 0 0,-1 0 0,0 0 0,0 0 0,0 0 0,1 1 0,-1-1 0,0 1 0,0 0 0,-3 1 0,4-1 0,0 1 0,0-1 0,1 1 0,-1-1 0,0 1 0,1 0 0,-1-1 0,1 1 0,-1 0 0,1 0 0,0 0 0,0 0 0,0 0 0,0 0 0,0 0 0,0 1 0,0-1 0,1 0 0,-1 0 0,1 4 0,-1-1 0,1 0 0,0-1 0,0 1 0,0 0 0,1 0 0,0 0 0,0 0 0,0 0 0,0-1 0,1 1 0,0 0 0,3 5 0,3 5 0,1-1 0,13 17 0,-19-28 0,-2-1 0,1-1 0,-1 1 0,0-1 0,0 1 0,0 0 0,-1-1 0,1 1 0,0 0 0,-1 0 0,1 0 0,0 3 0,-1-5 0,0 1 0,-1 0 0,1 0 0,0-1 0,0 1 0,0 0 0,-1-1 0,1 1 0,0 0 0,-1-1 0,1 1 0,-1-1 0,1 1 0,0 0 0,-1-1 0,1 1 0,-1-1 0,0 1 0,1-1 0,-1 0 0,1 1 0,-1-1 0,0 1 0,1-1 0,-1 0 0,0 0 0,1 1 0,-1-1 0,0 0 0,0 0 0,1 0 0,-1 0 0,0 0 0,0 0 0,-20 2 0,1-1 0,-36-2 0,14-1 0,32 2-195,0 0 0,-1-1 0,1 0 0,0-1 0,0 0 0,-18-7 0,17 4-6631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1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152 557 24575,'-15'-7'0,"-31"-8"0,42 14 0,1 0 0,-1 0 0,0 1 0,0-1 0,0 1 0,0 0 0,0 0 0,0 1 0,0-1 0,0 1 0,0 0 0,0-1 0,-6 4 0,7-3 0,1 1 0,0 0 0,0 0 0,0-1 0,0 1 0,1 1 0,-1-1 0,0 0 0,1 0 0,-1 0 0,1 1 0,0-1 0,-1 3 0,1-3 0,1-1 0,-1 1 0,0-1 0,1 0 0,0 1 0,-1-1 0,1 1 0,0-1 0,0 1 0,0-1 0,0 1 0,0-1 0,0 1 0,0-1 0,0 1 0,1-1 0,-1 1 0,1-1 0,-1 1 0,1-1 0,-1 0 0,1 1 0,1 1 0,-1-2 0,0-1 0,-1 1 0,1-1 0,0 1 0,-1-1 0,1 0 0,0 1 0,0-1 0,-1 0 0,1 0 0,0 1 0,0-1 0,0 0 0,-1 0 0,1 0 0,0 0 0,0 0 0,0 0 0,-1 0 0,1-1 0,0 1 0,0 0 0,-1 0 0,1 0 0,0-1 0,1 0 0,21-14 0,-11 7 0,-10 7 0,0 0 0,0 1 0,0-1 0,0 0 0,0 1 0,0-1 0,0 1 0,0 0 0,0 0 0,0-1 0,0 1 0,0 0 0,0 1 0,0-1 0,0 0 0,0 1 0,0-1 0,-1 1 0,1-1 0,0 1 0,0 0 0,0 0 0,0 0 0,1 1 0,5 4 0,0 0 0,-1 1 0,0 0 0,6 8 0,-6-8 0,0 1 0,10 7 0,-11-10 0,0-1 0,0 0 0,0 0 0,0-1 0,1 0 0,9 4 0,-13-7 0,0 1 0,-1-1 0,1 0 0,-1 1 0,1-1 0,-1 0 0,1-1 0,0 1 0,-1 0 0,1-1 0,-1 1 0,1-1 0,-1 0 0,1 0 0,-1 0 0,0 0 0,0 0 0,1-1 0,-1 1 0,0-1 0,3-2 0,0-1 0,0 0 0,0-1 0,-1 0 0,0 1 0,0-2 0,0 1 0,-1 0 0,0-1 0,0 1 0,-1-1 0,1 0 0,-2 0 0,1 0 0,1-11 0,-1-10 0,0 1 0,-4-39 0,2 62 0,-3-40 0,-2 0 0,-2 0 0,-1 0 0,-3 1 0,-1 1 0,-2-1 0,-37-73 0,39 97 0,11 19 0,1 0 0,0 0 0,0-1 0,0 1 0,0 0 0,0 0 0,-1-1 0,1 1 0,0 0 0,0 0 0,-1 0 0,1-1 0,0 1 0,0 0 0,-1 0 0,1 0 0,0 0 0,0-1 0,-1 1 0,1 0 0,0 0 0,-1 0 0,1 0 0,0 0 0,0 0 0,-1 0 0,1 0 0,0 0 0,-1 0 0,1 0 0,0 0 0,-1 0 0,1 0 0,0 0 0,-1 0 0,1 0 0,0 1 0,0-1 0,-1 0 0,1 0 0,0 0 0,0 0 0,-1 1 0,1-1 0,0 0 0,0 0 0,-1 0 0,1 1 0,0-1 0,0 0 0,0 1 0,0-1 0,0 0 0,-1 0 0,1 1 0,0-1 0,0 0 0,0 1 0,0-1 0,0 0 0,0 0 0,0 1 0,0 0 0,-2 8 0,1-1 0,0 1 0,0 0 0,1 0 0,0 0 0,1 0 0,1 10 0,3 7 0,8 28 0,-3-21 0,0 0 0,3-1 0,0-1 0,2 0 0,1-1 0,2-1 0,1 0 0,1-2 0,39 43 0,-34-46-341,1 0 0,0-3-1,39 26 1,-52-39-6485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2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24575,'2'43'0,"2"-1"0,11 49 0,-13-78 0,1 0 0,1-1 0,0 0 0,1 0 0,0 0 0,0-1 0,9 13 0,-11-19-54,-7-8 188,-5-8-1579,1 0-5381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79 24575,'4'-6'0,"0"1"0,0-1 0,0 1 0,0 0 0,1 0 0,0 1 0,0-1 0,0 1 0,1 0 0,-1 1 0,1-1 0,0 1 0,0 0 0,0 1 0,0-1 0,13-2 0,-5 3 0,0 0 0,1 0 0,-1 2 0,0 0 0,1 0 0,24 5 0,-22-3 0,6 2 0,35 8 0,-58-12 0,1 0 0,-1 0 0,1 0 0,-1 0 0,0 1 0,1-1 0,-1 0 0,1 0 0,-1 0 0,0 0 0,1 1 0,-1-1 0,1 0 0,-1 0 0,0 1 0,1-1 0,-1 0 0,0 1 0,1-1 0,-1 0 0,0 1 0,0-1 0,1 1 0,-1-1 0,0 0 0,0 1 0,0-1 0,0 1 0,1-1 0,-1 1 0,-1 0 0,1 0 0,0-1 0,-1 1 0,1 0 0,0 0 0,-1-1 0,0 1 0,1 0 0,-1-1 0,1 1 0,-1 0 0,0-1 0,1 1 0,-1-1 0,0 1 0,-8 4 0,0 0 0,-11 5 0,13-7 0,2-1 0,1 0 0,0 1 0,0 0 0,0 0 0,0 0 0,0 0 0,1 0 0,-1 1 0,1-1 0,0 1 0,0 0 0,0 0 0,1 0 0,-1 1 0,1-1 0,0 1 0,0-1 0,1 1 0,-1-1 0,1 1 0,0 0 0,1 0 0,-1 0 0,1 0 0,-1 0 0,2-1 0,-1 1 0,0 0 0,1 0 0,0 0 0,0 0 0,0-1 0,1 1 0,0 0 0,0-1 0,4 8 0,1-1 0,1 0 0,0 0 0,1 0 0,0-1 0,0-1 0,1 1 0,12 7 0,84 54 0,-68-47 0,5 2 0,-43-26 0,0 0 0,0 0 0,1 0 0,-1 1 0,0-1 0,0 0 0,0 0 0,0 0 0,0 0 0,0 0 0,0 0 0,1 0 0,-1 0 0,0 0 0,0 0 0,0 0 0,0 1 0,0-1 0,0 0 0,0 0 0,0 0 0,0 0 0,0 0 0,0 0 0,0 0 0,0 1 0,0-1 0,0 0 0,0 0 0,0 0 0,0 0 0,0 0 0,0 0 0,0 1 0,0-1 0,0 0 0,0 0 0,0 0 0,0 0 0,0 0 0,0 1 0,-6 1 0,-11-2 0,16 0 0,-233-2-1365,221 2-5461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3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24575,'0'-2'0,"2"5"0,5 12 0,8 27 0,-13-36 0,23 57 0,49 94 0,-69-146-1365,-1 0-5461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4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24575,'3'13'0,"3"7"0,0 2 0,0 1 0,1-2 0,0-1 0,-2-2 0,1-1 0,0-1 0,0-1 0,1 0 0,-2-3-8191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4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67 24575,'3'-1'0,"36"-16"0,80-22 0,-105 36 0,-1 0 0,1 1 0,0 1 0,0 0 0,0 1 0,0 1 0,0 0 0,0 0 0,26 8 0,-32-7 0,5 2 0,-14-2 0,-7 0 0,2-1 0,0 0 0,0 1 0,0-1 0,0 1 0,1 0 0,-1 0 0,-5 4 0,9-5 0,0 1 0,0-1 0,0 0 0,0 1 0,0 0 0,1 0 0,-1-1 0,0 1 0,1 0 0,0 0 0,-1 0 0,1 1 0,0-1 0,0 0 0,0 0 0,0 1 0,1-1 0,-1 0 0,0 5 0,0 0 0,1-1 0,0 1 0,1 0 0,0 0 0,0-1 0,0 1 0,1 0 0,0-1 0,0 1 0,0-1 0,1 0 0,0 0 0,0 0 0,1 0 0,-1 0 0,8 7 0,7 8 0,1-2 0,40 32 0,-15-13 0,-35-31 0,-4-2 0,1-1 0,-1 2 0,0-1 0,7 10 0,-12-15 0,1 1 0,-1 0 0,1 0 0,0 0 0,-1 0 0,0 0 0,1 0 0,-1 0 0,0 0 0,1 0 0,-1 0 0,0 0 0,0 0 0,0 0 0,0 0 0,0 0 0,0 0 0,0 0 0,0 0 0,0 0 0,-1 0 0,1 0 0,0 0 0,-1 0 0,1 0 0,0 0 0,-1 0 0,1-1 0,-1 1 0,0 0 0,1 0 0,-1 0 0,0-1 0,1 1 0,-1 0 0,0-1 0,0 1 0,-1 1 0,-5 1 0,1 1 0,-1-1 0,1 0 0,-1 0 0,0-1 0,-11 2 0,-46 5 0,19-3 0,-1-1-1365,33-5-5461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27 24575,'16'-6'0,"0"1"0,1 0 0,-1 2 0,1 0 0,17-1 0,-30 4 0,0 0 0,0 0 0,0 1 0,0-1 0,0 1 0,0 0 0,0 0 0,0 1 0,0-1 0,-1 1 0,7 3 0,-8-3 0,1 0 0,-1 0 0,1 1 0,-1-1 0,0 1 0,0-1 0,0 1 0,0 0 0,0 0 0,-1 0 0,1 0 0,-1 0 0,0 0 0,0 0 0,0 0 0,0 4 0,1 6 0,-1 0 0,0 0 0,-1-1 0,0 1 0,-4 22 0,3-32 0,1 0 0,-1-1 0,0 1 0,0 0 0,0-1 0,0 0 0,0 1 0,0-1 0,-1 1 0,1-1 0,-1 0 0,0 0 0,1 0 0,-1 0 0,-4 3 0,2-2 0,0-1 0,1 0 0,-1 0 0,-1 0 0,1 0 0,0 0 0,0-1 0,-9 2 0,5-2 0,1 0 0,0 0 0,-1-1 0,1 0 0,0-1 0,-1 1 0,1-2 0,0 1 0,0-1 0,-1 0 0,-9-4 0,12 4 0,1-1 0,-1 0 0,1 0 0,-1 0 0,1-1 0,0 1 0,0-1 0,0 0 0,1 0 0,-1-1 0,1 1 0,-3-6 0,4 7 0,1 0 0,0 0 0,0 0 0,-1 0 0,2-1 0,-1 1 0,0 0 0,1-1 0,0 1 0,-1 0 0,1-1 0,0 1 0,1-1 0,-1 1 0,1 0 0,0 0 0,-1-1 0,1 1 0,1 0 0,1-6 0,0 4-76,0 0 1,0 0-1,0 0 0,1 0 0,-1 1 0,1-1 0,0 1 0,0 0 1,1 0-1,-1 0 0,1 1 0,0-1 0,0 1 0,0 1 1,0-1-1,0 1 0,9-3 0,-1 1-6750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5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0 24575,'-21'0'0,"1"1"0,-1 0 0,0 1 0,0 2 0,-31 9 0,50-13 0,1 0 0,0 0 0,0 1 0,0-1 0,0 1 0,0-1 0,0 1 0,0 0 0,0-1 0,1 1 0,-1 0 0,0-1 0,0 1 0,0 0 0,1 0 0,-1 0 0,0 0 0,1 0 0,-1 0 0,1 0 0,-1 0 0,1 1 0,-1-1 0,1 1 0,0-1 0,0 1 0,1-1 0,-1 1 0,0-1 0,0 0 0,1 1 0,-1-1 0,1 1 0,-1-1 0,1 0 0,-1 0 0,3 3 0,3 4 0,0-1 0,0 0 0,1 0 0,8 7 0,-12-12 0,80 60 0,-56-44 0,40 36 0,-65-53 0,-1 0 0,1 1 0,-1 0 0,1-1 0,-1 1 0,0-1 0,0 1 0,0 0 0,0 0 0,0 0 0,0 0 0,0 0 0,0 3 0,-1-4 0,0 0 0,0-1 0,0 1 0,0 0 0,0-1 0,0 1 0,0 0 0,-1-1 0,1 1 0,0-1 0,0 1 0,-1-1 0,1 1 0,0 0 0,-1-1 0,1 1 0,0-1 0,-1 1 0,-1 0 0,1 0 0,0 0 0,-1 0 0,1 0 0,0-1 0,-1 1 0,1 0 0,-1-1 0,1 1 0,-3-1 0,-11 3 0,1-2 0,-1 0 0,0-1 0,-16-1 0,-2 0 0,27 0 0,0 1 0,0-1 0,-1 0 0,1 0 0,-10-4 0,13 4 0,-1 0 0,1 0 0,0-1 0,1 0 0,-1 1 0,0-1 0,0 0 0,1-1 0,-1 1 0,1 0 0,0-1 0,-3-3 0,-1-2-1365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5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24575,'5'25'0,"2"15"0,2 2 0,0 0 0,0-3 0,2-2 0,-1-5 0,0-3 0,2-1 0,0 0 0,1-3 0,2 0 0,-3-1 0,0-6 0,-3-2 0,1-2 0,-3-3-8191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6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64 24575,'-28'-10'0,"-13"-4"0,-1 1 0,4 2 0,5 4 0,7 2 0,4 3 0,3 1 0,6 3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6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83 24575,'-18'-8'0,"-12"-8"0,0 2 0,0 1 0,-54-15 0,80 27 0,1 0 0,0 1 0,0-1 0,-1 1 0,1 0 0,0 0 0,0 0 0,-1 0 0,1 1 0,-4 0 0,6 0 0,0-1 0,0 1 0,-1 0 0,1-1 0,0 1 0,0 0 0,0 0 0,0 0 0,0 0 0,1-1 0,-1 1 0,0 1 0,0-1 0,1 0 0,-1 0 0,0 0 0,1 0 0,-1 0 0,1 1 0,-1-1 0,1 0 0,0 0 0,0 1 0,0-1 0,-1 0 0,1 0 0,1 3 0,-1 0 0,0 1 0,1-1 0,-1 0 0,1 0 0,1 0 0,-1 0 0,0 1 0,1-2 0,0 1 0,0 0 0,0 0 0,0-1 0,1 1 0,0-1 0,-1 1 0,7 4 0,-7-6 0,0 0 0,0 0 0,1 0 0,-1 0 0,1 0 0,-1-1 0,1 1 0,0-1 0,0 0 0,0 0 0,0 0 0,-1 0 0,1 0 0,1-1 0,-1 1 0,0-1 0,0 0 0,0 0 0,0 0 0,0 0 0,0 0 0,0-1 0,6-1 0,-7 1 0,-1 0 0,1 1 0,0-1 0,0 0 0,-1-1 0,1 1 0,-1 0 0,1 0 0,-1-1 0,1 1 0,-1-1 0,0 1 0,0-1 0,2-2 0,8-27 0,-8 20 0,-3 10 0,0 1 0,0 0 0,0 0 0,0-1 0,0 1 0,0 0 0,1 0 0,-1-1 0,0 1 0,0 0 0,0 0 0,0-1 0,0 1 0,0 0 0,0 0 0,1-1 0,-1 1 0,0 0 0,0 0 0,0 0 0,0-1 0,1 1 0,-1 0 0,0 0 0,0 0 0,1 0 0,-1 0 0,0 0 0,0-1 0,1 1 0,-1 0 0,0 0 0,0 0 0,1 0 0,-1 0 0,0 0 0,0 0 0,1 0 0,-1 0 0,0 0 0,0 0 0,1 0 0,-1 0 0,0 0 0,0 0 0,1 1 0,-1-1 0,0 0 0,0 0 0,1 0 0,-1 0 0,0 0 0,0 0 0,0 1 0,1-1 0,-1 0 0,0 0 0,0 0 0,0 1 0,0-1 0,1 0 0,-1 1 0,12 17 0,-10-14 0,2 4-151,1-1-1,0 1 0,1-1 0,-1-1 1,1 1-1,1-1 0,-1 0 1,13 9-1,-6-8-6674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7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5 24575,'1'-5'0,"3"9"0,3 11 0,2 16 0,8 40 0,2 11 0,-11-46 0,-6-26 0,0 0 0,1 0 0,0-1 0,0 1 0,6 9 0,-9-19 0,0 1 0,0-1 0,0 0 0,1 1 0,-1-1 0,0 0 0,0 0 0,0 1 0,1-1 0,-1 0 0,0 0 0,1 1 0,-1-1 0,0 0 0,0 0 0,1 0 0,-1 0 0,0 1 0,1-1 0,-1 0 0,0 0 0,1 0 0,-1 0 0,1 0 0,-1 0 0,0 0 0,1 0 0,-1 0 0,0 0 0,1 0 0,-1 0 0,0 0 0,1 0 0,-1 0 0,0 0 0,1-1 0,-1 1 0,0 0 0,1 0 0,-1 0 0,0-1 0,1 1 0,-1 0 0,0 0 0,0 0 0,1-1 0,-1 1 0,0 0 0,1-1 0,12-18 0,-10 13 0,-1 4 0,0-1 0,1 0 0,-1 1 0,1 0 0,-1 0 0,1 0 0,0 0 0,0 0 0,0 0 0,0 1 0,0-1 0,0 1 0,0 0 0,1 0 0,-1 0 0,0 0 0,1 1 0,-1 0 0,1-1 0,-1 1 0,1 0 0,-1 0 0,0 1 0,1-1 0,-1 1 0,0 0 0,1 0 0,-1 0 0,0 0 0,0 0 0,0 1 0,0 0 0,0-1 0,0 1 0,0 0 0,0 0 0,-1 1 0,1-1 0,-1 0 0,0 1 0,1 0 0,-1-1 0,0 1 0,-1 0 0,1 0 0,1 3 0,-2-4 0,0 0 0,-1 0 0,1 0 0,0 0 0,-1 0 0,0 0 0,1 0 0,-1 0 0,0 1 0,0-1 0,0 0 0,0 0 0,-1 0 0,1 0 0,0 0 0,-1 0 0,1 0 0,-2 3 0,0-3 0,1 0 0,-1 1 0,0-1 0,0 0 0,1 0 0,-1 0 0,0-1 0,-1 1 0,1 0 0,0-1 0,0 0 0,-5 3 0,-2-1 0,-1 1 0,0-1 0,0-1 0,-1 0 0,1 0 0,-14 0 0,8-1 30,-1-1 0,1 0 0,-31-6 0,41 5-129,1 0 0,-1-1 0,1 1 0,-1-1 0,1 0 0,0-1 0,0 1 0,0-1 0,0 0 0,0 0 0,1-1 0,-1 1 0,1-1 0,-7-7 0,5 1-6727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6:17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 24575,'0'0'0,"0"-1"0,0 1 0,-1-1 0,1 1 0,0 0 0,0-1 0,0 1 0,-1-1 0,1 1 0,0 0 0,0-1 0,-1 1 0,1-1 0,0 1 0,-1 0 0,1-1 0,-1 1 0,1 0 0,0 0 0,-1-1 0,1 1 0,-1 0 0,1 0 0,-1-1 0,0 2 0,1-1 0,-1 0 0,1 1 0,0-1 0,-1 0 0,1 1 0,0-1 0,0 1 0,-1-1 0,1 1 0,0-1 0,0 0 0,0 1 0,-1-1 0,1 1 0,0-1 0,0 1 0,0 0 0,-3 27 0,3-28 0,1 150 0,0-142 0,0-1 0,1 0 0,-1 1 0,2-1 0,-1 0 0,1 0 0,0 0 0,0 0 0,1 0 0,0-1 0,0 0 0,1 0 0,5 7 0,0-3 0,1 0 0,0 0 0,0-1 0,1 0 0,24 13 0,-34-21 0,1 1 0,0-1 0,-1 0 0,1 0 0,0 0 0,0 0 0,0 0 0,0-1 0,0 1 0,0-1 0,0 0 0,0 0 0,0 0 0,0 0 0,0-1 0,6 0 0,-5-1 0,0 0 0,0 0 0,0 0 0,0 0 0,0-1 0,0 0 0,-1 0 0,0 0 0,1 0 0,4-5 0,-3 1 0,1 0 0,-1-1 0,0 1 0,-1-1 0,0 0 0,0 0 0,-1 0 0,0-1 0,0 1 0,-1-1 0,3-17 0,-5 25 0,0 0 0,0 1 0,0-1 0,0 0 0,0 0 0,0 0 0,0 0 0,0 0 0,0 0 0,0 0 0,0 1 0,-1-1 0,1 0 0,0 0 0,-1 0 0,1 0 0,-1 1 0,1-1 0,0 0 0,-1 0 0,0 0 0,0 1 0,0-1 0,1 1 0,-1 0 0,0 0 0,1 0 0,-1 0 0,0 0 0,1 0 0,-1 0 0,0 0 0,1 0 0,-1 0 0,1 0 0,-1 0 0,0 1 0,1-1 0,-1 0 0,0 0 0,1 1 0,-1-1 0,0 1 0,-4 3 0,-1-1 0,1 1 0,1 1 0,-7 5 0,7-5 0,0-1 0,0 1 0,1-1 0,0 1 0,0 0 0,0 0 0,0 1 0,1-1 0,-3 10 0,4-13 0,1 1 0,0-1 0,-1 0 0,1 0 0,0 1 0,1-1 0,-1 0 0,0 1 0,0-1 0,1 0 0,0 0 0,-1 1 0,1-1 0,0 0 0,0 0 0,0 0 0,0 0 0,0 0 0,1 0 0,-1 0 0,1-1 0,-1 1 0,1 0 0,0-1 0,-1 1 0,5 2 0,4 2 0,1 1 0,-1-2 0,1 1 0,0-1 0,19 5 0,60 10 0,-32-9 0,-45-7-1365,-3 0-5461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7:03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580 47 24575,'44'-5'0,"-17"2"0,0 0 0,40 3 0,-54 3 0,-20 0 0,-18 1 0,-48-3 0,-91-9 0,118 4 0,-215 1 0,197 10 0,-9 1 0,69-8 0,1 0 0,-1 0 0,1 0 0,-1 1 0,1 0 0,-1-1 0,1 1 0,-1 0 0,1 0 0,-6 4 0,9-5 0,0 0 0,0 0 0,0 0 0,0 0 0,0 1 0,0-1 0,0 0 0,0 0 0,0 0 0,0 0 0,0 1 0,1-1 0,-1 0 0,0 0 0,0 0 0,0 0 0,0 1 0,0-1 0,0 0 0,1 0 0,-1 0 0,0 0 0,0 0 0,0 0 0,0 0 0,0 0 0,1 1 0,-1-1 0,0 0 0,0 0 0,0 0 0,1 0 0,-1 0 0,0 0 0,0 0 0,0 0 0,0 0 0,1 0 0,-1 0 0,0 0 0,0 0 0,0 0 0,1 0 0,-1 0 0,0-1 0,12 3 0,222-9 0,-89-1 0,-86 6 0,64-11 0,-110 9 0,-13 4 0,0 0 0,0 0 0,0 0 0,0 0 0,0 0 0,0 0 0,1 0 0,-1 0 0,0 0 0,0 0 0,0-1 0,0 1 0,0 0 0,0 0 0,0 0 0,0 0 0,0 0 0,0 0 0,0 0 0,0-1 0,0 1 0,0 0 0,0 0 0,0 0 0,0 0 0,0 0 0,0 0 0,0 0 0,0-1 0,0 1 0,0 0 0,0 0 0,0 0 0,0 0 0,0 0 0,0 0 0,-1 0 0,1 0 0,0-1 0,0 1 0,0 0 0,0 0 0,0 0 0,0 0 0,0 0 0,0 0 0,-2-1 0,0 0 0,0 0 0,0 0 0,0 1 0,0-1 0,0 1 0,0-1 0,-4 0 0,-151-1 0,85 4 0,107-14 0,-23 9 0,-16 1 0,-23 3 0,20-1 0,-12 0-1365,2 0-5461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7:03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0 208 24575,'113'129'0,"-3"-3"0,-92-108 0,-4-3 0,22 18 0,-32-29 0,1-1 0,-1 0 0,1 0 0,-1-1 0,1 1 0,0-1 0,0 0 0,-1 0 0,2-1 0,7 2 0,-12-3 0,1 1 0,-1-1 0,0 0 0,1 0 0,-1-1 0,0 1 0,1 0 0,-1 0 0,0-1 0,1 1 0,-1 0 0,0-1 0,1 1 0,-1-1 0,0 0 0,0 1 0,0-1 0,0 0 0,2-1 0,-1 0 0,-1 0 0,1-1 0,-1 1 0,1 0 0,-1 0 0,0-1 0,0 1 0,0 0 0,1-6 0,0-3 0,0-1 0,-1 0 0,0-20 0,-1 24 0,0-44 0,7-120 0,-5 150 0,2 0 0,1 0 0,0 0 0,2 0 0,15-34 0,0 10-1365,-16 36-5461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7:04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1 443 24575,'1'1'0,"1"0"0,0 1 0,0-1 0,0 1 0,-1-1 0,1 1 0,-1 0 0,1 0 0,-1-1 0,0 1 0,0 0 0,1 0 0,0 3 0,3 4 0,7 8 0,4 6 0,24 26 0,-35-43 0,2 0 0,-1 0 0,1 0 0,0-1 0,0 0 0,0 0 0,1-1 0,10 5 0,-16-8 0,1 0 0,-1 0 0,1-1 0,-1 1 0,0 0 0,1-1 0,0 0 0,-1 0 0,1 1 0,-1-1 0,1-1 0,-1 1 0,1 0 0,-1-1 0,1 1 0,-1-1 0,1 1 0,-1-1 0,0 0 0,1 0 0,-1-1 0,0 1 0,0 0 0,0-1 0,0 1 0,0-1 0,0 0 0,0 1 0,0-1 0,-1 0 0,1 0 0,-1 0 0,1 0 0,-1-1 0,0 1 0,1-3 0,4-8 0,-1-1 0,0 1 0,-2-1 0,5-28 0,-7 38 0,6-58 0,-2 0 0,-4-67 0,0 6 0,1 92 0,9-45 0,-10 73 30,-2 4-393,0 1-669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7:05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1 382 24575,'1'3'0,"0"-1"0,0 1 0,0-1 0,0 1 0,0-1 0,1 1 0,-1-1 0,3 3 0,1 2 0,42 55 0,-20-28 0,54 62 0,-68-81 0,-12-14 0,0 0 0,0-1 0,-1 1 0,1 0 0,0 0 0,0 0 0,0-1 0,0 1 0,0 0 0,0-1 0,0 1 0,0-1 0,0 1 0,0-1 0,1 1 0,-1-1 0,0 0 0,1 1 0,-1-2 0,0 1 0,0 0 0,-1 0 0,1 0 0,0-1 0,0 1 0,-1 0 0,1-1 0,0 1 0,-1-1 0,1 1 0,0-1 0,-1 1 0,1-1 0,-1 1 0,1-1 0,-1 0 0,1 1 0,-1-1 0,1 0 0,2-5 0,0 0 0,-1 0 0,0-1 0,0 1 0,1-7 0,-2 9 0,46-300 0,-20 102 0,-24 176 26,-2 16-489,0 0-1,4-12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8:51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30 24575,'16'-6'0,"1"1"0,0 0 0,0 1 0,0 0 0,26 0 0,-32 3 0,1 1 0,0 0 0,0 1 0,-1 1 0,1 0 0,-1 0 0,1 1 0,-1 1 0,11 4 0,-22-8 0,0 0 0,0 0 0,0 0 0,0 0 0,0 0 0,0 0 0,1 0 0,-1 0 0,0 0 0,0 0 0,0 0 0,0 0 0,0 0 0,0 0 0,0 0 0,0 0 0,0 0 0,1 1 0,-1-1 0,0 0 0,0 0 0,0 0 0,0 0 0,0 0 0,0 0 0,0 0 0,0 0 0,0 0 0,0 0 0,0 0 0,0 0 0,0 0 0,0 0 0,0 1 0,1-1 0,-1 0 0,0 0 0,0 0 0,0 0 0,0 0 0,0 0 0,0 0 0,0 0 0,0 0 0,0 1 0,0-1 0,0 0 0,0 0 0,0 0 0,0 0 0,-1 0 0,1 0 0,0 0 0,0 0 0,0 0 0,0 0 0,0 1 0,0-1 0,0 0 0,0 0 0,0 0 0,0 0 0,0 0 0,0 0 0,0 0 0,0 0 0,0 0 0,-1 0 0,1 0 0,-10 3 0,-16-2 0,-35 3 0,0 1 0,-91 22 0,50-8 0,63-11 0,-26 3 0,60-11-114,0 0 1,-1 0-1,1-1 0,0 1 0,0-1 1,0-1-1,0 1 0,0-1 0,0 0 1,1 0-1,-10-5 0,6 2-6712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8:52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1 320 24575,'17'19'0,"-1"1"0,19 29 0,7 9 0,-41-56 0,0-1 0,0 1 0,1-1 0,-1 1 0,0-1 0,1 0 0,-1 1 0,1-1 0,0 0 0,-1 0 0,1 0 0,0 0 0,0 0 0,-1-1 0,1 1 0,0-1 0,0 1 0,3 0 0,-3-1 0,0-1 0,-1 1 0,1 0 0,0-1 0,0 1 0,-1-1 0,1 1 0,0-1 0,-1 0 0,1 0 0,-1 0 0,1 0 0,-1 0 0,1 0 0,-1 0 0,2-2 0,2-3 0,-1 1 0,0-1 0,0 0 0,-1 0 0,1 0 0,-1 0 0,-1-1 0,1 0 0,1-7 0,30-156 0,-7 34 0,-20 106 6,-3 15-691,4-25-1,-7 28-6140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8:53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0 296 24575,'101'179'0,"-92"-165"0,0 0 0,17 19 0,-21-28 0,0 1 0,0-1 0,1 0 0,0-1 0,0 0 0,0 0 0,0 0 0,8 3 0,-12-6 0,0 0 0,0 0 0,0-1 0,0 1 0,0-1 0,0 0 0,0 0 0,1 1 0,-1-1 0,0-1 0,0 1 0,0 0 0,0 0 0,0-1 0,0 1 0,0-1 0,3-1 0,-2 0 0,0 1 0,0-1 0,0 0 0,-1-1 0,1 1 0,-1 0 0,1-1 0,-1 1 0,0-1 0,2-3 0,2-3 0,-1 0 0,-1-1 0,0 0 0,0 0 0,5-21 0,-3-1 0,-1-1 0,-2-1 0,-1-56 0,-19-101 0,17 189-41,-8-46 207,7 44-315,0 0 0,0 0 0,0 0 0,-1 0 0,0 0 0,0 0 0,0 1 0,0-1 0,-4-3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8:53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11 381 24575,'-2'-10'0,"0"3"0,0 0 0,1 1 0,-1-1 0,2 0 0,-1 0 0,1 0 0,0 0 0,0 0 0,2-9 0,-2 16 0,0 0 0,0-1 0,0 1 0,0 0 0,1 0 0,-1 0 0,0-1 0,0 1 0,0 0 0,0 0 0,0 0 0,1-1 0,-1 1 0,0 0 0,0 0 0,0 0 0,0 0 0,1-1 0,-1 1 0,0 0 0,0 0 0,0 0 0,1 0 0,-1 0 0,0 0 0,0 0 0,1 0 0,-1 0 0,0-1 0,0 1 0,1 0 0,-1 0 0,1 1 0,9 3 0,8 14 0,-16-16 0,39 47 0,-27-30 0,28 27 0,-37-41 0,0-1 0,0 1 0,1-1 0,-1-1 0,1 1 0,0-1 0,0 0 0,0-1 0,0 1 0,10 2 0,-14-5 0,-1 0 0,1 1 0,0-1 0,0 0 0,-1 0 0,1 0 0,0 0 0,0 0 0,-1 0 0,1-1 0,0 1 0,-1-1 0,1 1 0,0-1 0,-1 0 0,1 1 0,-1-1 0,1 0 0,-1 0 0,1 0 0,-1 0 0,1 0 0,-1-1 0,0 1 0,0 0 0,0-1 0,0 1 0,2-3 0,0-3 0,1 0 0,-1-1 0,0 1 0,3-17 0,-1 7 0,6-18 0,-3-1 0,-1 1 0,-1-1 0,-2 0 0,-2-1 0,-3-64 0,0 97-124,0-1 0,1 1 0,-2 0 0,1 0 0,0 0 0,-1-1-1,0 2 1,0-1 0,0 0 0,-2-4 0,-6-4-6702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9:09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1 398 24575,'12'33'0,"-8"-19"0,0 0 0,2-1 0,0 1 0,0-1 0,1 0 0,14 18 0,-20-29 0,0 0 0,1-1 0,-1 1 0,1 0 0,0-1 0,-1 1 0,1-1 0,0 0 0,0 1 0,0-1 0,0 0 0,0 0 0,0 0 0,0-1 0,0 1 0,0 0 0,1-1 0,-1 1 0,0-1 0,0 0 0,1 0 0,-1 0 0,0 0 0,1 0 0,-1 0 0,0-1 0,0 1 0,0-1 0,1 1 0,-1-1 0,0 0 0,0 0 0,0 0 0,0 0 0,3-3 0,1-1 0,0 0 0,0 0 0,-1-1 0,0 0 0,0 0 0,0 0 0,-1 0 0,0-1 0,5-9 0,5-18 0,-1 0 0,-1-1 0,12-66 0,4-110 0,-26 194 0,5-23-1365,-4 25-5461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9:10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0 293 24575,'10'18'0,"0"0"0,1-1 0,16 19 0,-19-27 0,-1 0 0,2-1 0,-1 0 0,1 0 0,1-1 0,19 12 0,-25-17 0,1 0 0,-1 0 0,1 0 0,-1-1 0,1 0 0,0 1 0,0-2 0,0 1 0,-1 0 0,1-1 0,0 0 0,0 0 0,0-1 0,0 1 0,0-1 0,-1 0 0,9-3 0,-8 1 0,0 1 0,0-1 0,0 0 0,0 0 0,0 0 0,-1-1 0,1 0 0,-1 1 0,0-2 0,-1 1 0,1 0 0,-1-1 0,1 0 0,3-9 0,0 0 11,-1-1 0,0 0 0,-1 0 0,-1-1 0,-1 1 0,0-1-1,-1 0 1,-1 0 0,0 0 0,-2-25 0,-1 27-125,1 1 0,-2 0-1,0 0 1,0 0 0,-1 0 0,-1 0-1,0 1 1,0 0 0,-2 0 0,1 0-1,-2 1 1,-16-21 0,11 19-6712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9:10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1 397 24575,'15'22'0,"-7"-11"0,-1-1 0,1 1 0,1-2 0,11 11 0,-17-17 0,1-1 0,-1 1 0,1-1 0,0 0 0,-1 0 0,1 0 0,0-1 0,0 1 0,0-1 0,0 0 0,1 0 0,-1-1 0,0 1 0,0-1 0,1 0 0,-1 0 0,5-1 0,-5 1 0,1-1 0,-1 0 0,1 0 0,-1-1 0,1 1 0,-1-1 0,0 0 0,1 0 0,-1 0 0,0-1 0,-1 1 0,6-5 0,-4 2 0,0 0 0,-1 0 0,1-1 0,-1 1 0,0-1 0,-1 0 0,5-10 0,-1 0 0,-1-1 0,-1 0 0,-1 0 0,-1-1 0,3-30 0,-4 18 0,-1 0 0,-4-32 0,1 45 0,0 0 0,-1 0 0,-1 1 0,-1 0 0,-8-20 0,12 33-114,-1-1 1,0 1-1,1-1 0,-2 1 0,1 0 1,0 0-1,0 0 0,-1 0 0,0 0 1,1 1-1,-7-5 0,-2 1-6712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09:11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0 368 24575,'2'26'0,"1"0"0,1-1 0,2 0 0,0 0 0,11 26 0,-15-47 0,-1 0 0,1-1 0,1 1 0,-1-1 0,0 0 0,1 1 0,-1-1 0,1 0 0,0-1 0,0 1 0,1 0 0,-1-1 0,0 0 0,4 2 0,-5-3 0,0 0 0,0 0 0,0-1 0,0 1 0,0-1 0,-1 0 0,1 1 0,0-1 0,0 0 0,0 0 0,0 0 0,0 0 0,0-1 0,0 1 0,0 0 0,0-1 0,0 0 0,0 1 0,-1-1 0,1 0 0,0 0 0,0 0 0,-1 0 0,1 0 0,-1 0 0,1 0 0,-1-1 0,1 1 0,-1-1 0,2-2 0,2-3 0,0 0 0,0-1 0,-1 1 0,0-1 0,-1 0 0,0-1 0,0 1 0,-1 0 0,0-1 0,2-10 0,-1-14 0,0-44 0,-3 59 0,-9-155 125,1 9-1615,8 150-5336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0:24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517 9 24575,'71'14'0,"-70"-14"0,-1 0 0,0 0 0,0 0 0,0 0 0,0 0 0,1 0 0,-1 0 0,0 0 0,0 0 0,0 0 0,0 0 0,0 0 0,1 0 0,-1 1 0,0-1 0,0 0 0,0 0 0,0 0 0,0 0 0,0 0 0,0 0 0,1 0 0,-1 0 0,0 1 0,0-1 0,0 0 0,0 0 0,0 0 0,0 0 0,0 0 0,0 0 0,0 1 0,0-1 0,0 0 0,0 0 0,0 0 0,0 0 0,0 1 0,0-1 0,0 0 0,0 0 0,0 0 0,-6 5 0,-12 0 0,-10-3 0,-29 0 0,-27 3 0,50-1 0,0-1 0,1-1 0,-1-2 0,0-1 0,-45-8 0,57 6-273,-1-2 0,1-1 0,0 0 0,-29-13 0,40 13-6553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0:25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0 389 24575,'1'7'0,"1"0"0,-1-1 0,1 1 0,0-1 0,0 1 0,1-1 0,4 7 0,28 48 0,-29-52 0,3 7 0,16 18 0,-23-31 0,1 0 0,-1 0 0,1 0 0,-1-1 0,1 1 0,0-1 0,0 0 0,1 0 0,-1 0 0,0 0 0,1-1 0,6 3 0,-8-4 0,-1 0 0,0 0 0,1 0 0,-1 0 0,1 0 0,-1 0 0,0-1 0,1 1 0,-1-1 0,0 1 0,1-1 0,-1 1 0,0-1 0,1 0 0,-1 0 0,0 1 0,0-1 0,0 0 0,0 0 0,0 0 0,0 0 0,0 0 0,0-1 0,-1 1 0,2-2 0,3-5 0,-1 0 0,6-16 0,-7 18 0,19-57 0,26-121 0,-4 11 0,-38 156 0,17-31 0,-4 9 0,-19 38-103,0 0 28,1 1 1,-1-1 0,0 1 0,0-1 0,1 1-1,-1-1 1,0 1 0,0-1 0,0 0-1,0 1 1,0-1 0,0 1 0,0-1 0,0 0-1,0 1 1,0-2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0:2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0 345 24575,'23'62'0,"19"43"0,-38-98 0,1 0 0,0 0 0,0 0 0,0 0 0,1-1 0,0 1 0,0-2 0,1 1 0,0-1 0,0 0 0,0 0 0,0-1 0,9 4 0,-13-7 0,-1 0 0,1 0 0,-1-1 0,1 1 0,0-1 0,0 1 0,-1-1 0,1 0 0,0 0 0,0 0 0,-1-1 0,1 1 0,0 0 0,-1-1 0,1 0 0,2-1 0,-1 0 0,1 0 0,-1 0 0,0-1 0,0 0 0,-1 1 0,1-1 0,-1-1 0,6-5 0,-1-1 0,0-1 0,-1 0 0,-1 0 0,0-1 0,9-22 0,-8 12 0,-1 1 0,5-38 0,-1-45 0,-9 100 0,6-76 0,5-70 0,-12 146-273,0 0 0,0-1 0,0 1 0,-2-8 0,-1 2-6553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0:2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0 261 24575,'1'0'0,"60"147"0,-52-129 0,2 0 0,-1 0 0,2-2 0,1 1 0,25 25 0,-35-39 0,1 0 0,-1 0 0,1 0 0,0 0 0,0-1 0,0 0 0,1 0 0,-1 0 0,8 2 0,-11-4 0,1 1 0,0-1 0,-1 0 0,1 1 0,0-1 0,0 0 0,-1 0 0,1 0 0,0-1 0,-1 1 0,1 0 0,0-1 0,-1 1 0,1-1 0,0 1 0,-1-1 0,1 0 0,-1 0 0,1 0 0,-1 0 0,0 0 0,1 0 0,-1 0 0,0 0 0,0 0 0,1-1 0,-1 1 0,0 0 0,1-2 0,2-5 0,-1 0 0,1 1 0,-1-1 0,-1 0 0,3-12 0,5-44 0,-8 50 0,24-241 0,-16 139 0,-8 95-1365,-1 4-5461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29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24575,'0'-31'0,"0"28"0,0 18 0,0 439 0,8-336 0,0-10 0,-8 145 0,-1-243 3,0-1-1,-4 17 1,-1 15 49,6-37-182,0-1 1,0 0-1,0 1 1,1-1-1,0 1 1,-1-1-1,1 0 1,0 0-1,1 1 0,1 2 1,3 5-6697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0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1592 21 24575,'11'-9'0,"-2"-1"0,-10 10 0,0-1 0,1 1 0,-1 0 0,0 0 0,0 0 0,0-1 0,0 1 0,0 0 0,1 0 0,-1 0 0,0 0 0,0 0 0,0 1 0,0-1 0,0 0 0,1 0 0,-1 0 0,0 1 0,-1 0 0,-42 6 0,0-1 0,-54 0 0,-144-7 0,-82 2 0,181 6 0,-47 1 0,-37 1 0,21-3 0,184-6 0,15 0-195,1 0 0,0 1 0,-1 0 0,1 0 0,0 0 0,-10 4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1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21 24575,'0'-1'0,"0"0"0,0 1 0,0-1 0,0 0 0,0 0 0,-1 0 0,1 0 0,0 0 0,0 1 0,-1-1 0,1 0 0,-1 0 0,1 0 0,-1 1 0,1-1 0,-1 0 0,1 1 0,-1-1 0,0 0 0,1 1 0,-1-1 0,0 1 0,1-1 0,-1 1 0,0-1 0,0 1 0,0 0 0,1-1 0,-1 1 0,0 0 0,0 0 0,0-1 0,0 1 0,0 0 0,1 0 0,-1 0 0,0 0 0,0 0 0,0 0 0,0 1 0,0-1 0,0 0 0,1 0 0,-1 0 0,0 1 0,0-1 0,0 1 0,1-1 0,-1 0 0,0 1 0,0-1 0,1 1 0,-1 0 0,0-1 0,1 1 0,-1 0 0,1-1 0,-1 1 0,0 1 0,-3 5 0,-1-1 0,2 1 0,-1 0 0,1 1 0,0-1 0,-2 10 0,-8 48 0,8-38 0,0 5 0,2 1 0,0 0 0,6 63 0,21 99 0,-15-136 0,-3-21 0,11 79 0,4 144 0,-21-239 0,-1 0 0,-1 0 0,-1 0 0,-1 0 0,-1-1 0,-1 0 0,0 0 0,-2 0 0,-1-1 0,0 0 0,-19 29 0,20-36-117,2-3-132,-1-1-1,1 0 0,-1 0 1,-13 11-1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1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2342 77 24575,'0'0'0,"1"0"0,-1 0 0,1 0 0,-1 0 0,0 0 0,1 0 0,-1 0 0,0-1 0,1 1 0,-1 0 0,0 0 0,1 0 0,-1-1 0,0 1 0,0 0 0,1 0 0,-1-1 0,0 1 0,0 0 0,1 0 0,-1-1 0,0 1 0,0 0 0,0-1 0,1 1 0,-1 0 0,0-1 0,0 1 0,0-1 0,0 1 0,0 0 0,0-1 0,0 0 0,-1 1 0,0-1 0,1 1 0,-1 0 0,0-1 0,1 1 0,-1 0 0,0-1 0,0 1 0,1 0 0,-1 0 0,0-1 0,-1 1 0,-33-2 0,33 2 0,-281 0 5,-229-12-627,42-23 622,-1 20 0,374 15 2,-101 2 99,150 0 156,-84 17 0,113-15-712,0 2 0,-21 8 0,28-9-6371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4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24575,'1'-8'0,"3"12"0,2 14 0,-4-7 0,5 26 0,4 67 0,-4-20 0,1 3 0,-8-85 0,0 1 0,0-1 0,0 0 0,0 0 0,0 0 0,1 0 0,-1 0 0,1 0 0,0 0 0,-1 0 0,1 0 0,0 0 0,0 0 0,3 3 0,-3-3 0,1-1 0,-1 0 0,1 0 0,0 0 0,0 0 0,-1 0 0,1 0 0,0 0 0,0-1 0,0 1 0,0-1 0,0 1 0,0-1 0,0 0 0,0 0 0,2 0 0,98-1 0,-33-1 0,-42 0-1365,-18-1-5461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4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24575,'0'14'0,"1"0"0,1 0 0,0 1 0,1-1 0,1-1 0,0 1 0,1 0 0,0-1 0,1 0 0,0 0 0,1-1 0,1 0 0,0 0 0,11 12 0,-18-23-72,0 0 1,0 0-1,0 0 0,0 0 0,0 0 0,1 0 0,-1 0 0,0 0 1,1-1-1,-1 1 0,0 0 0,1-1 0,-1 1 0,1-1 0,-1 0 1,1 1-1,-1-1 0,2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5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15 24575,'-29'-2'0,"-11"-2"0,-2 1 0,3 0 0,4 1 0,5 1 0,5 3 0,4 1 0,1 3 0,0 0 0,2 0 0,1 0 0,4 0-8191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5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24575,'0'19'0,"0"7"0,0 3 0,0-1 0,3-3 0,0-3 0,3-3 0,0-1 0,2-2 0,-1-1 0,2-3 0,-2-1 0,2-2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5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66 24575,'-13'-13'0,"-6"-4"0,-4 1 0,1 5 0,0 5 0,3 4 0,3 4 0,3 2 0,3 0-8191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6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16 24575,'-31'-2'0,"-15"-2"0,-3 1 0,2 0 0,4 1 0,7 1 0,6 1 0,9-1-8191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7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2312 51 24575,'3'-1'0,"-1"0"0,1 0 0,-1 0 0,1-1 0,-1 1 0,0 0 0,0-1 0,0 0 0,1 1 0,-1-1 0,3-4 0,-5 6 0,1-1 0,-1 1 0,0-1 0,1 1 0,-1-1 0,0 1 0,0-1 0,1 0 0,-1 1 0,0-1 0,0 1 0,0-1 0,0 0 0,0 1 0,0-1 0,0 1 0,0-1 0,0 0 0,0 1 0,0-1 0,0 0 0,-1 0 0,1 0 0,-1 0 0,0 1 0,1-1 0,-1 0 0,0 1 0,1-1 0,-1 0 0,0 1 0,0-1 0,0 1 0,1-1 0,-1 1 0,0 0 0,0-1 0,0 1 0,0 0 0,-2-1 0,-13-1 0,-1 0 0,1 1 0,-1 1 0,-22 2 0,-3 0 0,-187 5 62,5 1-893,-61-7 677,-427 15 154,160 26-343,492-34 988,-45 2-1389,90-10-6082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7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273 210 24575,'1'0'0,"1"-1"0,0 0 0,-1 0 0,1 0 0,0 0 0,-1 0 0,0 0 0,1-1 0,-1 1 0,0 0 0,1-1 0,-1 1 0,0-1 0,0 1 0,0-1 0,0 1 0,0-1 0,-1 0 0,1 0 0,0 1 0,-1-1 0,1 0 0,-1 0 0,0 0 0,0-3 0,0 3 0,0-1 0,-1 1 0,0-1 0,1 1 0,-1 0 0,0-1 0,-1 1 0,1 0 0,0-1 0,0 1 0,-1 0 0,0 0 0,1 0 0,-1 0 0,0 1 0,0-1 0,0 0 0,-3-1 0,-21-14 0,-1 2 0,-51-20 0,60 27 0,-21-10 0,-43-17 0,79 35 0,7 4 0,6 3 0,27 11 0,195 88 0,-226-103 0,7 2 0,22 12 0,-32-16 0,-1 1 0,1-1 0,-1 1 0,0-1 0,1 1 0,-1 0 0,0 0 0,0 0 0,0 1 0,-1-1 0,1 0 0,0 1 0,-1-1 0,1 1 0,0 2 0,-2-3 0,0-1 0,0 1 0,0-1 0,0 1 0,0-1 0,0 1 0,0-1 0,-1 1 0,1-1 0,0 1 0,-1-1 0,1 0 0,-1 1 0,0-1 0,0 0 0,1 1 0,-1-1 0,0 0 0,0 0 0,0 0 0,0 0 0,0 0 0,0 0 0,-1 0 0,1 0 0,0 0 0,0 0 0,-1-1 0,-1 2 0,-6 3 0,-1-1 0,1 0 0,-12 2 0,17-4 0,-139 31 133,26-7-1631,92-19-5328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39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322 153 24575,'-9'-16'0,"-1"1"0,0 0 0,-1 1 0,-1 0 0,0 0 0,-23-18 0,27 27 0,0 0 0,-1 1 0,0 0 0,0 1 0,0 0 0,0 1 0,0 0 0,-1 0 0,1 0 0,-1 2 0,1-1 0,-12 1 0,16 1 0,0 0 0,0 0 0,0 0 0,0 0 0,0 0 0,0 1 0,1 0 0,-1 0 0,1 1 0,0-1 0,-5 4 0,6-4 0,1 0 0,-1 0 0,1 1 0,0-1 0,0 1 0,-1-1 0,2 1 0,-1 0 0,0 0 0,0 0 0,1 0 0,0 0 0,0 0 0,0 0 0,0 1 0,0-1 0,0 5 0,0 1 0,0 0 0,1 0 0,0 1 0,3 16 0,-2-22 0,0 0 0,0 0 0,1 0 0,-1 0 0,1-1 0,0 1 0,0-1 0,0 1 0,0-1 0,1 1 0,-1-1 0,1 0 0,5 4 0,126 98 0,16 14 0,-135-106 0,0 1 0,-1 1 0,20 27 0,-29-36 0,-1 0 0,-1 1 0,1-1 0,-1 1 0,0 0 0,0 0 0,-1 0 0,0 0 0,0 0 0,-1 0 0,0 1 0,0-1 0,-1 12 0,0-16 0,-1-1 0,1 0 0,-1 1 0,1-1 0,-1 0 0,0 1 0,0-1 0,0 0 0,0 0 0,0 0 0,0 0 0,-1 0 0,1 0 0,-1 0 0,-2 2 0,1-1 0,-1 0 0,1-1 0,-1 1 0,0-1 0,0 0 0,0 0 0,-8 2 0,-4 0 0,0 0 0,0-1 0,-26 0 0,38-2 0,-14 0 0,1-1 0,0-1 0,0-1 0,0 0 0,0-1 0,0 0 0,1-2 0,-1 0 0,1-1 0,-20-10 0,33 15 0,1-1 0,-1 1 0,1-1 0,-1 0 0,1 0 0,-1 0 0,1 0 0,0 0 0,0-1 0,0 1 0,0 0 0,1-1 0,-1 0 0,1 1 0,-1-1 0,1 0 0,0 0 0,0 0 0,-1-4 0,2 4 0,0 1 0,0-1 0,0 0 0,0 1 0,1-1 0,-1 1 0,1-1 0,0 1 0,0-1 0,0 1 0,0 0 0,0-1 0,0 1 0,0 0 0,1 0 0,-1 0 0,1 0 0,0 0 0,-1 0 0,1 0 0,0 0 0,0 1 0,4-3 0,5-3-86,0 1 0,1 0-1,-1 1 1,16-4-1,-14 4-846,2 0-5893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40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99 24575,'-10'-8'0,"-12"-12"0,-28-18 0,44 34 0,0 0 0,-1 0 0,0 1 0,0 0 0,0 0 0,0 0 0,-1 1 0,1 0 0,-12-1 0,16 2 0,1 1 0,0 0 0,-1 0 0,1 0 0,0 0 0,-1 0 0,1 1 0,0-1 0,-1 1 0,1-1 0,0 1 0,0 0 0,-1 0 0,1 0 0,0 0 0,0 0 0,0 0 0,0 1 0,1-1 0,-1 1 0,0 0 0,0-1 0,1 1 0,-1 0 0,1 0 0,0 0 0,0 0 0,-1 0 0,1 0 0,0 0 0,1 0 0,-1 0 0,0 1 0,0 2 0,0 1 0,0 1 0,1-1 0,-1 1 0,1 0 0,1-1 0,-1 1 0,1 0 0,1-1 0,-1 1 0,1-1 0,2 7 0,38 76 0,-24-53 0,-8-15 0,-2 1 0,11 39 0,3 48 0,-19-98 0,-2-3 0,0 1 0,2-1 0,-1 0 0,1 0 0,7 14 0,-9-20 0,0 0 0,0 0 0,1 0 0,-1 0 0,1 0 0,-1-1 0,1 1 0,0-1 0,0 1 0,0-1 0,0 0 0,0 0 0,0 0 0,0 0 0,0 0 0,0 0 0,0 0 0,0-1 0,1 1 0,-1-1 0,0 0 0,1 1 0,-1-1 0,0 0 0,1 0 0,-1-1 0,2 1 0,0-1-72,-1 1 1,1-1-1,-1 1 0,0-1 0,0 0 0,1 0 0,-1-1 0,0 1 1,0-1-1,0 1 0,0-1 0,0 0 0,-1 0 0,1-1 0,-1 1 1,1 0-1,-1-1 0,4-5 0,-2-1-6754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40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24575,'0'0'0,"0"0"0,-1 0 0,1-1 0,0 1 0,0 0 0,0 0 0,0 0 0,0-1 0,0 1 0,0 0 0,0 0 0,0-1 0,0 1 0,0 0 0,1 0 0,-1 0 0,0-1 0,0 1 0,0 0 0,0 0 0,0 0 0,0-1 0,0 1 0,0 0 0,1 0 0,-1 0 0,0 0 0,0-1 0,0 1 0,0 0 0,1 0 0,4 4 0,4 11 0,-2-1 0,1 1 0,18 23 0,-24-35 0,1 1 0,0-1 0,0 0 0,0 0 0,0 0 0,0-1 0,1 1 0,-1-1 0,1 0 0,0 0 0,0 0 0,-1 0 0,1-1 0,0 1 0,1-1 0,4 1 0,-8-2 0,1 0 0,-1 0 0,1 0 0,-1 0 0,1 0 0,-1 0 0,1 0 0,-1-1 0,1 1 0,-1 0 0,1-1 0,-1 1 0,1-1 0,-1 0 0,0 0 0,1 1 0,-1-1 0,0 0 0,0 0 0,0 0 0,1 0 0,-1 0 0,0 0 0,0-1 0,0 0 0,2-4 0,0 0 0,0 0 0,-1 0 0,4-12 0,5-16 0,-10 32 0,0 1 0,0-1 0,0 0 0,0 0 0,0 1 0,0-1 0,1 1 0,-1-1 0,1 1 0,-1-1 0,1 1 0,-1 0 0,3-2 0,-1 2 0,0 0 0,1 0 0,-1 0 0,0 1 0,1-1 0,-1 1 0,0 0 0,1 0 0,-1 0 0,1 0 0,-1 0 0,0 1 0,1 0 0,5 1 0,6 3 0,28 14 0,-26-11 0,5 0 0,-15-6 0,-1 0 0,0 1 0,0 0 0,0 0 0,0 0 0,0 0 0,5 5 0,-10-5-1365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41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24575,'8'-8'0,"6"-4"0,0 1 0,18-11 0,-28 19 0,-1 1 0,0 1 0,1-1 0,-1 0 0,1 1 0,0-1 0,0 1 0,-1 0 0,1 1 0,0-1 0,0 1 0,0-1 0,0 1 0,0 0 0,0 1 0,4 0 0,-5 0 0,1 0 0,-1 1 0,0 0 0,0 0 0,1 0 0,-1 0 0,-1 0 0,1 0 0,0 1 0,0 0 0,-1-1 0,0 1 0,4 6 0,2 3 0,-1 0 0,6 15 0,3 11 0,-1 1 0,-3 0 0,-1 1 0,-2 0 0,-2 1 0,-1 0 0,-2 0 0,-3 52 0,0-77 0,-1-1 0,2 0 0,0 0 0,4 15 0,-3-21 0,0 1 0,0-2 0,0 1 0,2 0 0,-1-1 0,1 1 0,9 11 0,-14-20 0,1 1 0,-1-1 0,1 1 0,-1 0 0,0-1 0,1 1 0,-1-1 0,0 1 0,1 0 0,-1 0 0,0-1 0,1 1 0,-1 0 0,0 0 0,0-1 0,0 1 0,0 0 0,0 1 0,0-2 0,0 0 0,-1 1 0,1-1 0,0 1 0,0-1 0,-1 1 0,1-1 0,0 0 0,-1 1 0,1-1 0,0 0 0,-1 1 0,1-1 0,-1 0 0,1 0 0,0 1 0,-1-1 0,1 0 0,-1 0 0,1 0 0,-1 1 0,-5 0 0,1 0 0,-1-1 0,1 1 0,-8-1 0,-3 0 0,-88 20-1365,85-17-5461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44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19 266 24575,'-16'-10'0,"16"9"0,0 1 0,-1 0 0,1 0 0,0-1 0,0 1 0,0 0 0,-1 0 0,1-1 0,0 1 0,0 0 0,0 0 0,0-1 0,0 1 0,0 0 0,0-1 0,0 1 0,0 0 0,-1 0 0,1-1 0,0 1 0,0 0 0,1-1 0,-1 1 0,0 0 0,0-1 0,0 1 0,0 0 0,0 0 0,0-1 0,0 1 0,0 0 0,1 0 0,-1-1 0,0 1 0,0 0 0,0 0 0,0-1 0,1 1 0,-1 0 0,0 0 0,0 0 0,1-1 0,-1 1 0,0 0 0,0 0 0,1 0 0,-1 0 0,0 0 0,1 0 0,-1-1 0,0 1 0,0 0 0,1 0 0,-1 0 0,1 0 0,11-3 0,0 0 0,1 1 0,-1 1 0,1 0 0,-1 0 0,1 1 0,15 2 0,7-1 0,731 0 0,-615-9 0,-2 0 0,-18-1 0,-71 3 0,2 0 0,85-4 0,-72 11 0,66-1 0,-85-8 0,-36 5 0,31-2 0,-31 4 0,36-7 0,-26 3 0,4-2 0,-22 4 0,0 1 0,21-2 0,174 4 0,-242-17 0,7 6 0,-14-3 0,0-2 0,-78-44 0,117 58 0,1 1 0,0 0 0,1 0 0,0 1 0,-1-1 0,1 0 0,0 0 0,-1-1 0,1 1 0,0 0 0,0 0 0,0 0 0,0-1 0,0 1 0,0-1 0,-1-1 0,3 3 0,-1 0 0,0 0 0,0-1 0,0 1 0,0 0 0,0 0 0,0 0 0,0-1 0,0 1 0,0 0 0,1 0 0,-1 0 0,0-1 0,0 1 0,0 0 0,0 0 0,1 0 0,-1 0 0,0 0 0,0 0 0,0-1 0,1 1 0,-1 0 0,0 0 0,0 0 0,0 0 0,1 0 0,-1 0 0,0 0 0,0 0 0,1 0 0,-1 0 0,0 0 0,0 0 0,0 0 0,1 0 0,-1 0 0,0 0 0,0 0 0,1 0 0,-1 1 0,0-1 0,0 0 0,1 0 0,10 3 0,-11-3 0,59 24 0,106 61 0,-133-68 0,-30-16 0,4 2 0,0 1 0,0 0 0,0-1 0,9 10 0,-14-12 0,0 0 0,0 0 0,0 0 0,0 0 0,-1 0 0,1 0 0,0 0 0,-1 1 0,1-1 0,-1 0 0,1 0 0,-1 0 0,1 1 0,-1-1 0,0 0 0,0 0 0,0 1 0,1-1 0,-1 0 0,-1 1 0,1-1 0,0 0 0,0 1 0,0-1 0,-1 0 0,1 0 0,0 1 0,-1-1 0,1 0 0,-1 0 0,0 0 0,1 0 0,-2 2 0,-2 2 11,-1 1 0,0-1 0,0 0-1,-1 0 1,0 0 0,-6 4 0,-41 22-566,38-22-331,-1-1-5940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5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24575,'0'-4'0,"0"-16"0,2 17 0,2 11 0,40 153 0,-7-19 0,-28-111 0,-1-1 0,-2 1 0,-1 0 0,-1 0 0,-1 43 0,-7-80 0,-2-9 0,4 6 0,1 0 0,-1-1 0,2 1 0,-1 0 0,2-14 0,-1 21 0,0-1 0,1 0 0,-1 1 0,1-1 0,-1 1 0,1 0 0,0-1 0,0 1 0,0-1 0,0 1 0,1 0 0,-1 0 0,0 0 0,1 0 0,0 0 0,-1 0 0,1 0 0,0 0 0,0 1 0,0-1 0,0 1 0,0-1 0,1 1 0,2-2 0,7 0 0,0-1 0,0 2 0,0 0 0,0 0 0,1 1 0,-1 1 0,0 0 0,1 0 0,-1 1 0,0 1 0,0 0 0,0 1 0,0 0 0,0 1 0,-1 0 0,1 1 0,-1 0 0,0 1 0,-1 0 0,1 1 0,-1 0 0,0 0 0,-1 1 0,10 11 0,-16-16-146,-1 0-1,0 0 0,1 0 1,-2 1-1,3 3 0,-3-5-338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52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40 24575,'-25'-7'0,"-6"-3"0,-1 3 0,-58-8 0,86 15 0,0 0 0,0 0 0,1 0 0,-1 0 0,0 1 0,0-1 0,1 1 0,-1 0 0,0 0 0,1 1 0,-6 2 0,8-3 0,-1-1 0,1 2 0,0-1 0,0 0 0,0 0 0,-1 0 0,1 0 0,0 1 0,0-1 0,1 1 0,-1-1 0,0 0 0,0 1 0,1 0 0,-1-1 0,1 1 0,-1-1 0,1 1 0,0 0 0,0-1 0,-1 1 0,1-1 0,0 1 0,1 0 0,-1-1 0,0 1 0,0 0 0,1 1 0,5 22 0,16 40 0,-14-44 0,-1 0 0,-1 0 0,4 26 0,-3-5 0,1-1 0,15 43 0,-14-50 0,-5-19 0,11 28 0,-14-41 0,-1-1 0,1 1 0,0-1 0,0 1 0,0-1 0,0 0 0,0 1 0,0-1 0,0 0 0,1 0 0,-1 0 0,0 0 0,1 0 0,-1 0 0,1 0 0,-1 0 0,1 0 0,-1-1 0,1 1 0,0-1 0,-1 1 0,1-1 0,2 1 0,3-1 0,-1 0 0,0-1 0,1 1 0,-1-1 0,7-2 0,13-2 0,81-12 0,-95 14-1365,-2-1-5461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53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24575,'0'0'0,"0"-1"0,0 1 0,0 0 0,0 0 0,0 0 0,0-1 0,0 1 0,0 0 0,0 0 0,0 0 0,0-1 0,0 1 0,0 0 0,0 0 0,0 0 0,0-1 0,0 1 0,0 0 0,0 0 0,0 0 0,0 0 0,0-1 0,0 1 0,0 0 0,1 0 0,-1 0 0,0 0 0,0-1 0,0 1 0,0 0 0,0 0 0,1 0 0,-1 0 0,0 0 0,0 0 0,0 0 0,1-1 0,5 7 0,5 10 0,0 6 0,25 44 0,-32-60 0,1 1 0,-1-1 0,1-1 0,0 1 0,1-1 0,-1 1 0,11 6 0,-16-12 0,0 0 0,1 1 0,-1-1 0,1 0 0,-1 0 0,1 1 0,-1-1 0,1 0 0,-1 0 0,1 0 0,-1 0 0,1 0 0,-1 0 0,1 1 0,-1-1 0,1 0 0,-1-1 0,1 1 0,-1 0 0,1 0 0,-1 0 0,1 0 0,-1 0 0,1 0 0,-1-1 0,1 1 0,-1 0 0,1 0 0,-1-1 0,0 1 0,1 0 0,-1 0 0,1-1 0,-1 1 0,0-1 0,1 1 0,-1 0 0,0-1 0,1 1 0,-1-1 0,0 1 0,0-1 0,0 1 0,1-1 0,-1 1 0,0-1 0,0 1 0,0-1 0,0 1 0,0-1 0,0 1 0,0-1 0,1-5 0,0 0 0,0 0 0,-1-9 0,0 12 0,0-7 0,0 0 0,1 0 0,0-1 0,1 1 0,3-10 0,-4 17 0,0 1 0,0-1 0,1 0 0,-1 1 0,0-1 0,1 1 0,0-1 0,0 1 0,3-4 0,-4 5 0,1 0 0,-1 0 0,0 0 0,1 0 0,-1 0 0,1 1 0,0-1 0,-1 0 0,1 1 0,-1 0 0,1-1 0,0 1 0,-1 0 0,1-1 0,0 1 0,0 0 0,-1 0 0,3 1 0,10 1 0,0 1 0,0 1 0,0 0 0,-1 1 0,0 0 0,18 10 0,70 49 0,-100-63-81,0-1 1,0 1 0,0-1-1,0 1 1,-1-1 0,1 1 0,0 0-1,0-1 1,-1 1 0,1 0 0,0 0-1,-1-1 1,1 1 0,-1 0 0,1 0-1,-1 1 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1:5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24575,'10'-9'0,"1"2"0,-1-1 0,2 1 0,-1 1 0,16-7 0,-22 12 0,0-1 0,0 1 0,0-1 0,0 1 0,0 1 0,0-1 0,0 1 0,0 0 0,0 0 0,0 0 0,1 1 0,-1-1 0,0 1 0,0 1 0,0-1 0,6 3 0,-2 0 0,15 7 0,22 13 0,-43-21 0,0-1 0,0 0 0,-1 1 0,1 0 0,-1-1 0,0 1 0,0 0 0,0 0 0,0 0 0,0 1 0,-1-1 0,1 0 0,-1 1 0,0-1 0,0 1 0,0-1 0,0 5 0,1 9 0,0-1 0,-2 25 0,0-27 0,-1 297 0,1-301 0,0-1 0,1 0 0,0 0 0,0 0 0,1 0 0,1 0 0,-1-1 0,1 1 0,1-1 0,0 1 0,0-1 0,0 0 0,1 0 0,0-1 0,12 14 0,-16-21 0,-1 0 0,0 0 0,1 0 0,-1 1 0,0-1 0,0 0 0,1 1 0,-1-1 0,0 0 0,0 1 0,1-1 0,-1 0 0,0 1 0,0-1 0,0 0 0,0 1 0,0-1 0,1 0 0,-1 1 0,0-1 0,0 1 0,0-1 0,0 0 0,0 1 0,0-1 0,0 1 0,0-1 0,-1 0 0,1 1 0,0-1 0,0 0 0,0 1 0,0-1 0,0 0 0,-1 1 0,0 0 0,0 0 0,0 0 0,0 0 0,0-1 0,0 1 0,0 0 0,-1-1 0,1 1 0,0-1 0,-3 1 0,-31 4 0,-12-2-6,-43 4-1353,73-5-5467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7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24575,'1'15'0,"0"0"0,1 0 0,1-1 0,0 1 0,1-1 0,1 1 0,9 19 0,54 93 0,-47-93 0,-15-23 0,53 101 0,-54-100 0,0 1 0,-1 0 0,0 0 0,-1 0 0,-1 0 0,0 0 0,1 19 0,-4-30 40,1-4-1445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7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0 24575,'-29'0'0,"-14"0"0,-2 0 0,3 0 0,7 0 0,6 0 0,6 0 0,4 0 0,3 0 0,1 0 0,1 0 0,3 0-8191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24575,'0'13'0,"0"6"0,3 4 0,3-1 0,0-5 0,0-7-8191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8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24575,'2'-6'0,"2"2"0,2 4 0,0 4 0,2 4 0,-1 3 0,-1 0-8191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9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24575,'25'27'0,"-17"-18"0,-1-1 0,2 1 0,-1-2 0,1 1 0,1-1 0,-1 0 0,12 5 0,-12-7 0,0-1 0,0 0 0,1-1 0,-1 0 0,15 3 0,-21-6 0,0 1 0,0-1 0,0 0 0,0-1 0,0 1 0,0 0 0,0-1 0,0 0 0,0 1 0,-1-1 0,1 0 0,0-1 0,0 1 0,-1 0 0,1-1 0,-1 1 0,1-1 0,-1 0 0,0 0 0,1 0 0,-1 0 0,2-4 0,-1 3 0,-1-1 0,0 1 0,0-1 0,0 0 0,0 1 0,0-1 0,-1 0 0,0 0 0,0-1 0,1-6 0,-1 1 0,0 0 0,-1 0 0,-2-13 0,33 57 0,-27-30 0,0 0 0,0-1 0,0 0 0,0 0 0,1 0 0,-1 0 0,1-1 0,-1 0 0,1 0 0,0 0 0,0 0 0,0-1 0,0 0 0,7 1 0,7 0 0,1-1 0,29-3 0,-10 1 0,22 1 0,-10 1 0,72-8 0,-71 1 0,32-4 0,-75 9 0,0-2 0,0 1 0,0-1 0,-1 0 0,1-1 0,13-8 0,-20 11 0,-1 0 0,1-1 0,0 1 0,-1-1 0,1 1 0,-1-1 0,1 0 0,-1 0 0,0 0 0,1 0 0,-1 0 0,0 0 0,0 0 0,-1 0 0,1 0 0,0-1 0,-1 1 0,1 0 0,-1 0 0,0-1 0,0 1 0,0 0 0,0 0 0,0-1 0,0 1 0,-1 0 0,0-4 0,0 2 0,-1 0 0,1 0 0,-1 0 0,1 0 0,-1 0 0,-1 0 0,1 0 0,0 1 0,-1-1 0,0 1 0,0-1 0,0 1 0,-5-4 0,3 3 0,-1 1 0,1-1 0,-1 1 0,0 0 0,0 1 0,-8-3 0,13 5 0,0-1 0,0 1 0,0 0 0,0-1 0,-1 1 0,1 0 0,0 0 0,0 0 0,-1 0 0,1 0 0,0 0 0,0 0 0,-1 0 0,1 1 0,0-1 0,0 1 0,0-1 0,0 0 0,0 1 0,-1 0 0,1-1 0,0 1 0,0 0 0,0-1 0,0 1 0,1 0 0,-1 0 0,0 0 0,0 0 0,0 0 0,1 0 0,-1 0 0,0 0 0,1 0 0,-1 0 0,1 0 0,-1 1 0,1-1 0,-1 2 0,0 7 0,-1-1 0,1 1 0,1 0 0,0 0 0,0 0 0,1 0 0,0-1 0,1 1 0,0 0 0,0-1 0,1 1 0,0-1 0,1 0 0,0 0 0,9 14 0,-7-12 0,1-1 0,0-1 0,1 1 0,0-1 0,0 0 0,1-1 0,0 0 0,1-1 0,-1 0 0,2 0 0,-1-1 0,17 8 0,-14-9 30,0-1 0,0 0 0,17 3 0,-24-6-179,0 0 1,0-1-1,0 0 1,0 0-1,0 0 1,0-1-1,-1 0 1,1 0-1,11-3 1,-1-3-6678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9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24575,'21'21'0,"9"9"0,2 3 0,-4-3 0,-5-3 0,-3-6 0,-5-5 0,-3-4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09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24575,'0'2'0,"3"4"0,0 4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0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24575,'20'44'0,"-10"-22"0,0-1 0,25 36 0,-31-50 0,2-1 0,-1 1 0,11 8 0,-14-14 0,-1 1 0,1-1 0,-1-1 0,1 1 0,-1 0 0,1 0 0,0 0 0,-1-1 0,1 1 0,2 0 0,-3-1 0,0 0 0,0 0 0,0 0 0,0 0 0,-1 0 0,1-1 0,0 1 0,0 0 0,0 0 0,0-1 0,-1 1 0,1 0 0,0-1 0,0 1 0,-1-1 0,1 1 0,0-1 0,-1 1 0,1-1 0,0 0 0,-1 1 0,2-2 0,0-2 0,1 0 0,-1 1 0,0-2 0,1 1 0,-2 0 0,1 0 0,0-1 0,-1 1 0,0-1 0,1-5 0,-1-4 0,0 0 0,-2-15 0,0 18 0,1-1 0,0 1 0,1-1 0,2-11 0,-3 21 0,1 1 0,-1-1 0,0 1 0,1-1 0,-1 1 0,1-1 0,0 1 0,-1 0 0,1-1 0,0 1 0,0 0 0,0-1 0,0 1 0,0 0 0,0 0 0,0 0 0,0 0 0,1 0 0,-1 0 0,0 0 0,1 1 0,0-2 0,1 2 0,-1-1 0,0 1 0,0 0 0,0 0 0,0 0 0,0 0 0,0 0 0,1 0 0,-1 1 0,0-1 0,0 0 0,0 1 0,0 0 0,2 1 0,7 3 0,-1 1 0,0 0 0,0 1 0,13 11 0,-1 0-682,23 24-1,-34-30-6143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24575,'93'108'0,"-74"-89"0,1 0 0,1-1 0,26 17 0,-45-34 0,-1 0 0,1 0 0,0 0 0,0 0 0,-1 0 0,1 0 0,0-1 0,0 1 0,0-1 0,0 1 0,0-1 0,0 0 0,0 0 0,0 0 0,0 0 0,2 0 0,-2-1 0,-1 1 0,0-1 0,0 1 0,1-1 0,-1 0 0,0 1 0,0-1 0,0 0 0,0 0 0,0 0 0,0 0 0,0 0 0,0 0 0,0 0 0,0 0 0,-1 0 0,1 0 0,0 0 0,-1 0 0,1-1 0,-1 1 0,1 0 0,-1-1 0,1-1 0,6-35-165,-2-1 1,-1 0-1,-3-73 0,-1 86-541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1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72 24575,'1'-4'0,"0"1"0,0-1 0,-1 1 0,1-1 0,-1 1 0,0-1 0,0 0 0,-1 1 0,1-1 0,-1 1 0,1-1 0,-1 1 0,-3-7 0,4 10 0,0-1 0,0 1 0,0 0 0,0 0 0,0 0 0,-1-1 0,1 1 0,0 0 0,0 0 0,0 0 0,0 0 0,0-1 0,-1 1 0,1 0 0,0 0 0,0 0 0,0 0 0,0 0 0,-1 0 0,1 0 0,0 0 0,0-1 0,0 1 0,-1 0 0,1 0 0,0 0 0,0 0 0,0 0 0,-1 0 0,1 0 0,0 0 0,0 0 0,-1 0 0,1 1 0,-6 5 0,-2 11 0,5-5 0,0-1 0,1 0 0,1 1 0,0-1 0,1 0 0,0 1 0,0-1 0,5 23 0,-5-32 0,1-1 0,-1 0 0,0 1 0,1-1 0,-1 0 0,1 1 0,0-1 0,-1 0 0,1 0 0,0 0 0,-1 0 0,1 1 0,0-1 0,0 0 0,0 0 0,0 0 0,0-1 0,0 1 0,1 0 0,-1 0 0,0-1 0,0 1 0,1 0 0,1 0 0,-1-1 0,0 0 0,0 0 0,0 0 0,0 0 0,0-1 0,0 1 0,0 0 0,0-1 0,0 1 0,0-1 0,0 0 0,-1 0 0,1 0 0,0 0 0,0 0 0,2-2 0,2-2 0,1-1 0,-1 0 0,0 0 0,8-12 0,-7 10 0,0-1 0,10-8 0,-16 16 0,1 0 0,-1 0 0,1-1 0,-1 1 0,1 0 0,0 0 0,-1 0 0,1 1 0,0-1 0,0 0 0,0 1 0,0-1 0,0 1 0,0-1 0,-1 1 0,1 0 0,0 0 0,0 0 0,0 0 0,0 0 0,0 1 0,0-1 0,0 0 0,0 1 0,0-1 0,0 1 0,-1 0 0,1 0 0,3 1 0,2 4 0,1 0 0,-1 0 0,0 0 0,-1 1 0,7 9 0,-6-8 0,0 0 0,10 8 0,-12-12 0,0 0 0,1 0 0,-1-1 0,1 0 0,0 0 0,0 0 0,0-1 0,0 0 0,1 0 0,-1 0 0,0-1 0,1 0 0,-1 0 0,1-1 0,0 1 0,-1-2 0,1 1 0,-1-1 0,1 0 0,-1 0 0,10-3 0,-11 2 0,-1 0 0,1 0 0,-1 0 0,0 0 0,0-1 0,0 1 0,0-1 0,0 0 0,0-1 0,-1 1 0,0-1 0,1 1 0,-1-1 0,0 0 0,2-6 0,-3 7 0,0 0 0,-1 0 0,0-1 0,0 1 0,0 0 0,0-1 0,0 1 0,-1-1 0,1 1 0,-1-1 0,0 1 0,0-1 0,-1 1 0,1-1 0,-1 1 0,1-1 0,-1 1 0,0-1 0,0 1 0,-1 0 0,-2-6 0,-3-3 0,-8-12 0,14 22 0,0 1 0,1-1 0,-1 1 0,0-1 0,1 0 0,0 1 0,-1-1 0,1 0 0,0 1 0,0-1 0,0 0 0,0-1 0,0 2 0,0 0 0,0 1 0,1-1 0,-1 1 0,1-1 0,-1 0 0,0 1 0,1-1 0,-1 1 0,1-1 0,-1 1 0,1 0 0,-1-1 0,1 1 0,-1-1 0,1 1 0,0 0 0,-1-1 0,1 1 0,0 0 0,-1 0 0,1 0 0,-1 0 0,1-1 0,0 1 0,-1 0 0,1 0 0,0 0 0,-1 0 0,2 1 0,25 2 0,-19-2 0,97 22 0,-84-18 0,-18-5 0,1 1 0,-1 0 0,1 0 0,-1 0 0,1 0 0,-1 1 0,0-1 0,0 1 0,1 0 0,-1 0 0,-1 0 0,1 0 0,0 1 0,0-1 0,-1 1 0,1 0 0,-1-1 0,0 1 0,0 0 0,0 1 0,0-1 0,-1 0 0,1 0 0,-1 1 0,0-1 0,0 1 0,1 3 0,1 7 0,-2-8 0,0 0 0,0 0 0,1 0 0,0 0 0,0 0 0,0-1 0,7 11 0,-9-16 2,0 1-1,0-1 1,0 0-1,0 0 1,0 0-1,0 0 1,0 1-1,0-1 1,0 0-1,1 0 1,-1 0-1,0 0 1,0 0-1,0 0 1,0 1-1,0-1 1,0 0-1,1 0 1,-1 0-1,0 0 1,0 0-1,0 0 1,0 0-1,1 0 1,-1 0-1,0 0 1,0 0-1,0 0 1,1 0-1,-1 0 1,0 0-1,0 0 1,0 0-1,0 0 1,1 0-1,-1 0 1,0 0-1,0 0 1,0 0-1,1 0 1,-1 0-1,0 0 1,0 0-1,0 0 1,0 0-1,0-1 1,1 1-1,-1 0 1,0 0-1,0 0 1,3-9-1444,-1-1-5384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1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24575,'0'-6'0,"2"2"0,2 6 0,-1 6 0,2 6 0,3 3 0,0 2 0,-1 0 0,-3-3-8191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2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24575,'-23'-11'0,"-55"-22"0,68 29 0,0 1 0,0 1 0,-1-1 0,1 2 0,-19-2 0,27 3 0,0 0 0,0 0 0,0 0 0,-1 0 0,1 1 0,0-1 0,0 0 0,0 1 0,0 0 0,0-1 0,0 1 0,0 0 0,0 0 0,0 0 0,0 0 0,0 1 0,1-1 0,-1 0 0,0 1 0,1-1 0,-1 1 0,1 0 0,0-1 0,-1 1 0,1 0 0,0 0 0,0 0 0,0 0 0,0 0 0,1 0 0,-1 0 0,0 0 0,1 0 0,0 0 0,-1 0 0,1 1 0,0-1 0,0 0 0,0 0 0,0 0 0,1 1 0,-1-1 0,0 0 0,1 0 0,1 3 0,0 1 0,0 0 0,1 1 0,0-1 0,0-1 0,0 1 0,1 0 0,0-1 0,0 0 0,0 0 0,1 0 0,-1 0 0,1-1 0,0 0 0,8 5 0,-9-7 0,-1 0 0,1 0 0,-1-1 0,1 1 0,-1-1 0,1 0 0,0 0 0,0 0 0,0-1 0,0 1 0,0-1 0,-1 0 0,1 0 0,0 0 0,0-1 0,0 1 0,0-1 0,0 0 0,-1 0 0,1-1 0,0 1 0,-1-1 0,1 1 0,-1-1 0,5-4 0,-5 4 0,-1 0 0,1-1 0,-1 1 0,0-1 0,0 0 0,0 1 0,0-1 0,0 0 0,-1 0 0,1 0 0,-1 0 0,0-1 0,0 1 0,0 0 0,1-6 0,-1 4 0,0 0 0,1 0 0,-1 0 0,5-7 0,-6 12 0,0 0 0,0 0 0,0-1 0,1 1 0,-1 0 0,0 0 0,1 0 0,-1-1 0,0 1 0,0 0 0,1 0 0,-1 0 0,0 0 0,1 0 0,-1 0 0,0-1 0,1 1 0,-1 0 0,0 0 0,1 0 0,-1 0 0,0 0 0,1 0 0,-1 0 0,0 0 0,1 1 0,-1-1 0,0 0 0,1 0 0,-1 0 0,0 0 0,0 0 0,1 0 0,-1 1 0,0-1 0,1 0 0,-1 0 0,0 0 0,0 1 0,0-1 0,1 0 0,-1 0 0,0 1 0,0-1 0,1 1 0,11 14 0,-10-13 0,3 6 0,1 0 0,0-1 0,0 0 0,0 0 0,14 9 0,-18-14 0,0-1 0,0 0 0,0 0 0,0 0 0,0 0 0,0 0 0,0 0 0,1-1 0,-1 1 0,0-1 0,1 1 0,-1-1 0,0 0 0,1 0 0,-1 0 0,0 0 0,1 0 0,-1-1 0,0 1 0,0-1 0,1 1 0,-1-1 0,0 0 0,0 0 0,0 0 0,0 0 0,0 0 0,3-3 0,-1 1 0,-1 0 0,1 0 0,-1-1 0,0 0 0,0 0 0,0 1 0,4-9 0,-4 7 0,0 0 0,0 0 0,9-9 0,-11 13 0,0 1 0,0-1 0,-1 0 0,1 1 0,0-1 0,0 1 0,0-1 0,0 1 0,0-1 0,0 1 0,0 0 0,1-1 0,-1 1 0,0 0 0,0 0 0,0 0 0,0 0 0,0 0 0,0 0 0,0 0 0,0 0 0,1 1 0,-1-1 0,0 0 0,1 1 0,3 1 0,0 1 0,0 0 0,10 6 0,5 3 0,-15-10 0,-1-1 0,0 0 0,1 0 0,-1 0 0,1 0 0,-1-1 0,1 0 0,-1 0 0,1 0 0,6-1 0,4-2 0,27-9 0,-3 0 0,-37 12-151,0 0-1,0-1 0,0 1 0,-1-1 1,1 0-1,0 0 0,0 0 1,2-1-1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2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24575,'-3'28'0,"1"-1"0,2 0 0,0 0 0,2 1 0,1-1 0,1 0 0,2-1 0,0 1 0,2-1 0,1 0 0,1-1 0,1 0 0,26 44 0,52 81-1365,-82-137-5461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2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56 24575,'-31'-10'0,"-16"-4"0,-4 1 0,3 2 0,10 4-8191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4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94 24575,'-17'-14'0,"3"2"0,-1 0 0,0 1 0,-1 1 0,0 0 0,-19-7 0,28 14 0,-1 2 0,0-1 0,0 1 0,0 1 0,0 0 0,0 0 0,0 0 0,0 1 0,0 0 0,0 0 0,0 1 0,0 0 0,0 1 0,1 0 0,0 0 0,-1 0 0,-9 7 0,13-7 0,1 0 0,-1 0 0,1 0 0,0 0 0,0 1 0,0 0 0,0-1 0,1 1 0,-1 0 0,1 0 0,0 0 0,0 1 0,1-1 0,-3 8 0,3-6 0,0 0 0,0 1 0,1-1 0,-1 1 0,1-1 0,1 1 0,-1-1 0,1 1 0,1-1 0,1 7 0,0-5 0,0 1 0,1-1 0,0 0 0,0-1 0,1 1 0,0-1 0,0 0 0,1 0 0,8 8 0,9 6 0,34 24 0,-16-13 0,-15-9 0,-1 0 0,-2 2 0,0 0 0,-2 2 0,0 0 0,-2 1 0,22 44 0,-37-64 0,-1 0 0,1 1 0,-1 0 0,-1-1 0,0 1 0,2 10 0,-4-17 0,1 0 0,-1 0 0,0 0 0,0 0 0,0 0 0,0 0 0,0 1 0,-1-1 0,1 0 0,-1 0 0,1 0 0,-1 0 0,0 0 0,0 0 0,0 0 0,0 0 0,0-1 0,0 1 0,0 0 0,0-1 0,-1 1 0,1 0 0,-1-1 0,1 0 0,-1 1 0,0-1 0,0 0 0,1 0 0,-1 0 0,0 0 0,-3 1 0,-4 1 0,-1-1 0,0 0 0,1-1 0,-1 0 0,0 0 0,-12-2 0,-4-1 0,-30-6 0,39 5 0,0-1 0,-17-7 0,28 9 0,1 0 0,0 0 0,0-1 0,0 0 0,0 0 0,0 0 0,1 0 0,-1-1 0,1 0 0,-4-4 0,7 7 0,0 0 0,0-1 0,0 1 0,1 0 0,-1 0 0,0 0 0,1 0 0,-1-1 0,1 1 0,0 0 0,-1 0 0,1-1 0,0 1 0,0 0 0,-1-1 0,1 1 0,0 0 0,0-1 0,1 1 0,-1 0 0,0 0 0,0-1 0,1 1 0,-1 0 0,1-1 0,-1 1 0,1 0 0,-1 0 0,1 0 0,0 0 0,-1 0 0,1 0 0,0-1 0,0 2 0,0-1 0,0 0 0,0 0 0,2-1 0,4-3 0,0 0 0,1 0 0,0 1 0,13-6 0,-11 6 0,29-11 47,-25 10-517,-1 0-1,17-10 0,-20 9-6355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5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76 24575,'-3'-7'0,"0"0"0,-1 1 0,0 0 0,-1 0 0,1 0 0,-1 0 0,0 0 0,-9-6 0,12 11 0,0-1 0,-1 0 0,1 1 0,0 0 0,-1 0 0,0 0 0,1 0 0,-1 0 0,0 0 0,1 0 0,-1 1 0,0 0 0,0-1 0,1 1 0,-1 0 0,0 0 0,0 1 0,0-1 0,1 1 0,-1-1 0,0 1 0,0 0 0,1 0 0,-1 0 0,-3 2 0,4-2 0,-1 1 0,1 0 0,-1-1 0,1 1 0,-1 0 0,1 1 0,0-1 0,0 0 0,0 1 0,0-1 0,1 1 0,-1-1 0,1 1 0,-1 0 0,1-1 0,0 1 0,0 0 0,0 0 0,0 0 0,1 0 0,-1 0 0,1 0 0,0 0 0,0 1 0,0-1 0,0 3 0,2 9 0,1 1 0,0-1 0,1 0 0,5 15 0,-1-6 0,64 279 0,-56-232 0,-13-46 0,0 0 0,-1 0 0,-2 33 0,1 31 0,0-88 0,-1 1 0,0-1 0,0 1 0,1-1 0,-1 0 0,1 1 0,-1-1 0,1 0 0,0 1 0,-1-1 0,1 0 0,0 0 0,0 0 0,0 1 0,0-1 0,0 0 0,0 0 0,0 0 0,0-1 0,0 1 0,0 0 0,1 0 0,-1-1 0,0 1 0,1 0 0,-1-1 0,0 0 0,1 1 0,2-1 0,3 2 0,1-2 0,0 1 0,0-1 0,11-1 0,-6 0 0,19-1 0,0-2 0,39-10 0,-66 13-151,0 0-1,-1 0 0,1-1 0,-1 1 1,1-1-1,-1-1 0,0 1 1,5-3-1,0-4-6674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6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27 24575,'-6'-15'0,"4"12"0,3 10 0,1 3 0,2 1 0,-1-1 0,1 0 0,1 0 0,0 0 0,11 16 0,-3-9 0,0 0 0,25 22 0,-38-38 0,1 0 0,-1-1 0,1 1 0,-1-1 0,1 1 0,0-1 0,-1 1 0,1-1 0,0 1 0,-1-1 0,1 0 0,0 1 0,-1-1 0,1 0 0,0 0 0,0 0 0,-1 1 0,1-1 0,0 0 0,0 0 0,-1 0 0,1 0 0,0 0 0,0 0 0,-1 0 0,2-1 0,-1 0 0,0 1 0,0-1 0,0 0 0,0 0 0,0 0 0,0 0 0,0 1 0,-1-1 0,1 0 0,0-1 0,-1 1 0,1 0 0,-1 0 0,2-2 0,0-4 0,0 0 0,0-1 0,-1 1 0,1-10 0,-2-19 0,-1 29 0,1 0 0,0 0 0,0 0 0,1 0 0,0 0 0,0 0 0,4-12 0,-5 18 0,1 0 0,-1 0 0,1 0 0,-1 0 0,1 0 0,-1 0 0,1 0 0,0 1 0,-1-1 0,1 0 0,0 0 0,0 0 0,0 1 0,0-1 0,-1 1 0,1-1 0,0 1 0,0-1 0,0 1 0,0-1 0,0 1 0,2-1 0,-1 1 0,0 0 0,0 0 0,0 0 0,0 0 0,0 1 0,0-1 0,0 0 0,0 1 0,0 0 0,0-1 0,2 2 0,5 3 0,0 0 0,0 1 0,13 11 0,-17-13 0,43 30-41,-31-23-224,-1 1 0,0 1 1,-1 0-1,24 26 0,-30-26-6561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6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 24575,'-5'0'0,"-5"0"0,-2 0 0,-3 0 0,0 0 0,-2 0 0,1 0 0,0 0 0,0 0 0,1 0 0,-1 3 0,-2 0 0,-1 3 0,1 0 0,0 2 0,1-1 0,1-1 0,3-2-8191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7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26 24575,'-2'-2'0,"-1"-1"0,0 1 0,0 0 0,0 0 0,-4-3 0,6 5 0,1 0 0,0 0 0,0 0 0,0 0 0,0 0 0,-1 0 0,1 0 0,0 0 0,0 0 0,-1-1 0,1 1 0,0 0 0,0 0 0,0 0 0,-1 0 0,1 0 0,0 0 0,0 0 0,-1 1 0,1-1 0,0 0 0,0 0 0,0 0 0,-1 0 0,1 0 0,0 0 0,0 0 0,0 0 0,-1 0 0,1 1 0,0-1 0,0 0 0,0 0 0,-1 1 0,1 0 0,0 0 0,0 0 0,0 0 0,0 0 0,0 0 0,0 0 0,0-1 0,1 1 0,-1 0 0,0 0 0,0 0 0,1 0 0,0 1 0,12 27 0,1 0 0,33 50 0,-37-62 0,-7-13 0,0 1 0,1 0 0,0-1 0,-1 0 0,2 1 0,6 4 0,-10-8 0,-1-1 0,1 1 0,0-1 0,0 1 0,-1-1 0,1 0 0,0 1 0,0-1 0,0 0 0,0 1 0,-1-1 0,1 0 0,0 0 0,0 0 0,0 0 0,0 0 0,0 0 0,-1 0 0,1 0 0,2-1 0,-2 0 0,-1 1 0,1-1 0,0 0 0,0 0 0,0 0 0,0 1 0,-1-1 0,1 0 0,0 0 0,-1 0 0,1-1 0,-1 1 0,1 0 0,-1 0 0,1 0 0,-1 0 0,0 0 0,1-1 0,-1-1 0,8-56 0,-7 42 0,1 0 0,0 1 0,2-1 0,9-28 0,-12 44 0,-1-1 0,1 1 0,-1-1 0,1 1 0,0-1 0,0 1 0,0 0 0,0-1 0,0 1 0,0 0 0,0 0 0,1-1 0,-1 1 0,0 0 0,0 0 0,1 1 0,-1-1 0,1 0 0,-1 0 0,1 1 0,-1-1 0,1 1 0,0-1 0,2 0 0,0 1 0,-1 1 0,0-1 0,1 1 0,-1 0 0,0-1 0,1 1 0,-1 1 0,0-1 0,0 0 0,0 1 0,5 3 0,21 15 0,-1 1 0,-1 2 0,-1 1 0,33 37 0,-53-54-195,-1 0 0,1 1 0,-1-1 0,0 1 0,-1 0 0,6 14 0,-7-12-6631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7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62 24575,'-9'-5'0,"-1"0"0,0 1 0,-1 1 0,1-1 0,-12-1 0,20 5 0,0 0 0,-1 0 0,1-1 0,0 1 0,-1 1 0,1-1 0,-1 0 0,1 1 0,0-1 0,0 1 0,-1-1 0,1 1 0,-2 1 0,2-1 0,1 0 0,0 0 0,-1 0 0,1 1 0,0-1 0,0 0 0,0 0 0,0 1 0,0-1 0,0 1 0,1-1 0,-1 1 0,0-1 0,1 1 0,-1-1 0,1 1 0,-1 0 0,1-1 0,0 1 0,0 3 0,-1 1 0,2 0 0,-1 0 0,1 0 0,0-1 0,0 1 0,0 0 0,1 0 0,0 0 0,0-1 0,1 1 0,-1-1 0,1 0 0,0 0 0,7 8 0,-4-5 0,1 0 0,-1-1 0,1 0 0,1-1 0,0 0 0,0 0 0,0 0 0,11 5 0,-12-8 0,-1 0 0,1-1 0,0 0 0,0 0 0,0 0 0,0-1 0,0 0 0,0 0 0,14-1 0,-19 0 0,1-1 0,-1 1 0,1 0 0,-1-1 0,0 1 0,1-1 0,-1 0 0,0 1 0,0-1 0,1 0 0,-1 0 0,0-1 0,0 1 0,0 0 0,0-1 0,-1 1 0,1-1 0,0 0 0,0 0 0,-1 1 0,1-1 0,-1 0 0,0 0 0,0 0 0,0-1 0,0 1 0,0 0 0,0 0 0,0-1 0,0 1 0,0-5 0,0-4 14,0 0-1,-1-1 0,0 1 0,-1 0 1,0 0-1,-1 0 0,0 0 1,-4-12-1,4 18-91,0-1 0,0 1 0,0 0-1,-1 0 1,0 0 0,0 1 0,0-1 0,0 1 0,-1 0-1,0-1 1,0 2 0,0-1 0,0 0 0,-1 1 0,1 0-1,-1 0 1,0 0 0,-6-2 0,1 1-6748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18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86 24575,'189'-74'0,"-187"73"0,3-1 0,-1 0 0,1 0 0,0 1 0,-1 0 0,11-2 0,-14 3 0,0 0 0,0 1 0,0-1 0,1 0 0,-1 0 0,0 0 0,0 1 0,0-1 0,0 0 0,0 1 0,0-1 0,0 1 0,0 0 0,0-1 0,0 1 0,0 0 0,0-1 0,0 1 0,-1 0 0,1 0 0,0 0 0,-1 0 0,1 0 0,0 0 0,-1 0 0,1 0 0,-1 0 0,1 0 0,-1 0 0,0 0 0,1 1 0,2 11 0,-1 0 0,-1-1 0,1 17 0,1 5 0,6 40 0,4 0 0,38 128 0,-29-139 0,37 132 0,-43-92 0,-16-101 0,1 0 0,-1 1 0,0-1 0,0 0 0,1 1 0,-2-1 0,1 0 0,0 1 0,0-1 0,-1 0 0,1 1 0,-1-1 0,0 0 0,1 0 0,-3 4 0,1-3 0,0-2 0,0 1 0,0 0 0,0 0 0,0 0 0,0-1 0,0 1 0,-1-1 0,1 0 0,-1 0 0,1 0 0,-1 0 0,-3 1 0,-5 1-455,0 0 0,-12 1 0,9-3-6371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21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18 248 24575,'-14'-2'0,"11"2"0,9 1 0,24 0 0,0-1 0,-1-2 0,47-7 0,-34 5 0,0 1 0,45 5 0,-19-1 0,-17 0 0,58 7 0,-48-2 0,98-4 0,-78-4 0,-58 1 0,30-5 0,13-1 0,63 6 0,-63 2 0,67-8 0,109-1 0,-82 7 0,-73-7 0,30 0 0,273 9 0,-372-2 0,32-6 0,7 0 0,21-2 0,-18 2 0,-25 4 0,172-9 0,-121 11 0,140 3 0,-132 5 0,36 1 0,84-9 0,-210 1 0,-2 1 0,0-1 0,0 0 0,0 0 0,0 0 0,0 0 0,0-1 0,-1 1 0,1 0 0,0-1 0,0 1 0,0-1 0,0 0 0,-1 0 0,3-1 0,-4 2 0,0 0 0,0 0 0,0-1 0,0 1 0,0 0 0,0 0 0,0-1 0,0 1 0,0 0 0,0-1 0,0 1 0,0 0 0,0 0 0,0-1 0,0 1 0,-1 0 0,1 0 0,0-1 0,0 1 0,0 0 0,0 0 0,-1 0 0,1-1 0,0 1 0,0 0 0,0 0 0,-1 0 0,1-1 0,0 1 0,0 0 0,0 0 0,-1 0 0,1 0 0,0 0 0,0 0 0,-1 0 0,1 0 0,-1-1 0,-11-4 0,11 4 0,-117-44 0,-70-31 0,133 46 0,127 71 0,106 46 0,-147-73 0,-9-5 0,0 2 0,0 0 0,-1 2 0,-1 0 0,29 26 0,-46-37 0,0 1 0,-1 0 0,1 0 0,-1 0 0,0 1 0,0-1 0,0 0 0,0 1 0,0-1 0,2 8 0,-4-9 0,0-1 0,0 1 0,0-1 0,0 0 0,0 1 0,0-1 0,0 0 0,0 1 0,0-1 0,-1 1 0,1-1 0,0 0 0,-1 0 0,1 1 0,-1-1 0,0 0 0,1 0 0,-1 1 0,0-1 0,0 0 0,0 0 0,0 0 0,0 0 0,0 0 0,0 0 0,0-1 0,0 1 0,0 0 0,-1 0 0,1-1 0,0 1 0,0-1 0,-3 1 0,-16 5 0,-1-1 0,1 0 0,-1-2 0,0-1 0,-35 0 0,-16 3 0,-12 8-1365,65-9-5461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28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77 211 24575,'-30'-153'0,"15"96"0,3 99 0,-5 107 0,14 68 0,4-125 0,1-27 0,3 1 0,3-1 0,2-1 0,4 1 0,22 65 0,94 300 0,-129-427 0,0 0 0,0 1 0,-1-1 0,1 0 0,-1 1 0,0-1 0,1 1 0,-2-1 0,1 0 0,0 1 0,-2 5 0,1-7 0,1-1 0,-1 1 0,0-1 0,0 1 0,0-1 0,0 0 0,0 1 0,0-1 0,0 0 0,-1 0 0,1 0 0,0 0 0,-1 0 0,1 0 0,-1 0 0,1 0 0,-1 0 0,1-1 0,-1 1 0,1-1 0,-1 1 0,0-1 0,1 0 0,-1 1 0,-2-1 0,1 0-195,0 0 0,0 0 0,0 0 0,0-1 0,0 1 0,-4-2 0,-4-1-6631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29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23 257 24575,'-7'-3'0,"-8"-4"0,15 4 0,8 1 0,117-15 0,-72 8 0,313-31 0,-205 24 0,366-52 0,5-1 0,-274 49 0,-230 18-341,1 1 0,0 1-1,49 7 1,-62-4-6485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29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 24575,'0'0'0,"0"-1"0,0 1 0,0 0 0,0 0 0,0 0 0,-1-1 0,1 1 0,0 0 0,0 0 0,0 0 0,-1 0 0,1 0 0,0 0 0,0-1 0,0 1 0,-1 0 0,1 0 0,0 0 0,0 0 0,0 0 0,-1 0 0,1 0 0,0 0 0,0 0 0,-1 0 0,1 0 0,0 0 0,0 0 0,-1 0 0,1 0 0,0 0 0,0 0 0,0 1 0,-1-1 0,1 0 0,-4 9 0,1 12 0,2-20 0,0 50 0,1 1 0,3 0 0,2-1 0,14 58 0,66 394 0,-1-64 0,-50-291 0,-29-126-104,-3-18 142,-1 1 0,1 0 0,-1 0 0,-1 0 0,1 9 0,-1-12-109,0 0 0,-1 0 0,1-1 0,-1 1 0,1 0 0,-1 0 0,0-1 1,1 1-1,-1-1 0,0 1 0,0 0 0,0-1 0,0 0 0,-1 1 0,1-1 0,0 0 1,-1 1-1,1-1 0,0 0 0,-3 1 0,-4 3-6755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0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2054 30 24575,'22'0'0,"-20"0"0,-3 0 0,-13 0 0,-295 10 0,-192-3-11,313-8-503,-635-36 410,796 35 150,-8-2-373,-1 2 1,0 1-1,-53 6 0,70-1-5974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1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24575,'1'0'0,"1"0"0,-1 0 0,0 0 0,1 1 0,-1-1 0,1 1 0,-1-1 0,0 1 0,1 0 0,-1-1 0,0 1 0,0 0 0,0 0 0,0 0 0,0 0 0,0 0 0,0 0 0,0 0 0,0 0 0,0 0 0,1 3 0,2 2 0,-1 1 0,5 13 0,-4-10 0,0 1 0,57 153 0,-54-138 0,-1-1 0,-1 1 0,-1 0 0,1 44 0,-6-30 0,0-17 0,2 23 0,-1-45 0,0-1 0,0 1 0,0 0 0,0-1 0,0 1 0,1 0 0,-1-1 0,0 1 0,0-1 0,0 1 0,1-1 0,-1 1 0,0-1 0,0 1 0,1-1 0,-1 1 0,1-1 0,-1 1 0,0-1 0,1 1 0,-1-1 0,1 1 0,-1-1 0,1 0 0,-1 1 0,1-1 0,-1 0 0,1 0 0,0 1 0,-1-1 0,1 0 0,-1 0 0,1 0 0,-1 0 0,1 0 0,0 0 0,-1 0 0,1 0 0,0 0 0,-1 0 0,1 0 0,-1 0 0,1 0 0,0 0 0,-1-1 0,1 1 0,5-2 0,0-1 0,0 1 0,10-7 0,-3 1 0,169-58 0,-113 43 0,-66 22-105,0 0 0,1-1 0,-1 1 0,0-1 0,0 1 0,0-1 0,0 0 0,-1 0 0,1 0 0,-1 0 0,1-1 0,2-3 0,2-4-6721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1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24575,'2'5'0,"2"4"0,-1 4 0,2 2 0,1 0 0,1 4 0,-1 1 0,2-1 0,0 0 0,0-2 0,2 0 0,-1-1 0,1-1 0,1 1 0,-2-1 0,-1-3-8191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2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392 94 24575,'-31'-13'0,"-13"-7"0,-4 0 0,3 4 0,5 4 0,6 4 0,7 3 0,4 6 0,5 5 0,2 4 0,1 3 0,1 1 0,3 2 0,0-2 0,3-2 0,2-1-8191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2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24575,'3'10'0,"3"6"0,1 3 0,1 1 0,0 0 0,1-2 0,1 0 0,2-2 0,2 0 0,-2 0 0,-1-4 0,-1 0 0,-1-3 0,-1 0 0,0-2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2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21 24575,'-26'-7'0,"-11"-1"0,1 4 0,3 3 0,9 4 0,7 1-8191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2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0 24575,'-28'5'0,"-15"2"0,-3 0 0,5-2 0,6 1 0,3 0 0,6-1 0,4-2 0,3 1 0,5 1-8191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3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0 24575,'-4'4'0,"0"-1"0,0 0 0,-1 0 0,1 0 0,-1 0 0,1-1 0,-1 0 0,0 0 0,0 0 0,0-1 0,-1 1 0,1-1 0,-7 0 0,-9 1 0,0-2 0,-23-2 0,5 1 0,13 1 0,3-1 0,1 1 0,-1 1 0,-42 8 0,29-1-1365,27-4-5461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5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1 200 24575,'0'-1'0,"0"0"0,1 1 0,-1-1 0,0 0 0,1 1 0,-1-1 0,1 1 0,-1-1 0,1 0 0,-1 1 0,1-1 0,0 1 0,-1-1 0,1 1 0,-1 0 0,1-1 0,0 1 0,-1 0 0,3-1 0,17-7 0,-14 6 0,2-1 0,1 1 0,0-1 0,0 2 0,0-1 0,12 1 0,49 2 0,-28 0 0,278 9 0,145-3 0,-292-8 0,-40 2 0,145-3 0,-138-7 0,-67 3 0,2 0 0,102-3 0,-59 13 0,-118-6 0,-6-2 0,-8-4 0,-105-51 0,-50-26 0,518 259 0,-292-147 0,-23-10 0,44 28 0,-77-45 0,0 1 0,0 0 0,0-1 0,0 1 0,0 0 0,0 0 0,0 0 0,0 0 0,0 0 0,0 0 0,-1 0 0,1 0 0,0 0 0,-1 0 0,1 0 0,-1 0 0,1 1 0,-1-1 0,0 0 0,1 0 0,-1 2 0,0-2 0,0 1 0,-1-1 0,1 0 0,-1 0 0,1 0 0,-1 0 0,1 0 0,-1 0 0,0 0 0,1 0 0,-1-1 0,0 1 0,0 0 0,0 0 0,0 0 0,1-1 0,-1 1 0,0-1 0,0 1 0,0 0 0,0-1 0,-1 0 0,1 1 0,-1-1 0,-13 5 12,0-1-1,0-1 0,-1-1 0,1 0 1,-1-1-1,-20-1 0,-30 3-1455,42 0-5382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7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18 24575,'-1'-1'0,"-9"-13"0,5 12 0,3 9 0,4 8 0,0-1 0,1 1 0,0 0 0,1-1 0,1 0 0,7 17 0,-1-2 0,81 225 0,-84-230 0,-1-1 0,0 1 0,-2 0 0,-1 1 0,0-1 0,-1 31 0,-4-98 0,0 23 0,1-1 0,2-24 0,-1 39 0,0 1 0,0 0 0,0-1 0,1 1 0,-1 0 0,1 0 0,1 0 0,-1 0 0,1 0 0,-1 1 0,1-1 0,1 1 0,4-7 0,-5 9 0,-1 0 0,1 0 0,-1 0 0,1 0 0,0 0 0,0 1 0,0-1 0,0 1 0,0 0 0,0 0 0,0 0 0,0 0 0,0 0 0,0 1 0,1-1 0,3 1 0,-2 1 0,0-1 0,0 1 0,0 0 0,0 0 0,0 0 0,0 1 0,-1 0 0,1 0 0,7 5 0,-2-1 0,0 1 0,0 1 0,-1 0 0,0 0 0,-1 1 0,0 0 0,0 0 0,7 11 0,-7-5 30,-1 0 0,10 25 0,-2-3-1485,-10-27-5371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8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57 24575,'-5'-6'0,"1"1"0,-1-1 0,0 1 0,-1 0 0,1 1 0,-1-1 0,0 1 0,-8-5 0,12 8 0,0 0 0,-1 0 0,1 0 0,-1 0 0,1 0 0,-1 1 0,1-1 0,-1 1 0,1 0 0,-1-1 0,1 1 0,-1 0 0,1 0 0,-1 1 0,1-1 0,-1 0 0,1 1 0,-1 0 0,1 0 0,-1-1 0,1 1 0,0 1 0,-1-1 0,1 0 0,0 0 0,-3 3 0,1 0 0,0 0 0,0 0 0,0 0 0,0 0 0,1 1 0,0 0 0,0 0 0,0 0 0,0 0 0,1 0 0,-4 11 0,5-9 0,-1 1 0,1 0 0,0 0 0,1-1 0,0 1 0,0 0 0,2 14 0,4 4 0,2-1 0,0 1 0,1-1 0,14 24 0,-15-29 0,-3-11 0,93 219 0,-80-184 0,21 54 0,-37-92 0,0 0 0,1 0 0,-1 0 0,1-1 0,0 1 0,5 6 0,-6-10 0,0-1 0,0 1 0,0 0 0,0 0 0,0-1 0,0 0 0,1 1 0,-1-1 0,0 0 0,1 0 0,-1 0 0,1 0 0,-1 0 0,1-1 0,-1 1 0,1-1 0,4 0 0,0 0 0,0 0 0,1-1 0,-1 0 0,0-1 0,9-2 0,25-4 0,3 4-1365,-31 1-5461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9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24575,'7'20'0,"-2"-7"0,0-2 0,0-1 0,0 1 0,1-1 0,0 0 0,0 0 0,1-1 0,1 1 0,12 11 0,-18-19 0,0 0 0,-1-1 0,1 1 0,0-1 0,0 1 0,0-1 0,1 0 0,-1 1 0,0-1 0,0 0 0,1-1 0,-1 1 0,0 0 0,1-1 0,-1 1 0,1-1 0,-1 0 0,1 0 0,-1 0 0,1 0 0,-1 0 0,1 0 0,-1-1 0,0 1 0,1-1 0,-1 1 0,1-1 0,-1 0 0,0 0 0,0 0 0,0-1 0,1 1 0,-1 0 0,0-1 0,0 0 0,-1 1 0,1-1 0,0 0 0,-1 0 0,1 0 0,-1 0 0,1 0 0,-1 0 0,0 0 0,0 0 0,0-1 0,0 1 0,1-5 0,3-25 0,1-6 0,-6 35 0,1 1 0,0-1 0,0 1 0,0 0 0,0 0 0,0-1 0,0 1 0,0 0 0,1 0 0,-1 0 0,4-3 0,-4 5 0,-1-1 0,1 1 0,0 0 0,0-1 0,0 1 0,-1 0 0,1-1 0,0 1 0,0 0 0,0 0 0,0 0 0,0 0 0,0 0 0,-1 0 0,1 0 0,0 0 0,0 0 0,0 1 0,0-1 0,0 0 0,-1 0 0,1 1 0,0-1 0,0 0 0,0 1 0,-1-1 0,1 1 0,0-1 0,0 2 0,21 18 0,-22-19 0,19 18 0,35 28 0,-14-13 0,8-1-1365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39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14 24575,'-10'-2'0,"-7"-2"0,-2 1 0,-1 0 0,1 1 0,3 4 0,2 1 0,1 0 0,-1-1 0,1 3 0,-4 0 0,-1-1 0,0-1 0,-2 1 0,-3 1 0,0-2 0,1 0 0,5-1-8191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40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24575,'1'16'0,"0"1"0,2-1 0,-1 0 0,2 1 0,7 20 0,-1-12 0,0 0 0,21 36 0,-27-54 0,15 23 0,-18-28 0,0-1 0,0 0 0,0 0 0,0 0 0,0 1 0,0-1 0,1 0 0,-1 0 0,0-1 0,1 1 0,-1 0 0,0 0 0,1-1 0,-1 1 0,1 0 0,-1-1 0,4 1 0,-5-1 0,1 0 0,0-1 0,0 1 0,-1 0 0,1-1 0,0 1 0,0 0 0,-1-1 0,1 1 0,0-1 0,-1 1 0,1-1 0,-1 1 0,1-1 0,0 1 0,-1-1 0,1 0 0,-1 1 0,0-1 0,1 0 0,-1 1 0,0-1 0,1 0 0,-1 0 0,0 1 0,0-1 0,1 0 0,-1 0 0,0 0 0,0-1 0,2-28 0,-2 27 0,-1-33 0,-1-19 0,2 51 0,1-1 0,-1 1 0,1 0 0,0-1 0,0 1 0,0 0 0,1 0 0,0 0 0,2-6 0,-2 8 0,-1 0 0,1 1 0,-1-1 0,1 1 0,0-1 0,0 1 0,-1-1 0,1 1 0,0 0 0,0 0 0,1 0 0,-1 0 0,0 0 0,0 0 0,0 1 0,0-1 0,1 1 0,-1 0 0,0-1 0,0 1 0,1 0 0,-1 0 0,0 1 0,1-1 0,-1 0 0,0 1 0,0-1 0,4 2 0,1 0 0,0 1 0,0 0 0,0 0 0,0 1 0,0-1 0,0 2 0,6 4 0,74 74 0,-54-50 0,10 16-1365,-34-40-5461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40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42 24575,'-4'-2'0,"1"1"0,-1-1 0,1 1 0,-1 0 0,1 0 0,-1 0 0,0 0 0,1 1 0,-1-1 0,0 1 0,0 0 0,-7 1 0,9 0 0,1-1 0,-1 1 0,0 0 0,0-1 0,0 1 0,0 0 0,1 0 0,-1 0 0,0 1 0,1-1 0,-1 0 0,1 1 0,-1-1 0,1 1 0,0-1 0,-1 1 0,1-1 0,0 1 0,0 0 0,0 0 0,1 0 0,-1-1 0,0 1 0,1 0 0,-1 3 0,0 0 0,0 0 0,0 1 0,1-1 0,0 0 0,0 1 0,1-1 0,-1 0 0,1 0 0,0 1 0,1-1 0,-1 0 0,1 0 0,0 0 0,0 0 0,1 0 0,0-1 0,-1 1 0,8 7 0,-6-6 0,1-1 0,0 0 0,0 0 0,1 0 0,-1 0 0,1-1 0,0 0 0,0 0 0,1-1 0,-1 0 0,1 0 0,-1 0 0,13 2 0,-16-4 0,0-1 0,0 0 0,0 0 0,0 0 0,0 0 0,0 0 0,-1 0 0,1-1 0,0 0 0,0 1 0,0-1 0,0 0 0,0 0 0,-1-1 0,1 1 0,-1 0 0,1-1 0,-1 0 0,1 0 0,-1 0 0,0 0 0,3-2 0,-2 0 0,0 0 0,0 0 0,-1 0 0,1 0 0,-1 0 0,0 0 0,0-1 0,0 1 0,-1-1 0,1 0 0,-1 1 0,1-10 0,-1 3 0,-1 0 0,0 0 0,0 1 0,-1-1 0,0 0 0,-6-20 0,6 28 0,0 1 0,0-1 0,0 0 0,-1 0 0,1 1 0,-1-1 0,1 1 0,-1-1 0,0 1 0,0 0 0,0-1 0,0 1 0,0 0 0,-1 0 0,1 1 0,-1-1 0,1 0 0,-1 1 0,0 0 0,1-1 0,-1 1 0,0 0 0,0 1 0,0-1 0,0 0 0,0 1 0,0-1 0,0 1 0,-4 0 0,-12 1-1365,3 2-5461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4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24575,'24'-9'0,"0"2"0,1 0 0,25-3 0,-34 8 0,0 1 0,-1 0 0,1 1 0,0 1 0,31 5 0,-33-3 0,1 1 0,-1 0 0,0 0 0,22 11 0,-32-13 0,0 0 0,0 1 0,-1-1 0,1 1 0,-1-1 0,0 1 0,0 0 0,0 0 0,0 0 0,0 1 0,-1-1 0,1 1 0,-1-1 0,0 1 0,0 0 0,-1 0 0,1 0 0,-1 0 0,0 0 0,2 7 0,-2 6 0,-1-1 0,-1 1 0,0-1 0,-6 29 0,4-30 0,0 1 0,2 0 0,-1-1 0,2 1 0,2 20 0,4-5 0,1-1 0,2 0 0,1 0 0,19 40 0,-14-39 0,14 35 0,-26-58 0,0 1 0,-1-1 0,0 0 0,-1 1 0,2 16 0,-3-21 6,-1 1 0,1-1 0,-1 0 0,0 0 0,0 0 0,-1-1 0,1 1 0,-1 0 0,0 0 0,1-1 0,-2 1 0,1-1-1,0 1 1,-1-1 0,0 0 0,-5 5 0,-4 2-330,0 0 0,-27 16 0,30-20-170,-5 2-6332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5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2623 62 24575,'-18'-7'0,"0"1"0,-29-6 0,38 10 0,-1 1 0,1 0 0,0 0 0,-1 1 0,1 0 0,0 1 0,-12 2 0,-35 8 0,-1-3 0,-69 1 0,-115-11 0,218 2 0,-450-24-683,262 11 740,93 7-57,-351-13 0,236 24 79,172-1 195,-108 22-1,-24 17-1638,170-38-5461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4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89 24575,'-70'-64'0,"45"40"0,71 77 0,42 29 0,116 83 0,-79-69 0,-110-87 0,-15-9 0,0 0 0,0 0 0,1 0 0,-1 0 0,0 0 0,0 0 0,0 0 0,0 0 0,0 0 0,0 0 0,0 0 0,0 0 0,0 0 0,0 0 0,0 0 0,0 0 0,0 0 0,0 0 0,1-1 0,-1 1 0,0 0 0,0 0 0,0 0 0,0 0 0,0 0 0,0 0 0,0 0 0,0 0 0,0 0 0,0 0 0,0 0 0,0 0 0,0 0 0,0 0 0,0 0 0,0 0 0,0 0 0,0 0 0,0-1 0,0 1 0,0 0 0,0 0 0,0 0 0,0 0 0,0 0 0,0 0 0,0 0 0,0 0 0,0 0 0,0 0 0,0 0 0,0 0 0,0 0 0,0 0 0,0-1 0,0 1 0,-6-9 0,-9-8-11,-24-21 0,18 18-1332,7 6-5483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0 24575,'6'0'0,"5"2"0,-11-2 0,0 1 0,0-1 0,0 1 0,0-1 0,0 1 0,0-1 0,0 1 0,0-1 0,0 1 0,0-1 0,0 1 0,-1-1 0,1 1 0,0-1 0,0 0 0,0 1 0,-1-1 0,1 1 0,0-1 0,-1 1 0,1-1 0,-1 1 0,-7 15 0,0 0 0,1 0 0,-8 27 0,9-25 0,4-10 0,-1 1 0,0-1 0,-1 0 0,0 0 0,0-1 0,-1 1 0,1-1 0,-2 0 0,1 0 0,-1 0 0,0-1 0,0 0 0,-14 10 0,-33 15-1365,44-26-5461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5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78 24575,'-119'-48'0,"96"40"0,0 1 0,0 2 0,-32-4 0,50 8 0,0 1 0,0 0 0,1 0 0,-1 1 0,0 0 0,0-1 0,1 2 0,-1-1 0,1 0 0,-1 1 0,1 0 0,-1 0 0,1 0 0,0 1 0,-4 2 0,5-3 0,1 0 0,0 0 0,-1 1 0,1-1 0,0 0 0,0 1 0,1-1 0,-1 1 0,0 0 0,1 0 0,0-1 0,-1 1 0,1 0 0,0 0 0,1 0 0,-1 0 0,0 0 0,1 1 0,0-1 0,0 0 0,0 0 0,0 0 0,1 5 0,1 4 0,2 0 0,-1 0 0,1-1 0,11 21 0,29 42 0,-26-47 0,-11-14 0,48 82 0,-46-77 0,0 1 0,-2 0 0,8 28 0,17 128 0,-29-139 0,-2-24 0,-1-1 0,2 0 0,-1 0 0,6 16 0,-6-24 0,0 0 0,1 0 0,-1 0 0,1 0 0,0 0 0,0 0 0,0 0 0,0-1 0,0 1 0,0-1 0,1 0 0,-1 0 0,1 0 0,0 0 0,0 0 0,0 0 0,-1-1 0,2 1 0,3 1 0,3 0 0,0-1 0,0 0 0,0 0 0,0-1 0,0 0 0,14-1 0,-7-1 0,1-1 0,30-8 0,-44 10-80,-1-1 0,1 0-1,-1-1 1,1 1 0,-1-1-1,0 1 1,1-1 0,-1 0-1,0 0 1,0 0 0,0-1 0,-1 1-1,1-1 1,0 0 0,-1 0-1,3-3 1,1-5-6746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5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56 24575,'-5'-18'0,"-5"-19"0,10 36 0,2 3 0,3 10 0,7 16 0,82 225 0,-77-205 0,2 0 0,42 76 0,-53-114 120,-8-10-150,0 0 1,0 1-1,0-1 0,0 0 0,1 0 1,-1 0-1,0 0 0,0 0 1,0 1-1,0-1 0,1 0 1,-1 0-1,0 0 0,0 0 0,0 0 1,1 0-1,-1 0 0,0 0 1,0 0-1,0 0 0,1 0 1,-1 0-1,0 0 0,0 0 0,0 0 1,1 0-1,-1 0 0,0 0 1,0 0-1,0 0 0,1 0 1,-1 0-1,0 0 0,0 0 0,0 0 1,1-1-1,-1 1 0,0 0 1,0 0-1,0 0 0,0 0 1,1 0-1,-1-1 0,0 1 0,0 0 1,0 0-1,0 0 0,0 0 1,0-1-1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6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0 24575,'-55'62'0,"45"-51"0,8-8 0,0-1 0,1 0 0,-1 1 0,0-1 0,1 1 0,-1-1 0,1 1 0,0 0 0,0-1 0,0 1 0,0 0 0,1 0 0,-1 0 0,1 0 0,0 0 0,-1 0 0,2 5 0,-1-5 0,1-1 0,0 1 0,0-1 0,0 1 0,0-1 0,0 0 0,1 0 0,-1 1 0,1-1 0,-1 0 0,1 0 0,0 0 0,0-1 0,0 1 0,0 0 0,0-1 0,0 1 0,0-1 0,0 0 0,5 2 0,6 3 0,0-1 0,0-1 0,1 0 0,-1-1 0,1-1 0,0 0 0,0 0 0,23-2 0,-13-1 0,1-2 0,-1-1 0,0 0 0,26-9 0,-48 12 0,0 0 0,0 1 0,0-1 0,0 0 0,0 0 0,0 0 0,-1 0 0,1 0 0,0-1 0,0 1 0,-1 0 0,1-1 0,-1 0 0,1 1 0,1-4 0,-2 4 0,-1 1 0,0-1 0,0 0 0,1 0 0,-1 1 0,0-1 0,0 0 0,0 0 0,0 1 0,0-1 0,0 0 0,0 0 0,0 0 0,0 1 0,0-1 0,0 0 0,-1 0 0,1 0 0,-1-1 0,0 1 0,0 0 0,1-1 0,-1 1 0,0 0 0,-1 0 0,1 0 0,0 0 0,0 0 0,0 0 0,-3-2 0,-9-4-1365,0 3-5461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6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24575,'76'-70'0,"-63"60"0,0 1 0,1 0 0,-1 1 0,21-9 0,-30 16 0,1-1 0,0 1 0,-1 0 0,1 0 0,0 0 0,0 1 0,0 0 0,0 0 0,0 0 0,0 1 0,0-1 0,-1 1 0,1 0 0,0 1 0,0-1 0,-1 1 0,1 0 0,-1 0 0,6 3 0,7 6 0,-1 0 0,-1 1 0,21 20 0,-34-31 0,18 18 0,-1 2 0,-1 0 0,27 41 0,-40-54 0,-1 1 0,1-1 0,-1 1 0,-1 0 0,0 0 0,0 1 0,-1-1 0,2 12 0,-2 7 0,-1 41 0,-1-60 0,1 6 0,0 1 0,5 22 0,1 2 0,-4-19 0,1-1 0,1 0 0,1 0 0,13 31 0,44 72 0,-45-91 0,-16-28 0,1 1 0,-1-1 0,0 1 0,-1-1 0,1 1 0,-1 0 0,0 0 0,1 5 0,-2-8 0,0-1 0,0 1 0,-1-1 0,1 1 0,0 0 0,0-1 0,-1 1 0,1-1 0,-1 1 0,1-1 0,-1 1 0,0-1 0,1 1 0,-1-1 0,0 0 0,0 0 0,0 1 0,0-1 0,0 0 0,0 0 0,-1 0 0,1 0 0,0 0 0,-1 0 0,1 0 0,0 0 0,-1-1 0,-2 2 0,-6 0-23,0 1-1,0-2 0,0 1 1,0-1-1,-1-1 0,1 0 1,-17-2-1,2 1-1152,11 0-5650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7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4 24575,'-5'-3'0,"-2"3"0,-2 2 0,-2 5 0,0 3 0,0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8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486 174 24575,'-12'-10'0,"-103"-79"0,97 77 0,-1 0 0,0 1 0,-1 2 0,-31-12 0,45 18 0,0 2 0,-1-1 0,1 1 0,0 0 0,-1 0 0,1 0 0,-1 1 0,1 0 0,-1 1 0,1-1 0,-1 1 0,1 1 0,0-1 0,0 1 0,-1 0 0,1 0 0,0 1 0,1-1 0,-1 2 0,-6 3 0,2 1 0,-1 1 0,2 0 0,-1 1 0,1 0 0,-15 22 0,21-27 0,0-1 0,1 1 0,0-1 0,-1 1 0,2 0 0,-1 0 0,1-1 0,0 1 0,0 1 0,0-1 0,0 0 0,1 0 0,0 0 0,0 0 0,1 0 0,-1 0 0,1 0 0,2 9 0,1-5 0,0 0 0,1 0 0,-1 0 0,2-1 0,-1 0 0,1 0 0,0 0 0,11 10 0,9 5 0,31 21 0,-23-17 0,157 120 0,-174-135 0,-1 1 0,-1 1 0,0 0 0,23 30 0,-37-42 0,0-1 0,0 1 0,0-1 0,0 1 0,-1-1 0,1 1 0,0 0 0,-1-1 0,1 1 0,-1 0 0,1-1 0,-1 1 0,0 0 0,0 0 0,1 0 0,-2-1 0,1 1 0,0 0 0,0 0 0,0 0 0,-1-1 0,1 1 0,-1 0 0,0 2 0,-1-2 0,1 0 0,-1 0 0,0 0 0,0 0 0,0 0 0,0-1 0,0 1 0,0-1 0,0 1 0,0-1 0,0 0 0,-1 0 0,1 0 0,-1 0 0,1 0 0,-5 1 0,-5 0 0,0 0 0,-1-1 0,1 0 0,-1-1 0,1 0 0,-1-1 0,1 0 0,-13-4 0,7 1 0,0 0 0,1-2 0,0 0 0,-32-17 0,46 21 0,-1 0 0,0 0 0,1-1 0,0 0 0,-1 1 0,1-1 0,0 0 0,0-1 0,1 1 0,-1 0 0,-3-7 0,5 8 0,0 0 0,1 1 0,-1-1 0,1 0 0,0 1 0,-1-1 0,1 0 0,0 0 0,0 1 0,0-1 0,0 0 0,0 0 0,0 1 0,1-1 0,-1 0 0,0 0 0,1 1 0,0-1 0,-1 0 0,1 1 0,0-1 0,0 1 0,0-1 0,0 1 0,0-1 0,0 1 0,0 0 0,0 0 0,1-1 0,2-1 0,8-5-184,0 0 0,0 1 0,1 0 0,22-7 0,-30 11-261,9-2-6381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9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277 107 24575,'-20'-12'0,"-78"-42"0,80 45 0,0 2 0,0 0 0,-32-8 0,48 15 0,0-1 0,0 1 0,0-1 0,0 1 0,0 0 0,0 0 0,1 0 0,-1 0 0,0 0 0,0 1 0,0-1 0,0 0 0,0 1 0,0 0 0,0-1 0,1 1 0,-1 0 0,0 0 0,-3 2 0,4-2 0,0 1 0,-1 0 0,1-1 0,0 1 0,0 0 0,0 0 0,0 0 0,0 0 0,0 0 0,1 0 0,-1 0 0,0 0 0,1 0 0,0 0 0,-1 3 0,1 4 0,1 0 0,-1 1 0,1-1 0,1 0 0,0 0 0,6 18 0,7 8 0,2 0 0,1 0 0,40 54 0,-31-49 0,38 75 0,-55-91 0,-1 1 0,-2 0 0,0 1 0,-1 0 0,-2 0 0,-1 0 0,0 0 0,-3 45 0,0-68 0,-1-1 0,2 1 0,-1 0 0,0 0 0,0 0 0,1 0 0,0-1 0,0 1 0,-1 0 0,1-1 0,1 1 0,-1 0 0,0-1 0,1 1 0,-1-1 0,3 3 0,-1-2 0,0-1 0,1 1 0,-1-1 0,0 0 0,1 0 0,-1 0 0,1 0 0,0 0 0,-1-1 0,1 0 0,5 1 0,3 1 0,0 0 0,0-1 0,0 0 0,0-1 0,21-1 0,-27 0 0,-1-1 0,1 0 0,-1 0 0,0-1 0,1 0 0,-1 0 0,0 0 0,0 0 0,0-1 0,0 0 0,-1 0 0,1 0 0,-1 0 0,0-1 0,4-4 0,-5 6-227,-1-1-1,0 1 1,0-1-1,-1 0 1,3-4-1,1-4-6598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2:59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24575,'0'2'0,"1"1"0,0-1 0,0 0 0,0 0 0,1 1 0,-1-1 0,0 0 0,1 0 0,3 3 0,3 5 0,-1 1 0,0-1 0,1 1 0,1-2 0,-1 1 0,1-1 0,11 7 0,-14-10 0,1-2 0,0 1 0,0-1 0,0 0 0,0 0 0,0-1 0,1 0 0,0-1 0,0 1 0,12 1 0,-18-4 0,0 0 0,0 1 0,0-1 0,0 0 0,0 0 0,0-1 0,0 1 0,0 0 0,0-1 0,0 1 0,0-1 0,0 0 0,0 1 0,0-1 0,0 0 0,0 0 0,0 0 0,-1-1 0,1 1 0,0 0 0,-1-1 0,1 1 0,-1-1 0,3-2 0,-2 0 0,0-1 0,0 1 0,-1 0 0,1 0 0,-1-1 0,0 1 0,0-1 0,-1 1 0,1-1 0,-1-6 0,-1-6 0,0-11 0,1 26 0,0 1 0,0-1 0,1 1 0,-1-1 0,0 1 0,1-1 0,-1 1 0,1-1 0,-1 1 0,1-1 0,-1 1 0,1 0 0,1-2 0,-2 3 0,1-1 0,0 1 0,-1 0 0,1-1 0,0 1 0,-1 0 0,1 0 0,0 0 0,-1 0 0,1 0 0,0 0 0,0 0 0,-1 0 0,1 0 0,0 0 0,-1 0 0,1 0 0,0 0 0,-1 0 0,1 1 0,0-1 0,-1 0 0,2 1 0,18 9 0,-16-8 0,18 12 24,36 27 0,-44-29-226,0-2 0,0 0 1,1 0-1,0-1 0,1-1 0,24 9 0,-30-15-6624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00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429 76 24575,'-31'-11'0,"-16"-5"0,-1-1 0,1 4 0,4 2 0,6 5 0,5 5 0,5 3 0,4 3 0,4 4 0,3 1 0,-2 0 0,3 2 0,1 1 0,2-2-8191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0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24575,'56'204'0,"-11"-35"0,-30-124 0,33 72 0,-23-57-1365,-21-47-5461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0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6 24575,'-4'-1'0,"0"0"0,-1 0 0,1 0 0,0 1 0,-1-1 0,1 1 0,-1 0 0,1 0 0,-1 0 0,1 1 0,0 0 0,-1 0 0,1 0 0,0 0 0,0 1 0,0-1 0,0 1 0,0 0 0,0 0 0,0 1 0,0-1 0,1 1 0,-1 0 0,-5 6 0,0 0 0,1 1 0,-14 20 0,19-25 0,0-1 0,1 1 0,0-1 0,0 1 0,0-1 0,1 1 0,0 0 0,0 0 0,0 0 0,0 7 0,1-10 0,0-1 0,0 1 0,0-1 0,0 0 0,1 1 0,-1-1 0,1 0 0,-1 1 0,1-1 0,-1 0 0,1 1 0,0-1 0,-1 0 0,1 0 0,0 0 0,0 0 0,0 0 0,0 0 0,0 0 0,0 0 0,0 0 0,1 0 0,-1-1 0,0 1 0,0 0 0,1-1 0,-1 1 0,0-1 0,1 0 0,-1 1 0,0-1 0,3 0 0,6 2 0,-1-2 0,0 1 0,19-2 0,-14 0 0,218-1-311,-182 2-743,-37 0-5772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01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24575,'98'-44'0,"-87"40"0,0 0 0,0 1 0,1 1 0,0 0 0,-1 0 0,24 0 0,-32 2 0,0 0 0,-1 0 0,1 1 0,-1-1 0,1 1 0,0-1 0,-1 1 0,1 0 0,-1 0 0,1 0 0,-1 0 0,0 0 0,0 1 0,1-1 0,-1 1 0,3 2 0,-3-1 0,0 0 0,-1-1 0,1 1 0,0 0 0,-1 0 0,0 1 0,0-1 0,0 0 0,0 0 0,0 1 0,0-1 0,-1 5 0,35 160 0,-24-122 0,47 131 0,-33-109 0,-10-26 0,2 0 0,2-2 0,39 63 0,-50-92 0,-6-10 0,0 1 0,-1-1 0,1 1 0,-1 0 0,0 0 0,0 0 0,1 0 0,-1 0 0,0 0 0,-1 0 0,2 3 0,-2-5 0,0 1 0,-1-1 0,1 1 0,0-1 0,0 1 0,-1-1 0,1 1 0,0-1 0,-1 1 0,1-1 0,0 0 0,-1 1 0,1-1 0,-1 1 0,1-1 0,-1 0 0,1 1 0,-1-1 0,1 0 0,-1 0 0,1 1 0,-1-1 0,1 0 0,-1 0 0,1 0 0,-1 0 0,1 0 0,-1 0 0,-1 0 0,-20 2 0,18-2 0,-59 2-1365,45 1-5461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0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73 24575,'15'-4'0,"-10"3"0,1 0 0,-1 0 0,0-1 0,0 0 0,0 0 0,0-1 0,9-5 0,-14 8 0,0 0 0,0 0 0,0 0 0,0 0 0,0 0 0,0 0 0,0 0 0,0 0 0,0 0 0,1 0 0,-1 0 0,0 0 0,0 0 0,0-1 0,0 1 0,0 0 0,0 0 0,0 0 0,0 0 0,0 0 0,0 0 0,0 0 0,0 0 0,0 0 0,0-1 0,0 1 0,0 0 0,0 0 0,0 0 0,0 0 0,0 0 0,0 0 0,0 0 0,0 0 0,0 0 0,0-1 0,0 1 0,0 0 0,-1 0 0,1 0 0,0 0 0,0 0 0,0 0 0,0 0 0,0 0 0,0 0 0,0 0 0,0 0 0,0 0 0,0 0 0,0 0 0,0 0 0,-1 0 0,1-1 0,-9-1 0,-9 0 0,-9 2 0,1 1 0,-50 9 0,58-7 0,-34 1 0,66-7 0,-1 1 0,1-1 0,12-6 0,17-3 0,-38 11 0,30-9 0,-32 10 0,0-1 0,-1 0 0,1 0 0,-1-1 0,1 1 0,-1 0 0,0-1 0,0 1 0,0-1 0,3-2 0,-5 2 0,-5 2 0,-5 2 0,-3 3-1365,1 1-5461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03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59 24575,'47'-45'0,"-47"45"0,1 0 0,-1-1 0,1 1 0,-1 0 0,0-1 0,1 1 0,-1 0 0,0-1 0,0 1 0,1-1 0,-1 1 0,0-1 0,0 1 0,1-1 0,-1 1 0,0-1 0,0 1 0,0-1 0,0 1 0,0-1 0,0 1 0,0-1 0,0 0 0,-1 1 0,1 0 0,0 0 0,-1-1 0,1 1 0,0 0 0,-1 0 0,1 0 0,0-1 0,-1 1 0,1 0 0,0 0 0,-1 0 0,1 0 0,-1 0 0,1 0 0,0 0 0,-1 0 0,1 0 0,-1 0 0,0 0 0,-30 5 0,23-3 0,-36 2 0,-81-2 0,76-3 0,47 1-98,1 1 7,0-1 1,0 0-1,0 0 1,0 0-1,0-1 1,0 1-1,0 0 1,0 0-1,0 0 1,0-1-1,0 1 1,1 0-1,-2-1 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2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4713 47 24575,'-185'-9'0,"5"1"0,31 4 0,-409-7 0,364 13 0,-208 16 0,306-12 0,-470 16 0,354-15 0,10 1 0,-371-9 0,446-6 0,11-1 0,80 7 0,-186 3 0,132 5 0,-39 1 0,108-8 0,-46 1 0,0-3 0,-77-12 0,40-5 0,-109-18 0,171 32-1365,25 4-5461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3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470 248 24575,'-10'-11'0,"0"0"0,-1 0 0,0 1 0,-1 0 0,-1 1 0,-21-13 0,-87-34 0,56 27 0,11 6 0,22 10 0,-38-23 0,60 29 0,14 7 0,17 9 0,148 61 0,-27-12 0,-133-53 0,35 16 0,-41-19 0,-1-1 0,1 1 0,-1 0 0,1 0 0,-1 0 0,0 0 0,0 0 0,0 0 0,0 0 0,0 1 0,0-1 0,2 5 0,-4-6 0,0 0 0,1 0 0,-1 1 0,0-1 0,0 0 0,0 0 0,0 0 0,0 0 0,0 0 0,0 0 0,0 0 0,0 0 0,0 0 0,-1 0 0,1 0 0,0 0 0,-1 0 0,1 0 0,-1 0 0,1 0 0,-1 0 0,0 0 0,1 0 0,-1 0 0,0 0 0,0-1 0,1 1 0,-1 0 0,0 0 0,0-1 0,0 1 0,0-1 0,0 1 0,0-1 0,0 1 0,-1-1 0,-5 3 0,0 0 0,-1-1 0,1 0 0,-8 0 0,8-1 0,-52 10 0,0 3 0,1 2 0,-80 34 0,99-35-1365,24-9-5461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14 24575,'5'-14'0,"-5"14"0,0 0 0,0 0 0,0 1 0,0-1 0,0 0 0,1 0 0,-1 0 0,0 0 0,0 0 0,0 0 0,0 0 0,0 0 0,0 0 0,0 0 0,0 0 0,0 0 0,0 0 0,0 0 0,0 0 0,0 0 0,0 0 0,0 0 0,-5 23 0,0-2 0,-17 154 0,21-137 0,1 0 0,8 63 0,61 241 0,-8-51 0,-36-117 0,-25-172 0,0 0 0,1 0 0,-1 0 0,0-1 0,0 1 0,1 0 0,-1 0 0,-1 0 0,1-1 0,0 1 0,0 0 0,-1 0 0,1-1 0,-1 1 0,1 0 0,-1-1 0,-1 3 0,2-4 0,0 0 0,-1 0 0,1 0 0,0 0 0,0 0 0,-1 0 0,1-1 0,0 1 0,0 0 0,-1 0 0,1 0 0,0 0 0,0 0 0,-1-1 0,1 1 0,0 0 0,0 0 0,0 0 0,0-1 0,-1 1 0,1 0 0,0 0 0,0-1 0,0 1 0,0 0 0,0 0 0,0-1 0,0 1 0,-1 0 0,1-1 0,-4-10 0,3 10 0,-13-48-1365,9 34-5461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4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11 106 24575,'-1'0'0,"0"-1"0,1 0 0,-1 0 0,0 0 0,0 0 0,0 0 0,1 0 0,-1 0 0,1 0 0,-1 0 0,1 0 0,-1 0 0,1 0 0,-1 0 0,1 0 0,0 0 0,0-1 0,-1 1 0,1 0 0,0 0 0,0 0 0,0 0 0,0-1 0,1 0 0,0 0 0,-1 1 0,1 0 0,0 0 0,0 0 0,0-1 0,0 1 0,0 0 0,0 0 0,0 1 0,0-1 0,0 0 0,1 0 0,-1 0 0,0 1 0,0-1 0,1 1 0,-1-1 0,1 1 0,2-1 0,36-7 0,0 2 0,68-1 0,-40 3 0,357-3 0,-269 8 0,63-2 0,220 3 0,-292 4 0,148-3 0,-49-25 0,-145 7-1365,-88 13-5461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4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24575,'2'-3'0,"1"0"0,-1 0 0,1 0 0,-1 0 0,1 0 0,4-2 0,-7 5 0,0-1 0,1 1 0,-1 0 0,1-1 0,-1 1 0,1 0 0,-1 0 0,1-1 0,-1 1 0,1 0 0,-1 0 0,1 0 0,-1 0 0,1-1 0,-1 1 0,1 0 0,0 0 0,-1 0 0,1 0 0,-1 0 0,1 0 0,-1 1 0,1-1 0,-1 0 0,1 0 0,-1 0 0,1 0 0,-1 1 0,1-1 0,-1 0 0,1 0 0,-1 1 0,1-1 0,-1 0 0,1 1 0,-1-1 0,0 1 0,1-1 0,-1 1 0,0-1 0,1 0 0,-1 1 0,0-1 0,0 1 0,1-1 0,-1 1 0,0 0 0,0-1 0,0 1 0,0-1 0,1 2 0,1 11 0,0 1 0,-1-1 0,0 1 0,-1-1 0,-2 20 0,0 3 0,11 213 0,22 268 0,-16-292 0,-9-155 0,-7 118 0,-6-142 0,5-37 0,0-1 0,1 1 0,0 0 0,0-1 0,1 1 0,0 0 0,0 0 0,1-1 0,3 13 0,-3-19-76,0 1 1,0 0-1,-1 0 0,1 0 0,-1 0 0,1 0 0,-1 1 0,0-1 1,0 0-1,-1 0 0,1 0 0,0 0 0,-1 0 0,0 0 1,0 0-1,0 0 0,-1 3 0,-4 4-6750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6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24575,'1'-2'0,"2"5"0,6 15 0,8 24 0,-10-14 0,-1 1 0,4 55 0,-7-55 0,1 77 0,-2-16 0,-2-89 0,0 0 0,0 1 0,0-1 0,0 0 0,0 1 0,1-1 0,-1 0 0,1 0 0,-1 1 0,1-1 0,-1 0 0,1 0 0,-1 0 0,1 0 0,0 0 0,0 0 0,0 0 0,0 0 0,-1 0 0,1 0 0,0 0 0,1 0 0,-1-1 0,0 1 0,0 0 0,0-1 0,0 1 0,0-1 0,1 1 0,-1-1 0,0 0 0,0 1 0,1-1 0,-1 0 0,0 0 0,1 0 0,-1 0 0,2 0 0,6-1 0,-1-1 0,1 1 0,-1-2 0,16-5 0,-8 3 0,78-14 42,-72 16-277,-1-1 1,0 0-1,-1-2 1,1 0-1,20-10 1,-32 11-6592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6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24575,'0'-1'0,"0"1"0,1-1 0,-1 1 0,1-1 0,-1 1 0,1-1 0,-1 1 0,1-1 0,-1 1 0,1 0 0,-1-1 0,1 1 0,-1 0 0,1-1 0,0 1 0,-1 0 0,1 0 0,-1 0 0,1-1 0,0 1 0,-1 0 0,1 0 0,0 0 0,-1 0 0,1 0 0,0 0 0,-1 0 0,1 1 0,0-1 0,-1 0 0,1 0 0,-1 0 0,1 1 0,0-1 0,-1 0 0,1 0 0,-1 1 0,1-1 0,-1 1 0,1-1 0,-1 0 0,1 1 0,-1-1 0,1 2 0,2 2 0,-1 0 0,0 0 0,0 1 0,0-1 0,2 6 0,-1 0 0,51 117 0,-42-103 0,1-1 0,1-1 0,21 26 0,-27-38-1365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502 78 24575,'-30'-11'0,"-25"-10"0,-58-12 0,94 29 0,1 1 0,-1 0 0,0 1 0,1 1 0,-1 1 0,0 1 0,-25 4 0,-71 23-1365,101-23-5461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6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24575,'0'8'0,"0"5"0,0 5 0,0 3 0,0 0 0,0-1 0,3 1 0,0 0 0,1-1 0,1-1 0,0-2 0,2-4 0,0 0 0,-2-2 0,-1 2 0,1-3 0,0 1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7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52 24575,'-26'-13'0,"-11"-2"0,-1 2 0,2 6 0,3 4 0,4 4 0,4 6 0,4 1 0,4-1 0,3-1-8191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7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0 24575,'-28'8'0,"-12"2"0,-3 0 0,5-2 0,5-2 0,4-3 0,4-1 0,3 1 0,1 1 0,1-1 0,2-1 0,3-1-8191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19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24575,'18'-1'0,"33"-6"0,-33 4 0,32-2 0,-15 5 0,56-8 0,7 0 0,-4 0 0,-37 3 0,110 3 0,-82 3 0,598-1 0,-562-8 0,-2 1 0,-47 8 0,-28 0 0,0-1 0,48-8 0,-49 3 0,53 1 0,28-2 0,-21-3 0,133 7 0,-119 4 0,-76-3 0,63-7 0,-49 2 0,109 4 0,-82 4 0,253-2 0,-324 0 0,0 1 0,21 5 0,-20-3 0,1-1 0,14 1 0,88-4 0,42 2 0,-63 14 0,-67-12-1365,-18 1-5461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1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24575,'1'3'0,"0"-1"0,0 1 0,1 0 0,-1 0 0,1-1 0,0 1 0,-1-1 0,4 4 0,23 25 0,-27-30 0,21 21 0,2-2 0,1 0 0,0-2 0,29 16 0,7 6 0,-45-30 0,19 15 0,55 28 0,-89-52-85,0-1 9,0 1 1,-1-1 0,1 1-1,0-1 1,0 0 0,0 1 0,0-1-1,0 0 1,0 0 0,0 0 0,0 1-1,0-1 1,0 0 0,0 0-1,0 0 1,1-1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1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 24575,'-25'25'0,"2"1"0,1 2 0,1 0 0,1 1 0,-22 46 0,36-63-114,1-4-136,1 0 0,1 0-1,-1 0 1,-1 12 0,2-8-6576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2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30 24575,'-8'-2'0,"-23"-6"0,0 1 0,-61-5 0,89 12 0,-1-1 0,1 1 0,0 0 0,0 1 0,0-1 0,0 0 0,0 1 0,0 0 0,0 0 0,0 0 0,0 0 0,0 0 0,0 0 0,0 1 0,1-1 0,-1 1 0,0 0 0,1 0 0,0 0 0,-1 0 0,1 0 0,0 1 0,0-1 0,0 1 0,0-1 0,1 1 0,-1 0 0,1 0 0,0 0 0,-1-1 0,1 1 0,0 0 0,1 0 0,-1 1 0,1-1 0,-1 0 0,1 6 0,-1 7 0,1 0 0,1 0 0,4 25 0,15 49 0,-8-39 0,84 332 0,-92-372 0,0-1 0,0 1 0,0-1 0,2 1 0,-1-2 0,10 14 0,-13-20 0,0-1 0,0 1 0,1-1 0,-1 1 0,1-1 0,0 0 0,-1 0 0,1 0 0,0 0 0,0 0 0,0-1 0,1 1 0,-1-1 0,0 0 0,0 0 0,1 0 0,-1 0 0,1-1 0,-1 1 0,1-1 0,-1 0 0,1 0 0,-1 0 0,7-2 0,-7 2-105,0-1 0,-1 0 0,1 0 0,0-1 0,0 1 0,0-1 0,-1 1 0,1-1 0,-1 0 0,1 0 0,-1 0 0,4-5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3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24575,'2'-12'0,"-2"8"0,0 0 0,0 0 0,1 0 0,0 1 0,-1-1 0,1 0 0,1 1 0,-1-1 0,0 0 0,1 1 0,0 0 0,3-6 0,-4 9 0,-1 0 0,0 0 0,0 0 0,1 0 0,-1-1 0,0 1 0,1 0 0,-1 0 0,0 0 0,1 0 0,-1 0 0,0 0 0,1 0 0,-1 0 0,0 0 0,1 1 0,-1-1 0,0 0 0,1 0 0,-1 0 0,0 0 0,1 0 0,-1 0 0,0 1 0,1-1 0,-1 0 0,0 0 0,0 0 0,1 1 0,-1-1 0,0 0 0,0 0 0,0 1 0,1-1 0,-1 0 0,0 1 0,0-1 0,0 0 0,0 1 0,0-1 0,0 0 0,0 1 0,1-1 0,-1 1 0,6 16 0,28 161 0,-1 0 0,-20-124 0,-6-21 0,14 36 0,-15-55-1365,0-4-5461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3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24575,'-7'0'0,"-1"0"0,1 1 0,0 0 0,0 0 0,0 1 0,0-1 0,0 2 0,0-1 0,0 1 0,0 0 0,1 0 0,0 1 0,-1 0 0,1 0 0,1 0 0,-1 1 0,1 0 0,-1 0 0,1 0 0,-7 12 0,10-16 0,1 1 0,0-1 0,0 1 0,0 0 0,1-1 0,-1 1 0,0 0 0,1 0 0,-1 0 0,1 0 0,-1-1 0,1 1 0,0 0 0,0 0 0,0 0 0,0 0 0,0 0 0,0 0 0,0 0 0,1 0 0,-1-1 0,2 5 0,-1-5 0,1 1 0,-1 0 0,0-1 0,1 0 0,-1 1 0,1-1 0,-1 0 0,1 1 0,-1-1 0,1 0 0,0 0 0,0 0 0,0-1 0,0 1 0,-1 0 0,1-1 0,0 1 0,0-1 0,0 0 0,0 1 0,3-1 0,27 2 0,211 9 0,-181-8-1365,-53-3-5461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4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0 119 24575,'3'-13'0,"1"1"0,0 1 0,0-1 0,1 1 0,8-14 0,-11 22 0,0 0 0,0 0 0,1 1 0,-1-1 0,1 0 0,-1 1 0,1 0 0,0 0 0,0-1 0,3 0 0,-4 2 0,0 0 0,0 0 0,1 0 0,-1 1 0,0-1 0,0 1 0,1 0 0,-1-1 0,0 1 0,1 0 0,-1 1 0,0-1 0,0 0 0,1 0 0,-1 1 0,0 0 0,3 0 0,21 10 0,-1 2 0,32 20 0,-27-15 0,0-2 0,-16-9 0,-1 1 0,0 0 0,0 0 0,0 2 0,10 10 0,-21-19 0,0 1 0,-1 0 0,1 0 0,-1 0 0,0 1 0,1-1 0,-1 0 0,0 0 0,0 1 0,0-1 0,-1 0 0,1 1 0,-1-1 0,1 1 0,-1-1 0,0 1 0,0-1 0,0 1 0,0-1 0,0 1 0,-1 3 0,-2 2 0,0 1 0,0 0 0,-1-1 0,-7 13 0,-8 19 0,16-28 0,-1-1 0,2 1 0,0-1 0,0 1 0,1 0 0,0 0 0,1 0 0,1 0 0,0-1 0,0 1 0,1 0 0,1 0 0,0-1 0,6 16 0,58 117 0,-13-31 0,-53-110 0,1-1 0,-1 1 0,-1 0 0,1 0 0,0-1 0,-1 1 0,1 0 0,-1 0 0,0 0 0,0 0 0,0 0 0,0 0 0,-1-1 0,1 1 0,-1 0 0,-1 3 0,1-4 0,0 0 0,0 0 0,0-1 0,0 1 0,-1 0 0,1 0 0,-1-1 0,1 1 0,-1-1 0,0 0 0,1 1 0,-1-1 0,0 0 0,0 0 0,0 0 0,0 0 0,0 0 0,0-1 0,0 1 0,0 0 0,-5-1 0,-4 2-151,0 0-1,0-2 0,0 1 0,-1-1 1,1-1-1,0 0 0,0-1 1,-15-3-1,16 1-6674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5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6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29 24575,'-15'-24'0,"14"24"0,1-1 0,0 1 0,0 0 0,-1-1 0,1 1 0,0 0 0,-1 0 0,1-1 0,0 1 0,-1 0 0,1 0 0,0 0 0,-1-1 0,1 1 0,0 0 0,-1 0 0,1 0 0,-1 0 0,1 0 0,0 0 0,-1 0 0,1 0 0,-1 0 0,0 0 0,1 1 0,-1-1 0,1 1 0,-1-1 0,1 1 0,0-1 0,-1 1 0,1-1 0,0 1 0,-1-1 0,1 1 0,0 0 0,0-1 0,-1 1 0,1-1 0,0 1 0,0 0 0,0-1 0,0 1 0,0 1 0,-2 20 0,0 1 0,2 0 0,1 0 0,6 44 0,28 90 0,-30-136 0,55 245 0,-45-196 0,-14-69 0,-1-1 0,0 1 0,0-1 0,0 1 0,0-1 0,0 1 0,0-1 0,1 1 0,-1-1 0,0 1 0,0-1 0,1 0 0,-1 1 0,0-1 0,0 1 0,1-1 0,-1 0 0,1 1 0,-1-1 0,0 0 0,1 0 0,-1 1 0,1-1 0,0 1 0,-1-2 0,1 1 0,-1 0 0,1 0 0,-1 0 0,1 0 0,-1 0 0,1-1 0,-1 1 0,1 0 0,-1 0 0,1-1 0,-1 1 0,1 0 0,-1-1 0,1 1 0,-1 0 0,0-1 0,1 0 0,17-27 0,-15 23 0,27-52 0,-20 37 0,0 1 0,23-32 0,-32 49 0,0 1 0,0-1 0,0 1 0,0 0 0,0-1 0,0 1 0,1 0 0,-1 0 0,0 0 0,1 0 0,-1 0 0,1 0 0,-1 0 0,1 0 0,-1 1 0,1-1 0,0 1 0,-1-1 0,1 1 0,0-1 0,-1 1 0,1 0 0,0 0 0,0 0 0,-1 0 0,1 0 0,0 0 0,0 1 0,-1-1 0,1 0 0,0 1 0,-1 0 0,1-1 0,-1 1 0,1 0 0,-1 0 0,1 0 0,-1 0 0,1 0 0,1 2 0,4 2 0,-1 0 0,0 1 0,0 0 0,-1 0 0,1 0 0,7 14 0,23 47 0,-13-21 0,-8-17-1365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7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76 24575,'-70'-46'0,"60"41"0,1 1 0,-1-1 0,0 1 0,0 1 0,-19-4 0,26 6 0,-1 1 0,1 0 0,0 0 0,0 0 0,0 0 0,0 0 0,-1 1 0,1 0 0,0-1 0,0 1 0,0 0 0,0 1 0,0-1 0,-5 4 0,4-3 0,0 1 0,1 0 0,-1 1 0,1-1 0,0 0 0,0 1 0,0 0 0,0 0 0,-3 6 0,3-4 0,0 1 0,0-1 0,1 1 0,0 0 0,0 0 0,0 0 0,1 0 0,0 0 0,0 0 0,1 0 0,0 0 0,0 0 0,2 10 0,5 7 0,1 0 0,21 42 0,-7-17 0,-6-9 0,-1 0 0,-2 1 0,-2 1 0,-2 0 0,-1 0 0,3 79 0,-11-105 0,1 0 0,4 26 0,-4-38 0,0 1 0,0-1 0,0 0 0,1 0 0,-1 0 0,1 0 0,0 0 0,0 0 0,0 0 0,1-1 0,-1 1 0,1-1 0,0 1 0,5 4 0,-6-7 5,0 0-1,0 0 0,0 0 0,0 0 1,0-1-1,0 1 0,0-1 0,0 1 1,0-1-1,0 1 0,0-1 1,0 0-1,1 0 0,-1 0 0,0 0 1,0-1-1,0 1 0,0 0 0,0-1 1,0 0-1,0 1 0,0-1 1,0 0-1,0 0 0,0 0 0,0 0 1,2-3-1,3-1-252,0-1 1,-1 1-1,1-2 1,-1 1-1,6-10 1,-2 3-6579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7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24575,'1'2'0,"0"1"0,-1-1 0,1 1 0,0-1 0,1 1 0,-1-1 0,2 3 0,2 5 0,4 10 0,0 0 0,2 0 0,0-1 0,24 30 0,-29-41 0,1-1 0,0 0 0,1 0 0,0-1 0,0 1 0,0-2 0,1 1 0,0-1 0,0-1 0,0 1 0,0-2 0,18 6 0,-25-9 0,0 1 0,0-1 0,0 1 0,0-1 0,0 0 0,0 0 0,0 0 0,0 0 0,1 0 0,-1 0 0,0-1 0,0 1 0,0-1 0,0 1 0,0-1 0,0 0 0,0 0 0,0 0 0,-1 0 0,1 0 0,0 0 0,0 0 0,-1-1 0,1 1 0,-1-1 0,1 1 0,-1-1 0,0 1 0,1-1 0,-1 0 0,0 0 0,1-3 0,2-6 0,0 0 0,-1 0 0,0 0 0,-1 0 0,1-12 0,1-5 0,-4 26 0,0 0 0,1 0 0,-1 0 0,1 0 0,0-1 0,-1 1 0,1 0 0,0 0 0,0 0 0,1 1 0,-1-1 0,3-3 0,-4 4 0,1 1 0,-1 0 0,1-1 0,0 1 0,-1 0 0,1-1 0,-1 1 0,1 0 0,0 0 0,-1 0 0,1 0 0,0 0 0,-1-1 0,1 1 0,-1 0 0,1 1 0,0-1 0,0 0 0,1 0 0,0 1 0,0 0 0,-1-1 0,1 1 0,0 0 0,-1 0 0,1 0 0,2 2 0,19 17 0,30 30 0,3 5 0,-42-42-87,1-1-552,18 15 0,-21-20-6187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7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31 24575,'-15'-8'0,"-9"-3"0,-1 4 0,-1 3 0,6 4 0,2 3 0,3 2 0,1 5 0,-1 1 0,1 0 0,3 1 0,0-2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8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8 24575,'0'-1'0,"0"1"0,0 0 0,0-1 0,0 1 0,-1-1 0,1 1 0,0 0 0,0-1 0,-1 1 0,1 0 0,0-1 0,-1 1 0,1 0 0,0-1 0,-1 1 0,1 0 0,0 0 0,-1-1 0,1 1 0,0 0 0,-1 0 0,-3 5 0,1 18 0,5 27 0,16 89 0,-10-88 0,20 102 0,-19-118 0,1-2 0,20 47 0,-28-76-170,0 0-1,0 0 0,0 0 1,0 0-1,1-1 0,0 1 1,3 3-1,2 0-6655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8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24575,'-6'1'0,"0"0"0,0 0 0,0 0 0,0 1 0,0 0 0,1 0 0,-1 1 0,0-1 0,1 1 0,0 0 0,0 1 0,0-1 0,0 1 0,-6 6 0,10-9 0,0-1 0,0 1 0,1 0 0,-1 0 0,0-1 0,0 1 0,1 0 0,-1 0 0,1 0 0,-1 0 0,1 0 0,-1 0 0,1 0 0,-1 0 0,1 0 0,0 0 0,-1 2 0,2-2 0,-1 0 0,0-1 0,0 1 0,0-1 0,1 1 0,-1 0 0,0-1 0,1 1 0,-1-1 0,1 1 0,-1-1 0,0 1 0,1-1 0,-1 0 0,1 1 0,-1-1 0,1 0 0,-1 1 0,1-1 0,-1 0 0,1 1 0,0-1 0,5 2 0,0 0 0,0-1 0,0 0 0,11 0 0,-14 0 0,270 37 0,-224-30-1365,-36-4-5461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29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0 125 24575,'9'-15'0,"1"0"0,1 1 0,0 0 0,16-14 0,-23 24 0,0 0 0,0 0 0,1 1 0,-1 0 0,1 0 0,0 0 0,0 1 0,0 0 0,0 0 0,1 0 0,-1 0 0,0 1 0,1 0 0,-1 0 0,1 0 0,0 1 0,7 0 0,11 4 0,1 1 0,-2 1 0,1 1 0,25 12 0,-22-9 0,-15-6 0,3 1 0,0 1 0,23 13 0,-35-17 0,0-1 0,0 1 0,-1 0 0,1 0 0,-1 0 0,1 0 0,-1 0 0,0 0 0,0 1 0,0-1 0,0 1 0,0-1 0,-1 1 0,1 0 0,-1 0 0,0 0 0,0 0 0,0 0 0,1 6 0,-2-4 0,0 0 0,0 1 0,-1-1 0,0 0 0,0 0 0,-4 8 0,-3 21 0,7-9 0,1 1 0,2-1 0,0 1 0,1-1 0,2 0 0,0 0 0,2 0 0,10 24 0,9 14 0,60 107 0,-5-35 0,-80-134-31,0 1-1,-1-1 0,1 0 0,0 1 0,0-1 1,-1 1-1,1-1 0,-1 1 0,1-1 1,-1 1-1,0-1 0,0 1 0,1 0 1,-1-1-1,0 1 0,0-1 0,-1 1 1,1 0-1,0-1 0,0 1 0,-1-1 1,1 1-1,-1-1 0,0 1 0,1-1 1,-1 1-1,0-1 0,0 1 0,0-1 1,0 0-1,0 0 0,0 0 0,0 1 1,0-1-1,0 0 0,-1 0 0,1 0 1,0-1-1,-1 1 0,1 0 0,-1 0 1,-2 0-1,-7 3-6794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30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16 24575,'0'-2'0,"-3"-2"0,-3 1 0,-3 0 0,-3 2 0,-2-1 0,-1 2 0,0 2 0,-1 2 0,0-1 0,3 2 0,1 1 0,2 1 0,1 0 0,-1 1 0,-2 2 0,-1 1 0,2 0-8191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31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 24575,'-30'1'0,"-31"6"0,32-3 0,-34 0 0,8-5 0,200 1 0,-151 0 0,1-1 0,-1 0 0,0 0 0,-6-3 0,6 3 0,0-1 0,-1 1 0,-9-1 0,13 2 0,0-1 0,0 2 0,0-1 0,1 0 0,-1 1 0,0-1 0,0 1 0,1 0 0,-1 0 0,-3 1 0,6-2 0,0 1 0,0-1 0,0 0 0,-1 0 0,1 0 0,0 0 0,0 0 0,0 0 0,0 0 0,0 0 0,0 1 0,0-1 0,0 0 0,0 0 0,0 0 0,0 0 0,0 0 0,0 0 0,0 1 0,0-1 0,0 0 0,0 0 0,0 0 0,0 0 0,0 0 0,0 0 0,0 0 0,0 1 0,1-1 0,-1 0 0,0 0 0,0 0 0,0 0 0,0 0 0,0 0 0,0 0 0,0 0 0,0 0 0,0 1 0,0-1 0,1 0 0,-1 0 0,0 0 0,0 0 0,0 0 0,0 0 0,0 0 0,0 0 0,1 0 0,-1 0 0,0 0 0,0 0 0,0 0 0,0 0 0,0 0 0,0 0 0,0 0 0,1 0 0,-1 0 0,0 0 0,0 0 0,0 0 0,0 0 0,10 1 0,18 0 0,-20-1 0,-1 0 0,0 0 0,1 1 0,7 1 0,-15-2 0,0 0 0,1 0 0,-1 0 0,0 0 0,0 0 0,0 0 0,1 0 0,-1 0 0,0 0 0,0 0 0,0 0 0,1 0 0,-1 0 0,0 0 0,0 0 0,0 1 0,1-1 0,-1 0 0,0 0 0,0 0 0,0 0 0,0 0 0,1 0 0,-1 1 0,0-1 0,0 0 0,0 0 0,0 0 0,0 0 0,0 1 0,0-1 0,1 0 0,-1 0 0,0 0 0,0 1 0,0-1 0,0 0 0,0 0 0,0 1 0,-9 4 0,-20 3 0,25-8 0,-12 4-1365,2-1-5461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3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565 32 24575,'44'-10'0,"1"2"0,0 2 0,1 2 0,49 1 0,-77 3 0,-11 0 0,0 0 0,0 0 0,8 1 0,-15-1 0,0 0 0,0 0 0,0 0 0,0 0 0,0 0 0,0 0 0,0 0 0,0 0 0,0 0 0,1 0 0,-1 0 0,0 0 0,0 0 0,0 0 0,0 0 0,0 0 0,0 0 0,0 0 0,0 0 0,0 0 0,0 0 0,0 0 0,0 0 0,0 0 0,0 0 0,1 0 0,-1 0 0,0 0 0,0 0 0,0 1 0,0-1 0,0 0 0,0 0 0,0 0 0,0 0 0,0 0 0,0 0 0,0 0 0,0 0 0,0 0 0,0 0 0,0 0 0,0 0 0,0 0 0,0 0 0,0 1 0,0-1 0,0 0 0,0 0 0,0 0 0,0 0 0,0 0 0,0 0 0,0 0 0,0 0 0,0 0 0,0 0 0,0 0 0,0 0 0,0 0 0,0 0 0,0 1 0,0-1 0,0 0 0,-7 3 0,-9 3 0,-48-1 0,12-1 0,-94 10 0,78-9 0,-253 17 0,253-15 0,-11 0 0,71-7 0,-1 1 0,1 0 0,0 0 0,-1 0 0,1 1 0,-11 4 0,19-6 0,0 0 0,0 0 0,-1 1 0,1-1 0,0 0 0,0 0 0,-1 0 0,1 0 0,0 0 0,0 0 0,-1 1 0,1-1 0,0 0 0,0 0 0,0 0 0,-1 1 0,1-1 0,0 0 0,0 0 0,0 1 0,0-1 0,-1 0 0,1 0 0,0 1 0,0-1 0,0 0 0,0 0 0,0 1 0,0-1 0,0 1 0,6 5 0,17 4 0,-21-9 0,231 65 0,-152-47 0,109 43 0,-186-61 0,3 2 0,-1-1 0,0 1 0,0 0 0,9 7 0,-14-10 0,-1 1 0,1-1 0,0 1 0,-1-1 0,1 1 0,-1 0 0,1-1 0,0 1 0,-1 0 0,0-1 0,1 1 0,-1 0 0,1 0 0,-1-1 0,0 1 0,1 0 0,-1 0 0,0 0 0,0-1 0,0 1 0,0 0 0,1 0 0,-1 0 0,0 0 0,0 0 0,-1-1 0,1 1 0,0 0 0,0 0 0,0 0 0,-1-1 0,1 1 0,0 0 0,-1 0 0,1 0 0,0-1 0,-1 1 0,1 0 0,-1-1 0,1 1 0,-1 0 0,0-1 0,1 1 0,-1-1 0,-1 1 0,-4 4 0,0 0 0,-1 0 0,0-1 0,0 0 0,0-1 0,-13 5 0,-50 12 0,44-13 0,-54 14 0,21-7 0,1 2 0,-76 34 0,124-46 0,1 1 0,-13 9 0,20-12 0,-1 0 0,1-1 0,0 1 0,0 0 0,0 0 0,0 0 0,0 0 0,1 0 0,-1 1 0,1-1 0,-1 1 0,1-1 0,0 1 0,-1 3 0,2-5 0,-1 0 0,1 0 0,0 0 0,0 0 0,0-1 0,0 1 0,1 0 0,-1 0 0,0 0 0,0 0 0,1 0 0,-1 0 0,0-1 0,1 1 0,-1 0 0,0 0 0,1 0 0,-1-1 0,1 1 0,0 0 0,0 0 0,1 1 0,0-1 0,0 1 0,0-1 0,1 1 0,-1-1 0,0 0 0,4 1 0,3 1 0,0-1 0,0 0 0,12 1 0,207 1 0,-132-6 0,286-26 0,-355 23-1365,-6 1-5461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4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17 24575,'-1'-1'0,"0"-1"0,0 1 0,0-1 0,-1 1 0,1 0 0,0-1 0,-1 1 0,1 0 0,-1 0 0,1 0 0,-3-1 0,4 2 0,0 0 0,-1 0 0,1 0 0,0-1 0,0 1 0,-1 0 0,1 0 0,0 0 0,-1 0 0,1 0 0,0 0 0,-1 0 0,1 0 0,0 1 0,0-1 0,-1 0 0,1 0 0,0 0 0,-1 0 0,1 0 0,0 0 0,0 1 0,-1-1 0,1 0 0,0 0 0,-1 1 0,1-1 0,-1 1 0,1 0 0,0 0 0,-1 0 0,1 0 0,0 0 0,-1 0 0,1 0 0,0 0 0,0 0 0,0 0 0,0 1 0,0 7 0,1-1 0,0 1 0,3 12 0,2 11 0,-2 9 0,3-1 0,2 0 0,22 66 0,-28-96-341,0 0 0,-1 1-1,2 14 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4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12 24575,'-25'-3'0,"-45"-5"0,63 8 0,-1 0 0,1 0 0,-1 1 0,1 0 0,-1 0 0,-12 5 0,19-6 0,0 0 0,0 0 0,-1 1 0,1-1 0,0 1 0,0-1 0,0 1 0,0-1 0,0 1 0,0 0 0,0-1 0,0 1 0,0 0 0,1 0 0,-1 0 0,0 0 0,0 0 0,1 0 0,-1 0 0,1 0 0,-1 0 0,1 0 0,-1 0 0,1 0 0,-1 0 0,1 0 0,0 0 0,0 1 0,0-1 0,-1 0 0,1 0 0,0 0 0,1 2 0,-1-1 0,1 0 0,0 0 0,0 0 0,0 0 0,0 0 0,0 0 0,0 0 0,1 0 0,-1-1 0,1 1 0,-1 0 0,1-1 0,0 1 0,-1-1 0,1 0 0,3 2 0,10 5 0,-1-2 0,2 1 0,-1-2 0,0 0 0,1-1 0,0-1 0,24 3 0,115-2 0,-137-4 0,12 0-1365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6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 24575,'-3'-5'0,"8"7"0,11 7 0,378 240 0,-368-238-1365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6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 24575,'-11'15'0,"-2"9"0,-3 1 0,2 1 0,3-3 0,1-2 0,2-3 0,3-1 0,2-1 0,1 0 0,1-2 0,-1-1 0,-1-2 0,0 1 0,1 0 0,0 1 0,1-2-8191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47 24575,'-13'-3'0,"-114"-27"0,97 25 0,-1 1 0,-37 0 0,65 4 0,-1 0 0,1 0 0,0 0 0,0 1 0,0-1 0,0 1 0,0 0 0,0 0 0,0 0 0,0 0 0,0 0 0,1 1 0,-1-1 0,0 1 0,1 0 0,-5 4 0,5-4 0,1 0 0,-1 0 0,1 0 0,0 1 0,-1-1 0,1 0 0,0 1 0,0-1 0,1 1 0,-1-1 0,0 1 0,1-1 0,0 1 0,-1-1 0,1 1 0,0 0 0,0-1 0,1 1 0,-1 0 0,1 2 0,2 5 0,0-1 0,1 1 0,0-1 0,1-1 0,-1 1 0,2 0 0,11 14 0,11 18 0,7 25 0,31 84 0,-57-124 0,-1 1 0,-1 0 0,-1 1 0,-1 0 0,-2 0 0,0 44 0,-3-63 0,0-1 0,1 0 0,0 0 0,0 1 0,1-1 0,3 11 0,-4-17 0,0 0 0,0 1 0,0-1 0,0 0 0,0 0 0,1 0 0,-1 0 0,1 0 0,-1 0 0,1 0 0,0-1 0,0 1 0,0 0 0,0-1 0,0 1 0,0-1 0,0 0 0,0 0 0,1 0 0,-1 0 0,0 0 0,1-1 0,-1 1 0,6 0 0,-2-1 0,0 0 0,1 0 0,-1-1 0,0 0 0,0 0 0,0-1 0,1 1 0,-1-1 0,7-4 0,-1 0 0,0 0 0,0-1 0,14-10 0,-23 13-170,1 1-1,-1 0 0,0-1 1,1 0-1,-2 0 0,1 0 1,3-7-1,-2 2-6655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7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12 24575,'-1'-1'0,"1"1"0,0-1 0,-1 0 0,1 1 0,-1-1 0,1 0 0,-1 1 0,1-1 0,-1 1 0,1-1 0,-1 1 0,0-1 0,1 1 0,-1-1 0,0 1 0,1 0 0,-1-1 0,0 1 0,1 0 0,-1-1 0,0 1 0,0 0 0,1 0 0,-3 0 0,2 0 0,1 1 0,-1-1 0,0 0 0,0 1 0,0-1 0,1 1 0,-1-1 0,0 1 0,1 0 0,-1-1 0,0 1 0,1 0 0,-1 0 0,1-1 0,-1 1 0,1 0 0,-1 1 0,-2 4 0,1 0 0,0 0 0,0 0 0,-2 12 0,2 4 0,0-1 0,2 0 0,1 0 0,0 0 0,1 1 0,9 31 0,-3-22 0,1-1 0,2 0 0,25 50 0,-32-73-112,-1 0-27,0-1 0,0-1-1,0 1 1,1 0 0,0-1 0,0 0-1,1 0 1,9 9 0,-5-8-6687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7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 24575,'-15'6'0,"1"0"0,0 1 0,-19 13 0,29-17 0,1-1 0,-1 1 0,1 0 0,-1 0 0,1 0 0,0 1 0,0-1 0,0 1 0,1-1 0,-1 1 0,1 0 0,0 0 0,0 0 0,0 1 0,1-1 0,-2 7 0,3-9 0,-1 0 0,1 0 0,0 0 0,0 0 0,0 0 0,1 1 0,-1-1 0,0 0 0,1 0 0,-1 0 0,1 0 0,0 0 0,0-1 0,0 1 0,0 0 0,0 0 0,0 0 0,2 1 0,0 0 0,-1 0 0,1-1 0,0 1 0,0-1 0,1 0 0,-1 0 0,0-1 0,1 1 0,4 1 0,5 1 0,0-1 0,0 0 0,0-1 0,23 1 0,-2-2 0,0-2 0,0-1 0,66-14 0,-95 15-273,-1-1 0,1 1 0,0-1 0,5-2 0,-1-2-6553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8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24575,'10'-9'0,"1"1"0,-1 0 0,1 1 0,1 0 0,14-6 0,-22 12 0,-1-1 0,1 1 0,0 0 0,0 0 0,0 0 0,0 1 0,0-1 0,0 1 0,0 0 0,0 0 0,0 0 0,1 1 0,-1 0 0,-1-1 0,1 1 0,0 1 0,0-1 0,0 1 0,0-1 0,-1 1 0,4 2 0,7 5 0,-2 0 0,1 1 0,-2 1 0,21 21 0,-28-27 0,1 1 0,-1 0 0,0 0 0,-1 0 0,0 0 0,1 1 0,-2-1 0,1 1 0,-1 0 0,0 0 0,-1 0 0,2 13 0,-5 100 0,0-79 0,2 1 0,5 41 0,-2-65 0,0-1 0,1-1 0,1 1 0,1-1 0,11 23 0,2-4 0,28 40 0,-44-70 0,6 8 0,14 28 0,-21-38 0,0 0 0,-1 1 0,0-1 0,0 1 0,0-1 0,0 1 0,0 0 0,-1-1 0,0 1 0,1 0 0,-2 0 0,1-1 0,0 1 0,-1 4 0,-1-5 6,1 0 0,-1-1-1,1 1 1,-1-1 0,0 1-1,0-1 1,0 0 0,0 0 0,0 0-1,-1 0 1,1 0 0,-1 0-1,1-1 1,-1 1 0,1-1-1,-1 0 1,0 0 0,0 0 0,0 0-1,-4 1 1,-5 1-377,0-1-1,-1 0 1,-18 0 0,17-2-6455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8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0 24575,'-10'0'0,"-4"3"0,1 5 0,2 5 0,4 0-8191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9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74 24575,'-21'-12'0,"-57"-28"0,68 36 0,1 0 0,-1 1 0,0 0 0,-1 1 0,1 0 0,-11-1 0,19 3 0,0-1 0,-1 1 0,1 0 0,0 0 0,0 1 0,0-1 0,0 0 0,0 1 0,0-1 0,0 1 0,0 0 0,0 0 0,0-1 0,0 1 0,0 0 0,1 1 0,-1-1 0,0 0 0,0 1 0,-1 1 0,2-1 0,-1 1 0,1-1 0,-1 1 0,1 0 0,0 0 0,0-1 0,0 1 0,0 0 0,1 0 0,-1 0 0,1 0 0,0 0 0,0 5 0,1 9 0,0 0 0,1-1 0,1 1 0,1-1 0,0 0 0,1 1 0,1-2 0,1 1 0,0-1 0,0 0 0,2-1 0,0 1 0,1-2 0,0 1 0,1-1 0,0-1 0,16 13 0,109 82 0,-32-28 0,-101-77 0,0 1 0,0 0 0,0 0 0,-1 0 0,1 0 0,-1 0 0,0 1 0,0-1 0,3 8 0,-4-10 0,-1 0 0,1 1 0,-1-1 0,0 0 0,0 0 0,1 1 0,-1-1 0,0 0 0,0 1 0,0-1 0,-1 0 0,1 1 0,0-1 0,0 0 0,-1 1 0,1-1 0,-1 0 0,1 0 0,-1 1 0,1-1 0,-1 0 0,0 0 0,0 0 0,1 0 0,-1 0 0,0 0 0,0 0 0,0 0 0,0 0 0,0-1 0,0 1 0,-1 0 0,0 0 0,-4 2 0,1 0 0,-1-1 0,0 0 0,0 0 0,0-1 0,0 0 0,-10 1 0,-47-1 0,41-1 0,-7 0 0,1-2 0,-1 0 0,0-2 0,-50-14 0,77 17 0,0 1 0,1-1 0,-1 1 0,1-1 0,-1 0 0,1 0 0,-1 0 0,1 0 0,-1 0 0,0-1 0,1 1 0,1 1 0,0 0 0,0 0 0,0-1 0,0 1 0,-1 0 0,1 0 0,0-1 0,0 1 0,0 0 0,0 0 0,0-1 0,0 1 0,0 0 0,0-1 0,0 1 0,0 0 0,0 0 0,0-1 0,0 1 0,0 0 0,0-1 0,0 1 0,0 0 0,9-8 0,1 5 0,-1 0 0,1 0 0,0 1 0,0 0 0,0 1 0,0 0 0,13 1 0,25-3 0,-10-5-1365,-22 3-5461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49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302 169 24575,'-44'-37'0,"-1"3"0,-72-41 0,116 74 0,-7-3 0,0 0 0,1 0 0,-15-3 0,21 6 0,0 1 0,0-1 0,0 1 0,-1 0 0,1-1 0,0 1 0,0 0 0,0 0 0,-1 0 0,1 0 0,0 0 0,0 0 0,-1 0 0,1 1 0,0-1 0,0 0 0,0 1 0,-1-1 0,1 1 0,0-1 0,0 1 0,0-1 0,0 1 0,0 0 0,0-1 0,0 1 0,0 0 0,0 0 0,0 0 0,1 0 0,-1 0 0,0 0 0,1 0 0,-2 1 0,0 6 0,-1 1 0,1-1 0,1 0 0,-1 0 0,1 1 0,1-1 0,0 1 0,0-1 0,1 1 0,0-1 0,0 0 0,1 1 0,4 13 0,4 6 0,2-1 0,23 41 0,-16-32 0,37 64 0,11 23 0,-54-97 0,-1 2 0,13 47 0,-20-46 0,-1 0 0,-1 0 0,-1 0 0,-4 42 0,1-29 0,1-40 0,0 0 0,0 0 0,0 0 0,0 0 0,0 1 0,1-1 0,-1 0 0,1 0 0,0 0 0,-1 0 0,1 0 0,0 0 0,0-1 0,0 1 0,2 2 0,-2-3 0,0 0 0,0 0 0,1 0 0,-1 0 0,0-1 0,1 1 0,-1 0 0,0-1 0,1 1 0,-1-1 0,1 1 0,-1-1 0,1 0 0,0 0 0,-1 1 0,1-1 0,-1 0 0,1 0 0,-1-1 0,1 1 0,2-1 0,14-2 60,23-7 0,-35 8-246,-1 0 1,1 0-1,0 0 0,-1-1 1,0 0-1,0 0 1,10-8-1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0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24575,'31'29'0,"-22"-19"0,1-1 0,0-1 0,0 1 0,13 6 0,-17-11 0,0-1 0,1 0 0,0 0 0,-1 0 0,1-1 0,0 0 0,0 0 0,1 0 0,7-1 0,-12 0 0,0-2 0,1 1 0,-1 0 0,0-1 0,1 1 0,-1-1 0,0 0 0,0 0 0,0 0 0,1-1 0,-1 1 0,0-1 0,-1 1 0,1-1 0,0 0 0,0 0 0,-1-1 0,0 1 0,1 0 0,2-4 0,1-3 0,1 0 0,-2-1 0,1 0 0,6-17 0,-11 25 0,-1 1 0,1 0 0,-1 0 0,1 0 0,0-1 0,0 1 0,-1 0 0,1 0 0,0 0 0,0 0 0,0 0 0,0 0 0,0 0 0,0 1 0,1-1 0,-1 0 0,0 1 0,0-1 0,3 0 0,-2 0 0,0 1 0,0 0 0,0 0 0,0 0 0,0 0 0,0 0 0,0 0 0,0 1 0,0-1 0,-1 1 0,1-1 0,3 2 0,4 3 0,0 0 0,0 1 0,0 0 0,10 9 0,-12-9 0,3 2-455,-1 0 0,14 16 0,-13-11-6371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0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30 24575,'-18'-8'0,"-8"-2"0,-3 3 0,1 2 0,3 6 0,3 4 0,0 1 0,1 1 0,4 1 0,6-1-8191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1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24575,'8'29'0,"5"14"0,0 5 0,1 2 0,0-2 0,-1-4 0,-2-7 0,-2-5 0,1-2 0,-3-4 0,1-4 0,-1-3 0,1-2 0,-1-1 0,1-1 0,-1-1 0,1-2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1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0 24575,'-2'0'0,"-66"3"0,61-3 0,1 1 0,-1 1 0,0-1 0,0 1 0,1 0 0,-1 1 0,-8 4 0,13-6 0,1 0 0,0-1 0,-1 1 0,1 0 0,0 0 0,0 0 0,-1 0 0,1 0 0,0 0 0,0 1 0,1-1 0,-1 0 0,0 0 0,0 1 0,0-1 0,1 1 0,-1-1 0,1 0 0,-1 1 0,1-1 0,0 1 0,-1-1 0,1 3 0,0-2 0,1-1 0,-1 0 0,0 0 0,1 0 0,-1 1 0,1-1 0,0 0 0,-1 0 0,1 0 0,0 0 0,0 0 0,-1 0 0,1 0 0,0 0 0,0-1 0,0 1 0,0 0 0,0 0 0,0-1 0,0 1 0,1-1 0,-1 1 0,0-1 0,0 1 0,0-1 0,1 0 0,-1 1 0,2-1 0,16 2 0,0 0 0,-1-1 0,34-4 0,-3 1 0,-14 1-95,-16 0-159,1 1 0,0 1 0,-1 0 0,21 5 0,-27-3-6572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1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0 148 24575,'42'-75'0,"-37"67"0,1 0 0,0 1 0,0 0 0,0 0 0,1 0 0,14-10 0,-18 15 0,-1 1 0,1-1 0,0 1 0,0 0 0,0 0 0,0 0 0,0 0 0,0 1 0,1-1 0,-1 1 0,0 0 0,0 0 0,0 0 0,0 0 0,1 1 0,-1-1 0,0 1 0,0 0 0,0 0 0,0 0 0,0 0 0,0 0 0,5 4 0,4 2 0,0 1 0,0 1 0,18 17 0,-28-25 0,4 4 0,-1 0 0,0 0 0,0 1 0,7 11 0,-10-14 0,0 1 0,0-1 0,-1 1 0,1 0 0,-1 0 0,0 0 0,0 0 0,-1 0 0,1 0 0,-1 5 0,0 15 0,-2 0 0,-6 34 0,7-55 0,0 9 0,0-1 0,1 1 0,0 0 0,1-1 0,0 1 0,1-1 0,0 0 0,6 18 0,3 4 0,25 47 0,-16-45 0,1 0 0,50 60 0,-62-84 0,-5-6 0,-1 0 0,1 0 0,-1 0 0,0 0 0,2 7 0,-4-11 0,-1 0 0,1 0 0,-1 0 0,0 0 0,1 0 0,-1 0 0,0 0 0,0 0 0,0 0 0,0 0 0,0 1 0,0-1 0,0 0 0,0 0 0,0 0 0,-1 0 0,1 0 0,0 0 0,-1 0 0,1 0 0,0 0 0,-1 0 0,0 0 0,1 0 0,-1 0 0,1 0 0,-1 0 0,0-1 0,0 1 0,0 0 0,1 0 0,-1-1 0,0 1 0,0 0 0,-2 0 0,-11 4-69,-1 0 0,0 0 0,-1-2 0,-18 3 0,15-3-951,2 0-5806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3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5909 15 24575,'8'-7'0,"-8"7"0,0 0 0,0 0 0,0 0 0,0-1 0,0 1 0,0 0 0,-1 0 0,1 0 0,0-1 0,0 1 0,0 0 0,0 0 0,0 0 0,0 0 0,0-1 0,-1 1 0,1 0 0,0 0 0,0 0 0,0 0 0,0 0 0,-1-1 0,1 1 0,0 0 0,0 0 0,0 0 0,-1 0 0,1 0 0,0 0 0,-21-3 0,-7 5 0,-47 10 0,-9 1 0,-26-9 0,-5 1 0,-345 5 0,300-11 0,-513 41 0,556-27 0,-194 11 0,183-26 0,-136 3 0,158 6 0,-35 1 0,-33 2 0,94-5 0,-119 11 0,122-10 0,-96 3 0,22-1 0,-4-1 0,89-4 0,-73 13 0,55-5 0,-93 17 0,-11 2 0,97-26 0,56-4 0,-39 5 0,-10 3 0,-140-5 0,118-5 0,92 3 0,0 0 0,-16 4 0,-13 2 0,-64 8 0,-21 1 0,28-8 0,-45 1 0,-92 2-1365,213-9-5461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4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1020 336 24575,'-6'-5'0,"-1"0"0,0 0 0,0 0 0,0 1 0,0 0 0,0 1 0,-1 0 0,0 0 0,1 0 0,-1 1 0,0 0 0,-12-1 0,6 0 0,1-1 0,-1 0 0,1-1 0,-19-10 0,-13-4 0,-139-38 0,84 29 0,-294-83 0,380 107 0,0 1 0,1-1 0,0 0 0,0-1 0,-22-11 0,35 16 0,0 0 0,0 0 0,0 0 0,0 0 0,0 0 0,0 0 0,0 0 0,-1 0 0,1 0 0,0 0 0,0 0 0,0 0 0,0 0 0,0 0 0,0 0 0,0 0 0,0-1 0,0 1 0,0 0 0,0 0 0,0 0 0,-1 0 0,1 0 0,0 0 0,0 0 0,0 0 0,0 0 0,0 0 0,0-1 0,0 1 0,0 0 0,0 0 0,0 0 0,0 0 0,0 0 0,0 0 0,0 0 0,0 0 0,0 0 0,0-1 0,0 1 0,0 0 0,0 0 0,0 0 0,0 0 0,0 0 0,1 0 0,-1 0 0,0 0 0,0 0 0,0 0 0,0-1 0,0 1 0,7-2 0,11 1 0,3 2 0,1 1 0,-1 1 0,0 0 0,0 2 0,26 9 0,101 44 0,-118-45 0,421 184 0,-450-197 0,0 0 0,0 1 0,0-1 0,0 1 0,0-1 0,0 1 0,-1-1 0,1 1 0,0-1 0,0 1 0,-1 0 0,1 0 0,1 1 0,-2-2 0,0 0 0,0 0 0,0 1 0,0-1 0,0 0 0,0 0 0,0 1 0,0-1 0,0 0 0,0 1 0,0-1 0,0 0 0,0 0 0,-1 0 0,1 1 0,0-1 0,0 0 0,0 0 0,0 1 0,0-1 0,0 0 0,-1 0 0,1 0 0,0 1 0,0-1 0,0 0 0,-1 0 0,1 0 0,0 0 0,0 1 0,-1-1 0,-2 1 0,1 0 0,-1 0 0,0 0 0,0 0 0,0 0 0,0 0 0,-3-1 0,-355 66-1365,337-60-5461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5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60 128 24575,'-53'-118'0,"48"109"0,4 9 0,3 15 0,0-5 0,22 183 0,62 705-938,-69-756 938,25 177 0,-41-308 49,-1-7 24,1 0 1,-1 0-1,1 0 0,0 0 0,0 0 1,0 0-1,1-1 0,-1 1 1,4 5-1,-5-9-69,0 1 0,0-1 0,0 0 0,1 0 0,-1 0 0,0 1 0,0-1 0,0 0 0,0 0 0,1 0 0,-1 1 0,0-1 0,0 0 0,0 0-1,1 0 1,-1 0 0,0 0 0,0 1 0,1-1 0,-1 0 0,0 0 0,0 0 0,1 0 0,-1 0 0,0 0 0,1 0 0,-1 0 0,0 0 0,0 0 0,1 0 0,-1 0 0,0 0 0,0 0 0,1 0 0,-1-1 0,1 1 0,5-10 19,0-15-37,-3 4-1351,-2 0-5461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6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80 24575,'-2'-2'0,"1"0"0,0-1 0,0 1 0,1-1 0,-1 1 0,0-1 0,1 1 0,-1-1 0,1 0 0,0 1 0,0-1 0,0 0 0,0 1 0,1-1 0,-1 1 0,1-4 0,0 4 0,0 0 0,0 1 0,0-1 0,0 0 0,0 1 0,0-1 0,0 0 0,1 1 0,-1 0 0,1-1 0,-1 1 0,1 0 0,-1 0 0,1 0 0,0 0 0,-1 0 0,1 0 0,0 0 0,0 0 0,0 1 0,0-1 0,3 0 0,12-1 0,0 0 0,0 2 0,32 1 0,-7 1 0,263 21 0,-47-1 0,-123-14 0,61 1 0,79-2 0,25 1 0,38 0 0,26-1 0,-318-6-89,-12-1-336,1 0-1,44-7 1,-62 3-6401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6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24575,'3'-8'0,"3"-5"0,-3 13 0,0 8 0,5 38 0,-2 0 0,-3 1 0,-2 53 0,3 40 0,3-15 0,-14 220 0,-1-175 0,10-139 0,0 0 0,2 1 0,10 41 0,6 9 0,-19-78-97,0 1-1,-1-1 1,1 1-1,-1-1 1,0 1-1,0-1 1,0 1-1,-1 0 1,0-1-1,0 1 1,0-1-1,0 0 0,-3 6 1,-2 3-6729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7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2236 22 24575,'-2'7'0,"1"-1"0,-1 1 0,-1-1 0,1 0 0,-1 0 0,0 0 0,-4 6 0,4-9 0,1 0 0,-1 0 0,0-1 0,0 1 0,0-1 0,0 0 0,0 1 0,0-2 0,0 1 0,-1 0 0,1-1 0,-1 1 0,0-1 0,-4 1 0,-9 1 0,0-1 0,0 0 0,0-2 0,-28-2 0,5 1 0,-279-15 0,-19 0 0,46 17 0,-145-1 0,300-8-455,1-5 0,-187-42 0,297 49-6371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8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24575,'9'139'0,"10"24"0,-18-69 0,1-2 0,-2-91 0,0 1 0,0-1 0,1 1 0,-1-1 0,1 0 0,-1 1 0,1-1 0,-1 0 0,1 1 0,0-1 0,0 0 0,-1 0 0,1 1 0,0-1 0,0 0 0,0 0 0,0 0 0,0 0 0,1 0 0,-1-1 0,0 1 0,0 0 0,1-1 0,-1 1 0,0 0 0,1-1 0,-1 1 0,0-1 0,4 1 0,3 0 0,0-1 0,0 1 0,1-1 0,9-1 0,-3 0 0,43-4 0,81-17 0,-122 19 0,-12 2 14,0 0-1,0 0 0,-1-1 0,1 1 1,0-1-1,-1 0 0,1 0 1,5-5-1,-8 6-96,0-1 1,0 0-1,0 0 1,0 0-1,-1 0 1,1 0-1,-1 0 1,1 0-1,-1-1 1,0 1-1,0 0 1,0-1-1,0 1 1,0-1-1,-1 1 1,1-1-1,-1-3 1,1-7-6744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8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24575,'3'10'0,"0"6"0,0 4 0,0-1 0,-1 1 0,-1-2 0,0 0 0,2-1 0,0-2 0,0 1 0,2-1 0,0 0 0,0 0 0,-2 0 0,-1-2-8191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8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57 24575,'-31'-13'0,"-13"-4"0,-1 3 0,1 5 0,6 5 0,7 4 0,6 5 0,4 1 0,7 2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8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24575,'0'10'0,"0"6"0,0 4 0,0-1 0,0 1 0,2-4 0,2-2 0,-1-1 0,2 0 0,1 1 0,-2 0 0,2-2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9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67 24575,'-28'-18'0,"-12"-3"0,0 4 0,5 8 0,6 8 0,7 4-8191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3:59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1 24575,'-29'2'0,"-11"2"0,-2-1 0,1 0 0,5 1 0,6 1 0,5-1 0,2-2 0,3 0 0,1-1 0,5 0-8191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2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804 68 24575,'21'-13'0,"41"-17"0,-43 21 0,-4 4 0,-11 4 0,-1 0 0,0-1 0,0 1 0,0 0 0,5-4 0,-20 10 0,-23 5 0,-2-2 0,0-2 0,-62 3 0,-76-8 0,83-3 0,-231 2 0,303 1 0,1 1 0,-1 1 0,-29 9 0,46-11 0,0-1 0,0 1 0,0 1 0,1-1 0,-1 0 0,-3 3 0,6-4 0,0 0 0,0 0 0,-1 0 0,1 1 0,0-1 0,0 0 0,-1 0 0,1 0 0,0 1 0,0-1 0,0 0 0,0 1 0,-1-1 0,1 0 0,0 0 0,0 1 0,0-1 0,0 0 0,0 1 0,0-1 0,0 0 0,0 1 0,0-1 0,0 0 0,0 1 0,0 0 0,1-1 0,-1 1 0,0-1 0,1 1 0,-1-1 0,1 1 0,-1-1 0,1 1 0,0-1 0,-1 1 0,1-1 0,-1 0 0,1 1 0,0-1 0,-1 0 0,2 1 0,21 7 0,0-2 0,0 0 0,27 2 0,4 1 0,-14-1 0,24 5 0,83 27 0,-143-38 0,0-1 0,1 1 0,-1 0 0,0 1 0,-1-1 0,1 0 0,3 4 0,-6-5 0,0-1 0,-1 1 0,1 0 0,-1-1 0,1 1 0,0 0 0,-1-1 0,0 1 0,1 0 0,-1 0 0,1 0 0,-1-1 0,0 1 0,0 0 0,1 0 0,-1 0 0,0 0 0,0 0 0,0-1 0,0 1 0,0 0 0,0 0 0,0 0 0,-1 0 0,1 0 0,0 0 0,0-1 0,-1 1 0,1 0 0,0 0 0,-1 0 0,1-1 0,-1 1 0,1 0 0,-1 0 0,1-1 0,-1 1 0,1-1 0,-1 1 0,0 0 0,1-1 0,-1 1 0,-1 0 0,-24 17 0,0 0 0,-1-1 0,-47 20 0,35-18 0,-24 12 0,16-9 0,-47 30 0,93-51 0,-1 0 0,0 0 0,1 1 0,-1-1 0,1 0 0,-1 1 0,1-1 0,-2 4 0,2-4 0,1-1 0,0 0 0,0 1 0,0-1 0,0 1 0,-1-1 0,1 1 0,0-1 0,0 1 0,0-1 0,0 1 0,0-1 0,0 1 0,0 0 0,1-1 0,-1 1 0,0-1 0,0 0 0,0 1 0,0-1 0,1 1 0,-1-1 0,0 1 0,0-1 0,1 1 0,-1-1 0,0 0 0,1 1 0,-1-1 0,0 0 0,1 1 0,-1-1 0,1 0 0,-1 1 0,1-1 0,-1 0 0,1 0 0,-1 0 0,1 1 0,8 2 0,0 0 0,0 0 0,0-1 0,0 0 0,0-1 0,14 1 0,0 0 0,217 15 0,-127-11 0,-66-4-108,137 13-1149,-169-13-5569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2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6 24575,'-1'-5'0,"0"5"0,-3 10 0,-2 19 0,6-16 0,1 1 0,-1-1 0,2 0 0,3 16 0,18 53 0,1 4 0,-24-85 0,6 26 0,-1 1 0,3 54 0,-9-79-1365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3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0 24575,'-4'1'0,"0"-1"0,0 1 0,0 0 0,0 0 0,0 1 0,0-1 0,0 1 0,0 0 0,0 0 0,1 0 0,-1 0 0,1 0 0,0 1 0,0 0 0,-1 0 0,-3 5 0,0 0 0,-1 1 0,2 1 0,-1-1 0,-8 20 0,15-29 0,-1 1 0,1-1 0,0 1 0,0-1 0,-1 1 0,1-1 0,0 1 0,0 0 0,0-1 0,0 1 0,0-1 0,0 1 0,0-1 0,0 1 0,0 0 0,0-1 0,0 1 0,0-1 0,0 1 0,0 0 0,1-1 0,-1 1 0,0-1 0,0 1 0,1-1 0,-1 1 0,0-1 0,1 1 0,-1-1 0,1 0 0,-1 1 0,0-1 0,1 1 0,-1-1 0,1 0 0,-1 1 0,1-1 0,-1 0 0,1 0 0,-1 1 0,1-1 0,0 0 0,0 0 0,4 2 0,1-1 0,-1 0 0,0-1 0,7 1 0,-2 0 0,230 26 0,-213-22-1365,-16-2-5461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5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24575,'1'-1'0,"-1"1"0,0 0 0,0 0 0,1-1 0,-1 1 0,0 0 0,1 0 0,-1-1 0,0 1 0,1 0 0,-1 0 0,0 0 0,1 0 0,-1 0 0,0-1 0,1 1 0,-1 0 0,1 0 0,-1 0 0,0 0 0,1 0 0,-1 0 0,0 0 0,1 0 0,-1 0 0,1 0 0,-1 1 0,0-1 0,1 0 0,-1 0 0,0 0 0,1 0 0,0 1 0,17 5 0,-16-6 0,32 14 0,61 34 0,-49-23 0,-19-10-682,41 28-1,-58-36-6143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 24575,'-10'7'0,"0"1"0,0 0 0,1 1 0,0 0 0,0 0 0,1 1 0,1 0 0,0 1 0,0-1 0,1 1 0,0 1 0,1-1 0,0 1 0,-5 18 0,-15 40-1365,21-60-5461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6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17 24575,'-12'-4'0,"0"1"0,0 0 0,-1 0 0,-20 0 0,27 3 0,0 0 0,0 0 0,0 1 0,0-1 0,0 2 0,0-1 0,0 1 0,0-1 0,0 2 0,1-1 0,-11 6 0,13-6 0,0 1 0,1-1 0,-1 1 0,0-1 0,1 1 0,0 0 0,-1 0 0,1 0 0,1 0 0,-1 0 0,0 0 0,1 0 0,-1 1 0,1-1 0,0 1 0,0-1 0,0 1 0,1-1 0,-1 1 0,1 5 0,0 7 0,1 0 0,1 0 0,4 22 0,-2-14 0,18 122 0,5-3 0,-26-138 0,0 0 0,0 0 0,1 0 0,0 0 0,0 0 0,0 0 0,0 0 0,1-1 0,5 8 0,-5-9 0,-1 0 0,1-1 0,0 1 0,1-1 0,-1 1 0,0-1 0,1 0 0,-1 0 0,1-1 0,-1 1 0,1-1 0,0 1 0,5 0 0,12 1 0,1 0 0,0-2 0,0 0 0,44-5 0,-64 4-44,-1-1 0,0 1 0,1 0 0,-1 0 0,1-1 0,-1 1 0,0-1 0,1 1 0,-1-1 0,0 0 0,0 0 0,1 1 0,-1-1 0,0 0 0,0 0 0,0 0 0,0 0 0,0 0-1,0 0 1,0-1 0,-1 1 0,1 0 0,0 0 0,-1-1 0,1 1 0,0 0 0,-1-1 0,0 1 0,1 0 0,-1-3 0,2-7-6782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6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10 24575,'-2'-9'0,"-2"16"0,-2 18 0,4-2 0,2 0 0,0 1 0,1-1 0,2 0 0,0 1 0,9 27 0,4 8 0,30 65 0,-16-49-1365,-26-62-5461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6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 24575,'0'0'0,"-1"0"0,0 0 0,1 0 0,-1 1 0,1-1 0,-1 0 0,1 1 0,-1-1 0,1 0 0,-1 1 0,1-1 0,-1 1 0,1-1 0,-1 1 0,1-1 0,-1 1 0,1-1 0,0 1 0,0-1 0,-1 1 0,-7 15 0,6-10 0,-3 3 0,1 1 0,1 0 0,-1 0 0,1 0 0,1 1 0,0-1 0,-1 15 0,3-23 0,0 0 0,0 1 0,0-1 0,0 0 0,0 0 0,1 1 0,-1-1 0,1 0 0,-1 0 0,1 0 0,0 1 0,0-1 0,0 0 0,0 0 0,0 0 0,1 0 0,-1-1 0,0 1 0,1 0 0,0 0 0,-1-1 0,1 1 0,0-1 0,0 0 0,-1 1 0,1-1 0,0 0 0,1 0 0,-1 0 0,0 0 0,0-1 0,0 1 0,0 0 0,1-1 0,-1 0 0,0 1 0,0-1 0,1 0 0,3-1 0,9 0 0,-1-1 0,0 0 0,1-1 0,-1-1 0,23-10 0,-6 4 0,-1-1-1365,-17 6-5461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7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0 109 24575,'5'-11'0,"1"1"0,0 0 0,0 0 0,1 1 0,0-1 0,15-13 0,-19 21 0,0-1 0,0 0 0,1 1 0,-1 0 0,1 0 0,0 0 0,-1 0 0,1 1 0,0-1 0,0 1 0,0 0 0,0 0 0,0 0 0,1 1 0,-1-1 0,0 1 0,0 0 0,0 0 0,0 1 0,0-1 0,1 1 0,3 1 0,4 2 0,1 1 0,21 12 0,0 0 0,-29-15 0,1 1 0,-1-1 0,0 1 0,-1 0 0,1 0 0,0 1 0,5 4 0,-8-6 0,-1 1 0,1-1 0,0 1 0,-1-1 0,1 1 0,-1 0 0,0 0 0,0 0 0,0 0 0,0-1 0,-1 1 0,1 0 0,-1 0 0,1 0 0,-1 4 0,-1 5 0,0 0 0,0 0 0,-5 17 0,3-15 0,0-1 0,0 19 0,3-4 0,1 1 0,2-1 0,0 1 0,14 47 0,47 105 0,-60-172 0,2 4 0,-1 0 0,-1 1 0,1-1 0,3 25 0,-8-37 0,0 1 0,0-1 0,0 1 0,0-1 0,0 1 0,-1-1 0,1 0 0,0 1 0,-1-1 0,1 0 0,-1 1 0,1-1 0,-1 0 0,0 0 0,1 1 0,-1-1 0,0 0 0,0 0 0,-1 1 0,0 0 0,-1 0 0,1-1 0,0 1 0,-1-1 0,1 0 0,-1 0 0,1 0 0,-1 0 0,-3 1 0,-5 0 0,-1 0 0,1-1 0,-19-1 0,28 0 0,-29 0-1365,18-1-5461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8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24575,'3'0'0,"0"3"0,1 3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19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24575,'5'49'0,"16"73"0,29 65 0,-1-4 0,-24-58 0,-13-180 0,-8 35 0,0 1 0,2-1 0,8-18 0,-12 33 0,0 0 0,0 1 0,1-1 0,-1 1 0,1 0 0,0 0 0,0 0 0,1 0 0,-1 1 0,1-1 0,0 1 0,0 0 0,0 0 0,0 0 0,0 0 0,1 1 0,8-4 0,-9 5 0,1 0 0,-1 1 0,1-1 0,-1 1 0,1 0 0,0 0 0,-1 1 0,1-1 0,-1 1 0,0 0 0,1 0 0,-1 1 0,0-1 0,1 1 0,-1 0 0,0 0 0,0 0 0,0 1 0,-1 0 0,6 4 0,3 4 0,0 0 0,-1 0 0,0 2 0,12 18 0,-21-28-195,1 1 0,-1 0 0,0-1 0,0 1 0,-1 0 0,3 8 0,-2 0-6631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0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45 24575,'-5'-4'0,"0"-1"0,-1 1 0,1 0 0,-1 0 0,0 1 0,0-1 0,0 1 0,-1 1 0,1-1 0,-1 1 0,0 0 0,-10-1 0,13 2 0,-1 1 0,1 0 0,-1-1 0,1 2 0,-1-1 0,1 0 0,-1 1 0,1 0 0,0 0 0,-1 0 0,1 1 0,0-1 0,0 1 0,0 0 0,0 0 0,0 1 0,1-1 0,-1 1 0,1 0 0,-6 4 0,7-3 0,-1-1 0,1 1 0,0 0 0,0 0 0,0-1 0,0 1 0,1 1 0,-1-1 0,1 0 0,0 0 0,1 0 0,-1 1 0,1-1 0,0 0 0,0 1 0,0-1 0,0 0 0,1 1 0,1 5 0,1 5 0,1-1 0,1-1 0,0 1 0,11 19 0,2-2 0,25 33 0,16 28 0,-42-59 0,21 57 0,-32-74 0,-1 1 0,-1 0 0,-1 0 0,-1 0 0,1 30 0,-4-24 0,0-17 0,1 0 0,-1 0 0,1 0 0,1 0 0,-1 0 0,1 0 0,2 8 0,-3-13 0,1 0 0,-1-1 0,0 1 0,1 0 0,0 0 0,-1 0 0,1 0 0,-1-1 0,1 1 0,0 0 0,0-1 0,-1 1 0,1 0 0,0-1 0,0 1 0,0-1 0,0 1 0,-1-1 0,1 0 0,0 1 0,0-1 0,0 0 0,0 0 0,0 1 0,0-1 0,0 0 0,2 0 0,2-1 0,1 1 0,-1-1 0,0 0 0,7-3 0,5 0 0,3 1 60,22-7 0,-35 8-272,0-1 0,0 1 0,0-1-1,0 0 1,-1-1 0,9-6 0,-5 2-6614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0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24575,'0'0'0,"-1"0"0,1 0 0,0 0 0,0 0 0,0 0 0,0 0 0,0 0 0,0 0 0,0 0 0,0 0 0,0 0 0,0 0 0,0 0 0,0-1 0,0 1 0,0 0 0,0 0 0,0 0 0,0 0 0,1 0 0,-1 0 0,0 0 0,0 0 0,0 0 0,0 0 0,0 0 0,0 0 0,0 0 0,0 0 0,0 0 0,0-1 0,0 1 0,0 0 0,0 0 0,0 0 0,0 0 0,0 0 0,0 0 0,0 0 0,1 0 0,-1 0 0,0 0 0,0 0 0,0 0 0,0 0 0,0 0 0,0 0 0,0 0 0,0 0 0,0 0 0,0 0 0,0 0 0,0 0 0,0 0 0,1 0 0,-1 0 0,0 0 0,0 0 0,0 0 0,0 0 0,0 0 0,0 1 0,6 4 0,4 9 0,-2-1 0,1 1 0,0-1 0,1 0 0,0-1 0,1-1 0,21 18 0,-27-25 0,2 2 0,0-1 0,0 1 0,1-2 0,15 8 0,-22-11 0,1-1 0,-1 1 0,0-1 0,1 1 0,-1-1 0,0 0 0,1 0 0,-1 1 0,0-1 0,1 0 0,-1 0 0,0 0 0,1-1 0,-1 1 0,1 0 0,-1 0 0,0-1 0,1 1 0,-1-1 0,0 1 0,0-1 0,0 1 0,1-1 0,-1 0 0,0 0 0,0 0 0,0 1 0,0-1 0,0 0 0,0 0 0,0 0 0,0-1 0,-1 1 0,1 0 0,0 0 0,-1 0 0,1-1 0,-1 1 0,2-3 0,-1-1 0,0-1 0,0 0 0,0 0 0,-1 1 0,1-1 0,-1 0 0,-2-8 0,2 8 0,-1 0 0,1 0 0,0 0 0,1 1 0,-1-1 0,3-10 0,-2 15 0,-1 0 0,0 0 0,0 1 0,1-1 0,-1 1 0,0-1 0,0 0 0,1 1 0,-1-1 0,1 1 0,-1-1 0,1 1 0,-1-1 0,1 1 0,-1-1 0,1 1 0,-1-1 0,1 1 0,0 0 0,-1-1 0,1 1 0,-1 0 0,1 0 0,0-1 0,1 1 0,-1 0 0,1 0 0,-1 0 0,1 0 0,-1 1 0,1-1 0,-1 0 0,1 1 0,-1-1 0,0 1 0,1 0 0,1 1 0,4 2 0,0 1 0,0 1 0,8 7 0,-13-11 0,66 53 0,-5-4 0,-15-12-1365,-39-33-5461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30 24575,'-5'-5'0,"-5"-2"0,-3 0 0,-1 2 0,-2 1 0,0 2 0,0 3 0,0 2 0,0 1 0,-2 1 0,-1 1 0,0-2 0,4 0-8191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1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24575,'1'27'0,"1"-1"0,1 1 0,8 29 0,26 76 0,-36-131 0,19 55 0,4-2 0,48 85 0,-71-137 0,19 33-1365,-17-25-5461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1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5 24575,'-4'-1'0,"0"0"0,0 0 0,0 0 0,0 1 0,0 0 0,0-1 0,0 1 0,0 1 0,0-1 0,0 1 0,0-1 0,0 1 0,1 0 0,-1 1 0,0-1 0,0 0 0,1 1 0,-1 0 0,1 0 0,-4 3 0,-6 5 0,2 0 0,-1 0 0,-18 24 0,16-18 0,12-14 0,1-1 0,0 0 0,0 1 0,0-1 0,0 1 0,0 0 0,0-1 0,1 1 0,-1 0 0,0-1 0,1 1 0,0 0 0,-1 0 0,1 2 0,0-3 0,0 0 0,0-1 0,0 1 0,0-1 0,0 1 0,0-1 0,0 1 0,1-1 0,-1 1 0,0-1 0,0 1 0,1-1 0,-1 0 0,0 1 0,1-1 0,-1 1 0,0-1 0,1 0 0,-1 1 0,1-1 0,0 1 0,0-1 0,0 1 0,1-1 0,-1 1 0,0-1 0,0 0 0,0 0 0,0 0 0,0 1 0,1-1 0,-1 0 0,2-1 0,47-4 0,-31 2 0,1 1 0,-1 1 0,32 2 0,62 18 9,-67-11-1383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24575,'2'-7'0,"0"1"0,1 0 0,0-1 0,0 1 0,0 0 0,1 1 0,0-1 0,0 1 0,5-6 0,-7 9 0,1 0 0,-1 0 0,0 1 0,1-1 0,-1 1 0,1-1 0,0 1 0,-1 0 0,1 0 0,0 0 0,0 0 0,0 0 0,-1 1 0,1-1 0,0 1 0,0 0 0,0 0 0,0 0 0,0 0 0,0 1 0,0-1 0,0 1 0,3 0 0,4 2 0,-1 0 0,1 1 0,-1 0 0,0 0 0,0 1 0,9 6 0,-17-10 0,0 0 0,-1 0 0,1 0 0,0 0 0,0 0 0,-1 0 0,1 0 0,-1 0 0,1 0 0,-1 0 0,1 0 0,-1 1 0,0-1 0,1 0 0,-1 0 0,0 0 0,0 1 0,0-1 0,0 0 0,0 0 0,0 3 0,-9 27 0,2-12 0,4-1 0,1 0 0,1 1 0,0-1 0,1 0 0,1 1 0,1-1 0,5 26 0,41 125 0,-40-144 0,37 97 0,-44-120 0,0 0 0,0 0 0,0 1 0,-1-1 0,1 0 0,-1 0 0,1 0 0,-1 0 0,0 0 0,0 1 0,0-1 0,0 0 0,0 0 0,-1 0 0,1 0 0,-1 1 0,-1 2 0,1-2 0,-1-1 0,0 0 0,1 0 0,-1 0 0,0 0 0,0-1 0,0 1 0,0-1 0,-1 1 0,1-1 0,0 1 0,-1-1 0,1 0 0,-5 1 0,-83 29-1365,75-27-5461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4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0 330 24575,'3'-2'0,"-1"1"0,0-1 0,0 1 0,1-1 0,-1 1 0,1 0 0,-1 0 0,1 0 0,-1 1 0,1-1 0,0 0 0,3 1 0,37-2 0,-31 2 0,95-7 0,3-1 0,31-1 0,-61 3 0,78-8 0,68-2 0,-5 1 0,-90 7 0,18 0 0,864 7 0,-489 2 0,-467-4 0,1-2 0,56-14 0,-16 3 0,-93 15 0,136-16 0,-87 12 0,120-5 0,-90 10 0,251-9 0,-8 4 0,-236 12 0,31 1 0,-102-8 0,24 0 0,69 9 0,-74-5 0,71-1 0,-65-4 0,44 7 0,103 13 0,9-13 0,-142-7 0,-44 0 0,0 0 0,18-5 0,-17 3 0,26-1 0,-27 4 0,13 0 0,-27 0 0,1 0 0,-1 0 0,1 0 0,-1 0 0,1-1 0,-1 1 0,0 0 0,1-1 0,-1 0 0,1 1 0,-1-1 0,0 0 0,2 0 0,-3 0 0,0 1 0,0 0 0,0-1 0,0 1 0,0 0 0,0-1 0,0 1 0,0-1 0,0 1 0,0 0 0,0-1 0,0 1 0,0 0 0,0-1 0,0 1 0,0 0 0,0-1 0,-1 1 0,1 0 0,0-1 0,0 1 0,0 0 0,-1 0 0,1-1 0,0 1 0,0 0 0,-1 0 0,1-1 0,0 1 0,-1 0 0,1 0 0,0 0 0,0-1 0,-1 1 0,1 0 0,0 0 0,-1 0 0,-13-8 0,14 8 0,-37-16 0,2-1 0,0-2 0,1-2 0,-57-45 0,90 64 0,-9-7 0,9 6 0,7 4 0,12 8 0,0 1 0,-1 0 0,24 19 0,-24-16 0,-3-4 0,55 43 0,-58-43 0,0 1 0,-1 0 0,17 22 0,-25-29 0,0-1 0,-1 1 0,1 0 0,0 0 0,-1 0 0,0 0 0,0 0 0,0 0 0,0 1 0,0-1 0,-1 0 0,0 0 0,1 1 0,-1-1 0,0 0 0,-1 7 0,0-8 0,0 0 0,1 1 0,-1-1 0,0 0 0,-1 0 0,1 1 0,0-1 0,0 0 0,-1 0 0,0 0 0,1 0 0,-1-1 0,0 1 0,0 0 0,0-1 0,0 1 0,0-1 0,0 0 0,0 0 0,0 0 0,-1 0 0,1 0 0,-3 1 0,-28 6-110,-59 9 0,61-12-1035,11-2-5681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4:26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608 314 24575,'0'0'0,"0"0"0,0 0 0,0 0 0,0 0 0,0 0 0,1 0 0,-1 0 0,0 0 0,0 0 0,0 0 0,0 0 0,0 0 0,1-1 0,-1 1 0,0 0 0,0 0 0,0 0 0,0 0 0,0 0 0,0 0 0,0 0 0,0 0 0,0-1 0,1 1 0,-1 0 0,0 0 0,0 0 0,0 0 0,0 0 0,0 0 0,0-1 0,0 1 0,0 0 0,0 0 0,0 0 0,0 0 0,0 0 0,0 0 0,0-1 0,0 1 0,0 0 0,0 0 0,0 0 0,-4-10 0,-7-8 0,7 13 0,-1-1 0,0 2 0,0-1 0,-1 0 0,1 1 0,-1 0 0,0 0 0,-9-4 0,-56-20 0,38 16 0,-120-47 0,-26-18 0,124 52 0,52 24 0,-2-1 0,0 0 0,1 0 0,-1-1 0,1 0 0,-1 1 0,1-2 0,-6-4 0,10 8 0,0 0 0,0 0 0,-1-1 0,1 1 0,0 0 0,0 0 0,0 0 0,-1 0 0,1-1 0,0 1 0,0 0 0,0 0 0,0-1 0,0 1 0,0 0 0,-1 0 0,1-1 0,0 1 0,0 0 0,0 0 0,0-1 0,0 1 0,0 0 0,0 0 0,0-1 0,0 1 0,0 0 0,0 0 0,0-1 0,1 1 0,6-1 0,12 5 0,-19-4 0,50 18 0,80 40 0,-57-23 0,108 65 0,-175-96 0,-1 0 0,1 0 0,0 1 0,-1 0 0,0 0 0,0 0 0,6 9 0,-10-13 0,0 0 0,0 0 0,-1 1 0,1-1 0,0 0 0,0 1 0,-1-1 0,1 1 0,-1-1 0,1 1 0,-1 0 0,0-1 0,1 1 0,-1-1 0,0 1 0,0-1 0,0 1 0,0 0 0,0-1 0,-1 1 0,1-1 0,0 1 0,-1-1 0,1 1 0,-1-1 0,0 1 0,1-1 0,-1 1 0,0-1 0,0 0 0,0 1 0,0-1 0,0 0 0,0 0 0,0 0 0,-1 0 0,1 0 0,-2 1 0,-6 3 0,0 0 0,0-1 0,-1 0 0,1-1 0,-1 0 0,0-1 0,-18 3 0,-19 5 0,-37 16-1365,62-18-5461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5:59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24575,'1'-5'0,"0"1"0,0-1 0,1 0 0,0 1 0,-1-1 0,2 1 0,-1-1 0,6-7 0,-7 11 0,0 0 0,0 0 0,0 0 0,0-1 0,1 1 0,-1 0 0,0 1 0,1-1 0,-1 0 0,0 0 0,1 1 0,-1-1 0,1 0 0,-1 1 0,1 0 0,0-1 0,-1 1 0,1 0 0,-1 0 0,1 0 0,0 0 0,-1 0 0,1 0 0,0 0 0,-1 0 0,1 1 0,-1-1 0,1 1 0,1 0 0,6 3 0,-1 0 0,-1 0 0,1 1 0,-1 0 0,0 0 0,9 8 0,34 41 0,-22-23 0,-8-12 0,25 20 0,13 11 0,-15-4 0,-2 1 0,-2 2 0,-2 2 0,-2 1 0,51 104 0,-73-127 0,86 198 0,91 190 0,-94-184 0,-79-186 0,83 244 0,-25-69 0,-43-120 0,29 161 0,-21 11 0,-25-56 0,0-11 0,-12-173 0,-1-1 0,-3 1 0,0 0 0,-12 64 0,-93 460 0,100-528 0,-25 139 0,-29 58 0,42-160 0,-7 17 0,9-43 0,-1-1 0,-2-1 0,-44 68 0,62-106 0,0 0 0,1 0 0,-1 0 0,0 0 0,1 0 0,-1 0 0,1 0 0,-1 0 0,1 0 0,0 1 0,-1-1 0,1 0 0,0 0 0,0 3 0,0-4 0,0 0 0,0 0 0,0 1 0,0-1 0,0 0 0,1 0 0,-1 0 0,0 1 0,0-1 0,0 0 0,0 0 0,1 0 0,-1 0 0,0 0 0,0 1 0,0-1 0,0 0 0,1 0 0,-1 0 0,0 0 0,0 0 0,1 0 0,-1 0 0,0 0 0,0 0 0,0 0 0,1 0 0,12-2 0,29-15 0,59-34 0,-64 31 0,0 1 0,49-16 0,-15 18 0,-48 12 0,0-1 0,30-11 0,-52 16 0,1 1 0,0-1 0,-1 0 0,1 0 0,-1 0 0,0 0 0,1 0 0,-1 0 0,0 0 0,1 0 0,-1-1 0,0 1 0,0 0 0,0-1 0,0 1 0,0-1 0,0 1 0,-1-1 0,1 1 0,0-1 0,-1 0 0,1-1 0,-1 1 0,0 0 0,0 0 0,0 0 0,0 0 0,-1 0 0,1 0 0,0 0 0,-1 0 0,0 0 0,1 0 0,-1 1 0,0-1 0,0 0 0,0 0 0,0 1 0,0-1 0,-1 0 0,1 1 0,-2-2 0,2 1 0,-1 1 0,0-1 0,1 1 0,-1 0 0,0-1 0,1 1 0,-1 0 0,0 0 0,0 0 0,0 0 0,0 0 0,0 1 0,0-1 0,0 0 0,-1 1 0,1 0 0,0 0 0,0-1 0,-2 1 0,0 1 0,1 0 0,0-1 0,0 1 0,0 0 0,0 0 0,0 1 0,0-1 0,0 1 0,1-1 0,-1 1 0,-4 3 0,-3 6 0,-1-1 0,1 2 0,1-1 0,-11 18 0,19-28 0,-8 11 0,0 0 0,-1 0 0,0-2 0,-1 1 0,0-1 0,-1 0 0,0-1 0,0-1 0,-1 0 0,0-1 0,-1 0 0,0-1 0,0 0 0,0-1 0,-25 5 0,13-4 0,-1-1 0,-44 3 0,63-8 0,-1 0 0,1-1 0,-1 1 0,1-2 0,0 1 0,0-1 0,-1-1 0,1 1 0,0-1 0,1-1 0,-1 0 0,-12-7 0,19 9 2,-1 1-1,0-1 0,0 0 1,1 0-1,-1 0 0,0 0 1,1 0-1,0 0 0,0 0 1,-1 0-1,1 0 0,1-1 1,-1 1-1,-1-5 0,0-3-22,1 0 0,0-14-1,-2-6-1299,1 13-5505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0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24575,'96'171'0,"-79"-146"0,0-1 0,2-1 0,0-1 0,37 32 0,-50-48 0,0-2 0,1 1 0,-1-1 0,1 0 0,0 0 0,0-1 0,0 0 0,0 0 0,10 2 0,-14-5 0,-1 1 0,1-1 0,-1 0 0,1 0 0,-1 0 0,1 0 0,-1 0 0,1 0 0,0-1 0,-1 0 0,1 1 0,-1-1 0,0 0 0,1 0 0,-1 0 0,0 0 0,0-1 0,1 1 0,-1-1 0,0 1 0,0-1 0,-1 0 0,1 0 0,0 1 0,0-1 0,-1-1 0,1 1 0,-1 0 0,0 0 0,0 0 0,1-4 0,4-7 0,-2 0 0,0 0 0,0 0 0,-1-1 0,-1 0 0,0 1 0,-1-1 0,-1 0 0,0 0 0,-1 0 0,-2-16 0,1 22 0,1 6 0,1 0 0,-1-1 0,1 1 0,-1 0 0,1-1 0,0 1 0,0 0 0,0-1 0,0 1 0,1-1 0,-1 1 0,2-4 0,-2 6 0,0 0 0,1-1 0,-1 1 0,1 0 0,-1 0 0,1 0 0,-1 0 0,0 0 0,1 0 0,-1 0 0,1 1 0,-1-1 0,1 0 0,-1 0 0,0 0 0,1 0 0,-1 0 0,1 1 0,-1-1 0,0 0 0,1 0 0,-1 1 0,0-1 0,1 0 0,-1 1 0,0-1 0,0 0 0,1 1 0,-1-1 0,11 12 0,-10-12 0,35 45 0,-26-30 0,1-1 0,0-1 0,1 0 0,1-1 0,0 0 0,26 18 0,-28-24 0,0 0 0,1-1 0,16 6 0,-23-9 0,0-1 0,0 0 0,0 0 0,0 0 0,1 0 0,-1-1 0,0 0 0,1 0 0,-1 0 0,9-3 0,-12 3 0,0-1 0,0 0 0,0 0 0,0 0 0,-1 0 0,1 0 0,0-1 0,0 1 0,-1 0 0,1-1 0,-1 0 0,1 1 0,-1-1 0,0 0 0,0 1 0,1-1 0,-1 0 0,0 0 0,-1 0 0,1 0 0,0 0 0,-1 0 0,1 0 0,-1 0 0,1-1 0,-1 1 0,0 0 0,0-4 0,0-1 0,0-1 0,-1 0 0,0 0 0,-1 0 0,1 0 0,-5-12 0,-1 5 0,-1-1 0,0 1 0,-1 1 0,0 0 0,-1 0 0,-1 1 0,0 0 0,-1 1 0,0 0 0,-1 1 0,-26-18 0,35 26-97,0 0-1,0 1 1,0-1-1,-1 1 1,0 0-1,1 1 1,-1-1-1,0 1 1,0 0-1,1 0 1,-1 0-1,0 0 0,-7 1 1,2 3-6729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1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93 375 24575,'15'-22'0,"0"-2"0,-1 0 0,-2-1 0,18-46 0,-28 63 0,0-1 0,0 0 0,-1 0 0,0 1 0,0-1 0,-1 0 0,0 0 0,-2-10 0,1 13 0,-1-1 0,1 1 0,-1 0 0,-1 0 0,1 0 0,-1 0 0,0 0 0,0 1 0,-1-1 0,0 1 0,0 0 0,-6-7 0,5 8 0,1 0 0,0 0 0,-1 1 0,0 0 0,1 0 0,-1 0 0,-1 0 0,1 1 0,-11-4 0,14 5 0,0 1 0,0-1 0,0 1 0,0 0 0,0 0 0,0 0 0,-1 0 0,1 0 0,0 0 0,0 0 0,0 1 0,0-1 0,0 1 0,-1-1 0,1 1 0,0 0 0,0 0 0,1 0 0,-1 0 0,0 0 0,0 0 0,0 1 0,1-1 0,-1 1 0,1-1 0,-1 1 0,1-1 0,-3 4 0,0 2 0,1 1 0,-1-1 0,1 1 0,0 0 0,1 0 0,0 0 0,0 0 0,1 0 0,0 0 0,0 1 0,1-1 0,0 0 0,0 0 0,3 11 0,0-2 0,0-1 0,1 0 0,1 0 0,1 0 0,0-1 0,10 18 0,-7-18 0,1 0 0,0-1 0,1 0 0,0 0 0,1-1 0,1-1 0,0 0 0,1-1 0,0 0 0,1-1 0,21 11 0,-23-14 0,0-1 0,1-1 0,0 0 0,0-1 0,0 0 0,0-1 0,0 0 0,1-1 0,-1-1 0,1-1 0,-1 0 0,1 0 0,0-2 0,17-3 0,-28 4 10,1 0 0,-1-1 0,0 0 0,0 0 0,1 0 0,-1 0 0,-1 0 0,1-1 0,0 0 0,0 0 0,4-4 0,-7 5-75,1 0 1,-1 0-1,1 0 1,-1 0-1,0 0 1,0 0-1,0 0 0,0 0 1,0-1-1,0 1 1,0 0-1,-1-1 1,1 1-1,-1 0 0,0-1 1,0 1-1,1-1 1,-2 1-1,1 0 1,0-1-1,0 1 1,-2-5-1,-3-7-6761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3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332 527 24575,'-83'0'0,"-90"1"0,168-1 0,0 1 0,0-1 0,0 1 0,0 0 0,0 1 0,0-1 0,0 1 0,1 0 0,-1 0 0,-8 5 0,12-6 0,0 0 0,0 0 0,0 0 0,0 1 0,0-1 0,0 0 0,0 0 0,0 0 0,0 1 0,0-1 0,1 0 0,-1 1 0,1-1 0,-1 1 0,1-1 0,-1 2 0,1-1 0,0 0 0,0 0 0,0 0 0,1 0 0,-1 0 0,0 0 0,1 0 0,0 0 0,-1 0 0,1 0 0,0 0 0,0 0 0,0 0 0,0-1 0,2 3 0,3 3 0,0 1 0,1-1 0,0 0 0,0-1 0,1 1 0,0-2 0,0 1 0,0-1 0,1 0 0,0-1 0,18 7 0,-5-4 0,0-1 0,0-1 0,1 0 0,24 0 0,-38-4 0,0-1 0,1 0 0,-1 0 0,1-1 0,-1 0 0,1-1 0,-1 0 0,12-4 0,-18 5 0,1-1 0,-1 1 0,1-1 0,-1 0 0,0 0 0,0 0 0,0-1 0,0 1 0,0-1 0,-1 1 0,1-1 0,-1 0 0,1 0 0,-1 0 0,0 0 0,0-1 0,-1 1 0,1-1 0,-1 1 0,0-1 0,1 1 0,-1-1 0,0-5 0,0-1 0,-1 1 0,1 0 0,-2-1 0,0 1 0,0-1 0,0 1 0,-1 0 0,-1 0 0,-6-16 0,-4-4 0,-25-43 0,31 60 0,-49-76 0,-3 2 0,-95-105 0,149 184 0,1 3 0,0-1 0,0 1 0,0 0 0,0 0 0,-9-6 0,12 10 0,1-1 0,0 1 0,0 0 0,0 0 0,0 0 0,-1 0 0,1 0 0,0 0 0,0 0 0,0-1 0,-1 1 0,1 0 0,0 0 0,0 0 0,-1 0 0,1 0 0,0 0 0,0 0 0,0 0 0,-1 0 0,1 0 0,0 0 0,0 0 0,0 0 0,-1 0 0,1 1 0,0-1 0,0 0 0,0 0 0,-1 0 0,1 0 0,0 0 0,0 0 0,0 0 0,-1 1 0,1-1 0,0 0 0,0 0 0,-1 10 0,8 13 0,22 48 0,59 104 0,60 71 0,-137-231 0,0-1 0,1-1 0,1 0 0,0 0 0,1-1 0,0-1 0,28 18 0,-32-24 0,-1 0 0,1 0 0,0-1 0,0 0 0,0-1 0,0 0 0,1-1 0,-1 0 0,1-1 0,0 0 0,-1 0 0,1-1 0,0 0 0,15-3 0,-21 2 0,-1 0 0,0 0 0,0-1 0,0 1 0,0-1 0,0 0 0,0 0 0,0 0 0,0-1 0,-1 1 0,1-1 0,-1 0 0,0 0 0,4-4 0,-4 2 0,0 1 0,0-1 0,-1 0 0,1 0 0,-1 0 0,0 0 0,0 0 0,-1 0 0,1-1 0,0-5 0,-1-3 0,0 0 0,-1-1 0,-1 1 0,0 0 0,-1 0 0,-1 0 0,-7-26 0,3 19 0,-1 0 0,-1 1 0,0 0 0,-2 0 0,0 1 0,-1 0 0,-1 1 0,-1 0 0,-29-28 0,42 46 0,1-1 0,-1 0 0,0 1 0,0-1 0,1 0 0,-1 1 0,0-1 0,0 1 0,0-1 0,0 1 0,0-1 0,0 1 0,0 0 0,0-1 0,0 1 0,0 0 0,0 0 0,0 0 0,0 0 0,0 0 0,0 0 0,0 0 0,-2 0 0,2 1 0,0 0 0,-1 0 0,1-1 0,0 1 0,0 0 0,0 0 0,0 0 0,0 0 0,0 0 0,0 0 0,0 1 0,0-1 0,0 0 0,0 3 0,-2 2 0,0 0 0,1 1 0,0-1 0,1 1 0,0 0 0,-1 7 0,2-3 0,0 0 0,1-1 0,0 1 0,1-1 0,0 1 0,0-1 0,5 11 0,3 4 0,21 39 0,-22-47 0,1-1 0,1 0 0,1-1 0,0 0 0,1-1 0,1 0 0,27 21 0,-30-27 0,1 0 0,0 0 0,0-2 0,1 1 0,-1-1 0,1-1 0,1-1 0,-1 0 0,1 0 0,0-1 0,19 1 0,-27-4 0,0 0 0,0 0 0,1 0 0,-1-1 0,0 0 0,0-1 0,0 1 0,11-5 0,-15 5 0,1 0 0,-1-1 0,0 1 0,1 0 0,-1-1 0,0 0 0,0 1 0,0-1 0,0 0 0,0 0 0,0 0 0,-1 0 0,1-1 0,-1 1 0,1 0 0,-1-1 0,0 1 0,0-1 0,0 1 0,0-1 0,0 0 0,0-2 0,-1 0-114,1 1 1,-1-1-1,0 1 0,0-1 0,-1 1 1,1-1-1,-1 1 0,0 0 0,0-1 1,-1 1-1,-2-8 0,-3-1-6712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3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24575,'23'34'0,"1"0"0,35 33 0,-47-53 0,2-2 0,0 0 0,0-1 0,1 0 0,0-1 0,1 0 0,23 9 0,-38-18 0,1 0 0,0-1 0,-1 1 0,1-1 0,0 1 0,-1-1 0,1 0 0,0 1 0,0-1 0,-1 0 0,1 0 0,0 0 0,0-1 0,-1 1 0,1 0 0,0-1 0,-1 1 0,1-1 0,0 1 0,-1-1 0,1 0 0,-1 0 0,1 0 0,2-1 0,-3 0 0,1 0 0,-1 1 0,0-1 0,1 0 0,-1 0 0,0 0 0,0 0 0,0 0 0,-1 0 0,1-1 0,0 1 0,-1 0 0,1 0 0,-1 0 0,0-1 0,0 1 0,0 0 0,0 0 0,0-3 0,-6-24 0,0 0 0,-1 0 0,-2 1 0,-13-29 0,9 25 0,7 13 0,-2-1 0,-12-26 0,14 40 0,5 13 0,4 15 0,0-7-1365,0-1-5461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3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94 259 24575,'-4'-105'0,"2"88"0,-1-1 0,0 1 0,-1 1 0,-6-18 0,7 28 0,1 0 0,-1 0 0,0 0 0,-5-5 0,8 10 0,-1 0 0,0 0 0,0 0 0,1 0 0,-1 0 0,0 0 0,0 0 0,0 0 0,0 0 0,0 0 0,-1 0 0,1 1 0,0-1 0,0 1 0,0-1 0,-1 1 0,1-1 0,0 1 0,0-1 0,-1 1 0,1 0 0,0 0 0,-1 0 0,1 0 0,-3 0 0,3 0 0,0 1 0,1-1 0,-1 1 0,0 0 0,0-1 0,0 1 0,0 0 0,1-1 0,-1 1 0,0 0 0,1 0 0,-1 0 0,0 0 0,1 0 0,-1 0 0,1 0 0,0-1 0,-1 1 0,1 1 0,0-1 0,-1 0 0,1 1 0,-3 28 0,3-26 0,-1 14 0,1 1 0,1-1 0,1 1 0,5 24 0,-4-31 0,0-1 0,1-1 0,0 1 0,1 0 0,0-1 0,1 0 0,0 0 0,10 11 0,-8-11 0,1-1 0,0 0 0,0-1 0,1 0 0,0-1 0,1 0 0,-1 0 0,1-1 0,0-1 0,1 1 0,22 5 0,-21-7 0,2-1 0,-1 0 0,0-1 0,0-1 0,1 0 0,-1-1 0,1 0 0,-1-1 0,1-1 0,14-4 0,-26 5 6,1 0-1,-1 0 1,1 0-1,-1-1 0,0 1 1,1-1-1,-1 0 1,0 0-1,0 0 1,0 0-1,-1-1 1,1 1-1,0-1 0,-1 1 1,0-1-1,0 0 1,1 0-1,-2 0 1,1-1-1,0 1 1,1-4-1,-2 2-98,0 1 0,0-1 1,0 0-1,0 0 0,-1 1 0,0-1 0,0 0 0,0 0 1,0 0-1,-1 1 0,0-1 0,0 0 0,0 1 1,-1-1-1,-2-6 0,-3-3-6733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4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24575,'70'207'0,"-2"-6"0,-62-186 40,0 0 0,12 19 0,-14-28-205,0 0 0,-1-1 0,2 0 0,-1 0 0,1 0 0,0 0 0,0-1 0,7 6 0,0-4-6661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4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117 139 24575,'-8'-2'0,"-1"0"0,1 0 0,-1 1 0,0 0 0,1 1 0,-13 0 0,19 0 0,0 0 0,0 0 0,0 0 0,0 1 0,0-1 0,1 1 0,-1-1 0,0 1 0,0 0 0,1-1 0,-1 1 0,0 0 0,1 0 0,-1 0 0,1 0 0,-1 1 0,1-1 0,0 0 0,-1 1 0,1-1 0,0 1 0,0-1 0,0 1 0,0-1 0,0 1 0,0 0 0,1-1 0,-1 1 0,1 0 0,-1 0 0,1 0 0,-1 0 0,1-1 0,0 1 0,0 4 0,0-1 0,1 1 0,0-1 0,0 0 0,1 1 0,-1-1 0,1 0 0,0 0 0,1 0 0,-1 0 0,1-1 0,0 1 0,0-1 0,0 1 0,1-1 0,4 4 0,3 3 0,1 0 0,0-2 0,1 1 0,14 8 0,-22-15 0,1 0 0,-1-1 0,1 1 0,0-1 0,0 0 0,0 0 0,0-1 0,0 0 0,1 0 0,-1 0 0,0-1 0,0 0 0,9-1 0,-13 1 0,1-1 0,0 1 0,0-1 0,0 0 0,-1 0 0,1 0 0,0 0 0,-1-1 0,1 1 0,-1-1 0,1 0 0,-1 1 0,0-1 0,0 0 0,0 0 0,0-1 0,0 1 0,0 0 0,0 0 0,-1-1 0,1 1 0,-1-1 0,0 0 0,0 1 0,0-1 0,0 0 0,0 0 0,-1 0 0,1 1 0,-1-5 0,1-2 0,-1-1 0,0 0 0,-1 1 0,-1-1 0,1 1 0,-1-1 0,-1 1 0,1 0 0,-2 0 0,1 0 0,-1 0 0,-8-12 0,2 5 0,0 1 0,-2 0 0,1 0 0,-2 1 0,-21-19 0,29 29 24,-1-1 0,1 1 0,-1 0 0,-12-5 0,14 7-148,1 1 0,0 0 1,0 0-1,-1 0 0,1 0 0,-1 1 1,1-1-1,-1 1 0,1 0 0,-1 0 1,-5 1-1,-4 3-6702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5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3 201 24575,'15'43'0,"85"225"0,-99-264 0,0-2 0,0 0 0,0 1 0,0-1 0,1 0 0,-1 0 0,0 0 0,1 0 0,0 0 0,2 3 0,-3-5 0,-1 0 0,0 0 0,0 0 0,1 0 0,-1 0 0,0 0 0,0 0 0,1 0 0,-1-1 0,0 1 0,0 0 0,0 0 0,1 0 0,-1 0 0,0 0 0,0-1 0,0 1 0,1 0 0,-1 0 0,0 0 0,0-1 0,0 1 0,0 0 0,0 0 0,0-1 0,0 1 0,1 0 0,-1 0 0,0 0 0,0-1 0,0 1 0,0 0 0,0 0 0,0-1 0,0 1 0,0 0 0,0 0 0,0-1 0,0 1 0,-1-1 0,2-11 0,-3 1 0,0 0 0,-1 0 0,0 0 0,-1 0 0,0 1 0,-6-12 0,0-1 0,-15-33 0,-20-57 0,40 99 0,2 0 0,0 0 0,0-1 0,1 1 0,1-1 0,1-19 0,0 31 0,0 1 0,1-1 0,-1 1 0,0-1 0,1 1 0,0 0 0,-1-1 0,1 1 0,0-1 0,0 1 0,1 0 0,-1 0 0,0 0 0,1 0 0,-1 0 0,1 0 0,0 0 0,-1 0 0,1 1 0,0-1 0,0 1 0,0-1 0,4-1 0,-2 1 0,0 1 0,0 0 0,0-1 0,1 2 0,-1-1 0,0 0 0,1 1 0,-1 0 0,1 0 0,-1 0 0,0 1 0,8 1 0,2 0 0,-1 2 0,0 0 0,0 1 0,0 0 0,0 1 0,18 11 0,-27-15 0,0 1 0,0 0 0,0 0 0,0 0 0,-1 0 0,1 1 0,-1-1 0,0 1 0,0 0 0,0 0 0,0 0 0,-1 0 0,1 1 0,-1-1 0,0 1 0,-1 0 0,1-1 0,-1 1 0,0 0 0,0 0 0,0 7 0,-1-9 0,0-1 0,0 1 0,0-1 0,-1 0 0,0 1 0,1-1 0,-1 0 0,0 0 0,0 1 0,0-1 0,0 0 0,0 0 0,-1 0 0,1 0 0,-3 2 0,1-1 0,0 0 0,0-1 0,0 1 0,-1-1 0,1 0 0,-1 0 0,0 0 0,-4 2 0,-3-1 0,-1 1 0,0-1 0,1-1 0,-1 0 0,-14 0 0,-9 0 0,-58-5 0,79-1 0,14 4 0,0 0 0,0 0 0,0 0 0,-1-1 0,1 1 0,0 0 0,0 0 0,0 0 0,0 0 0,-1-1 0,1 1 0,0 0 0,0 0 0,0 0 0,0-1 0,0 1 0,0 0 0,0 0 0,0-1 0,0 1 0,-1 0 0,1 0 0,0 0 0,0-1 0,0 1 0,0 0 0,0 0 0,1-1 0,-1 0 0,1 0 0,0 0 0,-1 0 0,1 0 0,0 0 0,0 0 0,0 1 0,0-1 0,0 0 0,0 0 0,0 1 0,0-1 0,0 1 0,0-1 0,0 1 0,2-1 0,27-8 0,1 1 0,0 1 0,0 2 0,33-1 0,54-9 0,-108 13 0,113-27 0,-104 24 0,0-2 0,0 0 0,-1-1 0,22-13 0,-36 18 0,-1 1 0,1-1 0,-1 0 0,0 0 0,0-1 0,0 1 0,0-1 0,-1 1 0,1-1 0,-1 0 0,0 0 0,2-6 0,-3 8 0,0 0 0,0-1 0,0 1 0,-1 0 0,1-1 0,-1 1 0,0-1 0,0 1 0,0 0 0,0-1 0,0 1 0,0-1 0,-1 1 0,1 0 0,-1-1 0,0 1 0,1 0 0,-1-1 0,0 1 0,0 0 0,-1 0 0,1 0 0,0 0 0,-3-3 0,2 4 0,0-1 0,1 1 0,-1-1 0,0 1 0,-1 0 0,1 0 0,0 0 0,0 0 0,0 0 0,-1 0 0,1 1 0,0-1 0,-1 1 0,1-1 0,0 1 0,-1 0 0,1 0 0,-1 0 0,1 0 0,-1 1 0,1-1 0,0 1 0,-1-1 0,1 1 0,0 0 0,0 0 0,-4 2 0,1-1 0,0 1 0,0 0 0,0 0 0,0 1 0,1-1 0,-1 1 0,1 0 0,0 0 0,0 0 0,-4 8 0,4-4 0,0 0 0,0 1 0,1-1 0,0 1 0,1 0 0,0 0 0,0 0 0,1 0 0,0 0 0,1 17 0,0-13 0,2 0 0,-1 0 0,1-1 0,1 1 0,0-1 0,1 1 0,6 13 0,-7-20-40,1 0 0,-1 0 0,1 0 0,1-1-1,-1 0 1,1 1 0,0-2 0,0 1 0,0 0 0,0-1 0,1 0-1,0 0 1,0-1 0,0 0 0,0 0 0,1 0 0,-1 0-1,1-1 1,0 0 0,-1-1 0,1 0 0,0 0 0,0 0 0,0-1-1,0 0 1,0 0 0,0-1 0,0 1 0,0-2 0,-1 1-1,1-1 1,0 0 0,6-3 0,2-2-6786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5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109 244 24575,'-24'42'0,"-23"56"0,39-78 0,1 0 0,1 0 0,1 1 0,0 0 0,-1 29 0,5-44 0,1 1 0,1-1 0,-1 0 0,1 1 0,0-1 0,0 0 0,1 1 0,0-1 0,0 0 0,1 0 0,5 10 0,-5-12 0,-1-1 0,1 1 0,-1-1 0,1 0 0,0 0 0,0 0 0,0 0 0,1 0 0,-1-1 0,1 0 0,-1 1 0,1-1 0,0-1 0,0 1 0,0 0 0,0-1 0,0 0 0,8 1 0,-9-1 0,1-2 0,0 1 0,-1 0 0,1-1 0,-1 1 0,1-1 0,0 0 0,-1 0 0,0-1 0,1 1 0,-1-1 0,0 1 0,0-1 0,0 0 0,0 0 0,0-1 0,0 1 0,-1-1 0,1 1 0,3-6 0,1-1 0,0 0 0,-1-1 0,0 1 0,-1-1 0,7-16 0,-6 7 0,0 0 0,-2-1 0,0 1 0,-1-1 0,-1 0 0,0-20 0,-2 5 0,-2-1 0,-10-53 0,1 34 0,-15-106 0,26 158 0,-1-1 0,1 0 0,-1 0 0,0 1 0,-1-5 0,2 8 0,0 0 0,0 0 0,0 0 0,0 0 0,0 0 0,0 0 0,0 0 0,0-1 0,0 1 0,-1 0 0,1 0 0,0 0 0,0 0 0,0 0 0,0 0 0,0 0 0,0 0 0,0 0 0,0 0 0,0 0 0,0 0 0,0 0 0,0 0 0,0 0 0,0 0 0,0 0 0,0 0 0,0 0 0,0-1 0,0 1 0,0 0 0,0 0 0,0 0 0,-1 0 0,1 0 0,0 0 0,0 0 0,0 0 0,0 0 0,0 0 0,0 0 0,0 0 0,0 0 0,0 0 0,0 0 0,0 0 0,0 0 0,0 0 0,0 0 0,-1 1 0,1-1 0,0 0 0,0 0 0,0 0 0,0 0 0,0 0 0,0 0 0,0 0 0,0 0 0,0 0 0,-2 6 0,0 9 0,2 5 0,0 0 0,2 0 0,0-1 0,8 31 0,27 77 0,-34-117 0,98 257 0,-80-215 0,-12-28-1365,-2-4-5461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6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428 77 24575,'-52'-21'0,"-59"-15"0,90 30 0,0 1 0,-1 2 0,0 0 0,0 1 0,-39 2 0,56 0 0,1 1 0,-1-1 0,0 1 0,1 0 0,-1 0 0,1 1 0,0 0 0,-1-1 0,1 1 0,0 1 0,0-1 0,0 0 0,1 1 0,-8 6 0,8-5 0,1-1 0,-1 1 0,1 0 0,-1-1 0,1 1 0,1 0 0,-1 0 0,0 1 0,1-1 0,0 0 0,0 0 0,0 1 0,1-1 0,-1 0 0,1 9 0,0-6 0,1 0 0,0 0 0,0 0 0,1 0 0,-1 0 0,1 0 0,1 0 0,-1-1 0,6 10 0,-2-6 0,0-1 0,1 0 0,0 0 0,0 0 0,13 10 0,1-1 0,2-2 0,0 0 0,0-1 0,27 12 0,-28-17-136,0 0-1,0-2 1,1 0-1,0-2 1,1 0-1,-1-2 1,1 0-1,0-2 0,33 0 1,-37-2-6690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6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31 24575,'-11'17'0,"1"1"0,1-1 0,0 1 0,2 1 0,-6 20 0,11-35 0,1 1 0,0 0 0,1-1 0,-1 1 0,1-1 0,0 1 0,0 0 0,0-1 0,1 1 0,0-1 0,0 1 0,0-1 0,0 1 0,1-1 0,-1 0 0,1 1 0,0-1 0,1 0 0,-1 0 0,1-1 0,-1 1 0,1 0 0,0-1 0,1 0 0,-1 1 0,1-1 0,6 5 0,0-2 0,1 0 0,-1-1 0,1 0 0,0-1 0,0 0 0,12 3 0,-14-5 0,-1 0 0,1-1 0,0 0 0,-1-1 0,1 1 0,0-2 0,0 1 0,15-4 0,-21 3 0,0 1 0,1-1 0,-1-1 0,0 1 0,0 0 0,0-1 0,0 0 0,0 0 0,0 0 0,0 0 0,-1 0 0,1 0 0,-1-1 0,0 1 0,1-1 0,-1 0 0,0 0 0,-1 1 0,1-1 0,0-1 0,-1 1 0,0 0 0,0 0 0,0 0 0,2-7 0,-3 4 0,1 0 0,-1 0 0,0 0 0,0 0 0,-1 0 0,0 0 0,0 1 0,0-1 0,-1 0 0,1 0 0,-2 0 0,1 1 0,-6-11 0,-2 1 0,0 0 0,-1 1 0,0 0 0,-1 0 0,-14-11 0,17 17 0,0 1 0,-1 0 0,1 0 0,-1 1 0,-1 0 0,1 1 0,-1 1 0,-19-7 0,27 10-50,0 0-1,0 1 1,0-1-1,0 1 0,0 0 1,0 0-1,0 0 1,0 0-1,0 0 1,0 1-1,0-1 0,0 1 1,0 0-1,0 0 1,0 0-1,0 0 1,0 1-1,1-1 0,-1 1 1,1-1-1,-1 1 1,1 0-1,0 0 1,-1 0-1,1 0 1,-2 4-1,-5 6-6775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7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24575,'1'1'0,"-1"0"0,1 1 0,-1-1 0,1 0 0,-1 0 0,1 0 0,-1 0 0,1 0 0,0 0 0,0 0 0,0 0 0,-1 0 0,3 1 0,14 12 0,-14-12 0,23 16 0,0 0 0,1-2 0,1-1 0,32 12 0,-56-25 0,0 0 0,0-1 0,0 0 0,1 0 0,-1 0 0,0-1 0,0 1 0,1-1 0,-1 0 0,0 0 0,1 0 0,-1-1 0,0 0 0,8-2 0,-9 2 0,0 0 0,0-1 0,0 0 0,0 0 0,0 0 0,-1 0 0,1 0 0,-1 0 0,1-1 0,-1 1 0,0-1 0,0 0 0,0 0 0,0 0 0,-1 1 0,1-2 0,-1 1 0,0 0 0,2-4 0,-1-3 0,0 0 0,-1-1 0,0 1 0,0 0 0,-2-20 0,1-12 0,0 41 0,0 1 0,0-1 0,0 1 0,0-1 0,0 0 0,0 1 0,0-1 0,0 1 0,1-1 0,-1 1 0,0-1 0,0 1 0,0-1 0,1 1 0,-1-1 0,0 1 0,1-1 0,-1 1 0,0-1 0,1 1 0,-1 0 0,0-1 0,2 0 0,-2 1 0,1 0 0,-1 0 0,1 0 0,-1 0 0,1 0 0,-1 0 0,1 0 0,-1 0 0,1 1 0,-1-1 0,1 0 0,-1 0 0,1 0 0,-1 1 0,1-1 0,-1 0 0,1 1 0,-1-1 0,1 1 0,22 23 0,-19-20 0,31 40-81,-21-26-133,1 0 0,1 0 0,0-2 0,1 0 0,24 17 0,-28-24-6612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7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24575,'23'30'0,"2"0"0,0-2 0,56 46 0,-59-55 0,-17-14 0,4 3 0,18 13 0,-25-19 0,0-1 0,0 0 0,0 0 0,0 0 0,0 0 0,0 0 0,0 0 0,0 0 0,0-1 0,0 1 0,0-1 0,0 0 0,1 1 0,-1-1 0,0 0 0,0 0 0,4-1 0,-5 0 0,0 1 0,0-1 0,0 1 0,0-1 0,0 0 0,0 0 0,0 0 0,0 1 0,0-1 0,-1 0 0,1 0 0,0 0 0,-1 0 0,1 0 0,0-1 0,-1 1 0,1 0 0,-1 0 0,0 0 0,1 0 0,-1-1 0,0-1 0,2-31 0,-2 27 0,-1-17 0,-2 0 0,-1 0 0,-1 0 0,-15-44 0,-8-36 0,27 101-114,1 3 57,0-1 0,0 1 1,0-1-1,-1 0 0,1 1 0,0-1 0,0 1 0,0-1 0,0 1 0,0-1 1,0 1-1,0-1 0,0 1 0,0-1 0,0 1 0,0-1 0,1 1 0,-1-1 1,0 1-1,0-1 0,1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7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101 244 24575,'0'-29'0,"-2"-66"0,1 79 0,-1-1 0,-1 1 0,-7-27 0,9 41 0,0 0 0,1 0 0,-1 0 0,0 0 0,0 0 0,0 0 0,-1 1 0,1-1 0,0 0 0,-1 0 0,1 1 0,-3-3 0,3 4 0,0 0 0,1-1 0,-1 1 0,0 0 0,1 0 0,-1-1 0,0 1 0,0 0 0,1 0 0,-1 0 0,0 0 0,0 0 0,1 0 0,-1 0 0,0 0 0,1 0 0,-1 1 0,0-1 0,0 0 0,1 0 0,-1 1 0,1-1 0,-1 0 0,0 1 0,1-1 0,-1 1 0,1-1 0,-1 0 0,0 1 0,1 0 0,-1-1 0,1 1 0,0-1 0,-1 1 0,1-1 0,-1 1 0,1 0 0,0-1 0,-1 2 0,-2 4 0,0 0 0,1 1 0,0-1 0,-1 1 0,2-1 0,-1 1 0,1 0 0,0 13 0,2 56 0,-1-75 0,1 9 0,0 0 0,0 1 0,1-1 0,1 0 0,-1 0 0,2-1 0,-1 1 0,6 9 0,-6-13 0,1-1 0,0 1 0,0-1 0,0 0 0,0 0 0,1 0 0,0-1 0,0 1 0,0-1 0,0 0 0,1-1 0,-1 0 0,11 5 0,-14-7 0,0 0 0,0-1 0,0 1 0,0 0 0,0-1 0,0 0 0,0 1 0,0-1 0,0 0 0,0 0 0,0 0 0,0 0 0,1-1 0,-1 1 0,0-1 0,0 1 0,0-1 0,0 0 0,0 1 0,0-1 0,-1 0 0,1 0 0,0 0 0,0-1 0,-1 1 0,1 0 0,-1-1 0,1 1 0,-1-1 0,1 1 0,-1-1 0,0 0 0,0 0 0,0 1 0,2-5 0,0 0 0,0-1 0,0 0 0,-1 0 0,0 0 0,0 0 0,-1 0 0,0-1 0,0-14 0,-1 15 7,-1-1 0,1 1-1,-2-1 1,1 1 0,-1 0-1,0-1 1,-1 1-1,0 0 1,0 0 0,0 1-1,-1-1 1,0 1 0,0-1-1,-1 1 1,0 1 0,0-1-1,-8-7 1,0 3-193,0 1 1,0 0-1,0 0 0,-1 1 1,-1 1-1,1 1 1,-19-6-1,12 5-6640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8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199 782 24575,'11'-49'0,"8"-86"0,-18 110 0,-1 1 0,-1-1 0,0 1 0,-2 0 0,-10-40 0,4 34 0,-2 1 0,-20-42 0,-36-50 0,39 71 0,-25-55 0,53 105 0,0-1 0,0 1 0,0 0 0,0-1 0,0 1 0,-1 0 0,1 0 0,0-1 0,0 1 0,0 0 0,0 0 0,-1-1 0,1 1 0,0 0 0,0 0 0,-1 0 0,1-1 0,0 1 0,0 0 0,-1 0 0,1 0 0,0 0 0,0 0 0,-1 0 0,1 0 0,0-1 0,-1 1 0,1 0 0,-4 7 0,2 15 0,1-21 0,2 25 0,0 0 0,1-1 0,1 1 0,12 43 0,38 97 0,-52-165 0,17 47 0,2-1 0,2-1 0,42 65 0,-59-104 0,1 1 0,0-1 0,0 0 0,0 0 0,1 0 0,1-1 0,7 5 0,-12-9 0,-1 0 0,1-1 0,0 1 0,0-1 0,-1 0 0,1 0 0,0 0 0,0-1 0,0 1 0,0-1 0,4 1 0,-5-1 0,0-1 0,0 1 0,0 0 0,1-1 0,-1 1 0,0-1 0,0 0 0,-1 0 0,1 0 0,0 0 0,0 0 0,0 0 0,0 0 0,-1 0 0,1-1 0,-1 1 0,3-4 0,-1 1 0,0 0 0,-1 0 0,0 0 0,0 0 0,0 0 0,0-1 0,-1 1 0,0-1 0,0 1 0,0-1 0,0 0 0,-1-5 0,1-2 0,-1 0 0,-1 0 0,-3-19 0,-1 6 0,-2 1 0,-1 0 0,-1 1 0,-1 0 0,-14-25 0,24 47 0,-1 1 0,1-1 0,0 1 0,-1-1 0,1 0 0,0 1 0,-1-1 0,1 1 0,-1-1 0,1 1 0,-1-1 0,1 1 0,-1-1 0,1 1 0,-1 0 0,0-1 0,0 0 0,1 2 0,0-1 0,-1 0 0,1 0 0,0 0 0,0 0 0,-1 1 0,1-1 0,0 0 0,0 0 0,0 0 0,0 1 0,-1-1 0,1 0 0,0 0 0,0 1 0,0-1 0,0 0 0,0 1 0,0-1 0,0 0 0,0 0 0,-1 1 0,1-1 0,0 0 0,0 1 0,1-1 0,0 27 0,6-2 0,0-1 0,2 0 0,0 0 0,24 40 0,-27-54 0,1 0 0,0-1 0,13 15 0,-15-20 0,-1 1 0,1-1 0,0-1 0,0 1 0,0-1 0,1 1 0,-1-1 0,11 3 0,-14-5 0,0-1 0,0 0 0,1 0 0,-1 1 0,0-1 0,1-1 0,-1 1 0,0 0 0,1-1 0,-1 1 0,0-1 0,0 1 0,0-1 0,1 0 0,-1 0 0,0 0 0,0 0 0,0-1 0,0 1 0,-1 0 0,1-1 0,0 1 0,2-4 0,0 1 0,1-1 0,-1 0 0,0-1 0,-1 1 0,1-1 0,-1 1 0,3-8 0,1-10 0,8-35 0,-13 48 0,-1 9 0,-1 0 0,0-1 0,0 1 0,0 0 0,1 0 0,-1 0 0,0 0 0,1 0 0,-1 0 0,1 1 0,-1-1 0,1 0 0,-1 0 0,1 0 0,0 0 0,0 1 0,-1-1 0,1 0 0,0 0 0,0 1 0,1-1 0,-1 0 0,0 1 0,-1 0 0,1 0 0,0 0 0,0 0 0,0 0 0,0 1 0,0-1 0,-1 0 0,1 0 0,0 1 0,0-1 0,0 0 0,-1 1 0,1-1 0,0 1 0,0-1 0,-1 1 0,2 0 0,4 5 0,0 0 0,0 0 0,-1 1 0,5 7 0,-8-11 0,27 36-455,2-2 0,44 42 0,-62-66-6371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9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41 117 24575,'-8'-25'0,"-25"-66"0,57 168 0,110 267 0,-42-115 0,-87-217 0,-3-8 0,0 0 0,-1-1 0,1 1 0,-1 0 0,0 0 0,0 0 0,-1 0 0,1 0 0,-1 0 0,0 4 0,0-8 0,0 1 0,0-1 0,0 0 0,0 0 0,0 1 0,0-1 0,0 0 0,-1 1 0,1-1 0,0 0 0,0 0 0,0 1 0,0-1 0,-1 0 0,1 0 0,0 0 0,0 1 0,-1-1 0,1 0 0,0 0 0,0 0 0,-1 0 0,1 0 0,0 1 0,-1-1 0,1 0 0,0 0 0,0 0 0,-1 0 0,1 0 0,0 0 0,-1 0 0,1 0 0,0 0 0,-1 0 0,1 0 0,0 0 0,0 0 0,-1 0 0,1-1 0,0 1 0,-1 0 0,1 0 0,0 0 0,0 0 0,-1 0 0,1-1 0,0 1 0,-1 0 0,-14-11 0,15 11 0,-17-17 0,1 0 0,0-1 0,1 0 0,-12-22 0,16 24 0,-50-80 0,52 79 0,0 0 0,2-1 0,-11-35 0,18 51 0,-1 1 0,1 0 0,-1-1 0,1 1 0,0-1 0,0 1 0,-1-1 0,1 1 0,0-1 0,0 1 0,1-1 0,-1 1 0,0-1 0,0 1 0,1-1 0,-1 1 0,1 0 0,-1-1 0,1 1 0,0 0 0,-1-1 0,1 1 0,0 0 0,0 0 0,0-1 0,0 1 0,2-1 0,-1 1 0,0 0 0,0 0 0,0 1 0,0-1 0,0 1 0,1-1 0,-1 1 0,0 0 0,0-1 0,1 1 0,-1 0 0,0 1 0,0-1 0,1 0 0,-1 1 0,0-1 0,3 2 0,26 9 0,0 1 0,36 20 0,-6-2 0,-30-16 0,2-1 0,0-1 0,63 13 0,-93-24 0,0-1 0,0 1 0,0 0 0,0 0 0,0 0 0,0 0 0,0 0 0,-1 1 0,1-1 0,0 1 0,-1 0 0,0 0 0,1 0 0,-1 0 0,0 0 0,0 0 0,0 0 0,0 1 0,0-1 0,1 5 0,-1-3 0,0 0 0,-1 0 0,0 0 0,0 1 0,0-1 0,0 0 0,-1 1 0,0-1 0,0 0 0,0 1 0,0-1 0,-1 1 0,-1 6 0,-1 5-113,-6 21 354,8-35-355,0 1-1,1-1 0,-1 0 0,0 0 0,-1 0 0,1 0 0,0 0 0,-1 0 1,1 0-1,-1 0 0,1-1 0,-4 3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09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24575,'0'3'0,"0"3"0,0 6 0,0 3 0,0 2 0,0-2-8191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10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 24575,'10'14'0,"-1"2"0,-1-1 0,0 1 0,-1 0 0,9 32 0,-14-42 0,-1 0 0,0 0 0,-1 0 0,1 0 0,-1 0 0,0 0 0,-1 0 0,1 0 0,-3 6 0,2-8 0,0 0 0,0 0 0,-1-1 0,0 1 0,0-1 0,0 0 0,0 1 0,0-1 0,0 0 0,-1 0 0,0 0 0,0-1 0,1 1 0,-2-1 0,-3 4 0,5-5 0,-1 1 0,1-1 0,-1 1 0,0-1 0,1 0 0,-1 0 0,0 0 0,1-1 0,-1 1 0,0 0 0,0-1 0,0 0 0,0 0 0,0 0 0,1 0 0,-1 0 0,-5-1 0,4-1 0,1 1 0,-1-1 0,0 1 0,1-1 0,0 0 0,-1 0 0,1-1 0,0 1 0,0-1 0,0 1 0,-4-7 0,1 2 0,1 0 0,1 0 0,-1-1 0,1 0 0,0 0 0,1 0 0,-1 0 0,2-1 0,-1 1 0,-1-18 0,3 20 0,1 1 0,0 0 0,1-1 0,-1 1 0,1-1 0,0 1 0,0 0 0,1-1 0,0 1 0,0 0 0,0 0 0,4-6 0,-4 7 0,0 1 0,1-1 0,-1 1 0,1 0 0,0 0 0,0 0 0,0 0 0,1 1 0,-1-1 0,1 1 0,-1 0 0,1 0 0,0 0 0,-1 0 0,1 1 0,7-3 0,-7 4-68,0-1 0,0 1-1,0 0 1,0 0 0,0 0 0,-1 1-1,1-1 1,0 1 0,0 0 0,-1 0-1,1 1 1,0-1 0,-1 0 0,1 1-1,-1 0 1,0 0 0,1 0-1,-1 1 1,4 3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10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24575,'0'8'0,"1"0"0,0 0 0,1-1 0,0 1 0,0-1 0,0 1 0,5 7 0,1 3 0,17 26 0,-21-37 0,1 0 0,0-1 0,0 0 0,1 0 0,-1 0 0,1-1 0,0 0 0,8 5 0,-13-9 0,1 0 0,-1 0 0,1 0 0,-1 0 0,1-1 0,0 1 0,0 0 0,-1-1 0,1 1 0,0-1 0,0 0 0,0 1 0,-1-1 0,1 0 0,0 0 0,0 0 0,0-1 0,-1 1 0,1 0 0,0-1 0,0 1 0,0-1 0,-1 1 0,1-1 0,0 0 0,-1 0 0,1 0 0,-1 0 0,1 0 0,-1 0 0,1 0 0,-1 0 0,0-1 0,0 1 0,1 0 0,-1-1 0,0 1 0,0-1 0,-1 0 0,1 1 0,1-3 0,1-3 0,0-1 0,0 0 0,-1 0 0,2-10 0,-3 12 0,0 0 0,1 0 0,0 0 0,0 0 0,0 0 0,0 0 0,1 0 0,0 1 0,4-6 0,-5 10 0,-1-1 0,1 1 0,0-1 0,0 1 0,0 0 0,-1 0 0,1 0 0,0 0 0,0 0 0,1 0 0,-1 0 0,0 1 0,0-1 0,0 1 0,0 0 0,1 0 0,-1-1 0,0 1 0,0 1 0,0-1 0,1 0 0,-1 0 0,0 1 0,0-1 0,3 2 0,0 0 0,1 0 0,-1 0 0,1 1 0,-1 0 0,0 0 0,0 0 0,0 1 0,5 4 0,-4-2-97,0-1-1,0 2 1,-1-1-1,0 0 1,0 1-1,-1 0 1,0 0-1,0 1 1,0-1-1,-1 1 1,0 0-1,0 0 0,1 10 1,-3-5-6729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11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30 24575,'-4'-2'0,"-34"-18"0,34 19 0,1-1 0,-1 1 0,0 0 0,1 0 0,-1 1 0,0-1 0,0 1 0,1 0 0,-5 0 0,7 0 0,0 0 0,0 0 0,0 0 0,0 0 0,0 1 0,0-1 0,0 0 0,0 0 0,0 1 0,0-1 0,0 1 0,0-1 0,0 1 0,1-1 0,-1 1 0,0 0 0,0-1 0,0 1 0,1 0 0,-1 0 0,1-1 0,-1 1 0,-1 2 0,2-1 0,-1-1 0,1 1 0,0 0 0,0 0 0,0-1 0,-1 1 0,1 0 0,1 0 0,-1-1 0,0 1 0,0 0 0,2 2 0,0 4 0,1 0 0,0 0 0,1-1 0,8 12 0,-5-8 0,1 0 0,0-1 0,1 0 0,0-1 0,0 0 0,13 9 0,-17-14 0,1 0 0,0-1 0,0 0 0,0 0 0,0 0 0,0 0 0,1-1 0,-1 0 0,1-1 0,-1 1 0,1-1 0,0 0 0,11-1 0,-16 0 0,-1 0 0,1 0 0,-1 0 0,0-1 0,1 1 0,-1-1 0,0 1 0,0-1 0,1 1 0,-1-1 0,0 1 0,0-1 0,0 0 0,1 0 0,-1 0 0,0 0 0,0 0 0,0 0 0,-1 0 0,3-2 0,-2 0 0,0 1 0,0-1 0,0 1 0,0-1 0,0 0 0,0 0 0,-1 0 0,1 1 0,-1-7 0,0 4 0,0-1 0,0 1 0,-1-1 0,0 1 0,0-1 0,-1 1 0,1 0 0,-1-1 0,0 1 0,-4-7 0,5 10 0,0 1 0,0-1 0,-1 1 0,1 0 0,0-1 0,0 1 0,-1 0 0,1 0 0,-1 0 0,1 0 0,-1 0 0,0 0 0,1 1 0,-1-1 0,0 0 0,1 1 0,-1-1 0,0 1 0,0 0 0,-2-1 0,2 2 0,1-1 0,0 0 0,-1 0 0,1 0 0,0 1 0,0-1 0,-1 1 0,1-1 0,0 1 0,0-1 0,0 1 0,0 0 0,0 0 0,0 0 0,0-1 0,0 1 0,0 0 0,0 0 0,0 0 0,0 0 0,1 0 0,-1 1 0,0-1 0,1 0 0,-1 0 0,1 0 0,-1 1 0,0 1 0,-1 7-151,1-1-1,-1 1 0,2-1 0,-1 1 1,1 0-1,1-1 0,0 1 1,3 17-1,0-17-6674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1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24575,'10'-10'0,"7"-2"0,-1 8 0,-2 6 0,-1 8 0,-3 8 0,-3 8 0,0 6 0,1 1 0,-1 4 0,2 0 0,-2 0 0,2 0 0,-2-3 0,-2-4 0,-1-8-8191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6:12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0 24575,'-2'1'0,"1"0"0,-1 0 0,0 0 0,1 0 0,-1 0 0,1 1 0,0-1 0,-1 0 0,1 1 0,0-1 0,0 1 0,0 0 0,0-1 0,0 1 0,0 0 0,0-1 0,0 3 0,0 0 0,0-1 0,1 1 0,-1 0 0,1-1 0,0 1 0,0-1 0,0 1 0,2 5 0,-1 0 0,2-1 0,-1 1 0,1-1 0,0 0 0,1 0 0,8 14 0,-10-20 0,17 24 0,-18-24 0,0-1 0,1 0 0,-1 0 0,0 1 0,0-1 0,1 0 0,-1 0 0,0 0 0,1 0 0,-1-1 0,1 1 0,-1 0 0,1-1 0,-1 1 0,1-1 0,2 1 0,-4-1 0,1 0 0,-1 0 0,1-1 0,0 1 0,-1 0 0,1 0 0,-1-1 0,1 1 0,-1-1 0,1 1 0,-1 0 0,1-1 0,-1 1 0,1-1 0,-1 1 0,0-1 0,1 1 0,-1-1 0,0 1 0,1-1 0,-1 1 0,0-1 0,0 0 0,1 1 0,-1-1 0,0 1 0,0-1 0,0 0 0,0 1 0,0-1 0,0 0 0,0 0 0,-2-22 0,-2 10 0,0 1 0,-1 0 0,0 0 0,-1 0 0,0 0 0,-1 1 0,-9-12 0,15 22 0,1 1 0,0-1 0,-1 1 0,1-1 0,-1 1 0,1-1 0,-1 1 0,1-1 0,-1 1 0,1-1 0,-1 1 0,1-1 0,-1 1 0,0 0 0,1 0 0,-1-1 0,0 1 0,1 0 0,-1 0 0,-1-1 0,2 2 0,-1-1 0,1 0 0,0 1 0,0-1 0,-1 0 0,1 1 0,0-1 0,-1 0 0,1 1 0,0-1 0,0 0 0,0 1 0,-1-1 0,1 1 0,0-1 0,0 0 0,0 1 0,0-1 0,0 1 0,0-1 0,0 1 0,0-1 0,0 1 0,3 30 0,4 0 0,2 0 0,15 37 0,-16-47 0,18 39 62,7 25-1489,-28-69-5399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0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1 148 24575,'11'33'0,"24"49"0,-29-71 0,0 0 0,0-1 0,1 0 0,0 0 0,1-1 0,0 0 0,1 0 0,10 8 0,-18-17 0,0 1 0,0 0 0,1 0 0,-1-1 0,0 1 0,1 0 0,-1-1 0,1 0 0,-1 1 0,0-1 0,1 0 0,-1 0 0,1 1 0,-1-1 0,1 0 0,-1-1 0,1 1 0,-1 0 0,3-1 0,-1 0 0,0 0 0,0 0 0,0-1 0,0 1 0,0-1 0,0 0 0,0 0 0,3-3 0,0 0 0,-1 0 0,0-1 0,0 0 0,0 0 0,-1 0 0,0 0 0,5-10 0,-7 10 0,0 1 0,-1-1 0,1 1 0,0-7 0,3-13 0,-5 24 0,0 1 0,0-1 0,1 1 0,-1-1 0,0 1 0,0-1 0,0 1 0,1 0 0,-1-1 0,0 1 0,1-1 0,-1 1 0,0 0 0,1-1 0,-1 1 0,0 0 0,1-1 0,-1 1 0,1 0 0,-1 0 0,0 0 0,1-1 0,-1 1 0,1 0 0,-1 0 0,1 0 0,-1 0 0,1 0 0,-1 0 0,1 0 0,-1 0 0,1 0 0,-1 0 0,1 0 0,-1 0 0,1 0 0,-1 0 0,1 0 0,-1 0 0,0 1 0,1-1 0,-1 0 0,1 0 0,-1 1 0,1-1 0,-1 0 0,0 0 0,1 1 0,22 19 0,-19-16 0,-2-2 0,20 18 0,42 32 0,-56-46 0,0-1 0,0-1 0,0 0 0,1 0 0,0-1 0,-1 0 0,1 0 0,0-1 0,0 0 0,11 1 0,-14-3 0,0 1 0,0-1 0,0-1 0,0 1 0,0-1 0,-1 0 0,1 0 0,0-1 0,9-3 0,-12 3 0,0 1 0,0-1 0,0 0 0,0 0 0,0 0 0,-1-1 0,1 1 0,-1-1 0,0 1 0,0-1 0,0 0 0,0 0 0,0 0 0,-1 0 0,1 0 0,-1 0 0,0 0 0,2-5 0,-1-3 0,0 0 0,-1 0 0,0 0 0,0 0 0,-1 0 0,-1 0 0,0 0 0,0 0 0,-1 0 0,-1 0 0,-5-17 0,3 15 0,-1-1 0,0 1 0,-1 0 0,0 1 0,-1-1 0,0 1 0,-1 1 0,-14-15 0,20 24 0,0-1 0,0 1 0,1 0 0,-1 0 0,-1 0 0,1 0 0,0 0 0,0 1 0,-1-1 0,1 1 0,-4-1 0,5 2 0,1 0 0,0 0 0,0 0 0,0 0 0,-1 0 0,1 0 0,0 0 0,0 0 0,0 0 0,0 1 0,-1-1 0,1 0 0,0 1 0,0-1 0,0 1 0,0-1 0,0 1 0,0 0 0,0-1 0,0 1 0,0 0 0,0 0 0,1 0 0,-1 0 0,0-1 0,0 1 0,1 0 0,-1 0 0,1 1 0,-1-1 0,1 0 0,-1 0 0,1 0 0,-1 0 0,1 0 0,0 3 0,-4 24-1365,4-15-5461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0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77 230 24575,'7'-22'0,"0"0"0,6-41 0,-12 57 0,-1 0 0,1 0 0,-1 0 0,0 0 0,-1 0 0,1 0 0,-1 0 0,-1 0 0,1 0 0,-1 0 0,0 1 0,0-1 0,0 1 0,-1-1 0,0 1 0,-4-5 0,6 8 0,0 1 0,0-1 0,0 1 0,0 0 0,0 0 0,-1-1 0,1 1 0,0 0 0,-1 0 0,1 0 0,-1 1 0,1-1 0,-1 0 0,1 0 0,-1 1 0,0-1 0,1 1 0,-1 0 0,0-1 0,1 1 0,-1 0 0,0 0 0,0 0 0,1 0 0,-1 0 0,0 0 0,1 1 0,-1-1 0,-2 1 0,2 0 0,0 0 0,0 1 0,0-1 0,0 1 0,0-1 0,1 1 0,-1-1 0,0 1 0,1 0 0,-1 0 0,1 0 0,-1 0 0,1 0 0,0 0 0,0 0 0,0 0 0,0 0 0,0 1 0,1-1 0,-2 4 0,2 0 0,-1 0 0,1 0 0,0 0 0,0 0 0,0 0 0,1 0 0,0 0 0,0 0 0,1 0 0,-1 0 0,1-1 0,1 1 0,-1 0 0,1-1 0,0 0 0,0 1 0,1-1 0,-1-1 0,1 1 0,0 0 0,0-1 0,6 5 0,-1-2 0,0 1 0,1-1 0,0-1 0,0 0 0,1 0 0,-1-1 0,1 0 0,0-1 0,0 0 0,19 3 0,-14-4 0,1 0 0,-1-1 0,1-1 0,0-1 0,0-1 0,-1 0 0,19-4 0,-31 4-151,-1 0-1,0 0 0,0 0 0,0-1 1,0 1-1,0-1 0,0 0 1,3-2-1,4-6-6674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1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24575,'317'397'0,"-293"-365"0,32 46 0,-48-65 0,-1 0 0,0 1 0,-1-1 0,6 19 0,-11-30 0,0 0 0,-1 0 0,1-1 0,-1 1 0,1 0 0,-1 0 0,0 0 0,0 0 0,0 0 0,0 0 0,0 0 0,0 0 0,0-1 0,-1 1 0,1 0 0,-1 0 0,1 0 0,-1 0 0,0-1 0,0 1 0,0 0 0,0-1 0,0 1 0,0-1 0,0 1 0,0-1 0,-1 1 0,1-1 0,0 0 0,-1 1 0,1-1 0,-1 0 0,0 0 0,1 0 0,-1-1 0,0 1 0,1 0 0,-1 0 0,0-1 0,0 1 0,0-1 0,0 0 0,-3 1 0,-5 0 9,-1 0-1,0-1 1,1 1-1,-1-2 1,0 0 0,1 0-1,-1-1 1,1 0-1,0-1 1,-1 0-1,1-1 1,0 0-1,-12-7 1,1-2-306,0-1 0,1 0 0,1-2 0,-28-27 0,29 25-6529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1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38 24575,'-5'-13'0,"-5"-2"0,0 5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1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24575,'1'2'0,"0"1"0,0-1 0,0 1 0,1-1 0,-1 1 0,1-1 0,0 0 0,-1 0 0,1 0 0,0 0 0,0 0 0,4 2 0,11 9 0,1-1 0,1 0 0,0-2 0,0 0 0,35 11 0,-44-18 0,-1 0 0,1 0 0,0-1 0,0 0 0,0-1 0,0-1 0,0 1 0,13-2 0,-20 1 0,0-1 0,0 1 0,0-1 0,0 1 0,0-1 0,-1 0 0,1 0 0,0 0 0,-1-1 0,1 1 0,-1-1 0,1 1 0,-1-1 0,0 0 0,1 0 0,-1 0 0,0 0 0,0 0 0,-1 0 0,1-1 0,0 1 0,-1-1 0,1 1 0,-1-1 0,0 1 0,0-1 0,0 0 0,0 0 0,0 0 0,-1 1 0,1-1 0,-1-4 0,1-5 0,-1 0 0,-1 0 0,0 0 0,0 0 0,-7-24 0,6 19 0,5 12 0,5 9 0,50 58-121,-41-43-1123,-8-10-5582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2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8 24575,'-1'-1'0,"0"0"0,0 0 0,0 1 0,-1-1 0,1 0 0,0 1 0,0-1 0,0 1 0,-1 0 0,1-1 0,0 1 0,-1 0 0,1 0 0,0 0 0,-1 0 0,1 0 0,-2 0 0,2 1 0,0-1 0,0 0 0,1 1 0,-1-1 0,0 1 0,1 0 0,-1-1 0,1 1 0,-1-1 0,1 1 0,-1 0 0,1 0 0,-1-1 0,1 1 0,-1 0 0,1 0 0,0-1 0,0 1 0,-1 0 0,1 0 0,0 0 0,0 0 0,0-1 0,0 1 0,0 0 0,0 0 0,0 0 0,0 1 0,1 5 0,0 1 0,0 0 0,0-1 0,1 0 0,1 1 0,-1-1 0,1 0 0,0 0 0,1 0 0,4 7 0,9 11 0,23 28 0,-31-43 0,1 1 0,1 0 0,0 0 0,13 8 0,10 10 0,-33-29 0,-1 1 0,1-1 0,0 1 0,0 0 0,-1-1 0,1 1 0,-1 0 0,1 0 0,-1-1 0,1 1 0,-1 0 0,1 0 0,-1 0 0,1 0 0,-1 0 0,0-1 0,0 1 0,1 0 0,-1 0 0,0 0 0,0 0 0,0 0 0,0 0 0,0 1 0,-1-1 0,1 0 0,-1 0 0,0 0 0,1 0 0,-1 0 0,0 0 0,0 0 0,0 0 0,0 0 0,0-1 0,1 1 0,-1 0 0,0-1 0,-1 1 0,1-1 0,-2 1 0,-5 2 0,0-1 0,-1 0 0,1 0 0,-11 0 0,-74 14 122,2 0-1609,78-15-5339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2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24575,'26'34'0,"14"19"0,7 10 0,4 3-2460,1 0 2460,-1-1 0,-1-3 0,-1-3 0,-1-2 0,-5-4 182,-3-6-182,-3-6 0,-6-6 0,-6-8 0,-4-5 545,-6-7-7003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2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96 24575,'-28'-16'0,"-13"-4"0,-3 0 0,2 4 0,6 5 0,7 4 0,5 3 0,4 3 0,4 1 0,1 0 0,1 4 0,0 3 0,0 3 0,0-1 0,-1 2 0,3-2-8191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3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329 588 24575,'-35'-10'0,"10"2"0,-1 1 0,1 1 0,-1 2 0,-42-3 0,66 7 0,0 0 0,0 0 0,-1 0 0,1 1 0,0-1 0,0 0 0,0 1 0,0 0 0,0 0 0,0-1 0,0 1 0,0 0 0,-3 3 0,4-4 0,1 1 0,-1 0 0,0 0 0,1 0 0,-1-1 0,1 1 0,-1 0 0,1 0 0,0 0 0,-1 0 0,1 0 0,0 0 0,0 0 0,-1 0 0,1 0 0,0 0 0,0 0 0,0 0 0,0 0 0,0 0 0,1 0 0,-1 0 0,0 0 0,0 0 0,1 0 0,-1 0 0,0 0 0,1 0 0,-1 0 0,2 1 0,3 7 0,0-1 0,1 0 0,0 0 0,1-1 0,-1 0 0,2 0 0,7 7 0,0-3 0,0-1 0,31 17 0,-37-22 0,0-1 0,0-1 0,0 0 0,1 0 0,0-1 0,-1 0 0,1 0 0,0-1 0,0-1 0,19 0 0,-25-1 0,1 0 0,0 1 0,-1-1 0,1-1 0,-1 1 0,0-1 0,1 0 0,-1 0 0,0 0 0,0 0 0,0-1 0,0 1 0,-1-1 0,1 0 0,-1 0 0,1-1 0,-1 1 0,0-1 0,0 1 0,-1-1 0,1 0 0,-1 0 0,0 0 0,3-9 0,-3 4 0,0 1 0,0-1 0,-1 1 0,0-1 0,-1 1 0,0-1 0,-1 0 0,1 1 0,-2-1 0,1 0 0,-1 1 0,0 0 0,-1-1 0,-4-8 0,-5-11 0,-2 1 0,-28-43 0,-9-4 0,-3 3 0,-88-89 0,132 149 0,-34-32 0,39 39 0,-1-1 0,1 1 0,-1 0 0,0 0 0,0 1 0,-8-4 0,13 7 0,1 0 0,0 0 0,-1 0 0,1-1 0,0 1 0,-1 0 0,1 0 0,0 0 0,-1 0 0,1 0 0,-1 0 0,1 0 0,0 0 0,-1 0 0,1 0 0,0 0 0,-1 0 0,1 0 0,0 0 0,-1 0 0,1 1 0,0-1 0,-1 0 0,1 0 0,0 0 0,-1 0 0,1 1 0,0-1 0,-1 0 0,1 0 0,0 1 0,-1 0 0,1 0 0,-1 0 0,1 0 0,0 0 0,0 0 0,-1 0 0,1 0 0,0 0 0,0 0 0,0 0 0,0 0 0,1 2 0,8 30 0,-9-31 0,16 41 0,2-2 0,25 44 0,56 74 0,-78-128 0,1-1 0,2-1 0,30 29 0,-44-48 0,1-1 0,0 0 0,0-1 0,0 0 0,1-1 0,0 0 0,1-1 0,-1 0 0,1-1 0,1 0 0,22 4 0,-31-8 0,0 0 0,0-1 0,-1 0 0,1 0 0,0 0 0,0-1 0,-1 1 0,1-1 0,0 0 0,-1 0 0,9-4 0,-10 3 0,-1 1 0,1-1 0,-1 1 0,0-1 0,0 0 0,1 0 0,-1 0 0,0 0 0,-1 0 0,1-1 0,0 1 0,-1-1 0,1 1 0,-1-1 0,0 1 0,0-1 0,0 0 0,0 0 0,0 1 0,0-6 0,0-1 0,0 0 0,-1 0 0,-2-12 0,2 14 0,-1 0 0,1-1 0,0 1 0,1 0 0,2-12 0,-3 18 0,0 0 0,0 0 0,1 1 0,-1-1 0,0 0 0,0 0 0,1 1 0,-1-1 0,1 0 0,-1 1 0,0-1 0,1 0 0,0 1 0,-1-1 0,1 1 0,-1-1 0,1 1 0,0-1 0,-1 1 0,1-1 0,0 1 0,-1 0 0,1-1 0,1 1 0,-1-1 0,0 1 0,1 0 0,-1 0 0,0 1 0,1-1 0,-1 0 0,0 0 0,0 1 0,1-1 0,-1 0 0,0 1 0,0 0 0,2 0 0,4 3 0,0 1 0,-1 0 0,10 10 0,-14-13 0,9 9 54,15 21-1,-18-21-544,0 0 1,16 14-1,-15-18-6335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3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24575,'0'8'0,"3"8"0,1 3 0,-1 4 0,2 1 0,0-2 0,0-4-8191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3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350 699 24575,'-27'-21'0,"-65"-43"0,74 54 0,1 0 0,-1 1 0,-30-10 0,46 17 0,-1 1 0,0 1 0,0-1 0,0 0 0,0 1 0,-1-1 0,1 1 0,0 0 0,0 0 0,0 0 0,0 1 0,0-1 0,0 1 0,-5 1 0,6-1 0,0 0 0,0 1 0,0-1 0,0 1 0,0-1 0,0 1 0,1 0 0,-1-1 0,1 1 0,-1 0 0,1 0 0,0 0 0,-1 0 0,1 1 0,0-1 0,0 0 0,1 0 0,-2 5 0,1-3 0,0 0 0,0 0 0,1 0 0,-1 0 0,1 0 0,0 0 0,0 0 0,0 0 0,1 0 0,-1 0 0,1 0 0,0 0 0,0 0 0,1 0 0,1 4 0,0-3 0,0 0 0,0 0 0,1 0 0,-1-1 0,1 1 0,0-1 0,0 0 0,1 0 0,8 5 0,-5-3 0,1-1 0,0 0 0,0-1 0,0 0 0,0 0 0,1-1 0,0-1 0,0 1 0,0-2 0,0 1 0,19-1 0,-25-1 0,0 0 0,0 0 0,0-1 0,-1 1 0,1-1 0,0 0 0,0-1 0,-1 1 0,1 0 0,-1-1 0,1 0 0,-1 0 0,0 0 0,0 0 0,0 0 0,5-5 0,-6 3 0,1 1 0,-1-1 0,1 0 0,-1 0 0,0 0 0,-1 0 0,1 0 0,-1 0 0,0-1 0,0 1 0,0 0 0,0-1 0,-1 1 0,0-6 0,0-7 0,-1 1 0,-1 0 0,0 0 0,-1 0 0,-10-29 0,-37-75 0,49 118 0,-45-90 0,-4 3 0,-67-91 0,81 121 0,76 137 0,121 159 0,20-14 0,-100-129-1365,-65-74-5461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4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24575,'21'31'0,"9"15"0,5 8 0,1 0 0,1-1 0,-2-3 0,-4-4 0,-2-2 0,-1-4 0,-2-3 0,-1-3 0,-4-4 0,-4-3 0,-4-2 0,-4-7-8191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4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1 649 24575,'38'7'0,"71"9"0,-98-16 0,0 1 0,0-2 0,0 1 0,-1-1 0,1-1 0,0 0 0,17-6 0,-23 6 0,-1 0 0,0 0 0,0 0 0,0-1 0,0 1 0,0-1 0,-1 0 0,1 0 0,-1-1 0,0 1 0,6-8 0,-5 5 0,0-1 0,-1 1 0,0-1 0,0 0 0,0 0 0,2-14 0,-2 6 0,-1 0 0,-1 0 0,0 0 0,-1 0 0,-1 0 0,-5-29 0,0 18 0,-1 0 0,-2 1 0,0 0 0,-22-40 0,-64-89 0,53 88 0,36 57 0,5 6 0,0 1 0,0 0 0,0-1 0,-1 1 0,1 0 0,-1 0 0,0 0 0,1 0 0,-1 1 0,0-1 0,-4-2 0,6 4 0,0 1 0,0-1 0,0 0 0,-1 1 0,1-1 0,0 1 0,0-1 0,0 1 0,0-1 0,0 1 0,0-1 0,0 0 0,1 1 0,-1-1 0,0 1 0,0-1 0,0 1 0,0-1 0,0 0 0,1 1 0,-1-1 0,0 1 0,1-1 0,5 16 0,49 90-212,5-3-1,116 152 1,-68-121 174,-82-106 26,1-1-1,46 35 1,-35-36 326,-34-24-281,-1 0 0,1-1 1,-1 1-1,1-1 1,-1 0-1,1 0 0,0 0 1,0 0-1,5 0 0,-8-1-31,0 0 0,0 0 1,0-1-1,-1 1 0,1 0 0,0-1 0,0 1 0,0 0 0,0-1 0,0 1 0,0-1 0,0 1 0,-1-1 0,1 0 0,0 1 1,-1-1-1,1 0 0,0 0 0,-1 0 0,1 1 0,-1-1 0,1 0 0,-1 0 0,1 0 0,-1 0 0,0 0 0,1 0 0,-1 0 0,0 0 1,0 0-1,0 0 0,0 0 0,0-2 0,1-2-3,-1 0 0,0 0 0,-1 0 0,1 0 0,-2-7 0,-5-9 1,-1 0 0,0 1 0,-2 0 0,-15-25 0,7 11 0,13 21 0,5 13 0,1-1 0,-1 1 0,0 0 0,0 0 0,0 0 0,0 0 0,0 0 0,0-1 0,0 1 0,0 0 0,1 0 0,-1 0 0,0 0 0,0 0 0,0 0 0,0 0 0,0 0 0,1 0 0,-1 0 0,0 0 0,0-1 0,0 1 0,0 0 0,0 0 0,1 0 0,-1 0 0,0 0 0,0 0 0,0 0 0,0 0 0,1 0 0,-1 1 0,0-1 0,0 0 0,0 0 0,0 0 0,1 0 0,-1 0 0,0 0 0,21 13 0,87 79-1365,-92-78-5461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5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 24575,'-4'9'0,"1"-1"0,0 0 0,1 1 0,0-1 0,0 1 0,1 0 0,0-1 0,0 1 0,1 0 0,0 0 0,1 0 0,0-1 0,0 1 0,1 0 0,0-1 0,5 13 0,-5-14 0,1 0 0,1 0 0,-1 0 0,1 0 0,0-1 0,1 1 0,-1-1 0,1 0 0,1 0 0,-1-1 0,1 1 0,0-1 0,0-1 0,0 1 0,1-1 0,0 0 0,-1-1 0,2 1 0,6 2 0,-10-5 0,0 0 0,0 0 0,0 0 0,0-1 0,0 1 0,0-1 0,0 0 0,0 0 0,0-1 0,0 1 0,0-1 0,4 0 0,-6 0 0,0 0 0,-1 0 0,1 0 0,0 0 0,0 0 0,0 0 0,-1-1 0,1 1 0,-1-1 0,1 1 0,-1-1 0,1 1 0,-1-1 0,0 0 0,0 0 0,0 1 0,0-1 0,0 0 0,0 0 0,-1 0 0,1 0 0,0 0 0,-1 0 0,1-4 0,-1 0 0,1-1 0,-1 1 0,-1-1 0,1 0 0,-1 1 0,0-1 0,-1 1 0,1 0 0,-6-13 0,-3-4 0,-17-27 0,12 22 0,9 16 0,3 7 0,1 0 0,-1 0 0,0 0 0,0 0 0,0 1 0,-8-9 0,11 13 0,0 0 0,0 0 0,0 0 0,0 0 0,0 0 0,0 0 0,0 0 0,0 0 0,0 0 0,0 0 0,0 0 0,0 0 0,-1 0 0,1 0 0,0 0 0,0 0 0,0 0 0,0 0 0,0 0 0,0 0 0,0 0 0,0 0 0,0 0 0,0 0 0,0 0 0,0 0 0,0 0 0,0 0 0,0 0 0,0 0 0,0 0 0,0 0 0,0 0 0,0 0 0,-1 0 0,1 0 0,0 0 0,0 0 0,0 0 0,0 0 0,0 0 0,0 0 0,0 0 0,0 0 0,0 0 0,0 0 0,0 0 0,0 0 0,0 0 0,0 0 0,0 0 0,0 0 0,0 0 0,0 0 0,0 1 0,0-1 0,0 0 0,0 0 0,0 0 0,0 0 0,0 0 0,0 0 0,0 0 0,0 0 0,0 0 0,0 0 0,0 0 0,1 7 0,3 7 0,2 1 0,0 0 0,1-1 0,1 0 0,0 0 0,1 0 0,1-1 0,0-1 0,1 0 0,22 20 0,-30-29-273,1 0 0,-1 0 0,1 0 0,6 2 0,2 0-6553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5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24575,'31'23'0,"15"19"0,5 9 0,0 6-1640,-2 5 1640,-4 1 0,-4 1 0,-5-1 0,-2 0 0,-2-3 0,-4-2 0,-2-5 0,-2-4 365,-3-8-365,-5-6 311,-3-5-311,-1-7 0,-2-6-7227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25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1 24575,'-31'2'0,"-15"4"0,-5 4 0,3 2 0,10-1-8191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30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3497 16 24575,'465'-15'0,"-631"14"-72,-646 3-739,262 18 811,385-13 0,62-2 0,-279 8 0,86-5 0,-42 0 0,-583-9 466,875-1-258,-60-11 1,161 15-209,153 21 3,2-15-13,-59-4-196,1032 32-2698,-173-33 2904,142-59-761,-1102 52 868,0 1 515,64-13-1,-113 16-517,0 0 0,0 0 0,0 0 0,0 0 0,0-1 0,0 1 0,1 0-1,-1-1 1,0 1 0,0-1 0,0 0 0,0 1 0,-1-1 0,2 0 0,-2 0-77,0 1 0,0 0 0,0-1 0,0 1-1,-1 0 1,1-1 0,0 1 0,0 0 0,-1 0 0,1-1 0,0 1 0,0 0-1,-1 0 1,1-1 0,0 1 0,0 0 0,-1 0 0,1 0 0,0 0 0,-1 0-1,1-1 1,0 1 0,-1 0 0,1 0 0,-1 0 0,1 0 0,-1 0 0,-37-7 181,37 7-212,-107-8 4,-132 6 0,135 3-115,-2082 0-1711,1222-2 1323,534 17-201,430-16 704,-152 16 3027,150-16-3150,-1 1 0,1 0-1,-1 0 1,1 1 0,0-1 0,-1 1 0,1-1-1,0 1 1,-5 4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6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24575,'0'0'0,"0"0"0,0 0 0,-1 0 0,1 0 0,0 0 0,-1 0 0,1 0 0,0 0 0,-1 0 0,1 1 0,0-1 0,0 0 0,-1 0 0,1 0 0,0 1 0,0-1 0,-1 0 0,1 0 0,0 0 0,0 1 0,0-1 0,0 0 0,-1 1 0,1-1 0,0 0 0,0 0 0,0 1 0,0-1 0,0 0 0,0 1 0,0-1 0,0 0 0,0 1 0,0-1 0,0 0 0,0 1 0,0-1 0,0 0 0,0 0 0,0 1 0,0-1 0,0 0 0,0 1 0,0-1 0,0 0 0,1 1 0,6 16 0,-7-15 0,7 11 0,1-1 0,0 1 0,1-2 0,0 1 0,1-1 0,18 17 0,73 52 0,-97-77 0,31 23 0,8 5 0,42 38 0,-85-68-52,0-1 12,0 0 1,1 0-1,-1 0 0,0 0 0,0 1 0,1-1 1,-1 0-1,0 0 0,0 0 0,1 1 0,-1-1 1,0 0-1,0 0 0,0 1 0,0-1 1,0 0-1,1 0 0,-1 1 0,0-1 0,0 0 1,0 1-1,0-1 0,0 0 0,0 1 0,0-1 1,0 0-1,0 0 0,0 1 0,0-1 0,0 0 1,0 1-1,0-1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6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14 24575,'-3'-2'0,"1"1"0,-1-1 0,0 1 0,1-1 0,-1 1 0,0 0 0,0 0 0,0 0 0,0 1 0,0-1 0,0 1 0,0-1 0,-4 1 0,5 0 0,1 1 0,-1-1 0,1 1 0,-1-1 0,1 1 0,-1-1 0,1 1 0,-1 0 0,1 0 0,-1 0 0,1 0 0,0 0 0,0 0 0,-1 0 0,1 0 0,0 0 0,0 1 0,0-1 0,0 0 0,0 1 0,1-1 0,-1 1 0,0-1 0,1 1 0,-2 3 0,-7 25 0,2 0 0,1 1 0,-4 45 0,9-67 24,0 0 0,-1 0 0,0 0 0,-3 9 0,4-16-95,1 0 1,-1 1-1,0-1 0,-1 0 0,1 0 1,0 0-1,0 0 0,-1 0 1,1 0-1,-1-1 0,0 1 0,0 0 1,1-1-1,-1 1 0,0-1 1,0 0-1,0 0 0,0 1 0,-1-1 1,-1 0-1,-7 2-6755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6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70 24575,'-7'-6'0,"-44"-34"0,46 37 0,0 0 0,1 0 0,-2 0 0,1 1 0,0-1 0,-1 1 0,1 1 0,-10-3 0,14 4 0,0 0 0,0 0 0,0 0 0,0 0 0,0 0 0,0 0 0,0 1 0,0-1 0,0 0 0,0 0 0,0 1 0,0-1 0,0 1 0,0-1 0,0 1 0,0-1 0,1 1 0,-1-1 0,0 1 0,0 0 0,1-1 0,-1 1 0,0 0 0,1 0 0,-1 0 0,0-1 0,1 1 0,-1 0 0,1 0 0,0 0 0,-1 0 0,1 0 0,0 0 0,-1 0 0,1 0 0,0 2 0,-1 4 0,0 0 0,1 0 0,0 1 0,1 7 0,0-6 0,2 17 0,2 0 0,0-1 0,2 0 0,18 46 0,-2-9 0,-13-26 0,0 0 0,-2 0 0,-2 1 0,-1 0 0,-1 59 0,-4-94 0,0 0 0,0 0 0,0 0 0,0 0 0,0 1 0,1-1 0,-1 0 0,1 0 0,-1 0 0,1 0 0,0 0 0,0-1 0,0 1 0,0 0 0,2 2 0,-2-2 0,1-1 0,-1 0 0,1 0 0,0 0 0,0 0 0,-1 0 0,1 0 0,0 0 0,0-1 0,0 1 0,0 0 0,0-1 0,0 0 0,0 0 0,4 1 0,107-2 0,-41-1 0,-69 2-105,1 0 0,0 0 0,-1 0 0,1-1 0,-1 1 0,1-1 0,-1 0 0,1 0 0,-1 0 0,0 0 0,1-1 0,4-2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7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24575,'1'7'0,"0"0"0,0-1 0,1 1 0,4 11 0,-1-3 0,-2-7 0,0 0 0,0 0 0,1 0 0,0 0 0,0-1 0,1 0 0,0 0 0,0 0 0,12 11 0,-15-15 0,1-1 0,0 0 0,0 0 0,0 0 0,0 0 0,0 0 0,0 0 0,0-1 0,1 0 0,-1 1 0,1-1 0,-1-1 0,1 1 0,-1 0 0,1-1 0,0 0 0,-1 0 0,1 0 0,-1 0 0,1 0 0,-1-1 0,1 0 0,-1 0 0,1 0 0,5-2 0,-6 2 0,0-1 0,0 1 0,-1-1 0,1 0 0,-1 0 0,1 0 0,-1 0 0,0 0 0,0 0 0,0 0 0,3-5 0,-1 0 0,0-1 0,5-13 0,-6 13 0,0 1 0,1 0 0,6-10 0,-9 16 0,-1 0 0,1 0 0,0 0 0,0 1 0,0-1 0,0 0 0,0 1 0,0-1 0,0 1 0,0-1 0,0 1 0,0-1 0,0 1 0,0 0 0,0-1 0,0 1 0,1 0 0,-1 0 0,0 0 0,0 0 0,0 0 0,0 0 0,0 0 0,1 0 0,-1 1 0,0-1 0,0 0 0,0 1 0,1 0 0,5 2 0,0 0 0,0 0 0,9 7 0,-5-3 0,27 15 0,-19-10 0,0-2 0,1 1 0,40 13 0,-44-21-1365,-4-3-5461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7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24575,'36'-26'0,"-17"12"0,33-20 0,-47 31 0,0 1 0,1-1 0,0 1 0,0 0 0,-1 0 0,1 1 0,0 0 0,1 0 0,-1 0 0,0 1 0,7 0 0,-11 0 0,0 0 0,0 1 0,-1-1 0,1 1 0,0-1 0,0 1 0,-1 0 0,1 0 0,0 0 0,-1 0 0,1 0 0,-1 0 0,1 0 0,-1 0 0,0 1 0,0-1 0,1 1 0,-1-1 0,0 1 0,0-1 0,0 1 0,0-1 0,-1 1 0,1 0 0,1 3 0,0 5 0,1-1 0,-2 1 0,2 17 0,-1-8 0,7 48 0,42 239 0,-23-130 0,-25-160 0,-2-11 0,0-1 0,-1 1 0,1-1 0,-1 1 0,0 8 0,-1-12 0,1 0 0,0 0 0,0 0 0,-1 0 0,1 0 0,-1 0 0,1 1 0,-1-1 0,0 0 0,1 0 0,-1-1 0,0 1 0,1 0 0,-1 0 0,0 0 0,0 0 0,0-1 0,0 1 0,0 0 0,0-1 0,0 1 0,0-1 0,0 1 0,0-1 0,0 1 0,0-1 0,-2 1 0,-11 1-170,0-1-1,0-1 0,-1 1 1,1-2-1,0 0 0,0-1 1,-13-3-1,8 1-6655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8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16 24575,'-18'-3'0,"-9"0"0,-2-1 0,1 2 0,3 0 0,3 1 0,3 3 0,1 1 0,2 0 0,1 2 0,1 1 0,-1-2 0,0 0 0,3-2-8191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48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41 24575,'-32'-10'0,"-14"-1"0,-3 1 0,5 3 0,7 4 0,10 4-8191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0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1142 7 24575,'40'-6'0,"-77"20"0,-8-5 0,-1-2 0,-58 1 0,-94-8 0,90-1 0,42 1 0,-271-10 0,282 5 0,-97 4 0,149 1 0,0 1 0,1-1 0,-1 0 0,0 1 0,1 0 0,-1 0 0,1 0 0,-1 0 0,-3 2 0,6-3 0,-1 0 0,1 0 0,0 0 0,0 1 0,0-1 0,-1 0 0,1 0 0,0 0 0,0 0 0,0 1 0,0-1 0,0 0 0,-1 0 0,1 1 0,0-1 0,0 0 0,0 0 0,0 1 0,0-1 0,0 0 0,0 0 0,0 1 0,0-1 0,0 0 0,0 0 0,0 1 0,0-1 0,0 0 0,0 0 0,0 1 0,0-1 0,0 0 0,1 1 0,0 0 0,0 0 0,0 0 0,0 0 0,0 0 0,0 0 0,0-1 0,0 1 0,0 0 0,0-1 0,3 2 0,39 15 0,87 23 0,-45-16 0,-42-11 0,52 16 0,142 63 0,-232-90 0,28 16 0,-31-16 0,0-1 0,0 0 0,-1 0 0,1 1 0,0-1 0,-1 1 0,1 0 0,-1-1 0,0 1 0,1 0 0,-1 0 0,0 0 0,1 3 0,-2-4 0,0 0 0,0 0 0,0 0 0,0-1 0,0 1 0,0 0 0,0 0 0,0-1 0,-1 1 0,1 0 0,0 0 0,0-1 0,-1 1 0,1 0 0,-1-1 0,1 1 0,0 0 0,-1-1 0,1 1 0,-1-1 0,0 1 0,1 0 0,-1-1 0,1 0 0,-1 1 0,0-1 0,1 1 0,-2-1 0,-22 11 0,22-11 0,-139 39 0,71-21 0,62-16 0,-123 36 0,111-30 0,0 0 0,1 1 0,0 0 0,-23 16 0,41-23 0,-1-1 0,1 0 0,-1 0 0,1 1 0,-1-1 0,1 0 0,0 1 0,-1 0 0,1-1 0,0 1 0,0 0 0,0-1 0,0 1 0,0 2 0,1-3 0,0 0 0,0 0 0,0 0 0,0-1 0,0 1 0,0 0 0,0 0 0,0 0 0,1 0 0,-1 0 0,0-1 0,1 1 0,-1 0 0,1 0 0,-1 0 0,1-1 0,-1 1 0,1 0 0,-1-1 0,1 1 0,-1 0 0,1-1 0,0 1 0,0-1 0,-1 1 0,1-1 0,0 1 0,0-1 0,0 1 0,-1-1 0,1 0 0,2 1 0,11 4 0,1 0 0,0-1 0,1-1 0,29 3 0,67-2 0,-80-4 0,171-2 0,149 5 0,-326-1-107,-8-2-208,0 1 1,0 1-1,28 7 1,-34-4-6512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0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24575,'0'0'0,"6"95"0,6-49 0,1 0 0,22 52 0,-6-22 0,-26-67-227,0 0-1,-1 0 1,0 0-1,-1 0 1,1 10-1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1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0 24575,'-26'7'0,"5"-3"0,1 1 0,-28 12 0,43-15 0,0 0 0,0 0 0,1 1 0,0 0 0,-1-1 0,1 2 0,0-1 0,0 0 0,1 1 0,-1 0 0,1-1 0,0 1 0,0 1 0,0-1 0,-3 6 0,5-8 0,0 0 0,1 0 0,-1 0 0,0 0 0,1 0 0,-1 0 0,1 1 0,0-1 0,0 0 0,0 0 0,0 0 0,0 1 0,0-1 0,1 0 0,-1 0 0,1 0 0,1 4 0,-1-4 0,1 1 0,-1 0 0,1 0 0,0-1 0,0 1 0,1-1 0,-1 0 0,0 1 0,1-1 0,4 3 0,4 1 0,0 0 0,0-1 0,1 0 0,23 6 0,-1-2 40,1-1 0,55 4 0,71-8-1525,-148-4-5341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7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 24575,'-3'-5'0,"7"7"0,10 7 0,5 11 0,1-1 0,1 0 0,0-2 0,2-1 0,25 15 0,10 4 0,74 41 0,-126-72-95,-5-4 24,0 1 1,0 0-1,1 0 1,-1 0-1,0-1 1,0 1-1,0 0 1,1-1-1,-1 1 0,0-1 1,1 0-1,-1 1 1,0-1-1,1 0 1,-1 0-1,1 0 1,1 0-1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7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1 24575,'-4'0'0,"0"0"0,1 1 0,-1-1 0,0 1 0,1 0 0,-1 0 0,1 0 0,-1 1 0,1-1 0,0 1 0,0 0 0,0 0 0,0 0 0,0 0 0,0 0 0,-4 5 0,-2 3 0,0 1 0,0 1 0,-7 13 0,8-13 0,-15 20 0,10-18-682,-28 22-1,31-28-6143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8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73 24575,'-2'-1'0,"-66"-44"0,61 41 0,-1 0 0,0 1 0,1-1 0,-1 2 0,-1-1 0,1 1 0,-12-2 0,18 4 0,1 0 0,-1 0 0,0 0 0,1 0 0,-1 0 0,1 0 0,-1 0 0,1 0 0,-1 1 0,1-1 0,0 0 0,-1 1 0,1 0 0,-1-1 0,1 1 0,0 0 0,-1 0 0,1-1 0,0 1 0,0 0 0,0 0 0,-1 2 0,0-1 0,1-1 0,0 2 0,0-1 0,1 0 0,-1 0 0,0 0 0,1 0 0,-1 0 0,1 1 0,0-1 0,-1 0 0,1 0 0,1 3 0,0 6 0,0 0 0,2 0 0,-1 0 0,8 19 0,-5-16 0,-1 0 0,-1 1 0,0-1 0,1 29 0,-4 61 0,-2-42 0,1-17 0,2 55 0,0-96 0,-1-1 0,1 1 0,0-1 0,0 0 0,0 1 0,0-1 0,0 0 0,1 0 0,0 0 0,-1 0 0,1 0 0,0 0 0,1 0 0,4 4 0,-3-3 0,1 0 0,-1-1 0,1 0 0,0 0 0,0 0 0,1 0 0,-1-1 0,8 2 0,0 0 0,0-2 0,1 1 0,-1-2 0,0 0 0,1 0 0,26-3 0,-38 2-105,-1 0 0,1-1 0,0 1 0,-1-1 0,1 1 0,0-1 0,-1 1 0,1-1 0,-1 0 0,1 0 0,-1 0 0,2-1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8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24575,'0'68'0,"12"83"0,-7-120 0,1 0 0,2 0 0,0 0 0,25 55 0,-25-68-49,-5-11-171,-1-1 1,1 0 0,0 0 0,0-1-1,7 10 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9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24575,'-7'6'0,"2"0"0,-1 0 0,-9 12 0,13-15 0,1 0 0,-1 0 0,1 0 0,0 0 0,0 0 0,0 0 0,0 0 0,0 0 0,1 1 0,-1 4 0,1-5 0,0 1 0,1-1 0,-1 1 0,1-1 0,-1 1 0,1-1 0,0 1 0,1-1 0,-1 0 0,1 0 0,-1 0 0,1 0 0,0 0 0,0 0 0,0 0 0,0 0 0,1-1 0,-1 1 0,1-1 0,0 0 0,0 1 0,-1-1 0,1-1 0,0 1 0,6 2 0,3 1 0,0 0 0,1 0 0,0-1 0,0-1 0,19 3 0,-20-4 0,0-1 0,0 0 0,1 0 0,-1-2 0,0 1 0,1-1 0,-1-1 0,0 0 0,0-1 0,0 0 0,13-6 0,-24 8-52,1 1-1,0-1 1,-1 0-1,1 0 1,-1 0-1,1 0 1,-1 0-1,0 0 1,1 0-1,-1-1 1,0 1-1,0 0 1,0-1-1,0 1 1,0-1-1,0 1 1,0-1-1,0 0 1,-1 1-1,1-1 0,0 0 1,-1 1-1,0-1 1,1 0-1,-1-3 1,-2-4-6774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9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24575,'14'-8'0,"-1"0"0,1 0 0,1 1 0,-1 1 0,1 1 0,22-5 0,-30 8 0,0 1 0,0 0 0,0 1 0,0 0 0,0 0 0,0 1 0,0 0 0,0 0 0,0 0 0,0 1 0,0 0 0,0 0 0,-1 1 0,1 0 0,-1 0 0,10 7 0,-2-1 0,-2-1 0,0 0 0,-1 0 0,13 13 0,-21-18 0,-1-1 0,0 1 0,0-1 0,0 1 0,0 0 0,0 0 0,-1 0 0,1 0 0,-1 0 0,0 0 0,0 0 0,0 1 0,0-1 0,0 0 0,-1 0 0,1 1 0,-1-1 0,0 1 0,-1 2 0,-1 10 0,-7 20 0,5-22 0,0 0 0,-1 16 0,3-8 0,0 0 0,2 0 0,1 0 0,0 0 0,2 0 0,0 0 0,2 0 0,0-1 0,1 0 0,14 30 0,-1-13 0,-13-29 0,-1 1 0,0-1 0,0 2 0,-1-1 0,0 0 0,-1 1 0,4 20 0,-7-28 5,0-1-1,0 0 0,0 0 0,0 0 1,-1 1-1,1-1 0,-1 0 0,1 0 1,-1 0-1,0 0 0,0 0 1,0 0-1,0 0 0,0 0 0,0 0 1,0 0-1,-1-1 0,1 1 0,0 0 1,-1-1-1,0 1 0,1-1 1,-1 0-1,0 1 0,0-1 0,0 0 1,-4 2-1,0-1-190,-1 0 1,0 0-1,0-1 0,0 0 1,0 0-1,0 0 1,-10-1-1,3-1-6640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7:59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40 24575,'-15'-10'0,"-9"-4"0,1 3 0,4 7 0,3 3 0,3 2-8191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0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24575,'-3'2'0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248 119 24575,'-16'-14'0,"-61"-46"0,66 53 0,0 0 0,0 1 0,0 1 0,-1-1 0,-17-4 0,27 9 0,0 1 0,-1-1 0,1 1 0,0-1 0,0 1 0,-1 0 0,1 0 0,0 0 0,0 0 0,-1 0 0,1 0 0,0 1 0,-1-1 0,1 1 0,0 0 0,0-1 0,0 1 0,0 0 0,-4 3 0,4-3 0,1 1 0,-1 0 0,0 0 0,1 0 0,-1 0 0,1 1 0,-1-1 0,1 0 0,0 1 0,0-1 0,0 1 0,1-1 0,-1 1 0,0-1 0,1 1 0,-1 4 0,0 1 0,1 0 0,-1 1 0,1-1 0,1 0 0,-1 0 0,1 0 0,1 0 0,0 0 0,0 0 0,0 0 0,1-1 0,0 1 0,0-1 0,1 0 0,0 0 0,1 0 0,-1 0 0,1-1 0,10 10 0,94 77 0,-12-12 0,-78-64 0,-4-4 0,-1 0 0,18 23 0,-29-32 0,1 1 0,-1-1 0,0 1 0,-1 0 0,0 0 0,1 0 0,-1 0 0,-1 0 0,1 0 0,-1 1 0,0-1 0,0 0 0,0 9 0,-1-12 0,0 0 0,-1 0 0,1 0 0,0 0 0,-1 0 0,1-1 0,-1 1 0,0 0 0,0 0 0,1 0 0,-1-1 0,0 1 0,-1-1 0,1 1 0,0 0 0,0-1 0,-1 0 0,1 1 0,-1-1 0,1 0 0,-1 0 0,1 0 0,-1 0 0,0 0 0,1 0 0,-1 0 0,0-1 0,0 1 0,0 0 0,-3 0 0,-6 0 0,0 1 0,-1-1 0,1-1 0,-13-1 0,13 1 0,-15-1 0,-35-5 0,52 5 0,1-1 0,0 0 0,0 0 0,0-1 0,0 0 0,0-1 0,1 0 0,-10-6 0,16 10 0,0-1 0,1 1 0,-1-1 0,0 1 0,1-1 0,-1 1 0,0-1 0,1 0 0,-1 1 0,1-1 0,-1 0 0,1 1 0,-1-1 0,1 0 0,0 0 0,-1 0 0,1 1 0,0-1 0,0 0 0,-1 0 0,1 0 0,0 0 0,0 1 0,0-2 0,0 1 0,1 0 0,-1-1 0,1 1 0,-1 0 0,1 0 0,-1 0 0,1 0 0,0 0 0,0 0 0,-1 0 0,1 0 0,0 1 0,0-1 0,0 0 0,1 0 0,2-2 0,0 0 0,1 1 0,-1-1 0,1 1 0,0 0 0,-1 1 0,8-2 0,56-6-1365,-52 6-5461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1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230 134 24575,'-9'-12'0,"-40"-53"0,43 58 0,0 1 0,0-1 0,-1 1 0,0 1 0,-1-1 0,-12-7 0,18 12 0,-1 0 0,1 0 0,-1 0 0,1 1 0,-1-1 0,1 0 0,-1 1 0,0 0 0,1-1 0,-1 1 0,0 0 0,1 1 0,-1-1 0,0 0 0,1 1 0,-1-1 0,1 1 0,-1 0 0,1 0 0,-1 0 0,1 0 0,0 0 0,-1 1 0,1-1 0,0 1 0,0-1 0,0 1 0,0 0 0,0 0 0,-2 3 0,0-1 0,0 1 0,1 1 0,0-1 0,-1 0 0,2 1 0,-1 0 0,1 0 0,0 0 0,0 0 0,0 0 0,-1 12 0,3 1 0,-1 0 0,2 0 0,1 0 0,0 0 0,10 37 0,39 88 0,-47-135 0,34 75 0,-24-56 0,0 1 0,12 44 0,-22-56 0,-4-13 0,1-1 0,0 1 0,0 0 0,0 0 0,3 5 0,-3-8 0,-1 0 0,1 1 0,0-1 0,0 0 0,0 0 0,0 0 0,0 0 0,0 0 0,1-1 0,-1 1 0,0 0 0,0 0 0,0-1 0,1 1 0,-1-1 0,0 1 0,1-1 0,-1 1 0,3-1 0,3 1 10,0-1 0,0 0 0,1 0 0,-1-1 0,0 0 0,0 0 0,14-4 0,15-3-1455,-24 7-5381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2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24575,'7'28'0,"13"35"0,-15-53 0,-1 0 0,2 0 0,-1 0 0,1-1 0,1 0 0,11 13 0,-15-19 0,0 0 0,0 0 0,1 0 0,-1 0 0,0-1 0,1 1 0,0-1 0,-1 0 0,1 0 0,4 1 0,-6-3 0,0 1 0,-1-1 0,1 0 0,0 0 0,0 0 0,-1 0 0,1 0 0,0 0 0,-1 0 0,1-1 0,0 1 0,-1-1 0,1 1 0,0-1 0,-1 0 0,1 1 0,-1-1 0,1 0 0,-1 0 0,1 0 0,-1 0 0,0 0 0,1-1 0,-1 1 0,0 0 0,0-1 0,2-2 0,0-2 0,1 0 0,-1-1 0,0 0 0,0 1 0,-1-1 0,0 0 0,3-13 0,-4 13 0,1-1 0,0 1 0,0-1 0,1 1 0,0 0 0,5-9 0,-7 14 0,0 0 0,1 1 0,-1-1 0,0 1 0,1-1 0,-1 1 0,1-1 0,-1 1 0,1 0 0,0 0 0,0 0 0,0 0 0,-1 0 0,1 0 0,0 0 0,0 1 0,0-1 0,3 0 0,-2 1 0,0 0 0,1 0 0,-1 0 0,1 0 0,-1 1 0,1 0 0,-1-1 0,0 1 0,0 0 0,4 2 0,6 3 0,0 1 0,-1 1 0,0 0 0,12 10 0,-21-15 0,13 9-119,8 8-296,1-1-1,29 15 1,-44-29-6411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2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13 24575,'-18'-3'0,"-9"0"0,-2-1 0,2 2 0,2 2 0,2 3 0,4-1 0,2 3 0,1 1 0,3-2-8191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2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24575,'23'82'0,"18"115"0,-3-7 0,-21-124-1365,-15-53-5461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3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9 24575,'-2'-1'0,"-1"-1"0,0 1 0,0 0 0,1 0 0,-1 0 0,0 1 0,0-1 0,0 1 0,0 0 0,0 0 0,0 0 0,0 0 0,0 0 0,0 0 0,0 1 0,0 0 0,0-1 0,0 1 0,0 0 0,0 0 0,1 1 0,-1-1 0,0 1 0,-2 1 0,2 0 0,0-1 0,1 1 0,-1-1 0,1 1 0,-1 0 0,1 0 0,0 0 0,0 1 0,0-1 0,1 0 0,-1 1 0,1-1 0,0 1 0,0-1 0,0 1 0,0 0 0,0-1 0,1 1 0,0 4 0,0-6 0,0-1 0,0 1 0,0-1 0,0 0 0,1 1 0,-1-1 0,1 1 0,-1-1 0,1 0 0,-1 1 0,1-1 0,0 0 0,0 1 0,-1-1 0,1 0 0,0 0 0,0 0 0,0 0 0,0 0 0,1 0 0,-1 0 0,0 0 0,0 0 0,1-1 0,-1 1 0,0 0 0,1-1 0,-1 1 0,0-1 0,1 1 0,-1-1 0,1 0 0,1 1 0,7 0 0,0-1 0,-1 1 0,1-1 0,11-2 0,-5 1 0,16-1 0,1 2 0,0 2 0,37 6 0,-39-4-1365,-18-3-5461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3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24575,'6'-4'0,"0"1"0,1 0 0,0 1 0,-1-1 0,1 1 0,0 1 0,0-1 0,0 1 0,0 0 0,0 1 0,0 0 0,1 0 0,-1 0 0,12 3 0,1 2 0,-1 0 0,0 1 0,0 1 0,18 10 0,-33-15 0,0 0 0,0 0 0,0 0 0,-1 1 0,1 0 0,-1-1 0,1 1 0,-1 1 0,0-1 0,0 0 0,0 1 0,-1-1 0,1 1 0,-1 0 0,0 0 0,0 0 0,0 0 0,-1 0 0,0 0 0,1 1 0,-1-1 0,-1 0 0,1 1 0,0-1 0,-1 1 0,0-1 0,0 1 0,-1-1 0,1 0 0,-2 6 0,-3 17 0,2 0 0,0 0 0,2 0 0,4 48 0,3-14 0,7 48 0,-9-91 0,0-1 0,0 0 0,2-1 0,8 20 0,-1-10 0,22 43 0,-35-67 0,1-1 0,0 0 0,0 0 0,-1 0 0,1 1 0,-1-1 0,1 0 0,-1 0 0,0 1 0,1-1 0,-1 0 0,0 1 0,0-1 0,0 1 0,0-1 0,0 0 0,0 1 0,0-1 0,-1 0 0,1 1 0,0-1 0,-1 0 0,1 1 0,-2 1 0,1-1 0,-1 0 0,0 0 0,0 0 0,0-1 0,0 1 0,0-1 0,-1 1 0,1-1 0,0 1 0,-1-1 0,1 0 0,-4 1 0,-93 28 116,38-12-1597,44-13-5345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6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92 24575,'0'-23'0,"-1"17"0,0 0 0,1 0 0,0 0 0,0 0 0,1 0 0,0-1 0,0 1 0,0 0 0,3-8 0,-4 14 0,0 1 0,0-1 0,0 0 0,0 0 0,0 0 0,0 0 0,0 0 0,0 0 0,0 1 0,0-1 0,0 0 0,1 0 0,-1 0 0,0 0 0,0 0 0,0 0 0,0 0 0,0 1 0,0-1 0,0 0 0,0 0 0,0 0 0,0 0 0,0 0 0,0 0 0,1 0 0,-1 0 0,0 0 0,0 0 0,0 0 0,0 1 0,0-1 0,0 0 0,0 0 0,1 0 0,-1 0 0,0 0 0,0 0 0,0 0 0,0 0 0,0 0 0,0 0 0,0 0 0,1 0 0,-1 0 0,0 0 0,0 0 0,0 0 0,0 0 0,0 0 0,0-1 0,1 1 0,-1 0 0,0 0 0,0 0 0,0 0 0,0 0 0,0 0 0,0 0 0,0 0 0,0 0 0,0 0 0,1 0 0,-1-1 0,0 1 0,0 0 0,0 0 0,0 0 0,2 10 0,1 32 0,-3 0 0,-8 78 0,-1 15 0,1-5 0,1-3 0,7-124 0,0 0 0,0 0 0,0 0 0,0 0 0,1 0 0,-1 0 0,1 0 0,1 3 0,-1-5 0,-1 0 0,1-1 0,-1 1 0,0-1 0,1 1 0,0-1 0,-1 1 0,1 0 0,-1-1 0,1 0 0,0 1 0,-1-1 0,1 1 0,0-1 0,-1 0 0,1 1 0,0-1 0,0 0 0,-1 0 0,1 0 0,0 0 0,0 0 0,-1 1 0,1-1 0,0 0 0,0-1 0,-1 1 0,1 0 0,0 0 0,0 0 0,-1 0 0,1-1 0,0 1 0,0 0 0,-1-1 0,1 1 0,0-1 0,7-3 0,-1 0 0,0 0 0,0-1 0,0 1 0,-1-2 0,10-8 0,31-40 0,-16 13 0,-61 94 0,-34 88 0,58-122 0,5-14 0,-1 1 0,0-1 0,0 1 0,0-1 0,-5 8 0,6-12 0,1 0 0,-1-1 0,0 1 0,0 0 0,1 0 0,-1-1 0,0 1 0,0 0 0,0-1 0,0 1 0,0-1 0,0 1 0,0-1 0,0 1 0,0-1 0,0 0 0,0 1 0,0-1 0,0 0 0,0 0 0,0 0 0,0 0 0,0 0 0,-1 0 0,1 0 0,0 0 0,0 0 0,0-1 0,0 1 0,0 0 0,0-1 0,0 1 0,-2-2 0,-5-2 0,-1-1 0,1 0 0,0-1 0,1 0 0,-1 0 0,-9-11 0,-37-49 0,29 34 0,6 8-682,-28-45-1,36 50-6143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7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24575,'3'25'0,"2"0"0,1 0 0,0-1 0,12 27 0,-12-37 0,1 0 0,0 0 0,1 0 0,1-1 0,0 0 0,1 0 0,19 19 0,-26-30 0,0 1 0,0-1 0,0 1 0,0-1 0,0 0 0,0 0 0,1-1 0,-1 1 0,1-1 0,-1 1 0,7 0 0,-8-2 0,0 1 0,-1-1 0,1 0 0,-1-1 0,1 1 0,0 0 0,-1 0 0,1-1 0,-1 1 0,1-1 0,0 1 0,-1-1 0,1 0 0,-1 0 0,0 1 0,1-1 0,-1 0 0,0 0 0,1 0 0,-1-1 0,0 1 0,0 0 0,0 0 0,0-1 0,0 1 0,0 0 0,-1-1 0,2-2 0,3-6 0,-1 0 0,-1-1 0,0 1 0,-1-1 0,0 1 0,0-1 0,0-11 0,-3-79 0,-1 59 0,18 82 0,88 222 0,-56-151 0,-23-50 0,-3 2 0,-2 0 0,15 85 0,-34-142 0,0 0 0,0-1 0,-1 1 0,0 0 0,0 0 0,-2 11 0,2-16 0,-1 0 0,1 0 0,-1 0 0,1 0 0,-1 0 0,1 0 0,-1 0 0,1 0 0,-1 0 0,0 0 0,1 0 0,-1 0 0,0 0 0,0-1 0,0 1 0,-2 1 0,2-2 0,0 1 0,-1-1 0,1 1 0,-1-1 0,1 0 0,-1 1 0,0-1 0,1 0 0,-1 0 0,1 0 0,-1-1 0,1 1 0,-1 0 0,1 0 0,-1-1 0,-1 0 0,-5-2 0,-1-1 0,1 0 0,0 0 0,0-1 0,0 0 0,1 0 0,0-1 0,0 0 0,-9-10 0,2 0 0,0 0 0,-22-36 0,23 30 0,2 1 0,-15-39 0,22 49 0,0 0 0,1 0 0,1 0 0,0-1 0,0 1 0,1-1 0,1-21 0,1 30-91,-1 0 0,1 0 0,0-1 0,0 1 0,0 0 0,0 0 0,1 0 0,-1 1 0,1-1 0,0 0 0,0 0 0,0 1 0,0-1 0,5-3 0,1-1-6735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8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57 24575,'-115'-38'0,"94"33"0,0 0 0,0 2 0,-35-3 0,50 6 0,0 1 0,0-1 0,0 1 0,1 0 0,-1 0 0,0 1 0,0 0 0,1 0 0,-1 0 0,1 0 0,-1 1 0,1 0 0,0 0 0,-5 5 0,7-6 0,1 1 0,-1-1 0,1 1 0,0-1 0,0 1 0,0 0 0,0 0 0,0 0 0,0 0 0,1 0 0,0 0 0,-1 0 0,1 1 0,1-1 0,-1 0 0,0 1 0,1-1 0,-1 1 0,1-1 0,0 0 0,1 1 0,-1-1 0,0 1 0,1-1 0,2 7 0,3 6 0,1-1 0,0 0 0,2 0 0,-1 0 0,16 17 0,4 9 0,-10-12 0,-1 0 0,-2 2 0,13 34 0,-21-45 0,-1 0 0,-1 0 0,-1 1 0,0-1 0,-2 1 0,0 27 0,-2-41 0,0-3 0,0 1 0,0-1 0,0 0 0,1 0 0,-1 0 0,2 5 0,-1-8 0,-1 1 0,1-1 0,-1 0 0,1 0 0,0 0 0,0 0 0,-1 0 0,1 0 0,0 0 0,0 0 0,0 0 0,0 0 0,0 0 0,0-1 0,0 1 0,1 0 0,-1-1 0,0 1 0,0-1 0,0 1 0,1-1 0,-1 0 0,0 0 0,2 1 0,7 0 17,0 0 0,-1-1 1,1 0-1,0 0 0,0-1 0,11-2 0,-15 2-141,0-1 0,-1 1 1,1-1-1,-1 0 0,0 0 0,1-1 1,-1 0-1,0 0 0,-1 0 0,1 0 1,8-8-1,-6 2-6702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8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24575,'0'3'0,"1"1"0,0 0 0,-1-1 0,1 1 0,0 0 0,0-1 0,1 1 0,-1-1 0,1 0 0,0 1 0,0-1 0,3 4 0,4 4 0,19 19 0,-11-13 0,-10-9 0,1-1 0,0 0 0,0-1 0,15 10 0,-20-14 0,0 0 0,0-1 0,-1 1 0,1-1 0,0 0 0,1 0 0,-1 0 0,0 0 0,0 0 0,0-1 0,1 1 0,-1-1 0,0 0 0,0 0 0,1 0 0,-1-1 0,0 1 0,6-2 0,-7 1 0,-1 0 0,1 0 0,-1 0 0,0 1 0,1-1 0,-1-1 0,0 1 0,0 0 0,0 0 0,0 0 0,0-1 0,0 1 0,0 0 0,0-1 0,-1 1 0,1-1 0,0 1 0,-1-1 0,0 1 0,1-3 0,1-4 0,-1 0 0,-1 0 0,0-9 0,0 12 0,0-1 0,0 1 0,1-1 0,0 0 0,2-7 0,-3 12 0,0 0 0,1 0 0,-1 0 0,0 0 0,1 0 0,-1 0 0,1 0 0,0 0 0,-1 0 0,1 0 0,0 1 0,0-1 0,-1 0 0,1 0 0,0 1 0,0-1 0,0 1 0,0-1 0,0 1 0,0-1 0,0 1 0,0-1 0,0 1 0,0 0 0,0 0 0,0-1 0,0 1 0,0 0 0,0 0 0,0 0 0,1 0 0,-1 0 0,0 0 0,0 1 0,0-1 0,0 0 0,0 1 0,0-1 0,0 0 0,0 1 0,0-1 0,0 1 0,1 1 0,6 2 0,-1 1 0,-1 0 0,1 0 0,7 9 0,-12-12 0,5 4-95,11 12-329,0-2 1,31 23 0,-36-31-6403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9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24575,'23'-18'0,"59"-45"0,-66 52 0,1 0 0,0 2 0,21-10 0,-28 16 0,0 0 0,-1 1 0,1 0 0,1 1 0,-1 0 0,0 0 0,0 1 0,0 1 0,0 0 0,0 0 0,0 1 0,10 2 0,-17-3 0,0 1 0,-1-1 0,1 0 0,-1 1 0,1-1 0,-1 1 0,0 0 0,1 0 0,-1 0 0,0 0 0,0 0 0,0 0 0,-1 0 0,1 1 0,-1-1 0,1 1 0,-1-1 0,0 1 0,0 0 0,0-1 0,0 1 0,0 0 0,0 4 0,1 8 0,0-1 0,-1 1 0,-1 21 0,0-23 0,-1 13 0,4 148 0,-1-142 0,2 0 0,1-1 0,14 46 0,-14-63 0,1-1 0,0 0 0,10 14 0,-9-15 0,0 1 0,10 23 0,-17-35 0,0 1 0,0-1 0,1 0 0,-1 0 0,0 0 0,0 1 0,0-1 0,0 0 0,0 0 0,-1 1 0,1-1 0,0 0 0,-1 0 0,1 0 0,0 0 0,-1 1 0,1-1 0,-1 0 0,0 0 0,1 0 0,-1 0 0,0 0 0,0 0 0,0-1 0,1 1 0,-1 0 0,0 0 0,0 0 0,0-1 0,0 1 0,-1-1 0,1 1 0,0-1 0,0 1 0,0-1 0,-1 1 0,-7 2 0,0 0 0,0-1 0,-15 2 0,17-3 0,-37 7-1365,23-4-5461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09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1 24575,'-21'0'0,"-9"0"0,-3 0 0,3 0 0,0 0 0,4 0 0,3 0 0,2 0 0,4 0 0,0 0 0,5 0-8191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0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13 24575,'-29'-3'0,"-11"0"0,-2-1 0,6 2-8191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1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858 48 24575,'16'-6'0,"-9"4"0,0 0 0,1-1 0,-1 0 0,0-1 0,-1 1 0,12-9 0,-18 11 0,0 1 0,1 0 0,-1 0 0,0 0 0,0 0 0,0 0 0,1-1 0,-1 1 0,0 0 0,0 0 0,0 0 0,0-1 0,0 1 0,0 0 0,1 0 0,-1 0 0,0-1 0,0 1 0,0 0 0,0 0 0,0-1 0,0 1 0,0 0 0,0 0 0,0-1 0,0 1 0,0 0 0,0 0 0,0 0 0,0-1 0,0 1 0,0 0 0,0 0 0,-1-1 0,1 1 0,0 0 0,0 0 0,0 0 0,0-1 0,0 1 0,-1 0 0,1 0 0,0 0 0,0 0 0,0-1 0,0 1 0,-1 0 0,1 0 0,0 0 0,0 0 0,0 0 0,-1 0 0,1-1 0,0 1 0,0 0 0,-1 0 0,1 0 0,0 0 0,0 0 0,-1 0 0,1 0 0,0 0 0,0 0 0,-1 0 0,1 0 0,-19-1 0,18 1 0,-33 1 0,0 1 0,-46 10 0,-23 2 0,25-7 0,-121 5 0,-148-13 0,321 4 0,25-3 0,1 0 0,-1 0 0,1 0 0,-1 0 0,1 0 0,0 0 0,-1 1 0,1-1 0,-1 0 0,1 0 0,0 1 0,-1-1 0,1 0 0,0 0 0,-1 1 0,1-1 0,0 0 0,-1 1 0,1-1 0,0 1 0,0-1 0,0 1 0,0-1 0,0 1 0,0-1 0,0 1 0,0-1 0,0 1 0,1-1 0,-1 1 0,0-1 0,0 1 0,1-1 0,-1 1 0,0-1 0,0 0 0,1 1 0,-1-1 0,1 1 0,-1-1 0,0 0 0,1 0 0,-1 1 0,1-1 0,12 9 0,0-1 0,1-1 0,0 0 0,0-1 0,21 6 0,-2 0 0,166 50 0,-11-4 0,-181-56 0,1 1 0,-1 0 0,0 0 0,1 1 0,11 7 0,-18-10 0,-1-1 0,1 0 0,-1 1 0,1-1 0,-1 0 0,0 1 0,1-1 0,-1 0 0,0 1 0,1-1 0,-1 1 0,0-1 0,1 1 0,-1-1 0,0 1 0,0-1 0,0 1 0,1-1 0,-1 1 0,0-1 0,0 1 0,0-1 0,0 1 0,0 0 0,0-1 0,0 1 0,-1 0 0,1 0 0,0 0 0,-1 0 0,1-1 0,-1 1 0,1 0 0,-1 0 0,0-1 0,1 1 0,-1 0 0,0-1 0,0 1 0,-1 0 0,-3 2 0,1 0 0,-1-1 0,0 0 0,-6 2 0,-87 22 0,57-17 0,1 2 0,-40 17 0,60-18 0,1 0 0,-1 1 0,2 1 0,-1 1 0,2 0 0,0 2 0,1 0 0,0 0 0,1 2 0,1 0 0,0 1 0,-12 21 0,25-38 0,0 0 0,1 0 0,-1 0 0,1 1 0,-1-1 0,1 0 0,0 0 0,-1 0 0,1 0 0,0 0 0,0 0 0,-1 1 0,1-1 0,0 0 0,0 0 0,0 0 0,1 3 0,-1-3 0,1-1 0,-1 1 0,1 0 0,-1 0 0,1-1 0,-1 1 0,1 0 0,0-1 0,-1 1 0,1-1 0,0 1 0,-1-1 0,1 1 0,0-1 0,0 1 0,-1-1 0,1 0 0,1 1 0,5 1 0,-1-1 0,1 0 0,-1-1 0,1 1 0,7-2 0,-8 1 0,174-7 0,-93 1 0,93 7 0,-130 3-455,0 1 0,62 16 0,-95-16-6371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2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18 24575,'-1'-2'0,"0"1"0,0-1 0,0 1 0,0 0 0,0-1 0,0 1 0,-1 0 0,1 0 0,0 0 0,-1 0 0,-2-2 0,3 3 0,1 0 0,0 0 0,0 0 0,-1 0 0,1 0 0,0 0 0,-1 0 0,1 0 0,0 0 0,-1 0 0,1 0 0,0 0 0,0 0 0,-1 0 0,1 0 0,0 0 0,-1 1 0,1-1 0,0 0 0,0 0 0,-1 0 0,1 0 0,0 0 0,0 1 0,0-1 0,-1 0 0,-4 14 0,4-1 0,0-1 0,1 1 0,1-1 0,3 20 0,13 52 0,-2-18 0,-7-26 0,-2-8 0,0 1 0,1 54 0,-8-84-1365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2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24575,'-30'10'0,"0"2"0,1 1 0,-50 31 0,76-43 0,1 1 0,-1 0 0,1 0 0,0 0 0,0 0 0,0 0 0,0 0 0,0 1 0,0-1 0,1 1 0,-1 0 0,1-1 0,-1 1 0,1 0 0,-1 3 0,2-5 0,0 1 0,0 0 0,0 0 0,0 0 0,0 0 0,0 0 0,0 0 0,1-1 0,-1 1 0,1 0 0,0 0 0,-1 0 0,1-1 0,0 1 0,0 0 0,0-1 0,0 1 0,0-1 0,0 1 0,0-1 0,1 1 0,-1-1 0,1 0 0,2 2 0,11 9 0,1-1 0,1-1 0,0-1 0,1 0 0,0-1 0,0-1 0,0 0 0,31 6 0,-20-8 0,1-1 0,0-1 0,-1-1 0,59-5 0,-71 0-1365,-3-1-5461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4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24575,'0'1'0,"-1"-1"0,1 1 0,0 0 0,-1-1 0,1 1 0,0 0 0,-1 0 0,1-1 0,0 1 0,0 0 0,0 0 0,0 0 0,0 0 0,0-1 0,0 1 0,0 0 0,0 0 0,0 0 0,0-1 0,0 1 0,1 0 0,-1 0 0,0-1 0,1 1 0,-1 0 0,0 0 0,1-1 0,-1 1 0,1 0 0,0 0 0,17 20 0,29 20 0,56 39 0,0-1 0,-65-40 134,-9-9-1633,-18-20-5327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4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1 24575,'-20'20'0,"-8"11"0,-1 1 0,5-2 0,3-3 0,5-4 0,4-5 0,2-4 0,5-4-8191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5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83 24575,'-13'-7'0,"-12"-8"0,-1 1 0,-1 2 0,0 1 0,-33-10 0,57 21 0,1-1 0,-1 0 0,1 1 0,-1 0 0,0-1 0,1 1 0,-1 0 0,0 1 0,0-1 0,1 0 0,-1 1 0,-3 0 0,4 0 0,1 0 0,-1 0 0,1 0 0,0 0 0,-1 1 0,1-1 0,0 0 0,0 0 0,0 1 0,0-1 0,0 1 0,0-1 0,0 1 0,0-1 0,1 1 0,-1 0 0,1-1 0,-1 1 0,0 2 0,0 6 0,-1-1 0,1 0 0,1 1 0,-1-1 0,2 0 0,-1 1 0,2-1 0,-1 0 0,1 1 0,0-1 0,1 0 0,0 0 0,4 8 0,9 15 0,1-1 0,24 34 0,0-1 0,-25-36 0,-1 1 0,-1 1 0,-2 0 0,-1 1 0,-1 0 0,-1 1 0,-2 0 0,-2 0 0,-1 0 0,1 43 0,-5-72 0,-1 3 0,1 1 0,1-1 0,-1 0 0,1 1 0,0-1 0,2 7 0,-2-11 0,0 0 0,0 0 0,0-1 0,0 1 0,0 0 0,0-1 0,0 1 0,1-1 0,-1 1 0,1-1 0,-1 0 0,1 1 0,-1-1 0,1 0 0,0 0 0,-1 0 0,1-1 0,0 1 0,0 0 0,0 0 0,0-1 0,0 0 0,-1 1 0,4-1 0,3 1-68,1 0 0,-1 0-1,0-1 1,1-1 0,-1 1 0,0-1-1,0-1 1,0 1 0,0-1 0,0-1-1,0 0 1,0 0 0,-1 0 0,1-1-1,-1 0 1,0 0 0,0-1 0,-1 0-1,7-7 1,-3 2-6758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5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24575,'-5'23'0,"1"1"0,1-1 0,1 0 0,1 1 0,3 46 0,3-39 0,0-1 0,2 0 0,1 0 0,12 31 0,-8-28-273,2 0 0,1-1 0,1 0 0,28 39 0,-36-59-6553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5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24575,'-9'4'0,"1"1"0,-1 0 0,1 1 0,1-1 0,-1 2 0,-9 9 0,16-15 0,-1 1 0,1 0 0,-1 1 0,1-1 0,-1 0 0,1 0 0,0 1 0,0-1 0,0 0 0,1 1 0,-1-1 0,0 5 0,1-6 0,0 1 0,0 0 0,0 0 0,1 0 0,-1 0 0,0 0 0,1-1 0,0 1 0,-1 0 0,1 0 0,0-1 0,0 1 0,0 0 0,0-1 0,0 1 0,0-1 0,1 1 0,-1-1 0,2 2 0,1 0 0,0-1 0,0 1 0,0 0 0,0-1 0,1 0 0,-1 0 0,1 0 0,0-1 0,-1 0 0,1 0 0,0 0 0,0 0 0,6 0 0,10-1 0,35-3 0,-52 3 0,14-2-170,1-1-1,-1-1 0,0-1 1,0-1-1,0 0 0,-1-1 1,31-18-1,-35 18-6655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6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24575,'13'-9'0,"1"0"0,0 1 0,1 1 0,0 1 0,20-7 0,-30 11 0,0 1 0,0 0 0,0 0 0,0 0 0,1 1 0,-1 0 0,0 0 0,0 0 0,1 0 0,-1 1 0,0 0 0,0 0 0,0 1 0,0-1 0,0 1 0,0 0 0,0 0 0,-1 1 0,1-1 0,4 5 0,2 2 0,-1 0 0,-1 1 0,0 0 0,0 1 0,-1 0 0,0 0 0,11 24 0,-10-15 0,-1 0 0,-1 0 0,0 1 0,4 26 0,-7-23 0,-2 0 0,0-1 0,-2 1 0,-4 40 0,-23 93 0,19-113 0,5-33 0,1 1 0,1-1 0,0 1 0,1 0 0,0 0 0,3 19 0,-2-25 0,1 1 0,0-1 0,0 0 0,0 1 0,1-1 0,0 0 0,0-1 0,0 1 0,1 0 0,0-1 0,0 0 0,1 0 0,5 5 0,11 8 0,-15-13 0,1 0 0,-1 1 0,10 11 0,-15-17 2,-1 1-1,1 0 1,-1-1 0,1 1-1,-1-1 1,0 1-1,0 0 1,1-1 0,-1 1-1,0 0 1,0 0-1,0-1 1,0 1 0,0 0-1,0-1 1,0 1-1,0 0 1,0 0-1,0-1 1,0 1 0,0 0-1,0-1 1,-1 1-1,1 0 1,0-1 0,0 1-1,-1 0 1,1-1-1,-1 1 1,1 0 0,0-1-1,-1 1 1,1-1-1,-1 1 1,1-1-1,-1 1 1,0-1 0,1 0-1,-1 1 1,1-1-1,-1 0 1,0 1 0,1-1-1,-1 0 1,-1 1-1,-4 2-132,-1-1-1,0 1 1,-12 1 0,10-2-782,-5 3-5913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8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24575,'2'-2'0,"-1"0"0,1 1 0,-1-1 0,1 0 0,0 0 0,3-2 0,-5 4 0,1-1 0,-1 1 0,0 0 0,0 0 0,0 0 0,1 0 0,-1 0 0,0 0 0,0 0 0,1 0 0,-1-1 0,0 1 0,0 0 0,1 0 0,-1 0 0,0 0 0,0 0 0,1 0 0,-1 0 0,0 1 0,0-1 0,1 0 0,-1 0 0,0 0 0,0 0 0,1 0 0,-1 0 0,1 1 0,-1 0 0,0-1 0,1 1 0,-1-1 0,0 1 0,0 0 0,1-1 0,-1 1 0,0 0 0,0-1 0,0 1 0,0 0 0,0-1 0,0 1 0,0 1 0,-5 98 0,0-8 0,9 44 0,-2-114 0,1-1 0,1 0 0,0 0 0,12 28 0,-11-35 0,15 39 0,42 78 0,-62-130 0,0 0 0,1 0 0,-1-1 0,0 1 0,1 0 0,0 0 0,-1-1 0,1 1 0,-1 0 0,1-1 0,0 1 0,-1-1 0,1 1 0,0 0 0,0-1 0,1 1 0,-2-1 0,1 0 0,-1 0 0,0 0 0,0 0 0,1-1 0,-1 1 0,0 0 0,1 0 0,-1 0 0,0-1 0,0 1 0,1 0 0,-1 0 0,0-1 0,0 1 0,0 0 0,1-1 0,-1 1 0,0 0 0,0 0 0,0-1 0,0 1 0,0 0 0,1-1 0,-1 1 0,0 0 0,0-1 0,0 1 0,2-34 0,-2 33 0,0-19 0,-1 9 0,1 0 0,0-1 0,1 1 0,5-21 0,-5 28 0,0 1 0,0 0 0,0 1 0,0-1 0,1 0 0,-1 0 0,1 0 0,0 1 0,0-1 0,0 1 0,0 0 0,1-1 0,-1 1 0,0 0 0,1 0 0,0 0 0,-1 1 0,1-1 0,0 1 0,0-1 0,0 1 0,4-1 0,1 0 0,0 0 0,1 1 0,-1 0 0,1 0 0,-1 1 0,1 0 0,0 1 0,-1 0 0,0 0 0,1 1 0,-1 0 0,0 0 0,0 1 0,0 0 0,0 0 0,0 1 0,7 4 0,-7-3 0,-1 0 0,0 0 0,0 1 0,0 0 0,-1 0 0,1 0 0,-1 1 0,-1 0 0,0 0 0,0 0 0,0 1 0,-1 0 0,0 0 0,0 0 0,-1 0 0,3 10 0,-6-16-136,1-1-1,-1 1 1,0 0-1,1-1 1,-1 1-1,0 0 1,0-1-1,-1 1 0,1 2 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8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75 24575,'-45'-17'0,"10"3"0,0 2 0,-1 1 0,-49-8 0,81 19 0,-1-1 0,0 1 0,1 0 0,-1 0 0,0 0 0,1 1 0,-1 0 0,0 0 0,1 0 0,-1 0 0,1 1 0,0-1 0,-1 1 0,1 0 0,-6 5 0,6-5 0,1 1 0,0 0 0,0 0 0,1 0 0,-1 1 0,1-1 0,-1 0 0,1 1 0,0 0 0,0-1 0,1 1 0,-1 0 0,1 0 0,0 0 0,0 0 0,0 0 0,0 6 0,0-3 0,1 0 0,0 0 0,1 0 0,0 0 0,0 0 0,0 0 0,1-1 0,0 1 0,1 0 0,-1-1 0,7 12 0,4 4 0,32 38 0,-17-23 0,0 1 0,24 35 0,-45-60 0,1 0 0,-2 0 0,0 1 0,5 15 0,-5-7 0,-1 0 0,-2-1 0,0 2 0,-1-1 0,-1 29 0,-1-49 0,0 0 0,0 0 0,0 0 0,0 0 0,1 1 0,-1-1 0,0 0 0,1 0 0,-1 0 0,1 0 0,0-1 0,0 1 0,0 0 0,0 0 0,2 2 0,-2-2 0,1-1 0,-1 0 0,1 0 0,0 0 0,0 0 0,-1 0 0,1 0 0,0 0 0,0-1 0,0 1 0,0-1 0,0 1 0,0-1 0,0 0 0,0 0 0,2 0 0,6 1 0,0-1 0,0-1 0,0 0 0,0 0 0,0-1 0,-1 0 0,1-1 0,0 0 0,-1 0 0,0-1 0,12-7 0,3-10-1365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9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24575,'13'30'0,"-9"-20"0,0 0 0,8 13 0,-1-6 0,1 0 0,16 18 0,-23-30 0,-1 0 0,1 0 0,0-1 0,1 0 0,-1 0 0,1 0 0,0-1 0,0 0 0,0 0 0,10 3 0,-15-5 0,1 0 0,0-1 0,0 1 0,0-1 0,0 0 0,-1 0 0,1 0 0,0 0 0,0 0 0,0 0 0,0 0 0,0 0 0,0-1 0,-1 1 0,1-1 0,0 1 0,0-1 0,-1 0 0,1 0 0,0 0 0,-1 0 0,1 0 0,-1 0 0,1 0 0,-1-1 0,1 1 0,-1 0 0,0-1 0,2-2 0,1-3 0,0 0 0,-1-1 0,0 0 0,0 1 0,2-14 0,4-10 0,-9 30 0,1 0 0,-1 1 0,0-1 0,1 0 0,-1 0 0,1 0 0,-1 0 0,1 1 0,-1-1 0,1 0 0,-1 1 0,1-1 0,0 0 0,-1 1 0,1-1 0,0 1 0,0-1 0,-1 1 0,1-1 0,0 1 0,0 0 0,0-1 0,0 1 0,0 0 0,-1 0 0,1 0 0,0 0 0,0-1 0,0 1 0,0 0 0,0 1 0,0-1 0,0 0 0,0 0 0,0 0 0,-1 0 0,1 1 0,0-1 0,0 0 0,0 1 0,0-1 0,-1 1 0,1-1 0,1 2 0,4 2 0,0 0 0,-1 1 0,1 0 0,6 7 0,-11-11 0,23 26 0,1-2 0,46 34 0,-63-53-110,-6-4 13,0 0 1,0 0-1,1 0 1,-1-1-1,1 1 1,-1-1-1,1 0 1,-1 1-1,1-1 1,0-1-1,0 1 0,5 1 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9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32 24575,'-28'-5'0,"-13"-2"0,-3 1 0,2 0 0,3 3 0,6 0 0,4 2 0,3 1 0,5 0 0,-1 2 0,2 2 0,4 0-8191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19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24575,'2'42'0,"3"0"0,1 0 0,2-1 0,16 49 0,63 157 0,-85-242-227,-1 0-1,2-1 1,-1 0-1,0 1 1,6 5-1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0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24575,'-13'0'0,"0"1"0,0 0 0,-13 4 0,20-4 0,1 0 0,-1 1 0,1 0 0,0 0 0,0 0 0,0 1 0,0-1 0,0 1 0,-7 6 0,11-7 0,-1-1 0,1 1 0,-1-1 0,1 1 0,-1 0 0,1 0 0,0 0 0,0 0 0,0 0 0,0 0 0,0 0 0,1 0 0,-1 0 0,1 0 0,-1 0 0,1 0 0,0 0 0,0 1 0,0-1 0,0 0 0,0 0 0,0 0 0,0 0 0,1 1 0,-1-1 0,1 0 0,0 0 0,-1 0 0,1 0 0,2 2 0,-2-1 0,1 0 0,0 0 0,1 0 0,-1-1 0,0 1 0,1-1 0,-1 1 0,1-1 0,0 0 0,0 0 0,0 0 0,0-1 0,0 1 0,0-1 0,0 0 0,1 1 0,-1-1 0,5 0 0,21 2 0,0-2 0,41-3 0,-7-1 0,24 3-1365,-74 0-5461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0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24575,'13'-9'0,"-1"2"0,1 0 0,0 0 0,25-8 0,-30 13 0,0 0 0,0 0 0,-1 1 0,1 0 0,0 1 0,0 0 0,0 0 0,0 1 0,0-1 0,12 5 0,82 24 0,-100-28 0,-1-1 0,1 0 0,-1 1 0,1 0 0,-1-1 0,1 1 0,-1 0 0,0 0 0,1-1 0,-1 1 0,0 0 0,0 0 0,0 1 0,0-1 0,0 0 0,0 0 0,0 0 0,0 1 0,0-1 0,-1 0 0,1 1 0,0-1 0,-1 1 0,1-1 0,-1 1 0,0-1 0,1 1 0,-1-1 0,0 1 0,0-1 0,0 3 0,-1 4 0,0 0 0,0 0 0,-1 0 0,-6 15 0,1 3 0,-2 22 0,2 1 0,2 0 0,1 54 0,6-76 0,0-1 0,2 0 0,9 34 0,30 74 0,-38-123 0,0 1 0,-1 1 0,5 20 0,-9-32 5,0 1 0,0-1 0,0 1-1,0-1 1,0 1 0,-1-1 0,1 1 0,0-1-1,-1 0 1,1 1 0,-1-1 0,1 1 0,-1-1-1,0 0 1,1 0 0,-1 1 0,0-1-1,0 0 1,0 0 0,0 0 0,0 0 0,0 0-1,0 0 1,-3 1 0,0 1-253,0-1 1,-1 1-1,1-1 1,-1 0-1,-9 2 1,0-1-6579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2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98 133 24575,'2'-14'0,"1"0"0,-1-1 0,-1 1 0,0 0 0,-1-1 0,0 1 0,-4-18 0,0 44 0,-1 0 0,-4 20 0,6 4 0,1-1 0,3 41 0,1-16 0,1 8 0,4 0 0,23 100 0,0 5 0,-8-18 0,-22-153 0,0 0 0,0 0 0,1-1 0,-1 1 0,0 0 0,1 0 0,0-1 0,-1 1 0,1 0 0,0-1 0,0 1 0,0-1 0,0 1 0,0-1 0,0 1 0,0-1 0,0 0 0,1 1 0,1 0 0,-2-1 0,1-1 0,-1 1 0,0-1 0,1 0 0,-1 0 0,0 1 0,1-1 0,-1 0 0,0 0 0,1-1 0,-1 1 0,1 0 0,-1 0 0,0-1 0,0 1 0,1 0 0,-1-1 0,0 0 0,0 1 0,1-1 0,-1 0 0,0 1 0,0-1 0,0 0 0,0 0 0,1-1 0,11-10 0,-1 0 0,0-1 0,17-24 0,25-47 0,-51 79 0,2-3 0,0 0 0,0 0 0,-1-1 0,0 0 0,-1 1 0,0-1 0,3-13 0,-6 21 0,0 0 0,1 0 0,-1 1 0,0-1 0,0 0 0,0 0 0,0 0 0,0 1 0,0-1 0,-1 0 0,1 0 0,0 1 0,0-1 0,0 0 0,-1 0 0,1 1 0,0-1 0,-1 0 0,1 1 0,-1-1 0,1 0 0,-1 1 0,1-1 0,-1 0 0,1 1 0,-1-1 0,0 1 0,1 0 0,-1-1 0,0 1 0,1-1 0,-1 1 0,0 0 0,1-1 0,-1 1 0,0 0 0,0 0 0,1 0 0,-1 0 0,0-1 0,0 1 0,0 0 0,1 0 0,-2 1 0,-1-1 0,0 0 0,1 1 0,-1 0 0,1 0 0,-1-1 0,1 1 0,0 1 0,-1-1 0,1 0 0,0 0 0,0 1 0,-3 2 0,-3 5 0,1-1 0,0 1 0,1 1 0,0-1 0,0 1 0,1 0 0,-5 14 0,3-5 0,1 1 0,0 0 0,-2 22 0,-7 56 0,15-97 0,0 1 0,0 0 0,-1 0 0,1 0 0,-1-1 0,1 1 0,-1 0 0,1-1 0,-1 1 0,0 0 0,0-1 0,0 1 0,0-1 0,0 1 0,0-1 0,0 1 0,-1-1 0,1 0 0,0 0 0,-1 1 0,1-1 0,-1 0 0,1 0 0,-1-1 0,-2 2 0,2-1 0,-1-1 0,1 0 0,-1 0 0,1 0 0,-1 0 0,1 0 0,-1 0 0,1 0 0,-1-1 0,1 1 0,-1-1 0,1 0 0,0 0 0,-1 0 0,1 0 0,0 0 0,-4-3 0,-6-4 15,2 0 0,-1-1 0,1-1 0,0 1 0,1-2 0,0 1 0,-8-14 0,-46-84-1498,63 108 1481,-8-15-6824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3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1494 0 24575,'158'37'0,"-129"-32"0,-1-2 0,1-1 0,46-2 0,-121 0 0,26-1 0,-32 3 0,-434 41 0,388-37 0,-379 3-462,196-8 253,11 14 209,202-5-1254,54-8-5012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4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5 24575,'-1'-1'0,"0"1"0,-1-1 0,1 1 0,0-1 0,-1 1 0,1-1 0,-1 1 0,1 0 0,-1-1 0,1 1 0,-1 0 0,1 0 0,-1 0 0,1 0 0,-1 1 0,1-1 0,-3 1 0,-26 7 0,13 0 0,0 1 0,1 0 0,-20 14 0,-18 11 0,46-30 0,-1 0 0,1 1 0,0 1 0,0-1 0,0 1 0,1 0 0,0 1 0,-10 12 0,16-19 0,0 2 0,1-1 0,-1 0 0,1 0 0,-1 0 0,1 0 0,-1 0 0,1 0 0,-1 1 0,1-1 0,0 0 0,0 0 0,0 1 0,0-1 0,0 0 0,0 0 0,0 1 0,0-1 0,0 0 0,1 0 0,-1 0 0,0 1 0,1-1 0,-1 0 0,1 0 0,-1 0 0,1 0 0,0 0 0,-1 0 0,1 0 0,0 0 0,0 0 0,0 0 0,0 0 0,0 0 0,0-1 0,0 1 0,0 0 0,1 0 0,5 3 0,0 0 0,0-1 0,0 0 0,14 4 0,202 48 0,-110-28 0,-90-22-455,-1 1 0,26 12 0,-38-13-6371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24575,'0'-1'0,"0"1"0,0 0 0,0-1 0,-1 1 0,1-1 0,0 1 0,0-1 0,0 1 0,-1 0 0,1-1 0,0 1 0,-1 0 0,1-1 0,0 1 0,-1 0 0,1-1 0,0 1 0,-1 0 0,1 0 0,-1-1 0,1 1 0,0 0 0,-2-1 0,2 2 0,0-1 0,-1 0 0,1 1 0,0-1 0,-1 0 0,1 1 0,0-1 0,0 0 0,-1 1 0,1-1 0,0 1 0,0-1 0,0 0 0,-1 1 0,1-1 0,0 1 0,0-1 0,0 0 0,0 2 0,-3 28 0,3-28 0,0 19 0,1-1 0,1 1 0,7 30 0,20 60 0,38 86 0,-42-131 0,-24-62 0,0-1 0,0 0 0,0 0 0,0 0 0,0-1 0,1 1 0,-1-1 0,4 5 0,-2-7 0,-2-6 0,-2-6 0,-27-114-1365,22 107-5461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6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578 62 24575,'-13'-8'0,"0"0"0,0 1 0,0 0 0,-1 1 0,0 1 0,-1 0 0,1 1 0,-1 0 0,0 1 0,0 1 0,0 0 0,0 2 0,0-1 0,0 2 0,0 0 0,0 0 0,0 2 0,-15 3 0,3 2 0,-91 31 0,-12 4-1365,117-39-5461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6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352 106 24575,'-32'-16'0,"-9"-6"0,-2 3 0,-73-25 0,111 43 0,0 0 0,0 0 0,0 0 0,0 1 0,0-1 0,0 1 0,0 0 0,0 1 0,0 0 0,0-1 0,0 1 0,-7 3 0,9-3 0,0 0 0,1 1 0,-1-1 0,0 1 0,1 0 0,-1 0 0,1-1 0,0 2 0,0-1 0,0 0 0,0 0 0,0 1 0,0-1 0,0 1 0,1-1 0,-1 1 0,1 0 0,0 0 0,0 0 0,0-1 0,-1 7 0,1-2 0,0-1 0,0 1 0,1 0 0,0 0 0,0 0 0,0-1 0,1 1 0,0 0 0,1-1 0,-1 1 0,1-1 0,1 1 0,-1-1 0,7 11 0,2 1 0,1-2 0,0 1 0,23 21 0,-19-21 0,0 1 0,15 23 0,-29-38 0,0 1 0,0-1 0,0 0 0,-1 1 0,1 0 0,-1-1 0,0 1 0,0-1 0,0 1 0,-1 0 0,1 0 0,-1 0 0,0-1 0,0 1 0,0 0 0,-1 0 0,1 0 0,-1-1 0,-2 6 0,0-1 0,-1-1 0,1 1 0,-2-1 0,1 0 0,-1-1 0,0 1 0,-11 11 0,11-13 0,1 0 0,-1 0 0,1 1 0,0 0 0,1 0 0,-1 0 0,1 0 0,1 0 0,-1 1 0,-2 9 0,4-11 0,0 0 0,1 0 0,-1 1 0,1-1 0,0 1 0,1-1 0,-1 0 0,1 1 0,0-1 0,0 0 0,1 0 0,-1 0 0,1 0 0,3 6 0,66 110 0,-1-2 0,-48-83-1365,-14-25-5461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7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24575,'8'0'0,"2"3"0,0 3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8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62 24575,'-2'0'0,"-2"-2"0,-2-2 0,-2-1 0,-4-2 0,2 0 0,-1-1 0,-1 0 0,-1 1 0,2-2 0,2 4 0,3 6 0,6 4 0,4 5 0,5 3 0,3 1 0,3 0 0,-2-4-8191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9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24575,'4'-1'0,"140"-6"0,-129 8 0,-1 0 0,1 0 0,0 2 0,-1 0 0,0 0 0,0 1 0,23 11 0,-31-13 0,-1 1 0,-1 0 0,1 0 0,0 1 0,-1-1 0,0 1 0,0 0 0,0 0 0,0 0 0,5 8 0,-8-10 0,0-1 0,0 1 0,0 0 0,-1 0 0,1 0 0,-1 0 0,1-1 0,-1 1 0,1 0 0,-1 0 0,0 0 0,0 0 0,0 0 0,0 0 0,0 0 0,0 0 0,-1 0 0,1 0 0,-1 0 0,1 0 0,-1 0 0,0-1 0,0 1 0,0 0 0,0 0 0,0-1 0,0 1 0,0 0 0,0-1 0,-1 1 0,1-1 0,-3 2 0,-9 7 0,0-1 0,0 0 0,0-1 0,-18 7 0,18-9 0,1 0 0,0 1 0,0 0 0,1 0 0,0 1 0,-14 14 0,22-19 0,1 0 0,-1 0 0,1 0 0,0 0 0,0 0 0,0 1 0,0-1 0,0 1 0,1 0 0,-1-1 0,1 1 0,-1 4 0,2-5 0,0 1 0,0-1 0,0 0 0,0 1 0,1-1 0,0 0 0,-1 1 0,1-1 0,0 0 0,1 0 0,-1 0 0,0 0 0,1 0 0,2 4 0,13 17 0,1-1 0,1-1 0,1 0 0,41 34 0,17 17 0,-75-69 0,0-1 0,0 1 0,0 0 0,-1 0 0,1 0 0,-1 0 0,0 0 0,0 0 0,0 1 0,-1-1 0,0 1 0,0-1 0,0 1 0,0-1 0,-1 1 0,1 7 0,-3 2 0,1 1 0,-2 0 0,-8 26 0,7-26 0,0 1 0,-4 32 0,8 12-1365,0-47-5461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29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24575,'68'50'0,"-60"-44"0,0 1 0,-1 1 0,0-1 0,0 1 0,-1 1 0,6 8 0,-11-15 0,0 0 0,0 0 0,1 1 0,-2-1 0,1 0 0,0 0 0,0 1 0,-1-1 0,1 1 0,-1-1 0,0 0 0,0 1 0,1-1 0,-2 1 0,1-1 0,0 1 0,0-1 0,-1 0 0,0 1 0,1-1 0,-1 0 0,-2 4 0,2-4 0,-1 1 0,0-1 0,0 0 0,0 0 0,0 0 0,0 0 0,0 0 0,-1-1 0,1 1 0,0-1 0,-1 0 0,0 1 0,1-1 0,-1 0 0,0 0 0,1-1 0,-1 1 0,-5 0 0,-4 0 0,1 0 0,0-1 0,-1 0 0,1 0 0,-1-2 0,1 1 0,-1-1 0,-18-7 0,22 6 0,1 0 0,0 0 0,-1-1 0,1 0 0,0 0 0,1-1 0,-1 0 0,1 0 0,0 0 0,0-1 0,0 0 0,1 0 0,-5-8 0,9 13 0,0-1 0,0 1 0,0 0 0,0-1 0,1 1 0,-1-1 0,1 1 0,-1-1 0,1 1 0,-1-1 0,1 0 0,0 1 0,0-1 0,0 1 0,0-1 0,0 0 0,0 1 0,0-1 0,1 1 0,-1-1 0,1-2 0,0 2 0,1 0 0,-1 0 0,1 0 0,-1 0 0,1 0 0,0 0 0,-1 0 0,1 0 0,0 1 0,0-1 0,0 1 0,4-2 0,1-1 0,1 0 0,0 1 0,0 0 0,0 1 0,0 0 0,0 0 0,11-1 0,-11 3-110,0 1-1,0-1 0,0 1 0,0 1 1,8 2-1,-9-3-590,6 2-6125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0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34 24575,'-11'-6'0,"0"1"0,-1 0 0,1 1 0,-1 1 0,0-1 0,-19-1 0,28 4 0,-1 1 0,1 0 0,-1 0 0,1 0 0,-1 0 0,1 1 0,0-1 0,-1 1 0,1 0 0,0 0 0,-1 0 0,1 1 0,0-1 0,0 1 0,0 0 0,0 0 0,0 0 0,1 0 0,-1 0 0,0 0 0,1 1 0,0-1 0,0 1 0,-1 0 0,2 0 0,-1 0 0,-3 6 0,1 2 1,0 1 0,0-1 0,1 1 0,1 0 0,0 0 1,1 0-1,0 1 0,0-1 0,3 16 0,1 10-66,15 62 0,0-32-34,3 0-1,3-2 1,2 0-1,4-2 1,67 108-1,-91-161-8,2-1 0,-1 1 0,1-1-1,1-1 1,13 12 0,-10-11-6718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0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95 24575,'-31'-15'0,"-13"-6"0,-4 1 0,3 5 0,8 3 0,6 5 0,7 4 0,4 1 0,3 5 0,5 1-8191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0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24575,'1'38'0,"2"0"0,1 0 0,1 0 0,18 60 0,-10-60 0,1 1 0,2-2 0,40 68 0,-44-84 0,10 17 0,-21-36 0,1 1 0,0-1 0,0 0 0,0 0 0,0 1 0,1-1 0,-1-1 0,0 1 0,1 0 0,4 2 0,-5-3 0,0-1 0,0 0 0,0 1 0,-1-1 0,1 0 0,0 0 0,0 0 0,0 0 0,0-1 0,0 1 0,-1 0 0,1-1 0,3 0 0,26-13 0,-14 5 0,1 4 0,0-1 0,1 2 0,21-2 0,27-7 0,-58 11 0,-1-1 0,0 0 0,0 0 0,-1-1 0,15-8 0,-13 4-1365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1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24575,'3'19'0,"3"7"0,1 6 0,1-1 0,3 0 0,-2-3 0,2-3 0,0-2 0,-1-1 0,0-2 0,-1-2 0,0-4 0,-2-2 0,1-2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1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73 24575,'-29'-13'0,"-11"-5"0,-2 2 0,1 3 0,5 3 0,6 7 0,5 3 0,2 5 0,3 4 0,1 0 0,2 1 0,4 0-8191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1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24575,'5'10'0,"2"6"0,-1 6 0,2 1 0,-1 3 0,2-2 0,-2-1 0,1 0 0,-1-1 0,2-2 0,-2-2 0,-2-1 0,2-3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1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198 103 24575,'-23'-21'0,"-11"-6"0,-1 0 0,4 9 0,6 9 0,4 9 0,5 7 0,4 2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2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0 24575,'-21'5'0,"-11"2"0,-4 0 0,2-2 0,5-1 0,4 1 0,1-1 0,2 0 0,3-1 0,1 1 0,2 0 0,3 0-8191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2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71 24575,'-7'-3'0,"-36"-16"0,-2 3 0,-54-14 0,96 29 0,0 1 0,0-1 0,0 1 0,0-1 0,0 1 0,0 0 0,0 0 0,0 1 0,0-1 0,0 0 0,-4 2 0,5-1 0,1 0 0,0 0 0,0-1 0,0 1 0,0 0 0,0 0 0,0 0 0,0 0 0,0 0 0,0 0 0,1 0 0,-1 0 0,0 1 0,1-1 0,-1 0 0,0 0 0,1 1 0,0-1 0,-1 0 0,1 1 0,0-1 0,0 0 0,0 1 0,0-1 0,0 0 0,0 3 0,0 3 0,1 1 0,1-1 0,-1 0 0,1 0 0,0 0 0,0 0 0,1 0 0,0 0 0,0-1 0,5 7 0,8 11 0,23 26 0,-23-29 0,5 4 0,41 35 0,-25-24 0,-36-36 0,0 0 0,-1 1 0,1-1 0,-1 1 0,1-1 0,-1 1 0,1-1 0,-1 1 0,1-1 0,-1 1 0,1 0 0,-1-1 0,0 1 0,1 0 0,-1-1 0,0 1 0,0 0 0,1 0 0,-1-1 0,0 1 0,0 0 0,0 0 0,0-1 0,0 1 0,0 0 0,0 1 0,-1-1 0,0-1 0,1 1 0,-1 0 0,0-1 0,0 1 0,0-1 0,1 1 0,-1-1 0,0 1 0,0-1 0,0 1 0,0-1 0,0 0 0,0 0 0,0 1 0,0-1 0,-1 0 0,-7 1 0,0-1 0,0 0 0,-11-1 0,1-2-98,0-1 1,0-1-1,-30-13 0,30 11-876,6 3-5852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3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24575,'12'24'0,"1"-1"0,1 0 0,1-1 0,1-1 0,1 0 0,1-1 0,1-1 0,0-1 0,2-1 0,25 18 0,-38-30 0,-1-1 0,1 0 0,-1-1 0,1 0 0,0 0 0,1 0 0,-1-1 0,17 2 0,-22-4 0,0 0 0,0 0 0,0 0 0,0 0 0,0 0 0,0-1 0,0 0 0,0 1 0,0-1 0,0 0 0,0 0 0,0-1 0,0 1 0,0-1 0,-1 1 0,1-1 0,-1 0 0,1 0 0,-1 0 0,0 0 0,0 0 0,0-1 0,0 1 0,0-1 0,0 1 0,-1-1 0,3-5 0,-1 2 0,-1-1 0,0 0 0,0 1 0,-1-1 0,0 0 0,0-13 0,-3-44 0,0 39 0,-7 80 0,6-4 0,3 0 0,2 0 0,9 58 0,2 21 0,-11-111 0,-1-11 0,0 0 0,-1 0 0,0 0 0,0 0 0,0 0 0,-1 0 0,-3 14 0,3-21 0,1 0 0,-1-1 0,1 1 0,-1 0 0,1 0 0,-1 0 0,1 0 0,-1-1 0,0 1 0,1 0 0,-1 0 0,0-1 0,0 1 0,1-1 0,-1 1 0,0-1 0,0 1 0,0-1 0,0 1 0,0-1 0,-2 1 0,1-1 0,0 0 0,0 0 0,0 0 0,0 0 0,0 0 0,0-1 0,0 1 0,0 0 0,0-1 0,-2-1 0,-2 0 0,0-1 0,0-1 0,0 1 0,0-1 0,-7-7 0,0 0-1365,3 2-5461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3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182 107 24575,'-1'-1'0,"-5"-11"0,0 1 0,-1 0 0,-1 1 0,0-1 0,0 1 0,-1 1 0,-18-16 0,26 24 0,0 1 0,0-1 0,0 0 0,0 1 0,0-1 0,0 1 0,0-1 0,0 1 0,0 0 0,0-1 0,-1 1 0,1 0 0,0 0 0,0 0 0,0-1 0,0 1 0,0 1 0,-3-1 0,3 0 0,1 1 0,-1-1 0,0 1 0,0-1 0,0 1 0,1-1 0,-1 1 0,0 0 0,1-1 0,-1 1 0,1 0 0,-1-1 0,1 1 0,-1 0 0,1 0 0,-1 0 0,1-1 0,-1 3 0,0 1 0,0 1 0,0-1 0,1 1 0,-1 0 0,1-1 0,0 1 0,1 8 0,2 5 0,1 1 0,1-1 0,0 0 0,2 0 0,13 28 0,55 79 0,-73-122 0,0 0 0,0 0 0,-1 0 0,1 0 0,0 0 0,1 6 0,-3-8 0,0-1 0,1 1 0,-1 0 0,0-1 0,0 1 0,0-1 0,0 1 0,0 0 0,-1-1 0,1 1 0,0-1 0,0 1 0,0 0 0,0-1 0,-1 1 0,1-1 0,0 1 0,-1-1 0,1 1 0,0-1 0,-1 1 0,1-1 0,0 1 0,-1-1 0,1 0 0,-1 1 0,1-1 0,-1 0 0,1 1 0,-1-1 0,1 0 0,-1 1 0,0-1 0,1 0 0,-1 0 0,1 0 0,-1 0 0,0 1 0,1-1 0,-1 0 0,0 0 0,-8 1 0,-1 0 0,1-1 0,0 0 0,-1 0 0,1-1 0,-11-2 0,-1-1 0,-32-12 0,36 10-1365,2-1-5461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4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24575,'40'122'0,"6"-1"0,61 116 0,5-31 0,-105-188 120,-8-12-321,-7-11-1083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4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1 277 24575,'282'-48'0,"-209"38"0,12-4 0,-73 11 0,-1 0 0,0-1 0,1 0 0,-2-1 0,14-7 0,-22 10 0,1 1 0,-1-1 0,0 0 0,0 1 0,0-1 0,0 0 0,0 0 0,0 0 0,-1-1 0,1 1 0,-1 0 0,1-1 0,-1 1 0,0-1 0,0 1 0,0-1 0,1-3 0,-2 3 0,1-1 0,-1 0 0,0 1 0,0-1 0,-1 0 0,1 1 0,-1-1 0,1 1 0,-1-1 0,0 1 0,-3-7 0,2 4 0,-1 1 0,0 0 0,-1-1 0,1 1 0,-1 0 0,0 0 0,0 1 0,0-1 0,-1 1 0,1 0 0,-1 0 0,0 0 0,-1 1 0,-9-5 0,10 6 0,-1 0 0,1 0 0,0 1 0,0 0 0,-1 0 0,1 1 0,-1-1 0,1 1 0,0 0 0,-1 1 0,1-1 0,-1 1 0,1 0 0,0 0 0,-8 4 0,9-4 0,0 1 0,1 0 0,-1 0 0,1 1 0,-1-1 0,1 1 0,0 0 0,0 0 0,0 0 0,0 0 0,0 0 0,1 1 0,-1-1 0,1 1 0,0 0 0,0-1 0,1 1 0,-1 0 0,1 0 0,-1 5 0,0-2 0,0 1 0,1 0 0,0 0 0,0 1 0,1-1 0,0 0 0,1 0 0,0 0 0,0 0 0,1 0 0,0 0 0,0 0 0,0-1 0,1 1 0,1-1 0,-1 0 0,1 1 0,0-2 0,1 1 0,0 0 0,0-1 0,0 0 0,1 0 0,-1 0 0,2-1 0,-1 0 0,0 0 0,1-1 0,0 1 0,0-2 0,1 1 0,11 4 0,0-2 0,-1-1 0,1-1 0,0 0 0,20 0 0,-29-3 0,0-1 0,0 0 0,0 0 0,0-1 0,0-1 0,0 0 0,0 0 0,-1-1 0,16-6 0,-21 7 0,1 0 0,-1-1 0,0 0 0,0 0 0,0 0 0,0 0 0,-1-1 0,1 0 0,4-7 0,-2 3 0,-2 0 0,0 0 0,0-1 0,4-11 0,-8 19 0,1-1 0,-1 1 0,1 0 0,0-1 0,-1 1 0,1 0 0,0-1 0,0 1 0,0 0 0,0 0 0,0 0 0,2-2 0,-2 3 0,-1-1 0,1 1 0,0 0 0,-1 0 0,1 0 0,0 0 0,-1 0 0,1 0 0,0 0 0,-1 0 0,1 0 0,0 0 0,-1 0 0,1 0 0,-1 0 0,1 1 0,0-1 0,-1 0 0,1 0 0,0 1 0,-1-1 0,1 0 0,-1 1 0,1-1 0,-1 1 0,1-1 0,-1 1 0,1-1 0,-1 1 0,1 0 0,23 24 0,-12-11 0,1 0 0,1-2 0,17 14 0,-22-20 0,0 0 0,0 0 0,0-1 0,1 0 0,17 6 0,-24-10 0,0-1 0,-1 1 0,1-1 0,0 1 0,0-1 0,-1 0 0,1 0 0,0 0 0,-1-1 0,1 1 0,0-1 0,-1 1 0,1-1 0,0 0 0,-1 0 0,1 0 0,-1 0 0,1-1 0,-1 1 0,0 0 0,0-1 0,1 0 0,-1 0 0,0 1 0,-1-1 0,1 0 0,3-4 0,1-5 0,10-11 0,-16 22 0,1-1 0,0 1 0,-1-1 0,1 1 0,-1-1 0,1 1 0,-1 0 0,1-1 0,0 1 0,-1 0 0,1-1 0,0 1 0,-1 0 0,1 0 0,0 0 0,0 0 0,-1-1 0,1 1 0,0 0 0,-1 0 0,1 0 0,0 1 0,0-1 0,-1 0 0,1 0 0,0 0 0,-1 0 0,1 1 0,0-1 0,0 1 0,9 4 0,-4-1 0,0 0 0,1-1 0,0 1 0,0-1 0,-1-1 0,2 1 0,-1-2 0,13 3 0,110-3 0,-26-2 0,-86 2 0,1 1 0,-1 0 0,28 9 0,-42-10-114,1 0 1,-1 1-1,0 0 0,0 0 0,0 0 1,-1 0-1,1 0 0,0 1 0,-1 0 1,1 0-1,2 4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8:36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25 24575,'0'-1'0,"0"1"0,0 0 0,0 0 0,0-1 0,0 1 0,0 0 0,-1 0 0,1-1 0,0 1 0,0 0 0,0 0 0,0-1 0,0 1 0,-1 0 0,1 0 0,0-1 0,0 1 0,0 0 0,-1 0 0,1 0 0,0 0 0,0-1 0,-1 1 0,1 0 0,0 0 0,0 0 0,-1 0 0,1 0 0,0 0 0,0 0 0,-1 0 0,1 0 0,0 0 0,-1 0 0,1 0 0,0 0 0,0 0 0,-1 0 0,1 0 0,0 0 0,-1 0 0,1 0 0,0 0 0,-1 1 0,0 0 0,0 1 0,0-1 0,0 0 0,0 0 0,1 0 0,-1 1 0,0-1 0,0 2 0,-9 35 0,9-32 0,1 0 0,-1 0 0,1 0 0,0 0 0,1 0 0,0 0 0,-1 0 0,2 0 0,-1 0 0,4 9 0,-4-12 0,0-2 0,0 1 0,0 0 0,0 0 0,1 0 0,-1 0 0,0-1 0,1 1 0,-1 0 0,1-1 0,0 1 0,-1-1 0,1 0 0,0 0 0,0 0 0,0 0 0,0 0 0,0 0 0,0 0 0,0 0 0,0-1 0,0 1 0,0-1 0,1 0 0,-1 1 0,0-1 0,0 0 0,0 0 0,1-1 0,-1 1 0,0 0 0,3-2 0,-1 1 0,0 0 0,0-1 0,0 0 0,0 0 0,0 0 0,0-1 0,-1 1 0,1-1 0,-1 0 0,0 0 0,0 0 0,4-6 0,1-1 0,0-1 0,11-22 0,-6 3 0,-12 24 0,1 0 0,1 0 0,-1 1 0,1-1 0,0 1 0,7-11 0,-9 16 0,0-1 0,-1 1 0,1-1 0,0 1 0,-1-1 0,1 1 0,0 0 0,0-1 0,-1 1 0,1 0 0,0-1 0,0 1 0,0 0 0,-1 0 0,1 0 0,0 0 0,0 0 0,0 0 0,-1 0 0,1 0 0,0 0 0,0 0 0,0 1 0,0-1 0,-1 0 0,1 0 0,0 1 0,0-1 0,-1 1 0,1-1 0,0 0 0,1 2 0,2 2 0,1-1 0,-1 1 0,7 8 0,-5-6 0,10 11 0,2 0 0,0 0 0,1-2 0,32 20 0,-48-34 0,-1 1 0,0-1 0,0 0 0,1 0 0,-1 0 0,1 0 0,-1-1 0,1 1 0,-1-1 0,1 1 0,0-1 0,-1 0 0,1 0 0,-1 0 0,1 0 0,0-1 0,-1 1 0,1-1 0,4-1 0,-4 0 0,1 0 0,0-1 0,-1 1 0,0-1 0,1 0 0,-1 0 0,0 0 0,0 0 0,-1 0 0,1-1 0,2-4 0,-3 5 0,3-4 0,-1 0 0,1 0 0,1 0 0,8-7 0,-13 13 0,0-1 0,1 1 0,-1 0 0,1 0 0,-1 0 0,1 0 0,-1 0 0,1 1 0,-1-1 0,1 0 0,0 1 0,-1-1 0,1 1 0,0 0 0,0-1 0,-1 1 0,1 0 0,0 0 0,0 0 0,-1 0 0,1 1 0,0-1 0,0 0 0,-1 1 0,1-1 0,0 1 0,-1 0 0,2 0 0,6 4 0,-1 1 0,-1 0 0,1 0 0,-1 1 0,0 0 0,11 15 0,33 52 0,-46-66 0,10 17-1365,-2-3-5461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28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58 299 24575,'0'0'0,"-1"-30"0,2 1 0,1-1 0,1 1 0,12-52 0,-12 67 0,0 0 0,0 1 0,-2-1 0,0 0 0,0-16 0,-6 37 0,0 10 0,-7 70 0,1 100 0,-3 110 0,-17 144 0,30-427 0,-1 0 0,-7 24 0,19-79 0,8-79 0,-12 71 0,28-255 0,-32 292 0,4-50 0,-6 55 0,0 1 0,0 0 0,0 0 0,-1-1 0,0 1 0,-1 0 0,-3-9 0,4 12-170,0 1-1,0-1 0,-1 1 1,1 0-1,-1-1 0,0 1 1,-2-2-1,-5-4-6655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0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24575,'0'0'0,"0"-1"0,0 0 0,0 0 0,0 0 0,0 1 0,1-1 0,-1 0 0,0 0 0,0 1 0,1-1 0,-1 0 0,1 1 0,-1-1 0,0 0 0,1 1 0,0-1 0,-1 0 0,1 1 0,-1-1 0,1 1 0,-1-1 0,1 1 0,0 0 0,-1-1 0,1 1 0,0-1 0,0 1 0,-1 0 0,1 0 0,0 0 0,0-1 0,0 1 0,-1 0 0,1 0 0,0 0 0,0 0 0,-1 0 0,1 0 0,0 0 0,0 0 0,0 1 0,-1-1 0,1 0 0,0 0 0,0 1 0,-1-1 0,1 0 0,0 1 0,-1-1 0,1 1 0,0-1 0,-1 1 0,1-1 0,-1 1 0,2 0 0,1 7 0,1-1 0,-1 1 0,-1-1 0,1 1 0,-1 0 0,0 0 0,-1 0 0,1 10 0,-1-10 0,5 91 0,-1-14 0,3 142 0,-1-19 0,0-89 0,-14 227 0,-18-132 0,19-171 0,-9 140 0,10-119 0,4 67 0,1-70 0,1-35 0,6 29 0,0 16 0,-5 308 0,-4-194 0,3-170 0,1-1 0,3 19 0,-2-17 0,2 26 0,-6-20 0,1-17 0,-1 0 0,1 0 0,0-1 0,0 1 0,0 0 0,1 0 0,0-1 0,0 1 0,0 0 0,2 4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1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92 231 24575,'-8'-52'0,"-26"-97"0,34 147 0,-1 0 0,0-1 0,0 0 0,0 0 0,0 1 0,0-1 0,0 1 0,-1-1 0,-3-3 0,5 6 0,0 0 0,0 0 0,0 0 0,0 0 0,-1 0 0,1-1 0,0 1 0,0 0 0,0 0 0,0 0 0,0 0 0,-1 0 0,1 0 0,0 1 0,0-1 0,0 0 0,0 0 0,0 0 0,0 0 0,-1 0 0,1 0 0,0 0 0,0 0 0,0 0 0,0 0 0,0 0 0,0 0 0,0 0 0,-1 1 0,1-1 0,0 0 0,0 0 0,0 0 0,0 0 0,0 0 0,0 0 0,0 0 0,0 1 0,0-1 0,0 0 0,0 0 0,0 0 0,0 0 0,0 0 0,0 1 0,0-1 0,0 0 0,0 0 0,0 0 0,0 0 0,-2 11 0,2-9 0,-20 262 0,16-165 0,-2 412 0,24-260 0,-4-139 0,-12-101-1365,1-2-5461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3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43 24575,'-3'-2'0,"-44"-26"0,44 26 0,-1 0 0,0 0 0,-1 1 0,1-1 0,0 1 0,0 0 0,0 1 0,-1-1 0,-8 0 0,12 2 0,0-1 0,0 0 0,-1 1 0,1-1 0,0 0 0,0 1 0,0-1 0,-1 1 0,1 0 0,0-1 0,0 1 0,0 0 0,0 0 0,0 0 0,1 0 0,-1 0 0,0 0 0,0 0 0,0 0 0,1 0 0,-1 0 0,1 0 0,-1 0 0,1 0 0,-1 1 0,1-1 0,0 0 0,-1 0 0,1 1 0,0-1 0,0 0 0,0 2 0,-1 5 0,1 1 0,0-1 0,3 14 0,-2-16 0,2 19 0,2-1 0,1 1 0,10 23 0,32 70 0,-17-45 0,-29-69-114,0 1 1,0 1-1,-1-1 0,1 0 0,-1 0 1,0 1-1,0-1 0,-1 0 0,1 1 1,-1-1-1,-1 8 0,-2-4-6712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4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51 24575,'-1'-1'0,"-1"0"0,1 0 0,0 0 0,-1-1 0,1 1 0,0 0 0,0 0 0,0-1 0,0 1 0,0-1 0,0 1 0,0-1 0,1 1 0,-1-1 0,0-2 0,1 4 0,0-1 0,0 0 0,0 0 0,0 1 0,0-1 0,0 0 0,0 0 0,0 1 0,0-1 0,1 0 0,-1 0 0,0 1 0,1-1 0,-1 0 0,0 1 0,1-1 0,-1 0 0,1 1 0,-1-1 0,1 1 0,-1-1 0,1 0 0,-1 1 0,1 0 0,0-1 0,-1 1 0,1-1 0,0 1 0,-1 0 0,1-1 0,0 1 0,0 0 0,-1 0 0,1 0 0,0-1 0,1 1 0,10-2 0,0 0 0,-1 1 0,1 0 0,1 1 0,-1 0 0,13 3 0,5 1 0,37 11 0,-59-13 0,-1 0 0,0 1 0,0 0 0,0 0 0,0 1 0,0 0 0,-1 0 0,1 0 0,-1 1 0,6 5 0,-9-7 0,-1 0 0,1 0 0,-1 1 0,0-1 0,1 0 0,-1 1 0,-1-1 0,1 1 0,-1 0 0,1 0 0,-1-1 0,0 1 0,0 0 0,-1 0 0,1 0 0,-1 0 0,0 0 0,0 0 0,0 0 0,-2 8 0,0-4 0,0 0 0,-1 0 0,0 0 0,0 0 0,-9 13 0,-27 36 0,23-34 0,-7 5 0,17-22 0,0 1 0,1 0 0,0 0 0,0 0 0,-7 15 0,12-21 0,0 0 0,-1-1 0,1 1 0,0-1 0,0 1 0,0 0 0,0-1 0,0 1 0,0 0 0,0-1 0,0 1 0,0-1 0,0 1 0,0 0 0,0-1 0,0 1 0,0 0 0,1-1 0,-1 1 0,0-1 0,0 1 0,1-1 0,-1 1 0,0 0 0,1 0 0,0 0 0,0-1 0,1 1 0,-1 0 0,0 0 0,0-1 0,0 1 0,1-1 0,-1 1 0,0-1 0,1 1 0,1-1 0,5 1 0,0 0 0,0-1 0,11 0 0,-13 0 0,3 0 0,1 0 0,-1-1 0,1 0 0,-1 0 0,1-1 0,-1 0 0,0 0 0,0-1 0,17-8 0,-11 3-1365,-2 0-5461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4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24575,'-1'0'0,"-1"0"0,0 0 0,1 0 0,-1 0 0,1 0 0,-1 1 0,1-1 0,-1 0 0,1 1 0,-1-1 0,1 1 0,-1 0 0,1-1 0,0 1 0,-1 0 0,1 0 0,0 0 0,0 0 0,-1 0 0,0 2 0,1-1 0,0-1 0,0 1 0,0 0 0,0 0 0,1 0 0,-1 0 0,1 0 0,-1 0 0,1 0 0,0 1 0,-1-1 0,1 0 0,1 3 0,0 3 0,0 1 0,1 0 0,0 0 0,0-1 0,8 17 0,36 60 0,-31-61 0,-1 1 0,14 36 0,-21-33-1365,-5-15-5461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7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70 106 24575,'4'-29'0,"-2"19"0,-1 0 0,1 0 0,1 0 0,0 0 0,6-14 0,-9 24 0,0 0 0,0 0 0,0 0 0,0 0 0,0 0 0,0 0 0,0 0 0,0 0 0,0 0 0,0-1 0,0 1 0,0 0 0,0 0 0,0 0 0,0 0 0,0 0 0,0 0 0,0 0 0,0 0 0,0 0 0,0 0 0,1-1 0,-1 1 0,0 0 0,0 0 0,0 0 0,0 0 0,0 0 0,0 0 0,0 0 0,0 0 0,0 0 0,0 0 0,1 0 0,-1 0 0,0 0 0,0 0 0,0 0 0,0 0 0,0 0 0,0 0 0,0 0 0,0 0 0,1 0 0,-1 0 0,0 0 0,0 0 0,0 0 0,0 0 0,0 0 0,0 0 0,2 7 0,0 10 0,5 76 0,1 9 0,-18 106 0,-6-38 0,-20 259 0,22-263 0,-3 99 0,10-115 0,-1 12 0,18 26 0,-3 107 0,-8-184 0,1 470 0,-18-628-1365,13 28-5461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8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18 113 24575,'0'-1'0,"0"1"0,0-1 0,0 1 0,0-1 0,-1 1 0,1 0 0,0-1 0,0 1 0,-1-1 0,1 1 0,0 0 0,0-1 0,-1 1 0,1 0 0,0-1 0,-1 1 0,1 0 0,-1 0 0,1-1 0,0 1 0,-1 0 0,1 0 0,-2-1 0,2 2 0,0-1 0,-1 0 0,1 0 0,0 1 0,-1-1 0,1 0 0,0 1 0,0-1 0,-1 1 0,1-1 0,0 0 0,0 1 0,0-1 0,0 1 0,-1-1 0,1 0 0,0 1 0,0-1 0,0 1 0,-3 30 0,3-28 0,0 36 0,2 1 0,12 77 0,34 75 0,-43-172 0,-4-15 0,-1-1 0,1 1 0,0-1 0,1 0 0,-1 0 0,1 1 0,0-1 0,0 0 0,4 5 0,-6-9 0,0 0 0,0 0 0,1 0 0,-1 0 0,0 0 0,0 0 0,0 0 0,0 0 0,1 0 0,-1 0 0,0 0 0,0 0 0,0 0 0,0 0 0,0 0 0,1-1 0,-1 1 0,0 0 0,0 0 0,0 0 0,0 0 0,0 0 0,0 0 0,0-1 0,1 1 0,-1 0 0,0 0 0,0 0 0,0 0 0,0-1 0,0 1 0,0 0 0,0 0 0,0 0 0,0 0 0,0-1 0,0 1 0,0 0 0,0 0 0,0 0 0,0 0 0,0-1 0,0 1 0,0 0 0,0 0 0,1-11 0,-1-39 0,-1-1 0,-10-56 0,-26-99 0,11 72 0,26 130 0,-1-1 0,0 1 0,1 0 0,-1 1 0,-1-1 0,1 0 0,-2-4 0,3 8 0,0 0 0,0 0 0,0 0 0,0 0 0,-1 0 0,1 0 0,0 0 0,0-1 0,0 1 0,0 0 0,0 0 0,0 0 0,0 0 0,0 0 0,0 0 0,0 0 0,-1 0 0,1 0 0,0 0 0,0 0 0,0 0 0,0 0 0,0 0 0,0 0 0,0 0 0,0 0 0,-1 0 0,1 0 0,0 0 0,0 0 0,0 0 0,0 0 0,0 0 0,0 0 0,0 0 0,0 0 0,0 0 0,-1 0 0,1 0 0,0 0 0,0 1 0,0-1 0,0 0 0,0 0 0,0 0 0,0 0 0,0 0 0,0 0 0,0 0 0,0 0 0,0 0 0,0 0 0,0 1 0,0-1 0,0 0 0,0 0 0,0 0 0,-1 0 0,1 0 0,0 0 0,0 0 0,1 0 0,-1 1 0,0-1 0,0 0 0,0 0 0,-2 9 0,-2 47 0,3 0 0,11 97 0,-8-125 0,9 53 0,-6-55 0,-2-1 0,-1 1 0,0 0 0,-3 26 0,-2-41-1365,0-2-5461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39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79 24575,'-5'-3'0,"-25"-12"0,-1 0 0,0 2 0,-55-15 0,80 26 0,0 1 0,-1 1 0,-9-1 0,14 1 0,0 0 0,1 0 0,-1 0 0,0 1 0,0-1 0,0 1 0,1-1 0,-1 1 0,0-1 0,0 1 0,1 0 0,-1 0 0,1 0 0,-1 0 0,1 0 0,-2 2 0,2-3 0,1 1 0,-1-1 0,1 1 0,0-1 0,0 1 0,-1-1 0,1 1 0,0-1 0,0 1 0,0-1 0,-1 1 0,1 0 0,0-1 0,0 1 0,0-1 0,0 1 0,0-1 0,0 1 0,0 0 0,0-1 0,0 1 0,1-1 0,-1 1 0,0-1 0,0 1 0,0-1 0,1 1 0,-1-1 0,0 1 0,0-1 0,1 1 0,-1-1 0,1 1 0,-1-1 0,0 1 0,1-1 0,-1 0 0,1 1 0,-1-1 0,1 0 0,-1 1 0,1-1 0,-1 0 0,1 0 0,26 12 0,13-2 0,47 4 0,-65-10 0,-18-4 0,-1 1 0,-1 0 0,1-1 0,-1 0 0,1 1 0,-1-1 0,1 0 0,0 0 0,-1-1 0,1 1 0,-1 0 0,1-1 0,3-1 0,-6 2 0,1 0 0,-1-1 0,0 1 0,0 0 0,0 0 0,0-1 0,0 1 0,0 0 0,0 0 0,0-1 0,0 1 0,0 0 0,-1 0 0,1-1 0,0 1 0,0 0 0,0 0 0,0-1 0,0 1 0,0 0 0,0 0 0,-1 0 0,1-1 0,0 1 0,0 0 0,0 0 0,0 0 0,-1 0 0,1-1 0,0 1 0,0 0 0,0 0 0,-1 0 0,1 0 0,0 0 0,0 0 0,-1 0 0,1 0 0,-1-1 0,-9-4 0,-6-1 0,0 1 0,-1 0 0,1 1 0,-1 1 0,0 1 0,1 0 0,-1 1 0,-24 2 0,-5 6 81,30-3-804,-28 1 0,31-5-6103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19:4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17 215 24575,'0'5'0,"0"14"0,1-1 0,3 26 0,-3-39 0,0 0 0,1 0 0,-1 0 0,1 0 0,0 0 0,0 0 0,0-1 0,1 1 0,0-1 0,0 0 0,0 1 0,0-1 0,6 5 0,-9-8 0,1-1 0,0 1 0,-1 0 0,1-1 0,0 1 0,0 0 0,0-1 0,0 1 0,-1-1 0,1 0 0,0 1 0,0-1 0,0 1 0,0-1 0,0 0 0,0 0 0,0 0 0,0 0 0,0 0 0,0 0 0,0 0 0,0 0 0,0 0 0,0 0 0,0 0 0,0 0 0,0-1 0,0 1 0,0 0 0,0-1 0,0 1 0,0-1 0,-1 1 0,1-1 0,0 1 0,0-1 0,0-1 0,1 0 0,0 0 0,-1 0 0,1-1 0,-1 1 0,1-1 0,-1 1 0,0-1 0,0 1 0,0-1 0,-1 0 0,1 1 0,0-6 0,0-20 0,-1-1 0,-1 1 0,-2 0 0,0-1 0,-2 1 0,-2 0 0,0 1 0,-18-43 0,23 64 0,1 3 0,0 0 0,0 0 0,0 0 0,-1 0 0,1 0 0,-1 1 0,1-1 0,-1 1 0,0-1 0,-3-2 0,5 4 0,-1 1 0,1 0 0,0 0 0,-1 0 0,1 0 0,-1 0 0,1 0 0,0 0 0,-1 0 0,1 0 0,0 0 0,-1 1 0,1-1 0,0 0 0,-1 0 0,1 0 0,0 0 0,-1 1 0,1-1 0,0 0 0,-1 0 0,1 0 0,0 1 0,0-1 0,-1 0 0,1 0 0,0 1 0,0-1 0,-1 0 0,1 1 0,0-1 0,0 0 0,0 1 0,0-1 0,0 0 0,0 1 0,-1 0 0,-4 16 0,4-16 0,-5 26 0,1 1 0,1-1 0,-1 55 0,5-63 0,1 0 0,1 0 0,1 0 0,1-1 0,0 1 0,13 30 0,-14-41 0,0 1 0,0-1 0,1 1 0,0-1 0,1 0 0,0-1 0,0 1 0,7 7 0,-12-15 0,0 1 0,0-1 0,1 0 0,-1 0 0,0 1 0,1-1 0,-1 0 0,0 0 0,1 0 0,-1 1 0,0-1 0,1 0 0,-1 0 0,0 0 0,1 0 0,-1 0 0,0 0 0,1 0 0,-1 0 0,1 0 0,-1 0 0,0 0 0,1 0 0,-1 0 0,0 0 0,1 0 0,-1 0 0,1 0 0,-1 0 0,0-1 0,1 1 0,-1 0 0,0 0 0,1 0 0,-1-1 0,0 1 0,0 0 0,1 0 0,-1-1 0,0 1 0,0 0 0,1-1 0,-1 1 0,0 0 0,0-1 0,0 1 0,0 0 0,1-1 0,-1 1 0,0 0 0,0-1 0,0 1 0,0 0 0,0-1 0,0 1 0,0-1 0,0 0 0,3-24 0,-3 24 0,2-42 0,-3 1 0,-1 0 0,-2-1 0,-2 1 0,-2 1 0,-16-54 0,44 194 0,-8-38 0,19 137-319,-26-156-727,-3-23-5780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4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42 24575,'-3'-6'0,"0"0"0,0 1 0,-1 0 0,0 0 0,-9-9 0,11 13 0,3 6 0,6 7 0,24 28 0,1-1 0,39 34 0,82 63 0,-121-109 0,-20-16 0,6 4 0,18 20 0,-61-64-1365,13 17-5461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5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0 24575,'-30'28'0,"21"-21"0,2-1 0,-1 2 0,1-1 0,0 1 0,0 1 0,-6 10 0,4-1 26,0 1-1,2 0 0,-7 25 0,10-27-318,-2 0 0,0 0-1,0-1 1,-18 30 0,15-33-6533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5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90 24575,'-21'-10'0,"-77"-37"0,78 39 0,1 1 0,-1 1 0,-24-5 0,42 11 0,-1 0 0,1-1 0,0 1 0,-1 0 0,1 0 0,0 0 0,-1 1 0,1-1 0,0 1 0,-1-1 0,1 1 0,0 0 0,0 0 0,0 0 0,-1 0 0,-2 2 0,3-1 0,-1 0 0,0 1 0,1-1 0,0 1 0,0-1 0,0 1 0,0 0 0,0 0 0,0 0 0,-1 4 0,0 1 0,0-1 0,1 1 0,0 0 0,1-1 0,0 1 0,0 0 0,0 0 0,1 0 0,1 9 0,1-7 0,0 0 0,1-1 0,-1 0 0,2 1 0,0-1 0,0 0 0,0 0 0,1-1 0,8 11 0,9 9 0,30 32 0,-35-42 0,20 21 0,-4-4 0,53 71 0,-78-95 0,-1 1 0,0 0 0,-1 0 0,0 0 0,-1 1 0,0 0 0,-1 0 0,-1 1 0,0-1 0,0 1 0,-1 14 0,-1-20 0,-1 0 0,1 0 0,3 14 0,-3-20 0,0 0 0,-1-1 0,1 1 0,0 0 0,0-1 0,0 1 0,0-1 0,0 1 0,0-1 0,1 2 0,-1-2 0,0-1 0,0 1 0,-1-1 0,1 1 0,0-1 0,0 1 0,0-1 0,-1 0 0,1 1 0,0-1 0,0 0 0,0 0 0,0 0 0,0 0 0,0 0 0,-1 0 0,1 0 0,0 0 0,0 0 0,0 0 0,2-1 0,-2 1-65,0-1 0,0 0 0,0 1 0,1-1 0,-1 0 0,0 0 0,0 0 0,0 0 0,0 0 0,0 0 0,0 0 0,0 0 0,-1 0 0,1 0 0,0 0 0,-1-1 0,1 1 0,-1 0 0,1 0 0,0-4 0,2-6-6761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6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24575,'6'11'0,"0"-1"0,1-1 0,0 1 0,0-1 0,15 13 0,-7-8 0,1-1 0,24 16 0,-38-28 0,10 7 0,1-1 0,17 9 0,-27-15 0,-1 0 0,1 0 0,0 0 0,-1 0 0,1-1 0,0 1 0,-1-1 0,1 1 0,0-1 0,0 0 0,0 0 0,-1 0 0,1 0 0,0-1 0,0 1 0,-1-1 0,1 0 0,0 0 0,3-1 0,-4 0 0,0 0 0,-1 1 0,1-1 0,0 0 0,-1 0 0,0 0 0,1 0 0,-1 0 0,0 0 0,0-1 0,0 1 0,0 0 0,0-1 0,-1 1 0,1 0 0,-1-1 0,0 1 0,1-4 0,-1-4 0,1-1 0,-3-18 0,-6-5 0,7 29 0,-1 1 0,1-1 0,0 0 0,0 0 0,0 0 0,1 0 0,-1 0 0,1 0 0,1 0 0,0-7 0,-1 12 0,0-1 0,0 0 0,1 1 0,-1-1 0,0 1 0,1-1 0,-1 0 0,0 1 0,1-1 0,-1 1 0,1-1 0,-1 1 0,1-1 0,-1 1 0,1-1 0,-1 1 0,1 0 0,-1-1 0,1 1 0,0 0 0,-1-1 0,1 1 0,0 0 0,-1 0 0,1-1 0,0 1 0,-1 0 0,1 0 0,0 0 0,-1 0 0,1 0 0,0 0 0,0 0 0,-1 0 0,1 0 0,0 1 0,-1-1 0,1 0 0,0 0 0,-1 1 0,1-1 0,0 1 0,5 1 0,-2 1 0,1 0 0,0 0 0,4 4 0,-7-5 0,90 75 0,14 13 0,-79-69 0,-26-20-56,0-1-39,-2-2-1119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6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24575,'5'-18'0,"2"1"0,0 0 0,10-16 0,-15 29 0,0 0 0,1 0 0,-1 1 0,1-1 0,0 0 0,0 1 0,1 0 0,-1 0 0,0 0 0,1 0 0,0 1 0,0-1 0,0 1 0,0 0 0,0 0 0,0 0 0,0 1 0,5-2 0,-5 3 0,0 0 0,-1 0 0,1 0 0,0 1 0,0 0 0,-1 0 0,1-1 0,-1 2 0,1-1 0,-1 0 0,1 1 0,-1 0 0,0 0 0,1 0 0,2 2 0,5 5 0,0 0 0,16 17 0,-7-3 0,-1 1 0,-1 1 0,0 0 0,-2 1 0,-2 1 0,0 1 0,-1 0 0,-2 0 0,-1 1 0,-2 1 0,0-1 0,5 53 0,-11-61 0,2 1 0,0 0 0,1-1 0,1 0 0,1 0 0,13 27 0,-16-40 0,2 3 0,0 0 0,-1 0 0,0 0 0,-1 1 0,-1 0 0,4 18 0,-7-29 0,0 0 0,0 1 0,0-1 0,0 0 0,0 1 0,0-1 0,-1 1 0,1-1 0,0 0 0,-1 0 0,1 1 0,-1-1 0,0 0 0,1 0 0,-1 1 0,0-1 0,0 0 0,0 0 0,-1 1 0,0 0 0,0 0 0,0-1 0,-1 1 0,1-1 0,-1 0 0,1 0 0,-1 1 0,1-2 0,-4 2 0,-6 0 0,1 0 0,-1-1 0,-18 0 0,25-1 0,-15 0-1365,2 0-5461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08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5953 139 24575,'3'-2'0,"-1"1"0,0 0 0,1-1 0,-1 1 0,0-1 0,0 0 0,0 0 0,0 1 0,-1-1 0,4-5 0,-5 7 0,1-1 0,-1 0 0,0 0 0,1 1 0,-1-1 0,0 0 0,0 0 0,0 0 0,1 1 0,-1-1 0,0 0 0,0 0 0,0 0 0,-1 0 0,1 1 0,0-1 0,0 0 0,0 0 0,-1 0 0,1 1 0,0-1 0,-1 0 0,1 0 0,0 1 0,-1-1 0,1 0 0,-1 1 0,1-1 0,-1 0 0,0 1 0,1-1 0,-1 1 0,0-1 0,1 1 0,-1-1 0,0 1 0,-1-1 0,-7-4 0,-1 1 0,0 0 0,0 1 0,0 0 0,-1 1 0,1-1 0,-1 2 0,-16-1 0,1 3 0,-1 0 0,1 2 0,-28 7 0,-50 5 0,-133-13 0,130-3 0,-122-14 0,43 0 0,23 8 0,-114-2 0,125 9 0,-260-6 0,-307-4 0,467 11 0,-184-10 0,115-9 0,-163 13 0,278 7 0,-147 27 0,228-15 0,88-10 0,-141 10 0,81-8 0,65-2 0,1-2 0,-61-5 0,-157-22 0,173 19-9,-72-3-1347,124 8-5470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09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24575,'0'5'0,"0"52"0,12 102 0,18-1 0,5 32 0,-27-134 0,0 80 0,-7-114 0,-1 24 0,0-43 0,0 1 0,-1-1 0,1 0 0,-1 0 0,0 1 0,0-1 0,0 0 0,0 0 0,0 0 0,-3 3 0,4-5 3,-1-1-1,1 1 1,-1-1 0,1 1-1,0-1 1,-1 0-1,1 1 1,-1-1 0,1 0-1,-1 1 1,1-1-1,-1 0 1,1 0 0,-1 1-1,0-1 1,1 0-1,-1 0 1,1 0 0,-1 0-1,1 0 1,-1 0-1,0 0 1,1 0 0,-1 0-1,1 0 1,-1 0-1,0 0 1,1 0 0,-1 0-1,1-1 1,-1 1-1,1 0 1,-1 0 0,1-1-1,-1 1 1,1 0-1,-1-1 1,1 1-1,-1 0 1,1-1 0,-1 1-1,1-1 1,0 1-1,-1-1 1,1 0 0,-4-3-300,2 1 0,-1-1 0,0 0 0,-2-5 0,-1-4-6529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0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152 201 24575,'-5'-2'0,"-38"-12"0,39 13 0,0 0 0,1 1 0,-1-1 0,0 1 0,0 0 0,0 0 0,1 0 0,-1 0 0,-5 2 0,8-2 0,1 0 0,0 0 0,-1 0 0,1 0 0,-1 0 0,1 0 0,-1 1 0,1-1 0,0 0 0,-1 0 0,1 0 0,-1 1 0,1-1 0,0 0 0,-1 0 0,1 1 0,0-1 0,-1 0 0,1 1 0,0-1 0,-1 0 0,1 1 0,0-1 0,0 1 0,0-1 0,-1 0 0,1 1 0,0-1 0,0 1 0,0-1 0,0 1 0,0-1 0,0 1 0,0 0 0,0 0 0,1 0 0,-1 0 0,1 0 0,-1 0 0,1 0 0,0 0 0,-1 0 0,1 0 0,0 0 0,0 0 0,1 1 0,3 2 0,0 0 0,0 0 0,11 5 0,-6-5 0,0-1 0,0 0 0,0 0 0,0-1 0,1 0 0,-1-1 0,1 0 0,0 0 0,17-2 0,-24 0 0,1 0 0,-1 0 0,1 0 0,-1 0 0,0 0 0,1-1 0,-1 0 0,0 0 0,0 0 0,0 0 0,4-4 0,-6 4 0,0 0 0,0 0 0,0-1 0,0 1 0,0-1 0,-1 1 0,1-1 0,0 0 0,-1 1 0,0-1 0,0 0 0,0 0 0,0 0 0,0 0 0,-1 0 0,1 0 0,-1-6 0,0 4 0,-1 0 0,1 0 0,-1 0 0,0 1 0,-1-1 0,1 0 0,-1 1 0,0-1 0,0 1 0,0-1 0,-1 1 0,1 0 0,-1 0 0,0 0 0,0 0 0,0 1 0,-6-5 0,-4-4 0,-1 1 0,-1 0 0,-21-11 0,29 17 0,-2 0 0,1 1 0,0 1 0,-1 0 0,0 0 0,1 0 0,-1 1 0,-15-2 0,21 4 0,0 0 0,0 0 0,0 0 0,0 0 0,0 1 0,0-1 0,0 1 0,0-1 0,0 1 0,0 0 0,1 0 0,-1 1 0,0-1 0,1 1 0,-1-1 0,0 1 0,1 0 0,0 0 0,-1 0 0,1 0 0,0 0 0,0 0 0,0 1 0,1-1 0,-1 1 0,0-1 0,1 1 0,0 0 0,-2 3 0,1-1-105,1 0 0,-1 1 0,1-1 0,0 1 0,1-1 0,-1 1 0,1-1 0,0 0 0,1 1 0,-1-1 0,1 1 0,2 6 0,0 1-6721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0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60 218 24575,'-6'-36'0,"0"10"0,1 0 0,2 0 0,0 0 0,3-35 0,2 48 0,-1 9 0,-1 8 0,-9 50 0,-5 29 0,-3 90 0,30 186-1153,27 0 140,2 12 986,-30-240 68,15 229-354,-26-341 336,2 23 1071,-4 48 0,1-87-1077,0-1 0,-1 0 1,1 1-1,-1-1 0,1 0 0,-1 0 0,0 1 0,0-1 0,0 0 0,0 0 0,0 0 0,0 0 0,-1 0 0,1 0 1,-3 3-1,3-5-18,-1 1 0,1 0 1,0 0-1,0-1 0,0 1 0,-1-1 1,1 1-1,0-1 0,-1 0 1,1 1-1,0-1 0,-1 0 1,1 0-1,0 0 0,-1 0 1,1 0-1,-1 0 0,1-1 0,0 1 1,-1 0-1,1-1 0,0 1 1,0-1-1,-1 1 0,1-1 1,0 1-1,-2-2 0,-22-14-1364,14 7-5461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1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222 242 24575,'-20'-16'0,"-56"-43"0,67 52 0,-1 1 0,0 1 0,0 0 0,0 0 0,0 1 0,-13-3 0,21 6 0,1 1 0,0-1 0,-1 1 0,1 0 0,0 0 0,-1 0 0,1 0 0,-1 0 0,1 0 0,0 0 0,-1 0 0,1 0 0,-1 1 0,1-1 0,0 1 0,-1-1 0,1 1 0,0-1 0,0 1 0,-1 0 0,1-1 0,-2 3 0,2-2 0,0 1 0,0 0 0,0-1 0,0 1 0,0 0 0,0 0 0,0 0 0,1 0 0,-1-1 0,1 1 0,-1 0 0,1 0 0,0 0 0,0 3 0,0 3 0,0 0 0,1 0 0,0 0 0,1 0 0,-1 0 0,6 13 0,-3-11 0,0-1 0,1 1 0,0-1 0,1 0 0,0 0 0,8 9 0,-11-15 0,1 1 0,-1 0 0,1-1 0,0 0 0,0 0 0,0 0 0,1 0 0,-1-1 0,1 0 0,-1 1 0,1-2 0,0 1 0,-1 0 0,1-1 0,5 1 0,-7-2 0,-1 0 0,0 0 0,0 0 0,0 0 0,1 0 0,-1-1 0,0 1 0,0-1 0,0 1 0,0-1 0,0 0 0,0 0 0,0 0 0,0 0 0,0 0 0,3-2 0,-3 0 0,1 1 0,-1-1 0,1 0 0,-1 1 0,0-1 0,0 0 0,-1 0 0,1 0 0,2-6 0,-2 1 0,0 0 0,0 0 0,0 0 0,-1 0 0,0 0 0,-1 0 0,1 0 0,-3-12 0,-2 0 0,0 1 0,-2-1 0,-1 1 0,0 1 0,-1-1 0,-1 1 0,-21-32 0,27 46 0,0-1 0,0 1 0,-1 0 0,1 0 0,-7-5 0,10 8 0,-1 1 0,0-1 0,1 1 0,-1-1 0,0 1 0,1-1 0,-1 1 0,0 0 0,0-1 0,1 1 0,-1 0 0,0 0 0,0 0 0,1 0 0,-1-1 0,0 1 0,0 0 0,0 0 0,0 0 0,1 1 0,-1-1 0,0 0 0,0 0 0,0 0 0,1 1 0,-1-1 0,0 0 0,0 0 0,1 1 0,-1-1 0,0 1 0,1-1 0,-1 1 0,0-1 0,1 1 0,-1-1 0,1 1 0,-1 0 0,1-1 0,-1 1 0,1 0 0,0-1 0,-1 1 0,1 0 0,-1 1 0,-1 3 0,-1 0 0,1 1 0,1-1 0,-1 1 0,1-1 0,0 1 0,-1 6 0,0 43 0,2-39 0,0 49-1365,0-38-5461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8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604 225 24575,'-48'-22'0,"-67"-22"0,-54-5 0,0 0 0,141 41 0,19 6 0,1 0 0,-1-1 0,1 0 0,0 0 0,-14-8 0,21 10 0,0 1 0,1-1 0,-1 0 0,0 1 0,0-1 0,0 0 0,1 0 0,-1 0 0,0 0 0,1 0 0,-2-2 0,2 3 0,0 0 0,0-1 0,0 1 0,-1-1 0,1 1 0,0-1 0,0 1 0,0 0 0,0-1 0,0 1 0,0-1 0,1 1 0,-1 0 0,0-1 0,0 1 0,0-1 0,0 1 0,0 0 0,1-1 0,-1 1 0,0 0 0,1-1 0,0 0 0,0 0 0,0 0 0,0 1 0,0-1 0,0 0 0,1 1 0,-1-1 0,0 1 0,0-1 0,1 1 0,-1 0 0,0-1 0,1 1 0,-1 0 0,0 0 0,1 0 0,-1 0 0,3 1 0,10 1 0,0 0 0,0 2 0,21 7 0,40 21 0,-63-26 0,-4-3 0,198 98 0,-176-84 0,-1 1 0,-1 1 0,-1 2 0,42 41 0,-65-58 0,0 0 0,-1 0 0,0 1 0,0-1 0,0 1 0,0 0 0,-1 0 0,0 0 0,3 10 0,-4-12 0,-1-1 0,1 0 0,-1 0 0,0 1 0,0-1 0,0 0 0,0 1 0,0-1 0,-1 0 0,1 0 0,0 1 0,-1-1 0,0 0 0,0 0 0,0 0 0,0 0 0,0 0 0,0 0 0,0 0 0,0 0 0,-1 0 0,1 0 0,-1-1 0,0 1 0,-2 2 0,-6 3 0,0-1 0,0 0 0,-1-1 0,1 0 0,-14 5 0,-60 14 0,8-3 0,64-17-455,1 1 0,-19 10 0,16-6-6371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8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24575,'0'16'0,"1"0"0,1 0 0,1 0 0,0 0 0,1 0 0,8 22 0,-8-29 0,0 1 0,0-1 0,1 0 0,1-1 0,-1 1 0,1-1 0,1 0 0,-1 0 0,2-1 0,-1 0 0,12 9 0,-17-15 0,0 1 0,0-1 0,0 0 0,1 1 0,-1-1 0,0 0 0,1 0 0,-1-1 0,1 1 0,-1 0 0,1-1 0,-1 0 0,1 1 0,0-1 0,-1 0 0,1 0 0,-1 0 0,1-1 0,-1 1 0,1-1 0,3-1 0,-3 1 0,1-1 0,-1 0 0,0 0 0,1-1 0,-1 1 0,0-1 0,-1 1 0,1-1 0,0 0 0,-1 0 0,1 0 0,-1 0 0,3-6 0,0-3 0,1 1 0,6-24 0,-8 22 0,0 0 0,9-17 0,-12 29 0,0-1 0,0 1 0,0-1 0,0 1 0,0 0 0,0-1 0,0 1 0,0 0 0,1 0 0,-1 0 0,0 0 0,1 0 0,-1 0 0,1 0 0,-1 0 0,1 1 0,-1-1 0,3 0 0,-1 1 0,0-1 0,0 1 0,-1 0 0,1 0 0,0 0 0,0 1 0,0-1 0,0 1 0,-1-1 0,4 2 0,6 3 0,-1 0 0,0 1 0,0 0 0,10 8 0,-14-9 0,9 5 0,11 7 0,0 2 0,-2 0 0,43 41 0,-46-30-1365,-15-17-5461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9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 24575,'29'12'0,"32"17"0,-51-23 0,0 0 0,0 1 0,-1 0 0,0 1 0,0-1 0,10 14 0,-15-16 0,-1 0 0,0 0 0,0 0 0,-1 0 0,0 0 0,0 1 0,0-1 0,0 1 0,1 9 0,-1 5 0,1 27 0,-3-38 0,1-5 0,-1-1 0,-1 1 0,1 0 0,0 0 0,-1 0 0,0 0 0,0-1 0,0 1 0,0 0 0,0-1 0,-1 1 0,-2 4 0,2-6 0,0 0 0,1 0 0,-1 0 0,0 0 0,0 0 0,-1 0 0,1-1 0,0 1 0,0-1 0,-1 0 0,1 1 0,-1-1 0,1 0 0,-1-1 0,0 1 0,1 0 0,-1-1 0,-3 1 0,-2-1 0,1 0 0,-1 0 0,0-1 0,1 0 0,-1 0 0,1-1 0,-1 0 0,1 0 0,0-1 0,0 0 0,0 0 0,0-1 0,-8-5 0,0-2 0,1 1 0,0-2 0,0 1 0,-19-24 0,26 26 0,0 1 0,0-2 0,1 1 0,0-1 0,1 0 0,0 0 0,0-1 0,-3-13 0,7 21 0,0 0 0,0-1 0,1 1 0,-1 0 0,1-1 0,0 1 0,0 0 0,0-1 0,1 1 0,-1-1 0,1 1 0,-1 0 0,1-1 0,0 1 0,1 0 0,-1 0 0,0 0 0,1 0 0,0 0 0,0 0 0,0 0 0,0 1 0,0-1 0,0 1 0,1-1 0,-1 1 0,1 0 0,0 0 0,-1 0 0,1 0 0,4-2 0,-3 3-57,-1-1 0,1 1 1,0-1-1,-1 1 0,1 0 0,0 1 0,-1-1 0,1 1 0,0-1 0,0 1 1,0 0-1,-1 1 0,1-1 0,0 1 0,0-1 0,-1 1 0,1 0 0,0 1 0,-1-1 1,1 1-1,-1-1 0,0 1 0,6 4 0,4 2-6769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9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24575,'2'10'0,"2"6"0,1 3 0,4 1 0,0 0 0,0-2 0,3 2 0,-2 0 0,0 0 0,-1-2 0,0-1 0,-2-1 0,-1-3-8191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0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 24575,'4'-1'0,"30"-6"0,0 2 0,1 1 0,0 1 0,44 3 0,-74 0 0,0 1 0,0 0 0,0 0 0,0 0 0,-1 1 0,1-1 0,-1 1 0,1 0 0,-1 1 0,1-1 0,-1 1 0,0 0 0,4 3 0,-6-4 0,0 0 0,-1 0 0,1 0 0,0 0 0,-1 1 0,0-1 0,1 0 0,-1 1 0,0-1 0,0 1 0,0 0 0,-1-1 0,1 1 0,-1 0 0,1-1 0,-1 1 0,0 0 0,0-1 0,0 1 0,0 0 0,-1 0 0,1-1 0,-1 1 0,-1 5 0,0-3 0,-1 1 0,1 0 0,-1 0 0,-1-1 0,1 1 0,-1-1 0,0 0 0,-7 7 0,-5 3 0,-22 16 0,0 0 0,37-30 0,0 0 0,0 0 0,0 0 0,0 0 0,0 0 0,0 0 0,0 1 0,1-1 0,-1 0 0,0 0 0,1 0 0,-1 1 0,1-1 0,-1 0 0,1 1 0,-1 1 0,1-2 0,1 0 0,-1 0 0,0 0 0,0 0 0,1 0 0,-1 0 0,1 0 0,-1-1 0,1 1 0,-1 0 0,1 0 0,-1 0 0,1-1 0,0 1 0,-1 0 0,1-1 0,0 1 0,0-1 0,-1 1 0,1-1 0,0 1 0,0-1 0,0 1 0,0-1 0,1 1 0,11 4 14,0-1-1,0 0 0,1 0 0,-1-2 1,1 1-1,0-2 0,0 0 1,17-1-1,-13-1-225,0-1 0,-1 0 0,1-2-1,-1 0 1,0-1 0,17-7 0,-21 6-6614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0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0 24575,'-3'4'0,"1"0"0,0 0 0,0 0 0,0 0 0,0 1 0,1-1 0,-1 0 0,1 1 0,0-1 0,0 1 0,1-1 0,-1 1 0,1-1 0,0 1 0,1 0 0,0 4 0,1-2 0,0 1 0,0-1 0,1 0 0,0-1 0,0 1 0,1 0 0,-1-1 0,1 0 0,7 8 0,6 7-112,-6-9-97,-2 1 0,1-1 1,-1 2-1,-1-1 0,10 23 0,-14-23-6617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1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24575,'2'-2'0,"0"0"0,-1 0 0,1 1 0,0-1 0,0 1 0,0 0 0,0 0 0,0-1 0,0 1 0,0 0 0,1 1 0,-1-1 0,0 0 0,0 1 0,1-1 0,-1 1 0,0 0 0,1 0 0,-1 0 0,1 0 0,-1 0 0,0 0 0,1 0 0,3 2 0,-3-1 0,0 1 0,0-1 0,0 1 0,0 0 0,0 0 0,0 0 0,-1 0 0,1 1 0,-1-1 0,0 1 0,1-1 0,-1 1 0,0 0 0,-1 0 0,1 0 0,2 5 0,15 43 0,-16-39 0,1 0 0,0-1 0,1 0 0,0 0 0,1 0 0,1 0 0,12 16 0,-17-25 0,0 1 0,0-1 0,1 1 0,-2 0 0,4 5 0,-5-8 0,1 1 0,-1 0 0,0-1 0,0 1 0,0-1 0,1 1 0,-1 0 0,0-1 0,0 1 0,0-1 0,0 1 0,0 0 0,0-1 0,0 1 0,-1 0 0,1-1 0,0 1 0,0-1 0,0 1 0,0 0 0,-1-1 0,1 1 0,0-1 0,-1 1 0,1-1 0,0 1 0,-1-1 0,1 1 0,-1-1 0,1 1 0,-1-1 0,1 0 0,-1 1 0,1-1 0,-1 0 0,0 1 0,0-1 0,1 0 0,0 0 0,0 0 0,-1 0 0,1 0 0,0 1 0,0-1 0,0 0 0,-1 0 0,1 0 0,0 0 0,0 0 0,0 0 0,0 1 0,-1-1 0,1 0 0,0 0 0,0 0 0,0 1 0,0-1 0,0 0 0,0 0 0,-1 0 0,1 1 0,0-1 0,0 0 0,0 0 0,0 0 0,0 1 0,0-1 0,0 0 0,0 0 0,0 1 0,0-1 0,0 0 0,0 0 0,0 1 0,0-1 0,0 0 0,0 0 0,0 0 0,1 1 0,-1-1 0,12 8 0,21 3 0,-32-11 0,23 6-273,0 0 0,-1-2 0,1-1 0,39 0 0,-50-3-6553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2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24575,'23'-14'0,"47"-26"0,-61 36 0,0 0 0,-1 1 0,2 0 0,-1 0 0,0 1 0,12-2 0,22-1 0,-27 2 0,30 0 0,-40 3 0,0 0 0,0 1 0,0 0 0,0 0 0,0 1 0,-1-1 0,1 1 0,9 5 0,-9-4 0,1 1 0,-1 0 0,0 0 0,1 1 0,-2 0 0,1 0 0,-1 0 0,0 1 0,0-1 0,0 1 0,-1 1 0,7 11 0,-9-13 0,0-1 0,0 0 0,-1 1 0,1 0 0,-1-1 0,-1 1 0,1-1 0,-1 1 0,1 0 0,-1 0 0,-1-1 0,1 1 0,-1 0 0,1-1 0,-1 1 0,-1-1 0,1 1 0,-1-1 0,1 1 0,-1-1 0,-4 6 0,1-3 0,1-1 0,-2 0 0,-5 6 0,-10 12 0,21-24 0,0 1 0,0-1 0,-1 0 0,1 0 0,0 1 0,0-1 0,-1 0 0,1 1 0,0-1 0,0 0 0,0 1 0,0-1 0,0 0 0,-1 1 0,1-1 0,0 1 0,0-1 0,0 0 0,0 1 0,0-1 0,0 0 0,0 1 0,0-1 0,0 1 0,1-1 0,-1 0 0,0 1 0,0-1 0,0 0 0,0 1 0,1 0 0,-1-1 0,1 0 0,0 1 0,0-1 0,-1 0 0,1 1 0,0-1 0,0 0 0,-1 0 0,1 1 0,0-1 0,0 0 0,0 0 0,1 0 0,30-4 0,-29 3 0,19-3 0,1 1 0,0 2 0,-1 0 0,29 2 0,-38 2-1365,-3 0-5461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2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24575,'-1'53'0,"5"165"0,0-159 0,19 98 0,-9-100 0,28 73 0,33 50 0,-65-156 0,41 104 0,-50-126 0,0 2 0,1 1 0,-1-1 0,0 0 0,0 0 0,-1 1 0,1-1 0,-1 6 0,0-10 0,0 0 0,0 0 0,0 0 0,0 0 0,0 1 0,0-1 0,0 0 0,0 0 0,0 0 0,0 0 0,0 0 0,0 0 0,0 0 0,0 0 0,0 0 0,0 0 0,-1 0 0,1 0 0,0 0 0,0 0 0,0 0 0,0 0 0,0 0 0,0 0 0,0 0 0,0 1 0,0-1 0,0 0 0,0 0 0,0 0 0,0 0 0,0 0 0,0 0 0,0 0 0,-1 0 0,1 0 0,0 0 0,0 0 0,0 0 0,0 0 0,0 0 0,0 0 0,0 0 0,0 0 0,0 0 0,0 0 0,0 0 0,0-1 0,0 1 0,0 0 0,0 0 0,0 0 0,-1 0 0,1 0 0,0 0 0,0 0 0,0 0 0,0 0 0,0 0 0,0 0 0,-5-6 0,-3-6 0,-22-49-1365,22 43-5461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12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222 131 24575,'-17'-20'0,"-2"1"0,0 1 0,-1 0 0,-38-24 0,55 40 0,1 0 0,-1 1 0,0 0 0,0-1 0,0 1 0,0 0 0,0 0 0,0 1 0,0-1 0,0 0 0,0 1 0,-5 0 0,7 0 0,-1 0 0,1 1 0,0-1 0,-1 1 0,1-1 0,0 1 0,0 0 0,0-1 0,0 1 0,-1 0 0,1 0 0,0-1 0,0 1 0,1 0 0,-1 0 0,0 0 0,0 0 0,0 1 0,1-1 0,-1 0 0,0 0 0,1 0 0,-1 1 0,1-1 0,0 0 0,-1 0 0,1 1 0,0-1 0,0 0 0,0 3 0,-1 0 0,1 1 0,0 0 0,0-1 0,1 1 0,-1 0 0,1-1 0,0 1 0,1-1 0,-1 1 0,1-1 0,0 0 0,0 0 0,0 1 0,0-1 0,1 0 0,-1-1 0,1 1 0,0 0 0,0-1 0,1 0 0,-1 0 0,1 0 0,0 0 0,-1 0 0,1-1 0,1 0 0,-1 1 0,0-2 0,0 1 0,1 0 0,-1-1 0,1 0 0,7 1 0,-7-1 0,1-1 0,-1 1 0,0-2 0,1 1 0,-1 0 0,0-1 0,0 0 0,0 0 0,0-1 0,7-2 0,-10 3 0,0 0 0,0-1 0,0 1 0,0-1 0,0 1 0,-1-1 0,1 1 0,-1-1 0,1 0 0,-1 0 0,1 0 0,-1 0 0,0 0 0,0 0 0,0 0 0,0 0 0,0-1 0,-1 1 0,1 0 0,-1-1 0,1 1 0,-1 0 0,0-1 0,0 1 0,0-4 0,0 2 0,0 1 0,-1-1 0,1 1 0,-1-1 0,0 1 0,0-1 0,0 1 0,0 0 0,0-1 0,-1 1 0,1 0 0,-1 0 0,0 0 0,0 0 0,0 0 0,-1 1 0,-4-5 0,5 5 0,0 0 0,-1 1 0,1-1 0,-1 1 0,1 0 0,-1 0 0,0 0 0,0 0 0,1 1 0,-1-1 0,0 1 0,0-1 0,1 1 0,-1 0 0,0 0 0,0 0 0,0 1 0,0-1 0,1 1 0,-1-1 0,0 1 0,-4 2 0,-15 6-56,-28 18-1,28-14-1195,3-3-5574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24575,'2'23'0,"2"10"0,2 6 0,2-3 0,3-1 0,0-5 0,0-4 0,-2-2 0,1-2 0,-2-5-8191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5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4310 96 24575,'43'-20'0,"0"0"0,-1 2 0,47-12 0,-79 28 0,0 0 0,13-1 0,-19 3 0,0 0 0,0 0 0,0 0 0,0 0 0,0 1 0,0-1 0,0 1 0,6 2 0,-9-2 0,0-1 0,-1 0 0,1 0 0,-1 0 0,1 0 0,-1 1 0,1-1 0,-1 0 0,1 1 0,-1-1 0,1 0 0,-1 1 0,1-1 0,-1 0 0,1 1 0,-1-1 0,0 1 0,1-1 0,-1 1 0,0-1 0,0 1 0,1-1 0,-1 1 0,0-1 0,0 1 0,1-1 0,-1 1 0,0 0 0,0-1 0,0 1 0,0-1 0,0 1 0,0-1 0,0 1 0,0 0 0,0-1 0,0 1 0,-1-1 0,1 1 0,0-1 0,0 1 0,0-1 0,-1 1 0,1 0 0,0-1 0,-1 1 0,1-1 0,0 0 0,-1 1 0,1-1 0,0 1 0,-1-1 0,1 0 0,-1 1 0,1-1 0,-1 0 0,0 1 0,-3 2 0,-1 0 0,1 0 0,-1 0 0,1-1 0,-6 3 0,-1-2 0,-1 1 0,1-2 0,-1 1 0,-22 1 0,-51-4 0,50-1 0,1 1 0,-480 9 0,169 6 0,108 1 0,-189-10 0,261-7 0,146 1 0,-331-9 0,-63 2 0,260 8 0,-160 8 0,-126-2 0,272-8 0,-537 1 0,678 1-682,-30 4-1,34-2-6143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7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24575,'3'-19'0,"-3"19"0,0 0 0,0 0 0,0 0 0,0-1 0,0 1 0,1 0 0,-1 0 0,0 0 0,0 0 0,0 0 0,0 0 0,0 0 0,0-1 0,0 1 0,0 0 0,1 0 0,-1 0 0,0 0 0,0 0 0,0 0 0,0 0 0,0 0 0,1 0 0,-1 0 0,0 0 0,0 0 0,0 0 0,0 0 0,0 0 0,1 0 0,-1 0 0,0 0 0,0 0 0,0 0 0,1 0 0,6 8 0,-3 3 0,0 0 0,0 0 0,-1 0 0,0 0 0,1 17 0,0-7 0,7 72 0,-10-89-65,0 0 0,-1 0 0,1 1 0,-1-1 0,0 0 0,-1 0 0,1 1 0,-1-1 0,0 0 0,0 0 0,0 0 0,0 0 0,-1 0 0,0 0 0,0 0 0,0 0 0,0-1 0,0 1 0,-1-1 0,-3 4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8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41 24575,'-10'-37'0,"10"37"0,0 0 0,0 0 0,0-1 0,0 1 0,0 0 0,0 0 0,0 0 0,0 0 0,0-1 0,0 1 0,0 0 0,0 0 0,0 0 0,0 0 0,0 0 0,0 0 0,-1-1 0,1 1 0,0 0 0,0 0 0,0 0 0,0 0 0,0 0 0,0 0 0,-1 0 0,1 0 0,0 0 0,0-1 0,0 1 0,0 0 0,0 0 0,-1 0 0,1 0 0,0 0 0,0 0 0,0 0 0,0 0 0,0 0 0,-1 0 0,1 0 0,0 0 0,0 0 0,0 0 0,0 0 0,-1 0 0,1 1 0,0-1 0,0 0 0,0 0 0,0 0 0,0 0 0,0 0 0,-1 0 0,1 0 0,0 0 0,0 0 0,0 1 0,0-1 0,0 0 0,0 0 0,0 0 0,0 0 0,0 0 0,-1 1 0,-3 9 0,-4 21 0,1 0 0,2 0 0,-2 50 0,8 98 0,-1-169 0,3 39 0,2-1 0,21 85 0,39 91 0,-64-221 0,8 24 0,13 44 0,-19-60 0,-1 0 0,-1 0 0,0-1 0,0 19 0,-1-26-40,0-1 0,-1 1 0,1-1 0,0 0-1,-1 1 1,0-1 0,0 0 0,0 1 0,0-1 0,0 0 0,0 0-1,0 0 1,-1 0 0,1 0 0,-1 0 0,1 0 0,-1 0-1,0-1 1,0 1 0,0 0 0,0-1 0,0 0 0,0 1 0,0-1-1,0 0 1,-1 0 0,1-1 0,0 1 0,-1 0 0,1-1-1,0 1 1,-1-1 0,-4 1 0,-3-3-6786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29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123 101 24575,'-5'-11'0,"-1"1"0,0 0 0,-1 0 0,0 1 0,-1 0 0,0 0 0,-16-14 0,23 22 0,0 0 0,0 0 0,0 0 0,-1 1 0,1-1 0,0 0 0,0 1 0,-1-1 0,1 1 0,0-1 0,-1 1 0,1 0 0,-1-1 0,1 1 0,0 0 0,-1 0 0,1 0 0,-1 0 0,1 0 0,-3 1 0,3-1 0,0 1 0,-1 0 0,1-1 0,0 1 0,0 0 0,0 0 0,0 0 0,0 0 0,1 0 0,-1 0 0,0 0 0,0 0 0,0 0 0,1 0 0,-1 0 0,1 1 0,-1-1 0,0 1 0,0 2 0,0 0 0,1-1 0,-1 1 0,0 0 0,1 0 0,0 0 0,0-1 0,0 1 0,1 0 0,-1 0 0,1 0 0,0-1 0,0 1 0,2 5 0,0-4 0,1 1 0,0-1 0,0 0 0,0 0 0,1 0 0,0-1 0,0 1 0,0-1 0,0 0 0,1-1 0,-1 1 0,9 3 0,-6-4 0,-1 0 0,0 0 0,1-1 0,-1 0 0,1 0 0,-1-1 0,1 0 0,0 0 0,0-1 0,8 0 0,-14 0 0,-1 0 0,0 0 0,1-1 0,-1 1 0,1 0 0,-1-1 0,0 1 0,1-1 0,-1 1 0,0-1 0,0 0 0,0 0 0,1 1 0,-1-1 0,0 0 0,0 0 0,0 0 0,0 0 0,0 0 0,0-1 0,-1 1 0,1 0 0,0 0 0,-1 0 0,1-1 0,0 1 0,-1 0 0,0-1 0,1 1 0,-1-1 0,0 1 0,0 0 0,1-3 0,-1 1 0,0 0 0,-1 0 0,1 1 0,0-1 0,-1 0 0,0 0 0,0 1 0,0-1 0,0 0 0,0 1 0,0-1 0,0 1 0,-1-1 0,1 1 0,-1 0 0,-2-3 0,1 2 0,-1-1 0,0 1 0,0 0 0,0 0 0,0 1 0,-1-1 0,1 1 0,-1 0 0,1 0 0,-1 0 0,0 1 0,0 0 0,1 0 0,-8-1 0,9 2 0,0 0 0,-1 0 0,1 0 0,0 1 0,0-1 0,0 1 0,0 0 0,0 0 0,0 0 0,0 0 0,0 0 0,1 1 0,-1-1 0,0 1 0,1 0 0,-1 0 0,1 0 0,-1 0 0,1 0 0,0 1 0,0-1 0,0 0 0,-3 6 0,2-3 0,0 0 0,0 0 0,1 1 0,-1-1 0,1 1 0,0 0 0,1 0 0,-3 11 0,4-14 0,0 0 0,0 0 0,1 0 0,-1 0 0,1 0 0,-1 0 0,1 0 0,0 0 0,0 0 0,0 0 0,1 0 0,-1-1 0,1 1 0,-1-1 0,1 1 0,0-1 0,0 1 0,0-1 0,4 3 0,2 2 0,1 0 0,0 0 0,1 0 0,0-2 0,0 1 0,20 7 0,-24-11 0,0 1 0,1-2 0,-1 1 0,1-1 0,-1 0 0,1 0 0,0-1 0,-1 1 0,1-2 0,0 1 0,-1-1 0,1 0 0,6-2 0,-11 2 0,0 1 0,0-1 0,-1 0 0,1 0 0,0 0 0,-1 0 0,1 0 0,-1 0 0,1 0 0,-1 0 0,0-1 0,0 1 0,1 0 0,-1-1 0,0 1 0,0-1 0,0 0 0,-1 1 0,1-1 0,0 0 0,0 1 0,-1-1 0,1 0 0,-1 0 0,0 0 0,0 0 0,1 1 0,-1-1 0,0 0 0,0 0 0,-1 0 0,1 0 0,0 0 0,-1 1 0,1-1 0,-1 0 0,1 0 0,-1 1 0,0-1 0,0 0 0,0 1 0,0-1 0,0 1 0,0-1 0,0 1 0,0-1 0,-1 1 0,1 0 0,-4-2 0,-1-1-341,0 0 0,-1 1-1,-6-2 1,-3-1-6485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0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 24575,'0'0'0,"0"-1"0,0 1 0,0-1 0,0 1 0,-1 0 0,1-1 0,0 1 0,0-1 0,0 1 0,-1 0 0,1-1 0,0 1 0,-1 0 0,1-1 0,0 1 0,-1 0 0,1-1 0,0 1 0,-1 0 0,1 0 0,-1-1 0,1 1 0,0 0 0,-1 0 0,1 0 0,-1-1 0,0 2 0,1-1 0,0 1 0,-1-1 0,1 0 0,0 1 0,-1-1 0,1 1 0,0-1 0,-1 1 0,1-1 0,0 1 0,0-1 0,0 1 0,0-1 0,-1 1 0,1-1 0,0 2 0,-2 27 0,2-28 0,9 266 0,-3-169 0,20 191 0,-23-264-227,1 1-1,2-2 1,0 1-1,2-1 1,21 46-1,-25-62-6598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0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 24575,'-14'10'0,"-5"3"0,-23 21 0,38-30 0,0 0 0,0 0 0,0 1 0,0-1 0,1 1 0,0 0 0,0 0 0,0 0 0,1 0 0,-4 10 0,6-11 0,-1 0 0,1-1 0,0 1 0,0 0 0,1 0 0,-1-1 0,1 1 0,0 0 0,0-1 0,0 1 0,0-1 0,1 1 0,-1-1 0,1 1 0,0-1 0,0 0 0,0 0 0,0 0 0,1 0 0,-1-1 0,4 4 0,2 1 0,0 1 0,0-1 0,1 0 0,0-1 0,20 10 0,-24-13 0,0-1 0,1 0 0,0 0 0,-1-1 0,1 1 0,0-1 0,0-1 0,0 1 0,-1-1 0,1 0 0,8-1 0,-11 1 0,0-1 0,0 1 0,0-1 0,-1 0 0,1 0 0,0 0 0,-1 0 0,1-1 0,-1 1 0,1-1 0,-1 1 0,1-1 0,-1 0 0,0 0 0,0 0 0,0 0 0,0 0 0,0 0 0,-1-1 0,1 1 0,-1-1 0,0 1 0,1-1 0,1-5 0,-2 3 0,0-1 0,0 1 0,0-1 0,-1 1 0,0-1 0,0 0 0,0 1 0,-1-1 0,0 1 0,0-1 0,0 1 0,-1-1 0,0 1 0,0 0 0,0-1 0,0 1 0,-1 0 0,-4-5 0,5 7 0,0 0 0,0 0 0,-1 0 0,0 0 0,1 0 0,-1 0 0,0 1 0,0-1 0,-1 1 0,1 0 0,0 0 0,-1 0 0,1 1 0,-1-1 0,0 1 0,1 0 0,-1 0 0,0 0 0,0 0 0,0 1 0,0 0 0,0-1 0,1 1 0,-1 1 0,0-1 0,-8 2 0,8 0 0,0-1 0,0 1 0,0 0 0,0 0 0,0 0 0,1 1 0,-1-1 0,1 1 0,-1 0 0,1 0 0,0 0 0,0 0 0,0 1 0,1-1 0,-1 1 0,1 0 0,0 0 0,0 0 0,0 0 0,0 0 0,1 0 0,-2 6 0,2-5 0,0 0 0,0 1 0,0 0 0,0-1 0,1 1 0,0-1 0,0 1 0,1 0 0,-1-1 0,1 1 0,0-1 0,1 1 0,-1-1 0,1 0 0,0 1 0,1-1 0,2 5 0,-1-5 0,0 0 0,0 0 0,0-1 0,0 1 0,1-1 0,0-1 0,0 1 0,0 0 0,0-1 0,1 0 0,-1 0 0,1-1 0,0 0 0,-1 0 0,1 0 0,9 1 0,2 0 0,-1-2 0,1 0 0,-1-1 0,33-4 0,-45 4 0,0-1 0,-1 0 0,1 0 0,-1 0 0,1-1 0,-1 1 0,0-1 0,1 0 0,-1 0 0,0 0 0,0 0 0,3-3 0,-6 4 0,1 1 0,0-1 0,0 0 0,-1 0 0,1 0 0,-1 1 0,1-1 0,0 0 0,-1 0 0,0 0 0,1 0 0,-1 0 0,1 0 0,-1 0 0,0 0 0,0 0 0,0 0 0,0 0 0,0 0 0,0 0 0,0 0 0,0 0 0,0 0 0,0 0 0,0-1 0,0 1 0,-1 0 0,1 0 0,-1 1 0,1-1 0,-1 0 0,1 0 0,-1 0 0,1 0 0,-1 0 0,0 0 0,1 1 0,-1-1 0,0 0 0,0 0 0,1 1 0,-1-1 0,0 1 0,-2-2 0,-28-15-1365,15 11-5461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1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0 24575,'-5'3'0,"1"1"0,-1-1 0,1 1 0,0 0 0,0 0 0,0 0 0,0 1 0,1-1 0,0 1 0,-5 8 0,5-6 0,0 1 0,1-1 0,0 0 0,0 1 0,1 0 0,0-1 0,0 12 0,1-4 0,0 0 0,1 1 0,1-1 0,1-1 0,7 29 0,-1-19 0,1 0 0,21 38 0,-31-62-24,6 11-647,10 23 1,-12-21-6156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2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1 24575,'-23'8'0,"-10"2"0,-3 2 0,3 0 0,4-3 0,5 0 0,3-2 0,3-2 0,2 1 0,2-1 0,-1-1 0,1-1 0,-1-2 0,3 0-8191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2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24575,'3'31'0,"3"13"0,3 4 0,0-3 0,2-5 0,-2-3 0,1-6 0,-2-3 0,0-4 0,0-2 0,-3-4 0,-1-1 0,-2-2 0,-1-3-8191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3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 24575,'20'7'0,"50"22"0,-61-25 0,-1 0 0,0 1 0,-1 0 0,1 0 0,13 13 0,-19-16 0,0 0 0,0 0 0,0 1 0,0-1 0,-1 1 0,1-1 0,-1 1 0,1-1 0,-1 1 0,0 0 0,0 0 0,0 0 0,-1 0 0,1 0 0,-1 0 0,1 0 0,-1 0 0,0 0 0,0 0 0,0 0 0,-1 0 0,1 0 0,-1 0 0,0-1 0,1 1 0,-1 0 0,-1 0 0,1 0 0,-2 3 0,0-1 0,-1 0 0,0 0 0,0 0 0,0 0 0,0 0 0,-1-1 0,0 0 0,0 0 0,0 0 0,0-1 0,0 0 0,-12 6 0,8-6 0,1 0 0,-1 0 0,1-1 0,-1 0 0,0-1 0,0 0 0,0 0 0,0-1 0,-16-1 0,18 0 0,0 0 0,0-1 0,1 0 0,-1 0 0,0-1 0,1 1 0,-1-1 0,1-1 0,0 1 0,0-1 0,0 0 0,-10-10 0,14 13 0,1-1 0,-1 0 0,1 0 0,-1 1 0,1-1 0,0 0 0,-1 0 0,1-1 0,0 1 0,0 0 0,1 0 0,-1 0 0,0-1 0,1 1 0,0 0 0,-1-1 0,1 1 0,0-3 0,0 1 0,1 1 0,0-1 0,-1 1 0,1-1 0,0 1 0,1 0 0,-1-1 0,1 1 0,-1 0 0,5-6 0,-1 3 0,-1 0 0,1 1 0,0 0 0,1 0 0,-1 0 0,1 1 0,0-1 0,0 1 0,0 1 0,1-1 0,7-2 0,-9 4-124,0 0 0,0 1 0,0 0 0,0 1 0,1-1 0,-1 1-1,0 0 1,0 0 0,0 0 0,7 2 0,1 2-6702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3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24575,'-3'5'0,"0"4"0,-1 4 0,2 4 0,0 2 0,1 1 0,0 1 0,3 1 0,2-2 0,2-1 0,0-1 0,2 1 0,-1 0 0,-1-1 0,-2 0 0,-1-4-8191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4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586 259 24575,'-116'-53'0,"-172"-53"0,153 50 0,126 51 0,6 4 0,-18-10 0,20 11 0,0-1 0,0 1 0,0-1 0,0 0 0,1 0 0,-1 1 0,0-1 0,0 0 0,0 0 0,1 0 0,-1 0 0,0 0 0,1 0 0,-1 0 0,0-2 0,1 2 0,0 1 0,0-1 0,0 1 0,0-1 0,1 1 0,-1-1 0,0 1 0,0-1 0,0 1 0,1-1 0,-1 1 0,0 0 0,1-1 0,-1 1 0,0-1 0,1 1 0,-1 0 0,0-1 0,1 1 0,-1 0 0,1 0 0,-1-1 0,1 1 0,-1 0 0,1 0 0,-1 0 0,1-1 0,-1 1 0,1 0 0,-1 0 0,1 0 0,-1 0 0,1 0 0,-1 0 0,1 0 0,0 0 0,21 1 0,2 4 0,-1 1 0,0 1 0,0 1 0,-1 1 0,23 13 0,-12-6 0,12 4 0,99 50 0,-142-69 0,0 1 0,0-1 0,0 0 0,0 1 0,0-1 0,0 1 0,-1-1 0,1 1 0,-1 0 0,3 3 0,-4-4 0,1 0 0,-1 0 0,0 0 0,0 0 0,1 0 0,-1 0 0,0 0 0,0 0 0,0 0 0,0 0 0,0 0 0,-1 0 0,1-1 0,0 1 0,0 0 0,-1 0 0,1 0 0,0 0 0,-1 0 0,1 0 0,-1 0 0,1-1 0,-1 1 0,0 0 0,1 0 0,-1-1 0,0 1 0,0 1 0,-5 3 0,0-1 0,0 1 0,0-1 0,0 0 0,-1 0 0,1-1 0,-1 0 0,0 0 0,-10 2 0,-69 13 0,75-16 0,-46 10-1365,43-9-5461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35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24575,'1'12'0,"1"0"0,0-1 0,1 1 0,1 0 0,6 16 0,-5-16 0,4 10 0,2-1 0,0 0 0,2-1 0,0-1 0,31 36 0,-42-52 0,1 0 0,0 0 0,0 0 0,0 0 0,1-1 0,-1 1 0,1-1 0,5 3 0,-7-4 0,-1-1 0,0 1 0,1-1 0,-1 0 0,0 1 0,1-1 0,-1 0 0,0 0 0,1 0 0,-1 0 0,1 0 0,-1-1 0,0 1 0,1 0 0,-1-1 0,0 1 0,1-1 0,-1 1 0,0-1 0,0 1 0,0-1 0,1 0 0,-1 0 0,0 0 0,0 0 0,0 0 0,0 0 0,0 0 0,1-1 0,3-6 0,0 0 0,0 0 0,0-1 0,-1 0 0,-1 1 0,0-1 0,4-14 0,-5 13 0,1 0 0,1 1 0,-1-1 0,2 1 0,-1 0 0,8-11 0,-11 19 0,0-1 0,1 0 0,-1 1 0,1-1 0,-1 1 0,1 0 0,0 0 0,0-1 0,-1 1 0,1 0 0,0 0 0,0 1 0,0-1 0,0 0 0,0 1 0,3-1 0,-1 0 0,-1 1 0,1 0 0,0 0 0,0 0 0,0 1 0,-1-1 0,1 1 0,5 1 0,4 3 0,-1 0 0,1 1 0,21 14 0,-13-6-151,-1 1-1,0 0 0,-2 2 0,1 0 1,-2 1-1,-1 0 0,0 2 1,19 31-1,-23-32-6674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2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24575,'0'-85'0,"6"112"0,0-4 0,3 29 0,22 74 0,27 48 0,-11-38 0,-43-121 0,1-2 0,-1 0 0,0 0 0,-1 0 0,2 26 0,-5-39 2,0 0-1,0 1 0,0-1 0,0 0 1,0 0-1,0 0 0,0 0 1,0 0-1,0 1 0,0-1 0,0 0 1,0 0-1,0 0 0,0 0 1,0 0-1,0 1 0,0-1 0,0 0 1,0 0-1,0 0 0,0 0 1,0 0-1,0 1 0,0-1 0,0 0 1,0 0-1,0 0 0,-1 0 1,1 0-1,0 0 0,0 0 0,0 1 1,0-1-1,0 0 0,0 0 1,0 0-1,-1 0 0,1 0 0,0 0 1,0 0-1,0 0 0,0 0 1,0 0-1,-1 0 0,1 0 0,0 0 1,0 0-1,0 0 0,0 0 1,-1 0-1,1 0 0,-6-5-1433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2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24575,'0'3'0,"-1"0"0,-1 0 0,1 0 0,0 0 0,-1 0 0,1 0 0,-1 0 0,0-1 0,0 1 0,-5 4 0,1 1 0,-1-1 0,0 1 0,0-1 0,-1 0 0,0-1 0,-1 0 0,1 0 0,-11 5 0,4-3 0,-19 17 0,33-25 0,1 0 0,-1 1 0,0-1 0,1 1 0,-1-1 0,0 1 0,1-1 0,-1 1 0,1-1 0,-1 1 0,1 0 0,-1-1 0,1 1 0,-1 0 0,1-1 0,0 1 0,-1 0 0,1 0 0,0-1 0,0 1 0,-1 0 0,1 0 0,0 0 0,0-1 0,0 1 0,0 0 0,0 0 0,0 0 0,0-1 0,0 1 0,1 0 0,-1 0 0,0-1 0,0 1 0,1 0 0,-1 0 0,0-1 0,1 1 0,-1 0 0,1-1 0,-1 1 0,1 0 0,-1-1 0,1 1 0,-1-1 0,1 1 0,0-1 0,1 2 0,4 1 0,0 1 0,0-1 0,0 0 0,12 3 0,-11-3 0,316 94 0,-296-90 0,-11-3-682,26 3-1,-28-6-6143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4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24575,'24'13'0,"-1"1"0,0 1 0,-1 1 0,22 21 0,74 82 0,-51-48 0,-45-50 0,1 0 0,1-1 0,26 16 0,-41-30-92,21 12-1181,-19-15-5553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4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0 24575,'-14'16'0,"0"0"0,2 0 0,-1 1 0,-16 33 0,-30 81 0,57-124-91,-1 0 0,0-1 0,0 1 0,-1-1 0,1 1 0,-2-1 0,1 0 0,-1 0 0,1-1 0,-2 1 0,1-1 0,0 0 0,-1-1 0,-10 7 0,5-5-6735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4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16 24575,'-256'-16'0,"251"16"0,1 0 0,0 0 0,0 1 0,0-1 0,0 1 0,0 0 0,0 0 0,0 0 0,0 0 0,1 1 0,-1 0 0,0 0 0,-4 3 0,6-4 0,0 1 0,1 0 0,-1-1 0,1 1 0,-1 0 0,1 0 0,0 0 0,0 0 0,0 0 0,0 0 0,0 0 0,0 1 0,0-1 0,1 0 0,-1 0 0,1 1 0,0-1 0,0 0 0,-1 1 0,1-1 0,1 0 0,-1 1 0,0-1 0,1 0 0,0 3 0,2 5 0,0 1 0,1-1 0,0 0 0,1 0 0,0 0 0,6 9 0,43 55 0,-44-62 0,-4-4 0,63 85 0,-56-73 0,0 1 0,16 40 0,-20-38 0,-1 1 0,-1-1 0,0 2 0,-3-1 0,0 1 0,2 44 0,-7-67 0,1 0 0,0 0 0,0 0 0,1 0 0,-1 0 0,0 1 0,1-1 0,-1 0 0,1 0 0,0 0 0,-1 0 0,1 0 0,0 0 0,2 2 0,-2-3 0,1 0 0,-1 0 0,0 0 0,0-1 0,1 1 0,-1-1 0,0 1 0,1-1 0,-1 1 0,1-1 0,-1 0 0,1 0 0,-1 0 0,0 1 0,1-1 0,-1-1 0,1 1 0,-1 0 0,1 0 0,-1-1 0,0 1 0,3-1 0,0-1 11,0 1 0,0-1 0,0 1 0,0-1 0,0 0 0,-1 0-1,1-1 1,-1 1 0,0-1 0,5-4 0,-2 0-382,0 0-1,0-1 1,7-13 0,-6 9-6455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5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24575,'0'1'0,"0"-1"0,-1 0 0,1 0 0,0 1 0,-1-1 0,1 0 0,0 0 0,0 1 0,-1-1 0,1 0 0,0 1 0,0-1 0,0 0 0,0 1 0,-1-1 0,1 0 0,0 1 0,0-1 0,0 1 0,0-1 0,0 0 0,0 1 0,0-1 0,0 0 0,0 1 0,0-1 0,0 1 0,0-1 0,0 0 0,1 1 0,-1-1 0,0 1 0,4 15 0,-4-16 0,15 48 0,34 69 0,-2-4 0,-30-68 0,-3 1 0,11 59 0,-21-84-1365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5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24575,'-13'34'0,"-1"0"0,-34 59 0,47-91 0,1-1 0,-1 0 0,0 0 0,1 1 0,-1-1 0,1 0 0,-1 1 0,1-1 0,0 0 0,-1 1 0,1-1 0,0 1 0,0-1 0,0 1 0,0-1 0,0 0 0,1 2 0,-1-1 0,1-1 0,-1 0 0,1 0 0,0 0 0,0 0 0,-1 0 0,1 0 0,0 0 0,0 0 0,0-1 0,0 1 0,0 0 0,0 0 0,0-1 0,0 1 0,0-1 0,1 1 0,-1-1 0,0 1 0,2-1 0,8 4 0,1-2 0,0 1 0,0-2 0,15 1 0,51-3 0,-35 0 0,20 1 0,56-1 0,-112 0 0,0 1 0,0-1 0,-1 0 0,1-1 0,0 0 0,-1 0 0,8-3 0,-13 4-38,-1 1 0,0 0 0,1 0 1,-1 0-1,1 0 0,-1-1 0,0 1 0,1 0 0,-1 0 0,0-1 0,0 1 0,1 0 0,-1-1 0,0 1 0,0 0 0,1-1 1,-1 1-1,0 0 0,0-1 0,0 1 0,0-1 0,1 1 0,-1 0 0,0-1 0,0 1 0,0-1 0,0 1 0,0 0 0,0-1 1,0 1-1,0-1 0,0 1 0,0 0 0,-1-1 0,1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46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24575,'1'-4'0,"0"1"0,0 0 0,1 0 0,-1 0 0,0 0 0,1 0 0,0 0 0,0 0 0,0 0 0,0 1 0,0-1 0,0 1 0,1-1 0,-1 1 0,1 0 0,0 0 0,0 0 0,-1 1 0,1-1 0,4-1 0,-1 1 0,0 0 0,1 0 0,-1 1 0,0 0 0,1 0 0,-1 1 0,1-1 0,-1 1 0,12 2 0,-17-2 0,1 1 0,0-1 0,-1 0 0,1 1 0,-1-1 0,1 1 0,-1 0 0,0-1 0,1 1 0,-1 0 0,1 0 0,-1 0 0,0 0 0,0 0 0,0 0 0,0 0 0,0 0 0,0 1 0,0-1 0,0 0 0,0 1 0,0-1 0,-1 1 0,1-1 0,0 1 0,-1-1 0,1 1 0,-1 2 0,2 5 0,-2 0 0,1 0 0,-1 0 0,-2 11 0,1 6 0,5 12 0,1-1 0,2 0 0,14 43 0,-18-71 0,12 46 0,2-1 0,26 54 0,-35-91 0,-3-9 0,-1 1 0,0 1 0,6 17 0,-10-26-4,0 1-1,0-1 1,1 0-1,-1 0 1,0 0 0,0 0-1,0 0 1,-1 1-1,1-1 1,0 0-1,0 0 1,-1 0-1,1 0 1,0 0 0,-1 0-1,1 0 1,-1 0-1,0 0 1,1 0-1,-2 2 1,1-2 20,-1 0 0,1 1-1,-1-1 1,0 0 0,1 0 0,-1 0 0,0 0 0,0-1 0,0 1 0,0 0-1,-2 0 1,-5 0-239,-1 0 0,0 0 0,-19-1 0,22 0-347,-10-1-6256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55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24575,'1'48'0,"3"0"0,1-1 0,3 0 0,16 57 0,2-23 0,37 79 0,-31-83 0,-31-73 0,1 0 0,0 0 0,0-1 0,0 1 0,0-1 0,5 6 0,-7-9 0,0 1 0,1-1 0,-1 1 0,1-1 0,-1 0 0,1 1 0,0-1 0,-1 0 0,1 1 0,-1-1 0,1 0 0,0 0 0,-1 1 0,1-1 0,-1 0 0,1 0 0,0 0 0,-1 0 0,2 0 0,-1 0 0,0-1 0,0 1 0,0 0 0,-1-1 0,1 1 0,0-1 0,0 1 0,0-1 0,-1 0 0,1 1 0,0-1 0,-1 0 0,1 1 0,0-1 0,-1 0 0,1 0 0,0-1 0,2-6 0,1 1 0,-2-1 0,1 0 0,-1 1 0,0-1 0,0-1 0,-1 1 0,0 0 0,-1 0 0,0-9 0,0 5 0,1 1 0,0-1 0,5-21 0,-6 31 0,1 1 0,-1 0 0,0-1 0,1 1 0,0 0 0,-1-1 0,1 1 0,0 0 0,-1 0 0,1-1 0,0 1 0,0 0 0,0 0 0,0 0 0,0 0 0,0 0 0,3-1 0,-3 2 0,0-1 0,1 1 0,-1 0 0,0-1 0,0 1 0,0 0 0,1 0 0,-1 0 0,0 0 0,0 0 0,1 1 0,-1-1 0,0 0 0,0 0 0,0 1 0,2 0 0,4 3 0,0 0 0,-1 0 0,1 0 0,-1 1 0,7 7 0,-11-10 0,195 196 0,-181-180 0,-11-13 0,1 3 0,1-1 0,0-1 0,1 1 0,10 7 0,-18-14 0,0-1 0,0 1 0,0 0-1,0 0 1,0 0 0,0 0 0,0 0-1,0 0 1,0 0 0,0 0 0,0 0-1,0 0 1,0 0 0,0 0 0,0 0 0,0 0-1,1 0 1,-1 0 0,0-1 0,0 1-1,0 0 1,0 0 0,0 0 0,0 0-1,0 0 1,0 0 0,0 0 0,0 0-1,0 0 1,0 0 0,0 0 0,0 0 0,0 0-1,0 0 1,1 0 0,-1 0 0,0 0-1,0 0 1,0 0 0,0 0 0,0 0-1,0 0 1,0 0 0,0 0 0,0 0-1,0 0 1,0 0 0,0 0 0,0 0 0,0 0-1,0 0 1,0 0 0,1 1 0,-1-1-1,0 0 1,0 0 0,0 0 0,0 0-1,0 0 1,0 0 0,0 0 0,0 0-1,0 0 1,-2-4-1350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56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367 121 24575,'-4'-2'0,"-107"-67"0,94 60 0,-1 0 0,0 1 0,0 1 0,-31-7 0,45 13 0,1 0 0,-1 1 0,1 0 0,-1-1 0,1 1 0,-1 1 0,1-1 0,-1 0 0,1 1 0,-1 0 0,1 0 0,-1 0 0,1 0 0,0 0 0,-6 4 0,5-2 0,-1 0 0,1 1 0,0-1 0,0 1 0,1 0 0,-1 0 0,1 0 0,0 0 0,-5 9 0,3-4 0,1 1 0,0 0 0,0 0 0,1 0 0,1 0 0,0 1 0,0-1 0,1 1 0,0-1 0,0 13 0,3-13 0,-1 0 0,1 0 0,1 0 0,0 0 0,0-1 0,1 1 0,6 12 0,41 61 0,-38-64 0,15 22 0,29 47 0,-47-70 0,-1 0 0,0 0 0,6 24 0,-6-13 0,8 58 0,-17-85 0,0 0 0,1 0 0,-1 0 0,1 0 0,-1 1 0,1-2 0,0 1 0,0 0 0,0 0 0,0 0 0,0 0 0,0 0 0,0-1 0,0 1 0,1 0 0,-1-1 0,1 1 0,-1-1 0,1 0 0,0 0 0,2 2 0,-1-2 0,1 1 0,0-1 0,-1 0 0,1 0 0,0-1 0,0 1 0,-1-1 0,1 0 0,0 0 0,0 0 0,3-1 0,10-1 0,-1 0 0,1-2 0,-1 0 0,0-1 0,-1 0 0,1-1 0,-1-1 0,0 0 0,18-13 0,-22 10-1365,-3 1-5461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56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24575,'1'1'0,"39"109"0,-32-94 0,-1 0 0,2-1 0,0 0 0,19 23 0,-26-35 0,0-1 0,0 0 0,0 1 0,1-1 0,-1 0 0,1-1 0,-1 1 0,1 0 0,0-1 0,0 1 0,0-1 0,-1 0 0,7 2 0,-8-3 0,1 0 0,0 0 0,-1 0 0,1 0 0,0 0 0,-1-1 0,1 1 0,0 0 0,-1-1 0,1 1 0,-1-1 0,1 0 0,-1 1 0,1-1 0,-1 0 0,1 0 0,-1 0 0,0 0 0,1 0 0,-1 0 0,0-1 0,0 1 0,0 0 0,0-1 0,0 1 0,0 0 0,1-3 0,0-1 0,0 0 0,0 0 0,0-1 0,0 1 0,-1-1 0,0 1 0,0-1 0,0-8 0,0 7 0,0 0 0,0 0 0,0-1 0,4-9 0,-4 16 0,-1-1 0,1 1 0,0-1 0,0 1 0,0 0 0,0-1 0,0 1 0,0 0 0,0 0 0,0 0 0,0 0 0,0 0 0,1 0 0,-1 0 0,0 0 0,1 0 0,-1 1 0,1-1 0,-1 1 0,1-1 0,-1 1 0,1-1 0,-1 1 0,1 0 0,0 0 0,-1 0 0,1 0 0,-1 0 0,1 0 0,0 0 0,-1 0 0,1 1 0,-1-1 0,3 1 0,6 2 0,-1 1 0,0-1 0,0 2 0,11 6 0,-15-9 0,97 60 0,-63-36 0,-7-10-1365,-19-12-5461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0:57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24575,'16'-7'0,"-1"-1"0,1 2 0,31-8 0,-40 12 0,1 1 0,-1 0 0,0 1 0,1-1 0,-1 1 0,1 1 0,-1 0 0,1 0 0,-1 0 0,0 1 0,10 3 0,2 3 0,-1 0 0,0 2 0,28 18 0,-40-24 0,0 1 0,-1 0 0,1 1 0,-1-1 0,0 1 0,0 0 0,-1 0 0,0 1 0,0-1 0,0 1 0,-1 0 0,0 0 0,0 0 0,-1 0 0,0 1 0,0-1 0,1 9 0,14 121 0,-12-85 0,3 0 0,20 76 0,-16-93 0,1-1 0,2 0 0,38 61 0,-47-87 0,9 15 0,-15-23 0,1 0 0,-1 1 0,0-1 0,0 1 0,0-1 0,1 0 0,-1 1 0,0-1 0,0 1 0,0-1 0,0 1 0,0-1 0,0 1 0,0-1 0,0 1 0,0-1 0,0 0 0,0 1 0,0-1 0,0 1 0,0-1 0,0 1 0,-1-1 0,1 1 0,0-1 0,0 0 0,0 1 0,-1-1 0,1 1 0,0-1 0,-1 0 0,1 1 0,0-1 0,-1 0 0,1 0 0,0 1 0,-1-1 0,1 0 0,0 0 0,-1 1 0,1-1 0,-1 0 0,1 0 0,-1 0 0,0 0 0,-12 3 0,-1-2 0,1 0 0,-1-1 0,-24-2 0,1 0 0,13 1-1365,4 1-5461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05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6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66 24575,'-1'-17'0,"1"11"0,0 1 0,0 0 0,0 0 0,0 0 0,1-1 0,2-7 0,-3 13 0,0 0 0,0 0 0,0-1 0,0 1 0,0 0 0,0 0 0,0 0 0,0 0 0,0-1 0,1 1 0,-1 0 0,0 0 0,0 0 0,0 0 0,0 0 0,0-1 0,0 1 0,1 0 0,-1 0 0,0 0 0,0 0 0,0 0 0,0 0 0,1 0 0,-1 0 0,0 0 0,0 0 0,0 0 0,1-1 0,-1 1 0,0 0 0,0 0 0,0 0 0,1 0 0,-1 1 0,0-1 0,0 0 0,0 0 0,0 0 0,1 0 0,-1 0 0,0 0 0,0 0 0,0 0 0,0 0 0,1 0 0,-1 0 0,0 1 0,0-1 0,0 0 0,0 0 0,0 0 0,1 0 0,-1 0 0,0 1 0,0-1 0,0 0 0,0 0 0,0 0 0,0 0 0,0 1 0,0-1 0,0 0 0,0 0 0,7 13 0,33 86 0,-4 1 0,27 119 0,-55-183 0,3 9 0,-2 0 0,5 80 0,-14-140 0,-1-17 0,5-36 0,-4 59 0,2 0 0,-1 0 0,1 0 0,1 1 0,0-1 0,0 1 0,0-1 0,1 1 0,7-11 0,-9 17 0,0-1 0,-1 1 0,1 0 0,0 0 0,1 0 0,-1 0 0,0 0 0,0 0 0,1 1 0,-1-1 0,1 1 0,0-1 0,-1 1 0,1 0 0,0 0 0,0 0 0,0 1 0,-1-1 0,1 1 0,0-1 0,0 1 0,0 0 0,0 0 0,0 0 0,0 1 0,6 1 0,-3 0 0,1 0 0,0 1 0,-1 0 0,1 0 0,-1 1 0,0 0 0,0 0 0,0 0 0,9 10 0,26 31-19,-31-33-173,-1-1-1,2 0 1,0 0 0,0-1 0,0-1-1,21 13 1,-19-16-6634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6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60 24575,'-10'-8'0,"0"1"0,-1 0 0,0 0 0,0 1 0,0 0 0,-21-6 0,27 10 0,0 1 0,0-1 0,-1 1 0,1 1 0,-1-1 0,1 1 0,0 0 0,-1 0 0,1 1 0,-1 0 0,1 0 0,0 0 0,-1 0 0,1 1 0,0 0 0,0 0 0,-9 5 0,9-4 0,1 0 0,-1 0 0,1 0 0,0 1 0,0 0 0,0 0 0,0 0 0,1 0 0,0 0 0,0 0 0,-3 6 0,4-6 0,1-1 0,0 0 0,0 1 0,0-1 0,1 1 0,-1-1 0,1 1 0,-1-1 0,1 1 0,1 0 0,-1-1 0,0 1 0,1-1 0,0 1 0,-1-1 0,1 1 0,3 4 0,50 100 0,-39-83 0,-1 2 0,-2-1 0,15 44 0,-15-21 0,-2 1 0,5 68 0,-15-114 0,1 5 0,0 1 0,0 0 0,5 14 0,-5-22 0,-1 0 0,1 0 0,0 0 0,0 0 0,0 0 0,0-1 0,0 1 0,0 0 0,0-1 0,0 1 0,1-1 0,-1 1 0,1-1 0,-1 0 0,1 0 0,-1 1 0,1-1 0,0 0 0,0 0 0,-1-1 0,1 1 0,0 0 0,3 0 0,13 1 0,0-1 0,0-1 0,35-4 0,-50 4 14,1-1-1,-1 0 0,1 0 0,-1 0 1,1 0-1,-1 0 0,0 0 1,7-5-1,-9 6-68,0-1 0,0 0 0,0 0 0,0 1 0,0-1 0,-1 0 0,1 0 0,0 0 0,0 0 0,-1 0 0,1-1 0,0 1 0,-1 0 0,1 0 0,-1 0 0,0 0 0,1-1 0,-1 1 0,0 0 0,0-1 0,1 1 0,-1 0 0,0 0 0,0-1 0,-1 1 0,1-3 0,-4-8-6771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7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24575,'1'8'0,"0"-1"0,1 0 0,0 1 0,1-1 0,0 0 0,0 0 0,0 0 0,5 6 0,-4-5 0,1-1 0,0 1 0,0-1 0,0-1 0,1 1 0,0-1 0,0 0 0,1 0 0,0 0 0,0-1 0,0 0 0,14 6 0,-20-10 0,1-1 0,0 1 0,-1 0 0,1-1 0,0 0 0,0 1 0,0-1 0,-1 0 0,1 0 0,0 0 0,0 0 0,0 0 0,-1 0 0,1-1 0,0 1 0,0-1 0,2 0 0,-1-1 0,0 1 0,0-1 0,0 0 0,0 0 0,0 0 0,-1 0 0,1-1 0,3-3 0,1-3 0,1-1 0,-1-1 0,-1 1 0,5-12 0,-7 13 0,0 1 0,0 0 0,1 0 0,8-12 0,-12 19 0,0-1 0,0 1 0,0 0 0,0 0 0,0 0 0,0 0 0,0 0 0,0 0 0,1 0 0,-1 1 0,0-1 0,1 0 0,-1 1 0,0-1 0,1 1 0,-1-1 0,1 1 0,-1-1 0,1 1 0,-1 0 0,0 0 0,1 0 0,-1 0 0,1 0 0,-1 0 0,1 0 0,-1 1 0,3 0 0,11 5 0,0 2 0,-1-1 0,21 16 0,37 34 0,-19-14 0,-85-59-1365,18 10-5461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7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30 24575,'-5'-5'0,"-4"-2"0,-4 1 0,-2 0 0,0 2 0,-1 2 0,-3 3 0,-1 2 0,-2 3 0,-2 3 0,0 0 0,2-2 0,4-1-8191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24575,'1'13'0,"0"-1"0,0 1 0,1-1 0,8 23 0,21 46 0,-27-72 0,74 155 0,-41-92 0,29 83 0,-57-129-1365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8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5 24575,'-1'-1'0,"0"1"0,1-1 0,-1 1 0,0-1 0,0 1 0,0 0 0,0-1 0,0 1 0,0 0 0,0 0 0,0-1 0,0 1 0,0 0 0,0 0 0,0 0 0,0 0 0,0 0 0,0 0 0,0 1 0,0-1 0,0 0 0,0 0 0,0 1 0,0-1 0,0 1 0,1-1 0,-1 1 0,0-1 0,0 1 0,0-1 0,0 1 0,-1 1 0,-2 1 0,1 1 0,-1 0 0,0-1 0,1 1 0,-3 5 0,3-5 0,1 0 0,0 0 0,0 0 0,0 1 0,0-1 0,0 1 0,1-1 0,0 1 0,0 0 0,0-1 0,1 1 0,0 0 0,0 5 0,0-7 0,1 1 0,-1 0 0,1-1 0,0 1 0,0 0 0,1-1 0,-1 0 0,1 1 0,-1-1 0,1 0 0,0 0 0,0 0 0,1 0 0,-1 0 0,1 0 0,-1-1 0,5 4 0,0-1 0,0 0 0,0-1 0,0 0 0,1 0 0,0-1 0,0 0 0,0 0 0,0-1 0,0 0 0,13 2 0,6-2 0,53-2 0,-47-2 0,8-1 0,-39 2 0,1 1 0,-1 0 0,0-1 0,0 0 0,1 0 0,-1 0 0,0 0 0,0 0 0,0 0 0,0 0 0,0-1 0,0 1 0,0-1 0,2-2 0,-4 4-50,1-1-1,-1 0 1,0 1-1,1-1 0,-1 0 1,0 1-1,0-1 1,0 1-1,0-1 1,1 0-1,-1 1 0,0-1 1,0 0-1,0 1 1,0-1-1,0 0 1,-1 1-1,1-1 0,0 0 1,0 1-1,0-1 1,-1 0-1,1 1 1,0-1-1,0 0 1,-1 0-1,-5-8-6775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9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24575,'25'-5'0,"1"1"0,0 2 0,1 1 0,-1 1 0,0 1 0,0 1 0,0 1 0,0 2 0,-1 1 0,1 0 0,27 12 0,-40-13 0,-9-4 0,0 0 0,0 1 0,-1-1 0,1 1 0,6 4 0,-9-5 0,0 0 0,0 0 0,0 0 0,0 0 0,0 0 0,0 0 0,-1 0 0,1 0 0,-1 1 0,1-1 0,-1 0 0,1 0 0,-1 0 0,1 1 0,-1-1 0,0 0 0,0 1 0,0-1 0,0 0 0,0 1 0,0-1 0,0 3 0,-3 12 0,-6 22 0,5-23 0,0 0 0,-1 17 0,4-10 0,1 0 0,1 0 0,1 0 0,1-1 0,8 33 0,1-9 0,29 66 0,-28-83 0,30 44 0,5 12 0,-47-82 0,-1 0 0,1 0 0,0 0 0,-1 0 0,1 0 0,-1-1 0,0 1 0,0 0 0,1 0 0,-1 0 0,-1 0 0,1 0 0,0 0 0,0 0 0,-1 0 0,1 0 0,-2 2 0,1 0 0,-1-1 0,0 1 0,0-1 0,0 0 0,-1 0 0,1 0 0,-1 0 0,-3 3 0,-5 3 0,0-2 0,0 1 0,0-1 0,-14 5 0,-47 19-1365,52-24-5461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21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8 219 24575,'-8'-5'0,"8"1"0,1 4 0,0-1 0,0 0 0,0 1 0,0-1 0,0 1 0,0 0 0,0-1 0,0 1 0,0 0 0,0 0 0,2-1 0,33-1 0,-36 2 0,61 0 0,201 1 0,-153 6 0,35 1 0,-2 0 0,16 0 0,-121-7 0,-19-1 0,1 1 0,0-2 0,21-4 0,-31 3 0,0-1 0,12-5 0,-15 5 0,1 1 0,0-1 0,0 1 0,-1 1 0,13-3 0,88 4 0,-54 1 0,-88-16 0,-68-19 0,-133-67 0,214 91 0,13 7 0,0-1 0,0-1 0,0 1 0,1-2 0,0 1 0,-12-11 0,39 26 0,331 200 0,-348-209 0,8 4 0,1 1 0,-1 0 0,0 0 0,0 1 0,17 17 0,-26-24 0,0 1 0,0 0 0,0 0 0,-1 0 0,1 0 0,0 0 0,-1 0 0,1 0 0,-1 0 0,1 0 0,-1 1 0,0-1 0,1 0 0,-1 0 0,0 0 0,0 0 0,0 1 0,0-1 0,0 0 0,0 0 0,0 0 0,0 3 0,-1-3 0,0 1 0,0-1 0,0 1 0,0-1 0,0 0 0,0 1 0,0-1 0,0 0 0,0 0 0,0 0 0,-1 0 0,1 0 0,-1 0 0,-1 1 0,-4 1 0,0 0 0,0 0 0,-1-1 0,1 0 0,-15 2 0,-85 3 0,22-2 0,59-3-1365,6 0-5461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08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5101 16 24575,'-131'10'0,"-232"-11"0,126-13 0,133 9 0,-382 0 0,204 29 0,58-3 0,-221-5 0,-443-17 0,695-7 0,17 1 0,-354 6 0,250 2 0,250 1 0,-1 1 0,-44 11 0,27-5 0,-68 18 0,-24 4 0,64-21 0,-90 1 0,109-11-1365,35 0-5461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1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53 24575,'-2'-13'0,"2"9"0,0 0 0,-1 0 0,0 0 0,1 0 0,-2 0 0,1 0 0,0 1 0,-3-6 0,0 34 0,3 150 0,33 273 0,15-158 0,-42-275 0,-2-12 0,0-10 0,-4-4-1365,-1 0-5461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1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66 24575,'-4'-2'0,"-2"-2"0,-1 1 0,0-1 0,0 1 0,0 0 0,-1 1 0,1 0 0,-1 0 0,1 1 0,-1 0 0,-10-1 0,16 2 0,1 0 0,0 0 0,0 0 0,0 1 0,0-1 0,0 0 0,0 0 0,0 1 0,0-1 0,0 1 0,0-1 0,0 1 0,1-1 0,-1 1 0,0-1 0,0 1 0,0 0 0,0 0 0,1-1 0,-1 1 0,0 0 0,0 1 0,0 0 0,1-1 0,-1 1 0,1-1 0,0 1 0,0-1 0,-1 1 0,1-1 0,0 1 0,0 0 0,1-1 0,-1 1 0,0-1 0,1 3 0,1 3 0,0-1 0,1 0 0,0 1 0,0-1 0,7 10 0,-3-6 0,1-1 0,0 0 0,1 0 0,14 10 0,-16-13 0,-1-2 0,1 1 0,0-1 0,1 0 0,-1 0 0,1-1 0,12 4 0,-19-7 0,1 0 0,-1 1 0,0-1 0,1 0 0,-1 0 0,1 0 0,-1 0 0,1 0 0,-1 0 0,0 0 0,1 0 0,-1-1 0,1 1 0,-1-1 0,0 1 0,1-1 0,-1 1 0,0-1 0,0 0 0,1 1 0,-1-1 0,0 0 0,0 0 0,0 0 0,0 0 0,0 0 0,0 0 0,0 0 0,0-1 0,0 1 0,-1 0 0,1 0 0,-1-1 0,1 1 0,0 0 0,-1-1 0,1-1 0,0-1 0,-1 0 0,1 0 0,-1 0 0,1 0 0,-1 0 0,0 0 0,-1 0 0,1 0 0,-1 0 0,0 0 0,0 0 0,-2-5 0,-1 0 0,-1 0 0,0 0 0,0 1 0,-1 0 0,0 0 0,-1 0 0,1 1 0,-1 0 0,-1 1 0,0-1 0,-15-9 0,17 12 0,0 0 0,-1 1 0,1 0 0,-1 0 0,0 1 0,0-1 0,0 2 0,0-1 0,0 1 0,0 0 0,0 0 0,0 1 0,-1 0 0,1 0 0,0 1 0,0-1 0,-9 4 0,11-2 0,0 0 0,0 0 0,0 1 0,1-1 0,-1 1 0,1 1 0,-1-1 0,1 0 0,0 1 0,1 0 0,-1 0 0,0 0 0,1 1 0,0-1 0,-4 8 0,1 0 0,1 0 0,0 0 0,0 0 0,1 1 0,-3 17 0,7-27 0,-1 1 0,1-1 0,0 0 0,0 0 0,0 1 0,0-1 0,1 0 0,-1 0 0,1 0 0,0 1 0,1 2 0,-1-5 0,-1 0 0,0 0 0,1 0 0,0 0 0,-1-1 0,1 1 0,-1 0 0,1 0 0,0-1 0,-1 1 0,1 0 0,0-1 0,0 1 0,0-1 0,-1 1 0,1-1 0,0 1 0,0-1 0,0 1 0,0-1 0,0 0 0,0 0 0,0 1 0,0-1 0,0 0 0,0 0 0,0 0 0,0 0 0,0 0 0,0 0 0,0-1 0,0 1 0,0 0 0,0 0 0,0-1 0,0 1 0,0 0 0,-1-1 0,2 0 0,2-1 0,0-1 0,-1 0 0,0 0 0,1 0 0,-1 0 0,0 0 0,-1 0 0,1-1 0,0 1 0,-1-1 0,0 0 0,0 0 0,0 0 0,-1 0 0,1 0 0,-1 0 0,0-1 0,0 1 0,0 0 0,-1-1 0,1 1 0,-1 0 0,-1-7 0,-1 4-1365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2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55 24575,'-8'-11'0,"0"1"0,0 1 0,-13-12 0,21 21 0,-1 0 0,1-1 0,0 1 0,-1 0 0,1 0 0,0-1 0,-1 1 0,1 0 0,0 0 0,-1 0 0,1 0 0,-1-1 0,1 1 0,0 0 0,-1 0 0,1 0 0,-1 0 0,1 0 0,0 0 0,-1 0 0,1 0 0,-1 0 0,1 0 0,-1 0 0,1 0 0,0 0 0,-1 1 0,0-1 0,0 1 0,1-1 0,-1 1 0,1 0 0,-1-1 0,1 1 0,-1-1 0,1 1 0,-1 0 0,1 0 0,0-1 0,-1 1 0,1 1 0,-6 32 0,5-27 0,-3 32 0,2 1 0,1-1 0,2 1 0,2-1 0,8 43 0,53 190 0,-46-208 0,-6-12 0,-1 0 0,-3 1 0,-2 0 0,-1 68 0,-5-113 20,-1-1 0,0 0 0,0 0 0,0 0 0,-4 9 0,5-14-79,-1 0-1,0 0 1,1 0-1,-1-1 1,0 1 0,0 0-1,0-1 1,0 1-1,0 0 1,-1-1 0,1 0-1,0 1 1,-1-1-1,1 0 1,-1 1 0,1-1-1,-1 0 1,0 0-1,0 0 1,1-1 0,-1 1-1,0 0 1,0-1-1,-2 1 1,-4-1-6767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13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0 24575,'-3'1'0,"-15"3"0,0 0 0,-18 7 0,31-9 0,1-1 0,0 1 0,0 0 0,0 1 0,0-1 0,0 1 0,1-1 0,-1 1 0,1 0 0,0 1 0,0-1 0,0 0 0,-5 8 0,7-8 0,0-1 0,0 1 0,0-1 0,1 1 0,-1-1 0,1 1 0,-1 0 0,1-1 0,0 1 0,0 0 0,0 0 0,0-1 0,1 1 0,-1 0 0,1-1 0,0 1 0,0-1 0,0 1 0,0-1 0,0 1 0,0-1 0,0 1 0,1-1 0,-1 0 0,3 3 0,6 6 0,0 0 0,0-1 0,17 14 0,-14-13 0,1 1 0,0 1 0,25 17 0,-35-28 0,0 1 0,1-1 0,-1 1 0,1-1 0,-1-1 0,1 1 0,0-1 0,0 1 0,-1-1 0,1-1 0,6 1 0,-10-1 0,0 0 0,0 0 0,1 0 0,-1 0 0,0 0 0,0 0 0,0 0 0,0-1 0,1 1 0,-1-1 0,0 1 0,0 0 0,0-1 0,0 0 0,0 1 0,0-1 0,0 0 0,0 0 0,0 1 0,0-1 0,1-2 0,-1 2 0,-1-1 0,1 1 0,0-1 0,-1 0 0,1 1 0,-1-1 0,0 0 0,1 1 0,-1-1 0,0 0 0,0 0 0,0 1 0,0-3 0,-1-2 0,0 0 0,-1 0 0,1 1 0,-1-1 0,0 1 0,0 0 0,-1-1 0,-3-4 0,-3-2 0,-1 0 0,-1 1 0,0 1 0,0-1 0,-1 2 0,-25-16 0,33 22 0,-1 0 0,0 1 0,0-1 0,-1 1 0,-10-3 0,15 5 0,0 0 0,0-1 0,0 1 0,0 0 0,-1 0 0,1 0 0,0 0 0,0 0 0,0 0 0,0 0 0,-1 0 0,1 0 0,0 1 0,0-1 0,0 0 0,0 1 0,-1-1 0,1 1 0,0-1 0,0 1 0,0 0 0,0-1 0,0 1 0,1 0 0,-1 0 0,0 0 0,0-1 0,0 1 0,1 0 0,-1 0 0,0 0 0,1 0 0,-1 0 0,0 2 0,-1 6 0,0 0 0,1 0 0,0 1 0,1-1 0,-1 1 0,2-1 0,0 0 0,0 1 0,0-1 0,1 0 0,3 10 0,-3-13 0,1 0 0,-1 1 0,1-1 0,1 0 0,-1 0 0,1-1 0,0 1 0,5 5 0,-7-9 0,-1-1 0,0 0 0,1 0 0,-1 0 0,1 0 0,-1 0 0,1 0 0,-1 0 0,1 0 0,0-1 0,0 1 0,-1 0 0,1-1 0,0 0 0,0 1 0,0-1 0,-1 0 0,1 0 0,0 0 0,0 0 0,0 0 0,0-1 0,-1 1 0,1-1 0,0 1 0,0-1 0,-1 1 0,1-1 0,0 0 0,-1 0 0,1 0 0,-1 0 0,1 0 0,1-1 0,-1-1 7,1 1-1,-1 0 0,0-1 0,0 0 1,0 1-1,0-1 0,-1 0 1,1 0-1,-1 0 0,1 0 1,-1-1-1,0 1 0,0 0 0,-1 0 1,1-1-1,-1 1 0,1 0 1,-1-6-1,0 7-65,0-1-1,0 0 1,0 1-1,-1-1 1,1 1 0,-1-1-1,1 1 1,-1-1-1,0 1 1,0-1 0,0 1-1,0 0 1,0-1-1,0 1 1,-1 0 0,1 0-1,-1 0 1,0 0-1,1 0 1,-1 0 0,0 1-1,0-1 1,0 1-1,-3-2 1,-7-2-6767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28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0 24575,'10'2'0,"15"2"0,-24-4 0,0 0 0,1 0 0,-1 0 0,0 1 0,0-1 0,0 1 0,0-1 0,0 1 0,0-1 0,0 1 0,0 0 0,0-1 0,0 1 0,0 0 0,1 1 0,-2-2 0,0 0 0,0 1 0,0-1 0,0 0 0,0 1 0,0-1 0,0 0 0,0 1 0,0-1 0,0 0 0,0 1 0,0-1 0,0 0 0,-1 0 0,1 1 0,0-1 0,0 0 0,0 1 0,0-1 0,0 0 0,-1 0 0,1 1 0,0-1 0,0 0 0,0 0 0,-1 0 0,1 1 0,0-1 0,0 0 0,-1 0 0,1 0 0,0 0 0,0 1 0,-1-1 0,1 0 0,0 0 0,-1 0 0,1 0 0,0 0 0,-1 0 0,-13 4 0,14-4 0,-25 3 0,-32 0 0,-7 0 0,-125 6-1365,174-9-5461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2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24575,'4'93'0,"-2"-79"0,0 0 0,1 0 0,1-1 0,8 22 0,-4-17-117,-3-8-61,-1 0 0,0 0-1,0 1 1,-1-1 0,-1 1-1,3 16 1,-5-15-6648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30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24575,'-1'1'0,"0"-1"0,1 0 0,-1 1 0,0-1 0,1 0 0,-1 1 0,1-1 0,-1 1 0,0-1 0,1 1 0,-1-1 0,1 1 0,-1-1 0,1 1 0,-1-1 0,1 1 0,0 0 0,-1-1 0,1 1 0,0 0 0,-1-1 0,1 1 0,0 0 0,0-1 0,0 1 0,0 0 0,-1 0 0,1-1 0,0 1 0,1 1 0,-1 24 0,4-4 0,1 0 0,2 0 0,12 29 0,-11-32 0,-1 0 0,-1 0 0,0 1 0,5 38 0,-10-5-1365,-1-39-5461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36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 24575,'0'0'0,"0"-1"0,-1 1 0,1 0 0,-1 0 0,1 0 0,-1-1 0,1 1 0,0 0 0,-1 0 0,1 0 0,-1 0 0,1 0 0,-1 0 0,1 0 0,-1 0 0,1 0 0,-1 0 0,1 0 0,-1 0 0,1 0 0,-1 0 0,1 0 0,0 0 0,-1 0 0,1 1 0,-1-1 0,1 0 0,-1 0 0,1 1 0,-1-1 0,1 1 0,-1 0 0,1 0 0,-1 0 0,1 0 0,-1 0 0,1 0 0,0 0 0,0 1 0,-1-1 0,1 0 0,0 0 0,0 0 0,0 1 0,1 7 0,0 1 0,3 13 0,-3-17 0,59 227 0,-37-158 0,-4 1 0,11 82 0,-30-158 0,2 17 0,-1 22 0,-1-35 0,0 0 0,-1 0 0,1 1 0,-1-1 0,0 0 0,0 0 0,0 0 0,-1 0 0,1 0 0,-5 6 0,6-9-68,0-1 0,-1 1-1,1 0 1,-1-1 0,0 1 0,1-1-1,-1 1 1,1-1 0,-1 1 0,0-1-1,0 1 1,1-1 0,-1 1 0,0-1-1,0 0 1,1 0 0,-1 1 0,0-1-1,-1 0 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1:37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13 24575,'-15'-4'0,"1"1"0,-1 1 0,0 0 0,0 1 0,0 0 0,0 2 0,-17 1 0,30-1 0,1-1 0,-1 0 0,0 1 0,0-1 0,1 1 0,-1-1 0,0 1 0,1 0 0,-1 0 0,1 0 0,-1 0 0,1 0 0,-1 0 0,1 0 0,0 0 0,-1 1 0,1-1 0,0 0 0,0 1 0,0-1 0,0 1 0,0 0 0,1-1 0,-1 1 0,0-1 0,1 1 0,-1 0 0,1 0 0,-1-1 0,1 1 0,0 0 0,0 0 0,0 0 0,0-1 0,0 1 0,1 2 0,-1 1 0,1-1 0,0 0 0,1 0 0,-1 0 0,1 0 0,-1 0 0,1 0 0,1-1 0,-1 1 0,0 0 0,1-1 0,0 0 0,-1 0 0,6 5 0,3-1 0,-1 1 0,2-2 0,-1 1 0,18 6 0,51 15 0,-56-20 0,214 53 0,-197-53-1365,-31-4-5461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00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15 24575,'-2'-12'0,"1"9"0,1 9 0,9 57 0,19 69 0,-15-78 0,15 55 0,5-1 0,57 124 0,-8-53 0,-80-174 0,-1-2 0,1 0 0,-1 0 0,1 0 0,-1 0 0,1-1 0,0 1 0,4 4 0,-4-8 0,-3-4 0,-3-7 0,-6-9-455,-2 1 0,-15-20 0,13 22-6371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01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24575,'5'-2'0,"-1"1"0,1-1 0,0 1 0,0 0 0,0 0 0,0 0 0,0 1 0,0-1 0,0 1 0,0 0 0,0 1 0,0 0 0,0-1 0,-1 1 0,1 1 0,0-1 0,8 4 0,6 4 0,0 1 0,33 23 0,-25-15 0,104 65 0,-182-110 0,-13-7 0,-43-41 0,106 74 0,1 1 0,-1-1 0,0 1 0,0-1 0,0 1 0,1-1 0,-1 1 0,0-1 0,0 1 0,0 0 0,0-1 0,0 1 0,0 0 0,0 0 0,0 0 0,0 0 0,0 0 0,0 0 0,0 0 0,0 0 0,0 0 0,0 0 0,0 1 0,0-1 0,0 0 0,0 1 0,0-1 0,1 0 0,-1 1 0,0-1 0,0 1 0,0 0 0,0-1 0,1 1 0,-1 0 0,0-1 0,1 1 0,-1 0 0,1 0 0,-1-1 0,0 1 0,1 0 0,0 0 0,-1 1 0,-2 6 0,0-1 0,1 1 0,0-1 0,-2 14 0,2-9 0,-7 46 0,7-39 0,-1 0 0,-8 26 0,-4 13-1365,10-45-5461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02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8 24575,'0'-1'0,"0"1"0,-1 0 0,1 0 0,0 0 0,0 0 0,0-1 0,0 1 0,0 0 0,0 0 0,0 0 0,0-1 0,0 1 0,0 0 0,0 0 0,0 0 0,0-1 0,0 1 0,0 0 0,0 0 0,0 0 0,0-1 0,0 1 0,0 0 0,0 0 0,1 0 0,-1-1 0,0 1 0,0 0 0,0 0 0,0 0 0,0 0 0,0 0 0,1-1 0,-1 1 0,0 0 0,0 0 0,0 0 0,0 0 0,1 0 0,-1 0 0,0 0 0,0 0 0,0 0 0,1-1 0,-1 1 0,8 9 0,6 18 0,8 23 0,-3 2 0,-2 0 0,16 84 0,-29-95 0,-2-26 0,-2-35 0,-1-9 0,2 1 0,1-1 0,7-30 0,-7 49 0,0 1 0,0 0 0,1 0 0,1 0 0,-1 0 0,2 0 0,-1 0 0,1 1 0,0 0 0,1 0 0,0 1 0,0-1 0,8-6 0,-10 11 0,0 0 0,0 0 0,0 1 0,0-1 0,1 1 0,-1 0 0,1 0 0,0 1 0,0-1 0,-1 1 0,1 0 0,0 0 0,0 1 0,0 0 0,0-1 0,0 2 0,0-1 0,0 0 0,0 1 0,0 0 0,-1 0 0,7 3 0,-3-1 0,1 0 0,-1 1 0,1 1 0,-1-1 0,-1 1 0,1 1 0,-1-1 0,0 1 0,0 0 0,12 15 0,54 87 0,-50-70 0,32 39 0,-32-42-1365,-19-27-5461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0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22 24575,'-3'-5'0,"-8"-10"0,9 14 0,6 10 0,203 355 0,-180-319 0,-14-22 0,-9-15 0,1 0 0,7 11 0,-12-19 0,0 1 0,1-1 0,-1 0 0,0 1 0,0-1 0,1 0 0,-1 1 0,0-1 0,0 0 0,1 1 0,-1-1 0,0 0 0,1 0 0,-1 0 0,0 1 0,1-1 0,-1 0 0,0 0 0,1 0 0,-1 0 0,1 1 0,-1-1 0,0 0 0,1 0 0,-1 0 0,1 0 0,-1 0 0,0 0 0,1 0 0,0 0 0,0-1 0,-1 0 0,1 1 0,-1-1 0,0 1 0,1-1 0,-1 0 0,1 1 0,-1-1 0,0 0 0,1 1 0,-1-1 0,0 0 0,0 1 0,0-1 0,1-1 0,1-30 0,-2 30 0,0-15 0,-1 7 0,1 0 0,0 0 0,1 1 0,0-1 0,4-13 0,-5 21 0,1-1 0,0 1 0,0 0 0,0 0 0,0 0 0,0 0 0,0 1 0,0-1 0,1 0 0,-1 0 0,1 1 0,-1-1 0,1 1 0,0-1 0,-1 1 0,1 0 0,0 0 0,0 0 0,0 0 0,0 0 0,0 0 0,0 0 0,0 1 0,0-1 0,1 1 0,-1-1 0,0 1 0,0 0 0,4 0 0,-4 0 0,0 0 0,0 0 0,0 1 0,0-1 0,0 1 0,0-1 0,0 1 0,0-1 0,-1 1 0,1 0 0,0 0 0,-1 0 0,1 0 0,0 0 0,-1 1 0,1-1 0,-1 0 0,0 1 0,1-1 0,-1 1 0,0-1 0,0 1 0,0 0 0,0-1 0,0 1 0,-1 0 0,1 0 0,0 0 0,-1 0 0,1-1 0,0 5 0,0 6 0,1-1 0,-1 1 0,-1 0 0,-1 12 0,1-13 0,-1 2 0,2 71 0,0-73 0,1 1 0,0-1 0,0 1 0,1-1 0,5 13 0,-3-15 0,-3-5 0,0 1 0,0-1 0,-1 1 0,1-1 0,-1 1 0,0 0 0,1 7 0,-2-12 0,0 1 0,0-1 0,-1 0 0,1 1 0,0-1 0,0 0 0,-1 1 0,1-1 0,0 0 0,0 0 0,-1 1 0,1-1 0,0 0 0,-1 0 0,1 0 0,0 1 0,-1-1 0,1 0 0,0 0 0,-1 0 0,1 0 0,-1 0 0,1 0 0,0 0 0,-1 0 0,1 1 0,-1-2 0,1 1 0,0 0 0,-1 0 0,1 0 0,0 0 0,-1 0 0,1 0 0,-1 0 0,1 0 0,0 0 0,-1-1 0,1 1 0,-1 0 0,-18-9 0,17 7 0,-68-37 0,-91-68 0,114 76-1365,34 24-5461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10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24575,'0'7'0,"1"0"0,-1 0 0,2 0 0,-1 0 0,1 0 0,0 0 0,4 7 0,25 45 0,-21-40 0,11 24 0,-17-35 0,-3-3 0,1-1 0,-1 0 0,1-1 0,0 1 0,5 7 0,-7-11 0,0 0 0,1 1 0,-1-1 0,0 0 0,0 0 0,0 0 0,0 0 0,0 1 0,1-1 0,-1 0 0,0 0 0,0 0 0,0 0 0,0 0 0,1 0 0,-1 0 0,0 1 0,0-1 0,0 0 0,1 0 0,-1 0 0,0 0 0,0 0 0,1 0 0,-1 0 0,0 0 0,0 0 0,0 0 0,1 0 0,-1 0 0,0 0 0,0 0 0,0 0 0,1-1 0,-1 1 0,0 0 0,0 0 0,0 0 0,1 0 0,-1 0 0,0 0 0,0 0 0,0-1 0,0 1 0,1 0 0,-1 0 0,0 0 0,0 0 0,0-1 0,0 1 0,0 0 0,0 0 0,1 0 0,-1-1 0,0 1 0,0 0 0,0 0 0,0-1 0,0 1 0,0 0 0,0 0 0,0 0 0,0-1 0,0 1 0,0 0 0,2-17 0,-2 16 0,-1-86 0,1-15 0,0 100 0,1 0 0,-1 1 0,0-1 0,0 0 0,1 0 0,-1 0 0,1 0 0,-1 0 0,1 1 0,0-1 0,0 0 0,0 1 0,0-1 0,0 0 0,0 1 0,0 0 0,1-1 0,-1 1 0,0 0 0,1-1 0,-1 1 0,1 0 0,0 0 0,-1 0 0,1 0 0,0 0 0,0 1 0,-1-1 0,1 1 0,0-1 0,0 1 0,0-1 0,0 1 0,2 0 0,2 0 0,0 0 0,-1 1 0,1-1 0,0 1 0,-1 1 0,1-1 0,0 1 0,-1 0 0,0 0 0,8 4 0,7 6 0,-1 1 0,34 29 0,30 37 0,-82-78-28,3 3-106,0 0 0,0 0 1,0 0-1,0 1 0,0 0 1,-1 0-1,0 0 0,0 0 1,2 7-1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10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0 24575,'-13'0'0,"-7"0"0,-3 3 0,1 0 0,3 3 0,3 0 0,1 2 0,1 2 0,2 2 0,2-2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10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24575,'7'16'0,"6"7"0,3 5 0,2 1 0,-1 0 0,0-2 0,0-3 0,0-3 0,-1-3 0,-1-1 0,0-2 0,-2 0 0,-1 0 0,-3 0 0,0-1 0,-2 1 0,1-3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18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7646 32 24575,'111'1'0,"118"-3"0,-194-3 0,62-19 0,-97 23 0,-16 6 0,0-1 0,0-1 0,-1-1 0,-16 1 0,-70-3 0,54-1 0,-113-7 0,7 0 0,79 7 0,-301 3 0,184 20 0,59-4 0,85-13 0,-186 11 0,-132-26 0,266 3 0,-157-13 0,64 8 0,53 5 0,23 2 0,-174 14 0,-155-2 0,278-8 0,-361 1 0,399 7 0,20 1 0,-17-1 0,-11 1 0,-52 0 0,-42 0 0,-1222-9 0,1227 17 0,8-1 0,46-7 0,-24-1 0,-59-16 0,-3-7 0,237 13-114,-35-2 357,53 5-409,0 0 0,0 1 0,0-1 0,0 1 0,0 0 0,0 0 0,1 0 0,-10 5 0,4 0-6660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18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858 279 24575,'0'1'0,"0"0"0,0-1 0,0 1 0,0-1 0,-1 1 0,1-1 0,0 1 0,-1-1 0,1 1 0,0-1 0,-1 0 0,1 1 0,-1-1 0,1 1 0,0-1 0,-1 0 0,1 1 0,-1-1 0,1 0 0,-1 0 0,1 1 0,-1-1 0,1 0 0,-1 0 0,0 0 0,1 0 0,-1 0 0,1 1 0,-1-1 0,1 0 0,-1 0 0,0-1 0,1 1 0,-1 0 0,0 0 0,-26-4 0,23 4 0,-71-18 0,-97-34 0,74 19 0,-51-16 0,-149-72 0,283 113 0,11 5 0,11 6 0,258 119 0,22 12 0,-247-115 0,56 30 0,-79-36 0,-17-12 0,0-1 0,1 0 0,-1 1 0,0-1 0,0 0 0,0 1 0,1-1 0,-1 1 0,0-1 0,0 0 0,0 1 0,0-1 0,0 1 0,0-1 0,0 0 0,0 1 0,0-1 0,0 1 0,0-1 0,0 1 0,0-1 0,0 0 0,0 1 0,-1-1 0,1 1 0,0-1 0,0 0 0,0 1 0,-1-1 0,1 0 0,0 1 0,0-1 0,-1 0 0,1 1 0,0-1 0,-1 0 0,1 1 0,0-1 0,-1 0 0,1 0 0,0 0 0,-1 1 0,1-1 0,-1 0 0,0 0 0,-9 4 0,0 0 0,0 0 0,-1-1 0,-16 2 0,-4 2 0,-215 53 0,223-54-455,0 2 0,-41 20 0,47-19-6371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19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24575,'-1'0'0,"1"0"0,0 0 0,0 0 0,0-1 0,0 1 0,0 0 0,0 0 0,0 0 0,0 0 0,0 0 0,0 0 0,0 0 0,0 0 0,1 0 0,-1 0 0,0 0 0,0 0 0,0 0 0,0 0 0,0-1 0,0 1 0,0 0 0,0 0 0,0 0 0,0 0 0,0 0 0,0 0 0,0 0 0,0 0 0,0 0 0,0 0 0,0 0 0,0 0 0,0 0 0,0 0 0,1 0 0,-1 0 0,0 0 0,0 0 0,0 0 0,0 0 0,0 0 0,0 0 0,0 0 0,0 0 0,0 0 0,0 0 0,0 0 0,0 0 0,0 0 0,1 0 0,-1 0 0,0 0 0,0 0 0,0 0 0,0 0 0,0 0 0,6 5 0,6 7 0,-12-11 0,49 60 0,15 19 0,-62-79 0,-1 1 0,1 0 0,0-1 0,0 1 0,0-1 0,-1 0 0,1 1 0,0-1 0,1 0 0,-1 0 0,0 0 0,0 0 0,0-1 0,0 1 0,5 0 0,-5-1 0,0 0 0,-1-1 0,1 1 0,-1-1 0,1 1 0,-1-1 0,1 1 0,-1-1 0,1 0 0,-1 0 0,0 0 0,1 0 0,-1 0 0,0 0 0,0 0 0,1 0 0,-1 0 0,0 0 0,0-1 0,0 1 0,-1-1 0,1 1 0,1-3 0,6-13 0,7-21 0,-13 29 0,2-1 0,-1 1 0,2-1 0,-1 1 0,1 1 0,0-1 0,1 1 0,12-15 0,-16 22 0,0-1 0,0 0 0,0 1 0,0-1 0,0 1 0,1 0 0,-1 0 0,0 0 0,1 0 0,-1 0 0,1 1 0,-1-1 0,1 1 0,4-1 0,-2 1 0,-1 0 0,1 1 0,-1 0 0,1-1 0,-1 1 0,0 1 0,9 2 0,0 3 0,1 1 0,-1 0 0,23 19 0,78 59 0,-111-84-55,6 5 101,0-1-1,0 1 1,11 12-1,-18-17-107,-1-1 0,1 1 0,-1 0-1,0 0 1,1 0 0,-1 0 0,0 0 0,0 0 0,0 0-1,-1 0 1,1 0 0,0 0 0,-1 0 0,1 0 0,-1 0-1,0 1 1,0-1 0,0 0 0,0 0 0,0 1-1,0-1 1,-1 0 0,0 4 0,-4 4-6764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21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215 139 24575,'-12'-20'0,"9"14"0,-1 0 0,1 0 0,-1 1 0,-7-8 0,11 13 0,-1-1 0,1 1 0,-1-1 0,0 1 0,1-1 0,-1 1 0,0 0 0,1-1 0,-1 1 0,0 0 0,1 0 0,-1-1 0,0 1 0,0 0 0,1 0 0,-1 0 0,0 0 0,1 0 0,-1 0 0,0 0 0,0 0 0,1 0 0,-1 0 0,0 1 0,-1-1 0,0 1 0,0 0 0,0 0 0,0 0 0,0 1 0,1-1 0,-1 1 0,0-1 0,-2 4 0,1-2 0,1-1 0,0 1 0,-1 0 0,1 1 0,1-1 0,-1 0 0,0 0 0,1 1 0,-1-1 0,0 7 0,2-9 0,0 0 0,0 1 0,1-1 0,-1 0 0,0 0 0,1 0 0,-1 0 0,1 0 0,-1 0 0,1 0 0,0 0 0,-1 0 0,1-1 0,0 1 0,-1 0 0,1 0 0,0-1 0,0 1 0,0 0 0,0-1 0,0 1 0,0-1 0,0 1 0,0-1 0,1 1 0,28 8 0,-26-8 0,0-1 0,1 1 0,-1-1 0,0 0 0,1 0 0,-1 0 0,0-1 0,0 0 0,0 0 0,0 0 0,1 0 0,-1 0 0,0-1 0,5-3 0,-7 4 0,-1 0 0,1 0 0,0 0 0,-1-1 0,0 1 0,1 0 0,-1-1 0,0 1 0,0-1 0,1 1 0,-1-1 0,-1 0 0,1 0 0,0 1 0,0-1 0,0 0 0,-1 0 0,1 0 0,-1 0 0,0 0 0,0 1 0,1-1 0,-1 0 0,0 0 0,0 0 0,-1 0 0,1 0 0,0 0 0,-1 0 0,1 0 0,-1 0 0,0 1 0,-1-4 0,-1 0 0,0 0 0,0-1 0,-1 1 0,1 1 0,-1-1 0,-1 0 0,1 1 0,0 0 0,-1 0 0,0 0 0,0 1 0,0 0 0,-1 0 0,-8-4 0,2 2 0,-1 0 0,1 1 0,-1 0 0,0 1 0,-23-2 0,31 4 0,0 1 0,0-1 0,1 1 0,-1 1 0,0-1 0,0 1 0,1 0 0,-1 0 0,-4 2 0,7-3 0,0 1 0,1 0 0,-1 0 0,1 1 0,-1-1 0,1 0 0,-1 0 0,1 1 0,-1-1 0,1 1 0,0-1 0,0 1 0,0 0 0,0-1 0,0 1 0,0 0 0,1 0 0,-1-1 0,0 1 0,1 0 0,-1 0 0,1 0 0,0 0 0,0 2 0,-1 0 0,1-1 0,0 0 0,1 1 0,-1-1 0,0 0 0,1 1 0,0-1 0,0 0 0,0 0 0,0 1 0,0-1 0,1 0 0,-1 0 0,4 4 0,-1-2 0,0-1 0,0 0 0,0 0 0,0 0 0,1 0 0,-1 0 0,11 5 0,-4-4 0,0 0 0,0 0 0,1-1 0,-1 0 0,1-1 0,0-1 0,19 2 0,-27-3 0,1-1 0,-1 0 0,0 0 0,1 0 0,-1-1 0,0 0 0,0 1 0,7-3 0,-10 2 0,0 0 0,0 1 0,0-1 0,0 0 0,0 1 0,0-1 0,0 0 0,0 0 0,0 0 0,0 0 0,-1 0 0,1 0 0,0 0 0,0 0 0,-1 0 0,1 0 0,-1 0 0,1-1 0,-1 1 0,0 0 0,1 0 0,-1-1 0,0 1 0,0 0 0,0 0 0,0-1 0,0 1 0,0 0 0,0 0 0,0-1 0,0 1 0,-1-2 0,0 0 0,0 1 0,1 0 0,-1-1 0,0 1 0,0 0 0,-1 0 0,1 0 0,0 0 0,-1 0 0,1 0 0,-1 0 0,1 0 0,-1 0 0,0 1 0,0-1 0,0 1 0,0-1 0,0 1 0,0 0 0,0 0 0,-1 0 0,1 0 0,0 0 0,0 0 0,-1 1 0,1-1 0,-1 1 0,1 0 0,-1-1 0,1 1 0,0 0 0,-1 1 0,1-1 0,-1 0 0,1 1 0,0-1 0,-1 1 0,1 0 0,0-1 0,-1 1 0,1 1 0,0-1 0,0 0 0,0 0 0,0 1 0,0-1 0,0 1 0,0 0 0,1-1 0,-3 4 0,1-2-227,0 1-1,1-1 1,0 1-1,0 0 1,-3 7-1,0 2-6598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40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72 24575,'46'-19'0,"1"3"0,80-17 0,-119 31 0,-1 2 0,1-1 0,-1 1 0,1 0 0,0 0 0,-1 1 0,1 0 0,-1 1 0,0 0 0,1 0 0,-1 0 0,0 1 0,0 0 0,0 0 0,-1 1 0,1 0 0,-1 0 0,0 0 0,0 1 0,0 0 0,-1 0 0,1 0 0,-1 1 0,-1 0 0,1 0 0,-1 0 0,0 1 0,0-1 0,-1 1 0,0 0 0,0 0 0,-1 0 0,1 1 0,1 12 0,-3-10 0,1 0 0,-2 0 0,0 0 0,0 0 0,0 0 0,-1 0 0,-1-1 0,0 1 0,0 0 0,-1-1 0,0 1 0,-1-1 0,0 0 0,0 0 0,-1 0 0,0-1 0,-1 0 0,-6 9 0,3-7 0,-1 0 0,0 0 0,-1-1 0,0 0 0,0-1 0,0 0 0,-1-1 0,-1 0 0,1-1 0,-1-1 0,0 0 0,-19 5 0,15-6 0,-1 0 0,0-2 0,0 0 0,0-1 0,0-1 0,0 0 0,0-2 0,-25-4 0,35 4 0,0 0 0,0-1 0,0 0 0,0 0 0,1-1 0,-1 0 0,1 0 0,-13-10 0,16 10 0,0 0 0,0 0 0,0-1 0,0 1 0,1-1 0,0 0 0,0 0 0,0 0 0,1 0 0,0 0 0,0-1 0,0 1 0,0-1 0,0-6 0,1 5 0,1 0 0,-1 0 0,2 0 0,-1 0 0,1 0 0,0 0 0,0 0 0,1 1 0,0-1 0,0 0 0,0 1 0,7-12 0,4-4 0,1 0 0,19-23 0,-8 11 0,0 4-1365,-15 20-5461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08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24575,'2'0'0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09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76 24575,'0'-15'0,"-1"9"0,1 0 0,0 1 0,0-1 0,1 0 0,-1 1 0,1-1 0,0 0 0,3-6 0,-4 12 0,0 0 0,0 0 0,0 0 0,0 0 0,0 0 0,0 0 0,0 0 0,0-1 0,0 1 0,0 0 0,0 0 0,0 0 0,0 0 0,0 0 0,0 0 0,0 0 0,0 0 0,1 0 0,-1 0 0,0-1 0,0 1 0,0 0 0,0 0 0,0 0 0,0 0 0,0 0 0,0 0 0,0 0 0,0 0 0,0 0 0,1 0 0,-1 0 0,0 0 0,0 0 0,0 0 0,0 0 0,0 0 0,0 0 0,0 0 0,0 0 0,1 0 0,-1 0 0,0 0 0,0 0 0,0 0 0,0 0 0,0 0 0,0 0 0,0 0 0,0 0 0,0 0 0,1 0 0,1 7 0,1 10 0,-3 26 0,0-25 0,1 21 0,0-34 0,0 0 0,0 0 0,0 0 0,0 0 0,1 0 0,0 0 0,0 0 0,4 7 0,-5-11 0,-1 0 0,1 0 0,-1 0 0,0-1 0,1 1 0,-1 0 0,1 0 0,0-1 0,-1 1 0,1 0 0,0-1 0,-1 1 0,1-1 0,0 1 0,0-1 0,-1 1 0,1-1 0,0 1 0,0-1 0,0 0 0,0 1 0,0-1 0,-1 0 0,1 0 0,0 0 0,0 0 0,0 0 0,0 0 0,0 0 0,0 0 0,0 0 0,0 0 0,0 0 0,-1-1 0,1 1 0,0 0 0,0 0 0,0-1 0,0 1 0,-1-1 0,1 1 0,0-1 0,0 1 0,-1-1 0,1 0 0,0 1 0,-1-1 0,1 0 0,0 0 0,2-2 0,-1 0 0,0-1 0,0 1 0,0 0 0,0-1 0,-1 0 0,1 1 0,-1-1 0,0 0 0,1-5 0,0-15 0,-3-33 0,1 51 0,0 28 0,0-4 0,1-1 0,0 0 0,6 25 0,-4-31 0,15 70 0,-11-57-1365,-4-14-5461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10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42 24575,'-3'0'0,"0"0"0,0 0 0,0 0 0,0 1 0,-1-1 0,1 1 0,0 0 0,0 0 0,0 0 0,0 0 0,0 0 0,0 1 0,1 0 0,-1-1 0,0 1 0,1 0 0,-1 0 0,1 0 0,-3 4 0,2-3 0,1 1 0,0 0 0,0 0 0,0 0 0,0 0 0,1 0 0,0 1 0,0-1 0,0 0 0,0 1 0,1-1 0,-1 0 0,1 7 0,1 0 0,0-1 0,0 0 0,1 0 0,0 1 0,1-1 0,7 18 0,-10-28 0,0 1 0,0-1 0,0 1 0,0-1 0,0 0 0,0 1 0,1-1 0,-1 0 0,0 0 0,0 1 0,0-1 0,1 0 0,-1 1 0,0-1 0,0 0 0,1 0 0,-1 1 0,0-1 0,1 0 0,-1 0 0,0 0 0,1 0 0,-1 1 0,0-1 0,1 0 0,0 0 0,3-7 0,-1-16 0,-1-77 0,-3 83 0,0 0 0,-1 1 0,-8-32 0,33 149 0,11 33 0,-34-134 0,0 0 0,0-1 0,0 1 0,0 0 0,0 0 0,0 0 0,0 0 0,0 0 0,0 0 0,0 0 0,0 0 0,0 0 0,0 0 0,0 0 0,0 0 0,0 0 0,0 0 0,1 0 0,-1 0 0,0 0 0,0 0 0,0 0 0,0 0 0,0 0 0,0 0 0,0 0 0,0 0 0,0 0 0,0 0 0,0 0 0,0 0 0,0 0 0,0 0 0,0 0 0,0 0 0,0 0 0,0 0 0,0 0 0,0 0 0,0 0 0,0 0 0,1 0 0,-1 0 0,0 0 0,0 0 0,0 0 0,0 0 0,0 0 0,0 0 0,0 0 0,0 0 0,0 0 0,0 0 0,0 0 0,0 0 0,0 0 0,0 0 0,0 0 0,0 0 0,0 0 0,0 0 0,0 0 0,0 0 0,0 0 0,0 1 0,3-8 0,2-8 0,-2-4 0,-2-1 0,0 1 0,-1 0 0,-1 0 0,-1-1 0,-5-19 0,3 11 0,29 87 0,36 141 0,-55-180-1365,-1-3-5461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39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24575,'0'-13'0,"1"1"0,0-1 0,1 1 0,0 0 0,1 0 0,1 0 0,4-13 0,-8 25 0,0-1 0,0 1 0,0 0 0,0 0 0,0 0 0,0-1 0,1 1 0,-1 0 0,0 0 0,0-1 0,0 1 0,0 0 0,0 0 0,0 0 0,0-1 0,0 1 0,1 0 0,-1 0 0,0 0 0,0 0 0,0-1 0,0 1 0,1 0 0,-1 0 0,0 0 0,0 0 0,0 0 0,1 0 0,-1-1 0,0 1 0,0 0 0,1 0 0,-1 0 0,0 0 0,0 0 0,0 0 0,1 0 0,-1 0 0,0 0 0,0 0 0,1 0 0,-1 0 0,0 0 0,1 1 0,5 10 0,0 19 0,-1 23 0,-2 56 0,0 18 0,16 59 0,44 189 0,-55-338 0,16 82 0,-24-117 0,0 0 0,1 0 0,-1 0 0,0 0 0,0 0 0,0 0 0,-1 0 0,1 0 0,0 0 0,-1 0 0,1-1 0,-2 4 0,2-5 0,-1 1 0,1-1 0,0 0 0,0 1 0,-1-1 0,1 0 0,0 1 0,-1-1 0,1 0 0,0 0 0,-1 1 0,1-1 0,0 0 0,-1 0 0,1 0 0,-1 0 0,1 1 0,0-1 0,-1 0 0,1 0 0,-1 0 0,1 0 0,-1 0 0,0 0 0,0-1 0,-1 1 0,1 0 0,0-1 0,0 1 0,0-1 0,0 1 0,0-1 0,-1 1 0,1-1 0,-1-1 0,-9-8-1365,1-2-5461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2:3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247 170 24575,'-24'-16'0,"-58"-36"0,71 46 0,1 1 0,-2 0 0,1 0 0,0 1 0,-20-4 0,30 8 0,-1 0 0,1 0 0,-1-1 0,0 1 0,1 0 0,-1 0 0,1 0 0,-1 1 0,1-1 0,-1 0 0,1 1 0,-1-1 0,1 0 0,-1 1 0,1 0 0,-1-1 0,1 1 0,0 0 0,-1 0 0,0 1 0,0 0 0,1-1 0,-1 1 0,1 0 0,0 0 0,0-1 0,0 1 0,0 0 0,1 0 0,-1 0 0,0 0 0,1 1 0,-1-1 0,1 2 0,-1 4 0,1 0 0,0 0 0,1 0 0,-1 0 0,2 0 0,3 14 0,-3-16 0,0 0 0,1 0 0,0 0 0,0-1 0,0 1 0,0-1 0,1 0 0,0 0 0,0 0 0,1 0 0,-1-1 0,1 0 0,8 6 0,-5-5 0,-1-1 0,1 1 0,0-2 0,1 1 0,-1-1 0,0 0 0,1-1 0,0 0 0,9 1 0,-14-2 0,-1-1 0,0 0 0,0 0 0,1 0 0,-1 0 0,0 0 0,1-1 0,-1 1 0,0-1 0,0 0 0,0 0 0,0 0 0,0-1 0,0 1 0,0-1 0,0 1 0,0-1 0,-1 0 0,1 0 0,0 0 0,-1-1 0,0 1 0,0 0 0,0-1 0,0 0 0,0 1 0,0-1 0,0 0 0,-1 0 0,0 0 0,1 0 0,0-4 0,0 1 0,-1-1 0,0 0 0,0 1 0,0-1 0,-1 0 0,0 1 0,0-1 0,0 0 0,-1 0 0,0 1 0,0-1 0,-1 1 0,0-1 0,-5-11 0,1 8 0,0 0 0,0 0 0,-1 1 0,0 0 0,0 1 0,-1-1 0,-14-10 0,17 14 0,0 1 0,-1 1 0,1-1 0,-1 1 0,0 0 0,0 0 0,0 0 0,0 1 0,-1 0 0,1 0 0,0 1 0,-1 0 0,0 0 0,-8 0 0,12 1 0,1 1 0,-1-1 0,0 0 0,1 1 0,-1 0 0,1 0 0,-1 0 0,1 0 0,-1 0 0,1 0 0,0 0 0,-1 1 0,1-1 0,0 1 0,-2 2 0,1 0 0,0-1 0,0 1 0,0 0 0,1 0 0,-1 0 0,1 0 0,0 0 0,-1 6 0,-1 0 0,2 0 0,0 1 0,0-1 0,1 1 0,0-1 0,1 1 0,0 11 0,1-17 0,0 0 0,0 1 0,0-1 0,1 0 0,-1 0 0,1 0 0,0 0 0,1-1 0,-1 1 0,1-1 0,0 1 0,0-1 0,7 7 0,-9-9 0,1-1 0,0 1 0,0-1 0,-1 1 0,1-1 0,0 0 0,0 0 0,1 0 0,-1 0 0,0 0 0,0-1 0,0 1 0,1-1 0,-1 1 0,0-1 0,0 0 0,1 0 0,-1 0 0,0 0 0,1 0 0,-1 0 0,0-1 0,0 1 0,1-1 0,-1 0 0,0 1 0,0-1 0,0 0 0,0 0 0,0-1 0,0 1 0,0 0 0,2-2 0,2-2 0,0-1 0,-1 1 0,1-1 0,-1 0 0,0 0 0,-1 0 0,0-1 0,5-8 0,-7 11 0,0 0 0,0 0 0,-1 0 0,1-1 0,-1 1 0,0 0 0,0-1 0,0 1 0,-1-1 0,1 1 0,-1-1 0,-1 0 0,1 1 0,0-1 0,-2-5 0,1 8-97,0-1-1,-1 1 1,1-1-1,0 1 1,-1-1-1,0 1 1,1 0-1,-1 0 1,0 0-1,0 0 1,0 0-1,-1 0 0,-3-2 1,-6-3-6729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26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24575,'7'-17'0,"-1"-1"0,-1 0 0,-1 0 0,0 0 0,-1-1 0,0-36 0,-1 89 0,11 62 0,16 40 0,6 27 0,-22-67 0,1 183 0,-13-240 0,0-21 0,-1-1 0,-1 1 0,0 0 0,-1 0 0,-6 22 0,7-39 0,1 0 0,0 0 0,0 0 0,-1 0 0,1 0 0,-1 0 0,1 0 0,-1 0 0,1 0 0,-1 0 0,1-1 0,-1 1 0,0 0 0,1 0 0,-1-1 0,0 1 0,0 0 0,0-1 0,-1 2 0,1-2 0,1 0 0,-1 0 0,0 0 0,1 0 0,-1 0 0,0 0 0,0 0 0,1 0 0,-1 0 0,0-1 0,0 1 0,1 0 0,-1 0 0,0-1 0,1 1 0,-1 0 0,0-1 0,1 1 0,-1-1 0,0 0 0,-3-2 0,1 0 0,0-1 0,-1 0 0,1 0 0,1 0 0,-4-6 0,-4-6-1365,2 3-5461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27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173 289 24575,'-4'-15'0,"-19"-57"0,21 66 0,-1-1 0,0 1 0,0 0 0,-1 0 0,0 0 0,0 1 0,0-1 0,-7-6 0,10 12 0,1-1 0,-1 1 0,1-1 0,-1 1 0,1-1 0,-1 1 0,1-1 0,-1 1 0,1 0 0,-1-1 0,0 1 0,1 0 0,-1-1 0,0 1 0,1 0 0,-1 0 0,0 0 0,1 0 0,-1 0 0,0 0 0,1 0 0,-1 0 0,0 0 0,1 0 0,-1 0 0,-1 0 0,2 1 0,-1 0 0,0-1 0,0 1 0,1 0 0,-1-1 0,1 1 0,-1 0 0,1 0 0,-1 0 0,1-1 0,-1 1 0,1 0 0,0 0 0,-1 0 0,1 0 0,0 1 0,-1 3 0,0-1 0,1 1 0,0-1 0,0 1 0,0-1 0,0 0 0,2 6 0,-1-7 0,0-1 0,0 1 0,0 0 0,0 0 0,1 0 0,-1-1 0,1 1 0,0-1 0,-1 1 0,1-1 0,1 0 0,-1 1 0,0-1 0,0 0 0,1-1 0,-1 1 0,1 0 0,0-1 0,-1 1 0,1-1 0,0 0 0,0 0 0,0 0 0,0 0 0,0-1 0,0 1 0,0-1 0,0 1 0,0-1 0,0 0 0,0 0 0,0-1 0,0 1 0,0-1 0,0 1 0,0-1 0,0 0 0,0 0 0,0 0 0,0-1 0,-1 1 0,1-1 0,0 1 0,-1-1 0,1 0 0,2-3 0,-1 1 0,-1 0 0,0 0 0,0 0 0,0 0 0,0-1 0,-1 1 0,1-1 0,-1 1 0,0-1 0,-1 0 0,2-6 0,-1 4 0,-1-1 0,0 1 0,-1 0 0,1-1 0,-1 1 0,-1-1 0,-2-12 0,2 14 0,0 1 0,-1-1 0,0 1 0,0-1 0,0 1 0,-1 0 0,0 0 0,0 0 0,0 0 0,-4-5 0,4 7 0,0 1 0,0-1 0,0 1 0,0-1 0,0 1 0,-1 0 0,1 0 0,0 0 0,-1 0 0,0 1 0,1 0 0,-1-1 0,0 1 0,0 0 0,-6 0 0,5 1 0,0 0 0,0 1 0,0-1 0,1 1 0,-1 0 0,0 0 0,0 1 0,1-1 0,-1 1 0,1 0 0,-1 0 0,1 1 0,0-1 0,0 1 0,0 0 0,0 0 0,1 0 0,-1 1 0,1-1 0,0 1 0,-4 5 0,2-2 0,-1 1 0,2 0 0,-1 0 0,1 1 0,0-1 0,1 1 0,0 0 0,0 0 0,1 0 0,-1 12 0,1-7 0,1 0 0,1 0 0,0-1 0,1 1 0,3 18 0,-3-28 0,0 1 0,1 0 0,0-1 0,0 1 0,0-1 0,0 0 0,0 1 0,1-1 0,0 0 0,0-1 0,0 1 0,0 0 0,1-1 0,-1 0 0,1 0 0,0 0 0,0 0 0,7 3 0,-5-3 0,0-1 0,1 1 0,-1-1 0,1-1 0,-1 1 0,1-1 0,0-1 0,0 1 0,-1-1 0,1 0 0,0 0 0,0-1 0,-1 0 0,1 0 0,0-1 0,-1 0 0,0 0 0,1-1 0,-1 1 0,0-1 0,0 0 0,0-1 0,0 0 0,-1 0 0,0 0 0,7-7 0,-11 10 0,0 1 0,0-1 0,0 0 0,0 0 0,-1 1 0,1-1 0,0 0 0,-1 0 0,1 0 0,-1 0 0,1 0 0,-1 0 0,1 0 0,-1 0 0,0 0 0,1 0 0,-1-1 0,0 1 0,0 0 0,0 0 0,0 0 0,0 0 0,0 0 0,0 0 0,0-1 0,0 1 0,-1-1 0,0 0 0,0 1 0,0 0 0,-1-1 0,1 1 0,0 0 0,-1-1 0,1 1 0,-1 0 0,1 0 0,-1 0 0,0 0 0,1 1 0,-1-1 0,0 0 0,1 1 0,-4-1 0,-40-8-1365,23 8-5461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28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59 24575,'-4'2'0,"1"0"0,-1 1 0,1-1 0,0 1 0,0 0 0,0 0 0,0 0 0,0 1 0,1-1 0,-1 1 0,1-1 0,0 1 0,0 0 0,1 0 0,-1 0 0,1 0 0,0 0 0,0 0 0,0 0 0,0 0 0,1 1 0,-1-1 0,2 7 0,-1-5 0,0 1 0,0-1 0,1 0 0,0 1 0,1-1 0,-1 0 0,1 0 0,1 0 0,-1 0 0,1-1 0,0 1 0,0-1 0,0 1 0,1-1 0,6 7 0,-9-11 0,-1 0 0,1 0 0,0-1 0,0 1 0,0 0 0,0 0 0,0-1 0,0 1 0,0 0 0,0-1 0,0 1 0,0-1 0,0 0 0,0 1 0,0-1 0,1 0 0,-1 0 0,0 1 0,0-1 0,0 0 0,0 0 0,2-1 0,-2 1 0,0-1 0,0 1 0,0-1 0,0 0 0,0 0 0,0 0 0,0 1 0,0-1 0,-1 0 0,1 0 0,0 0 0,-1 0 0,1 0 0,-1 0 0,1 0 0,-1 0 0,1-1 0,-1 1 0,0 0 0,0 0 0,1 0 0,-1-2 0,1-8 0,0 0 0,-1 0 0,-1 1 0,1-1 0,-2 0 0,1 0 0,-1 1 0,-8-21 0,-3-4 0,-21-39 0,34 74 0,-7-11 0,6 11 0,1 0 0,0 0 0,0 0 0,0 0 0,0 0 0,0 0 0,0 0 0,-1 0 0,1 0 0,0 0 0,0 0 0,0 0 0,0 0 0,0 0 0,-1 0 0,1 0 0,0 0 0,0 0 0,0 0 0,0 0 0,0 0 0,0 0 0,-1 0 0,1 1 0,0-1 0,0 0 0,0 0 0,0 0 0,0 0 0,0 0 0,0 0 0,0 0 0,-1 0 0,1 1 0,0-1 0,0 0 0,0 0 0,0 0 0,0 0 0,0 0 0,0 1 0,-1 1 0,1 0 0,0 0 0,-1 0 0,1 0 0,0 0 0,0 1 0,0-1 0,1 3 0,10 58 0,2-1 0,33 91 0,-39-133-114,1 2-511,10 43-1,-16-52-6200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3:2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45 209 24575,'1'-14'0,"3"26"0,1 8 0,0-5 0,-3-8 0,0 0 0,0 0 0,0 0 0,1-1 0,1 1 0,-1-1 0,1 0 0,0 0 0,7 9 0,-11-15 0,1 1 0,-1-1 0,1 1 0,-1-1 0,0 0 0,1 1 0,-1-1 0,1 0 0,-1 1 0,1-1 0,-1 0 0,1 0 0,-1 1 0,1-1 0,-1 0 0,1 0 0,-1 0 0,1 0 0,-1 0 0,1 0 0,0 0 0,-1 0 0,1 0 0,-1 0 0,1 0 0,-1 0 0,1 0 0,-1 0 0,1-1 0,0 0 0,0 1 0,0-1 0,-1 0 0,1 0 0,-1 0 0,1 1 0,-1-1 0,1 0 0,-1 0 0,0 0 0,1 0 0,-1 0 0,0 0 0,1-2 0,-1-2 0,1 0 0,-1 0 0,0-1 0,0 1 0,-1-6 0,-12-37 0,-2 1 0,-40-90 0,44 114 0,4 12 0,7 11 0,0-1 0,-1 1 0,1 0 0,0 0 0,0 0 0,0 0 0,-1 0 0,1 0 0,0 0 0,0 0 0,0-1 0,-1 1 0,1 0 0,0 0 0,0 0 0,0 0 0,-1 0 0,1 0 0,0 0 0,0 0 0,0 0 0,-1 0 0,1 1 0,0-1 0,0 0 0,0 0 0,-1 0 0,1 0 0,0 0 0,0 0 0,-1 2 0,0-1 0,0 0 0,0 1 0,0-1 0,0 0 0,1 1 0,-1-1 0,1 1 0,-1-1 0,1 1 0,-1-1 0,1 3 0,-2 8 0,1-1 0,0 1 0,1 0 0,1 0 0,0 0 0,0 0 0,1-1 0,0 1 0,1-1 0,7 18 0,1-3 0,1 0 0,1-2 0,22 33 0,-11-21-1365,-20-25-5461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07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15 106 24575,'-3'-5'0,"1"0"0,0-1 0,0 0 0,1 1 0,-1-1 0,1 0 0,1 0 0,-1 0 0,1 0 0,0 0 0,0 0 0,1 0 0,-1 1 0,1-1 0,1 0 0,1-6 0,-3 12 0,0 0 0,0 0 0,0 0 0,0 0 0,0 0 0,0 0 0,0 0 0,0 0 0,0 0 0,0 0 0,0 0 0,0-1 0,0 1 0,0 0 0,0 0 0,0 0 0,1 0 0,-1 0 0,0 0 0,0 0 0,0 0 0,0 0 0,0 0 0,0 0 0,0 0 0,0 0 0,0 0 0,0 0 0,0 0 0,0 0 0,0 0 0,0 0 0,0 0 0,0 0 0,0 0 0,0 0 0,1 0 0,-1 0 0,0 0 0,0 0 0,0 0 0,0 0 0,0 0 0,0 0 0,0 0 0,0 0 0,0 0 0,0 0 0,0 0 0,0 0 0,0 0 0,0 0 0,0 0 0,0 0 0,0 0 0,0 0 0,0 0 0,0 0 0,1 0 0,-1 0 0,0 0 0,0 1 0,0-1 0,0 0 0,0 0 0,0 0 0,0 0 0,0 0 0,0 0 0,2 7 0,0 9 0,-2 153 0,0 22 0,7-116 0,2 29 0,-10 140 0,0-222 0,-6 32 0,4-31 0,-2 30 0,6 220 0,-1-266 0,0 1 0,1 0 0,0-1 0,1 1 0,0-1 0,0 0 0,0 1 0,4 6 0,-1-9-1365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08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168 167 24575,'-11'-24'0,"-1"0"0,-2 1 0,-25-34 0,38 56 0,0-1 0,0 1 0,-1 0 0,1-1 0,0 1 0,0 0 0,-1 0 0,1 0 0,-1 0 0,1 0 0,-1 1 0,-2-2 0,4 2 0,-1 0 0,1 0 0,0 0 0,-1 0 0,1 0 0,0 0 0,-1 0 0,1 0 0,0 0 0,-1 0 0,1 0 0,0 0 0,0 0 0,-1 0 0,1 0 0,0 0 0,-1 1 0,1-1 0,0 0 0,0 0 0,-1 0 0,1 1 0,0-1 0,0 0 0,-1 1 0,1 0 0,-1 0 0,1 0 0,-1 0 0,1 0 0,0 0 0,-1 0 0,1 0 0,0 0 0,0 1 0,0-1 0,0 1 0,0 3 0,1-1 0,-1 0 0,1 0 0,0 0 0,1 0 0,-1 0 0,0 0 0,1 0 0,0 0 0,0 0 0,0-1 0,1 1 0,-1-1 0,1 0 0,0 1 0,0-1 0,0 0 0,5 3 0,-5-3 0,1-1 0,-1 1 0,1-1 0,-1 0 0,1 0 0,0-1 0,0 1 0,0-1 0,0 0 0,0 0 0,0 0 0,0 0 0,0-1 0,0 1 0,0-1 0,1 0 0,-1-1 0,0 1 0,4-2 0,-6 2 0,-1 0 0,1-1 0,0 0 0,-1 1 0,1-1 0,-1 0 0,1 0 0,-1 0 0,1 0 0,-1 0 0,0 0 0,1 0 0,-1 0 0,0 0 0,0-1 0,0 1 0,0 0 0,0-1 0,0 1 0,0-1 0,-1 1 0,1-1 0,0 0 0,-1 1 0,1-1 0,-1 0 0,0 1 0,0-1 0,1 0 0,-1 1 0,0-1 0,0 0 0,-1 0 0,1-1 0,-1-2 0,0 1 0,0 0 0,0 0 0,-1 0 0,1 0 0,-1 0 0,0 0 0,0 1 0,0-1 0,-1 0 0,1 1 0,-6-6 0,4 6 0,1 0 0,-1 0 0,1 0 0,-1 1 0,0-1 0,0 1 0,0 0 0,-1 0 0,1 0 0,0 0 0,-1 1 0,1 0 0,-1 0 0,1 0 0,-7 0 0,6 1 0,1 0 0,0 1 0,0 0 0,0 0 0,-1 0 0,1 0 0,0 0 0,0 1 0,1 0 0,-1 0 0,0 0 0,0 0 0,1 1 0,0-1 0,-1 1 0,-4 6 0,3-4 0,1 0 0,0 0 0,0 1 0,0-1 0,1 1 0,0 0 0,0 0 0,1 0 0,-1 1 0,1-1 0,1 1 0,-1-1 0,1 1 0,0-1 0,1 9 0,-1-12 0,1 1 0,1 0 0,-1-1 0,1 1 0,-1 0 0,1-1 0,0 1 0,0-1 0,1 1 0,-1-1 0,1 0 0,-1 1 0,1-1 0,0 0 0,0 0 0,1 0 0,-1-1 0,1 1 0,-1 0 0,1-1 0,0 1 0,0-1 0,0 0 0,0 0 0,0 0 0,0-1 0,1 1 0,4 1 0,-4-2 0,0 0 0,-1 0 0,1 0 0,0-1 0,0 1 0,-1-1 0,1 0 0,0 0 0,0 0 0,-1-1 0,1 1 0,0-1 0,0 0 0,-1 0 0,1 0 0,-1 0 0,1-1 0,-1 1 0,1-1 0,-1 0 0,0 0 0,5-5 0,-4 3 0,0 1 0,-1-1 0,0 0 0,0-1 0,0 1 0,0-1 0,-1 1 0,0-1 0,0 0 0,0 0 0,0 1 0,-1-1 0,0-1 0,0 1 0,0 0 0,0-6 0,-2-35 0,1 41 0,-1 1 0,0 0 0,0 0 0,0 0 0,0 0 0,0 0 0,-1 0 0,-3-6 0,5 9 0,0 1 0,-1-1 0,1 1 0,0 0 0,0-1 0,-1 1 0,1-1 0,0 1 0,-1 0 0,1-1 0,0 1 0,-1 0 0,1-1 0,-1 1 0,1 0 0,-1-1 0,1 1 0,0 0 0,-1 0 0,1 0 0,-1-1 0,1 1 0,-1 0 0,1 0 0,-1 0 0,1 0 0,-1 0 0,1 0 0,-1 0 0,0 0 0,0 1 0,0-1 0,0 1 0,1-1 0,-1 1 0,0 0 0,0-1 0,1 1 0,-1 0 0,1 0 0,-1-1 0,0 1 0,1 0 0,-1 0 0,1 1 0,-3 3 0,1 0 0,1 1 0,-1-1 0,-1 8 0,1 19-1365,2-17-5461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09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1 24575,'-1'1'0,"1"-1"0,0 1 0,-1 0 0,1-1 0,0 1 0,-1-1 0,1 1 0,-1 0 0,1-1 0,-1 1 0,1-1 0,-1 1 0,1-1 0,-1 0 0,0 1 0,1-1 0,-1 0 0,0 1 0,-1-1 0,-15 7 0,15-6 0,-16 4 0,-1-1 0,0-1 0,0-1 0,-22 1 0,-42 5 0,-42 22 0,98-27-1365,15-2-5461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09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24575,'-3'1'0,"0"0"0,0 0 0,-1 1 0,1-1 0,0 1 0,0 0 0,1 0 0,-1 0 0,0 0 0,1 0 0,-1 0 0,1 1 0,0-1 0,0 1 0,0 0 0,0-1 0,0 1 0,0 0 0,-2 7 0,3-6 0,0 1 0,0 0 0,1 0 0,-1 0 0,1-1 0,0 1 0,0 0 0,1 0 0,-1 0 0,1 0 0,0-1 0,1 1 0,2 6 0,-1-3 0,19 47 0,-19-49 0,0-1 0,0 1 0,0-1 0,1 0 0,0 0 0,0 0 0,7 5 0,-11-9 0,1-1 0,0 1 0,0 0 0,0-1 0,0 1 0,0-1 0,0 1 0,0-1 0,-1 1 0,1-1 0,0 0 0,1 1 0,-1-1 0,0 0 0,1 0 0,-1 0 0,0 0 0,-1 0 0,1 0 0,-1-1 0,1 1 0,0 0 0,-1 0 0,1-1 0,-1 1 0,1 0 0,-1-1 0,1 1 0,-1 0 0,0-1 0,1 1 0,-1-1 0,1 1 0,-1-1 0,0 1 0,1-1 0,0-2 0,0 1 0,0 0 0,0-1 0,-1 1 0,1 0 0,-1-1 0,1 1 0,-1-1 0,0 1 0,0-1 0,-1-3 0,-2-11 0,-1 0 0,-1 0 0,-1 0 0,0 1 0,-15-27 0,16 32 0,4 10 0,0-1 0,0 0 0,0 1 0,0-1 0,0 0 0,0 1 0,0-1 0,-1 1 0,1 0 0,-2-2 0,3 3 0,-1 0 0,1 0 0,0 0 0,0 0 0,0-1 0,-1 1 0,1 0 0,0 0 0,0 0 0,0 0 0,-1 0 0,1 0 0,0 0 0,0 0 0,0 0 0,-1 0 0,1 0 0,0 0 0,0 0 0,0 0 0,-1 1 0,1-1 0,0 0 0,0 0 0,0 0 0,-1 0 0,1 0 0,0 0 0,0 0 0,0 1 0,0-1 0,-1 0 0,-3 13 0,2 17 0,2-1 0,3 35 0,-2-51-273,1 1 0,1-1 0,0 0 0,9 23 0,-8-26-6553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10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78 24575,'-3'-1'0,"1"0"0,0 0 0,0 0 0,0-1 0,0 1 0,0-1 0,1 0 0,-1 1 0,0-1 0,1 0 0,-1 0 0,1 0 0,0 0 0,-1 0 0,1-1 0,0 1 0,0 0 0,1 0 0,-2-4 0,2 5 0,0 0 0,0-1 0,0 1 0,0 0 0,0-1 0,0 1 0,1 0 0,-1-1 0,0 1 0,1 0 0,-1-1 0,1 1 0,0 0 0,-1 0 0,1 0 0,0 0 0,0-1 0,-1 1 0,1 0 0,0 0 0,0 0 0,0 1 0,0-1 0,0 0 0,1 0 0,-1 0 0,0 1 0,0-1 0,0 1 0,1-1 0,-1 1 0,0-1 0,1 1 0,1 0 0,4-2 0,0 1 0,0 0 0,1 1 0,-1 0 0,0 0 0,0 0 0,0 1 0,0 0 0,0 1 0,0 0 0,13 4 0,-11-2 0,-1-1 0,1 2 0,-1-1 0,0 1 0,-1 0 0,1 1 0,-1 0 0,12 12 0,-17-15 0,1 1 0,0-1 0,-1 1 0,0 0 0,0 0 0,0 0 0,-1 0 0,1 0 0,-1 0 0,0 0 0,0 1 0,0-1 0,-1 0 0,1 1 0,-1-1 0,0 0 0,-1 5 0,0-3 0,0 0 0,0 0 0,-1 0 0,1 0 0,-1 0 0,-1-1 0,1 1 0,-1-1 0,0 1 0,0-1 0,-7 8 0,-3-1 0,-7 9 0,19-20 0,0 0 0,0 0 0,1 0 0,-1 0 0,0 1 0,1-1 0,-1 0 0,0 0 0,1 0 0,0 0 0,-1 1 0,1-1 0,0 0 0,0 1 0,-1-1 0,1 2 0,1-2 0,-1 0 0,1 0 0,-1 0 0,1 0 0,0 0 0,-1 0 0,1-1 0,0 1 0,0 0 0,0 0 0,0-1 0,-1 1 0,1 0 0,0-1 0,0 1 0,0-1 0,0 1 0,0-1 0,0 0 0,1 1 0,-1-1 0,0 0 0,0 0 0,0 0 0,0 0 0,2 0 0,30 1 0,-7-4 58,43-10 0,-44 7-798,48-4-1,-58 9-6085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22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33 116 24575,'6'-26'0,"-2"0"0,2-37 0,-7 62 0,0 3 0,-4 8 0,-3 15 0,-2 14 0,2 1 0,1 0 0,-1 53 0,8 125 0,2-102 0,-2 118 0,1-225 2,0 1 0,1-1 1,1 0-1,-1 1 0,1-1 0,8 14 0,-6-12 6,-1 0 0,0 0-1,-1 0 1,4 17 0,-7-25-76,0 0 1,0 0-1,0 0 1,0 0-1,0 0 1,0 0-1,-1 0 0,0 1 1,0-1-1,1 0 1,-2-1-1,1 1 1,0 0-1,-1 0 0,1 0 1,-1-1-1,0 1 1,1-1-1,-1 1 1,-5 3-1,-1 1-6758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23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264 132 24575,'-32'-20'0,"1"-1"0,-1 1 0,-1 2 0,-47-19 0,77 36 0,0-1 0,0 2 0,-1-1 0,1 0 0,0 1 0,-1-1 0,1 1 0,0 0 0,-4 0 0,6 1 0,0-1 0,0 0 0,0 0 0,0 1 0,0-1 0,0 1 0,0-1 0,0 0 0,1 1 0,-1 0 0,0-1 0,0 1 0,1 0 0,-1-1 0,0 1 0,1 0 0,-1 0 0,0-1 0,1 1 0,-1 0 0,1 0 0,0 0 0,-1 0 0,1 0 0,0 0 0,-1 0 0,1-1 0,0 1 0,0 0 0,0 0 0,0 0 0,0 0 0,0 0 0,0 1 0,0 2 0,1 0 0,0-1 0,0 1 0,0-1 0,0 0 0,0 1 0,1-1 0,0 0 0,-1 0 0,1 0 0,0 0 0,0 0 0,1 0 0,-1 0 0,1-1 0,-1 1 0,1-1 0,0 0 0,0 0 0,3 2 0,2 1 0,-1-1 0,1 0 0,0 0 0,0-1 0,0 0 0,0 0 0,12 1 0,-15-3 0,0-1 0,0 0 0,-1 0 0,1 0 0,0 0 0,0-1 0,0 0 0,0 0 0,0 0 0,0-1 0,-1 0 0,9-4 0,-11 5 0,0 0 0,0 0 0,0 0 0,0-1 0,-1 1 0,1-1 0,0 0 0,-1 1 0,1-1 0,-1 0 0,1 0 0,-1 0 0,0 0 0,0 0 0,0 0 0,0 0 0,0 0 0,-1 0 0,1-1 0,0 1 0,-1 0 0,0 0 0,0-1 0,1 1 0,-1 0 0,-1-1 0,1 1 0,0 0 0,-1-5 0,0 4 0,0 0 0,0 0 0,0 0 0,-1 1 0,1-1 0,0 0 0,-1 0 0,0 1 0,0-1 0,0 1 0,0-1 0,0 1 0,0 0 0,-1 0 0,1 0 0,-1 0 0,1 0 0,-1 1 0,0-1 0,-3-1 0,3 2 0,1 1 0,-1-1 0,1 0 0,-1 1 0,1 0 0,-1 0 0,1-1 0,-1 1 0,0 1 0,1-1 0,-1 0 0,1 1 0,-1-1 0,1 1 0,-1 0 0,1 0 0,-1 0 0,1 0 0,0 0 0,-1 0 0,1 1 0,0-1 0,0 1 0,-3 3 0,2-3 0,1 1 0,0-1 0,0 1 0,0 0 0,0 0 0,0-1 0,1 1 0,-1 0 0,1 0 0,0 1 0,-1 3 0,2-6 0,0 0 0,-1 0 0,1 0 0,0 0 0,0 0 0,0 0 0,1 0 0,-1 0 0,0 0 0,0 0 0,0 0 0,1 0 0,-1 0 0,1 0 0,-1 0 0,1 0 0,-1 0 0,1 0 0,-1 0 0,1 0 0,0-1 0,-1 1 0,1 0 0,0 0 0,0-1 0,0 1 0,0 0 0,-1-1 0,1 1 0,0-1 0,0 0 0,0 1 0,0-1 0,0 1 0,0-1 0,0 0 0,0 0 0,2 0 0,5 2 0,-1-2 0,1 1 0,0-1 0,-1 0 0,1-1 0,0 1 0,0-2 0,-1 1 0,1-1 0,-1 0 0,1-1 0,-1 1 0,12-8 0,-18 9-44,1 0 0,-1 0 0,1 0 0,-1 0 0,0 0 0,0 0 0,1-1 0,-1 1 0,0 0 0,0-1 0,0 1 0,-1-1 0,1 1 0,0-1 0,-1 1 0,1-1 0,0 0 0,-1 1-1,0-1 1,1 0 0,-1 0 0,0 1 0,0-1 0,0 0 0,0 0 0,0 1 0,-1-1 0,1 0 0,0 1 0,-2-4 0,-1-4-6782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23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1 168 24575,'0'-18'0,"2"-6"0,2-2 0,-4 2 0,0 2 0,-2 1 0,1 3 0,-1 7 0,2 7 0,-1 8 0,1 5 0,-1 3 0,1 4 0,0 0 0,0-2-8191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2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0 24575,'-4'0'0,"1"1"0,0 0 0,-1-1 0,1 1 0,-5 2 0,-11 3 0,-14-3 0,1-1 0,-39-3 0,21 0 0,42 1-273,-1-1 0,1-1 0,-1 1 0,-8-4 0,7 2-6553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25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43 24575,'-4'7'0,"2"0"0,-1 1 0,1-1 0,0 1 0,1-1 0,-2 15 0,3 49 0,1-40 0,-1-30 0,2 22 0,-2-22 0,0 0 0,0-1 0,1 1 0,-1 0 0,0 0 0,0-1 0,0 1 0,1 0 0,-1-1 0,0 1 0,1-1 0,-1 1 0,1 0 0,-1-1 0,0 1 0,1-1 0,-1 1 0,1-1 0,0 1 0,-1-1 0,1 0 0,-1 1 0,1-1 0,0 0 0,-1 1 0,1-1 0,0 0 0,1 1 0,-2-1 0,1-1 0,-1 1 0,1 0 0,0 0 0,-1-1 0,1 1 0,-1 0 0,1-1 0,-1 1 0,1 0 0,-1-1 0,1 1 0,-1-1 0,1 1 0,-1-1 0,1 1 0,-1-1 0,0 1 0,1-1 0,-1 1 0,0-1 0,1 0 0,-1 1 0,0-1 0,0 1 0,0-1 0,0 0 0,1 0 0,2-22 0,-3 21 0,0-9 0,0-1 0,-1 1 0,0-1 0,-1 1 0,0 0 0,-1 0 0,-4-13 0,-2 1 0,-1 0 0,-15-25 0,14 34 0,7 14 0,1 9 0,3 3 8,0 0-1,0 0 0,1-1 0,1 1 1,0 0-1,1 0 0,0-1 1,5 13-1,45 90-447,-32-74-551,-13-24-5835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0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80 24575,'-2'-1'0,"-125"-51"0,107 46 0,0 0 0,0 1 0,0 2 0,-33-3 0,47 6 0,-1 0 0,1 1 0,0 0 0,0 0 0,0 0 0,0 1 0,0 0 0,0 0 0,0 1 0,0 0 0,1 0 0,-1 0 0,1 0 0,0 1 0,0 0 0,0 0 0,1 0 0,-7 9 0,8-10 0,1 0 0,-1 0 0,1 0 0,0 1 0,0-1 0,0 1 0,1 0 0,0-1 0,-1 1 0,1 0 0,0 0 0,1 0 0,-1 0 0,1 0 0,-1 0 0,1 0 0,0 0 0,1 0 0,-1-1 0,1 1 0,0 0 0,0 0 0,0 0 0,0 0 0,1-1 0,-1 1 0,1 0 0,0-1 0,0 0 0,3 4 0,5 5 0,0 0 0,1-1 0,0 0 0,1-1 0,0 0 0,0-1 0,27 15 0,3-4 0,58 20 0,-4-1 0,-93-38 0,0 0 0,0 1 0,0-1 0,-1 1 0,1 0 0,0 0 0,-1 0 0,0 0 0,1 0 0,1 4 0,-3-5 0,0 0 0,-1 0 0,1 0 0,-1 0 0,0 0 0,1 0 0,-1 0 0,0 0 0,0 0 0,1 1 0,-1-1 0,0 0 0,0 0 0,0 0 0,-1 0 0,1 0 0,0 0 0,0 1 0,-1-1 0,1 0 0,0 0 0,-1 0 0,1 0 0,-1 0 0,1 0 0,-1 0 0,0 0 0,1 0 0,-1 0 0,0-1 0,-1 2 0,-2 2 0,0-1 0,0 1 0,0-1 0,-1 0 0,1 0 0,-1-1 0,0 1 0,1-1 0,-11 3 0,-4 0 0,-26 4 0,26-5 0,-37 3 0,-1-2 0,-92-3 0,146-2-106,2 0 17,0 0-1,0 0 0,0 0 0,0 0 0,0 0 0,0 0 0,0-1 0,0 1 0,0 0 0,1 0 0,-1-1 0,0 1 0,-1-1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0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24575,'10'10'0,"1"-1"0,0 0 0,1-1 0,0 0 0,1-1 0,-1 0 0,1-1 0,0 0 0,1-1 0,0-1 0,-1 0 0,1-1 0,1 0 0,-1-1 0,0-1 0,1 0 0,19-2 0,-31 1 0,0 0 0,0 0 0,0-1 0,0 0 0,0 1 0,0-1 0,-1 0 0,1 0 0,0-1 0,-1 1 0,1-1 0,-1 1 0,1-1 0,-1 0 0,0 0 0,1 0 0,-1 0 0,0 0 0,0 0 0,-1 0 0,1-1 0,0 1 0,1-4 0,-2 2 0,1-1 0,-1 1 0,0-1 0,0 0 0,0 1 0,-1-1 0,1 0 0,-1 0 0,0 1 0,-1-1 0,1 0 0,-1 1 0,-2-8 0,6 18 0,0 0 0,0-1 0,0 1 0,1-1 0,0 0 0,5 6 0,1 2 0,-4-6-195,0 0 0,1-1 0,-1 0 0,1 0 0,0 0 0,14 7 0,-11-7-6631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134 156 24575,'-5'42'0,"2"49"0,4-73 0,0 0 0,1 0 0,1-1 0,1 1 0,9 24 0,5 7 0,27 48 0,-43-95 0,-1 0 0,0 0 0,1 0 0,-1 0 0,1 0 0,0 0 0,-1 0 0,3 1 0,-3-3 0,-1 0 0,0 0 0,0 1 0,0-1 0,0 0 0,0 0 0,0 0 0,1 0 0,-1 0 0,0 0 0,0 0 0,0 0 0,0 0 0,0 0 0,1 0 0,-1 0 0,0 0 0,0 0 0,0 0 0,0 0 0,1 0 0,-1 0 0,0 0 0,0 0 0,0 0 0,0 0 0,0 0 0,1 0 0,-1 0 0,0 0 0,0 0 0,0 0 0,0 0 0,0 0 0,1 0 0,-1-1 0,0 1 0,0 0 0,0 0 0,0 0 0,0-15 0,-3 5 0,-1 0 0,0 0 0,0 0 0,-9-16 0,-29-38 0,13 21 0,5 6 0,2-1 0,2 0 0,1-2 0,-25-77 0,43 110 0,-1 1 0,1-1 0,0 0 0,0 0 0,1 0 0,-1 0 0,2 0 0,-1 0 0,3-9 0,-3 14 0,1-1 0,0 1 0,0-1 0,0 1 0,0-1 0,0 1 0,1 0 0,-1 0 0,1 0 0,-1 0 0,1 0 0,0 0 0,0 0 0,0 0 0,0 1 0,0-1 0,0 1 0,0-1 0,1 1 0,-1 0 0,1 0 0,-1 0 0,0 0 0,1 0 0,0 1 0,-1-1 0,4 0 0,6 0 0,0 1 0,0-1 0,-1 2 0,1 0 0,0 0 0,0 1 0,11 3 0,-15-3 0,-1 0 0,0 1 0,0 0 0,0 0 0,0 1 0,0 0 0,-1 0 0,0 0 0,0 1 0,0 0 0,10 11 0,-14-15 0,-1 1 0,1 0 0,-1 0 0,1 0 0,-1 0 0,0 1 0,0-1 0,0 0 0,0 0 0,0 1 0,-1-1 0,1 1 0,-1-1 0,1 0 0,-1 1 0,0-1 0,0 1 0,-1 4 0,1-4 0,-1 0 0,0-1 0,-1 1 0,1 0 0,0-1 0,-1 1 0,1-1 0,-1 1 0,0-1 0,0 0 0,0 1 0,0-1 0,-4 2 0,-3 3 0,-1-1 0,0 0 0,-1 0 0,1-1 0,-1-1 0,-19 6 0,19-7-455,0-1 0,-17 2 0,14-3-6371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1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93 293 24575,'12'74'0,"17"87"0,-27-150 0,-4-16 0,-6-17 0,-27-78 0,-19-56 0,44 118 0,1 0 0,-5-46 0,13 79 0,0-4 0,0 1 0,1 0 0,0-1 0,1-11 0,-1 19 0,1-1 0,-1 0 0,0 1 0,1-1 0,-1 1 0,1-1 0,0 0 0,-1 1 0,1-1 0,0 1 0,0 0 0,0-1 0,0 1 0,0 0 0,0-1 0,0 1 0,1 0 0,-1 0 0,0 0 0,1 0 0,-1 0 0,1 0 0,-1 1 0,1-1 0,-1 0 0,1 1 0,-1-1 0,3 1 0,5-1 0,1 0 0,-1 1 0,0 0 0,1 1 0,-1 0 0,0 0 0,1 1 0,-1 1 0,0-1 0,0 1 0,-1 1 0,1 0 0,-1 0 0,1 0 0,-1 1 0,13 11 0,-13-10 0,-1 1 0,0 0 0,0 0 0,0 0 0,-1 1 0,0 0 0,5 10 0,-8-12 0,0 0 0,0 0 0,0 0 0,-1 1 0,0 0 0,-1-1 0,1 1 0,-1 0 0,-1-1 0,1 13 0,-1-17 0,-1 1 0,1-1 0,0 0 0,-1 1 0,0-1 0,0 0 0,1 1 0,-1-1 0,0 0 0,-1 0 0,1 0 0,0 0 0,-1 0 0,1 0 0,-4 3 0,1-2 0,1 0 0,-1 0 0,0 0 0,0-1 0,0 1 0,-1-1 0,-7 2 0,-2 0 0,0 0 0,0-1 0,-1-1 0,-19 1 0,-31-3-1365,49 0-5461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73 24575,'1'-1'0,"1"0"0,-1 0 0,1 0 0,-1 0 0,1 0 0,-1 0 0,1 1 0,-1-1 0,1 1 0,0-1 0,-1 1 0,1 0 0,0-1 0,-1 1 0,1 0 0,0 0 0,-1 0 0,1 0 0,0 1 0,-1-1 0,1 0 0,0 1 0,-1-1 0,1 1 0,-1-1 0,1 1 0,-1 0 0,1 0 0,-1 0 0,1 0 0,-1 0 0,0 0 0,1 0 0,-1 0 0,0 0 0,0 1 0,0-1 0,0 0 0,0 1 0,0-1 0,0 1 0,0 1 0,2 3 0,-1-1 0,1 1 0,-1 0 0,-1 0 0,1 1 0,-1-1 0,0 0 0,0 0 0,-1 1 0,0 7 0,0-11 0,0 0 0,-1 0 0,1 0 0,-1-1 0,0 1 0,0 0 0,0-1 0,0 1 0,0-1 0,0 1 0,-1-1 0,1 1 0,-1-1 0,0 0 0,0 0 0,0 0 0,-2 3 0,1-3 0,-1 0 0,1 0 0,-1 0 0,1-1 0,-1 1 0,0-1 0,1 1 0,-1-1 0,0-1 0,0 1 0,-4 0 0,-3-1 0,1 0 0,-1 0 0,1-1 0,0 0 0,-1-1 0,1 0 0,0-1 0,-15-6 0,16 5 0,-1-1 0,1 0 0,0-1 0,1 0 0,-1 0 0,1-1 0,-14-15 0,18 17 0,-1 0 0,1 0 0,0-1 0,1 1 0,-1-1 0,1 0 0,0 0 0,1-1 0,-1 1 0,1-1 0,1 1 0,-1-1 0,0-8 0,2 13 0,-1 0 0,1 0 0,0 0 0,1-1 0,-1 1 0,0 0 0,1 0 0,-1 0 0,1 0 0,-1 0 0,1 0 0,0 0 0,0 0 0,0 0 0,0 0 0,0 0 0,1 0 0,-1 1 0,0-1 0,1 1 0,0-1 0,-1 1 0,1-1 0,0 1 0,-1 0 0,1 0 0,0 0 0,0 0 0,0 0 0,0 0 0,0 0 0,0 1 0,0-1 0,1 1 0,-1-1 0,4 1 0,1-1 0,0 1 0,0 0 0,0 1 0,0 0 0,0 0 0,0 0 0,0 1 0,-1-1 0,1 2 0,8 3 0,2 3-1365,-3-2-5461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15 247 24575,'16'26'0,"-9"-15"0,0 0 0,10 12 0,-17-23 0,0 0 0,0 0 0,0 0 0,0 1 0,0-1 0,0 0 0,0 0 0,0 0 0,0 0 0,0 0 0,1 0 0,-1 1 0,0-1 0,0 0 0,0 0 0,0 0 0,0 0 0,0 0 0,0 0 0,1 0 0,-1 0 0,0 0 0,0 1 0,0-1 0,0 0 0,0 0 0,0 0 0,1 0 0,-1 0 0,0 0 0,0 0 0,0 0 0,0 0 0,0 0 0,1 0 0,-1 0 0,0 0 0,0 0 0,0 0 0,0 0 0,1 0 0,-1-1 0,-1-6 0,-5-14 0,6 21 0,-4-12 0,-12-34 0,2-1 0,-10-55 0,23 97 0,1 0 0,-1 0 0,1 0 0,0 1 0,0-1 0,1 0 0,0 0 0,-1 0 0,3-5 0,-2 9 0,-1-1 0,1 0 0,0 0 0,0 1 0,0-1 0,0 0 0,1 1 0,-1-1 0,0 1 0,1 0 0,-1-1 0,0 1 0,1 0 0,0 0 0,-1 0 0,1 0 0,0 0 0,-1 0 0,1 0 0,0 1 0,0-1 0,0 0 0,0 1 0,0 0 0,2-1 0,5 1 0,1 0 0,-1 0 0,1 1 0,-1 0 0,1 1 0,-1 0 0,0 0 0,0 1 0,16 7 0,-5-1 0,0 2 0,-1 0 0,20 15 0,-26-16-341,0 0 0,-1 1-1,14 16 1,-14-12-6485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3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6 24575,'-1'-1'0,"1"1"0,-1-1 0,1 1 0,-1-1 0,0 1 0,1 0 0,-1-1 0,1 1 0,-1 0 0,0 0 0,1-1 0,-1 1 0,0 0 0,1 0 0,-1 0 0,0 0 0,1 0 0,-1 0 0,0 0 0,0 0 0,1 0 0,-1 0 0,0 0 0,1 1 0,-1-1 0,-1 1 0,1-1 0,1 1 0,-1 0 0,0 0 0,1 0 0,-1 0 0,1 0 0,-1 0 0,1 0 0,-1 0 0,1 0 0,0 0 0,-1 0 0,1 0 0,0 0 0,0 1 0,-1 6 0,1 1 0,0-1 0,2 12 0,38 262 0,-39-277 0,55 346 0,-55-349 0,3 16 0,2 1 0,9 23 0,-13-38 0,-1-1 0,1 1 0,0-1 0,0 1 0,0-1 0,0 0 0,1 0 0,-1 0 0,1 0 0,0 0 0,0-1 0,0 1 0,0-1 0,0 0 0,1 1 0,-1-2 0,0 1 0,6 2 0,-7-4-114,0 0 1,0 1-1,0-1 0,0 0 0,0 0 1,0-1-1,1 1 0,-1 0 0,0-1 1,0 1-1,3-2 0,8-4-6712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3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8 24575,'-31'-3'0,"-13"0"0,-4 2 0,4 4 0,6 5 0,7 0 0,7 2 0,7-2-8191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4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24575,'-2'2'0,"1"4"0,1 4 0,1 4 0,0 1-8191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4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8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2486 0 24575,'104'1'0,"-375"14"0,-228-1 0,-7 15-474,101-6 135,-283 2 475,630-26 545,-71 2-685,105 5-1361,15-3-5461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49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115 276 24575,'-24'-14'0,"-38"-28"0,61 41 0,0 0 0,0 1 0,1-1 0,-1 0 0,0 0 0,0 0 0,0 0 0,0 1 0,1-1 0,-1 0 0,0 0 0,1-1 0,-1 1 0,1 0 0,-1 0 0,1 0 0,0 0 0,-1 0 0,1-2 0,0 3 0,0-1 0,1 0 0,-1 1 0,0-1 0,0 0 0,1 0 0,-1 1 0,1-1 0,-1 1 0,0-1 0,1 0 0,-1 1 0,1-1 0,0 1 0,-1-1 0,1 1 0,-1-1 0,1 1 0,0 0 0,-1-1 0,2 0 0,6-1 0,-1-1 0,1 1 0,-1 0 0,12-1 0,-12 2 0,79-14 0,128-40 0,-145 29 0,-61 22 0,0 0 0,0 0 0,-1-1 0,1 0 0,-1 0 0,8-8 0,-14 12 0,-1 1 0,1-1 0,0 0 0,0 1 0,-1-1 0,1 0 0,-1 0 0,1 0 0,0 1 0,-1-1 0,0 0 0,1 0 0,-1 0 0,1 0 0,-1 0 0,0 0 0,0 0 0,0 0 0,0 0 0,1 0 0,-2-1 0,1 1 0,0 0 0,-1 0 0,1 1 0,-1-1 0,1 0 0,-1 1 0,1-1 0,-1 0 0,1 1 0,-1-1 0,0 1 0,1-1 0,-1 1 0,0-1 0,0 1 0,1 0 0,-1-1 0,0 1 0,-1 0 0,-5-2 0,0 0 0,0 1 0,-1 1 0,-10-1 0,2 2 0,0 0 0,0 2 0,0-1 0,0 2 0,0 0 0,1 1 0,-1 1 0,1 0 0,0 1 0,-14 9 0,-18 14 0,-68 57 0,74-55 0,31-25 0,0 2 0,0-1 0,0 1 0,1 1 0,-12 17 0,21-27 0,-1 0 0,1 1 0,0-1 0,0 1 0,0-1 0,-1 0 0,1 1 0,0-1 0,0 1 0,0-1 0,0 1 0,0-1 0,0 0 0,0 1 0,0-1 0,0 1 0,0-1 0,0 1 0,0-1 0,0 1 0,0-1 0,0 0 0,0 1 0,1-1 0,-1 1 0,0-1 0,0 0 0,1 1 0,-1-1 0,0 0 0,0 1 0,1-1 0,-1 0 0,0 1 0,1-1 0,-1 0 0,0 1 0,1-1 0,-1 0 0,0 0 0,1 0 0,-1 1 0,1-1 0,-1 0 0,1 0 0,-1 0 0,0 0 0,1 0 0,-1 0 0,1 0 0,27 3 0,-25-3 0,185 8 0,-91-2 0,143 15 0,-233-20-341,0 1 0,0-1-1,7 4 1,-3 0-6485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0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547 252 24575,'-2'-4'0,"1"-1"0,-1 0 0,-1 1 0,1-1 0,0 1 0,-1 0 0,0 0 0,0 0 0,0 0 0,-1 0 0,0 1 0,1 0 0,-1-1 0,0 1 0,0 1 0,-8-5 0,-7-2 0,0 0 0,-34-10 0,34 12 0,-158-61 0,68 26 0,97 36 0,0 1 0,0 1 0,0 0 0,-1 1 0,-15-3 0,26 7 0,6 3 0,6 4 0,50 29 0,2-3 0,99 41 0,-138-67 0,0 0 0,0 1 0,30 17 0,-51-25 0,-1 0 0,0 0 0,1 0 0,-1 0 0,0 0 0,0 0 0,0 0 0,1 1 0,0 1 0,-2-3 0,0 0 0,0 1 0,0-1 0,0 1 0,0-1 0,0 0 0,1 1 0,-1-1 0,0 1 0,-1-1 0,1 0 0,0 1 0,0-1 0,0 0 0,0 1 0,0-1 0,0 1 0,0-1 0,-1 0 0,1 1 0,0-1 0,0 0 0,0 1 0,-1-1 0,1 0 0,0 0 0,0 1 0,-1-1 0,1 0 0,0 0 0,-1 1 0,1-1 0,0 0 0,-1 0 0,1 0 0,0 0 0,-1 1 0,1-1 0,-1 0 0,1 0 0,0 0 0,-1 0 0,0 0 0,-19 5 0,-1 0 0,0-1 0,0-1 0,0-1 0,-28-2 0,-26 4 0,-20 9-1365,69-8-5461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1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24575,'0'-1'0,"1"0"0,-1 0 0,1 0 0,-1 0 0,0 1 0,1-1 0,0 0 0,-1 0 0,1 1 0,-1-1 0,1 1 0,0-1 0,-1 0 0,1 1 0,0-1 0,0 1 0,0-1 0,-1 1 0,1 0 0,0-1 0,0 1 0,0 0 0,0 0 0,0-1 0,-1 1 0,1 0 0,1 0 0,0 0 0,0 1 0,0-1 0,0 1 0,0 0 0,-1 0 0,1-1 0,0 1 0,-1 0 0,1 0 0,-1 1 0,1-1 0,1 2 0,4 4 0,-1 0 0,-1 0 0,1 0 0,6 14 0,-5-7 0,-1 1 0,0 0 0,-1 1 0,-1-1 0,-1 1 0,3 24 0,0 100 0,-6-124 0,0 16 0,-2 128 0,-1-120 0,-14 77 0,14-107 0,2-4 0,-1-1 0,1 0 0,0 0 0,0 1 0,1-1 0,-1 1 0,1-1 0,1 0 0,-1 1 0,2 6 0,-2-11 0,1 0 0,-1 0 0,1 0 0,-1-1 0,1 1 0,-1 0 0,1-1 0,0 1 0,-1 0 0,1-1 0,0 1 0,-1-1 0,1 1 0,0-1 0,0 1 0,0-1 0,-1 0 0,1 1 0,0-1 0,0 0 0,0 1 0,0-1 0,0 0 0,0 0 0,0 0 0,0 0 0,-1 0 0,1 0 0,0 0 0,1-1 0,4 0 0,0 0 0,0-1 0,9-3 0,-10 3 0,67-22 0,117-24 0,-77 29 0,-97 15 0,6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1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24575,'6'3'0,"1"0"0,-1 1 0,0-1 0,0 1 0,6 5 0,8 5 0,30 18 0,51 43 0,-9-7 0,-35-28 0,-55-39 11,-1 0 0,1 0 0,-1 0 0,1-1 0,-1 1 0,1 0-1,0 0 1,-1-1 0,1 1 0,3 0 0,-5-1-16,0 0 0,0 0 0,1 0-1,-1 0 1,0 0 0,0 0 0,0 0 0,0-1 0,0 1-1,1 0 1,-1 0 0,0 0 0,0 0 0,0 0 0,0 0 0,0 0-1,1 0 1,-1 0 0,0 0 0,0-1 0,0 1 0,0 0-1,0 0 1,0 0 0,0 0 0,0 0 0,1 0 0,-1-1 0,0 1-1,0 0 1,0 0 0,0 0 0,0 0 0,0-1 0,0 1-1,0 0 1,0 0 0,0 0 0,-5-13-1279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0 24575,'-6'10'0,"0"7"0,-1 2 0,-1 1 0,1-1 0,-1 0 0,0-2 0,0 0 0,-2-1 0,1-1 0,0 0 0,-2 0 0,-1 0 0,-2-2 0,0-2 0,-1-1 0,2-4-8191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48 24575,'-28'-5'0,"-13"-2"0,-1 0 0,6 0 0,7-1 0,6 3 0,3 1 0,4 1 0,1 2 0,1 1 0,3 0-8191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2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58 24575,'-28'-10'0,"-13"-4"0,-4 1 0,4 2 0,5 4 0,4 5 0,5 3 0,4 4 0,4 1 0,4-1-8191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3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24575,'6'-7'0,"1"1"0,-1 1 0,1-1 0,0 1 0,1 1 0,-1-1 0,1 1 0,0 0 0,0 1 0,0 0 0,0 0 0,1 1 0,-1 0 0,1 1 0,0-1 0,-1 1 0,1 1 0,0 0 0,-1 0 0,1 1 0,17 3 0,-7 1 0,0 1 0,0 0 0,0 1 0,-1 1 0,0 1 0,0 0 0,25 19 0,-41-26 0,0-1 0,0 1 0,0 0 0,0-1 0,0 1 0,-1 0 0,1 1 0,0-1 0,-1 0 0,0 0 0,1 0 0,-1 1 0,0-1 0,0 1 0,-1-1 0,2 5 0,-2-5 0,0-1 0,0 1 0,0-1 0,-1 1 0,1-1 0,0 1 0,-1-1 0,1 1 0,-1-1 0,0 1 0,1-1 0,-1 0 0,0 1 0,0-1 0,0 0 0,0 0 0,0 1 0,0-1 0,0 0 0,0 0 0,-1 0 0,1 0 0,0-1 0,-1 1 0,1 0 0,0 0 0,-1-1 0,-2 2 0,-8 2 0,0-1 0,0 0 0,-17 2 0,19-4 0,1 0 0,0 1 0,-1 0 0,1 0 0,0 1 0,0 1 0,-9 4 0,17-7 0,0-1 0,0 1 0,0-1 0,1 1 0,-1 0 0,0-1 0,0 1 0,0 0 0,1 0 0,-1-1 0,0 1 0,1 0 0,-1 0 0,1 0 0,-1 0 0,1 0 0,-1 0 0,1 0 0,0 0 0,-1 0 0,1 0 0,0 0 0,0 0 0,0 0 0,0 1 0,0-1 0,0 0 0,0 0 0,0 0 0,0 0 0,0 0 0,1 0 0,-1 0 0,0 0 0,1 0 0,-1 0 0,1 0 0,-1 0 0,1 0 0,0 0 0,-1 0 0,1-1 0,1 2 0,3 4 0,1 0 0,0 0 0,0-1 0,11 7 0,-14-10 0,54 36 0,-31-22 0,35 28 0,-59-42 0,0 0 0,0 0 0,0 0 0,0 0 0,0 0 0,-1 0 0,1 0 0,-1 1 0,0-1 0,1 1 0,-1-1 0,0 1 0,0 2 0,0-4 0,-1 0 0,0 1 0,0-1 0,0 0 0,-1 0 0,1 0 0,0 0 0,0 1 0,0-1 0,-1 0 0,1 0 0,-1 0 0,1 0 0,-1 0 0,1 0 0,-1 0 0,0 0 0,1 0 0,-1 0 0,0 0 0,0 0 0,0-1 0,0 1 0,0 0 0,0 0 0,0-1 0,0 1 0,0-1 0,0 1 0,0-1 0,-2 1 0,-9 4 0,-1-1 0,1-1 0,-1 0 0,-19 2 0,-55-1 0,9 0 0,-17 6-1365,69-6-5461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5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1518 0 24575,'58'4'0,"-25"-2"0,39 6 0,-64-4 0,-11 0 0,-16 4 0,17-8 0,-28 9 0,-1-2 0,0-2 0,0 0 0,-48-1 0,-47 1 0,-340 7 0,-104-13 0,549 0 0,-31-5 0,-11-2 0,-84 8-1365,129 0-5461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6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40 126 24575,'-15'-7'0,"12"3"0,10 1 0,75-5 0,-32 2 0,45-8 0,-82 11 0,1-1 0,0 0 0,-1-1 0,20-9 0,-30 12 0,0 0 0,0 0 0,0 0 0,0 0 0,-1 0 0,1-1 0,3-4 0,-6 6 0,1 1 0,-1-1 0,1 1 0,-1-1 0,0 1 0,0-1 0,1 0 0,-1 1 0,0-1 0,0 1 0,0-1 0,1 0 0,-1 1 0,0-1 0,0 0 0,0 1 0,0-1 0,0 1 0,0-1 0,0 0 0,-1 1 0,1-1 0,0 0 0,0 1 0,0-1 0,-1 1 0,1-1 0,0 1 0,-1-1 0,1 1 0,0-1 0,-1 1 0,1-1 0,-1 1 0,1-1 0,-1 1 0,1-1 0,-1 1 0,1 0 0,-1-1 0,1 1 0,-1 0 0,1-1 0,-1 1 0,0 0 0,1 0 0,-1 0 0,1 0 0,-2-1 0,-6-1 0,-1 0 0,0 1 0,0 0 0,0 0 0,0 1 0,0 0 0,-9 2 0,-7-1 0,15-1 0,-1 1 0,1 1 0,-1 0 0,1 0 0,-1 1 0,1 0 0,0 1 0,-16 8 0,-1 4 0,-42 32 0,65-45 0,-7 4 0,-11 9 0,21-16 0,0 1 0,0 0 0,0 0 0,0 0 0,0 0 0,1-1 0,-1 1 0,0 0 0,1 0 0,-1 1 0,1-1 0,-1 0 0,1 0 0,-1 0 0,1 0 0,0 0 0,-1 2 0,2-2 0,-1 0 0,0 0 0,0-1 0,1 1 0,-1 0 0,0-1 0,1 1 0,-1 0 0,0-1 0,1 1 0,-1 0 0,1-1 0,-1 1 0,1-1 0,0 1 0,-1-1 0,1 1 0,-1-1 0,1 0 0,0 1 0,0-1 0,-1 0 0,2 1 0,21 6 0,-16-5 0,170 42 0,-85-22 0,-71-17-120,-4-2-87,0 2-1,1 0 1,-2 0-1,1 2 0,16 8 1,-24-8-6619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6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372 167 24575,'4'-4'0,"1"-1"0,-1 0 0,0 0 0,0 0 0,6-11 0,-10 15 0,1-1 0,-1 1 0,1 0 0,-1 0 0,1 0 0,-1 0 0,0-1 0,0 1 0,1 0 0,-1 0 0,0 0 0,0-1 0,0 1 0,0 0 0,0 0 0,-1-1 0,1 1 0,0 0 0,-1 0 0,1 0 0,0 0 0,-1-1 0,0 1 0,1 0 0,-1 0 0,1 0 0,-1 0 0,0 0 0,0 0 0,0 1 0,0-1 0,0 0 0,0 0 0,0 0 0,0 1 0,0-1 0,0 1 0,-1-2 0,-14-4 0,0 1 0,1 0 0,-1 1 0,-28-3 0,-8-3 0,-7-5 0,11 3 0,-70-9 0,114 21 0,3 2 0,12 6 0,25 10 0,-28-14 0,105 46 0,-63-30 0,73 43 0,-120-62 0,-1 1 0,1 0 0,-1-1 0,0 1 0,1 1 0,-1-1 0,0 0 0,0 0 0,-1 1 0,4 4 0,-5-6 0,0 0 0,1-1 0,-1 1 0,0 0 0,0 0 0,1 0 0,-1 0 0,0 0 0,0 0 0,0 0 0,0 0 0,0 0 0,-1 0 0,1 0 0,0 0 0,0-1 0,-1 1 0,1 0 0,0 0 0,-1 0 0,1 0 0,-1 0 0,1-1 0,-1 1 0,1 0 0,-1 0 0,0-1 0,1 1 0,-1-1 0,0 1 0,1 0 0,-1-1 0,0 1 0,0-1 0,0 0 0,0 1 0,1-1 0,-3 1 0,-12 5 0,0-1 0,-1-1 0,0 0 0,0-1 0,-29 2 0,1 0 0,15 0-1365,4 0-5461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7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24575,'2'-22'0,"-2"21"0,0 1 0,0 0 0,0 0 0,0 0 0,0-1 0,0 1 0,0 0 0,0 0 0,0 0 0,0-1 0,0 1 0,0 0 0,1 0 0,-1 0 0,0 0 0,0-1 0,0 1 0,0 0 0,1 0 0,-1 0 0,0 0 0,0 0 0,0 0 0,0-1 0,1 1 0,-1 0 0,0 0 0,0 0 0,0 0 0,1 0 0,-1 0 0,1 0 0,0 1 0,-1-1 0,1 1 0,0-1 0,-1 0 0,1 1 0,-1 0 0,1-1 0,-1 1 0,1-1 0,-1 1 0,1-1 0,-1 1 0,1 1 0,7 12 0,0 0 0,-1 1 0,0-1 0,7 30 0,12 67 0,-23-95 0,10 58 0,4 105 0,-14 77 0,-3-255 0,0 1 0,0-1 0,0 1 0,0-1 0,0 1 0,0-1 0,0 1 0,1-1 0,-1 1 0,1-1 0,-1 0 0,1 1 0,-1-1 0,1 0 0,0 1 0,-1-1 0,1 0 0,0 0 0,0 0 0,2 2 0,-2-2 0,1 0 0,0-1 0,-1 1 0,1-1 0,0 0 0,-1 0 0,1 1 0,0-1 0,0 0 0,-1 0 0,1 0 0,0-1 0,-1 1 0,1 0 0,0-1 0,-1 1 0,1-1 0,1 0 0,244-70 0,-184 59 0,-26 6 0,41-13 0,-77 18-26,-6 0 88,-6 0-1463,-3 1-5425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8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 24575,'-7'-8'0,"4"13"0,5 19 0,11 27 0,2 0 0,2 0 0,34 66 0,-39-85 0,-10-26 0,1 1 0,-1 0 0,1-1 0,0 0 0,1 0 0,5 9 0,-9-15 0,0 0 0,0 0 0,0 0 0,0 0 0,1 1 0,-1-1 0,0 0 0,0 0 0,0 0 0,0 0 0,0 0 0,0 1 0,0-1 0,1 0 0,-1 0 0,0 0 0,0 0 0,0 0 0,0 0 0,0 0 0,1 0 0,-1 1 0,0-1 0,0 0 0,0 0 0,1 0 0,-1 0 0,0 0 0,0 0 0,0 0 0,0 0 0,1 0 0,-1 0 0,0 0 0,0 0 0,0 0 0,0-1 0,1 1 0,-1 0 0,1-8 0,-5-12 0,4 19 0,-1-4 0,0 0 0,0 0 0,0-1 0,1 1 0,0 0 0,0-1 0,0 1 0,2-8 0,-2 11 0,1 0 0,-1 0 0,1 0 0,0 1 0,0-1 0,0 0 0,0 0 0,0 1 0,1-1 0,-1 1 0,0-1 0,1 1 0,-1-1 0,1 1 0,0 0 0,-1 0 0,1 0 0,0 0 0,0 0 0,-1 0 0,1 0 0,0 1 0,0-1 0,0 1 0,2-1 0,6-1 0,-1 1 0,1 0 0,0 1 0,-1 0 0,1 1 0,0 0 0,-1 0 0,11 4 0,3 1 0,0 1 0,23 11 0,-19-6 0,50 28 0,-75-38 8,0-1 0,-1 0 0,1 0 0,0 1 0,-1-1 0,1 1 0,-1-1 0,0 1 0,1-1 0,-1 1 0,0 0 0,0 0 0,0 0 0,1 2 0,-2-2-61,0-1 0,0 0 0,0 0 0,0 0 0,0 0 0,0 0 0,0 1 0,0-1 0,-1 0 0,1 0 0,0 0 0,-1 0-1,1 0 1,-1 0 0,1 0 0,-1 0 0,1 0 0,-1 0 0,0 0 0,1 0 0,-1-1 0,0 1 0,0 0 0,0 0 0,0-1 0,1 1 0,-3 1 0,-5 3-6773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8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0 24575,'-21'3'0,"-9"3"0,-2 0 0,1 0 0,4-1 0,4-2 0,3-1 0,2-1 0,3-1 0,-1 0 0,2-1 0,-1 1 0,1 0 0,2 0-8191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9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13 24575,'-29'-5'0,"-11"0"0,-5 2 0,3 4 0,6 4 0,4 4 0,5 0 0,5-1 0,5-2-8191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4:5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24575,'5'-7'0,"2"0"0,-1 0 0,1 0 0,0 1 0,1-1 0,-1 2 0,11-7 0,-14 10 0,0 0 0,1 0 0,-1 1 0,0-1 0,1 1 0,0 0 0,-1 0 0,1 0 0,0 1 0,-1 0 0,1 0 0,0 0 0,-1 0 0,1 1 0,0 0 0,6 2 0,4 2 0,0 0 0,0 1 0,0 1 0,25 17 0,-32-18 0,0-1 0,0 2 0,-1-1 0,0 1 0,0 0 0,-1 0 0,0 1 0,0 0 0,6 11 0,-10-14 0,0 0 0,0-1 0,0 1 0,-1 0 0,0 0 0,0 0 0,0 0 0,0 0 0,-1 0 0,0 0 0,-1 9 0,0-6 0,-1-1 0,1-1 0,-2 1 0,1 0 0,-1 0 0,0-1 0,-6 10 0,-5 5 0,-1-2 0,-1 0 0,-35 31 0,32-31 0,14-14 0,-4 4 0,-1 1 0,-15 20 0,25-29 0,-1-1 0,1 1 0,0-1 0,-1 1 0,1-1 0,0 1 0,0 0 0,-1-1 0,1 1 0,0-1 0,0 1 0,0 0 0,0-1 0,0 1 0,0 0 0,0-1 0,0 1 0,0-1 0,0 1 0,0 0 0,0-1 0,0 1 0,1-1 0,-1 1 0,0 0 0,0-1 0,1 1 0,-1-1 0,1 1 0,0 1 0,0-1 0,1 0 0,-1 0 0,1 0 0,-1 0 0,1 0 0,-1 0 0,1-1 0,-1 1 0,4 0 0,3 1 0,1 0 0,0 0 0,11-1 0,150-1 0,-1 0 0,-120 6-1365,-31-3-5461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4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27 24575,'-2'-4'0,"1"1"0,-1 0 0,0 0 0,0 0 0,0 0 0,-4-3 0,6 6 0,0 0 0,0 0 0,0 0 0,-1-1 0,1 1 0,0 0 0,0 0 0,-1 0 0,1 0 0,0 0 0,0 0 0,0-1 0,-1 1 0,1 0 0,0 0 0,0 0 0,-1 0 0,1 0 0,0 0 0,0 0 0,-1 0 0,1 0 0,0 0 0,0 0 0,-1 0 0,1 0 0,0 1 0,0-1 0,-1 0 0,1 0 0,0 0 0,-1 0 0,1 1 0,-1 0 0,0 0 0,1 0 0,-1 0 0,1 0 0,0 0 0,-1 0 0,1 1 0,0-1 0,-1 0 0,1 0 0,0 2 0,1 26 0,61 405-1400,-36-267 1092,-24-158 511,-1 0 0,0 1 1,-1-1-1,0 1 1,0-1-1,-3 19 0,3-27-197,-1-1 0,1 0-1,0 1 1,0-1 0,0 0-1,0 0 1,0 1-1,0-1 1,0 0 0,0 1-1,0-1 1,0 0 0,0 0-1,0 1 1,0-1-1,0 0 1,0 1 0,0-1-1,1 0 1,-1 0 0,0 1-1,0-1 1,0 0 0,0 0-1,1 1 1,-1-1-1,0 0 1,0 0 0,0 1-1,1-1 1,-1 0 0,0 0-1,0 0 1,1 0-1,-1 1 1,0-1 0,0 0-1,1 0 1,-1 0 0,0 0-1,1 0 1,-1 0-1,0 0 1,0 0 0,1 0-1,-1 0 1,0 0 0,1 0-1,-1 0 1,0 0-1,1 0 1,-1 0 0,0 0-1,0 0 1,1 0 0,-1 0-1,0-1 1,0 1-1,1 0 1,-1 0 0,27-11-34,-16 5-3,13-1 31,0 1 0,1 2 0,41-4 0,75 5 0,-127 3 0,21-2-1365,-23-1-5461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4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24575,'1'-2'0,"0"0"0,0 1 0,0-1 0,0 1 0,1 0 0,-1-1 0,0 1 0,1 0 0,-1 0 0,1 0 0,0 0 0,-1 0 0,1 0 0,0 0 0,0 1 0,-1-1 0,1 0 0,0 1 0,0 0 0,0-1 0,0 1 0,0 0 0,0 0 0,-1 0 0,1 0 0,0 1 0,0-1 0,3 1 0,6 1 0,1 1 0,-1 1 0,16 6 0,-18-6 0,48 21 0,87 53 0,-80-41 0,-49-28-455,1-1 0,24 9 0,-26-13-6371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5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0 24575,'-18'13'0,"-6"7"0,-2 2 0,4 1 0,6-2 0,5-1 0,2-2 0,3-1 0,2-1 0,-1-1 0,1 0 0,-2 0 0,-2 0 0,0 0 0,1-3-8191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6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15 24575,'-7'-13'0,"7"13"0,0 0 0,0 0 0,0-1 0,0 1 0,0 0 0,0 0 0,0 0 0,0 0 0,0 0 0,0 0 0,0 0 0,0 0 0,-1 0 0,1 0 0,0 0 0,0 0 0,0 0 0,0 0 0,0 0 0,0 0 0,0 0 0,0 0 0,0 0 0,-1 0 0,1 0 0,0 0 0,0 0 0,0 0 0,0 0 0,0 0 0,0 0 0,0 0 0,0 0 0,-1 0 0,1 0 0,0 0 0,0 0 0,0 0 0,0 0 0,0 0 0,0 0 0,0 0 0,0 0 0,0 0 0,0 0 0,-1 1 0,1-1 0,0 0 0,0 0 0,0 0 0,0 0 0,0 2 0,-1 0 0,1 1 0,-1-1 0,1 0 0,0 0 0,0 0 0,0 1 0,0-1 0,0 3 0,10 55 0,24 84 0,-14-65 0,-16-64-120,14 72-1125,-16-74-5581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6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32 24575,'-28'-5'0,"-15"-2"0,-3 0 0,2 2 0,5 1 0,7 2 0,4 1 0,4 0 0,6 4 0,3 0 0,2 1 0,4-1-8191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7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 24575,'9'-27'0,"-8"26"0,-1 1 0,0-1 0,0 1 0,0-1 0,0 1 0,1 0 0,-1-1 0,0 1 0,0 0 0,1-1 0,-1 1 0,0 0 0,0-1 0,1 1 0,-1 0 0,0-1 0,1 1 0,-1 0 0,1 0 0,-1 0 0,0-1 0,1 1 0,-1 0 0,1 0 0,-1 0 0,0 0 0,1 0 0,-1 0 0,1 0 0,-1 0 0,1 0 0,-1 0 0,0 0 0,1 0 0,-1 0 0,1 0 0,-1 0 0,1 0 0,-1 0 0,0 0 0,1 1 0,-1-1 0,1 0 0,-1 0 0,0 1 0,1-1 0,-1 0 0,0 0 0,1 1 0,-1-1 0,0 0 0,0 1 0,1-1 0,-1 0 0,0 1 0,0-1 0,1 1 0,-1-1 0,0 0 0,0 2 0,6 9 0,-1 0 0,0 1 0,-1 0 0,5 23 0,0-2 0,26 71 0,11 38 0,-40-118 0,-1 1 0,-1-1 0,2 50 0,-7-6 0,1-67 0,0 0 0,0 0 0,0 0 0,1 0 0,-1 0 0,0-1 0,0 1 0,1 0 0,-1 0 0,1 0 0,-1-1 0,0 1 0,1 0 0,0-1 0,-1 1 0,1 0 0,-1-1 0,1 1 0,0-1 0,-1 1 0,1-1 0,0 1 0,0-1 0,-1 1 0,1-1 0,0 0 0,0 1 0,0-1 0,-1 0 0,1 0 0,0 0 0,0 1 0,0-1 0,0 0 0,0 0 0,0 0 0,-1-1 0,1 1 0,1 0 0,5-1 0,0 0 0,0-1 0,12-4 0,-11 3 0,46-12 0,1 3 0,0 2 0,0 2 0,73 0 0,-97 8-1365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8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24575,'39'111'0,"-18"-51"0,-11-32 0,11 47 0,-20-74 0,-1 0 0,0 0 0,0 1 0,0-1 0,1 0 0,-1 0 0,0 0 0,1 0 0,-1 0 0,1 0 0,0 0 0,-1 0 0,1-1 0,0 2 0,0-2 0,-1 0 0,1 1 0,-1-1 0,1 0 0,0 0 0,-1-1 0,1 1 0,-1 0 0,1 0 0,-1 0 0,1 0 0,-1 0 0,1 0 0,-1-1 0,0 1 0,1 0 0,-1 0 0,1-1 0,-1 1 0,1 0 0,-1-1 0,0 1 0,1-1 0,-1 1 0,0 0 0,1-1 0,-1 1 0,0-1 0,0 1 0,1-1 0,3-3 0,-1 0 0,1 0 0,0 1 0,0-1 0,1 1 0,-1 0 0,1 0 0,0 1 0,-1-1 0,1 1 0,0 0 0,0 1 0,1-1 0,-1 1 0,0 0 0,0 0 0,1 1 0,-1-1 0,0 1 0,9 1 0,-5 0 0,1 0 0,-1 1 0,0 0 0,0 0 0,0 1 0,0 1 0,0-1 0,0 1 0,-1 1 0,15 10 0,12 12 0,-14-9 0,41 24 0,-38-33-1365,-13-7-5461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09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41 24575,'-9'-6'0,"-1"-2"0,0 0 0,-17-8 0,26 16 0,1-1 0,-1 1 0,1 0 0,-1 0 0,1-1 0,-1 1 0,1 0 0,-1 0 0,0 0 0,1 0 0,-1 0 0,1 0 0,-1 0 0,1 0 0,-1 0 0,1 0 0,-1 0 0,0 0 0,1 0 0,-1 0 0,1 0 0,-1 1 0,1-1 0,-1 0 0,1 0 0,-1 1 0,1-1 0,-1 0 0,1 0 0,0 1 0,-1 0 0,0 0 0,0 0 0,0 1 0,1-1 0,-1 1 0,0-1 0,1 1 0,0-1 0,-1 1 0,1-1 0,0 1 0,-1 1 0,1 7 0,0-1 0,2 17 0,-2-26 0,5 27 0,2 0 0,1 0 0,0 0 0,14 26 0,-5-12 0,-10-22-107,-5-11-73,1 1 1,1-1-1,-1 0 0,1-1 0,1 1 1,8 11-1,-6-11-6646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17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46 24575,'14'0'0,"-10"0"0,-11 0 0,-59 1 0,-122-16 0,156 9-120,-146-19-1125,162 24-5581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18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48 24575,'-8'-13'0,"-14"-21"0,22 41 0,3 6 0,110 429 0,-93-353 0,-17-77-1365,1-2-5461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5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418 64 24575,'-20'-11'0,"-1"2"0,0 0 0,-1 2 0,1 0 0,-2 1 0,1 1 0,-1 1 0,1 2 0,-32-1 0,47 3 0,0 0 0,0 0 0,0 1 0,0 0 0,0 0 0,0 1 0,0 0 0,1 0 0,-1 0 0,0 1 0,1 0 0,0 1 0,0-1 0,0 1 0,-9 8 0,-31 23-1365,38-27-5461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5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95 24575,'-31'-13'0,"-13"-4"0,-4 0 0,1 1 0,6 4 0,4 2 0,7 5 0,5 2 0,5 1 0,0 5 0,1 1 0,4 0-8191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6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17 24575,'-12'-15'0,"7"13"0,4 11 0,4 9 0,1-1 0,1 1 0,9 24 0,1 0 0,-7-16 0,-1-7 0,-1 1 0,-1 0 0,-1 0 0,0 0 0,0 31 0,-4-41 0,0-2 0,0-1 0,0 0 0,0 1 0,1-1 0,3 10 0,-4-15 0,1-1 0,-1 1 0,1-1 0,-1 0 0,1 1 0,0-1 0,-1 0 0,1 0 0,0 0 0,0 0 0,0 1 0,0-1 0,0 0 0,0 0 0,0-1 0,1 1 0,-1 0 0,0 0 0,0-1 0,1 1 0,-1 0 0,0-1 0,1 0 0,-1 1 0,1-1 0,-1 0 0,1 1 0,-1-1 0,0 0 0,1 0 0,-1 0 0,1 0 0,1-1 0,90-11 0,43-5 0,119-20 0,-252 36-82,1 1-132,0-1 0,0 0 0,0 0 1,0-1-1,4-1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6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11 24575,'-6'-3'0,"-1"1"0,1 1 0,-1-1 0,1 1 0,-8 0 0,13 1 0,0 0 0,0 0 0,0 0 0,0 0 0,-1 0 0,1 0 0,0 0 0,0 0 0,0 1 0,0-1 0,0 0 0,0 1 0,0-1 0,0 1 0,0-1 0,0 1 0,0-1 0,1 1 0,-1 0 0,0-1 0,0 1 0,0 0 0,1 0 0,-1 0 0,0 0 0,1 0 0,-1 0 0,1-1 0,-1 1 0,1 0 0,0 1 0,-1-1 0,1 0 0,0 0 0,-1 0 0,1 0 0,0 0 0,0 0 0,0 2 0,1 5 0,-1 1 0,2-1 0,-1 1 0,1-1 0,5 14 0,20 43 0,-8-24 0,12 32 0,-11-28 0,16 52 0,-31-72-1365,-4-13-5461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8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63 24575,'-31'-8'0,"-16"-2"0,-1 0 0,3 0 0,6 1 0,5 2 0,5 2 0,4 3 0,3 1 0,4 0 0,2 1 0,0 1 0,2-1 0,2 1-8191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8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64 24575,'-28'-11'0,"-15"-2"0,-5 0 0,0 2 0,3 4 0,8 2 0,3 2 0,4 2 0,3 1 0,7 1-8191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9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28 24575,'-14'-22'0,"6"16"0,8 6 0,0 1 0,0-1 0,-1 0 0,1 0 0,0 0 0,0 1 0,-1-1 0,1 0 0,0 0 0,0 0 0,0 1 0,-1-1 0,1 0 0,0 1 0,0-1 0,0 0 0,0 0 0,0 1 0,0-1 0,0 0 0,0 1 0,-1-1 0,1 0 0,0 1 0,0-1 0,0 0 0,1 1 0,-1-1 0,0 0 0,0 1 0,0-1 0,2 26 0,0 0 0,2 0 0,8 26 0,1 12 0,3 38 0,-4 0 0,-2 124 0,-11-212 0,1-8 0,-1 0 0,1 1 0,1-1 0,1 13 0,-2-18 0,0 0 0,1 0 0,-1 0 0,0 0 0,1 0 0,-1 0 0,1 0 0,-1 0 0,1 0 0,-1 0 0,1-1 0,0 1 0,0 0 0,-1 0 0,1 0 0,0-1 0,0 1 0,0 0 0,0-1 0,0 1 0,0-1 0,0 1 0,0-1 0,0 0 0,0 1 0,0-1 0,0 0 0,0 0 0,0 1 0,0-1 0,0 0 0,0 0 0,0 0 0,2-1 0,11-1 0,0-1 0,20-5 0,11-4 0,-44 12 0,73-14 0,140-8 0,-208 22 0,-4 1 0,0-1 0,0 0 0,0 0 0,0 0 0,0 0 0,-1-1 0,1 1 0,0 0 0,0-1 0,0 1 0,0-1 0,0 0 0,3-1 0,-5-1-1365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2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56 24575,'-12'-15'0,"7"9"0,13 14 0,7 6 0,0 0 0,1-1 0,0-1 0,34 20 0,-38-26 0,0 0 0,0-1 0,0-1 0,1 0 0,0-1 0,-1 0 0,1-1 0,24 1 0,-31-3 0,0 0 0,0 0 0,1-1 0,-1 1 0,0-2 0,0 1 0,0-1 0,0 1 0,0-2 0,6-2 0,-9 3 0,0 0 0,0 0 0,-1 0 0,1 0 0,-1-1 0,1 1 0,-1-1 0,0 1 0,0-1 0,0 0 0,0 0 0,-1 0 0,1 0 0,-1 0 0,1 0 0,-1 0 0,0-1 0,-1 1 0,1 0 0,0-4 0,2-38 0,-3 43 0,0-1 0,0 1 0,0-1 0,-1 1 0,1-1 0,-1 1 0,1-1 0,-1 1 0,0-1 0,0 1 0,0 0 0,0-1 0,0 1 0,-3-3 0,3 4 0,1 1 0,0 0 0,0-1 0,-1 1 0,1 0 0,0 0 0,-1-1 0,1 1 0,0 0 0,-1 0 0,1 0 0,-1 0 0,1 0 0,0-1 0,-1 1 0,1 0 0,-1 0 0,1 0 0,0 0 0,-1 0 0,1 0 0,-1 0 0,1 0 0,0 0 0,-1 1 0,1-1 0,-1 0 0,1 0 0,-1 0 0,-9 12 0,-2 18 0,11-28 0,-5 21 0,1-1 0,1 1 0,1 0 0,0 1 0,2-1 0,2 28 0,4 5 0,17 78 0,26 44 0,-4-17 0,-42-155 0,-1 1 0,0-1 0,-1 0 0,1 0 0,-1 1 0,0-1 0,-1 7 0,0-11 0,1-1 0,0 0 0,-1 1 0,1-1 0,-1 0 0,1 1 0,-1-1 0,0 0 0,0 0 0,1 1 0,-1-1 0,0 0 0,0 0 0,0 0 0,0 0 0,0 0 0,0 0 0,0-1 0,-1 1 0,1 0 0,0 0 0,0-1 0,-1 1 0,1-1 0,0 1 0,-1-1 0,1 0 0,-1 1 0,1-1 0,0 0 0,-1 0 0,1 0 0,-1 0 0,1 0 0,-1 0 0,-1-1 0,-6 0 0,0-1 0,1 0 0,0-1 0,-1 0 0,1 0 0,0 0 0,1-1 0,-1 0 0,1-1 0,-1 0 0,1 0 0,0 0 0,1-1 0,0 0 0,0 0 0,0-1 0,0 0 0,-6-11 0,11 16 0,-1 0 0,1-1 0,0 1 0,0-1 0,0 1 0,0-1 0,1 0 0,-1 1 0,1-1 0,-1 0 0,1 0 0,0 1 0,0-1 0,0 0 0,1 0 0,-1 1 0,0-1 0,1 0 0,0 1 0,0-1 0,0 0 0,0 1 0,0-1 0,0 1 0,1 0 0,-1-1 0,1 1 0,0 0 0,-1 0 0,1 0 0,0 0 0,0 0 0,0 0 0,4-2 0,2 0 0,-1-1 0,1 2 0,0-1 0,-1 1 0,2 0 0,-1 0 0,0 1 0,0 0 0,1 1 0,8-1 0,3 1-1365,-3 1-5461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38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24575,'0'40'0,"4"135"0,-2-140 0,3 0 0,1 0 0,10 36 0,-11-55 0,0-1 0,1 0 0,0 0 0,1-1 0,1 0 0,9 14 0,-15-24 0,1-1 0,-1 0 0,1 0 0,0 0 0,0 0 0,0 0 0,1-1 0,-1 1 0,0-1 0,1 0 0,0 0 0,-1 0 0,1 0 0,0-1 0,0 1 0,0-1 0,0 0 0,0 0 0,0-1 0,1 1 0,-1-1 0,0 0 0,0 0 0,0-1 0,0 1 0,1-1 0,-1 0 0,5-1 0,-2-1 0,-1 1 0,0-1 0,0-1 0,0 1 0,-1-1 0,1 0 0,-1 0 0,0 0 0,0-1 0,0 0 0,-1 0 0,1 0 0,-1 0 0,0-1 0,3-6 0,-1 1 0,-1 0 0,0-1 0,-1 1 0,0-1 0,-1 1 0,0-1 0,2-18 0,-3-119 0,-3 122 0,15 84 0,49 178 0,-28-120 0,32 88 0,-9-30 0,-54-161 0,2 9 0,5 23 0,-10-40 0,0 1 0,-1 0 0,0 0 0,1 0 0,-2 0 0,1-1 0,0 1 0,-1 0 0,0 0 0,-3 9 0,3-13 0,0 1 0,0-1 0,0 1 0,0-1 0,0 0 0,-1 1 0,1-1 0,0 0 0,-1 0 0,1 0 0,-1 0 0,0 0 0,1 0 0,-1 0 0,0 0 0,1-1 0,-1 1 0,0-1 0,0 1 0,1-1 0,-1 0 0,0 0 0,0 0 0,0 0 0,0 0 0,1 0 0,-1 0 0,-3-1 0,-1 0 0,1 0 0,-1-1 0,1 1 0,-1-1 0,1 0 0,0-1 0,0 1 0,-6-5 0,-8-8 0,1 0 0,1-2 0,0 0 0,1-1 0,1-1 0,1 0 0,0-1 0,-19-39 0,31 53 0,-1 1 0,1 0 0,0-1 0,0 0 0,1 1 0,0-1 0,0 0 0,0 0 0,1 1 0,0-1 0,0-9 0,1 10 0,0 1 0,0-1 0,1 1 0,-1-1 0,1 1 0,0 0 0,0 0 0,1 0 0,-1 0 0,1 0 0,0 0 0,0 1 0,0-1 0,7-5 0,1-1-124,1 1 0,0 1 0,1 0 0,-1 1 0,1 0 0,1 1-1,0 0 1,-1 1 0,2 1 0,26-5 0,-28 7-6702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39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366 205 24575,'-63'-53'0,"-95"-63"0,146 109 0,1 0 0,-21-7 0,29 12 0,0 1 0,0 0 0,0 0 0,0 1 0,0-1 0,0 0 0,0 1 0,-1 0 0,1 0 0,0 0 0,0 0 0,0 1 0,0-1 0,-1 1 0,1-1 0,-5 3 0,6-1 0,0-1 0,0 1 0,0-1 0,1 1 0,-1 0 0,0-1 0,1 1 0,0 0 0,-1 0 0,1 0 0,0 0 0,0 0 0,0 1 0,0-1 0,0 4 0,-2 3 0,1 1 0,-1 13 0,3-14 0,0 0 0,0 1 0,1-1 0,0 1 0,1-1 0,5 17 0,23 54 0,-24-67 0,24 61 0,-4 1 0,-3 1 0,21 123 0,-34-94 0,-7-61 0,-3-43 0,0 0 0,0 1 0,1-1 0,-1 0 0,0 0 0,0 1 0,1-1 0,-1 0 0,1 0 0,-1 0 0,1 1 0,-1-1 0,1 0 0,0 0 0,0 0 0,-1 0 0,1 0 0,0 0 0,0-1 0,0 1 0,0 0 0,0 0 0,0 0 0,0-1 0,0 1 0,1-1 0,-1 1 0,0-1 0,0 1 0,0-1 0,1 0 0,-1 0 0,0 1 0,2-1 0,4 0 0,1 0 0,-1-1 0,0 0 0,0 0 0,8-3 0,3 0 0,-2 1 0,159-28 0,-144 23-1365,-18 4-5461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3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24575,'0'11'0,"1"0"0,0 0 0,1 0 0,0 0 0,1-1 0,0 1 0,0-1 0,2 0 0,-1 0 0,1 0 0,0 0 0,1-1 0,7 10 0,-2-3 0,-8-11 0,0 0 0,1 1 0,-1-2 0,1 1 0,0 0 0,0-1 0,0 0 0,1 0 0,0 0 0,5 3 0,-9-6 0,0-1 0,0 0 0,0 1 0,0-1 0,0 0 0,0 0 0,0 0 0,0 1 0,0-1 0,0 0 0,0-1 0,0 1 0,0 0 0,0 0 0,0 0 0,0 0 0,0-1 0,0 1 0,0-1 0,0 1 0,1-1 0,-1 0 0,1-1 0,0 1 0,-1-1 0,0 1 0,1-1 0,-1 1 0,0-1 0,0 0 0,2-3 0,0-2 0,0 0 0,-1 0 0,0 0 0,2-14 0,-2-1 0,1-17 0,-3 38 0,0-1 0,1 1 0,-1-1 0,1 1 0,-1-1 0,1 1 0,0-1 0,-1 1 0,1 0 0,0-1 0,0 1 0,0 0 0,0-1 0,0 1 0,0 0 0,1 0 0,-1 0 0,0 0 0,2-1 0,-1 2 0,-1 0 0,1-1 0,-1 1 0,1 0 0,0-1 0,-1 1 0,1 0 0,0 0 0,-1 1 0,1-1 0,-1 0 0,1 0 0,0 1 0,-1-1 0,1 1 0,-1 0 0,1-1 0,1 2 0,27 17 0,-27-17 0,46 31 0,89 43 0,-88-50 0,-41-21 0,-1 0 0,0-1 0,0 0 0,1 0 0,-1-1 0,16 4 0,-23-7 4,-1 0-1,1 0 0,-1 0 0,1 0 1,-1 0-1,1 1 0,-1-1 0,1 0 1,-1 0-1,1 0 0,-1-1 1,1 1-1,-1 0 0,1 0 0,-1 0 1,1 0-1,-1 0 0,1 0 0,-1-1 1,1 1-1,-1 0 0,0 0 1,1-1-1,-1 1 0,1 0 0,-1-1 1,0 1-1,1-1 0,-1 1 1,0 0-1,0-1 0,1 1 0,-1-1 1,0 1-1,1-1 0,-1 0-90,0 0 0,0 0-1,0 0 1,0 0 0,-1 0 0,1 0-1,0 0 1,0 0 0,0 0 0,-1 0-1,1 0 1,-1 0 0,1 1 0,-1-1-1,1 0 1,-2-1 0,-5-7-6739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40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24575,'4'-4'0,"8"-6"0,-1 0 0,2 1 0,-1 1 0,19-10 0,-28 16 0,0 1 0,0-1 0,0 1 0,0 0 0,0 0 0,0 1 0,1-1 0,-1 1 0,0-1 0,0 1 0,0 0 0,1 0 0,-1 0 0,0 1 0,0-1 0,1 1 0,-1 0 0,0 0 0,0 0 0,0 0 0,0 0 0,0 1 0,0-1 0,-1 1 0,1 0 0,4 3 0,2 5 0,0 0 0,-1 0 0,10 16 0,-1-2 0,-5-6 0,0 1 0,-1 0 0,-1 1 0,0 1 0,-2-1 0,10 37 0,-11-25 0,-1 1 0,-1-1 0,1 62 0,4 34 0,-6-93 0,-2-19 0,0-1 0,1 0 0,7 22 0,-7-29 0,1 0 0,0 1 0,0-2 0,1 1 0,0 0 0,0-1 0,8 9 0,42 36 0,-55-52 0,0 0 0,1 0 0,-1 0 0,0 1 0,1-1 0,-1 0 0,0 0 0,0 1 0,1-1 0,-1 0 0,0 1 0,0-1 0,1 0 0,-1 1 0,0-1 0,0 0 0,0 1 0,0-1 0,1 0 0,-1 1 0,0-1 0,0 1 0,0-1 0,0 0 0,0 1 0,0-1 0,0 1 0,-1 0 0,1-1 0,-1 0 0,1 1 0,0-1 0,-1 1 0,1-1 0,-1 0 0,1 0 0,-1 1 0,1-1 0,-1 0 0,0 0 0,1 0 0,-1 0 0,1 1 0,-2-1 0,-31 0 0,27 0 0,-108 6 117,45 0-1599,42-5-5344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0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1012 32 24575,'29'-8'0,"0"1"0,1 1 0,-1 1 0,1 2 0,0 1 0,53 3 0,-82-1 0,0 0 0,0 0 0,0 0 0,0 0 0,0 1 0,0-1 0,0 0 0,0 0 0,0 1 0,0-1 0,0 1 0,0-1 0,-1 1 0,1-1 0,1 2 0,-2-2 0,0 0 0,0 0 0,0 1 0,0-1 0,1 0 0,-1 1 0,0-1 0,0 0 0,0 0 0,0 1 0,0-1 0,-1 0 0,1 1 0,0-1 0,0 0 0,0 0 0,0 1 0,0-1 0,0 0 0,0 1 0,0-1 0,-1 0 0,1 0 0,0 0 0,0 1 0,0-1 0,-1 0 0,1 0 0,0 0 0,0 1 0,-1-1 0,-1 2 0,-1-1 0,1 1 0,-1 0 0,1-1 0,-1 0 0,0 0 0,0 0 0,-4 1 0,-27 5 0,-1-1 0,-55 0 0,-680-6 0,661 8 0,3-1 0,99-6 0,0-1 0,0 1 0,0 1 0,0-1 0,1 1 0,-1 0 0,0 1 0,-7 3 0,12-5 0,-1 0 0,1 1 0,0-1 0,0 1 0,0 0 0,0 0 0,0 0 0,0 0 0,0 0 0,-2 4 0,3-5 0,0 1 0,1-1 0,-1 1 0,1-1 0,-1 1 0,1 0 0,0-1 0,-1 1 0,1-1 0,0 1 0,0 0 0,0-1 0,0 1 0,1 0 0,-1-1 0,0 1 0,1 0 0,0 2 0,1-1 0,0 0 0,0 0 0,0 0 0,0 0 0,0-1 0,0 1 0,1-1 0,-1 1 0,1-1 0,0 0 0,0 0 0,0 0 0,0 0 0,0-1 0,6 3 0,6 2 0,1-1 0,16 3 0,-25-6 0,198 41 0,113 32 0,-313-74 0,14 5 0,21 9 0,-36-14 0,0 1 0,0 1 0,0-1 0,0 0 0,0 1 0,0 0 0,-1 0 0,1 0 0,-1 0 0,5 7 0,-7-8 0,0 0 0,0 0 0,0 0 0,-1 0 0,1 1 0,-1-1 0,1 0 0,-1 0 0,0 0 0,0 1 0,0-1 0,0 0 0,-1 0 0,1 0 0,0 0 0,-1 1 0,0-1 0,1 0 0,-1 0 0,0 0 0,0 0 0,0 0 0,0 0 0,-1-1 0,1 1 0,-2 2 0,-5 6 0,0-1 0,-1 0 0,-11 10 0,17-17 0,-35 28 0,-1-2 0,-76 40 0,63-38 0,-191 112 0,87-58 0,141-78 0,11-4 0,-1 0 0,0 0 0,1 0 0,-1 0 0,1 1 0,0 0 0,0 0 0,-8 7 0,12-10 0,-1 1 0,1-1 0,-1 1 0,1 0 0,0-1 0,-1 1 0,1-1 0,0 1 0,0 0 0,-1-1 0,1 1 0,0 0 0,0-1 0,0 1 0,0 0 0,0-1 0,0 1 0,0 0 0,0-1 0,0 1 0,0 0 0,0-1 0,0 1 0,1 0 0,-1-1 0,0 1 0,0 0 0,1-1 0,-1 1 0,1-1 0,-1 1 0,0-1 0,1 1 0,-1 0 0,1-1 0,-1 0 0,1 1 0,-1-1 0,1 1 0,-1-1 0,1 0 0,0 1 0,-1-1 0,1 0 0,0 0 0,-1 1 0,1-1 0,1 0 0,3 2 0,0-1 0,0 1 0,0-1 0,10 1 0,38 0 0,95-10 0,52-20 0,-90 12 0,15-1-13,128-19-1339,-237 33-5474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3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24575,'0'24'0,"2"0"0,6 36 0,-6-48 0,1-1 0,0 0 0,1 1 0,0-2 0,1 1 0,0 0 0,9 11 0,-14-21 0,0-1 0,1 1 0,-1 0 0,1 0 0,-1-1 0,1 1 0,-1-1 0,1 1 0,-1 0 0,1-1 0,-1 1 0,1-1 0,0 1 0,-1-1 0,1 0 0,0 1 0,0-1 0,-1 0 0,1 1 0,0-1 0,0 0 0,-1 0 0,1 0 0,0 0 0,0 0 0,0 0 0,-1 0 0,2 0 0,-1 0 0,0-1 0,1 0 0,-1 1 0,0-1 0,0 0 0,0 0 0,0 0 0,0 0 0,0 0 0,0 0 0,-1 0 0,1 0 0,0 0 0,1-3 0,1-4 0,1 0 0,-1 0 0,-1 0 0,3-10 0,-2-4 0,-1 7 0,6-23 0,-7 35 0,0 0 0,0 0 0,0 0 0,1 0 0,-1 1 0,1-1 0,-1 0 0,1 0 0,0 1 0,0 0 0,0-1 0,0 1 0,3-3 0,-2 4 0,-1 0 0,0 0 0,0 1 0,0-1 0,1 0 0,-1 1 0,0 0 0,1-1 0,-1 1 0,0 0 0,1 0 0,-1 0 0,0 1 0,1-1 0,-1 0 0,0 1 0,1 0 0,-1-1 0,0 1 0,0 0 0,0 0 0,0 0 0,0 1 0,2 0 0,8 6 0,-1 0 0,19 17 0,-26-21 0,49 49 50,-35-34-522,0-1 1,27 21-1,-35-33-6354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4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9 24575,'-1'0'0,"0"-1"0,0 1 0,0 0 0,-1-1 0,1 1 0,0 0 0,0 0 0,-1 0 0,1 0 0,0 0 0,-1 0 0,1 0 0,0 0 0,0 0 0,-1 1 0,1-1 0,0 0 0,0 1 0,0-1 0,-1 1 0,1 0 0,0-1 0,-2 2 0,2 0 0,0 0 0,-1 0 0,1-1 0,0 1 0,0 0 0,0 0 0,0 0 0,0 0 0,0 0 0,1 0 0,-1 1 0,0 3 0,0 3 0,1 0 0,0 0 0,0 0 0,0 0 0,4 16 0,-2-16 0,1 0 0,0 0 0,0-1 0,1 0 0,0 1 0,1-1 0,-1-1 0,2 1 0,-1-1 0,1 1 0,0-2 0,0 1 0,1-1 0,0 0 0,0 0 0,10 6 0,-12-9 0,1 0 0,0 0 0,0 0 0,0-1 0,0 0 0,0 0 0,0 0 0,1-1 0,-1 0 0,0 0 0,1-1 0,-1 0 0,1 0 0,-1 0 0,1-1 0,-1 0 0,0 0 0,1 0 0,-1-1 0,0 0 0,0-1 0,0 1 0,9-6 0,-6 2 0,0 0 0,-1-1 0,1 0 0,-1 0 0,-1-1 0,0 0 0,0 0 0,0-1 0,-1 0 0,0 0 0,6-15 0,-6 11 0,-1 0 0,-1 0 0,0 0 0,0-1 0,-1 0 0,-1 1 0,-1-1 0,1-19 0,-2 61 0,4 92 0,14-21 0,36 116 0,-17-75 0,-26-95 0,-1 0 0,5 73 0,-15-115 0,0 0 0,-1 0 0,1 0 0,0 0 0,-1-1 0,1 1 0,-1 0 0,0-1 0,0 1 0,0 0 0,0-1 0,-1 1 0,1-1 0,-3 3 0,3-4 0,1 0 0,-1 0 0,0 0 0,0 0 0,0 0 0,0-1 0,0 1 0,-1-1 0,1 1 0,0 0 0,0-1 0,0 0 0,0 1 0,-1-1 0,1 0 0,0 0 0,0 1 0,-1-1 0,1 0 0,0 0 0,-1 0 0,1-1 0,0 1 0,0 0 0,0 0 0,-1-1 0,1 1 0,0-1 0,0 1 0,0-1 0,0 1 0,-1-1 0,0-1 0,-2-1 0,0 0 0,0 0 0,1 0 0,-1-1 0,1 0 0,0 1 0,0-1 0,0 0 0,1 0 0,0-1 0,-1 1 0,1 0 0,-1-7 0,0 3 0,1 1 0,0-1 0,1 1 0,0-1 0,0 0 0,1 0 0,0-12 0,1 17 6,-1 0 0,1 1 0,0-1 0,0 0 0,0 1 0,1-1 0,-1 1 0,0-1 0,1 1 0,0 0 0,0-1 0,-1 1 0,1 0 0,1 0 0,-1 0 0,0 0 0,0 1 0,1-1 0,2-1 0,4-2-303,0 1 0,0 0 0,1 0 0,9-3 0,-5 4-6529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5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49 24575,'-28'-12'0,"-46"-15"0,67 25 0,-1 0 0,0 0 0,0 1 0,0 0 0,0 0 0,0 1 0,0 0 0,0 0 0,0 1 0,0 0 0,-10 3 0,14-3 0,0 1 0,1 0 0,-1-1 0,1 1 0,-1 1 0,1-1 0,0 0 0,0 1 0,0-1 0,0 1 0,-4 6 0,3-3 0,0 0 0,0 0 0,1 0 0,0 0 0,1 1 0,-3 7 0,0 4 0,2-1 0,0 1 0,1 0 0,0 23 0,2-26 0,1 0 0,1 0 0,0 0 0,1 0 0,0 0 0,1-1 0,1 0 0,11 25 0,39 65 0,-25-49 0,-22-39 0,-1-1 0,0 1 0,-1 0 0,-1 1 0,0 0 0,-1-1 0,-1 1 0,-1 0 0,0 1 0,-1 19 0,-1-30 0,-1-3 0,1 1 0,0-1 0,0 0 0,1 0 0,-1 0 0,2 5 0,-1-8 0,-1 1 0,1-1 0,0 0 0,-1 0 0,1 0 0,0 0 0,0 0 0,-1 0 0,1 0 0,0 0 0,0 0 0,0 0 0,0 0 0,0-1 0,1 1 0,-1 0 0,0-1 0,0 1 0,0-1 0,0 1 0,1-1 0,-1 0 0,0 1 0,2-1 0,7 1 0,0 0 0,-1-1 0,1 0 0,0 0 0,11-3 0,49-12 0,-25 4 0,-41 11-170,1-1-1,-1-1 0,0 1 1,1 0-1,-1-1 0,0 0 1,5-3-1,0-2-6655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5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0 0,0 1 0,-1-1 0,1 0 0,0 1 0,0-1 0,-1 1 0,1-1 0,0 1 0,-1-1 0,1 1 0,0-1 0,-1 1 0,1 0 0,-1-1 0,1 2 0,10 15 0,-9-13 0,6 10 0,0 0 0,1 0 0,1-1 0,0 0 0,0 0 0,2-1 0,14 13 0,-20-21 0,0 0 0,0 0 0,0 0 0,1-1 0,-1 0 0,1 0 0,0-1 0,0 0 0,7 2 0,-12-4 0,1 1 0,-1-1 0,0 0 0,1 0 0,-1 0 0,0 0 0,1 0 0,-1 0 0,0-1 0,0 1 0,1-1 0,-1 0 0,0 1 0,0-1 0,0 0 0,0 0 0,0 0 0,0-1 0,0 1 0,0 0 0,0-1 0,0 0 0,-1 1 0,1-1 0,-1 0 0,1 0 0,-1 1 0,0-1 0,1 0 0,-1-1 0,1-2 0,0 0 0,-1 0 0,0 1 0,0-1 0,-1 0 0,1 0 0,-1 0 0,-1-5 0,1 5 0,0 0 0,0 0 0,1 0 0,-1 0 0,3-9 0,-2 13 0,-1 0 0,1 0 0,-1-1 0,1 1 0,-1 0 0,1 1 0,0-1 0,0 0 0,0 0 0,-1 0 0,1 0 0,0 1 0,0-1 0,0 0 0,0 1 0,0-1 0,0 0 0,0 1 0,0 0 0,1-1 0,-1 1 0,0 0 0,0-1 0,0 1 0,0 0 0,1 0 0,-1 0 0,0 0 0,0 0 0,0 0 0,0 0 0,1 1 0,0-1 0,7 2 0,-1 1 0,0-1 0,14 8 0,-11-5 0,62 28 0,-28-11 0,-43-21-89,21 8 309,-22-8-313,0-1-1,1 1 1,-1-1-1,0 0 1,0 0-1,1 1 1,-1-1-1,0 0 1,0 0-1,1 0 1,-1 0-1,0-1 1,0 1-1,1 0 1,0-1-1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6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24575,'5'-4'0,"16"-11"0,35-19 0,-50 31 0,-1 0 0,1 1 0,0-1 0,1 1 0,-1 1 0,0-1 0,0 1 0,1 0 0,-1 0 0,1 1 0,11 0 0,-15 1 0,1 0 0,0 0 0,0 1 0,-1-1 0,1 1 0,-1 0 0,1 0 0,-1 0 0,3 3 0,28 24 0,-31-25 0,14 11 0,-1 2 0,23 30 0,-34-41 0,-1 2 0,1-1 0,-2 0 0,1 1 0,-1 0 0,0-1 0,-1 1 0,0 1 0,0-1 0,1 16 0,-3 3 0,0 0 0,-2 0 0,-6 33 0,5-39 0,-5 24 0,-3 64 0,10-95 0,2 1 0,0 0 0,0-1 0,1 1 0,1-1 0,1 0 0,0 0 0,9 21 0,24 34 0,-36-68 5,-1 0-1,1 0 0,-1 0 0,1 0 1,-1 0-1,1 0 0,-1 1 0,1-1 1,-1 0-1,0 0 0,0 0 1,0 0-1,0 1 0,0-1 0,0 0 1,0 0-1,0 0 0,0 0 0,0 1 1,0-1-1,-1 0 0,1 0 1,-1 0-1,1 0 0,-1 0 0,1 0 1,-2 2-1,-1 0-169,1-1 0,-1 0 0,0 0 0,0 0 0,0 0 0,0 0 0,-1 0 0,-2 0 0,-7 4-6661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1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24575,'2'11'0,"1"1"0,0-1 0,1 0 0,5 13 0,2 5 0,7 54 0,-18-83 0,0 1 0,0-1 0,0 0 0,0 0 0,0 0 0,0 1 0,0-1 0,0 0 0,1 0 0,-1 1 0,0-1 0,0 0 0,0 0 0,0 0 0,0 1 0,0-1 0,0 0 0,1 0 0,-1 0 0,0 0 0,0 1 0,0-1 0,0 0 0,1 0 0,-1 0 0,0 0 0,0 0 0,1 0 0,-1 1 0,0-1 0,0 0 0,0 0 0,1 0 0,-1 0 0,0 0 0,0 0 0,1 0 0,-1 0 0,0 0 0,0 0 0,0 0 0,1 0 0,-1 0 0,8-10 0,3-17 0,-7 17 0,0 0 0,0 0 0,1 1 0,0 0 0,1-1 0,11-14 0,-13 20 0,0-1 0,1 1 0,-1 0 0,1 0 0,-1 0 0,1 1 0,1 0 0,-1 0 0,0 0 0,1 1 0,-1-1 0,1 1 0,10-2 0,-11 3 0,-1 1 0,1 0 0,0-1 0,0 2 0,0-1 0,0 0 0,-1 1 0,1 0 0,0 0 0,-1 1 0,1-1 0,0 1 0,-1 0 0,0 0 0,1 1 0,-1-1 0,0 1 0,0 0 0,3 3 0,6 7 0,0 0 0,0 1 0,16 26 0,-13-18 0,-11-17-136,1 1-1,0 0 1,0-1-1,0 0 1,1 0-1,0-1 1,0 0-1,0 0 0,13 4 1,-7-2-6690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4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24575,'0'0'0,"0"1"0,0-1 0,0 0 0,-1 0 0,1 0 0,0 0 0,0 0 0,0 0 0,0 0 0,0 1 0,-1-1 0,1 0 0,0 0 0,0 0 0,0 0 0,0 0 0,0 1 0,0-1 0,0 0 0,0 0 0,0 0 0,-1 0 0,1 1 0,0-1 0,0 0 0,0 0 0,0 0 0,0 1 0,0-1 0,0 0 0,0 0 0,0 0 0,0 1 0,1-1 0,-1 0 0,0 0 0,0 0 0,0 0 0,0 1 0,0-1 0,0 0 0,0 0 0,0 0 0,0 0 0,1 1 0,-1-1 0,0 0 0,0 0 0,0 0 0,0 0 0,1 0 0,6 11 0,1-2 0,1 0 0,0 0 0,0-1 0,1 0 0,13 9 0,59 29 0,-60-34 0,174 74 0,-69-33 0,-126-53-19,13 7 160,-26-9-1628,1 0-5339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5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0 24575,'-13'3'0,"-7"3"0,0 3 0,1 1 0,3 0 0,3 2 0,2 1 0,5 1 0,1 0 0,1 1 0,0 1 0,1-1 0,-2 1 0,1-1 0,-3 1 0,-2-4 0,-2 0 0,1-3-8191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23 24575,'-31'-6'0,"-45"-8"0,67 13 0,-1 0 0,1 1 0,0 0 0,-1 0 0,-17 4 0,25-3 0,0-1 0,0 1 0,1-1 0,-1 1 0,0 0 0,0-1 0,1 1 0,-1 0 0,1 0 0,-1 0 0,1 0 0,-1 1 0,1-1 0,0 0 0,0 1 0,-1-1 0,1 1 0,0-1 0,0 1 0,0-1 0,1 1 0,-1 0 0,0-1 0,0 1 0,0 2 0,1-1 0,0 0 0,0 0 0,0 0 0,0-1 0,0 1 0,0 0 0,1 0 0,-1-1 0,1 1 0,0 0 0,0-1 0,0 1 0,0-1 0,0 1 0,1-1 0,1 4 0,2 0 0,-1 1 0,-1 0 0,1 0 0,-1 0 0,0 1 0,-1-1 0,3 13 0,-1 5 0,1 26 0,0 2 0,2 18 0,4 24 0,4 26 0,-13-109 0,-1-8 0,-1 0 0,1 0 0,0 0 0,0 0 0,3 7 0,-3-10 0,0 0 0,0 1 0,0-1 0,0 0 0,0 0 0,0 0 0,0 0 0,0 0 0,0 0 0,0 0 0,1 0 0,-1 0 0,0-1 0,1 1 0,-1-1 0,0 1 0,1-1 0,-1 1 0,1-1 0,1 1 0,15 1 0,1-1 0,-1-1 0,28-2 0,2 0 0,-16 3-44,-21-1-220,1 1 0,-1-1-1,1-1 1,18-3 0,-20 1-6562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6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24575,'1'3'0,"-1"0"0,1 0 0,0 0 0,0-1 0,0 1 0,0 0 0,0 0 0,1-1 0,-1 1 0,3 2 0,18 24 0,-16-23 0,0 1 0,0-2 0,1 1 0,0-1 0,0 0 0,0 0 0,0 0 0,14 5 0,-18-9 0,-1 0 0,1 0 0,-1-1 0,1 1 0,-1 0 0,1-1 0,0 0 0,-1 0 0,1 0 0,-1 0 0,1 0 0,0 0 0,-1-1 0,1 1 0,-1-1 0,1 0 0,-1 1 0,1-1 0,-1-1 0,1 1 0,-1 0 0,0 0 0,0-1 0,0 1 0,0-1 0,0 0 0,0 0 0,0 0 0,0 0 0,-1 0 0,1 0 0,1-3 0,9-19 0,-10 19 0,0 0 0,0 1 0,0-1 0,1 1 0,-1 0 0,6-6 0,-7 9 0,0 1 0,0-1 0,0 0 0,0 0 0,0 0 0,0 1 0,1-1 0,-1 1 0,0-1 0,0 1 0,1-1 0,-1 1 0,0 0 0,1 0 0,-1 0 0,0-1 0,1 1 0,-1 1 0,1-1 0,-1 0 0,0 0 0,1 0 0,-1 1 0,0-1 0,1 0 0,-1 1 0,0 0 0,2 0 0,15 9 0,0 0 0,28 22 0,-24-16 0,-5-4-30,-9-5-415,0-1 0,14 7 0,-11-8-6381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7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24575,'30'-12'0,"88"-36"0,-90 39 0,0 1 0,38-6 0,-49 11 0,1 2 0,0 1 0,-1 0 0,25 4 0,-40-4 0,-1 0 0,1 0 0,-1 1 0,0-1 0,1 0 0,-1 1 0,0-1 0,0 1 0,1 0 0,-1-1 0,0 1 0,0 0 0,0 0 0,0 0 0,0 0 0,0 0 0,0 0 0,0 0 0,2 3 0,-2-2 0,0 0 0,0 1 0,0-1 0,-1 1 0,1 0 0,-1-1 0,1 1 0,-1-1 0,0 1 0,0 3 0,-1 5 0,0 1 0,-1 0 0,-7 20 0,8-28 0,-15 60 0,-13 105 0,28-152 0,0 0 0,1 0 0,1 1 0,1-1 0,0 0 0,1 0 0,1 0 0,1-1 0,7 19 0,4 3 0,2-1 0,37 58 0,-52-91 0,9 15 0,0 1 0,-1 0 0,8 22 0,-18-40 0,-1-1 0,1 1 0,-1-1 0,1 1 0,-1 0 0,0 0 0,0-1 0,0 1 0,0 0 0,0-1 0,0 1 0,0 0 0,0 0 0,-1-1 0,1 1 0,0 0 0,-1-1 0,0 1 0,1 0 0,-1-1 0,0 1 0,0-1 0,0 0 0,0 1 0,0-1 0,0 1 0,0-1 0,-1 0 0,1 0 0,0 0 0,-1 0 0,1 0 0,-1 0 0,1 0 0,-1 0 0,-2 0 0,-7 3 0,1-1 0,0 0 0,-1-1 0,-19 2 0,14-2 0,-169 19-1365,169-18-5461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39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24575,'2'3'0,"2"3"0,-3 1 0,-2 1 0,-1 3 0,1 1 0,0 2 0,0-2-8191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1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1064 1 24575,'-107'6'0,"-4"8"0,-110 11 0,163-21 0,-209 8 0,208-13 0,-64 2 0,122-1 0,0 0 0,1 0 0,-1 0 0,0 0 0,0 0 0,0 0 0,0 1 0,1-1 0,-1 0 0,0 0 0,0 1 0,0-1 0,1 1 0,-1-1 0,0 0 0,0 1 0,1 0 0,-1-1 0,0 1 0,1 0 0,0-1 0,-1 1 0,1-1 0,0 1 0,0-1 0,0 1 0,0-1 0,0 1 0,0-1 0,0 1 0,1-1 0,-1 1 0,0-1 0,0 1 0,0-1 0,0 1 0,0-1 0,1 0 0,-1 1 0,0-1 0,1 1 0,-1-1 0,1 1 0,2 3 0,0-1 0,1 0 0,-1 0 0,1 0 0,6 3 0,14 7 0,0-1 0,37 12 0,-13-6 0,-1 1 0,18 7 0,81 44 0,-124-58 0,23 14 0,-41-23 0,0 0 0,0 0 0,0 0 0,0 1 0,-1-1 0,0 1 0,5 6 0,-7-8 0,0-1 0,0 1 0,0-1 0,-1 0 0,1 1 0,-1-1 0,1 1 0,-1 0 0,1-1 0,-1 1 0,0-1 0,0 1 0,0 0 0,0-1 0,0 1 0,0-1 0,-1 1 0,1 0 0,0-1 0,-1 1 0,1-1 0,-1 1 0,1-1 0,-1 1 0,0-1 0,0 1 0,0-1 0,0 0 0,0 0 0,0 1 0,0-1 0,0 0 0,0 0 0,-1 0 0,1 0 0,0 0 0,-3 1 0,-5 3 0,0 0 0,0 0 0,-1-1 0,-15 4 0,18-5 0,-239 57 0,72-21 0,159-34 0,-1-1 0,1 2 0,0 0 0,1 1 0,-1 1 0,-21 15 0,34-22 0,1 0 0,0 0 0,-1 0 0,1 0 0,0 0 0,0 0 0,0 1 0,0-1 0,0 0 0,0 1 0,0-1 0,1 1 0,-1-1 0,0 1 0,1-1 0,-1 1 0,1 0 0,0-1 0,-1 1 0,1 0 0,0-1 0,0 1 0,0 1 0,1-1 0,-1 0 0,1 0 0,-1 0 0,1-1 0,0 1 0,0-1 0,0 1 0,0 0 0,0-1 0,0 1 0,0-1 0,1 0 0,-1 1 0,0-1 0,1 0 0,-1 0 0,1 0 0,-1 0 0,1 0 0,3 1 0,9 4 0,0-1 0,0-1 0,0 0 0,26 3 0,61 1 0,-98-8 0,122 6 0,0-6 0,194-24 0,-310 23-96,11-2-222,1-1 1,0 0 0,23-9 0,-32 7-6509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24575,'1'7'0,"4"19"0,11 32 0,-13-51 0,-1 0 0,1 0 0,1 0 0,-1 0 0,1-1 0,1 1 0,-1-1 0,1 0 0,6 6 0,-10-11 0,0 0 0,0 0 0,0-1 0,0 1 0,0 0 0,0 0 0,0-1 0,0 1 0,0 0 0,0-1 0,0 1 0,1-1 0,-1 1 0,0-1 0,0 0 0,1 0 0,-1 0 0,0 1 0,1-1 0,-1 0 0,0 0 0,0-1 0,1 1 0,-1 0 0,0 0 0,3-1 0,-3 0 0,1 0 0,-1-1 0,1 1 0,-1 0 0,0 0 0,1-1 0,-1 1 0,0-1 0,0 1 0,0-1 0,0 0 0,0 1 0,0-1 0,-1 0 0,1 1 0,0-1 0,-1 0 0,1-2 0,0-5 0,0 0 0,0 0 0,-1 0 0,-1-9 0,0 10 0,1 0 0,0 0 0,1 0 0,-1 0 0,3-9 0,-2 15 0,-1 0 0,1 1 0,-1-1 0,1 0 0,0 1 0,-1-1 0,1 1 0,0 0 0,0-1 0,0 1 0,0-1 0,0 1 0,1 0 0,-1 0 0,0 0 0,1 0 0,-1 0 0,1 0 0,1-1 0,0 1 0,-1 0 0,1 1 0,-1-1 0,1 1 0,-1 0 0,1-1 0,-1 1 0,1 1 0,-1-1 0,1 0 0,4 1 0,2 2 0,1 0 0,-1 0 0,0 1 0,0 1 0,13 7 0,3 4 0,114 65 0,-107-66-36,-14-7-407,-1 1 0,18 12 0,-25-14-6383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3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24575,'1'12'0,"0"-1"0,1 1 0,1 0 0,4 12 0,0 1 0,21 92 0,56 217 0,-67-276 0,-17-58 0,0 1 0,0-1 0,0 0 0,0 0 0,1 0 0,-1 0 0,0 0 0,0 0 0,0 0 0,0 0 0,0 1 0,0-1 0,0 0 0,0 0 0,1 0 0,-1 0 0,0 0 0,0 0 0,0 0 0,0 0 0,0 0 0,0 0 0,0 0 0,1 0 0,-1 0 0,0 0 0,0 0 0,0 0 0,0 0 0,0 0 0,1 0 0,-1 0 0,0 0 0,0 0 0,0 0 0,0 0 0,0 0 0,0 0 0,0 0 0,1 0 0,-1-1 0,0 1 0,0 0 0,0 0 0,0 0 0,0 0 0,0 0 0,0 0 0,0 0 0,0 0 0,0-1 0,0 1 0,1 0 0,-1 0 0,0 0 0,0 0 0,0 0 0,5-9 0,-4 8 0,13-24 0,-5 8 0,1 0 0,13-17 0,-20 30 0,0 0 0,0 1 0,0 0 0,1-1 0,-1 1 0,1 0 0,0 1 0,0-1 0,0 1 0,0-1 0,0 1 0,1 1 0,-1-1 0,6-1 0,-8 3 0,1 0 0,-1 0 0,1 0 0,-1 0 0,1 0 0,-1 1 0,1-1 0,-1 1 0,1 0 0,-1 0 0,0 0 0,1 0 0,-1 0 0,2 2 0,31 22 0,-29-20 0,65 58 120,-64-56-306,0 0 1,-1 1-1,0 0 0,0 0 1,-1 1-1,0 0 1,5 11-1,-5-7-6640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85 24575,'-4'-3'0,"-65"-47"0,61 45 0,0 1 0,0 0 0,-1 0 0,1 0 0,-1 1 0,1 1 0,-11-3 0,16 5 0,1 0 0,0-1 0,0 1 0,0 0 0,0 0 0,0 1 0,-1-1 0,1 0 0,0 1 0,0-1 0,0 1 0,0 0 0,0-1 0,0 1 0,0 0 0,0 0 0,1 0 0,-1 1 0,0-1 0,0 0 0,1 1 0,-1-1 0,1 1 0,-1-1 0,1 1 0,0 0 0,0 0 0,0-1 0,0 1 0,0 0 0,0 0 0,0 0 0,0 0 0,1 0 0,-1 3 0,-2 7 0,2 0 0,-1 0 0,1 1 0,2 21 0,-1-29 0,1 9 0,1 0 0,0 0 0,1 0 0,0 0 0,7 17 0,33 66 0,-13-32 0,-17-33 0,-1 0 0,14 67 0,-22-80 0,-2 0 0,0 0 0,-1 1 0,-1-1 0,-1 0 0,-6 35 0,5-45 0,0 0 0,1 1 0,0-1 0,0 0 0,2 15 0,-1-21 0,0-1 0,1 0 0,-1 1 0,1-1 0,0 0 0,0 0 0,0 0 0,0 0 0,0 0 0,0 0 0,1 0 0,-1 0 0,1 0 0,-1 0 0,1-1 0,-1 1 0,1-1 0,0 1 0,0-1 0,0 0 0,0 0 0,0 0 0,0 0 0,0 0 0,0 0 0,1 0 0,2 0 0,3 1 0,1 0 0,0-1 0,-1 0 0,1-1 0,0 0 0,-1 0 0,1-1 0,0 0 0,-1-1 0,1 1 0,-1-2 0,0 1 0,1-1 0,-1 0 0,0-1 0,-1 0 0,1 0 0,-1-1 0,0 0 0,7-6 0,-12 9-195,0 0 0,0 0 0,0 0 0,0-1 0,0 1 0,1-4 0,2-4-6631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4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24575,'0'-1'0,"0"1"0,0-1 0,0 1 0,0-1 0,0 1 0,0-1 0,0 1 0,0-1 0,0 1 0,0-1 0,0 1 0,0 0 0,0-1 0,0 1 0,1-1 0,-1 1 0,0-1 0,0 1 0,0 0 0,1-1 0,-1 1 0,0 0 0,1-1 0,-1 1 0,0 0 0,1-1 0,0 1 0,0 0 0,-1 0 0,1 0 0,-1 0 0,1 0 0,-1 0 0,1 1 0,-1-1 0,1 0 0,-1 0 0,1 1 0,-1-1 0,1 0 0,-1 1 0,1-1 0,-1 0 0,1 1 0,18 22 0,-6-3 0,26 32 0,-32-45 0,0 0 0,0 0 0,1-1 0,0 0 0,0 0 0,0-1 0,10 5 0,-17-9 0,0 0 0,1-1 0,-1 1 0,1-1 0,-1 1 0,1-1 0,-1 1 0,1-1 0,-1 0 0,1 0 0,0 0 0,-1 0 0,1 0 0,-1 0 0,1 0 0,-1 0 0,1-1 0,-1 1 0,1-1 0,-1 1 0,1-1 0,-1 1 0,1-1 0,-1 0 0,0 0 0,1 0 0,-1 0 0,0 0 0,0 0 0,0 0 0,0 0 0,0 0 0,0-1 0,0 1 0,0 0 0,0-1 0,0 1 0,-1 0 0,1-2 0,4-7 0,-2-1 0,0 1 0,0 0 0,2-18 0,-3 19 0,-2 7 0,0 1 0,0-1 0,1 1 0,-1-1 0,1 1 0,-1 0 0,1-1 0,0 1 0,0-1 0,-1 1 0,1 0 0,0 0 0,0-1 0,0 1 0,0 0 0,1 0 0,-1 0 0,0 0 0,0 0 0,1 0 0,-1 1 0,0-1 0,1 0 0,-1 1 0,1-1 0,-1 1 0,1-1 0,-1 1 0,1 0 0,-1-1 0,1 1 0,-1 0 0,1 0 0,-1 0 0,1 0 0,0 1 0,-1-1 0,2 1 0,4 0 0,0 1 0,0 0 0,0 0 0,0 1 0,-1 0 0,0 0 0,7 5 0,89 64-1365,-93-66-5461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5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24575,'22'-6'0,"1"0"0,-1 2 0,1 1 0,31-1 0,-37 4 0,-1 0 0,1 2 0,-1 0 0,1 1 0,-1 0 0,30 12 0,-24-7 0,-8-3 0,1 0 0,-1 2 0,0-1 0,0 2 0,13 9 0,-26-16 0,1 1 0,-1-1 0,0 0 0,0 0 0,0 1 0,0-1 0,-1 1 0,1-1 0,0 1 0,0-1 0,-1 1 0,1-1 0,-1 1 0,0-1 0,1 1 0,-1 0 0,0-1 0,0 1 0,0 0 0,0-1 0,0 3 0,-2 4 0,1 0 0,-1 0 0,-4 10 0,-2 5 0,4 1 0,1 0 0,0 1 0,2-1 0,3 38 0,19 96 0,-8-106 0,1-1 0,34 79 0,-32-90 0,-14-35 0,0 0 0,-1 0 0,1 0 0,-1 1 0,0-1 0,0 1 0,-1-1 0,1 0 0,-2 11 0,1-14 0,-1 0 0,1 0 0,-1 0 0,0 0 0,0 0 0,1 0 0,-1 0 0,0-1 0,-1 1 0,1 0 0,0 0 0,0-1 0,-1 1 0,1-1 0,-1 1 0,1-1 0,-1 0 0,0 0 0,0 0 0,1 1 0,-1-2 0,0 1 0,0 0 0,0 0 0,0-1 0,0 1 0,0-1 0,-3 1 0,-25 5-1365,16-3-5461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5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 24575,'3'6'0,"168"334"-1206,-148-283 970,-1 0 1,-4 2 0,-1 0-1,9 73 1,-22-97 300,-1 0-1,-1 0 1,-2 0 0,-7 57-1,3-72-1,0 0-1,-1 0 1,-1 0-1,-1-1 0,0 0 1,-2 0-1,0-1 0,-1 0 1,-17 22-1,14-23 194,-2-1 1,0 0-1,0-1 0,-1 0 0,-20 12 0,-2-1-989,-55 26 0,63-37-6093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6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49 24575,'-9'-12'0,"7"7"0,-1 1 0,0 0 0,0-1 0,0 1 0,-7-5 0,9 8 0,0 1 0,1-1 0,-1 1 0,0-1 0,0 1 0,0-1 0,0 1 0,0 0 0,1-1 0,-1 1 0,0 0 0,0 0 0,0 0 0,0 0 0,0 0 0,0 0 0,0 0 0,0 0 0,0 0 0,0 0 0,0 0 0,0 1 0,0-1 0,1 0 0,-1 1 0,0-1 0,0 0 0,0 1 0,0-1 0,1 1 0,-1 0 0,0-1 0,0 1 0,1 0 0,-1-1 0,0 2 0,-4 4 0,1 0 0,0 0 0,0 0 0,1 1 0,-1 0 0,1-1 0,-2 11 0,-12 22 0,-29 40 0,21-37 0,-34 74 0,43-75 7,2 1 1,2 0-1,2 1 0,1 0 0,-5 80 0,13-86-74,2 0 1,1 0-1,2-1 0,2 1 0,1-1 0,2-1 0,17 49 0,-3-29 5,51 88 1,46 43 85,-19-53-798,-89-120-6052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7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24575,'30'8'0,"107"33"0,-114-32 0,1 1 0,-1 1 0,35 23 0,-31-15 0,0 0 0,-2 2 0,-1 1 0,0 1 0,-2 1 0,-1 1 0,31 47 0,9 28 0,65 146 0,-98-178 0,-2 2 0,-3 1 0,17 94 0,-32-122 0,-3 1 0,-1-1 0,-3 1 0,-7 85 0,2-98 0,-2-1 0,0 0 0,-3 0 0,0-1 0,-2 1 0,-1-2 0,-27 49 0,25-55-341,-2-1 0,0 0-1,-22 22 1,25-30-6485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5:59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28 24575,'-14'-1'0,"-17"0"0,0 2 0,-46 6 0,68-5 20,0-1 0,-1 1 0,1-1 0,0-1 0,-17-1 0,21 0-155,-1 0 0,1 0 0,0 0 0,-1-1 0,1 0 0,0 0 0,0-1 0,0 1 0,1-1 0,-10-6 0,1-2-6691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00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43 24575,'-20'-8'0,"-10"-2"0,-3 0 0,3 2 0,3 3 0,4 4 0,3 2 0,2 2 0,2-1 0,1 3 0,1 0 0,-1 0 0,1-2 0,-4-1 0,0-1 0,0 0 0,3 1 0,4 2-8191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01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1130 7 24575,'22'-5'0,"-18"3"0,-15 4 0,-106 24 0,-53 10 0,-28-16 0,-246-5 0,396-16 0,14 0 0,-37 3 0,70-2 0,1 0 0,-1 0 0,1 0 0,-1 0 0,1 0 0,-1 0 0,1 0 0,-1 0 0,1 1 0,-1-1 0,1 0 0,-1 0 0,1 0 0,-1 1 0,1-1 0,-1 0 0,1 1 0,0-1 0,-1 0 0,1 1 0,-1-1 0,1 1 0,0-1 0,0 1 0,0-1 0,0 0 0,0 1 0,0-1 0,0 1 0,0-1 0,0 0 0,1 1 0,-1-1 0,0 0 0,0 1 0,0-1 0,1 0 0,-1 1 0,0-1 0,0 0 0,1 0 0,-1 1 0,0-1 0,1 0 0,21 13 0,30 9 0,59 15 0,56 7 0,-45-13 0,-105-27 0,1 1 0,0 0 0,0 1 0,-1 0 0,19 11 0,-35-16 0,1-1 0,-1 1 0,1 0 0,-1 0 0,0 0 0,1 1 0,-1-1 0,0 0 0,0 0 0,0 1 0,0-1 0,0 0 0,0 1 0,0-1 0,0 1 0,-1 0 0,2 1 0,-2-1 0,0-1 0,0 1 0,0-1 0,0 1 0,0-1 0,0 0 0,0 1 0,-1-1 0,1 1 0,-1-1 0,1 1 0,-1-1 0,1 0 0,-1 1 0,0-1 0,0 1 0,-4 4 0,1-1 0,-1 0 0,0-1 0,0 1 0,0-1 0,0 0 0,-8 4 0,-180 105 0,128-70 0,-68 57 0,48-34 0,-3 3 0,70-55 0,13-11 0,1-1 0,0 1 0,0 0 0,0 1 0,1-1 0,-1 1 0,1-1 0,-5 8 0,8-10 0,-1-1 0,1 0 0,0 1 0,0-1 0,0 1 0,0-1 0,0 0 0,0 1 0,0-1 0,0 0 0,0 1 0,1-1 0,-1 0 0,0 1 0,0-1 0,0 1 0,0-1 0,0 0 0,1 1 0,-1-1 0,0 0 0,0 0 0,0 1 0,1-1 0,-1 0 0,0 0 0,1 1 0,-1-1 0,0 0 0,1 0 0,-1 1 0,0-1 0,1 0 0,-1 0 0,0 0 0,1 0 0,-1 0 0,0 0 0,1 0 0,-1 0 0,0 1 0,1-2 0,19 4 0,-19-3 0,80-1 0,105-14 0,-80 4 0,-35 5-300,233-17 73,0 16-1166,-294 7-4878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6:48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48 24575,'0'-47'0,"-9"74"0,-5 24 0,-2 0 0,-34 75 0,-5 12 0,46-110 0,1 0 0,1 1 0,-2 30 0,5-19 0,2 0 0,2 0 0,2-1 0,2 1 0,1 0 0,2-1 0,2 0 0,1-1 0,2 0 0,2 0 0,28 53 0,-10-30 0,69 92 0,54 46 0,-76-101 0,-34-38-1365,-29-38-5461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00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0 24575,'6'1'0,"15"4"0,-20-5 0,0 0 0,-1 0 0,1 0 0,0 1 0,-1-1 0,1 0 0,0 0 0,-1 1 0,1-1 0,0 0 0,-1 1 0,1-1 0,-1 1 0,1-1 0,-1 1 0,1-1 0,-1 1 0,1-1 0,-1 1 0,1-1 0,-1 2 0,0-2 0,0 1 0,0-1 0,0 1 0,0-1 0,0 1 0,-1-1 0,1 0 0,0 1 0,0-1 0,-1 1 0,1-1 0,0 0 0,-1 1 0,1-1 0,0 0 0,-1 1 0,1-1 0,0 0 0,-1 0 0,1 1 0,-1-1 0,1 0 0,0 0 0,-1 0 0,1 1 0,-1-1 0,1 0 0,-1 0 0,-16 4 0,16-4 0,-36 4 0,0-2 0,-54-4 0,22 1 0,61 1-195,0-1 0,0 1 0,0-1 0,0-1 0,0 0 0,-13-4 0,8 0-6631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00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32 24575,'-31'-6'0,"-13"-1"0,-1 1 0,4 1 0,6 1 0,7 2 0,6 0 0,3 4 0,3 2 0,2 2 0,0 0 0,2 0-8191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01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24575,'0'0'0,"1"0"0,0 1 0,-1-1 0,1 0 0,0 1 0,-1-1 0,1 1 0,-1-1 0,1 0 0,-1 1 0,1-1 0,-1 1 0,1 0 0,-1-1 0,1 1 0,-1-1 0,0 1 0,1 0 0,-1-1 0,0 1 0,1 0 0,-1-1 0,0 1 0,0 0 0,0-1 0,0 1 0,0 1 0,3 24 0,-3-24 0,5 39 0,14 64 0,1-5 0,-19-80 0,-1-15 0,0-1 0,1 1 0,0 0 0,-1 0 0,3 6 0,-2-9 0,-1-1 0,1 0 0,0 0 0,0 1 0,-1-1 0,1 0 0,0 0 0,0 0 0,0 0 0,0 0 0,0 0 0,0 0 0,0 0 0,1-1 0,-1 1 0,0 0 0,0-1 0,1 1 0,-1-1 0,0 1 0,1-1 0,-1 1 0,2-1 0,15 2 0,0-1 0,1-1 0,29-3 0,-34 2 0,17-1 0,-1-2 0,0-1 0,0-2 0,35-11 0,-62 17-76,-1 0 1,1-1-1,0 1 0,0 0 0,-1-1 0,1 0 0,0 0 0,-1 0 1,0 0-1,1 0 0,-1 0 0,0-1 0,0 1 0,-1-1 1,1 1-1,0-1 0,1-4 0,1-5-6750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01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24575,'-5'29'0,"0"-1"0,2 0 0,1 1 0,1 0 0,2-1 0,8 55 0,-3-19 0,4 16 0,-6-51-1365,-3-16-5461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0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41 24575,'2'-3'0,"1"0"0,-1 0 0,0 0 0,1 0 0,0 1 0,-1-1 0,1 1 0,0-1 0,0 1 0,1 0 0,-1 0 0,0 1 0,1-1 0,-1 1 0,1 0 0,-1-1 0,8 0 0,-5 2 0,-1-1 0,1 1 0,0 1 0,0-1 0,-1 1 0,1 0 0,-1 0 0,1 1 0,-1-1 0,1 1 0,5 3 0,-8-3 0,0-1 0,0 1 0,0 0 0,-1 0 0,1 0 0,-1 0 0,5 5 0,15 20-27,0 1 0,-2 1 0,-2 1 0,27 57 0,-39-73-47,0 1 1,0-1-1,-2 1 1,0 0-1,3 17 1,-7-28 54,1 1 0,-1 0 0,0 0 0,-1 0 0,1 0 1,-1 0-1,0-1 0,-3 9 0,3-10 14,0 0 1,-1 0-1,1 0 1,-1-1-1,0 1 1,0-1-1,0 1 1,0-1-1,0 0 1,0 1-1,-1-1 1,1-1-1,-1 1 1,-4 3-1,-1-2 42,0 0 0,1 0 0,-1-1 0,0 0 0,0-1 0,0 1 0,0-2 0,0 1 0,-1-1 0,-10-1 0,-5-1 99,1-2 0,-31-8-1,38 7-135,-1 0 0,1-1 0,1 0 0,-1-2 0,1 0 0,-21-15 0,28 18 0,1-1 0,0 0 0,1 0 0,0 0 0,0-1 0,0 0 0,1 0 0,0-1 0,0 1 0,1-1 0,0 0 0,0 0 0,1-1 0,-3-9 0,5 11 10,0 0 0,0 1 0,1-1 0,0 1 0,0-1 0,1 0 0,0 1 0,0-1 0,0 1 0,1-1 0,4-9 0,-3 8-175,0 0 0,1 0 0,1 1 0,-1 0 0,1 0 0,0 0 0,1 0 0,9-8 0,-4 5-6661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1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28 24575,'-36'0'0,"-127"-1"0,114-6 120,44 6-306,0-1 1,0 1-1,0-1 0,0 0 1,1 0-1,-1-1 1,-6-4-1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15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64 24575,'-29'-8'0,"-14"-5"0,-5 0 0,3 2 0,6 2 0,6 4 0,4 2 0,6 1 0,1 5 0,2 1 0,1 2 0,2 1 0,1 1 0,1-1 0,2-1-8191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17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140 157 24575,'-1'-3'0,"-3"-11"0,0 1 0,1-1 0,1 0 0,-1-21 0,3 32 0,0 0 0,0 0 0,1 0 0,-1-1 0,1 1 0,0 0 0,0 0 0,0 0 0,0 0 0,0 1 0,3-5 0,-3 5 0,0 1 0,1-1 0,0 1 0,-1-1 0,1 1 0,0-1 0,-1 1 0,1 0 0,0 0 0,0 0 0,0 0 0,0 0 0,0 0 0,1 0 0,-1 1 0,0-1 0,4 0 0,8 0 0,-1 0 0,0 1 0,0 0 0,1 1 0,-1 0 0,0 1 0,0 0 0,0 1 0,0 1 0,24 10 0,-28-9 0,0 0 0,0 0 0,0 0 0,-1 1 0,0 1 0,0 0 0,-1 0 0,0 0 0,0 1 0,0 0 0,-1 0 0,-1 0 0,1 1 0,6 16 0,-4-7 0,-2 1 0,-1 0 0,0 1 0,-1-1 0,2 33 0,-4-5 0,-5 58 0,2-99 0,1 0 0,-1-1 0,0 1 0,0-1 0,-1 0 0,0 1 0,0-1 0,0 0 0,0 0 0,-1 0 0,-4 7 0,4-9 0,1 0 0,-1 0 0,0-1 0,0 1 0,0-1 0,-1 1 0,1-1 0,0 0 0,-1 0 0,1 0 0,-1-1 0,0 1 0,0-1 0,0 0 0,1 0 0,-7 1 0,-5-1 0,0 0 0,0-1 0,0-1 0,0 0 0,0-1 0,0 0 0,1-1 0,-26-9 0,23 6 0,1-2 0,0 1 0,0-2 0,0 0 0,2-1 0,-1 0 0,-16-16 0,21 16 0,0 0 0,0 0 0,1-1 0,1-1 0,0 0 0,1 0 0,0 0 0,0-1 0,-6-17 0,10 19 0,0 1 0,1-1 0,0 0 0,0 0 0,1 0 0,1 1 0,0-1 0,0 0 0,1 0 0,1 0 0,-1 0 0,8-20 0,-5 20-273,1-1 0,0 1 0,1 1 0,7-13 0,0 5-6553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2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49 24575,'0'-1'0,"1"1"0,-1-1 0,1 0 0,-1 0 0,1 1 0,-1-1 0,1 0 0,-1 1 0,1-1 0,0 0 0,-1 1 0,1-1 0,0 1 0,0-1 0,8-8 0,-9 9 0,0-1 0,0 1 0,0 0 0,0-1 0,0 1 0,0 0 0,0-1 0,0 1 0,0 0 0,0 0 0,0-1 0,-1 1 0,1 0 0,0-1 0,0 1 0,0 0 0,0 0 0,0-1 0,-1 1 0,1 0 0,0 0 0,0 0 0,-1-1 0,1 1 0,0 0 0,0 0 0,-1 0 0,1 0 0,0-1 0,0 1 0,-1 0 0,1 0 0,0 0 0,-1 0 0,1 0 0,0 0 0,0 0 0,-1 0 0,0 0 0,-18-5 0,-1 1 0,-36-3 0,54 7 0,-28-3-273,-1 1 0,0 2 0,0 1 0,-43 7 0,58-5-6553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27:28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0 24575,'-18'0'0,"-9"0"0,-2 0 0,2 0 0,-1 0 0,2 0 0,4 0 0,2 0 0,-1 0 0,2 0 0,0 0 0,2 0 0,0 0 0,4 0-8191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03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2146 33 24575,'15'-6'0,"-1"0"0,1 1 0,0 1 0,0 0 0,1 1 0,-1 1 0,1 1 0,-1 0 0,27 2 0,-223-2 0,78 2 0,-1064-1 0,1017 8 0,4 0 0,-431-8 0,2327 0 0,-1608-8 0,9 0 0,-141 8 0,27 0 0,-34 0 0,-21 0 0,-4 1-9,-32 6 1,25-3-1340,13-2-5478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18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17 24575,'37'-10'0,"-37"10"0,0 0 0,0 0 0,0 0 0,0 0 0,0 0 0,0 0 0,0 0 0,0 0 0,0 0 0,0 0 0,0 0 0,0 0 0,-1 0 0,1 0 0,0 0 0,0 0 0,0 0 0,0 0 0,0 0 0,0 0 0,0 0 0,0 0 0,0-1 0,0 1 0,0 0 0,0 0 0,0 0 0,0 0 0,0 0 0,0 0 0,0 0 0,0 0 0,0 0 0,0 0 0,0 0 0,0 0 0,0 0 0,0 0 0,0 0 0,0-1 0,0 1 0,1 0 0,-1 0 0,0 0 0,0 0 0,0 0 0,0 0 0,0 0 0,0 0 0,0 0 0,0 0 0,0 0 0,0 0 0,0 0 0,0 0 0,0 0 0,0 0 0,0 0 0,0 0 0,0 0 0,0 0 0,1 0 0,-1 0 0,0 0 0,0 0 0,-8-2 0,-12 0 0,-9 2 0,0 1 0,-52 8 0,64-6 0,0 2 0,0-1 0,1 2 0,0 0 0,0 1 0,-17 10 0,27-13 0,-1 1 0,1 1 0,0-1 0,1 1 0,-1 0 0,1 0 0,0 0 0,1 1 0,-1 0 0,1 0 0,-4 10 0,4-8 0,0 1 0,1-1 0,0 1 0,1 0 0,0 0 0,0 0 0,1 0 0,0 17 0,2-17 0,1 0 0,0 1 0,0-1 0,1 0 0,1 0 0,-1-1 0,1 1 0,8 12 0,-2-5 0,2 0 0,-1-1 0,21 21 0,-20-25 0,0 0 0,2-1 0,-1-1 0,1 1 0,1-2 0,0 0 0,0-1 0,31 11 0,-24-12 0,0-1 0,1 0 0,0-2 0,0-1 0,0 0 0,25-2 0,-38-1 0,1 0 0,-1-1 0,0 0 0,1-1 0,-1 0 0,15-5 0,-22 6 0,0-1 0,1 1 0,-1-1 0,0 0 0,0 0 0,0 0 0,-1 0 0,1 0 0,0-1 0,-1 1 0,1-1 0,-1 0 0,0 0 0,0 0 0,0 0 0,0 0 0,-1 0 0,1 0 0,-1 0 0,0-1 0,0 1 0,1-6 0,0-6-1365,-1 2-5461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19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84 184 24575,'-5'8'0,"0"1"0,1 0 0,0 0 0,1 0 0,0 0 0,0 1 0,1-1 0,1 1 0,-1 0 0,1 10 0,1-13 0,0 0 0,0 0 0,1 0 0,0 0 0,1 0 0,2 10 0,-2-13 0,-1 0 0,1 0 0,0-1 0,0 1 0,0-1 0,0 0 0,1 1 0,0-1 0,-1 0 0,1-1 0,6 6 0,-8-8 0,-1 1 0,0-1 0,1 1 0,-1-1 0,1 0 0,-1 0 0,0 1 0,1-1 0,-1 0 0,1 0 0,-1 1 0,1-1 0,-1 0 0,1 0 0,-1 0 0,1 0 0,-1 0 0,1 0 0,0 0 0,-1 0 0,1 0 0,-1 0 0,1 0 0,-1 0 0,1 0 0,-1 0 0,1 0 0,-1-1 0,1 1 0,0-1 0,0 0 0,-1 0 0,1 1 0,-1-1 0,1 0 0,-1 0 0,0 0 0,1 0 0,-1 0 0,0 0 0,0 0 0,0 0 0,1 1 0,-1-3 0,0-3 0,0 0 0,-1 0 0,-1-12 0,-5-4 0,-1 0 0,0 0 0,-2 1 0,-15-25 0,-7-14 0,26 48 0,4 8 0,0 1 0,1-1 0,-1 0 0,0 0 0,1 1 0,0-1 0,-1-8 0,2 11 0,0 1 0,0-1 0,0 1 0,0-1 0,0 1 0,0 0 0,0-1 0,0 1 0,0-1 0,0 1 0,1 0 0,-1-1 0,0 1 0,0 0 0,0-1 0,1 1 0,-1 0 0,0-1 0,1 1 0,-1 0 0,0-1 0,1 1 0,-1 0 0,0 0 0,1 0 0,-1-1 0,0 1 0,1 0 0,-1 0 0,1 0 0,-1 0 0,0 0 0,1-1 0,-1 1 0,1 0 0,-1 0 0,0 0 0,1 0 0,-1 0 0,1 0 0,-1 1 0,1-1 0,-1 0 0,0 0 0,1 0 0,-1 0 0,0 0 0,1 1 0,0-1 0,20 10 0,20 18 0,40 35 0,29 21 0,-81-65 0,0-2 0,40 17 0,-56-28 0,0-2 0,1 1 0,-1-1 0,1-1 0,0-1 0,0 0 0,0 0 0,17-2 0,-29 0 0,1 0 0,-1 0 0,0 0 0,0 0 0,0-1 0,0 1 0,0-1 0,0 1 0,1-1 0,-1 0 0,-1 0 0,1 0 0,0 0 0,0 0 0,0-1 0,0 1 0,-1 0 0,1-1 0,-1 0 0,1 1 0,2-4 0,-3 1 0,1 0 0,-1 1 0,0-1 0,0 0 0,0 0 0,-1 0 0,1 0 0,-1 0 0,0 0 0,0 0 0,0-4 0,-2-8 0,-1 0 0,0 0 0,-1 1 0,0 0 0,-2 0 0,-9-21 0,-51-82 0,58 106-111,-12-20 349,19 30-325,0 1-1,0-1 0,0 1 0,0 0 0,0 0 1,-1 0-1,1-1 0,0 1 0,-1 0 1,1 1-1,-1-1 0,1 0 0,-1 0 0,1 1 1,-1-1-1,-2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0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53 228 24575,'-4'38'0,"0"2"0,1 42 0,3-70 0,1 0 0,0-1 0,1 1 0,0 0 0,1-1 0,0 0 0,0 0 0,8 14 0,-10-23 0,0 0 0,0 0 0,0-1 0,0 1 0,1 0 0,-1 0 0,1-1 0,2 3 0,-4-4 0,0 0 0,1 0 0,-1 1 0,0-1 0,1 0 0,-1 0 0,0 0 0,1 0 0,-1 0 0,0 0 0,0 0 0,1 1 0,-1-1 0,0 0 0,1 0 0,-1 0 0,0 0 0,1 0 0,-1-1 0,0 1 0,1 0 0,-1 0 0,1 0 0,-1-1 0,1 1 0,0-1 0,-1 1 0,0-1 0,1 1 0,-1-1 0,1 1 0,-1-1 0,0 0 0,1 1 0,-1-1 0,0 0 0,0 1 0,1-1 0,-1-1 0,1-6 0,0 0 0,0-1 0,-1 1 0,0 0 0,-1 0 0,1 0 0,-2 0 0,1 0 0,-5-14 0,-4-7 0,-16-33 0,26 62 0,-49-101 0,48 101 0,1-1 0,0 1 0,0 0 0,-1-1 0,1 1 0,0-1 0,0 1 0,0 0 0,-1-1 0,1 1 0,0 0 0,0-1 0,0 1 0,0-1 0,0 1 0,0-1 0,0 1 0,0 0 0,0-1 0,0 1 0,0-1 0,0 1 0,0 0 0,0-1 0,0 1 0,1-1 0,-1 1 0,0-1 0,10 6 0,13 17 0,5 8 0,2-1 0,49 37 0,-65-56 0,0 0 0,1-1 0,0-1 0,0-1 0,0 0 0,1 0 0,0-2 0,32 7 0,-43-11 0,0-1 0,-1 1 0,1-1 0,-1 0 0,1 0 0,0 0 0,-1-1 0,7-1 0,-9 1 0,0 0 0,-1 1 0,1-1 0,0 0 0,-1 0 0,1 0 0,-1 0 0,1-1 0,-1 1 0,1 0 0,-1-1 0,0 1 0,0-1 0,0 1 0,0-1 0,0 1 0,0-1 0,0 0 0,0 0 0,-1 1 0,1-1 0,0-3 0,1-8 0,0 1 0,-1 0 0,0-1 0,-1 1 0,0-1 0,-3-18 0,-19-74 0,18 88 0,-3-14-114,-11-40 357,15 62-492,0 0 0,-1 0 0,0 1 0,-1-1 0,-6-9 0,1 5-6577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12 24575,'-40'-4'0,"2"0"0,-62 1 0,96 3 0,1 0 0,-1 0 0,1 1 0,-1 0 0,1-1 0,0 1 0,-1 0 0,1 1 0,0-1 0,0 1 0,-4 2 0,6-3 0,-1 0 0,1 0 0,0 0 0,0 0 0,1 0 0,-1 1 0,0-1 0,0 0 0,1 1 0,-1-1 0,0 0 0,1 1 0,-1-1 0,1 1 0,0-1 0,0 1 0,-1-1 0,1 0 0,0 1 0,0-1 0,0 1 0,1-1 0,-1 1 0,0-1 0,0 1 0,1-1 0,-1 1 0,2 1 0,0 3 0,1-1 0,-1 1 0,1-1 0,1 0 0,-1 0 0,1 0 0,0 0 0,0-1 0,0 0 0,6 5 0,9 5 0,25 17 0,-16-13 0,8 7 0,100 63 0,-129-84 0,14 8 0,-20-11 0,0-1 0,0 1 0,0-1 0,-1 1 0,1 0 0,0 0 0,0 0 0,0-1 0,-1 1 0,1 0 0,-1 0 0,1 0 0,0 0 0,-1 0 0,0 0 0,1 1 0,-1-1 0,0-1 0,0 1 0,0-1 0,0 1 0,0-1 0,-1 1 0,1-1 0,0 1 0,0-1 0,-1 1 0,1-1 0,0 0 0,-1 1 0,1-1 0,0 1 0,-1-1 0,1 0 0,-1 1 0,1-1 0,0 0 0,-1 1 0,1-1 0,-1 0 0,0 1 0,-14 4 0,14-5 0,-10 3 0,0-1 0,0 0 0,0-1 0,-1 0 0,-13-1 0,-59-8 0,53 5 0,-63-10-1365,71 9-5461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1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24575,'-2'5'0,"1"-1"0,0 1 0,0 0 0,0-1 0,0 1 0,1 0 0,0-1 0,0 1 0,1 0 0,-1 0 0,1-1 0,0 1 0,0 0 0,0-1 0,3 6 0,-1-4 0,0 0 0,1 0 0,0 0 0,0-1 0,0 1 0,1-1 0,-1 0 0,1-1 0,10 8 0,-4-4 0,1-1 0,0 0 0,0-1 0,1 0 0,-1-1 0,1-1 0,1 0 0,-1 0 0,0-1 0,17 1 0,-24-4 0,-1 0 0,1 0 0,0-1 0,0 0 0,-1 0 0,1 0 0,-1-1 0,1 1 0,-1-1 0,1-1 0,-1 1 0,0-1 0,8-5 0,-5 2 0,-1 0 0,0 0 0,0-1 0,-1 0 0,1 0 0,-1 0 0,7-12 0,-13 17 0,1 1 0,-1 0 0,1 0 0,0 0 0,0 0 0,-1 0 0,1 0 0,0 0 0,0 0 0,0 0 0,0 0 0,0 1 0,0-1 0,2-1 0,-2 2 0,-1 1 0,1-1 0,0 0 0,0 0 0,-1 0 0,1 1 0,0-1 0,-1 0 0,1 1 0,0-1 0,-1 1 0,1-1 0,-1 1 0,1-1 0,-1 1 0,1-1 0,-1 1 0,1 0 0,-1-1 0,1 1 0,-1-1 0,0 1 0,1 1 0,7 10-227,0 0-1,0 0 1,1-1-1,1 0 1,20 17-1,-17-18-6598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2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 24575,'-19'6'0,"1"1"0,1 1 0,-1 0 0,1 1 0,1 1 0,-29 22 0,42-29 0,0 0 0,0-1 0,1 1 0,-1 0 0,1 0 0,0 0 0,-1 1 0,1-1 0,1 0 0,-1 1 0,0-1 0,1 1 0,0 0 0,0 0 0,0-1 0,0 1 0,1 0 0,-1 0 0,1 0 0,0 0 0,0 0 0,0 0 0,1-1 0,-1 1 0,1 0 0,0 0 0,0 0 0,1-1 0,-1 1 0,1-1 0,-1 1 0,1-1 0,0 1 0,4 3 0,9 11 0,1-1 0,1-1 0,33 26 0,62 33 0,-99-68 0,-10-5 0,0-1 0,0 0 0,0 1 0,0-1 0,-1 1 0,1 0 0,-1 0 0,1 0 0,-1 1 0,0-1 0,0 0 0,4 6 0,-6-8 0,0 0 0,0 1 0,0-1 0,0 0 0,0 1 0,0-1 0,0 0 0,0 0 0,0 1 0,0-1 0,0 0 0,0 1 0,0-1 0,0 0 0,0 0 0,0 1 0,0-1 0,0 0 0,0 0 0,0 1 0,0-1 0,-1 0 0,1 0 0,0 1 0,0-1 0,0 0 0,-1 0 0,1 0 0,0 1 0,-11 3 0,-15-1 0,25-3 0,-112 0 0,46-1 0,64 1 0,0 0 0,-1 0 0,1 0 0,0 0 0,-1-1 0,1 0 0,0 1 0,0-1 0,0 0 0,0 0 0,0 0 0,-5-3 0,8 4 0,0-1 0,0 1 0,-1-1 0,1 1 0,0-1 0,0 1 0,0 0 0,0-1 0,0 1 0,-1-1 0,1 1 0,0-1 0,0 1 0,0-1 0,0 1 0,0-1 0,0 1 0,1-1 0,-1 1 0,0 0 0,0-1 0,0 1 0,0-1 0,0 1 0,1-1 0,-1 1 0,0 0 0,0-1 0,1 1 0,-1-1 0,0 1 0,1 0 0,-1-1 0,0 1 0,1 0 0,-1 0 0,0-1 0,1 1 0,-1 0 0,1-1 0,21-12 0,-19 11 0,25-12 0,52-19 0,-32 14 0,64-21 0,36-15 0,-144 53 0,0-1 0,1 1 0,-1-1 0,0 0 0,7-6 0,-11 9 0,1-1 0,-1 1 0,1-1 0,-1 1 0,1-1 0,-1 1 0,0-1 0,1 0 0,-1 1 0,0-1 0,1 1 0,-1-1 0,0 0 0,0 1 0,1-1 0,-1 0 0,0 1 0,0-1 0,0 0 0,0 1 0,0-1 0,0 0 0,0 1 0,0-1 0,0 0 0,0 1 0,-1-1 0,1 0 0,0 1 0,0-1 0,-1 1 0,1-1 0,0 0 0,-1 1 0,1-1 0,0 1 0,-1-1 0,1 1 0,-1-1 0,1 1 0,-1-1 0,1 1 0,-1 0 0,1-1 0,-1 1 0,0 0 0,1-1 0,-1 1 0,1 0 0,-1 0 0,0-1 0,0 1 0,-2-1 0,1 0 0,0 0 0,0 0 0,-1 1 0,1-1 0,0 1 0,-1-1 0,1 1 0,-1 0 0,1 0 0,-1 0 0,1 0 0,0 1 0,-1-1 0,1 1 0,-1-1 0,1 1 0,0 0 0,0 0 0,-1 0 0,1 0 0,0 0 0,0 0 0,0 1 0,0-1 0,0 1 0,0-1 0,1 1 0,-1 0 0,0 0 0,1-1 0,-1 1 0,1 0 0,-2 5 0,1-4 0,1 0 0,-1 0 0,1 0 0,0 0 0,0 0 0,1 0 0,-1 0 0,0 1 0,1-1 0,0 0 0,0 0 0,0 1 0,0-1 0,1 0 0,-1 1 0,1-1 0,-1 0 0,1 0 0,0 0 0,1 0 0,-1 0 0,0 0 0,1 0 0,0 0 0,0 0 0,2 2 0,1 0 0,1 1 0,1-1 0,-1-1 0,1 1 0,0-1 0,8 4 0,46 17 0,-29-15 0,0-1 0,40 6 0,66 3 0,-81-12 0,-50-5-341,1-1 0,-1 1-1,10-2 1,-3-1-6485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5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29 24575,'-2'-6'0,"2"3"0,-1 1 0,1-1 0,-1 0 0,0 1 0,0-1 0,-3-3 0,4 6 0,0 0 0,0 0 0,0 0 0,0 0 0,0 0 0,0 0 0,0-1 0,0 1 0,0 0 0,0 0 0,-1 0 0,1 0 0,0 0 0,0 0 0,0 0 0,0 0 0,0 0 0,0 0 0,0 0 0,-1 0 0,1 0 0,0 0 0,0 0 0,0 0 0,0 0 0,0 0 0,0 0 0,0 0 0,-1 0 0,1 0 0,0 0 0,0 0 0,0 0 0,0 1 0,0-1 0,0 0 0,0 0 0,0 0 0,0 0 0,-1 0 0,1 0 0,0 0 0,0 0 0,0 0 0,0 0 0,0 1 0,0-1 0,0 0 0,0 0 0,0 0 0,0 0 0,0 0 0,0 0 0,0 0 0,0 0 0,0 1 0,0-1 0,0 0 0,0 0 0,0 0 0,0 0 0,0 0 0,0 0 0,0 0 0,0 1 0,0-1 0,-1 9 0,1 13 0,1-1 0,1 0 0,1 1 0,6 22 0,-5-24 0,26 114 0,7 36 0,-35-154 0,2 29 0,-23-71 0,-35-69-1365,44 74-5461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5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0 137 24575,'10'-7'0,"110"-68"0,-101 65 0,0 1 0,0 0 0,1 2 0,33-9 0,-46 15 0,0 0 0,-1 0 0,1 1 0,0 0 0,0 0 0,-1 0 0,1 1 0,0 0 0,-1 0 0,1 1 0,-1 0 0,12 4 0,-14-4 0,-1 0 0,1 0 0,-1 0 0,1 1 0,-1-1 0,0 1 0,0 0 0,0 0 0,-1 0 0,1 0 0,-1 0 0,1 1 0,-1-1 0,0 1 0,0-1 0,-1 1 0,1 0 0,-1 0 0,1-1 0,-1 1 0,1 8 0,-2-7 0,0 0 0,0 0 0,0-1 0,0 1 0,-1 0 0,1-1 0,-1 1 0,-1 0 0,1-1 0,0 1 0,-1-1 0,0 0 0,0 1 0,-1-1 0,1 0 0,-4 5 0,-2 0 0,-1 0 0,0-1 0,0 1 0,-1-1 0,-11 6 0,-122 96 0,137-106 0,2 1 0,-1-1 0,0 1 0,-4 8 0,8-13 0,0 1 0,1 0 0,-1 0 0,0 0 0,1 0 0,0 0 0,-1 0 0,1 0 0,-1 0 0,1 0 0,0 0 0,0 0 0,-1 0 0,1 0 0,0 0 0,0 0 0,0 0 0,0 0 0,0 0 0,0 0 0,1 0 0,-1 0 0,0 0 0,1 0 0,-1 0 0,0 0 0,1 0 0,-1 0 0,1 0 0,-1 0 0,1-1 0,0 1 0,-1 0 0,1 0 0,0 0 0,0-1 0,0 2 0,5 1 0,0 1 0,0-1 0,1 0 0,-1 0 0,1-1 0,8 3 0,46 7 0,-25-6 0,283 75 0,-301-74 0,-14-4 0,-13-3 0,-31-10-1365,27 5-5461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6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63 287 24575,'15'-13'0,"0"0"0,-1-1 0,0 0 0,-1-1 0,-1-1 0,18-30 0,-26 39 0,-1-1 0,0 0 0,0 0 0,-1 0 0,0 0 0,0 0 0,-1-1 0,1-13 0,-2 20 0,0-1 0,0 0 0,0 0 0,0 1 0,0-1 0,-1 0 0,0 0 0,1 1 0,-1-1 0,0 0 0,0 1 0,0-1 0,-1 1 0,1-1 0,-1 1 0,1 0 0,-1-1 0,0 1 0,0 0 0,0 0 0,0 0 0,0 0 0,0 1 0,0-1 0,-1 1 0,1-1 0,-1 1 0,-3-2 0,2 2 0,0 1 0,0-1 0,0 1 0,0 0 0,0 0 0,-1 0 0,1 1 0,0-1 0,0 1 0,0 0 0,-7 3 0,-3 1 0,-24 13 0,35-16 0,0 0 0,-1 0 0,1 0 0,0 1 0,0-1 0,1 1 0,-1 0 0,0 0 0,1 0 0,0 0 0,0 0 0,0 0 0,0 1 0,0-1 0,1 0 0,-1 1 0,1 0 0,0-1 0,0 1 0,0 0 0,1 0 0,-1-1 0,1 1 0,0 0 0,0 0 0,0 0 0,1 0 0,-1-1 0,1 1 0,0 0 0,0-1 0,0 1 0,0 0 0,1-1 0,0 1 0,0-1 0,0 0 0,0 0 0,3 4 0,4 2 0,0 0 0,0-1 0,1 0 0,0 0 0,1-1 0,0-1 0,0 0 0,0 0 0,1-1 0,0 0 0,0-1 0,0-1 0,0 0 0,0 0 0,1-2 0,-1 1 0,1-1 0,0-1 0,-1 0 0,1-1 0,19-4 0,-28 4-273,0 0 0,0 0 0,0-1 0,7-3 0,-2-1-6553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6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24575,'2'45'0,"11"62"0,0-6 0,-5-26 0,3 71 0,-12-133 0,1-8 0,-1-1 0,1 1 0,0 0 0,1 0 0,1 9 0,-2-14 0,1 1 0,-1 0 0,0 0 0,1 0 0,-1 0 0,1 0 0,-1-1 0,1 1 0,0 0 0,-1 0 0,1-1 0,0 1 0,-1-1 0,1 1 0,0 0 0,0-1 0,0 1 0,-1-1 0,1 0 0,0 1 0,0-1 0,0 0 0,0 1 0,0-1 0,0 0 0,0 0 0,0 0 0,0 0 0,0 0 0,-1 0 0,1 0 0,0 0 0,0 0 0,0 0 0,1-1 0,16-3 0,0-1 0,25-9 0,-24 7 0,0 0 0,21-3 0,-8 6-168,-1 2-1,49 2 1,-59 0-692,-7 0-5966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27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97 24575,'-3'-10'0,"1"1"0,-1 0 0,0 1 0,0-1 0,-7-10 0,14 53 0,7 29 0,3-1 0,30 82 0,-37-124 0,18 40 0,-22-54 0,0 0 0,0 0 0,1-1 0,0 1 0,0-1 0,0 0 0,8 6 0,-10-9 0,0-1 0,0 1 0,0-1 0,0 0 0,0 0 0,0 0 0,1 0 0,-1 0 0,0 0 0,1-1 0,-1 1 0,1-1 0,-1 1 0,1-1 0,-1 0 0,4 0 0,-2-1 0,1 0 0,-1 0 0,0 0 0,1 0 0,-1-1 0,0 0 0,0 0 0,5-3 0,3-3 0,0-1 0,-1 0 0,0 0 0,14-17 0,-10 8 0,0 0 0,-2-1 0,0 0 0,-1-1 0,-1 0 0,-1-1 0,0 0 0,-2-1 0,-1 0 0,0 0 0,-2-1 0,-1 0 0,0 1 0,-2-1 0,0-33 0,-2 51 0,-1 4 0,1-1 0,0 0 0,0 0 0,0 0 0,0 1 0,0-1 0,1 0 0,-1 0 0,0 1 0,1-1 0,-1 0 0,1 0 0,0 1 0,1-3 0,-2 4 0,0 0 0,0 0 0,1 0 0,-1 0 0,0 0 0,0 0 0,0 0 0,1 0 0,-1 0 0,0 0 0,0 0 0,0 0 0,1 1 0,-1-1 0,0 0 0,0 0 0,0 0 0,0 0 0,1 0 0,-1 1 0,0-1 0,0 0 0,0 0 0,0 0 0,0 1 0,0-1 0,0 0 0,1 0 0,-1 0 0,0 1 0,0-1 0,0 0 0,0 0 0,0 0 0,0 1 0,0-1 0,0 0 0,0 0 0,0 1 0,2 12 0,-2-12 0,7 33 0,2-1 0,0 0 0,3 0 0,0-1 0,2-1 0,1 0 0,2-1 0,31 44 0,-33-57-1365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2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24575,'0'0'0,"0"0"0,0-1 0,0 1 0,0 0 0,0 0 0,0 0 0,0 0 0,0 0 0,0 0 0,0 0 0,0 0 0,0-1 0,0 1 0,0 0 0,0 0 0,0 0 0,0 0 0,0 0 0,0 0 0,-1 0 0,1 0 0,0 0 0,0 0 0,0 0 0,0-1 0,0 1 0,0 0 0,0 0 0,0 0 0,0 0 0,0 0 0,-1 0 0,1 0 0,0 0 0,0 0 0,0 0 0,0 0 0,0 0 0,0 0 0,0 0 0,0 0 0,-1 0 0,1 0 0,0 0 0,0 0 0,0 0 0,0 0 0,0 0 0,0 0 0,0 0 0,0 0 0,-1 1 0,1-1 0,0 0 0,0 0 0,0 0 0,0 0 0,-3 9 0,1 12 0,5 10 0,2 0 0,1-1 0,1 0 0,15 38 0,9 36 0,-27-86 0,-1 1 0,0 0 0,0 31 0,-4-45 0,1 0 0,-1 0 0,0 0 0,0 0 0,-2 6 0,2-10 0,1 0 0,-1 0 0,1 0 0,-1 0 0,1 0 0,-1 0 0,0 0 0,0 0 0,1 0 0,-1 0 0,0 0 0,-1 1 0,1-2 0,0 0 0,1 0 0,-1 0 0,1 1 0,-1-1 0,0 0 0,1 0 0,-1 0 0,1 0 0,-1 0 0,0 0 0,1 0 0,-1 0 0,1 0 0,-1 0 0,0 0 0,1-1 0,-1 1 0,1 0 0,-1 0 0,0-1 0,1 1 0,-1 0 0,1-1 0,-1 0 0,-1 0 0,1-1 0,-1 0 0,1 1 0,-1-1 0,1 0 0,0 0 0,0 0 0,0 0 0,0 0 0,0 0 0,1 0 0,-1-1 0,1 1 0,-1 0 0,1 0 0,0 0 0,0-1 0,0 1 0,0-4 0,0 2 0,1-1 0,-1 1 0,1 0 0,0-1 0,0 1 0,0 0 0,1 0 0,-1 0 0,4-5 0,-3 6 0,1 0 0,0 0 0,0 0 0,0 0 0,0 1 0,0-1 0,1 1 0,-1 0 0,1 0 0,0 0 0,-1 0 0,1 1 0,0-1 0,0 1 0,0 0 0,0 0 0,0 1 0,0-1 0,0 1 0,7 0 0,3 0 0,0 1 0,0 1 0,-1 0 0,24 6 0,-27-4 0,1-1 0,-1 1 0,0 1 0,0 0 0,-1 0 0,1 1 0,13 12 0,-20-16 0,0 1 0,0 0 0,0 0 0,-1 0 0,0 0 0,1 0 0,-1 1 0,0-1 0,-1 1 0,3 6 0,-3-7 0,0-1 0,-1 1 0,0 0 0,0-1 0,0 1 0,0 0 0,0 0 0,0-1 0,-1 1 0,1 0 0,-1-1 0,0 1 0,1 0 0,-1-1 0,-1 1 0,1-1 0,-2 3 0,0 0 0,-1 0 0,0-1 0,0 1 0,0-1 0,-1 0 0,1 0 0,-1 0 0,0-1 0,0 0 0,0 0 0,-1 0 0,1-1 0,-1 1 0,1-1 0,-1-1 0,0 1 0,-12 1 0,4-1 0,0-1 0,-1 0 0,1-1 0,0-1 0,-1 0 0,-19-5 0,13 3 0,-13-3 0,32 6 0,0-1 0,-1 0 0,1 1 0,0-1 0,0 0 0,0 0 0,0 0 0,0-1 0,0 1 0,0 0 0,-1-3 0,2 4 0,1-1 0,-1 0 0,1 1 0,0-1 0,-1 1 0,1-1 0,0 0 0,-1 0 0,1 1 0,0-1 0,0 0 0,0 1 0,0-1 0,0 0 0,0 0 0,0 1 0,0-1 0,0 0 0,0 0 0,0 1 0,0-1 0,0 0 0,1 1 0,-1-1 0,0 0 0,1 1 0,-1-1 0,0 0 0,1 1 0,-1-1 0,1 1 0,-1-1 0,1 0 0,-1 1 0,1-1 0,-1 1 0,1 0 0,0-1 0,0 0 0,2-1 0,0 0 0,0 0 0,1 0 0,-1 0 0,1 1 0,4-3 0,5 1 0,1 0 0,-1 1 0,1 1 0,0 0 0,0 0 0,20 3 0,85 16 0,-97-14 0,17 2 0,-1-2 0,1-1 0,68-5 0,-103 2 0,0-1 0,0 1 0,0-1 0,0 0 0,-1 0 0,1 0 0,0 0 0,-1-1 0,1 0 0,-1 1 0,1-1 0,-1-1 0,0 1 0,0 0 0,0-1 0,0 1 0,0-1 0,-1 0 0,5-6 0,-5 5 0,0 0 0,0 0 0,0 0 0,-1-1 0,1 1 0,-1-1 0,0 1 0,0-1 0,-1 1 0,1-1 0,-1 1 0,0-1 0,-1 0 0,1 1 0,-1-1 0,-1-6 0,-1 0 0,0 0 0,-1-1 0,-10-20 0,13 29 0,-1 0 0,0 0 0,0 0 0,0 0 0,0 0 0,0 1 0,0-1 0,-1 1 0,1-1 0,-1 1 0,0 0 0,0 0 0,0 0 0,0 0 0,0 1 0,0-1 0,-6-1 0,8 3 0,-1-1 0,1 1 0,0 0 0,0 0 0,-1 0 0,1 0 0,0 0 0,0 0 0,-1 0 0,1 1 0,0-1 0,0 0 0,0 1 0,-1-1 0,1 1 0,0-1 0,0 1 0,0-1 0,-2 3 0,1-2 0,1 1 0,-1 0 0,1-1 0,-1 1 0,1 0 0,0 0 0,0 0 0,0 0 0,0 1 0,-1 1 0,0 5 0,0 0 0,0 0 0,1 0 0,-1 13 0,2-9 0,0 1 0,1 0 0,0-1 0,1 1 0,0-1 0,6 18 0,-6-24 0,1 1 0,1-1 0,-1 1 0,1-1 0,0 0 0,1-1 0,0 1 0,0-1 0,0 0 0,1 0 0,12 9 0,-11-10 0,1 0 0,-1-1 0,1 0 0,0 0 0,1-1 0,-1 0 0,0 0 0,1-1 0,0 0 0,-1-1 0,15 1 0,-18-1 0,0-1 0,1 0 0,-1-1 0,0 1 0,1-1 0,-1 0 0,0 0 0,0 0 0,0-1 0,0 0 0,0 0 0,0 0 0,0-1 0,0 0 0,-1 1 0,0-2 0,1 1 0,-1 0 0,0-1 0,4-5 0,-6 5-76,0 0 1,0 1-1,0-1 0,-1-1 0,0 1 0,1 0 0,-2 0 0,1 0 1,0-1-1,-1 1 0,0 0 0,0 0 0,0-1 0,0 1 1,-1 0-1,0-1 0,-1-3 0,-1-2-6750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3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 24575,'12'68'0,"3"0"0,2-1 0,4-1 0,56 124 0,-76-187 0,1 0 0,0-1 0,-1 1 0,1 0 0,0-1 0,0 1 0,0-1 0,1 0 0,-1 0 0,0 1 0,1-2 0,0 1 0,4 2 0,-5-3 0,-1 0 0,1-1 0,0 1 0,-1-1 0,1 0 0,0 0 0,0 0 0,0 0 0,-1 0 0,1 0 0,0 0 0,0 0 0,-1-1 0,1 1 0,0-1 0,-1 1 0,1-1 0,0 0 0,-1 1 0,1-1 0,-1 0 0,1 0 0,-1 0 0,0 0 0,1 0 0,1-3 0,1-1 0,0-1 0,0 0 0,-1 0 0,1 0 0,-1-1 0,-1 1 0,1-1 0,-1 1 0,0-1 0,-1 0 0,1 0 0,-1-8 0,-1 12 0,0 0 0,0 1 0,-1-1 0,1 0 0,-1 0 0,0 1 0,1-1 0,-1 1 0,-1-1 0,1 0 0,0 1 0,0 0 0,-1-1 0,0 1 0,1 0 0,-1 0 0,0 0 0,0 0 0,0 0 0,0 0 0,-1 0 0,1 1 0,0-1 0,-1 1 0,-4-2 0,-6-3 0,-1 1 0,1 0 0,-27-4 0,21 5 0,-4-1 30,0 0 0,0 2 0,-26-1 0,38 4-195,0 0 0,0 1 0,-1 0 0,1 1 0,0 0 0,0 1 0,1 0 0,-17 7 0,17-5-6661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3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24575,'1'5'0,"-1"0"0,1 0 0,0 0 0,1-1 0,-1 1 0,1 0 0,0 0 0,0-1 0,0 1 0,1-1 0,-1 0 0,1 0 0,0 0 0,1 0 0,5 6 0,6 4 0,1-1 0,24 16 0,-37-26 0,7 4 0,1-1 0,0 0 0,-1-1 0,2 0 0,20 6 0,-26-9 0,1 0 0,0-1 0,-1 0 0,1 0 0,0-1 0,0 0 0,0 0 0,0 0 0,-1-1 0,1 0 0,11-4 0,-16 5 0,0-1 0,0 0 0,0 0 0,-1 0 0,1 0 0,0 0 0,-1 0 0,1-1 0,-1 1 0,1 0 0,-1-1 0,0 1 0,0-1 0,1 0 0,-1 1 0,0-1 0,1-2 0,-1 0 0,0 0 0,0 0 0,0 1 0,0-1 0,0 0 0,-1 0 0,0-1 0,0-3 0,0-2 0,-2 0 0,1 0 0,-1 1 0,-1-1 0,1 1 0,-7-13 0,1 7 0,4 12 0,6 11 0,0-2 0,0 0 0,1-1 0,0 1 0,0-1 0,0 0 0,1 0 0,-1 0 0,1 0 0,1-1 0,-1 0 0,0 0 0,1 0 0,0 0 0,0-1 0,0 1 0,0-1 0,1 0 0,-1-1 0,1 0 0,0 0 0,11 3 0,-12-4 0,0 0 0,0 0 0,0-1 0,-1 0 0,1 1 0,0-2 0,0 1 0,0-1 0,0 1 0,0-1 0,-1-1 0,1 1 0,0-1 0,-1 1 0,1-1 0,-1-1 0,0 1 0,0-1 0,0 1 0,0-1 0,0 0 0,0-1 0,-1 1 0,1-1 0,-1 1 0,0-1 0,4-7 0,-3 3 0,0 0 0,0 0 0,-1-1 0,0 0 0,-1 1 0,0-1 0,2-16 0,-3 19 0,-1 0 0,0 0 0,0 1 0,0-1 0,-1 0 0,0 0 0,0 1 0,0-1 0,-1 0 0,0 1 0,0-1 0,0 1 0,-5-7 0,5 9 7,0 1-1,0 0 1,0 0 0,0 0-1,-1 0 1,1 0-1,0 0 1,-1 0 0,0 1-1,1-1 1,-1 1-1,0 0 1,0 0 0,0 0-1,0 0 1,-4 0-1,-4-1-419,0 1-1,-23 1 0,31 0 178,-11 1-6590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4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110 365 24575,'21'-9'0,"-10"4"0,0-1 0,0 0 0,12-9 0,-20 13 0,-1 0 0,1 0 0,-1 0 0,0 0 0,0-1 0,0 1 0,0-1 0,0 1 0,0-1 0,-1 0 0,1 0 0,-1 0 0,0 0 0,0 0 0,0 0 0,0 0 0,0-4 0,-1 1 0,0 0 0,0 0 0,-1 0 0,0 0 0,0 1 0,0-1 0,-1 0 0,1 1 0,-2-1 0,1 1 0,0 0 0,-1-1 0,0 1 0,0 0 0,-1 1 0,-6-8 0,0 1 0,-1 0 0,0 1 0,0 1 0,-1 0 0,-19-12 0,25 18 0,1 0 0,-1 0 0,0 0 0,0 1 0,0 0 0,-7-2 0,11 4 0,1-1 0,-1 1 0,1 0 0,0 0 0,-1 0 0,1 0 0,-1 0 0,1 1 0,0-1 0,-1 0 0,1 1 0,0-1 0,-1 1 0,1-1 0,0 1 0,0 0 0,-1-1 0,1 1 0,0 0 0,0 0 0,0 0 0,0 0 0,0 0 0,0 0 0,0 0 0,0 0 0,1 0 0,-1 0 0,0 1 0,1-1 0,-1 0 0,1 1 0,-1-1 0,0 2 0,-1 4 0,1 0 0,-1-1 0,1 1 0,0 0 0,1 0 0,-1 0 0,1 0 0,1 0 0,-1-1 0,1 1 0,0 0 0,1 0 0,0-1 0,0 1 0,0 0 0,1-1 0,0 0 0,0 0 0,5 7 0,-1-4 0,0 0 0,0 0 0,1-1 0,0 0 0,1 0 0,0-1 0,0 0 0,0-1 0,1 0 0,20 9 0,-23-12 0,1 0 0,0-1 0,-1-1 0,1 1 0,0-1 0,0 0 0,0-1 0,0 0 0,-1 0 0,1-1 0,0 0 0,0 0 0,0-1 0,-1 0 0,1 0 0,-1-1 0,1 0 0,-1 0 0,0-1 0,0 1 0,0-2 0,-1 1 0,0-1 0,1 0 0,4-6 0,4-4 0,-2 0 0,1-1 0,-2 0 0,0-1 0,-1-1 0,-1 0 0,-1 0 0,0-1 0,-1 0 0,-1 0 0,8-41 0,-14 58 0,-1-1 0,0 1 0,0-1 0,0 0 0,0 1 0,0-1 0,0 1 0,-1-1 0,1 1 0,-1-1 0,0 1 0,-1-3 0,2 4 0,-1 0 0,1 0 0,-1 1 0,0-1 0,1 0 0,-1 0 0,0 1 0,0-1 0,1 1 0,-1-1 0,0 0 0,0 1 0,0 0 0,0-1 0,0 1 0,0-1 0,0 1 0,0 0 0,0 0 0,0 0 0,0-1 0,0 1 0,0 0 0,0 0 0,0 0 0,0 1 0,0-1 0,0 0 0,1 0 0,-1 0 0,0 1 0,0-1 0,0 0 0,-1 1 0,-4 2 0,0 0 0,1 0 0,-1 1 0,1 0 0,-1 0 0,1 0 0,1 0 0,-1 1 0,1 0 0,-5 6 0,-1 1 0,2 1 0,0 0 0,-9 18 0,15-26 0,0 0 0,0 0 0,1 0 0,0 0 0,0 1 0,0-1 0,0 0 0,1 1 0,0-1 0,0 0 0,0 1 0,0-1 0,1 0 0,2 7 0,-2-8 0,0 0 0,1-1 0,-1 1 0,1-1 0,0 0 0,0 1 0,0-1 0,1 0 0,-1 0 0,1 0 0,-1-1 0,1 1 0,0 0 0,0-1 0,0 0 0,0 0 0,1 0 0,-1 0 0,1 0 0,5 1 0,6 1 0,0-1 0,0-1 0,1-1 0,-1 0 0,0-1 0,20-2 0,2 1 0,-21 0 0,0 1 0,0-2 0,0 0 0,26-7 0,-38 7 0,1 1 0,-1-1 0,1 0 0,-1 0 0,0 0 0,0 0 0,0-1 0,0 0 0,0 1 0,0-1 0,-1-1 0,0 1 0,1-1 0,-1 1 0,0-1 0,-1 0 0,1 0 0,-1 0 0,0 0 0,3-6 0,-5 7 0,1 1 0,-1-1 0,0 1 0,1-1 0,-1 0 0,0 1 0,-1-1 0,1 1 0,0-1 0,-1 0 0,1 1 0,-1-1 0,0 1 0,-2-4 0,3 4 0,-1 1 0,0-1 0,1 1 0,-1 0 0,0-1 0,0 1 0,0 0 0,0 0 0,0 0 0,0 0 0,0 0 0,-1 0 0,1 0 0,0 0 0,-1 0 0,1 0 0,0 1 0,-1-1 0,1 1 0,-1-1 0,1 1 0,-1-1 0,1 1 0,-1 0 0,-2 0 0,4 0 0,-1 0 0,0 0 0,1 0 0,-1 0 0,0 0 0,1 0 0,-1 0 0,0 1 0,1-1 0,-1 0 0,0 0 0,1 1 0,-1-1 0,1 1 0,-1-1 0,1 0 0,-1 1 0,1-1 0,-1 1 0,1-1 0,-1 1 0,1 0 0,-1-1 0,1 1 0,0-1 0,-1 1 0,1 0 0,0-1 0,0 1 0,0 0 0,-1-1 0,1 1 0,0 0 0,0-1 0,0 1 0,0 0 0,0-1 0,0 1 0,0 0 0,0 0 0,1-1 0,-1 2 0,1 2 0,0-1 0,0 0 0,0 0 0,0 1 0,0-1 0,1 0 0,2 4 0,2 0 0,0-1 0,0 1 0,0-1 0,1 0 0,0 0 0,0-1 0,1 0 0,0 0 0,13 5 0,-7-3 0,1-2 0,0 0 0,1 0 0,25 3 0,-38-7-195,0-1 0,1 0 0,-1 0 0,0 0 0,0 0 0,5-1 0,1-2-6631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5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48 24575,'-1'0'0,"1"-1"0,-1 1 0,1 0 0,-1-1 0,0 1 0,0 0 0,1-1 0,-1 1 0,0 0 0,1 0 0,-1 0 0,0 0 0,0 0 0,1 0 0,-1 0 0,0 0 0,0 0 0,1 0 0,-1 0 0,0 0 0,1 1 0,-1-1 0,0 0 0,1 0 0,-2 1 0,1 0 0,0 0 0,1 0 0,-1 0 0,1 0 0,-1 0 0,1 0 0,-1 0 0,1 0 0,-1 0 0,1 0 0,0 0 0,0 0 0,-1 0 0,1 0 0,0 2 0,0 1 0,0 1 0,0-1 0,1 1 0,-1-1 0,1 0 0,0 1 0,3 6 0,0-2 0,2 1 0,-1-1 0,1 0 0,0-1 0,1 1 0,10 8 0,-14-13 0,1-1 0,-1 1 0,1-1 0,0 0 0,1 0 0,-1-1 0,0 1 0,1-1 0,-1 0 0,1 0 0,0 0 0,0-1 0,0 0 0,0 0 0,6 1 0,-9-2 0,0-1 0,1 1 0,-1-1 0,0 1 0,0-1 0,1 0 0,-1 0 0,0 0 0,0 0 0,0 0 0,0 0 0,0-1 0,0 1 0,-1-1 0,1 1 0,0-1 0,-1 0 0,1 0 0,-1 0 0,0 0 0,1 0 0,-1 0 0,0 0 0,1-3 0,3-7 0,-1 0 0,0 0 0,2-16 0,-4 21 0,2-15 0,-3 14 0,1 0 0,-1 1 0,2-1 0,-1 1 0,5-11 0,-6 16 0,1 0 0,-1 0 0,1 0 0,-1 0 0,1 0 0,0 0 0,-1 1 0,1-1 0,0 0 0,0 1 0,1 0 0,-1-1 0,0 1 0,0 0 0,1 0 0,-1 0 0,0 0 0,1 1 0,-1-1 0,1 1 0,3-1 0,1 1 0,0 0 0,-1 0 0,1 1 0,0 0 0,0 0 0,0 1 0,-1 0 0,1 0 0,-1 0 0,10 6 0,7 4 0,30 21 0,33 32 0,-82-61-227,-1-1-1,0 0 1,0 1-1,0 0 1,3 4-1,0 4-6598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13 24575,'-45'-4'0,"5"-1"0,0 2 0,0 3 0,-43 3 0,79-2 0,-1-1 0,1 1 0,0 0 0,-1 0 0,1 1 0,0-1 0,0 1 0,0 0 0,0 0 0,1 1 0,-1-1 0,-6 6 0,8-6 0,0 0 0,1 0 0,-1 0 0,1 0 0,0 1 0,-1-1 0,1 0 0,0 1 0,0-1 0,1 1 0,-1-1 0,0 1 0,1-1 0,-1 1 0,1 0 0,0-1 0,0 1 0,0-1 0,0 1 0,1 0 0,-1-1 0,2 5 0,1 2 0,1 0 0,-1 0 0,2 0 0,-1-1 0,1 1 0,0-1 0,1-1 0,0 1 0,0-1 0,1 0 0,12 11 0,2-1 0,1-1 0,45 25 0,-39-26-273,-1-2 0,2-1 0,-1-1 0,36 9 0,-44-16-6553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6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92 24575,'-4'0'0,"-12"-2"0,-29 1 0,42 1 0,0 0 0,-1 0 0,1 1 0,0-1 0,0 1 0,0 0 0,0 0 0,0 0 0,0 0 0,0 0 0,0 1 0,0 0 0,0-1 0,0 1 0,-3 3 0,6-4 0,-1 0 0,1 0 0,-1 0 0,1 0 0,-1 0 0,1 0 0,0 0 0,-1 0 0,1 0 0,0 0 0,0 0 0,0 0 0,0 0 0,0 0 0,0 0 0,0 0 0,0 0 0,0 0 0,0-1 0,1 1 0,-1 0 0,0 0 0,1 0 0,-1 0 0,1 0 0,-1 0 0,1 0 0,-1 0 0,1-1 0,0 1 0,1 1 0,3 4 0,0-1 0,0 0 0,7 6 0,-8-8 0,7 6 0,0-1 0,1 0 0,0-1 0,0-1 0,19 8 0,-25-11 0,0-1 0,0 0 0,0 0 0,0-1 0,1 0 0,-1 0 0,1-1 0,-1 1 0,1-1 0,-1-1 0,1 1 0,-1-1 0,13-3 0,-18 3 0,1 1 0,-1-1 0,1 0 0,-1 1 0,1-1 0,-1 0 0,0 0 0,1 0 0,-1 0 0,0 0 0,0 0 0,1-1 0,-1 1 0,0 0 0,0 0 0,0-1 0,-1 1 0,1-1 0,0 1 0,0-1 0,-1 1 0,1-1 0,-1 1 0,0-1 0,1 1 0,-1-1 0,0 0 0,0 1 0,0-1 0,0 0 0,0 1 0,0-1 0,0 0 0,-1 1 0,1-1 0,-2-2 0,-1-6 0,-1 1 0,0 0 0,0 0 0,-10-14 0,12 20 0,-6-10 24,-1 1 0,0 0 0,-1 0 0,-21-20 0,27 29-102,0 0 0,0 0 0,0 0-1,0 0 1,0 0 0,-1 1 0,1 0 0,-1 0 0,0 0-1,0 1 1,1-1 0,-1 1 0,0 0 0,0 0 0,0 1-1,0 0 1,0 0 0,-8 0 0,0 4-6748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24575,'7'-1'0,"0"-1"0,0 0 0,0 0 0,0-1 0,-1 1 0,1-1 0,-1-1 0,0 1 0,0-1 0,0 0 0,-1 0 0,1-1 0,7-9 0,-10 12 0,-1 0 0,1 0 0,0 0 0,-1 0 0,1 0 0,0 0 0,0 1 0,0-1 0,0 1 0,1 0 0,-1 0 0,0 0 0,0 0 0,1 1 0,-1-1 0,0 1 0,1 0 0,-1 0 0,1 0 0,-1 0 0,0 1 0,6 0 0,5 3 0,0 1 0,0 0 0,25 13 0,-19-8 0,24 10 0,1-2 0,62 16 0,-73-29-1365,-21-3-5461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7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67 24575,'11'2'0,"-1"1"0,1 0 0,-1 1 0,-1 0 0,1 1 0,0 0 0,-1 0 0,0 1 0,15 13 0,-1 3 0,40 48 0,-62-69 0,10 11 0,0 0 0,0 0 0,2-1 0,-1-1 0,1 0 0,0-1 0,23 12 0,-35-20 0,0-1 0,-1 1 0,1-1 0,0 0 0,0 1 0,0-1 0,-1 0 0,1 0 0,0 1 0,0-1 0,0 0 0,0 0 0,-1 0 0,1 0 0,0 0 0,0 0 0,0 0 0,0 0 0,-1-1 0,1 1 0,0 0 0,0 0 0,0-1 0,-1 1 0,1-1 0,0 1 0,0 0 0,-1-1 0,1 1 0,0-1 0,-1 0 0,1 1 0,-1-1 0,1 0 0,-1 1 0,1-1 0,-1 0 0,1 1 0,-1-1 0,0 0 0,1 0 0,-1 1 0,0-1 0,0 0 0,1-1 0,0-5 0,0 0 0,0 0 0,-1 0 0,-1-11 0,1 10 0,-15-187 0,14 182 0,2 11 0,-1-1 0,0 0 0,-1 1 0,1-1 0,0 1 0,-1-1 0,1 1 0,-1-1 0,0 1 0,0-1 0,0 1 0,0-1 0,-2-1 0,0 4-1365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8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143 207 24575,'-6'-6'0,"-7"-11"0,0 0 0,-2 1 0,0 1 0,-24-19 0,37 32 0,1 1 0,-1 0 0,0 0 0,0 0 0,0 0 0,0 0 0,1 0 0,-1 1 0,0-1 0,-1 1 0,-2-1 0,4 1 0,1 0 0,-1 0 0,0 0 0,1 0 0,-1 1 0,0-1 0,1 0 0,-1 1 0,0-1 0,1 0 0,-1 1 0,0-1 0,1 1 0,-1-1 0,1 1 0,-1-1 0,1 1 0,-1-1 0,1 1 0,0-1 0,-1 1 0,1 0 0,0-1 0,-1 1 0,1 0 0,0-1 0,0 1 0,-1 0 0,1-1 0,0 1 0,0 0 0,0 0 0,0-1 0,0 2 0,0 6 0,-1 1 0,2-1 0,-1 0 0,1 1 0,1-1 0,-1 0 0,1 0 0,1 0 0,-1 0 0,1 0 0,1-1 0,-1 1 0,2-1 0,-1 0 0,1 0 0,8 10 0,-9-12 0,0-1 0,0 0 0,0 0 0,0 0 0,1-1 0,-1 1 0,1-1 0,0 0 0,0-1 0,0 1 0,0-1 0,1 0 0,-1 0 0,1-1 0,-1 1 0,1-1 0,-1 0 0,1-1 0,0 1 0,0-1 0,-1-1 0,1 1 0,0-1 0,-1 1 0,8-4 0,-9 3 0,0-1 0,-1 1 0,1-1 0,-1 0 0,1-1 0,-1 1 0,0 0 0,0-1 0,0 0 0,0 0 0,-1 0 0,1 0 0,-1 0 0,0 0 0,0-1 0,0 1 0,0-1 0,0 0 0,-1 1 0,1-1 0,-1 0 0,0 0 0,-1 0 0,1 0 0,0-5 0,0-1 0,-1 1 0,0 0 0,0 0 0,-1 0 0,-1 0 0,1 0 0,-1 0 0,-1 0 0,1 0 0,-6-9 0,3 8-136,-1 0-1,0 1 1,-1 0-1,0 1 1,0-1-1,-1 2 1,0-1-1,0 1 0,-15-10 1,8 7-6690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8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76 578 24575,'1'-10'0,"13"-250"0,-16 234 0,0 0 0,-1 0 0,-11-40 0,-30-72 0,39 124 0,5 14 0,0-1 0,0 0 0,0 1 0,0-1 0,-1 0 0,1 1 0,0-1 0,-1 0 0,1 1 0,0-1 0,-1 1 0,1-1 0,-1 1 0,1-1 0,-1 1 0,1-1 0,-1 1 0,1-1 0,-1 0 0,0 1 0,1 1 0,-1-1 0,1 0 0,0 0 0,-1 0 0,1 0 0,0 1 0,0-1 0,-1 0 0,1 0 0,0 1 0,0-1 0,-1 0 0,1 1 0,0-1 0,0 0 0,0 1 0,-1-1 0,1 0 0,0 1 0,0-1 0,0 0 0,0 1 0,0-1 0,-6 30 0,5-2 0,0 0 0,2 0 0,2 0 0,0 0 0,2-1 0,1 0 0,16 49 0,-8-41 0,1-1 0,1 0 0,1-1 0,3-1 0,31 41 0,-43-63 0,0 0 0,1 0 0,0-1 0,1 0 0,11 8 0,-18-15 0,-1 0 0,1-1 0,0 1 0,-1-1 0,1 0 0,0 0 0,0 0 0,0 0 0,0-1 0,0 1 0,0-1 0,3 1 0,-3-2 0,-1 1 0,0 0 0,0-1 0,0 0 0,0 1 0,1-1 0,-1 0 0,0 0 0,0 0 0,0 0 0,-1-1 0,1 1 0,0 0 0,0-1 0,-1 1 0,1-1 0,-1 0 0,3-2 0,-1-1 0,0 0 0,-1 0 0,1 0 0,-1 0 0,0-1 0,-1 1 0,1 0 0,-1-1 0,0 1 0,0-1 0,-1 0 0,1 1 0,-1-1 0,-1-8 0,-1-3 0,-1 0 0,0 0 0,-9-24 0,11 38 0,0-1 0,-1 0 0,0 1 0,0-1 0,-4-5 0,6 9 0,0 0 0,0-1 0,0 1 0,-1 0 0,1 0 0,0-1 0,0 1 0,0 0 0,-1 0 0,1 0 0,0-1 0,-1 1 0,1 0 0,0 0 0,0 0 0,-1 0 0,1 0 0,0 0 0,-1-1 0,1 1 0,0 0 0,-1 0 0,1 0 0,0 0 0,-1 0 0,1 0 0,0 0 0,-1 1 0,0-1 0,1 1 0,-1 0 0,1-1 0,-1 1 0,1 0 0,-1 0 0,1-1 0,-1 1 0,1 0 0,0 0 0,0 0 0,-1-1 0,1 1 0,0 0 0,0 0 0,0 2 0,-1 3 0,0 1 0,1 0 0,0 0 0,1 0 0,-1-1 0,1 1 0,1 0 0,-1-1 0,1 1 0,0-1 0,1 1 0,-1-1 0,1 0 0,0 0 0,1 0 0,0 0 0,5 6 0,-5-8 0,0 1 0,0-1 0,0 0 0,1 0 0,-1-1 0,1 0 0,0 1 0,0-2 0,1 1 0,-1 0 0,0-1 0,1 0 0,0-1 0,-1 1 0,1-1 0,0 0 0,0 0 0,-1-1 0,1 1 0,8-2 0,-11 1 0,1-1 0,-1 1 0,0-1 0,0 0 0,0 0 0,0 0 0,0 0 0,0-1 0,-1 1 0,1-1 0,0 1 0,-1-1 0,1 0 0,-1 0 0,1-1 0,-1 1 0,0 0 0,3-4 0,-2 0 0,0 1 0,0-1 0,0 0 0,0 0 0,-1 0 0,0 0 0,2-13 0,-4 18 0,5-14 0,-5 14 0,0 1 0,0 0 0,0 0 0,0 0 0,0-1 0,0 1 0,0 0 0,0 0 0,1 0 0,-1 0 0,0-1 0,0 1 0,0 0 0,0 0 0,0 0 0,1 0 0,-1 0 0,0 0 0,0-1 0,0 1 0,1 0 0,-1 0 0,0 0 0,0 0 0,0 0 0,1 0 0,-1 0 0,0 0 0,0 0 0,1 0 0,-1 0 0,0 0 0,0 0 0,0 0 0,1 0 0,-1 0 0,0 0 0,0 0 0,0 0 0,1 1 0,-1-1 0,0 0 0,0 0 0,0 0 0,0 0 0,1 0 0,-1 0 0,0 1 0,0-1 0,0 0 0,0 0 0,0 0 0,1 0 0,-1 1 0,0-1 0,0 0 0,0 0 0,0 0 0,0 1 0,0-1 0,0 0 0,0 0 0,0 0 0,0 1 0,0-1 0,11 19 0,-5-7 0,1 0 0,0 0 0,1-1 0,1 0 0,0-1 0,10 11 0,7 0-1365,-16-11-5461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9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24575,'121'324'0,"-110"-299"0,46 107 0,-57-131 0,1 0 0,-1 0 0,1 0 0,-1 0 0,0 1 0,1-1 0,-1 0 0,0 0 0,0 0 0,0 0 0,0 0 0,0 0 0,0 1 0,0-1 0,0 0 0,0 0 0,0 0 0,-1 0 0,1 0 0,0 0 0,-1 0 0,1 0 0,-1 0 0,1 0 0,-1 0 0,-1 2 0,1-3 0,0 1 0,0 0 0,-1-1 0,1 1 0,0-1 0,-1 1 0,1-1 0,-1 0 0,1 0 0,0 1 0,-1-1 0,1 0 0,-1 0 0,1 0 0,0-1 0,-1 1 0,1 0 0,-1 0 0,1-1 0,-3 0 0,-1-1 0,1 0 0,-1-1 0,0 1 0,1-1 0,0 0 0,0 0 0,0 0 0,0 0 0,0-1 0,1 0 0,-1 0 0,-2-4 0,5 7 0,0-1 0,0 1 0,0-1 0,0 1 0,0-1 0,0 0 0,0 1 0,1-1 0,-1 0 0,1 1 0,-1-1 0,1 0 0,0 0 0,0 0 0,0 1 0,0-1 0,0 0 0,0 0 0,0 0 0,1 1 0,-1-1 0,0 0 0,1 0 0,0 1 0,-1-1 0,1 0 0,0 1 0,0-1 0,0 1 0,0-1 0,0 1 0,0 0 0,0-1 0,1 1 0,-1 0 0,0 0 0,2-2 0,1 1 0,0 0 0,0 0 0,-1 0 0,1 1 0,0-1 0,1 1 0,-1 0 0,0 0 0,0 0 0,8 0 0,6 1 0,22 1 0,-15 1 0,-12-2 0,-1 1 0,0 0 0,23 6 0,-31-5 0,1-1 0,-1 0 0,0 1 0,0 0 0,0 0 0,0 0 0,0 1 0,0-1 0,-1 1 0,1 0 0,-1 0 0,0 0 0,6 7 0,-3 0 0,-1 1 0,0-1 0,6 18 0,-7-18 0,0 0 0,0-1 0,0 1 0,12 16 0,25 25-1365,-34-42-5461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39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24575,'5'-5'0,"2"1"0,-1 3 0,2 5 0,0 4 0,-3 4 0,2 2 0,-2 1 0,0-2-8191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0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60 24575,'-14'21'0,"1"1"0,2 1 0,-18 42 0,29-64 0,-5 12 0,4-7 0,-1-1 0,0 1 0,0-1 0,0 0 0,-5 7 0,7-12 0,-1 1 0,1-1 0,-1 1 0,1-1 0,0 1 0,-1-1 0,1 0 0,-1 1 0,0-1 0,1 1 0,-1-1 0,1 0 0,-1 0 0,0 1 0,1-1 0,-1 0 0,1 0 0,-1 0 0,0 0 0,-1 1 0,1-2 0,0 1 0,0 0 0,0-1 0,0 1 0,0-1 0,0 1 0,0-1 0,0 1 0,0-1 0,0 0 0,0 0 0,0 1 0,1-1 0,-1 0 0,0 0 0,0-1 0,-13-16 0,1-1 0,2-1 0,0 1 0,-9-23 0,18 36 0,0 1 0,0-1 0,1 1 0,0-1 0,0 0 0,0 1 0,1-1 0,0 0 0,0 0 0,0 0 0,2-6 0,-2 10 0,0 0 0,1 1 0,0-1 0,-1 0 0,1 0 0,0 1 0,0-1 0,0 0 0,0 1 0,0-1 0,0 1 0,0-1 0,1 1 0,-1 0 0,3-2 0,-2 2 0,0 0 0,0 0 0,0 0 0,0 1 0,0-1 0,0 1 0,0-1 0,0 1 0,0 0 0,0 0 0,0 0 0,0 0 0,0 0 0,0 0 0,0 1 0,0-1 0,3 2 0,5 1 0,-1 0 0,1 1 0,-1 1 0,1-1 0,10 9 0,43 34 0,-31-22 0,-16-12 0,-9-7 0,0-1 0,1 1 0,-1-1 0,1 0 0,0-1 0,0 0 0,0 0 0,13 4 0,-20-8 0,0 0 0,0 0 0,-1 0 0,1 1 0,0-1 0,0 0 0,-1 0 0,1 0 0,0 0 0,0 0 0,0-1 0,-1 1 0,1 0 0,0 0 0,0 0 0,-1-1 0,1 1 0,0 0 0,0-1 0,-1 1 0,1-1 0,0 1 0,-1-1 0,1 1 0,-1-1 0,1 1 0,-1-1 0,1 1 0,-1-1 0,1 0 0,-1 1 0,1-1 0,-1 0 0,0 1 0,1-1 0,-1 0 0,0 0 0,0 0 0,0 1 0,1-1 0,-1 0 0,0-1 0,0-4 0,0 0 0,-1 0 0,1 0 0,-3-11 0,0 4 0,2 4 0,0 0 0,1 0 0,-1 0 0,2 0 0,-1 0 0,3-11 0,-2 18 0,-1 1 0,0-1 0,1 0 0,0 1 0,-1-1 0,1 1 0,0-1 0,-1 0 0,1 1 0,0 0 0,0-1 0,0 1 0,1 0 0,-1-1 0,0 1 0,0 0 0,1 0 0,-1 0 0,0 0 0,1 0 0,-1 0 0,1 1 0,0-1 0,-1 0 0,1 1 0,-1-1 0,1 1 0,0 0 0,-1-1 0,1 1 0,0 0 0,0 0 0,-1 0 0,1 0 0,0 0 0,-1 1 0,1-1 0,0 0 0,2 2 0,11 3 0,0 1 0,-1 1 0,0 0 0,0 1 0,-1 1 0,18 13 0,-12-8 0,37 21 0,-26-20 0,-6-2 0,0-2 0,30 10 0,-25-15-1365,-16-5-5461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1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 24575,'-6'-10'0,"5"19"0,5 18 0,9 16 0,1-1 0,28 60 0,65 153 0,-106-252 0,6 25 0,-6-27 0,-1 0 0,0 0 0,1 0 0,-1 1 0,0-1 0,0 0 0,0 0 0,0 1 0,0-1 0,-1 0 0,1 0 0,0 1 0,-1-1 0,1 0 0,0 0 0,-1 0 0,-1 2 0,2-3 2,0 0 0,0 1 0,-1-1 0,1 0 0,0 0 0,0 0 0,-1 0 0,1 0 0,0 0 0,0 0 0,-1 0-1,1 0 1,0 0 0,-1 0 0,1-1 0,0 1 0,0 0 0,-1 0 0,1 0 0,0 0 0,0 0 0,-1 0 0,1-1 0,0 1 0,0 0 0,0 0 0,-1 0-1,1-1 1,0 1 0,0 0 0,0 0 0,-1-1 0,-5-7-1431,1 0-5397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1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280 102 24575,'-29'-18'0,"-1"0"0,0 2 0,-1 1 0,-42-13 0,68 26 0,-1 1 0,1 0 0,0 0 0,-1 0 0,1 0 0,-1 1 0,1 0 0,-7 1 0,10-1 0,1 0 0,-1 1 0,1-1 0,-1 1 0,1-1 0,-1 1 0,1 0 0,0 0 0,-1-1 0,1 1 0,0 0 0,-1 0 0,1 0 0,0 0 0,0 1 0,0-1 0,0 0 0,0 0 0,0 1 0,0-1 0,1 0 0,-1 1 0,0-1 0,1 1 0,-1-1 0,1 1 0,-1-1 0,1 1 0,0-1 0,0 1 0,0 2 0,-1 2 0,2-1 0,-1 1 0,0 0 0,1-1 0,0 1 0,1-1 0,-1 1 0,1-1 0,0 0 0,0 1 0,1-1 0,0 0 0,-1 0 0,2-1 0,-1 1 0,0-1 0,6 5 0,3 3 0,1 0 0,0-1 0,1-1 0,21 12 0,-31-19 0,1 0 0,-1-1 0,1 0 0,-1 0 0,1-1 0,0 1 0,-1-1 0,1 0 0,0 0 0,0 0 0,0-1 0,0 0 0,0 0 0,0 0 0,8-2 0,-9 1 0,-1 0 0,1 0 0,-1-1 0,1 1 0,-1-1 0,0 0 0,0 0 0,1 0 0,-1 0 0,-1-1 0,1 1 0,0-1 0,0 0 0,-1 0 0,0 0 0,0 0 0,0 0 0,0 0 0,0 0 0,0-1 0,1-3 0,-2 1 0,1 0 0,-1 1 0,0-1 0,0 0 0,0 0 0,-1 1 0,0-1 0,0 0 0,-1 0 0,1 0 0,-1 0 0,0 1 0,-3-7 0,4 12 0,0 0 0,0 0 0,0 0 0,0 0 0,0 0 0,1 0 0,-1 1 0,0-1 0,0 0 0,0 0 0,0 0 0,0 0 0,0 0 0,0 0 0,0 0 0,0 0 0,0 0 0,0 0 0,0 0 0,0 0 0,0 0 0,0 0 0,0 0 0,0 0 0,0 0 0,0 0 0,0 0 0,0 0 0,0 0 0,0 0 0,0 0 0,1 0 0,-1 0 0,0 0 0,0 0 0,0 0 0,0 0 0,0 0 0,0 0 0,0 0 0,0 0 0,0 0 0,0 0 0,0 0 0,0 0 0,0 0 0,0 0 0,0 0 0,0-1 0,0 1 0,0 0 0,0 0 0,0 0 0,0 0 0,0 0 0,0 0 0,0 0 0,0 0 0,0 0 0,0 0 0,7 6 0,11 14 0,-8-10 0,5 6-86,35 32-1193,-39-39-5547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2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56 24575,'-4'-4'0,"-1"1"0,0 0 0,1 0 0,-1 0 0,0 1 0,-1 0 0,1 0 0,0 0 0,-1 0 0,1 1 0,-10-1 0,14 1 0,1 1 0,-1 0 0,0 0 0,1 0 0,-1 0 0,1 0 0,-1 1 0,1-1 0,-1 0 0,1 0 0,-1 0 0,1 0 0,-1 1 0,1-1 0,-1 0 0,1 0 0,-1 1 0,1-1 0,-1 0 0,1 1 0,-1-1 0,1 0 0,0 1 0,-1-1 0,1 1 0,0-1 0,-1 1 0,1 0 0,0 0 0,0 0 0,0 0 0,0 0 0,0 0 0,0 0 0,0-1 0,0 1 0,0 0 0,1 0 0,-1 0 0,0 0 0,1 0 0,0 1 0,1 2 0,1 0 0,-1 0 0,1 0 0,0-1 0,4 4 0,1 1 0,1-1 0,15 10 0,-22-15 0,0-1 0,0 0 0,0 0 0,1 1 0,-1-2 0,1 1 0,-1 0 0,0 0 0,1-1 0,-1 1 0,1-1 0,-1 0 0,1 0 0,0 0 0,-1 0 0,1 0 0,-1-1 0,3 0 0,-3 1 0,-1-1 0,0 0 0,1 0 0,-1 0 0,0 0 0,0 0 0,0 0 0,0 0 0,0 0 0,0-1 0,0 1 0,0 0 0,0-1 0,0 1 0,-1-1 0,1 1 0,-1 0 0,1-1 0,-1 1 0,1-1 0,-1 0 0,0 1 0,0-3 0,1-6 0,-1 1 0,-1-17 0,1 15 0,-1-11 0,0 18 0,1 15 0,0 6 0,2-1 0,0 1 0,0 0 0,8 21 0,25 65 0,-12-37 0,73 180 0,-43-116 0,-49-121 0,9 26 0,-13-32 0,1 0 0,0 0 0,-1 0 0,1 0 0,-1 0 0,0 0 0,0 1 0,0-1 0,-1 4 0,0-6 0,1 0 0,0 0 0,-1 0 0,1 0 0,-1 0 0,1 0 0,-1-1 0,0 1 0,1 0 0,-1 0 0,0-1 0,1 1 0,-1 0 0,0-1 0,0 1 0,0 0 0,0-1 0,1 1 0,-1-1 0,0 0 0,0 1 0,0-1 0,0 0 0,0 1 0,0-1 0,0 0 0,0 0 0,0 0 0,0 0 0,0 0 0,0 0 0,0 0 0,0 0 0,0-1 0,0 1 0,0 0 0,0-1 0,-1 1 0,-5-2 0,1-1 0,0 1 0,0-1 0,-9-5 0,-16-14 0,1-1 0,-41-43 0,60 56 0,-6-6-341,0-1 0,2-1-1,-22-31 1,27 33-6485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3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0 578 24575,'9'-7'0,"83"-72"0,-77 64 0,1-1 0,-2-1 0,19-27 0,-30 38 0,0 0 0,0-1 0,0 1 0,-1 0 0,0-1 0,0 1 0,0-1 0,-1 0 0,0 0 0,-1 0 0,1 1 0,-2-15 0,1 18 0,-1 0 0,1-1 0,-1 1 0,0 0 0,0 0 0,0 0 0,0 0 0,0 0 0,-1 0 0,1 0 0,-1 0 0,0 0 0,0 1 0,0-1 0,0 1 0,0-1 0,-1 1 0,1 0 0,-1 0 0,0 0 0,1 0 0,-1 0 0,0 1 0,0-1 0,0 1 0,0 0 0,0 0 0,-6-1 0,7 1 0,0 1 0,-1 0 0,1-1 0,-1 1 0,1 0 0,0 1 0,-1-1 0,1 0 0,0 1 0,-1-1 0,1 1 0,0 0 0,0-1 0,0 1 0,0 0 0,-3 2 0,2 0 0,0-1 0,0 1 0,0-1 0,0 1 0,1 0 0,-1 0 0,1 0 0,0 0 0,-2 5 0,0 1 0,0 0 0,1 0 0,0 1 0,0-1 0,1 1 0,0-1 0,0 13 0,2-13 0,0 0 0,1 0 0,0-1 0,1 1 0,0 0 0,0 0 0,0-1 0,1 1 0,1-1 0,-1 0 0,1 0 0,1 0 0,0 0 0,0-1 0,0 0 0,12 12 0,-10-12 0,0 0 0,0-1 0,1 0 0,0 0 0,0-1 0,1 0 0,0 0 0,-1-1 0,2 0 0,-1-1 0,0 0 0,1 0 0,-1-1 0,1 0 0,10 0 0,-2-1 0,0-2 0,0 0 0,0-1 0,-1-1 0,25-7 0,83-34 0,-84 28 0,73-19 0,-84 28 0,44-2 0,-64 8 0,0 0 0,1 2 0,-1-1 0,1 1 0,-1 1 0,1 0 0,18 6 0,-28-8 0,0 0 0,-1 1 0,1-1 0,-1 0 0,1 0 0,0 1 0,-1-1 0,1 0 0,-1 1 0,1-1 0,-1 0 0,1 1 0,-1-1 0,0 1 0,1-1 0,-1 1 0,1-1 0,-1 1 0,1 0 0,-1-1 0,0 0 0,-1 1 0,1-1 0,0 0 0,0 1 0,0-1 0,0 0 0,0 1 0,0-1 0,0 0 0,-1 0 0,1 1 0,0-1 0,0 0 0,0 0 0,-1 1 0,1-1 0,0 0 0,0 0 0,-1 0 0,1 1 0,0-1 0,0 0 0,-1 0 0,0 0 0,-1 2 0,-1-1 0,1-1 0,-1 1 0,0 0 0,0 0 0,1-1 0,-4 1 0,-4-2 0,1 1 0,-1-2 0,1 1 0,0-1 0,0-1 0,0 1 0,-15-8 0,-58-33 0,66 34 0,6 3 0,0 0 0,1 0 0,0-1 0,0 0 0,0-1 0,1 0 0,0 0 0,1-1 0,-11-16 0,14 18 0,0 0 0,1 0 0,0-1 0,0 1 0,1-1 0,0 0 0,0 1 0,1-1 0,0 0 0,0 0 0,1 0 0,0 0 0,0 0 0,3-14 0,0 10 0,0 0 0,0 1 0,1-1 0,1 1 0,0 0 0,0 0 0,1 0 0,8-10 0,-8 13 0,-1 1 0,1 0 0,0 1 0,1 0 0,0-1 0,0 2 0,0-1 0,0 1 0,1 0 0,0 1 0,14-6 0,-19 9-170,1-1-1,0 1 0,0 1 1,0-1-1,0 1 0,-1-1 1,8 1-1,4 2-6655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3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19 24575,'-2'-8'0,"-2"-2"-8191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4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381 166 24575,'-36'-29'0,"0"0"0,-2 3 0,-83-43 0,117 67 0,0 0 0,-1 0 0,1 1 0,-1-1 0,1 1 0,-1 0 0,1 1 0,-1-1 0,0 1 0,0 0 0,-5 1 0,7-1 0,1 1 0,0-1 0,0 1 0,0 0 0,0 0 0,0 0 0,0 0 0,0 0 0,0 0 0,1 0 0,-1 1 0,0-1 0,1 1 0,-1-1 0,1 1 0,-1 0 0,1 0 0,0-1 0,0 1 0,0 0 0,0 0 0,0 0 0,0 0 0,0 0 0,0 4 0,0-1 0,-1 1 0,1 0 0,1-1 0,-1 1 0,1 0 0,0-1 0,1 1 0,-1 0 0,1-1 0,3 11 0,-2-7 0,2-1 0,-1 0 0,1 0 0,0 0 0,1 0 0,7 8 0,6 5 0,1-1 0,0 0 0,33 23 0,-20-17 0,-14-13 0,-1 0 0,0 2 0,-1 0 0,0 1 0,17 24 0,-32-39 0,0 0 0,0 1 0,0-1 0,-1 0 0,1 0 0,0 1 0,-1-1 0,1 0 0,-1 1 0,1-1 0,-1 0 0,0 1 0,0-1 0,0 1 0,1-1 0,-1 1 0,-1-1 0,1 0 0,0 1 0,0-1 0,0 1 0,-1-1 0,1 0 0,-1 1 0,1-1 0,-2 2 0,0-1 0,1 0 0,-1 0 0,0 0 0,-1 0 0,1-1 0,0 1 0,0-1 0,-1 1 0,1-1 0,-1 0 0,1 0 0,-1 0 0,-3 1 0,-20 4 30,0 0 0,0-2 0,-32 1 0,-78-7-1515,98-2-5341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47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 24575,'-1'0'0,"1"0"0,-1 1 0,0-1 0,1 0 0,-1 1 0,0-1 0,1 1 0,-1-1 0,1 0 0,-1 1 0,1-1 0,-1 1 0,1 0 0,-1-1 0,1 1 0,-1-1 0,1 1 0,0 0 0,-1-1 0,1 1 0,0 0 0,0-1 0,0 1 0,-1 0 0,1-1 0,0 1 0,0 1 0,-3 23 0,3-22 0,-1 21 0,-1 4 0,-5 29 0,3-27 0,1 1 0,2 0 0,4 59 0,11 2 0,-6-31 0,-4-40 0,1 34 0,-7 10 0,3 52 0,7-66 0,-5-32 0,2 33 0,-4-1 0,-3 96 0,-6-97 0,6-39 0,0 0 0,0 1 0,1-1 0,0 0 0,1 1 0,3 22 0,11 75 0,-7-55 0,1 21 0,-1 16 0,1 1 0,-8 287 0,1-342 0,13 66 0,-7-66 0,2 67 0,-9-85 0,0 17 0,-1 0 0,-8 54 0,6-66 0,1 0 0,1-1 0,1 1 0,1 0 0,6 32 0,-1-4 0,-4 2 0,3 20 0,-1-42 0,-1 0 0,-2 1 0,-2-1 0,-6 47 0,2-22 0,2 1 0,5 81 0,2-114-455,0 0 0,13 42 0,-14-57-6371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50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6569 61 24575,'13'0'0,"-4"-1"0,-18 3 0,-27 4 0,15-2 0,-33 1 0,-4-4 0,-97-12 0,88 6 0,-105 3 0,84 3 0,85-1 0,-245-9 0,168 4 0,-86 4 0,-18 1 0,108-7 0,-21-1 0,61 7 0,-213 2 0,180 7 0,-14 0 0,-271-8 0,169-1 0,54-7 0,3 0 0,-709 9 0,739-9 0,2 0 0,-834 8 0,421 1 0,481-3 0,-29-4 0,-21-2 0,-175 9 0,238-1 0,0 2 0,-18 3 0,16-2 0,-25 2 0,-72-6 0,-46 2 0,148 1 0,0 0 0,0 1 0,-15 5 0,17-4 0,-1-1 0,0 0 0,1-1 0,-21 2 0,-5-4 0,9 0 0,1 1 0,-38 6 0,50-5 0,0-1 0,0 0 0,0-2 0,-1 1 0,-22-6 0,-27 0 0,-19 6-1365,68 0-5461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52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99 289 24575,'-1'-7'0,"1"5"0,-1-1 0,1 0 0,0 0 0,-1 1 0,0-1 0,0 0 0,0 1 0,0-1 0,0 1 0,-1-1 0,1 1 0,0 0 0,-5-5 0,6 7 0,0 0 0,0 0 0,0 0 0,-1 0 0,1 0 0,0 0 0,0 0 0,-1 0 0,1 0 0,0 0 0,0 0 0,-1 0 0,1 0 0,0 0 0,0 0 0,-1 0 0,1 0 0,0 0 0,0 0 0,-1 0 0,1 0 0,0 0 0,0 0 0,-1 0 0,1 0 0,0 1 0,0-1 0,-1 0 0,1 0 0,0 0 0,0 0 0,0 1 0,0-1 0,-1 0 0,1 0 0,0 0 0,0 1 0,0-1 0,0 0 0,0 0 0,0 1 0,-5 11 0,4-10 0,-3 13 0,1 0 0,0 0 0,-1 25 0,3 50 0,2-59 0,-1-7 0,2-1 0,1 1 0,0 0 0,2-1 0,8 25 0,-10-41 0,-3-14 0,-3-13 0,-16-56 0,2 13 0,-15-118 0,31 174 0,-2-22 0,2 0 0,3-51 0,-2 73 0,1 0 0,0 0 0,1 0 0,0 0 0,0 0 0,0 0 0,1 0 0,0 1 0,0-1 0,1 1 0,0 0 0,0 0 0,0 0 0,1 1 0,0-1 0,9-7 0,-8 9 0,0 0 0,0 1 0,1 0 0,-1 0 0,1 0 0,0 1 0,0 0 0,0 0 0,0 1 0,0 0 0,0 0 0,0 1 0,0 0 0,0 0 0,14 2 0,-16-1 0,0-1 0,0 2 0,0-1 0,0 0 0,0 1 0,0 0 0,0 0 0,-1 1 0,1-1 0,-1 1 0,0 0 0,1 0 0,-1 1 0,-1-1 0,1 1 0,0 0 0,-1 0 0,0 0 0,0 0 0,0 0 0,0 1 0,2 6 0,-4-8 0,0 1 0,0-1 0,0 1 0,0-1 0,-1 0 0,1 1 0,-1-1 0,0 1 0,0-1 0,0 1 0,-1-1 0,1 1 0,-3 5 0,1-4 0,0 0 0,0 0 0,0-1 0,-1 1 0,0-1 0,0 0 0,0 1 0,-5 4 0,-6 3 0,-1 0 0,1 0 0,-2-2 0,-17 10 0,27-16 0,-24 14 0,-79 52 0,107-69 0,1 0 0,-1 1 0,0-1 0,1 1 0,-1-1 0,1 1 0,0-1 0,-1 1 0,1 0 0,0-1 0,0 1 0,0 0 0,0 0 0,1 0 0,-1 0 0,0 0 0,1 0 0,-1 0 0,1 3 0,0-3 0,0 0 0,1 0 0,-1 0 0,1 0 0,0 0 0,0 0 0,-1 0 0,1 0 0,0 0 0,1-1 0,-1 1 0,0 0 0,0-1 0,1 1 0,-1-1 0,1 0 0,-1 1 0,1-1 0,0 0 0,1 1 0,25 16 0,1-2 0,0-1 0,46 16 0,-21-12 0,64 12 0,-86-23 0,-10-2 0,0-2 0,26 3 0,-47-7-4,0 0 1,-1 1-1,1-1 0,0 0 0,0 0 0,0 0 0,0 0 1,0 0-1,-1-1 0,1 1 0,0 0 0,0 0 0,0 0 1,0-1-1,-1 1 0,1-1 0,0 1 0,0 0 0,-1-1 1,2 0-1,-2 0 12,0 1 1,0-1-1,0 1 0,0-1 1,1 1-1,-1-1 0,0 1 1,0-1-1,-1 1 0,1-1 1,0 1-1,0-1 0,0 1 1,0-1-1,0 1 0,0-1 1,-1 1-1,1-1 0,0 1 1,0-1-1,-1 1 0,1 0 1,-1-1-1,-2-3-256,-1 0 1,1 0-1,-1 1 1,0-1-1,-5-2 1,-4-3-6579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52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91 276 24575,'23'-15'0,"38"-34"0,-55 44 0,0-1 0,-1 0 0,0 1 0,0-1 0,-1-1 0,0 1 0,0-1 0,0 0 0,-1 0 0,0 0 0,4-12 0,-7 15 0,1 0 0,-1 0 0,0 0 0,0 0 0,0 0 0,-1 1 0,1-1 0,-1 0 0,0 0 0,0 0 0,-1 1 0,1-1 0,-1 1 0,1-1 0,-1 1 0,0-1 0,0 1 0,-1 0 0,1 0 0,-1 0 0,0 0 0,1 1 0,-1-1 0,0 1 0,-4-3 0,1 1 0,0 0 0,0 1 0,0-1 0,-1 1 0,1 0 0,-1 1 0,0 0 0,0 0 0,0 0 0,0 1 0,0 0 0,-14 0 0,17 1 0,0 1 0,0 0 0,0 0 0,0 0 0,1 0 0,-1 1 0,0-1 0,0 1 0,1 0 0,-1 0 0,1 0 0,0 1 0,0-1 0,0 1 0,0 0 0,0 0 0,0 0 0,1 0 0,-1 0 0,1 1 0,0-1 0,0 1 0,0 0 0,1-1 0,-1 1 0,-1 8 0,1-6 0,0 0 0,1 0 0,0 0 0,0 0 0,1 0 0,0 1 0,0-1 0,0 0 0,1 0 0,0 0 0,0 0 0,0 0 0,1 0 0,0 0 0,0 0 0,0 0 0,5 6 0,-1-3 0,1 0 0,1 0 0,0-1 0,0 0 0,1-1 0,0 0 0,0 0 0,0-1 0,1 0 0,0 0 0,0-1 0,1 0 0,0-1 0,-1-1 0,16 4 0,0-2 0,0-1 0,1-1 0,0-1 0,0-1 0,38-5 0,-52 3-455,-1-1 0,21-7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56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24575,'0'0'0,"0"-1"0,0 1 0,0 0 0,-1-1 0,1 1 0,0 0 0,0-1 0,0 1 0,0 0 0,0-1 0,0 1 0,0-1 0,0 1 0,0 0 0,1-1 0,-1 1 0,0 0 0,0-1 0,0 1 0,0 0 0,0-1 0,1 1 0,-1 0 0,0-1 0,0 1 0,0 0 0,1 0 0,-1-1 0,0 1 0,0 0 0,1 0 0,-1 0 0,1-1 0,7 10 0,7 21 0,-8-11 0,0 0 0,-2 0 0,0 1 0,4 38 0,-7-22 0,-3 67 0,-6-51 0,4-39 0,1-1 0,0 1 0,1 23 0,1-35 0,0 1 0,0-1 0,1 1 0,-1-1 0,0 0 0,1 1 0,0-1 0,-1 0 0,1 1 0,0-1 0,-1 0 0,1 0 0,0 0 0,0 0 0,0 1 0,0-1 0,0 0 0,0-1 0,0 1 0,0 0 0,1 0 0,-1 0 0,0-1 0,1 1 0,-1-1 0,0 1 0,1-1 0,-1 1 0,0-1 0,4 1 0,4 0 0,0-1 0,0 1 0,18-3 0,-12 1 0,12 1 0,-10 0 0,1 0 0,-1-2 0,0 1 0,1-2 0,-1 0 0,27-10 0,-42 12-59,0 0 0,0 0-1,-1 0 1,1 0-1,0 0 1,0-1 0,-1 1-1,1 0 1,0-1 0,-1 0-1,0 1 1,1-1 0,-1 0-1,0 0 1,0 1-1,0-1 1,0 0 0,0 0-1,0 0 1,-1-1 0,1 1-1,0-3 1,0-7-6767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57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60 24575,'-7'-22'0,"6"17"0,0 1 0,0-1 0,-1 1 0,0 0 0,-4-8 0,6 12 0,0-1 0,0 1 0,0 0 0,0 0 0,0 0 0,-1 0 0,1 0 0,0-1 0,0 1 0,0 0 0,0 0 0,0 0 0,0 0 0,-1 0 0,1 0 0,0-1 0,0 1 0,0 0 0,0 0 0,0 0 0,-1 0 0,1 0 0,0 0 0,0 0 0,0 0 0,0 0 0,-1 0 0,1 0 0,0 0 0,0 0 0,0 0 0,-1 0 0,1 0 0,0 0 0,0 0 0,0 0 0,-4 6 0,2 12 0,3 5 0,1 0 0,1 0 0,0-1 0,2 1 0,1-1 0,9 25 0,-8-28 0,1 1 0,0-1 0,19 28 0,-22-38 0,1-1 0,0 0 0,1-1 0,-1 1 0,2-1 0,-1-1 0,1 1 0,0-1 0,14 7 0,-13-7 0,1-2 0,-1 0 0,1 0 0,0 0 0,0-1 0,12 1 0,-16-3 0,-1-1 0,1 1 0,-1-1 0,1-1 0,0 1 0,-1-1 0,1 0 0,-1-1 0,0 1 0,1-1 0,-1 0 0,0 0 0,6-4 0,-3 1 0,-2 0 0,1 0 0,-1 0 0,1-1 0,-1 0 0,-1 0 0,1-1 0,-1 1 0,-1-1 0,1 0 0,-1-1 0,0 1 0,0-1 0,-1 0 0,0 1 0,-1-1 0,3-16 0,-1-2 0,-1 0 0,-1 0 0,-1-1 0,-4-36 0,1 39 0,-10-37 0,22 119 0,-2-36 0,0-1 0,2 0 0,0 0 0,1-1 0,17 23 0,3-3 0,45 48 0,-68-78-1365,-1-2-5461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0:59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64 232 24575,'30'104'0,"10"37"0,-38-134 0,0 0 0,0 1 0,-1-1 0,0 0 0,-1 1 0,0-1 0,-1 14 0,1-20 0,0-1 0,0 0 0,0 0 0,0 0 0,0 1 0,0-1 0,0 0 0,-1 0 0,1 0 0,0 1 0,0-1 0,0 0 0,0 0 0,0 0 0,0 0 0,-1 1 0,1-1 0,0 0 0,0 0 0,0 0 0,0 0 0,-1 0 0,1 1 0,0-1 0,0 0 0,0 0 0,-1 0 0,1 0 0,0 0 0,0 0 0,0 0 0,-1 0 0,1 0 0,0 0 0,0 0 0,0 0 0,-1 0 0,1 0 0,0 0 0,0 0 0,-1 0 0,1 0 0,0 0 0,0 0 0,0-1 0,-1 1 0,1 0 0,0 0 0,0 0 0,0 0 0,0 0 0,-1 0 0,1-1 0,0 1 0,0 0 0,0 0 0,0 0 0,0 0 0,0-1 0,-1 1 0,1 0 0,0-1 0,-9-12 0,9 13 0,-23-38 0,1-1 0,-16-45 0,30 63 0,1 0 0,0-1 0,2 1 0,1-1 0,1 0 0,-1-25 0,4 41 0,-1-12 0,1 1 0,1-1 0,0 0 0,6-25 0,-6 39 0,0 0 0,0 0 0,1 0 0,-1 0 0,1 0 0,0 1 0,0-1 0,0 1 0,1-1 0,-1 1 0,1 0 0,0 0 0,-1 0 0,1 0 0,1 0 0,-1 1 0,0-1 0,1 1 0,-1 0 0,1 0 0,0 0 0,0 1 0,-1-1 0,1 1 0,5-1 0,2 0 0,0 1 0,0 0 0,0 1 0,0 0 0,0 1 0,0 0 0,0 0 0,16 5 0,-18-3 0,1 0 0,-1 0 0,-1 1 0,1 0 0,0 0 0,-1 1 0,0 0 0,0 1 0,-1 0 0,9 7 0,-14-10 0,1 0 0,-1-1 0,0 1 0,0 0 0,0 0 0,0 0 0,0 0 0,-1 0 0,1 1 0,-1-1 0,0 0 0,0 1 0,0-1 0,-1 1 0,1-1 0,-1 1 0,0-1 0,0 1 0,0-1 0,0 1 0,-1-1 0,-1 7 0,0-4 0,0 0 0,0-1 0,-1 1 0,0-1 0,0 0 0,0 0 0,-1 0 0,0 0 0,0 0 0,0-1 0,0 0 0,-8 6 0,-4 0 0,0 1 0,-1-2 0,-1 0 0,1-2 0,-35 11 0,-20 9 0,70-26 0,1-1 0,-1 1 0,0 0 0,1 0 0,-1-1 0,1 1 0,-1 1 0,1-1 0,0 0 0,-1 0 0,1 0 0,0 1 0,0-1 0,0 1 0,0-1 0,0 1 0,-1 1 0,2-1 0,0-1 0,0 0 0,0 0 0,0 0 0,0 0 0,0 1 0,0-1 0,1 0 0,-1 0 0,0 0 0,1 0 0,-1 0 0,1 0 0,-1 0 0,1 0 0,0 0 0,0 0 0,-1 0 0,1 0 0,0 0 0,0 0 0,0 0 0,0-1 0,0 1 0,0 0 0,0-1 0,1 1 0,7 5 0,1 0 0,0-1 0,1 0 0,19 6 0,47 9 0,-49-13 0,29 6 0,0-2 0,1-3 0,0-2 0,73-2 0,-123-4 0,0-1 0,-1 0 0,1 0 0,0 0 0,0-1 0,10-4 0,-16 5 0,0 0 0,0 0 0,0 0 0,0-1 0,0 1 0,0 0 0,0-1 0,-1 1 0,1-1 0,0 0 0,-1 0 0,1 0 0,-1 0 0,0 0 0,1 0 0,-1 0 0,0 0 0,0 0 0,-1 0 0,1 0 0,0-1 0,-1 1 0,1 0 0,-1-1 0,0-2 0,0-6 0,0 0 0,0 1 0,-1-1 0,-1 0 0,-3-10 0,4 15 0,0 1 0,-1-1 0,0 1 0,-1 0 0,1 0 0,-1 0 0,0 0 0,0 1 0,-1-1 0,1 1 0,-7-6 0,10 9 0,-1 0 0,0 0 0,0 1 0,1-1 0,-1 1 0,0-1 0,0 1 0,0-1 0,0 1 0,0-1 0,1 1 0,-1 0 0,0 0 0,0-1 0,0 1 0,0 0 0,0 0 0,0 0 0,0 0 0,0 0 0,0 0 0,0 0 0,0 1 0,0-1 0,0 0 0,0 0 0,0 1 0,0-1 0,0 0 0,0 1 0,1-1 0,-1 1 0,0 0 0,0-1 0,0 1 0,1-1 0,-1 1 0,0 0 0,1 0 0,-1-1 0,1 1 0,-1 0 0,1 0 0,-2 1 0,-1 5 0,0-1 0,0 1 0,0-1 0,-2 14 0,2-12 0,1 1 0,1-1 0,0 1 0,0 0 0,1 0 0,0 0 0,0 0 0,1-1 0,0 1 0,1 0 0,4 14 0,-4-16 0,1-1 0,0 0 0,0 0 0,1 0 0,0 0 0,-1-1 0,2 0 0,-1 1 0,1-1 0,0-1 0,0 1 0,0-1 0,0 0 0,1 0 0,12 6 0,1-1 0,1-1 0,40 11 0,-47-15 0,0-2 0,0 0 0,0 0 0,0-1 0,0-1 0,14-1 0,-19 0 30,0-1 0,0 0 0,11-3 0,-16 4-165,0-1 0,0 1 0,0-1 0,0 1 0,0-1 0,0 0 0,0 0 0,0 0 0,-1-1 0,4-2 0,0-5-6691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0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24575,'-15'2'0,"0"0"0,-28 9 0,38-9 0,1-1 0,0 1 0,0 0 0,0 0 0,0 0 0,1 0 0,-1 1 0,1-1 0,-1 1 0,1 0 0,0 0 0,0 0 0,0 1 0,-4 5 0,6-6 0,0-1 0,0 1 0,0-1 0,1 1 0,-1 0 0,1-1 0,-1 1 0,1 0 0,0-1 0,0 1 0,0 0 0,0-1 0,1 1 0,-1-1 0,1 1 0,-1 0 0,1-1 0,0 1 0,0-1 0,0 1 0,1-1 0,-1 0 0,0 0 0,1 1 0,1 1 0,3 3 0,0-1 0,0 0 0,0 0 0,1 0 0,-1-1 0,11 7 0,-3-5 0,-1 1 0,2-2 0,-1 1 0,1-2 0,-1 0 0,2-1 0,-1-1 0,31 4 0,-43-7 0,1 0 0,-1 0 0,1 0 0,-1-1 0,1 1 0,-1-1 0,0 0 0,1 0 0,-1 0 0,0-1 0,0 1 0,1-1 0,-1 1 0,0-1 0,-1 0 0,1 0 0,0-1 0,-1 1 0,5-5 0,-4 4 0,-1-1 0,1-1 0,-1 1 0,1 0 0,-1-1 0,0 1 0,-1-1 0,1 1 0,-1-1 0,0 0 0,0 1 0,-1-1 0,1-7 0,-1 9-28,0 5 96,-1 6-1473,0 1-5421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0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24575,'17'23'0,"-1"1"0,-1 0 0,-1 1 0,-1 0 0,9 29 0,38 138 0,-30-87 0,-27-99 0,-2 0 0,1 0 0,0-1 0,-1 1 0,1 8 0,-2-13 0,0-1 0,0 0 0,0 0 0,0 0 0,0 0 0,0 0 0,0 1 0,0-1 0,0 0 0,0 0 0,0 0 0,0 0 0,0 1 0,0-1 0,0 0 0,0 0 0,0 0 0,0 0 0,0 0 0,0 1 0,0-1 0,0 0 0,-1 0 0,1 0 0,0 0 0,0 0 0,0 1 0,0-1 0,0 0 0,0 0 0,0 0 0,-1 0 0,1 0 0,0 0 0,0 0 0,0 0 0,0 0 0,-6-3 0,-3-10 0,5 6 0,0-1 0,0 1 0,1 0 0,0-1 0,0 0 0,1 1 0,0-1 0,1 0 0,0 0 0,-1-13 0,2 18 0,0 0 0,1 0 0,-1 0 0,0 0 0,1 0 0,0 0 0,0 0 0,0 0 0,0 0 0,0 1 0,0-1 0,1 0 0,-1 1 0,1-1 0,0 1 0,0 0 0,0-1 0,0 1 0,0 0 0,1 0 0,-1 0 0,0 1 0,1-1 0,0 1 0,-1-1 0,1 1 0,0 0 0,-1 0 0,1 0 0,0 0 0,4-1 0,2 1 0,-1 0 0,1 1 0,0 0 0,-1 0 0,1 0 0,-1 1 0,1 1 0,-1-1 0,12 5 0,11 5 0,33 16 0,-43-17 0,-10-6 0,0 1 0,0 0 0,0 0 0,17 13 0,-26-17 0,-1 0 0,1 0 0,0 0 0,-1 1 0,0-1 0,1 1 0,-1-1 0,0 1 0,1-1 0,-1 1 0,0-1 0,0 1 0,0 0 0,-1 0 0,1 0 0,0 0 0,-1-1 0,1 1 0,-1 0 0,1 0 0,-1 0 0,0 0 0,0 0 0,0 0 0,0 0 0,0 0 0,-1 0 0,1 0 0,-1 3 0,0-3-65,0-1 0,0 0 0,0 0 0,0 1 0,0-1 0,0 0 0,0 0 0,0 0 0,0 0 0,-1 0 0,1 0 0,0-1 0,0 1 0,-1 0 0,1-1 0,-1 1 0,1 0 0,-1-1 0,1 0 0,-3 1 0,-8 1-6761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0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24575,'2'0'0,"2"5"0,-1 5 0,0 2 0,-1 3 0,-1 1 0,-1-3-8191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1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42 24575,'-13'-7'0,"1"1"0,-1 1 0,0 0 0,0 0 0,-1 1 0,1 1 0,-18-2 0,27 4 0,-1 1 0,1-1 0,0 1 0,-1 1 0,1-1 0,0 1 0,-1-1 0,1 1 0,0 0 0,0 1 0,-1-1 0,1 1 0,0 0 0,1 0 0,-1 0 0,0 0 0,0 1 0,1-1 0,0 1 0,-1 0 0,1 0 0,0 0 0,0 1 0,1-1 0,-1 1 0,-3 7 0,1-1 0,1 1 0,1-1 0,0 1 0,0 0 0,1 0 0,0 0 0,0 17 0,2 1 0,5 50 0,3-27 0,3 0 0,1-1 0,3-1 0,2 0 0,29 58 0,-37-90 0,1 0 0,19 27 0,-44-62 0,10 10 0,-1 1 0,-7-13 0,-16-34 0,-22-59 0,50 111 0,1 0 0,-1-1 0,1 1 0,-1 0 0,0 0 0,1 0 0,-1 0 0,0 0 0,0 0 0,0 0 0,0 0 0,0 0 0,0 0 0,0 0 0,0 1 0,0-1 0,0 0 0,0 1 0,0-1 0,0 1 0,-3-1 0,1 0 0,-1 1 0,1 0 0,-1 0 0,1 0 0,-1 1 0,-4 0 0,-7 1 0,10-1 0,-1-1 0,0 0 0,1 0 0,-1 0 0,0-1 0,1 0 0,-1 0 0,0 0 0,-7-4 0,11 4 0,-1 0 0,0-1 0,1 1 0,0-1 0,-1 1 0,1-1 0,0 0 0,0 0 0,0 0 0,0 0 0,0 0 0,0 0 0,1-1 0,-1 1 0,1-1 0,-1 1 0,1-1 0,0 1 0,0-1 0,-1-5 0,2 7-45,0 0-1,0 0 1,-1 0-1,1 0 1,0 0-1,0 0 1,0 0-1,0 0 1,1 0-1,-1 0 1,0 0-1,0 0 1,1 0-1,-1 0 1,0 0-1,1 0 1,-1 0-1,1 0 1,-1 0-1,1 0 1,0 0-1,-1 0 1,1 0-1,0 1 1,0-1-1,-1 0 0,1 1 1,0-1-1,2 0 1,6-4-6781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1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24575,'0'8'0,"0"5"0,0 3 0,0 1 0,0 0 0,3 1 0,0-1 0,3-1 0,0-3-8191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1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24575,'2'3'0,"2"3"0,2 6 0,0 3 0,-1 2 0,-1-2-8191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2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80 292 24575,'7'-31'0,"-1"1"0,-2-1 0,0 0 0,-3-55 0,-1 79 0,-1 1 0,-1-1 0,1 0 0,-1 0 0,-1 1 0,1 0 0,-6-11 0,7 16 0,0-1 0,0 1 0,0-1 0,0 1 0,0-1 0,0 1 0,-1 0 0,1 0 0,-1 0 0,1 0 0,-1 0 0,1 0 0,-1 0 0,-2-1 0,3 2 0,-1-1 0,1 1 0,0 0 0,-1 0 0,1 0 0,-1 0 0,1 1 0,0-1 0,-1 0 0,1 0 0,0 1 0,-1-1 0,1 1 0,0-1 0,0 1 0,-1 0 0,1-1 0,0 1 0,0 0 0,0 0 0,-2 2 0,0 0 0,0 1 0,0-1 0,1 1 0,-1 0 0,1 0 0,0 0 0,0 0 0,0 1 0,0-1 0,1 0 0,0 1 0,0-1 0,0 1 0,0 8 0,0 2 0,1 1 0,0-1 0,4 18 0,-2-19 0,1 0 0,0 0 0,1 0 0,1-1 0,0 0 0,1 0 0,14 24 0,-13-27 0,0-1 0,0 1 0,1-1 0,0-1 0,0 0 0,1 0 0,0 0 0,0-1 0,1-1 0,11 7 0,-16-11-54,0 0-1,0 0 0,0-1 1,0 0-1,0 0 1,0 0-1,1 0 0,-1-1 1,0 0-1,0 0 1,1 0-1,-1-1 0,0 0 1,0 0-1,1 0 0,-1-1 1,0 1-1,0-1 1,0 0-1,-1-1 0,1 1 1,-1-1-1,1 0 1,7-7-1,-1-1-6771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126 349 24575,'-8'4'0,"0"0"0,0 1 0,0 0 0,1 0 0,0 0 0,0 1 0,0 0 0,1 0 0,0 1 0,0 0 0,1 0 0,0 0 0,0 1 0,-6 12 0,8-13 0,-1 1 0,1 0 0,1-1 0,-1 1 0,1 0 0,1 1 0,-1-1 0,1 0 0,1 0 0,0 1 0,0-1 0,0 0 0,1 0 0,0 0 0,5 16 0,-4-20 0,0 0 0,0 0 0,0 0 0,0 0 0,1 0 0,0 0 0,0-1 0,0 0 0,0 1 0,0-1 0,1 0 0,-1 0 0,1-1 0,0 1 0,0-1 0,0 0 0,7 3 0,-7-4 0,0 1 0,0-1 0,0 0 0,0 0 0,0-1 0,0 1 0,0-1 0,0 0 0,1 0 0,-1 0 0,0-1 0,0 1 0,0-1 0,0 0 0,0 0 0,0 0 0,0-1 0,-1 0 0,7-3 0,-4 1 0,-1 0 0,0 0 0,1-1 0,-1 0 0,-1 0 0,1 0 0,-1-1 0,0 1 0,4-9 0,-3 4 0,0-1 0,0 0 0,-1 0 0,4-22 0,-2-2 0,-2 0 0,-1-56 0,-3 85 0,-12-200 0,8 170 0,-11-71 0,126 578 0,-89-363-1365,-18-83-5461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3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24575,'7'67'0,"1"8"0,8 78 0,-9-96 0,2 64 0,-10-118 0,1 0 0,1 1 0,-1-1 0,0 1 0,1-1 0,0 0 0,0 1 0,0-1 0,2 6 0,-2-8 0,0 0 0,0 0 0,0 0 0,-1 0 0,1 0 0,0 0 0,0-1 0,0 1 0,0 0 0,0-1 0,0 1 0,1-1 0,-1 1 0,0-1 0,0 1 0,0-1 0,0 0 0,1 0 0,-1 0 0,0 1 0,0-1 0,0 0 0,1 0 0,-1-1 0,0 1 0,0 0 0,0 0 0,1-1 0,-1 1 0,2-1 0,38-12 0,29-7 0,-39 14 0,39-2 0,-56 7 0,0 1 0,-1 1 0,1 0 0,0 1 0,18 5 0,22 9-1365,-40-10-5461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3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24575,'5'23'0,"2"11"0,2 1 0,0-2 0,-2-4 0,1-4 0,1-5 0,-1-2 0,1-2 0,-1-1 0,1-1 0,-2-2-8191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3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24575,'2'0'0,"2"3"0,-1 6 0,2 3 0,1 4 0,-2 0 0,-1-2-8191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5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24575,'0'1'0,"0"1"0,1-1 0,-1 0 0,0 0 0,1 0 0,-1 0 0,1 0 0,0 1 0,-1-1 0,1 0 0,0 0 0,0 0 0,0-1 0,1 3 0,16 12 0,-14-12 0,16 12 0,1 0 0,1-1 0,36 17 0,-55-30 0,-1 0 0,1 0 0,0 0 0,0 0 0,0-1 0,0 1 0,0-1 0,0 0 0,0 0 0,0 0 0,0 0 0,0 0 0,0-1 0,0 1 0,0-1 0,0 0 0,0 0 0,-1 0 0,1 0 0,0 0 0,-1-1 0,1 1 0,0-1 0,-1 1 0,4-4 0,1-2 0,0-1 0,-1 1 0,0-1 0,0 0 0,-1-1 0,6-11 0,-10 19 0,-1-1 0,1 1 0,0 0 0,-1 0 0,1 0 0,0-1 0,0 1 0,0 0 0,0 0 0,0 0 0,0 0 0,0 1 0,0-1 0,0 0 0,0 0 0,0 1 0,0-1 0,1 0 0,-1 1 0,2-1 0,-2 1 0,0 0 0,1 1 0,-1-1 0,0 0 0,0 1 0,0-1 0,1 1 0,-1-1 0,0 1 0,0 0 0,0-1 0,0 1 0,0 0 0,0 0 0,0 0 0,0 0 0,0 0 0,-1 0 0,1 0 0,0 0 0,0 2 0,11 13 0,1 0 0,1 0 0,25 22 0,-34-33 0,1-1 0,1 0 0,-1 0 0,0-1 0,1 1 0,0-2 0,0 1 0,0-1 0,0 0 0,0 0 0,10 1 0,8-1 0,-1-2 0,28-1 0,-4-1 0,-41 2 0,1 0 0,-1-1 0,0 0 0,1 0 0,-1-1 0,0 1 0,0-2 0,11-4 0,-15 5 0,0 1 0,0-1 0,0 0 0,0 0 0,-1 0 0,1-1 0,-1 1 0,1-1 0,-1 1 0,0-1 0,0 0 0,0 0 0,0 0 0,-1 0 0,1 0 0,-1 0 0,1-1 0,-1 1 0,1-7 0,0-1 0,-1 0 0,0 0 0,0 0 0,-1 0 0,0 0 0,-1 1 0,-1-1 0,0 0 0,0 0 0,-1 1 0,0-1 0,-1 1 0,-9-19 0,12 27 0,0 0 0,0 1 0,0-1 0,0 1 0,-1-1 0,1 1 0,0 0 0,-1-1 0,1 1 0,-1 0 0,1 0 0,-1 0 0,1 0 0,-1 0 0,0 1 0,0-1 0,-2-1 0,2 2 0,1 0 0,0 1 0,0-1 0,0 0 0,0 0 0,-1 0 0,1 1 0,0-1 0,0 1 0,0-1 0,0 1 0,0-1 0,0 1 0,0 0 0,0-1 0,0 1 0,0 0 0,0 0 0,0-1 0,1 1 0,-1 0 0,0 0 0,1 0 0,-1 0 0,0 0 0,1 0 0,-1 1 0,0 1 0,-1 4 0,-1 1 0,1 0 0,0 0 0,0 0 0,1 0 0,0 0 0,1 1 0,0 15 0,2-11 0,-1 1 0,1-1 0,1 0 0,8 22 0,-6-23 0,0 0 0,1 0 0,1-1 0,0 0 0,0 0 0,1-1 0,0 0 0,1 0 0,19 17 0,-23-23 0,0-1 0,0 1 0,0-1 0,1 0 0,-1 0 0,1 0 0,-1-1 0,1 0 0,0 0 0,0 0 0,0-1 0,0 0 0,0 0 0,0-1 0,0 1 0,0-1 0,0-1 0,0 1 0,1-1 0,-1 0 0,0 0 0,-1-1 0,8-2 0,3-4 0,0-1 0,0 0 0,-1 0 0,0-2 0,-1 0 0,0-1 0,-1 0 0,0-1 0,-1 0 0,15-22 0,-22 27 0,-1 1 0,0-1 0,0 0 0,0 0 0,-1 0 0,-1 0 0,1-1 0,-1 1 0,1-11 0,-3 17 0,0 1 0,0 0 0,0 0 0,0 0 0,0 0 0,0 0 0,0 0 0,0 0 0,-1 0 0,1 0 0,0 0 0,-1 0 0,1 0 0,0 0 0,-1 0 0,0 0 0,1 0 0,-1 0 0,1 0 0,-1 0 0,0 0 0,0 1 0,1-1 0,-1 0 0,0 0 0,0 1 0,0-1 0,0 1 0,0-1 0,0 1 0,0-1 0,0 1 0,0 0 0,0-1 0,0 1 0,0 0 0,0 0 0,0 0 0,0 0 0,-2 0 0,0 0 0,0 0 0,0 0 0,0 1 0,0 0 0,0-1 0,0 1 0,0 0 0,1 0 0,-1 1 0,0-1 0,0 1 0,1-1 0,-4 3 0,2 0 0,1-1 0,0 1 0,0-1 0,0 1 0,0 0 0,1 0 0,-1 1 0,1-1 0,0 0 0,0 1 0,1-1 0,-1 1 0,0 5 0,0 1 0,1-1 0,1 0 0,-1 0 0,1 0 0,3 14 0,-3-21 0,0-1 0,1 1 0,0 0 0,-1 0 0,1 0 0,0-1 0,1 1 0,-1 0 0,0-1 0,1 1 0,-1-1 0,1 0 0,0 1 0,0-1 0,0 0 0,0 0 0,0 0 0,0 0 0,1-1 0,-1 1 0,1-1 0,-1 1 0,1-1 0,-1 0 0,1 0 0,0 0 0,0 0 0,5 1 0,6 0 0,0-1 0,0 0 0,0-1 0,24-3 0,-33 2 0,53-5 0,-30 3 0,-1 0 0,1 2 0,52 4 0,-53 2 0,1 1 0,-1 1 0,34 14 0,-50-19 0,-13-8 0,-17-14 0,16 17 0,0 0 0,-21-21 0,-43-54 0,60 69 0,1 0 0,1 0 0,0-1 0,0 0 0,1 0 0,0 0 0,1 0 0,0-1 0,0 1 0,-1-18 0,3 16 0,1 0 0,0 1 0,0-1 0,1 0 0,1 0 0,3-11 0,-5 20 0,1 0 0,0 1 0,0-1 0,1 1 0,-1-1 0,0 1 0,1-1 0,0 1 0,-1 0 0,1 0 0,0 0 0,0 0 0,3-3 0,-3 4 0,0 0 0,0 0 0,0 0 0,0 1 0,0-1 0,1 0 0,-1 1 0,0-1 0,0 1 0,1 0 0,-1 0 0,0 0 0,1 0 0,-1 0 0,0 0 0,0 1 0,1-1 0,3 2 0,-4-1-114,0 0 1,0-1-1,-1 1 0,1 0 0,0 0 1,0 0-1,0 1 0,-1-1 0,1 0 1,-1 1-1,3 1 0,3 7-6712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24575,'0'10'0,"0"29"0,6 49 0,-4-75 0,0 0 0,1 0 0,1-1 0,0 1 0,1-1 0,0 0 0,11 18 0,-10-21 0,0-1 0,0 0 0,0-1 0,1 1 0,0-1 0,1-1 0,0 1 0,16 9 0,-20-13 0,0-1 0,0 0 0,0 0 0,0 0 0,1 0 0,-1-1 0,0 0 0,1 0 0,0 0 0,-1 0 0,1-1 0,-1 0 0,1 0 0,-1 0 0,1-1 0,0 1 0,-1-1 0,1 0 0,-1 0 0,0-1 0,8-2 0,-9 2 0,1-1 0,-1 1 0,0-1 0,0 0 0,0 0 0,0 0 0,0 0 0,-1-1 0,1 1 0,-1-1 0,0 1 0,0-1 0,0 0 0,-1 0 0,1 0 0,-1 0 0,0 0 0,0 0 0,0-8 0,1-7 0,-1 0 0,-2-37 0,0 52 0,-1-21 0,-7-34 0,7 49 0,0 0 0,-1 0 0,-1 0 0,0 0 0,0 1 0,-6-10 0,7 17 0,2 7 0,4 10 0,4 15 28,1 0-1,2-1 0,22 46 1,51 79-1200,-76-142 869,1 3-6523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24575,'12'36'0,"-9"-27"0,-1 0 0,1 0 0,1-1 0,-1 1 0,2-1 0,6 10 0,-10-16 0,0-1 0,0 1 0,0-1 0,1 0 0,-1 1 0,0-1 0,1 0 0,-1 0 0,1 0 0,0 0 0,-1 0 0,1 0 0,0-1 0,0 1 0,-1-1 0,1 1 0,0-1 0,0 1 0,0-1 0,1 0 0,0 0 0,0 0 0,0-1 0,0 0 0,0 1 0,-1-1 0,1 0 0,0 0 0,-1-1 0,1 1 0,-1 0 0,5-4 0,0-1 0,0 0 0,0 0 0,-1-1 0,0 0 0,0 0 0,-1 0 0,6-10 0,-5 2 0,6-9 0,-11 22 0,0 1 0,0 0 0,-1-1 0,1 1 0,0 0 0,0 0 0,1 0 0,-1 0 0,0 0 0,0 0 0,0 0 0,1 0 0,0-1 0,-1 2 0,0 0 0,0 0 0,0 0 0,0 0 0,0 0 0,0 0 0,0 0 0,0 1 0,0-1 0,0 0 0,0 1 0,0-1 0,0 0 0,-1 1 0,1-1 0,0 1 0,0-1 0,0 1 0,-1-1 0,1 1 0,1 1 0,15 16 0,-14-14 0,18 21-63,36 40-1239,-45-54-5524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24575,'5'5'0,"2"5"0,2 0 0,0 1 0,1 2 0,-2 0 0,-2-1-8191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7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54 24575,'2'-15'0,"2"-4"0,-1 6 0,0 6 0,-4 8 0,-1 6 0,-1 4 0,-2 3 0,0-1-8191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7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24575,'24'29'0,"6"14"0,3 7 0,-6 2 0,-7-5 0,-4-3 0,-5-6 0,-2-3 0,-2-2 0,0-2 0,-1-4 0,-2-1 0,1-2 0,1-3 0,0-3 0,0-3-8191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07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7 24575,'-21'-2'0,"-11"-2"0,-7 4 0,-3 3 0,0 4 0,4 2 0,9-2-8191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13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2729 62 24575,'424'0'0,"-419"0"0,-3-1 0,0 1 0,0 0 0,0 0 0,1 0 0,-1 0 0,0 1 0,0-1 0,0 0 0,0 1 0,0 0 0,0-1 0,0 1 0,3 2 0,-5-1 0,-6-2 0,-5-1 0,-58-5 0,-128 3 0,104 5 0,-1642-2 0,1576-8 0,4 0 0,114 8 0,-196-9 0,-18 3 0,181 6 0,51 1 0,-32 6 0,32-3 0,-29 0 0,47-4 0,7-2 0,16-2 0,29-4 0,-1 4 0,124-8 0,7 20 0,-122-3 0,85 6 0,243 10 0,-24-31 0,266 3 0,-388 8 0,-81-1 0,168 1 0,-213 6 0,7 1 0,-111-8 0,-3 0 0,0 0 0,0 0 0,1 1 0,-1-1 0,0 1 0,0 0 0,7 2 0,-11-3 0,1 0 0,-1 0 0,0 0 0,0 0 0,0 0 0,0 0 0,0 0 0,0 0 0,0 0 0,0 0 0,0 0 0,0 0 0,0 0 0,0 0 0,0 0 0,1 0 0,-1 1 0,0-1 0,0 0 0,0 0 0,0 0 0,0 0 0,0 0 0,0 0 0,0 0 0,0 0 0,0 0 0,0 0 0,0 0 0,0 0 0,0 0 0,0 0 0,0 0 0,0 1 0,0-1 0,0 0 0,0 0 0,0 0 0,0 0 0,0 0 0,0 0 0,0 0 0,0 0 0,0 0 0,0 0 0,0 0 0,0 0 0,0 1 0,0-1 0,0 0 0,0 0 0,0 0 0,0 0 0,0 0 0,0 0 0,0 0 0,0 0 0,0 0 0,0 0 0,0 0 0,0 0 0,-1 0 0,1 0 0,0 0 0,-8 3 0,-10-1 0,-131-14 0,-207-19 0,-85-2 0,-286 55 0,226-12 0,333-11 0,144 0-9,-27-4-1,30 2 58,-34-1 1,48 4-209,-1 1-1,0 0 1,0 0 0,1 1-1,-1 0 1,1 0 0,0 0-1,-8 4 1,5-1-6666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15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2092 24575,'0'-4'0,"1"-1"0,0 1 0,0 0 0,0-1 0,0 1 0,0 0 0,1 0 0,0-1 0,2-2 0,25-38 0,-15 24 0,3-1 0,0 1 0,1 0 0,1 1 0,39-30 0,-12 10 0,-34 30 0,0 1 0,1 0 0,0 1 0,18-9 0,59-22 0,-5 3 0,-46 16 0,-1-1 0,-1-2 0,43-35 0,-33 23 0,64-36 0,-47 32 0,-5 8 0,-14 9 0,70-34 0,-11 6 0,-85 40 0,2-1 0,24-16 0,-24 13 0,1 2 0,31-13 0,26-15 0,14-14 0,-40 25 0,73-54 0,-36 8 0,-69 57 0,-4 4 0,1-1 0,0 2 0,21-11 0,90-56 0,17-8 0,5 5 0,-106 58 0,67-50 0,-87 57 0,46-40 0,-25 20 0,-12 13 0,1 2 0,1 1 0,1 2 0,59-23 0,-59 26 0,58-38 0,-34 18 0,70-39 0,-130 76 4,0-1-1,0 1 0,0-1 1,0 1-1,0-1 0,0 1 1,0-1-1,0 1 0,0 0 1,0 0-1,0-1 0,0 1 0,0 0 1,0 0-1,1 0 0,-1 0 1,0 0-1,0 0 0,0 1 1,0-1-1,0 0 0,0 1 1,0-1-1,0 0 0,0 1 1,0-1-1,0 1 0,0 0 1,0-1-1,-1 1 0,1 0 1,0-1-1,0 1 0,0 0 1,0 1-1,1 2-168,0-1 0,0 1 0,0 0 0,-1-1 0,1 1 0,-1 0 0,0 0 0,0 6 0,1 3-6661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4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576 273 24575,'-3'-6'0,"1"1"0,-1-1 0,0 1 0,-1 0 0,1 0 0,-1 0 0,0 0 0,0 0 0,-1 1 0,1 0 0,-1 0 0,0 0 0,0 1 0,0-1 0,0 1 0,-1 0 0,-6-2 0,-183-67 0,157 58 0,-182-75 0,179 72 0,65 21 0,37 19 0,68 37 0,-32-14 0,101 54 0,-193-97 0,26 18 0,-29-20 0,-1 0 0,0 0 0,0 0 0,1 1 0,-1-1 0,0 0 0,0 1 0,0-1 0,0 0 0,-1 1 0,1-1 0,0 1 0,-1-1 0,1 1 0,-1 0 0,1-1 0,-1 1 0,1 2 0,-1-3 0,-1 0 0,1 0 0,0 0 0,-1 0 0,1 0 0,-1 0 0,1 0 0,-1 0 0,0-1 0,1 1 0,-1 0 0,0 0 0,1-1 0,-1 1 0,0 0 0,0-1 0,0 1 0,0-1 0,1 1 0,-1-1 0,0 1 0,0-1 0,0 0 0,0 1 0,0-1 0,0 0 0,0 0 0,0 0 0,-2 0 0,-34 2 0,31-2 0,-62-1-93,-48 0 305,92 3-707,0 0 1,-41 10-1,48-8-6331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5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24575,'12'11'0,"11"5"0,3 3 0,2 1 0,0 0 0,-1-2 0,-2 0 0,-2-2 0,-3 0 0,-2-1 0,-2-2 0,-1-1 0,0-3 0,-3 0 0,0-2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5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 24575,'-10'20'0,"-4"13"0,-1 3 0,-2 0 0,3-3 0,1-2 0,-3-4 0,-1-3 0,0-4 0,3-5-8191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2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429 187 24575,'-85'-59'0,"-75"-47"0,154 102 0,-1 1 0,1 0 0,0 1 0,-1 0 0,0 0 0,1 0 0,-1 1 0,0-1 0,0 2 0,0-1 0,-10 1 0,13 0 0,1 1 0,-1-1 0,1 1 0,-1 0 0,1 0 0,0 0 0,0 0 0,-1 0 0,1 1 0,0 0 0,0-1 0,0 1 0,1 0 0,-1 0 0,0 1 0,1-1 0,-1 1 0,1-1 0,0 1 0,0 0 0,0 0 0,0 0 0,0 0 0,-1 4 0,-2 7 0,0 1 0,1 0 0,1 0 0,1 0 0,0 0 0,1 1 0,1 30 0,3-8 0,2 0 0,10 39 0,12 20 0,64 151 0,-65-183 0,25 62 0,-40-94 0,13 65 0,-23-97 0,-1 1 0,0 0 0,0-1 0,0 1 0,0 0 0,0-1 0,0 1 0,0 0 0,-1-1 0,0 3 0,1-4 0,0 0 0,0 0 0,0 1 0,0-1 0,0 0 0,0 0 0,-1 0 0,1 1 0,0-1 0,0 0 0,0 0 0,0 0 0,-1 0 0,1 0 0,0 1 0,0-1 0,0 0 0,0 0 0,-1 0 0,1 0 0,0 0 0,0 0 0,-1 0 0,1 0 0,0 0 0,0 0 0,-1 0 0,-8-6 0,2-4-1365,0-2-5461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2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426 64 24575,'-31'-6'0,"-16"-3"0,-4-1 0,3-1 0,5 1 0,7 2 0,8 3 0,2 2 0,4 2 0,3 1 0,1 0 0,3 0 0,0 1 0,0-1 0,3 0-8191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2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24575,'-3'1'0,"-1"-1"0,1 0 0,0 1 0,0-1 0,0 1 0,0 0 0,0 0 0,0 0 0,0 1 0,0-1 0,1 1 0,-1-1 0,0 1 0,1 0 0,-1 0 0,1 0 0,0 0 0,-1 1 0,1-1 0,0 1 0,0-1 0,1 1 0,-1 0 0,1-1 0,-3 6 0,-1 6 0,0 1 0,1-1 0,0 1 0,-1 17 0,2-20 0,-2 17 0,1 0 0,2 0 0,1 0 0,2 30 0,0-46 0,0-1 0,1 1 0,1-1 0,0 0 0,1 0 0,0 0 0,1-1 0,0 1 0,1-1 0,0 0 0,15 20 0,-15-25-72,-1-1 1,1 1-1,1-1 0,-1 0 0,1 0 0,0-1 0,0 0 0,0 0 1,0-1-1,1 0 0,0 0 0,-1 0 0,1-1 0,0 0 0,0-1 1,0 0-1,0 0 0,15-1 0,-10 0-6754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24575,'12'8'0,"11"5"0,5 3 0,1 1 0,1-2 0,1-1 0,-4-1 0,1 1 0,-4-3 0,1 0 0,-2 1 0,-3-3 0,-1-1 0,-2-1 0,-4-1-8191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24575,'-7'23'0,"-4"11"0,2 4 0,1-2 0,2-1 0,0-4 0,1-6 0,-2-3 0,-2-4 0,-2-4 0,-1-5 0,0-4-8191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3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24575,'24'13'0,"1"1"0,-2 0 0,0 2 0,-1 1 0,0 1 0,-2 0 0,26 30 0,-33-31 0,0 0 0,-1 1 0,-1 0 0,0 1 0,-2 0 0,0 0 0,-1 1 0,-1 1 0,-1-1 0,4 24 0,-7-24 0,0 0 0,-1 0 0,-1-1 0,-1 1 0,-1 0 0,-4 26 0,4-38 0,-1 0 0,0 0 0,-1-1 0,1 1 0,-1-1 0,-1 1 0,0-1 0,0 0 0,0 0 0,-1 0 0,0-1 0,0 0 0,-1 0 0,1 0 0,-1-1 0,-1 1 0,-12 7 0,-3-1-1365,4-2-5461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6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15 24575,'-13'-3'0,"-7"0"0,-3-1 0,6 2 0,8 0 0,5 3 0,6 2 0,6 3 0,3 0 0,3 2 0,5-1 0,0 2 0,1 1 0,-1-1 0,-1 1 0,-6-4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7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24575,'0'3'0,"-2"3"0,-2 3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8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38 24575,'1'5'0,"-1"0"0,1-1 0,0 1 0,0 0 0,1 0 0,0-1 0,-1 1 0,2 0 0,-1-1 0,6 8 0,4 5 0,18 19 0,-22-27 0,156 154 0,-155-156 0,-10-14 0,-13-16 0,13 21 0,-20-28 0,-1 0 0,-43-43 0,-61-47 0,117 112 0,6 5 0,-2-2 0,-1 0 0,1 1 0,-1 0 0,-10-7 0,15 11 0,0-1 0,0 1 0,0 0 0,0-1 0,0 1 0,0-1 0,1 1 0,-1 0 0,0 0 0,0 0 0,0 0 0,0 0 0,0 0 0,0 0 0,0 0 0,0 0 0,0 0 0,0 0 0,0 0 0,0 1 0,0-1 0,0 0 0,1 1 0,-1-1 0,0 1 0,0-1 0,0 1 0,0-1 0,1 1 0,-1-1 0,0 1 0,1 0 0,-1-1 0,0 1 0,1 0 0,-1 0 0,1 0 0,-1-1 0,1 1 0,0 0 0,-1 0 0,1 0 0,0 0 0,-1 1 0,-1 7 0,1-1 0,-1 1 0,1-1 0,1 1 0,0 0 0,0-1 0,2 11 0,-1-11 0,0 0 0,-1-1 0,0 1 0,0 0 0,0-1 0,-1 1 0,0-1 0,-1 1 0,0-1 0,-3 10 0,-4-2-1365,1-2-5461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81 24575,'-23'-13'0,"-53"-27"0,62 34 0,1 1 0,-1 0 0,-24-5 0,36 9 0,-1 1 0,1 0 0,0-1 0,0 1 0,0 0 0,0 0 0,-1 0 0,1 1 0,0-1 0,0 0 0,0 1 0,0 0 0,0-1 0,0 1 0,0 0 0,0 0 0,0 0 0,0 0 0,0 0 0,1 1 0,-1-1 0,0 0 0,1 1 0,-1 0 0,1-1 0,-1 1 0,1 0 0,0-1 0,0 1 0,0 0 0,0 0 0,0 0 0,0 0 0,1 0 0,-1 0 0,0 3 0,-2 8 0,1 0 0,1-1 0,0 1 0,2 23 0,-1-34 0,2 34 0,2 1 0,1-1 0,2 0 0,23 69 0,-9-50 0,2 0 0,40 66 0,-46-90-35,25 39-1295,-35-60-5496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78 24575,'-31'-13'0,"-12"-4"0,-3 1 0,5 2 0,7 5 0,6 3 0,8 3-8191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9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24575,'-4'0'0,"0"0"0,1 1 0,-1-1 0,0 1 0,0 0 0,0 0 0,1 0 0,-1 0 0,0 1 0,1 0 0,-1-1 0,1 1 0,0 1 0,-4 2 0,2-1 0,0 1 0,1 0 0,0-1 0,0 2 0,0-1 0,1 0 0,-6 12 0,1 1 0,2 1 0,0-1 0,1 1 0,-4 33 0,6-35 0,2 0 0,0 0 0,0 0 0,2 1 0,4 28 0,-3-36 0,1 0 0,0 0 0,0 0 0,1-1 0,0 0 0,1 1 0,0-2 0,0 1 0,1 0 0,13 14 0,-9-12 30,1-1 0,0 0 0,24 16 0,-28-22-195,0 1 0,1-1 0,0-1 0,0 0 0,0 0 0,0 0 0,0-1 0,10 1 0,-3-1-6661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9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24575,'31'11'0,"15"2"0,3 3 0,-2 1 0,-4-1 0,-4 1 0,-6-1 0,-6-2 0,-2-2 0,-4 0 0,-1 1 0,-3-3 0,-4 1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39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0 24575,'-8'19'0,"-5"7"0,0 3 0,-1-1 0,0 0 0,-1-3 0,0-2 0,0-3 0,0-2 0,-1-5 0,3-3-8191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0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24575,'20'7'0,"0"1"0,-1 0 0,0 2 0,0 0 0,-1 1 0,26 20 0,-33-21 0,-1 0 0,1 0 0,-1 1 0,-1 1 0,0 0 0,-1 0 0,0 0 0,-1 1 0,0 0 0,6 18 0,-6-10 17,-1 1 0,0 0 1,-2 0-1,0 0 0,-2 1 0,0 40 0,-2-50-131,-1 1 0,-1-1-1,0 0 1,0 0 0,-2 0 0,0-1-1,0 1 1,-1-1 0,0 0 0,-1 0-1,-1 0 1,-14 19 0,8-16-6712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1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0 24575,'0'1'0,"0"0"0,0-1 0,-1 1 0,1 0 0,0-1 0,-1 1 0,1-1 0,-1 1 0,1 0 0,-1-1 0,1 1 0,-1-1 0,1 1 0,-1-1 0,1 0 0,-1 1 0,0-1 0,1 0 0,-1 1 0,0-1 0,1 0 0,-1 1 0,0-1 0,1 0 0,-1 0 0,0 0 0,-1 0 0,-23 3 0,22-3 0,-122 1 60,66-2-1485,46 1-5401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10 24575,'-16'-3'0,"-7"0"0,-3-1 0,1 4 0,2 2 0,-1 0 0,5 3 0,4 0-8191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 0 0,0-1 0,0 1 0,0 0 0,0 0 0,0 0 0,0-1 0,0 1 0,0 0 0,0 0 0,0 0 0,0 0 0,0-1 0,0 1 0,0 0 0,0 0 0,0 0 0,0-1 0,0 1 0,0 0 0,0 0 0,0 0 0,1 0 0,-1-1 0,0 1 0,0 0 0,0 0 0,0 0 0,0 0 0,1 0 0,-1-1 0,0 1 0,0 0 0,0 0 0,0 0 0,1 0 0,5 5 0,5 11 0,10 40 0,-11-28 0,0-1 0,2 0 0,22 34 0,-33-59 0,1 0 0,-1 0 0,1 0 0,0 0 0,0 0 0,0 0 0,0-1 0,0 1 0,0-1 0,0 1 0,0-1 0,1 0 0,-1 0 0,1 0 0,-1 0 0,4 1 0,-5-2 0,0 0 0,1 0 0,-1 0 0,0 0 0,1 0 0,-1-1 0,0 1 0,1 0 0,-1-1 0,0 1 0,0 0 0,1-1 0,-1 0 0,0 1 0,0-1 0,0 0 0,0 1 0,1-1 0,-1 0 0,0 0 0,-1 0 0,1 0 0,0 0 0,0 0 0,0 0 0,0 0 0,-1-1 0,1 1 0,-1 0 0,1 0 0,-1-1 0,1-1 0,2-8 0,-1-1 0,0 1 0,-1-1 0,-1 0 0,1 1 0,-2-1 0,-1-11 0,0-13 0,2 30 0,-1 4 0,1 0 0,0 1 0,0-1 0,0 0 0,0 1 0,0-1 0,0 0 0,0 1 0,0-1 0,1 0 0,-1 1 0,1-1 0,0-2 0,-1 4 0,1 0 0,-1 0 0,0 0 0,0 0 0,1 0 0,-1 0 0,0 0 0,1 0 0,-1 0 0,0 0 0,0 0 0,1 0 0,-1 0 0,0 0 0,0 0 0,1 1 0,-1-1 0,0 0 0,0 0 0,0 0 0,1 0 0,-1 0 0,0 1 0,0-1 0,1 0 0,-1 0 0,0 0 0,0 0 0,0 1 0,0-1 0,0 0 0,1 0 0,-1 1 0,7 9 0,-6-9 0,11 16 0,21 20 0,-12-13 0,-9-10 0,21 18 0,-30-28 0,1-1 0,0-1 0,-1 1 0,1-1 0,0 1 0,0-1 0,0 0 0,1 0 0,-1-1 0,0 1 0,9 1 0,-11-3 0,0 0 0,0 0 0,0 0 0,0 0 0,0-1 0,0 1 0,0 0 0,-1-1 0,1 0 0,0 1 0,0-1 0,0 0 0,-1 0 0,1 0 0,-1 0 0,1 0 0,0 0 0,-1 0 0,0 0 0,1-1 0,-1 1 0,0-1 0,1 1 0,-1-1 0,0 1 0,0-1 0,-1 0 0,2-2 0,1-5 0,0 1 0,-1 0 0,0-1 0,2-15 0,-4 22 0,0 1 0,0 1 0,0-1 0,0 0 0,0 0 0,0 0 0,1 0 0,-1 0 0,0 0 0,0 0 0,1 0 0,-1 1 0,1-1 0,-1 0 0,1 0 0,-1 0 0,1 1 0,0-1 0,-1 0 0,1 1 0,0-1 0,0 0 0,0 0 0,0 1 0,0 0 0,0 0 0,0 0 0,0 0 0,0 0 0,0 0 0,-1 0 0,1 0 0,0 0 0,0 0 0,0 1 0,0-1 0,0 0 0,-1 1 0,1-1 0,0 0 0,1 1 0,5 4 0,-1 0 0,1 0 0,11 13 0,-11-11 0,63 61 0,-58-57-1365,-1-1-5461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4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260 110 24575,'-24'-16'0,"-58"-37"0,67 45 0,0 0 0,0 1 0,-26-8 0,39 15 0,0-1 0,0 0 0,0 1 0,0 0 0,0-1 0,-1 1 0,1 0 0,0 0 0,0 0 0,0 0 0,0 1 0,0-1 0,0 1 0,0-1 0,0 1 0,0 0 0,0-1 0,0 1 0,0 0 0,0 0 0,1 0 0,-4 3 0,3-2 0,0 0 0,1 1 0,-1-1 0,0 1 0,1-1 0,0 1 0,-1 0 0,1 0 0,0-1 0,1 1 0,-1 0 0,0 0 0,1 0 0,-1 0 0,1 4 0,0-3 0,0 0 0,0 0 0,0 0 0,1 0 0,-1 0 0,1 0 0,0 0 0,0-1 0,0 1 0,1 0 0,-1 0 0,1-1 0,0 1 0,0-1 0,0 0 0,1 0 0,-1 1 0,1-1 0,-1-1 0,1 1 0,0 0 0,0-1 0,0 1 0,1-1 0,-1 0 0,1 0 0,-1 0 0,1-1 0,0 1 0,-1-1 0,1 0 0,6 1 0,0-1 0,0 0 0,1-1 0,12-2 0,-19 1 0,1 1 0,-1-1 0,0 0 0,1-1 0,-1 1 0,0-1 0,0 0 0,0 0 0,0 0 0,4-3 0,-7 3 0,1 1 0,0-1 0,0 1 0,0-1 0,0 1 0,0 0 0,0 0 0,1 0 0,-1 1 0,0-1 0,4-1 0,-4 3 0,-1-1 0,1 0 0,-1 0 0,0 1 0,1-1 0,-1 1 0,0-1 0,1 1 0,-1-1 0,0 1 0,1 0 0,-1 0 0,0 0 0,0 0 0,0 0 0,0 0 0,0 0 0,0 0 0,0 0 0,1 2 0,55 71 0,-51-64-1365,-3-1-5461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5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27 24575,'-2'-3'0,"-1"0"0,1-1 0,-1 1 0,0 0 0,0 0 0,-5-5 0,24 29 0,18 10 0,51 37 0,-8-8 0,-76-58-30,8 6 81,1-1 1,16 11-1,-23-16-144,0-1 0,0 1 0,0-1 0,-1 0 0,1 0 0,0 0-1,1 0 1,-1-1 0,0 1 0,0-1 0,0 0 0,0 0 0,0 0 0,0 0 0,5-1 0,1-2-6733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5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0 24575,'-10'11'0,"-7"5"0,1 3 0,-1-2 0,4-1 0,0 0 0,4-2 0,-1 1 0,0 0 0,-1 0 0,-2 0 0,-1 0 0,0-3 0,-1 0 0,2-3-8191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6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10 24575,'0'-1'0,"0"1"0,0 0 0,0-1 0,0 1 0,0 0 0,0-1 0,0 1 0,0 0 0,0-1 0,0 1 0,0 0 0,0-1 0,0 1 0,0 0 0,0-1 0,0 1 0,0 0 0,-1 0 0,1-1 0,0 1 0,0 0 0,0-1 0,-1 1 0,1 0 0,0 0 0,0-1 0,-1 1 0,1 0 0,0 0 0,-1-1 0,-7 7 0,-6 15 0,4 4 0,1 0 0,0 1 0,2 1 0,1-1 0,2 1 0,0 0 0,2 0 0,1 1 0,4 52 0,-1-59 0,1-1 0,1 0 0,0 0 0,1 0 0,2-1 0,0 0 0,1 0 0,0-1 0,2 0 0,21 31 0,-22-38 30,0 1 0,1-2 0,15 14 0,-20-19-179,0-2 1,1 1-1,0-1 1,-1 1-1,1-2 1,0 1-1,1-1 1,-1 1-1,12 1 1,-5-2-6678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6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93 24575,'13'-13'0,"1"0"0,0 1 0,1 0 0,21-12 0,-32 21 0,0 1 0,0 0 0,0 0 0,0 0 0,1 1 0,-1-1 0,1 1 0,-1 0 0,1 1 0,-1-1 0,1 1 0,0-1 0,-1 2 0,1-1 0,-1 0 0,1 1 0,-1 0 0,1 0 0,-1 0 0,1 0 0,-1 1 0,0 0 0,5 2 0,0 2 0,0 1 0,0 0 0,-1 0 0,1 1 0,12 16 0,-10-9 0,0 0 0,15 30 0,-21-35 0,-1 0 0,0 0 0,-1 1 0,-1-1 0,3 18 0,-4-22 0,0-1 0,-1 1 0,0 0 0,0-1 0,0 1 0,-1 0 0,0-1 0,0 1 0,0-1 0,-1 1 0,0-1 0,-3 8 0,3-11 0,0 1 0,-1-1 0,1 1 0,-1-1 0,1 0 0,-1 0 0,0 0 0,0 0 0,0 0 0,0-1 0,0 1 0,0-1 0,0 0 0,0 0 0,0 0 0,-1 0 0,1-1 0,-6 1 0,-8 1 0,0-2 0,-24-2 0,33 2 0,-6-2 0,0 0 0,1 0 0,-1-1 0,1-1 0,0 0 0,-16-8 0,3-1 0,-48-32 0,70 43 0,0-1 0,0 0 0,1 0 0,-1 0 0,1-1 0,0 1 0,0-1 0,0 0 0,0 0 0,1 0 0,-1 0 0,1 0 0,0-1 0,0 1 0,-1-7 0,2 6 0,0 1 0,1 0 0,0 0 0,0-1 0,0 1 0,1 0 0,-1-1 0,1 1 0,0 0 0,0 0 0,0 0 0,1 0 0,-1 0 0,1 0 0,0 0 0,0 0 0,4-4 0,3-4 30,0 0 0,0 1 0,22-19 0,-25 25-179,0 0 1,0 1-1,1 0 1,-1 0-1,1 0 1,0 0-1,0 1 1,0 1-1,9-3 1,-3 2-6678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7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 24575,'-2'0'0,"-2"3"0,1 3 0,0 3 0,-1 0 0,-1 2 0,1 0 0,1 2 0,-1 1 0,-1 1 0,-1 0 0,0 1 0,-2-1 0,-1 0 0,0-2-8191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7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24575,'1'2'0,"-1"-1"0,1 0 0,0 1 0,0-1 0,0 0 0,0 1 0,0-1 0,0 0 0,0 0 0,0 0 0,0 0 0,1 0 0,-1 0 0,0 0 0,3 1 0,5 4 0,10 10 0,1-2 0,40 22 0,-7-5 0,19 12 0,-41-26 0,-1 1 0,45 37 0,-68-48-1365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8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25 24575,'-1'-2'0,"1"1"0,-1-1 0,1 1 0,-1-1 0,0 1 0,0-1 0,1 1 0,-1-1 0,0 1 0,0 0 0,-1 0 0,1-1 0,0 1 0,0 0 0,-1 0 0,-1-1 0,2 2 0,0 0 0,1-1 0,-1 1 0,0 0 0,0 0 0,0 0 0,0 0 0,0 0 0,0 1 0,0-1 0,0 0 0,1 0 0,-1 0 0,0 1 0,0-1 0,0 1 0,0-1 0,1 0 0,-1 1 0,0-1 0,0 1 0,1 0 0,-1-1 0,0 1 0,1 0 0,-1-1 0,1 1 0,-1 0 0,1 0 0,-2 1 0,-16 26 65,-26 55 0,28-50-812,-22 33-1,29-53-6078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1:48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24575,'9'-5'0,"-1"2"0,1-1 0,-1 1 0,1 0 0,0 1 0,1 0 0,17-1 0,-19 3 0,-1 0 0,1 1 0,-1 0 0,1 0 0,-1 1 0,0 0 0,1 0 0,-1 0 0,0 1 0,8 5 0,5 4 0,0 1 0,-2 1 0,0 1 0,0 0 0,-1 1 0,-1 1 0,-1 0 0,0 1 0,-2 1 0,0 0 0,-1 1 0,-1 1 0,0 0 0,-2 0 0,-1 0 0,0 1 0,-2 1 0,0-1 0,-2 1 0,4 39 0,-7-41 0,-1 1 0,-1-1 0,-1 0 0,0 0 0,-2 0 0,0 0 0,-2 0 0,-10 28 0,-6-3-1365,13-28-5461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3:56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1711 47 24575,'1'-3'0,"1"0"0,-1 0 0,1 0 0,0 0 0,0 1 0,0-1 0,0 1 0,1-1 0,-1 1 0,1 0 0,-1 0 0,1 0 0,0 0 0,0 0 0,-1 1 0,1-1 0,0 1 0,1 0 0,-1 0 0,0 0 0,0 0 0,0 0 0,1 1 0,-1-1 0,0 1 0,1 0 0,-1 0 0,0 1 0,6 0 0,-8-1 0,-1 0 0,0 0 0,1 0 0,-1 0 0,0 0 0,1 0 0,-1 0 0,0 0 0,1 0 0,-1 1 0,0-1 0,0 0 0,1 0 0,-1 0 0,0 0 0,1 1 0,-1-1 0,0 0 0,0 0 0,0 0 0,1 1 0,-1-1 0,0 0 0,0 0 0,0 1 0,1-1 0,-1 0 0,0 1 0,0-1 0,0 0 0,0 1 0,-7 6 0,-15 3 0,-324 106 0,248-86 0,-4 2 0,-166 56 0,-18-2 0,101-35 0,98-25 0,-95 32 0,142-43 0,1 1 0,-54 33 0,86-45 30,0 1 0,1-1 0,-9 9 0,14-12-89,0 0-1,-1 0 1,1 0-1,0 1 1,0-1 0,0 0-1,0 0 1,1 1-1,-1-1 1,0 0 0,0 1-1,1-1 1,-1 1-1,1-1 1,0 1 0,-1-1-1,1 1 1,0-1-1,0 1 1,0-1 0,0 1-1,0 0 1,0-1-1,0 3 1,5 4-6767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3:57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531 123 24575,'10'-7'0,"-1"2"0,-1 0 0,1-1 0,-1 0 0,-1 0 0,1-1 0,-1 0 0,-1 0 0,10-14 0,-15 20 0,0 1 0,-1-1 0,1 0 0,-1 1 0,0-1 0,1 0 0,-1 1 0,1-1 0,-1 0 0,0 0 0,0 0 0,0 1 0,1-1 0,-1 0 0,0 0 0,0 0 0,0 1 0,0-1 0,0 0 0,0 0 0,-1 0 0,1 0 0,0 1 0,0-1 0,0 0 0,-1 0 0,1 1 0,0-1 0,-1 0 0,1 0 0,-1 1 0,1-1 0,-1 0 0,1 1 0,-1-1 0,0 1 0,1-1 0,-1 1 0,1-1 0,-1 1 0,0-1 0,0 1 0,1-1 0,-1 1 0,0 0 0,0 0 0,1-1 0,-1 1 0,0 0 0,0 0 0,0 0 0,-1 0 0,-7-1 0,1 0 0,-1 1 0,-18 1 0,19-1 0,-79 9 0,-8 1 0,-121-11 0,138-9 0,53 5 0,18 4 0,0 0 0,1-1 0,-1 0 0,-8-4 0,43 3 0,-3 3 0,0 2 0,38 8 0,50 17 0,-13-2 0,2-3 0,151 28 0,-249-50 0,11 2 0,27 8 0,-42-10 0,0 0 0,0 0 0,0 0 0,0 0 0,0 0 0,0 0 0,0 0 0,0 0 0,0 0 0,1 0 0,-1 0 0,0 0 0,0 0 0,0 0 0,0 0 0,0 0 0,0 0 0,0 0 0,0 0 0,0 0 0,0 0 0,0 0 0,0 0 0,0 0 0,0 0 0,1 0 0,-1 0 0,0 1 0,0-1 0,0 0 0,0 0 0,0 0 0,0 0 0,0 0 0,0 0 0,0 0 0,0 0 0,0 0 0,0 0 0,0 0 0,0 0 0,0 0 0,0 1 0,0-1 0,0 0 0,0 0 0,0 0 0,0 0 0,0 0 0,0 0 0,0 0 0,0 0 0,0 0 0,0 0 0,0 0 0,0 0 0,0 1 0,0-1 0,0 0 0,0 0 0,-1 0 0,1 0 0,0 0 0,0 0 0,0 0 0,-8 3 0,-11 2 0,-31 4 0,2 2 0,-94 35 0,130-40 10,1-1 0,0 2 0,0-1 0,0 2 0,1-1 0,0 1 0,1 1 0,0 0 0,0 0 0,1 1 0,-10 13 0,10-10-159,0 1 1,1-1-1,1 1 1,0 0-1,1 1 1,0-1-1,2 1 1,-1 0-1,0 16 1,2-12-6678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4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1824 153 24575,'8'-1'0,"0"0"0,0 0 0,10-3 0,17-3 0,-32 7 0,4 0 0,0-1 0,-1 0 0,1 0 0,0 0 0,-1-1 0,10-3 0,-16 5 0,0 0 0,0 0 0,-1 0 0,1 0 0,0 0 0,0 0 0,0 0 0,0 0 0,0 0 0,0 0 0,0 0 0,0 0 0,0 0 0,-1 0 0,1 0 0,0 0 0,0 0 0,0 0 0,0 0 0,0 0 0,0 0 0,0 0 0,0-1 0,0 1 0,0 0 0,0 0 0,-1 0 0,1 0 0,0 0 0,0 0 0,0 0 0,0 0 0,0 0 0,0 0 0,0 0 0,0-1 0,0 1 0,0 0 0,0 0 0,0 0 0,0 0 0,0 0 0,0 0 0,0 0 0,0 0 0,0 0 0,0-1 0,0 1 0,0 0 0,0 0 0,0 0 0,0 0 0,0 0 0,0 0 0,0 0 0,0 0 0,0 0 0,0 0 0,0-1 0,1 1 0,-1 0 0,0 0 0,0 0 0,-11-2 0,10 2 0,-548-60 0,465 54 0,-163-4 0,234 10 0,-262-9 0,143 4 0,45 3 0,9-5 0,-22-1 0,75 8 0,-4 1 0,0-2 0,-44-7 0,49 4 0,0 2 0,-42 1 0,60 1 0,-4 2 0,12 2 0,17 3 0,17-4 0,-1 0 0,56-4 0,-28-1 0,1195 2 0,-1267 1 0,1-1 0,-15 5 0,-9 1 0,-155-2 0,39-2 0,-670 11 0,612-14 0,183 0 62,-33-6 0,32 4-806,-28-1-1,39 4-6081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1 24575,'-209'42'0,"200"-41"0,1 1 0,0 0 0,0 1 0,0 0 0,0 0 0,1 0 0,-1 1 0,-10 8 0,16-10 0,-1 0 0,1 0 0,-1 0 0,1 0 0,0 1 0,0-1 0,1 1 0,-1 0 0,0-1 0,1 1 0,-1 0 0,1 0 0,0 0 0,0 0 0,0 0 0,1 0 0,-1 1 0,1-1 0,-1 0 0,1 0 0,0 0 0,0 0 0,1 1 0,-1-1 0,2 4 0,-1-3 0,0 0 0,0 1 0,1-1 0,-1 0 0,1-1 0,0 1 0,0 0 0,1-1 0,-1 1 0,1-1 0,0 1 0,3 2 0,0-1 0,-1 0 0,1-1 0,0 0 0,0 0 0,1-1 0,11 5 0,-3-3 0,1 0 0,0-1 0,0-1 0,0-1 0,29 1 0,-36-2-136,0-1-1,1 0 1,-1-1-1,0 0 1,0 0-1,0-1 1,0 0-1,0-1 0,15-6 1,-14 3-6690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7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33 24575,'-11'7'0,"1"0"0,0 1 0,-12 12 0,21-19 0,-1 1 0,0 0 0,0 0 0,1-1 0,-1 1 0,1 1 0,0-1 0,-1 0 0,1 0 0,0 0 0,0 1 0,1-1 0,-1 0 0,0 1 0,1-1 0,-1 1 0,1-1 0,0 1 0,0-1 0,0 1 0,0-1 0,0 0 0,1 1 0,0 2 0,0-3 0,0 1 0,1-1 0,0 0 0,-1 1 0,1-1 0,0 0 0,0 0 0,0-1 0,0 1 0,0 0 0,0-1 0,1 1 0,-1-1 0,1 0 0,-1 1 0,1-1 0,-1 0 0,1-1 0,-1 1 0,5 0 0,2 1 0,1-1 0,-1 0 0,1 0 0,14-2 0,-16 1 0,1-2 0,0 1 0,-1-1 0,0 0 0,1-1 0,-1 0 0,14-8 0,-19 10 0,-1 0 0,1-1 0,-1 0 0,0 0 0,0 0 0,0 0 0,0 0 0,0 0 0,0 0 0,0 0 0,2-6 0,-3 6 0,-1 0 0,1 1 0,-1-1 0,1 0 0,-1 0 0,0 0 0,0 0 0,0 0 0,0 0 0,0 0 0,0 0 0,0 0 0,-1 0 0,1 0 0,-1 0 0,1 0 0,-1 0 0,-2-3 0,0 0 0,0 1 0,0-1 0,-1 1 0,0 0 0,0 0 0,0 0 0,0 1 0,0 0 0,-1-1 0,1 2 0,-1-1 0,0 0 0,-9-2 0,1-1 0,-1 2 0,0 0 0,0 0 0,-15-1 0,20 4-227,-1 0-1,1 0 1,0 1-1,-1 1 1,-16 1-1,13 2-6598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24575,'0'5'0,"1"0"0,0-1 0,-1 1 0,2 0 0,-1 0 0,1 0 0,-1-1 0,1 1 0,0 0 0,1-1 0,-1 0 0,1 0 0,0 0 0,0 0 0,0 0 0,1 0 0,7 6 0,-8-8 0,0 1 0,1-1 0,-1 1 0,1-1 0,0 0 0,0 0 0,0-1 0,0 1 0,0-1 0,0 0 0,0 0 0,0 0 0,1-1 0,-1 1 0,0-1 0,0 0 0,1 0 0,-1-1 0,0 1 0,0-1 0,6-1 0,-4-1 0,0 0 0,-1-1 0,1 1 0,-1-1 0,0-1 0,0 1 0,0 0 0,0-1 0,4-6 0,-4 5 0,0 0 0,0 1 0,0 0 0,1 0 0,0 1 0,9-6 0,-13 9 0,0 0 0,1 0 0,-1 0 0,1 1 0,-1-1 0,1 1 0,-1 0 0,1-1 0,-1 1 0,1 0 0,-1 0 0,1 1 0,0-1 0,-1 1 0,1-1 0,-1 1 0,1 0 0,-1 0 0,0 0 0,1 0 0,-1 0 0,0 0 0,2 2 0,4 3-136,-1-1-1,-1 2 1,1-1-1,-1 1 1,0-1-1,0 2 1,-1-1-1,0 1 0,6 12 1,-4-7-6690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8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24575,'25'31'0,"-5"-3"0,-8-15 0,2 0 0,-1-1 0,1 0 0,22 13 0,-29-20 0,0-1 0,1 0 0,-1 0 0,1-1 0,0 0 0,0 0 0,1-1 0,-1 0 0,0-1 0,1 1 0,14-1 0,-21-1 0,0 0 0,1-1 0,-1 1 0,0-1 0,0 1 0,0-1 0,0 0 0,0 0 0,0 0 0,-1 0 0,1 0 0,0 0 0,0 0 0,-1-1 0,1 1 0,0-1 0,-1 1 0,0-1 0,1 0 0,-1 1 0,0-1 0,0 0 0,0 0 0,0 0 0,0 0 0,0 0 0,0 0 0,-1 0 0,1 0 0,-1 0 0,1-4 0,0-5 0,0-1 0,-1 1 0,0-1 0,-3-18 0,2 28-80,1 0 0,0-1-1,-1 1 1,1 0 0,-1-1-1,0 1 1,0 0 0,0 0-1,0 0 1,0 0 0,0 0 0,-1 0-1,1 0 1,-1 0 0,1 0-1,-3-1 1,-6-4-6746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9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24575,'28'-14'0,"55"-17"0,-69 26 0,-1 2 0,1 0 0,0 1 0,0 0 0,0 1 0,21 1 0,-33 0 0,-1 0 0,1 0 0,-1 1 0,0-1 0,1 1 0,-1-1 0,1 1 0,-1 0 0,0-1 0,1 1 0,-1 0 0,0 0 0,0 0 0,0 0 0,0 0 0,0 0 0,2 2 0,-1 0 0,0 0 0,0 1 0,0-1 0,-1 0 0,0 1 0,1-1 0,0 5 0,0 6 0,0-1 0,0 27 0,-2-39 0,1 19 0,-2 1 0,0-1 0,-1 0 0,-2 0 0,0 0 0,0-1 0,-2 1 0,-1-1 0,-16 34 0,18-45 0,0-1 0,-1-1 0,0 1 0,0-1 0,-11 9 0,11-9 0,6-6 0,-1 1 0,1-1 0,0 0 0,-1 0 0,1 0 0,0 1 0,-1-1 0,1 0 0,0 1 0,0-1 0,0 0 0,-1 1 0,1-1 0,0 0 0,0 1 0,0-1 0,0 0 0,0 1 0,-1-1 0,1 0 0,0 1 0,0-1 0,0 0 0,0 1 0,7 2 0,14-4 0,11-5 0,44-1 0,-45 4 0,-5-2-1365,-16 2-5461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49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179 394 24575,'-8'-4'0,"-4"-2"0,-1 1 0,0 0 0,0 1 0,-26-4 0,36 7 0,0 1 0,1 0 0,-1-1 0,0 1 0,1 1 0,-1-1 0,1 0 0,-1 1 0,0-1 0,1 1 0,-1 0 0,1 0 0,-1 0 0,1 0 0,0 0 0,-1 0 0,1 1 0,0-1 0,0 1 0,0 0 0,0-1 0,0 1 0,0 0 0,0 0 0,1 0 0,-1 1 0,1-1 0,0 0 0,-1 0 0,1 1 0,0-1 0,-1 4 0,0 0 0,0 1 0,0 0 0,1 0 0,0 0 0,0 0 0,1 0 0,-1 0 0,2 7 0,-1-10 0,1 0 0,0-1 0,-1 1 0,1-1 0,1 1 0,-1-1 0,1 1 0,-1-1 0,1 0 0,0 0 0,0 0 0,0 0 0,0 0 0,1 0 0,-1-1 0,1 1 0,4 2 0,-6-4 0,0 0 0,0 0 0,1 0 0,-1 0 0,1-1 0,-1 1 0,1-1 0,-1 1 0,0-1 0,1 1 0,0-1 0,-1 0 0,1 0 0,-1 0 0,1 0 0,-1 0 0,1 0 0,2 0 0,-1-1 0,-1 0 0,1 0 0,-1 0 0,0 0 0,1-1 0,-1 1 0,0-1 0,0 1 0,1-1 0,1-2 0,1-2 0,1 0 0,-1 0 0,-1-1 0,1 0 0,-1 0 0,4-10 0,-3 6 0,-2-1 0,1 0 0,-2 0 0,1-1 0,-2 1 0,0 0 0,0-1 0,-1 1 0,0-1 0,-5-22 0,-1 1 0,-2 2 0,-21-58 0,-36-57 0,59 139 0,6 8 0,0 0 0,0 0 0,0 0 0,-1 0 0,1 0 0,0 0 0,0 0 0,0 0 0,0 0 0,0 0 0,0 0 0,0 0 0,0 0 0,-1 0 0,1 0 0,0 0 0,0 0 0,0 0 0,0 0 0,0 0 0,0 0 0,0 0 0,0 0 0,0 0 0,-1 1 0,1-1 0,0 0 0,0 0 0,0 0 0,0 0 0,0 0 0,0 0 0,0 0 0,0 0 0,0 0 0,0 0 0,0 1 0,0-1 0,0 0 0,0 0 0,0 0 0,0 0 0,0 0 0,-1 2 0,1 0 0,0 0 0,0 0 0,0 1 0,0-1 0,0 0 0,1 3 0,4 14 0,0-1 0,2 1 0,14 29 0,34 52 0,-28-53 0,-6-11-86,-11-22-127,-2 1-1,1 0 1,-2 1 0,0 0 0,7 25 0,-12-28-6613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50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19 24575,'0'-2'0,"0"-4"0,3-1 0,0 3 0,1 6 0,-4 2 0,-2 2 0,0 4 0,0 5 0,-2 2 0,-1 1 0,1 0 0,1-3-8191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4:51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24575,'0'5'0,"3"2"0,0 2 0,3 0 0,0 0 0,2 0 0,-1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4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5361 157 24575,'61'0'0,"-109"0"0,-54-9 0,59 3 0,-87-10 0,63 11 0,-99-5 0,-173 20 0,129-5 0,-15 2 0,-86 12 0,-132-12 0,274-9 0,-6-5 0,12-1 0,-418 8 0,161 21 0,414-20 0,-103 8 0,-112 6 0,53-7 0,85-2 0,-167-11 0,-145-6 0,259 13 0,59-3 0,-87 2 0,163-1 0,0 0 0,0 0 0,-1 0 0,1 1 0,0-1 0,0 0 0,0 0 0,0 1 0,0-1 0,0 1 0,0-1 0,0 1 0,0-1 0,0 1 0,-1 0 0,2-1 0,0 1 0,0-1 0,0 0 0,0 0 0,0 0 0,0 0 0,0 0 0,0 0 0,0 1 0,0-1 0,0 0 0,0 0 0,0 0 0,0 0 0,0 0 0,0 0 0,0 1 0,0-1 0,0 0 0,0 0 0,0 0 0,0 0 0,0 0 0,0 0 0,0 0 0,0 1 0,0-1 0,0 0 0,1 0 0,-1 0 0,0 0 0,0 0 0,0 0 0,0 0 0,0 0 0,0 0 0,0 0 0,1 0 0,11 3 0,25 0 0,48-2 0,12 0 0,551 36-414,1-37 265,-488-8 149,275-14 0,13-7 0,409-12 0,-588 33 0,69-1 0,-2 16 0,88 14 0,-206-17 541,-165-5-519,-70 2-22,0 1 0,-29 7 0,2 0 0,-187 19 0,-255-2 0,-172-25 0,259-22-796,1-16 802,-86-7 11,248 26-17,-256-14 0,-213-8-130,459 25 104,-241 8 782,300 8-583,164-2-173,-41-7 0,-7-2 0,70 10-20,0 0-1,0 0 1,-1 0 0,1 0-1,0 0 1,0 0 0,-1 0-1,1 0 1,0 0-1,-1 0 1,1 0 0,0 0-1,0 0 1,-1 0 0,1 0-1,0 0 1,0 0-1,-1 0 1,1 0 0,0 0-1,0 0 1,-1 0 0,1 1-1,0-1 1,0 0-1,0 0 1,-1 0 0,1 0-1,0 1 1,0-1 0,0 0-1,-1 0 1,1 0-1,0 1 1,0-1 0,0 0-1,0 0 1,0 1-1,0-1 1,-1 0 0,1 0-1,0 1 1,0-1 0,0 0-1,0 0 1,0 1-1,0-1 1,0 0 0,0 0-1,0 1 1,0-1 0,0 0-1,0 1 1,1-1-1,-1 0 1,0 0 0,0 1-1,0-1 1,0 0 0,0 0-1,0 0 1,1 1-1,-1-1 1,0 0 0,0 0-1,1 1 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8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91 24575,'-11'-13'0,"-5"-6"0,-3-1 0,-1 3 0,-2 5 0,0 5 0,1 5 0,2 3 0,1 5 0,4 1-8191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8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226 128 24575,'-20'-18'0,"-10"-9"0,-5 0 0,1 6 0,1 5 0,4 6 0,4 4 0,6 4-8191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8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24 24575,'-29'-5'0,"-14"-2"0,-2 1 0,6 0-8191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10 24575,'-11'-3'0,"-8"0"0,-3-1 0,-4 4 0,3 2-8191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18 24575,'-18'-5'0,"-9"-2"0,-5 3 0,-1 2 0,-2 2 0,4 3 0,4 1 0,6 0-8191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36 24575,'-16'-8'0,"-9"-2"0,-7 0 0,-5 5 0,-2 3 0,1 1 0,-1 5 0,1 0 0,2 1 0,4 1 0,8 0-8191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16 24575,'-12'-2'0,"-8"-2"0,-3 1 0,1 0 0,-2 1 0,1 1 0,-1 1 0,-2-1 0,-1 4 0,-1 0 0,-2 1 0,3 1 0,2 1 0,6-2-8191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40 24575,'-13'-8'0,"-10"-2"0,-2 0 0,-1 2 0,-1 5 0,2 3 0,3 1 0,4 1-8191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0 24575,'-10'0'0,"-9"0"0,-4 0 0,0 0 0,-2 0 0,1 0 0,2 3 0,3 0 0,-2 3 0,1 0 0,1 2 0,1-1 0,1-1 0,4-2-8191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09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17 24575,'-26'-3'0,"-11"0"0,-2-1 0,4 2 0,1 0 0,5 1 0,5 0 0,6 1-8191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28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16 24575,'-6'-3'0,"-1"1"0,1 0 0,-1 0 0,1 0 0,-1 1 0,1-1 0,-1 2 0,0-1 0,0 1 0,1 0 0,-1 0 0,0 1 0,1 0 0,-1 0 0,0 1 0,1 0 0,-1 0 0,1 0 0,0 1 0,0 0 0,0 0 0,0 0 0,-8 7 0,-32 21 0,-17 12 0,55-37 0,0 1 0,1 0 0,-1 1 0,1 0 0,-6 10 0,11-16 0,0 0 0,1 1 0,0-1 0,-1 0 0,1 1 0,0-1 0,0 1 0,1-1 0,-1 1 0,0 0 0,1-1 0,0 1 0,-1 0 0,1-1 0,0 1 0,0 0 0,1-1 0,-1 1 0,1 0 0,-1-1 0,1 1 0,0 0 0,0-1 0,0 1 0,0-1 0,0 0 0,0 1 0,1-1 0,-1 0 0,1 0 0,0 0 0,0 0 0,0 0 0,3 3 0,3 1 0,0 0 0,1 0 0,0-1 0,0 0 0,0 0 0,1-1 0,16 5 0,8-1 0,0-1 0,1-2 0,0-1 0,0-1 0,0-2 0,38-4 0,-56 1-341,0-1 0,0 0-1,22-7 1,-22 4-6485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28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32 24575,'-13'0'0,"0"0"0,0 0 0,0 1 0,0 1 0,1 0 0,-1 1 0,-12 5 0,24-8 0,0 0 0,0 1 0,0-1 0,0 0 0,1 1 0,-1-1 0,0 1 0,0-1 0,0 1 0,1 0 0,-1-1 0,0 1 0,1 0 0,-1-1 0,0 1 0,1 0 0,-1 0 0,1 0 0,0-1 0,-1 1 0,0 1 0,1-1 0,0 0 0,0 0 0,0 0 0,1 0 0,-1 0 0,0 0 0,0 0 0,0 0 0,1-1 0,-1 1 0,0 0 0,1 0 0,-1 0 0,1 0 0,-1-1 0,1 1 0,0 1 0,3 2 0,0-1 0,0 1 0,0-1 0,0 0 0,1 0 0,4 3 0,16 7 0,2-1 0,-1-1 0,1-1 0,1-1 0,0-2 0,0 0 0,0-2 0,39 2 0,-64-7 0,0 0 0,0 0 0,0 0 0,0-1 0,0 1 0,0-1 0,0 1 0,0-1 0,0 0 0,0 0 0,4-3 0,-6 3 0,0 1 0,0-1 0,0 0 0,0 0 0,-1 0 0,1 0 0,0 0 0,-1 0 0,1 0 0,-1 0 0,1 0 0,-1 0 0,0 0 0,1 0 0,-1-1 0,0 1 0,0 0 0,0 0 0,0 0 0,0 0 0,0-1 0,0 1 0,0 0 0,0 0 0,0 0 0,-1 0 0,1 0 0,0 0 0,-1-1 0,1 1 0,-1 0 0,1 0 0,-2-1 0,-2-6 0,-1 0 0,0 1 0,-1 0 0,1-1 0,-1 2 0,-1-1 0,1 1 0,-1 0 0,0 0 0,-1 1 0,1 0 0,-13-6 0,3 2 0,-1 1 0,-1 1 0,0 0 0,-32-6 0,41 11 30,0 0 0,1 1 0,-12 0 0,17 1-165,0 0 0,0 1 0,0-1 0,0 1 0,0 0 0,1 0 0,-1 0 0,0 1 0,0 0 0,-3 1 0,-3 4-6691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29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92 231 24575,'0'15'0,"1"7"0,-2-17 0,1-7 0,-4-15 0,0 1 0,-1 0 0,-1-1 0,-1 2 0,-9-19 0,4 10 0,2 2 0,6 15 0,0 0 0,0-1 0,1 0 0,0 0 0,1 0 0,-1 0 0,2 0 0,-2-9 0,3 16 0,0 0 0,0 0 0,0 0 0,0-1 0,0 1 0,0 0 0,1 0 0,-1 0 0,0 0 0,1-1 0,-1 1 0,1 0 0,-1 0 0,1 0 0,0 0 0,-1 0 0,1 0 0,0 1 0,0-1 0,1-2 0,0 2 0,0 0 0,-1 1 0,1-1 0,0 0 0,0 0 0,-1 1 0,1-1 0,0 1 0,0 0 0,0 0 0,3-1 0,1 2 0,0-1 0,0 1 0,0 0 0,-1 0 0,1 0 0,-1 1 0,10 4 0,1 3-1365,-3 0-5461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29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60 287 24575,'7'22'0,"-7"-19"0,-4-15 0,4 12 0,-16-43 0,2-1 0,1-1 0,-6-48 0,19 89 0,0 0 0,0 0 0,0 0 0,0 0 0,1 0 0,-1 1 0,1-1 0,0 0 0,0 0 0,1 0 0,-1 1 0,1-1 0,2-3 0,-3 5 0,0 1 0,0 0 0,-1 0 0,1 0 0,0 0 0,0 0 0,1 0 0,-1 0 0,0 0 0,0 0 0,0 0 0,0 1 0,1-1 0,-1 0 0,0 1 0,1-1 0,-1 1 0,1 0 0,-1-1 0,0 1 0,1 0 0,-1 0 0,1 0 0,-1 0 0,1 0 0,-1 0 0,0 0 0,1 0 0,-1 1 0,1-1 0,-1 0 0,0 1 0,1-1 0,-1 1 0,0 0 0,1 0 0,-1-1 0,2 3 0,2 0-65,-1 1 0,0 0 0,0 0 1,0 0-1,0 1 0,0-1 0,4 9 0,-3-6-781,1 2-5980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29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29 300 24575,'85'-58'0,"-69"47"0,-2-2 0,1 0 0,15-18 0,-28 28 0,1 1 0,-1-1 0,0 0 0,0 0 0,0 0 0,0 0 0,-1 0 0,1-1 0,-1 1 0,0 0 0,0-1 0,0 1 0,0-1 0,-1 1 0,1-1 0,-1 1 0,0-1 0,0 1 0,0-1 0,0 0 0,-1 1 0,0-1 0,1 1 0,-1 0 0,-1-1 0,1 1 0,0-1 0,-1 1 0,1 0 0,-1 0 0,0 0 0,0 0 0,-1 0 0,-2-3 0,-1 0 0,1 0 0,-1 1 0,0 0 0,0 0 0,0 0 0,-1 1 0,0 0 0,0 0 0,-11-4 0,15 7 0,1 0 0,-1 1 0,0-1 0,0 0 0,0 1 0,0 0 0,-1 0 0,1 0 0,0 0 0,0 0 0,0 0 0,0 1 0,0-1 0,0 1 0,0 0 0,1 0 0,-1 0 0,0 1 0,0-1 0,1 1 0,-1-1 0,0 1 0,1 0 0,0 0 0,-1 0 0,1 0 0,-2 3 0,0 0 0,0 0 0,1 0 0,-1 1 0,1-1 0,0 1 0,1 0 0,-1 0 0,1 0 0,-2 11 0,3-14 0,1 1 0,-1 0 0,1 0 0,0 0 0,0 1 0,0-1 0,0 0 0,1 0 0,0-1 0,0 1 0,0 0 0,0 0 0,0 0 0,1 0 0,0-1 0,2 5 0,4 2 0,1 0 0,-1 0 0,2-1 0,-1 0 0,1 0 0,0-1 0,1-1 0,0 0 0,0 0 0,1-1 0,0-1 0,0 1 0,0-2 0,1 0 0,-1-1 0,1 0 0,0 0 0,0-2 0,0 1 0,20-2 0,-24 0-111,-2 0-29,0 0 1,0 0 0,0 0-1,0-1 1,0-1 0,0 1 0,0-1-1,8-3 1,-3-2-6687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30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78 660 24575,'23'-161'0,"-20"134"0,-2-1 0,-1 0 0,-8-51 0,2 44 0,-6-32 0,-6-134 0,16 175 0,2 26 0,0-1 0,0 1 0,0 0 0,0-1 0,-1 1 0,1-1 0,0 1 0,0 0 0,0-1 0,-1 1 0,1-1 0,0 1 0,0 0 0,-1-1 0,1 1 0,0 0 0,-1-1 0,1 1 0,0 0 0,-1-1 0,0 1 0,1 0 0,-1 1 0,1-1 0,-1 0 0,1 0 0,-1 0 0,1 0 0,-1 1 0,1-1 0,0 0 0,-1 0 0,1 1 0,-1-1 0,1 0 0,0 1 0,-1-1 0,1 1 0,0-1 0,-1 0 0,1 1 0,0-1 0,0 1 0,-1 0 0,-4 7 0,1 1 0,0-1 0,0 1 0,0 0 0,1 1 0,-2 11 0,0 6 0,-1 27 0,4-30 0,1-1 0,1 1 0,1 0 0,1-1 0,1 0 0,7 26 0,-6-37 0,0 0 0,0 0 0,1 0 0,1 0 0,0-1 0,0 0 0,1-1 0,0 1 0,1-1 0,0-1 0,1 1 0,19 15 0,51 30-1365,-64-46-5461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3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0 24575,'-15'2'0,"1"0"0,0 1 0,0 1 0,0 0 0,-14 6 0,25-8 0,-1-1 0,1 1 0,0 0 0,0 0 0,1 0 0,-1 0 0,0 1 0,1-1 0,-1 1 0,1-1 0,0 1 0,0 0 0,0 0 0,0 0 0,0 0 0,1 0 0,-1 1 0,1-1 0,0 0 0,0 1 0,0-1 0,0 1 0,1-1 0,-1 1 0,1-1 0,0 6 0,1-4 0,0 0 0,0 0 0,0 0 0,1 0 0,-1 0 0,1-1 0,0 1 0,1-1 0,-1 1 0,1-1 0,0 0 0,0 0 0,0 0 0,0 0 0,1-1 0,6 6 0,-7-6 0,1 0 0,-1 0 0,1-1 0,0 0 0,0 1 0,0-1 0,1 0 0,-1-1 0,0 1 0,1-1 0,-1 0 0,1 0 0,-1 0 0,1-1 0,-1 1 0,1-1 0,0 0 0,5-1 0,-6 0 0,-1-1 0,0 1 0,0-1 0,0 0 0,0 0 0,0 0 0,0 0 0,0 0 0,0-1 0,-1 1 0,1-1 0,-1 0 0,0 1 0,0-1 0,0 0 0,0 0 0,0-1 0,-1 1 0,1 0 0,0-4 0,0 1 0,0 0 0,0 0 0,0 0 0,-1 0 0,0 0 0,0-1 0,-1 1 0,0 0 0,0 0 0,-2-12 0,2 16 0,0 1 0,-1 0 0,1-1 0,-1 1 0,1 0 0,-1-1 0,1 1 0,-1 0 0,0 0 0,-1-2 0,2 3 0,0 0 0,0 0 0,-1 0 0,1-1 0,0 1 0,0 0 0,0 0 0,0 0 0,0 0 0,0 0 0,0 0 0,0 0 0,-1 0 0,1 0 0,0 0 0,0 0 0,0 0 0,0 0 0,0 0 0,0 0 0,0 0 0,0 0 0,-1 0 0,1 0 0,0 0 0,0 0 0,0 1 0,0-1 0,0 0 0,0 0 0,0 0 0,0 0 0,0 0 0,0 0 0,-1 0 0,1 0 0,0 0 0,0 0 0,0 0 0,0 0 0,0 1 0,0-1 0,-2 11 0,1-4-85,1 1 0,0-1-1,0 0 1,1 1 0,0-1-1,1 1 1,-1-1 0,1 0-1,1 0 1,-1 0 0,1 0-1,1 0 1,-1 0 0,1-1-1,5 8 1,1-4-6741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31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24575,'25'41'0,"-1"1"0,19 48 0,28 94 0,-35-88 0,-35-92 0,44 121 0,-44-124 0,-1 0 0,0 0 0,1 0 0,-1 0 0,0 0 0,0 0 0,0 0 0,1 0 0,-1 0 0,0 0 0,-1 0 0,1 0 0,0 0 0,0 0 0,0 0 0,0 0 0,-1 0 0,1 0 0,-1 0 0,0 2 0,1-3 0,-1 1 0,0-1 0,1 1 0,-1-1 0,0 0 0,1 1 0,-1-1 0,0 0 0,1 0 0,-1 1 0,0-1 0,0 0 0,0 0 0,1 0 0,-1 0 0,0 0 0,0 0 0,1 0 0,-1 0 0,-1 0 0,-3-2 0,0 1 0,0-1 0,0 1 0,0-1 0,0-1 0,-8-4 0,-8-9 0,-21-20 0,26 22 0,13 11 0,1 0 0,-1 1 0,1-1 0,-1 0 0,1 0 0,0-1 0,0 1 0,0 0 0,0-1 0,-1-4 0,3 7 0,-1 0 0,1 0 0,0 0 0,0 0 0,0 0 0,0 0 0,0 0 0,0 0 0,0 0 0,0 0 0,0 0 0,0 1 0,1-1 0,-1 0 0,0 0 0,1 0 0,0-2 0,0 2 0,0 0 0,0 0 0,0 1 0,0-1 0,0 0 0,0 0 0,0 0 0,0 1 0,1-1 0,-1 0 0,0 1 0,1 0 0,-1-1 0,0 1 0,0 0 0,3-1 0,13-1 0,1 1 0,0 0 0,18 3 0,-19-1 0,1-1 0,-1 0 0,25-4 0,-28 1 0,26-4 0,-36 6 0,-1 1 0,1 0 0,0 0 0,-1 0 0,1 1 0,0-1 0,-1 1 0,6 1 0,-8-1 0,0 0 0,1-1 0,-1 1 0,0 0 0,0 0 0,1 0 0,-1 1 0,0-1 0,0 0 0,0 0 0,0 0 0,-1 1 0,1-1 0,0 1 0,0-1 0,-1 0 0,1 1 0,-1-1 0,1 1 0,-1 0 0,0-1 0,1 4 0,-1 4 0,1 0 0,-3 17 0,2-14 0,-2 9 0,1-12 0,0-1 0,1 1 0,0 0 0,1-1 0,2 17 0,0-19-50,0-7 175,0-8-1565,-1-2-5386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31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20 24575,'-2'-8'0,"-2"1"0,-2 3 0,0 5 0,1 8 0,-1 2 0,0 2 0,1-1-8191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32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24575,'16'21'0,"16"30"0,-26-41 0,-1 1 0,-1-1 0,0 1 0,0 0 0,3 17 0,-3-9 0,-2-13 0,-1 1 0,0-1 0,0 1 0,0-1 0,-1 9 0,0-13 0,0-1 0,0 1 0,-1 0 0,1-1 0,-1 1 0,1-1 0,-1 1 0,0-1 0,1 1 0,-1-1 0,0 1 0,0-1 0,0 1 0,0-1 0,0 0 0,0 0 0,-1 1 0,1-1 0,0 0 0,-1 0 0,1 0 0,0-1 0,-1 1 0,1 0 0,-3 0 0,0 1 0,1-1 0,-1 0 0,0 0 0,0-1 0,0 1 0,0-1 0,1 0 0,-1 0 0,0 0 0,0 0 0,0 0 0,0-1 0,0 0 0,1 0 0,-1 0 0,0 0 0,0-1 0,1 0 0,-1 1 0,1-1 0,0 0 0,0-1 0,-1 1 0,1-1 0,1 1 0,-1-1 0,0 0 0,1 0 0,-1 0 0,1 0 0,0 0 0,0-1 0,0 1 0,1-1 0,-1 1 0,1-1 0,-1 0 0,1 1 0,1-1 0,-1 0 0,0 0 0,1 0 0,0 0 0,0 0 0,0 0 0,1-6 0,0 8 0,-1 0 0,1-1 0,0 1 0,0-1 0,0 1 0,0 0 0,0 0 0,1 0 0,-1 0 0,0 0 0,1 0 0,0 0 0,-1 0 0,1 0 0,0 1 0,0-1 0,0 1 0,0-1 0,0 1 0,1 0 0,-1 0 0,0 0 0,0 0 0,1 0 0,-1 1 0,1-1 0,-1 1 0,1-1 0,-1 1 0,4 0 0,0 0 0,0 0 0,0 1 0,0-1 0,0 1 0,0 1 0,0-1 0,0 1 0,0 0 0,0 1 0,-1-1 0,8 5 0,47 39 0,1 0 0,-60-45 0,0 0 0,-1-1 0,1 1 0,0-1 0,0 1 0,0-1 0,0 1 0,-1-1 0,1 0 0,0 1 0,0-1 0,0 0 0,0 0 0,0 1 0,0-1 0,0 0 0,0 0 0,0 0 0,0 0 0,0 0 0,0-1 0,0 1 0,0 0 0,0 0 0,0-1 0,0 1 0,0 0 0,0-1 0,-1 1 0,1-1 0,0 1 0,0-1 0,0 0 0,-1 1 0,1-1 0,0 0 0,-1 1 0,1-1 0,0 0 0,-1 0 0,1 0 0,-1 0 0,0 1 0,1-2 0,2-6 0,0 1 0,-1-1 0,0 0 0,1-14 0,1 0 0,-2 14 0,0 1 0,1 0 0,0-1 0,1 1 0,-1 0 0,1 1 0,1-1 0,-1 1 0,10-11 0,-11 14 0,0 1 0,0-1 0,0 1 0,0 0 0,0 0 0,0 0 0,0 0 0,1 1 0,-1-1 0,1 1 0,-1 0 0,1 0 0,0 0 0,-1 0 0,1 1 0,0-1 0,0 1 0,-1 0 0,1 0 0,0 1 0,0-1 0,5 2 0,1 1 0,-1 1 0,0-1 0,0 2 0,0-1 0,8 7 0,42 30 0,-47-32 0,22 21 11,-26-23-208,-1 0 1,1 0-1,0-1 1,0 0-1,0-1 1,11 5-1,-9-6-6629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57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24575,'2'3'0,"-1"0"0,0 0 0,1 0 0,-1 0 0,1-1 0,0 1 0,0-1 0,0 1 0,0-1 0,1 0 0,4 4 0,0 0 0,50 58 0,66 94 0,-1 9 0,-106-145 0,10 16 0,42 48 0,-65-83 0,0 0 0,0 0 0,0-1 0,1 1 0,-1-1 0,0 0 0,1 0 0,0 0 0,-1-1 0,1 1 0,0-1 0,0 0 0,4 1 0,-6-2 0,-1 0 0,1 0 0,0 0 0,0 0 0,-1 0 0,1 0 0,0 0 0,-1-1 0,1 1 0,0-1 0,-1 1 0,1-1 0,0 1 0,-1-1 0,1 0 0,-1 0 0,0 0 0,1 0 0,-1 0 0,0 0 0,1 0 0,-1-1 0,0 1 0,0 0 0,0-1 0,0 1 0,0-1 0,0 1 0,0-1 0,-1 1 0,1-1 0,0-2 0,0 1 0,15-53 0,-14 51 0,-2 0 0,1 0 0,0 0 0,-1 0 0,0 0 0,0 0 0,-1 1 0,1-1 0,-3-7 0,-1 5 0,3 14 0,3 15 0,4-2 0,0 0 0,14 27 0,8 24 0,-28-70 0,1 1 0,-1-1 0,1 1 0,-1 0 0,0-1 0,1 1 0,-1 0 0,0-1 0,0 1 0,0-1 0,0 1 0,-1 0 0,1-1 0,0 1 0,-1 0 0,1-1 0,-1 1 0,1-1 0,-1 1 0,0-1 0,-1 2 0,1-2 0,0 0 0,-1 0 0,1 0 0,-1 0 0,1 0 0,-1 0 0,1-1 0,-1 1 0,1-1 0,-1 1 0,0-1 0,1 1 0,-1-1 0,0 0 0,1 0 0,-1 0 0,0 0 0,1 0 0,-1 0 0,-2-1 0,-8-1 8,0-1-1,0 0 1,0-1-1,1 0 1,-1 0-1,1-1 0,-19-12 1,0-4-195,-35-30 0,26 18-864,26 23-5775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58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24575,'0'0'0,"-1"0"0,1 0 0,-1 0 0,0 1 0,1-1 0,-1 0 0,1 1 0,-1-1 0,1 0 0,-1 1 0,1-1 0,-1 1 0,1-1 0,-1 1 0,1-1 0,-1 1 0,1-1 0,0 1 0,-1-1 0,1 1 0,0-1 0,0 1 0,-1-1 0,1 1 0,0 0 0,0-1 0,0 1 0,0 0 0,0-1 0,0 1 0,0 0 0,0-1 0,0 1 0,0 1 0,2 23 0,-2-24 0,2 7 0,1 1 0,0 0 0,0-1 0,0 1 0,1-1 0,0 0 0,8 11 0,42 50 0,-48-62 0,-2-2 0,1-1 0,0 0 0,-1 0 0,1 0 0,1-1 0,-1 1 0,0-1 0,1 0 0,8 3 0,-10-5 0,1 1 0,0-1 0,-1 0 0,1 0 0,0 0 0,-1-1 0,1 0 0,0 0 0,0 0 0,-1 0 0,1-1 0,8-1 0,-10 1 0,-1 0 0,0 0 0,0 0 0,0 0 0,0 0 0,0-1 0,0 1 0,0 0 0,-1-1 0,1 0 0,0 1 0,-1-1 0,0 0 0,1 0 0,-1 0 0,0 0 0,0 0 0,2-3 0,0-3 0,-1 0 0,0 0 0,2-15 0,-1 3 0,-3 20 0,0 0 0,0 0 0,0 0 0,0 0 0,0 0 0,0-1 0,0 1 0,0 0 0,0 0 0,0 0 0,0 0 0,1 0 0,-1 0 0,0-1 0,0 1 0,0 0 0,0 0 0,0 0 0,0 0 0,0 0 0,0 0 0,0 0 0,1 0 0,-1 0 0,0 0 0,0-1 0,0 1 0,0 0 0,0 0 0,0 0 0,1 0 0,-1 0 0,0 0 0,0 0 0,0 0 0,0 0 0,0 0 0,1 0 0,-1 0 0,0 0 0,0 0 0,0 0 0,0 0 0,0 0 0,0 0 0,1 1 0,7 5 0,5 10 0,-2 0 0,1 0 0,23 23 0,-31-35 0,0-1 0,1 1 0,-1-1 0,1 1 0,-1-1 0,1-1 0,0 1 0,0-1 0,1 0 0,-1 0 0,0 0 0,1-1 0,-1 0 0,9 1 0,-12-2 0,1 0 0,0 0 0,-1 0 0,1 0 0,0-1 0,-1 1 0,1-1 0,0 0 0,-1 1 0,1-1 0,-1-1 0,1 1 0,-1 0 0,0-1 0,0 1 0,4-3 0,-3 1 0,-1 0 0,1 0 0,-1 0 0,0-1 0,0 1 0,0-1 0,0 1 0,0-1 0,-1 1 0,2-7 0,-1 3 0,0 0 0,-1-1 0,0 1 0,-1-1 0,1 1 0,-2-1 0,1 1 0,-1-1 0,0 1 0,0-1 0,-4-9 0,2 8-114,0 0 1,-1 0-1,0 1 0,-1-1 0,0 1 1,0 0-1,-1 1 0,1-1 0,-2 1 1,1 1-1,-12-10 0,7 9-6712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59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171 185 24575,'-5'-42'0,"4"26"0,-1 1 0,-1-1 0,-7-22 0,8 35 0,0-1 0,0 0 0,0 1 0,-1-1 0,0 1 0,1-1 0,-1 1 0,0 0 0,-1 1 0,1-1 0,0 0 0,-1 1 0,0 0 0,1 0 0,-1 0 0,0 0 0,0 0 0,0 1 0,0 0 0,-8-2 0,10 3 0,0-1 0,-1 1 0,1-1 0,-1 1 0,1 0 0,0 0 0,-1 0 0,1 0 0,-1 1 0,1-1 0,-1 1 0,1-1 0,0 1 0,-1 0 0,1 0 0,0 0 0,0 0 0,0 0 0,0 1 0,0-1 0,0 1 0,0-1 0,0 1 0,0 0 0,1-1 0,-1 1 0,1 0 0,-1 0 0,1 0 0,0 1 0,-1-1 0,1 0 0,1 0 0,-1 0 0,0 1 0,0 2 0,-1 1 0,1 1 0,0-1 0,1 0 0,0 1 0,0-1 0,0 0 0,0 1 0,1-1 0,3 11 0,-3-13 0,1 0 0,0-1 0,-1 1 0,1 0 0,1 0 0,-1-1 0,0 0 0,1 1 0,0-1 0,0 0 0,0 0 0,0 0 0,0-1 0,1 1 0,5 2 0,11 7 0,2-1 0,-1-2 0,1 0 0,1-1 0,-1-2 0,1 0 0,33 4 0,-54-10-46,7 1 81,-1 0-1,0-1 0,0 0 1,11-2-1,-17 2-96,0-1 0,0 1 0,0-1-1,0 1 1,0-1 0,-1 0 0,1 0 0,0 0 0,0 0 0,-1 0 0,1 0-1,-1 0 1,1 0 0,-1-1 0,1 1 0,-1-1 0,0 1 0,0-1 0,1 1-1,-1-1 1,0 0 0,-1 0 0,2-1 0,2-9-6764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59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24575,'0'5'0,"3"4"0,0 4 0,3 1 0,0 2 0,2 0 0,2 1 0,1-1 0,3-1 0,0 1 0,-1-3-8191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5:59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24575,'3'-5'0,"3"1"0,1 3 0,1 5 0,0 4 0,1 4 0,-1 1 0,-2 0-8191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0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18 24575,'-7'-3'0,"1"0"0,-1 0 0,1 1 0,-1 0 0,0 1 0,0 0 0,-12-1 0,17 1 0,1 1 0,-1 0 0,1 0 0,-1 0 0,1 0 0,-1 1 0,1-1 0,-1 0 0,1 1 0,-1-1 0,1 1 0,-1-1 0,1 1 0,0 0 0,-1-1 0,1 1 0,0 0 0,-1 0 0,1 0 0,0 0 0,0 0 0,0 0 0,0 0 0,0 1 0,0-1 0,0 0 0,1 1 0,-1-1 0,0 0 0,1 1 0,-1-1 0,1 1 0,-1-1 0,1 1 0,0-1 0,0 1 0,-1-1 0,1 1 0,0-1 0,0 1 0,1 2 0,-1-3 0,0 1 0,0-1 0,1 1 0,-1-1 0,0 1 0,1-1 0,-1 1 0,1-1 0,0 1 0,-1-1 0,1 1 0,0-1 0,0 0 0,0 0 0,0 1 0,0-1 0,0 0 0,0 0 0,2 1 0,0 0 0,0-1 0,0 1 0,-1-1 0,1 0 0,0 0 0,0 0 0,0 0 0,0-1 0,5 1 0,0 0 0,1-1 0,-1 0 0,0-1 0,1 0 0,-1 0 0,14-5 0,-7 0 0,-11 5 0,0-1 0,1 0 0,-1 1 0,0 0 0,6-1 0,-9 2 0,1 0 0,-1 0 0,1 0 0,-1 0 0,0 1 0,1-1 0,-1 0 0,0 1 0,1-1 0,-1 1 0,0-1 0,0 1 0,1-1 0,-1 1 0,0 0 0,0 0 0,0 0 0,0 0 0,0-1 0,0 1 0,1 2 0,13 18 0,-1 0 0,18 41 0,-16-32 0,-14-25 0,5 8 0,0 0 0,6 21 0,-12-31 0,0 1 0,0 0 0,0-1 0,-1 1 0,1 0 0,-1-1 0,0 1 0,0 0 0,-1-1 0,1 1 0,-1 0 0,1-1 0,-1 1 0,0 0 0,-2 3 0,2-5 0,0 0 0,-1-1 0,1 1 0,-1 0 0,1-1 0,-1 1 0,0-1 0,1 0 0,-1 0 0,0 0 0,0 1 0,0-2 0,0 1 0,0 0 0,0 0 0,0-1 0,0 1 0,0-1 0,0 1 0,0-1 0,-1 0 0,-1 0 0,-7 0 0,0 0 0,-21-4 0,2-2-682,-59-20-1,71 20-6143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0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24575,'23'95'0,"63"160"0,-81-242 0,3 5 0,0 0 0,1 0 0,1-1 0,12 17 0,-21-32 0,0-1 0,0 0 0,0 1 0,0-1 0,1 0 0,-1 0 0,0 0 0,1 0 0,-1 0 0,1 0 0,-1 0 0,1-1 0,-1 1 0,1 0 0,-1-1 0,1 1 0,0-1 0,-1 0 0,1 1 0,0-1 0,2 0 0,-3-1 0,0 1 0,0 0 0,0-1 0,1 1 0,-1-1 0,0 1 0,0-1 0,0 0 0,0 1 0,0-1 0,0 0 0,0 0 0,0 0 0,0 0 0,-1 0 0,1 0 0,0 0 0,0 0 0,-1 0 0,1 0 0,-1 0 0,1 0 0,-1-1 0,1 1 0,-1 0 0,0 0 0,0 0 0,1-3 0,0-4 0,-1-1 0,0-16 0,-1 17 0,1 1 0,0 0 0,1 0 0,1-12 0,-2 19 0,1 0 0,-1-1 0,0 1 0,0-1 0,0 1 0,1-1 0,-1 1 0,0 0 0,0-1 0,1 1 0,-1 0 0,0-1 0,1 1 0,-1 0 0,0-1 0,1 1 0,-1 0 0,1 0 0,-1 0 0,0-1 0,1 1 0,-1 0 0,1 0 0,-1 0 0,1 0 0,-1 0 0,0 0 0,1 0 0,-1 0 0,1 0 0,-1 0 0,1 0 0,-1 0 0,1 0 0,-1 0 0,1 0 0,-1 0 0,0 0 0,1 0 0,-1 1 0,1-1 0,-1 0 0,0 0 0,1 1 0,-1-1 0,1 1 0,21 15 0,-20-15 0,38 39 0,5 3 0,-39-39 0,-1 1 0,1-1 0,0 0 0,1-1 0,-1 0 0,10 4 0,-3-4-1365,-3-4-5461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1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24575,'0'-1'0,"0"1"0,1-1 0,-1 1 0,0-1 0,1 1 0,-1-1 0,0 1 0,1-1 0,-1 1 0,1-1 0,-1 1 0,1-1 0,-1 1 0,1 0 0,-1-1 0,1 1 0,-1 0 0,1-1 0,-1 1 0,1 0 0,-1 0 0,1 0 0,0-1 0,-1 1 0,1 0 0,-1 0 0,1 0 0,0 0 0,-1 0 0,1 0 0,0 0 0,-1 0 0,1 1 0,-1-1 0,1 0 0,0 0 0,-1 0 0,1 1 0,-1-1 0,1 0 0,-1 1 0,1-1 0,-1 0 0,1 1 0,-1-1 0,1 1 0,-1-1 0,1 0 0,-1 1 0,4 3 0,0 0 0,0 1 0,-1-1 0,4 6 0,28 46 0,-3 1 0,-2 2 0,-2 1 0,-4 1 0,23 81 0,-39-116-1365,-4-16-5461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61 24575,'-15'-13'0,"-8"-5"0,-3 2 0,1 5 0,2 8 0,2 6 0,2 6 0,2 1 0,1 2 0,3 1 0,2 1 0,-1-2 0,3 0 0,2-3-8191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1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0 24575,'-2'1'0,"1"0"0,-1 0 0,0 0 0,1 0 0,0 1 0,-1-1 0,1 0 0,0 0 0,-1 1 0,1-1 0,0 1 0,0 0 0,0-1 0,0 1 0,1-1 0,-2 3 0,1 0 0,0-1 0,0 1 0,1-1 0,0 1 0,-1 0 0,1-1 0,1 8 0,0-1 0,1 0 0,1 0 0,0 0 0,7 18 0,-3-14 0,1 0 0,0-1 0,1 0 0,0 0 0,1-1 0,1 0 0,18 16 0,-28-27 0,1 0 0,-1 0 0,0 0 0,0 0 0,0 0 0,0 1 0,0-1 0,-1 0 0,1 0 0,0 1 0,0-1 0,-1 0 0,1 1 0,-1-1 0,1 0 0,-1 1 0,0-1 0,1 1 0,-1 1 0,0-2 0,-1 0 0,1 0 0,-1 1 0,1-1 0,-1 0 0,0 0 0,1 0 0,-1 0 0,0 0 0,0 0 0,1 0 0,-1-1 0,0 1 0,0 0 0,0 0 0,0-1 0,0 1 0,0 0 0,0-1 0,-1 1 0,1-1 0,0 1 0,-2-1 0,-14 6 38,0-2-1,-19 3 1,-6 1-1516,22-2-5348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8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21 24575,'0'-1'0,"1"0"0,-1 1 0,0-1 0,1 0 0,-1 1 0,0-1 0,0 0 0,1 1 0,-1-1 0,0 0 0,0 1 0,0-1 0,0 0 0,0 0 0,0 1 0,0-1 0,0 0 0,-1 1 0,1-1 0,0 0 0,0 1 0,0-1 0,-1 0 0,1 1 0,0-1 0,-1 0 0,0 0 0,0 1 0,0 0 0,0 0 0,1 0 0,-1 0 0,0 0 0,0 0 0,0 0 0,0 0 0,0 0 0,0 0 0,1 1 0,-1-1 0,0 0 0,0 1 0,0-1 0,1 1 0,-1-1 0,0 1 0,0-1 0,1 1 0,-2 0 0,-20 19 0,0 1 0,2 0 0,-31 42 0,8-9 0,-9-1 0,37-38 0,0 0 0,1 1 0,-24 35 0,35-46-227,-1 1-1,0-1 1,-1 0-1,1 0 1,-8 7-1,3-6-6598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09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 24575,'-1'0'0,"1"-1"0,0 1 0,0 0 0,0 0 0,0 0 0,0 0 0,-1-1 0,1 1 0,0 0 0,0 0 0,0 0 0,-1 0 0,1 0 0,0 0 0,0 0 0,0-1 0,-1 1 0,1 0 0,0 0 0,0 0 0,-1 0 0,1 0 0,0 0 0,0 0 0,0 0 0,-1 0 0,1 0 0,0 0 0,0 0 0,-1 0 0,1 1 0,0-1 0,0 0 0,0 0 0,-1 0 0,-3 9 0,1 12 0,3-20 0,-2 45 0,1-21 0,-6 43 0,6-62 0,-1 0 0,1-1 0,0 1 0,0 0 0,1-1 0,0 1 0,-1 0 0,2-1 0,-1 1 0,3 10 0,-3-16 0,1 1 0,-1 0 0,1 0 0,-1-1 0,1 1 0,-1-1 0,1 1 0,0 0 0,-1-1 0,1 1 0,0-1 0,-1 1 0,1-1 0,0 0 0,0 1 0,0-1 0,-1 0 0,1 1 0,0-1 0,0 0 0,0 0 0,0 0 0,0 0 0,-1 0 0,1 0 0,0 0 0,0 0 0,1 0 0,26-8 0,-22 7 0,16-7 0,-8 3 0,1 0 0,-1 1 0,24-3 0,29-3-1365,-53 7-5461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0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76 24575,'-78'-46'0,"66"41"0,1 0 0,-1 0 0,0 1 0,0 1 0,-14-3 0,23 5 0,0 1 0,0-1 0,1 1 0,-1 0 0,0 0 0,0 1 0,0-1 0,0 0 0,0 1 0,0 0 0,1 0 0,-1-1 0,0 2 0,1-1 0,-1 0 0,1 0 0,-1 1 0,1 0 0,-5 3 0,5-2 0,-1 0 0,1 0 0,0 0 0,0 0 0,0 1 0,0-1 0,1 0 0,0 1 0,-1-1 0,1 1 0,0 0 0,1-1 0,-1 1 0,0 7 0,1 10 0,1-1 0,0 1 0,2-1 0,0 0 0,1 0 0,8 23 0,51 112 0,-21-57 0,-34-74 0,-2-7 0,1 0 0,13 22 0,-15-32-1365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0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58 24575,'-31'-8'0,"-13"-2"0,-2-2 0,5 0 0,7 3 0,6 3 0,5 5 0,7 5 0,7 5 0,3 0-8191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0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1 246 24575,'38'-41'0,"2"1"0,58-45 0,-95 83 0,25-24 0,-26 25 0,-1 0 0,0 0 0,0-1 0,0 1 0,0 0 0,0-1 0,0 1 0,0-1 0,-1 1 0,1-1 0,-1 1 0,1-1 0,-1 0 0,1 1 0,-1-1 0,0 0 0,0 1 0,0-4 0,0 4 0,-1 0 0,1 0 0,-1 0 0,0-1 0,0 1 0,1 0 0,-1 0 0,0 0 0,0 0 0,0 1 0,0-1 0,0 0 0,0 0 0,-1 1 0,1-1 0,0 0 0,0 1 0,0-1 0,-1 1 0,1 0 0,0-1 0,-1 1 0,1 0 0,0 0 0,-2 0 0,-4-1 0,0 0 0,-1 1 0,-8 1 0,11-1 0,0 1 0,0 1 0,0-1 0,0 1 0,0-1 0,0 1 0,0 1 0,1-1 0,-1 1 0,1 0 0,-1 0 0,1 0 0,0 0 0,0 1 0,1 0 0,-1-1 0,1 1 0,0 1 0,0-1 0,0 0 0,0 1 0,1 0 0,0-1 0,0 1 0,-3 10 0,5-11 0,-1-1 0,1 1 0,0-1 0,0 1 0,0-1 0,1 1 0,-1-1 0,1 1 0,0-1 0,0 0 0,0 1 0,1-1 0,-1 0 0,1 0 0,-1 0 0,1 0 0,0 0 0,0 0 0,1 0 0,-1-1 0,0 1 0,1-1 0,3 3 0,3 2 0,0 0 0,1-1 0,0 0 0,0 0 0,20 7 0,-19-9 0,1-1 0,0 0 0,-1 0 0,25 0 0,48-3 0,-47-1 0,-35 1-70,0 1-22,1-1-1,-1 0 1,1 0-1,-1-1 1,1 1-1,-1 0 1,0-1-1,1 1 1,-1-1-1,1 0 1,-1 0-1,0 0 0,4-3 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1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21 24575,'-24'-7'0,"-37"-4"0,53 10 0,0 0 0,0 1 0,0 0 0,1 0 0,-1 1 0,0 0 0,0 0 0,-13 5 0,19-6 0,0 1 0,1-1 0,-1 1 0,0 0 0,0 0 0,0 0 0,0 0 0,1 0 0,-1 1 0,0-1 0,1 0 0,-1 1 0,1-1 0,0 1 0,-1 0 0,1-1 0,0 1 0,0 0 0,0 0 0,0 0 0,0 0 0,1 0 0,-1 0 0,0 0 0,1 0 0,0 0 0,-1 0 0,1 0 0,0 0 0,0 0 0,0 0 0,0 0 0,1 0 0,-1 0 0,0 0 0,1 0 0,0 2 0,2 3 0,-1-1 0,1-1 0,0 1 0,0 0 0,1-1 0,0 1 0,0-1 0,0 0 0,0-1 0,9 8 0,-7-7 0,0-1 0,1 0 0,0 0 0,0-1 0,0 0 0,0 0 0,0 0 0,0-1 0,1 0 0,-1-1 0,1 0 0,-1 0 0,1 0 0,0-1 0,-1 0 0,1-1 0,0 1 0,-1-2 0,9-1 0,-13 2 0,-1 0 0,0 0 0,0 0 0,0 0 0,-1 0 0,1 0 0,0-1 0,0 1 0,0-1 0,-1 1 0,1-1 0,-1 0 0,0 1 0,1-1 0,-1 0 0,0 0 0,0 0 0,0 0 0,0 0 0,0 0 0,-1 0 0,1-1 0,-1 1 0,1 0 0,-1 0 0,1-4 0,-1 0 0,0 0 0,0 1 0,-1-1 0,1 1 0,-1-1 0,0 0 0,-1 1 0,1 0 0,-5-10 0,19 50 0,-4-20-341,1 0 0,0-1-1,14 16 1,-14-19-6485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1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24575,'0'-1'0,"0"1"0,0 0 0,0-1 0,0 1 0,0 0 0,0-1 0,1 1 0,-1 0 0,0-1 0,0 1 0,0 0 0,1-1 0,-1 1 0,0 0 0,0 0 0,1-1 0,-1 1 0,0 0 0,0 0 0,1-1 0,-1 1 0,0 0 0,1 0 0,-1 0 0,0 0 0,1 0 0,-1 0 0,0-1 0,1 1 0,-1 0 0,1 0 0,-1 0 0,0 0 0,1 0 0,-1 0 0,0 0 0,1 1 0,-1-1 0,0 0 0,1 0 0,-1 0 0,0 0 0,1 0 0,-1 0 0,0 1 0,1-1 0,-1 0 0,0 0 0,1 0 0,-1 1 0,0-1 0,0 0 0,0 1 0,1-1 0,-1 0 0,0 0 0,0 1 0,0-1 0,1 1 0,12 25 0,-9-18 0,65 161 0,6 13 0,-56-149-455,1 0 0,25 30 0,-38-53-6371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1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41 24575,'-26'-10'0,"-11"-1"0,-2 1 0,3 3 0,6 5 0,4 5 0,5 2 0,3 3 0,2 1 0,4-3-8191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2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 24575,'-2'-2'0,"7"9"0,11 11 0,-6-9 0,0-1 0,1 0 0,0-1 0,16 8 0,-20-11 0,0-1 0,1 0 0,-1-1 0,1 1 0,0-1 0,0-1 0,-1 0 0,13 1 0,-18-2 0,0 0 0,-1-1 0,1 1 0,0-1 0,0 1 0,0-1 0,0 0 0,0 0 0,-1 0 0,1 1 0,0-2 0,-1 1 0,1 0 0,0 0 0,-1 0 0,0-1 0,1 1 0,-1-1 0,0 1 0,0-1 0,1 0 0,-1 1 0,-1-1 0,1 0 0,0 0 0,0 0 0,-1 0 0,2-3 0,-1 0 0,0-1 0,0 1 0,0-1 0,0-10 0,4 25-97,1 0-1,0-1 1,0 0-1,1 0 1,0-1-1,0 1 1,1-2-1,0 1 1,0-1-1,1 0 1,0-1-1,-1 0 0,17 6 1,-12-7-6729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3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95 163 24575,'26'71'0,"-65"-131"0,35 55 0,-11-18 0,0 0 0,1-1 0,-18-46 0,32 69 0,-1 1 0,1 0 0,0 0 0,0 0 0,0-1 0,0 1 0,0 0 0,0 0 0,-1-1 0,1 1 0,0 0 0,0 0 0,0-1 0,0 1 0,0 0 0,0-1 0,0 1 0,0 0 0,0 0 0,0-1 0,0 1 0,0 0 0,0 0 0,1-1 0,-1 1 0,0 0 0,0 0 0,0-1 0,0 1 0,0 0 0,0 0 0,1 0 0,-1-1 0,0 1 0,9 3 0,11 13 0,-19-15 0,15 13 0,0-1 0,1-1 0,0-1 0,36 19 0,-41-25 0,0 0 0,1-1 0,-1 0 0,1-1 0,0 0 0,0-1 0,-1 0 0,2-1 0,12-1 0,-21-1 0,-1 1 0,1-1 0,-1 0 0,0-1 0,1 1 0,-1-1 0,0 0 0,0 0 0,0 0 0,-1 0 0,1-1 0,0 1 0,-1-1 0,1 0 0,-1 0 0,0 0 0,0-1 0,-1 1 0,1-1 0,0 0 0,-1 1 0,0-1 0,0 0 0,0-1 0,-1 1 0,1 0 0,-1 0 0,0-1 0,0 1 0,-1 0 0,1-1 0,-1 1 0,0-7 0,0 10 0,0-1 0,0 0 0,0 0 0,-1 0 0,1 1 0,-1-1 0,1 0 0,-1 0 0,1 1 0,-1-1 0,0 0 0,0 1 0,0-1 0,0 1 0,0-1 0,0 1 0,0-1 0,-1 1 0,1 0 0,0 0 0,-3-2 0,3 2 0,0 1 0,-1-1 0,1 1 0,0 0 0,0-1 0,-1 1 0,1 0 0,0 0 0,0 0 0,-1 0 0,1 0 0,0 0 0,-1 0 0,1 1 0,0-1 0,0 0 0,0 1 0,-1-1 0,1 1 0,0-1 0,0 1 0,0-1 0,0 1 0,0 0 0,0 0 0,0 0 0,0-1 0,0 1 0,0 0 0,0 0 0,0 2 0,-4 2 0,1 0 0,1 1 0,-1-1 0,1 1 0,0 0 0,0 0 0,1 0 0,0 1 0,0-1 0,0 1 0,0 8 0,1-11 0,1-1 0,0 1 0,0 0 0,0-1 0,0 1 0,1 0 0,-1-1 0,1 1 0,0 0 0,0-1 0,0 1 0,1-1 0,-1 0 0,1 1 0,0-1 0,0 0 0,0 0 0,0 0 0,0 0 0,1-1 0,4 5 0,4 1 0,1-1 0,-1 0 0,1 0 0,1-1 0,-1-1 0,19 6 0,81 15 0,-80-22-1365,-19-3-5461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6:13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67 24575,'-30'-38'0,"27"35"0,-1 0 0,1 0 0,-1 0 0,1 0 0,-1 1 0,0 0 0,0-1 0,-5-1 0,8 4 0,0-1 0,1 1 0,-1 0 0,0 0 0,0-1 0,1 1 0,-1 0 0,0 0 0,1 0 0,-1 0 0,0 0 0,0 0 0,1 0 0,-1 0 0,0 0 0,0 0 0,1 1 0,-1-1 0,0 0 0,1 0 0,-1 1 0,0-1 0,1 0 0,-2 2 0,1-1 0,0-1 0,1 1 0,-1 0 0,1 1 0,-1-1 0,1 0 0,-1 0 0,1 0 0,-1 0 0,1 0 0,0 0 0,0 1 0,0-1 0,-1 1 0,1 3 0,1 1 0,-1-1 0,0 1 0,1-1 0,3 9 0,-1-4 0,1-1 0,1 1 0,0-1 0,0 0 0,9 12 0,37 39 0,-37-45 0,7 5 0,-16-16 0,0 0 0,0 0 0,-1 1 0,0-1 0,0 1 0,4 6 0,-7-9 0,0-1 0,-1 0 0,1 1 0,-1-1 0,1 1 0,-1-1 0,0 1 0,0-1 0,0 1 0,0-1 0,0 1 0,0-1 0,0 1 0,0-1 0,0 1 0,-1-1 0,1 1 0,0-1 0,-1 1 0,0-1 0,1 0 0,-1 1 0,0-1 0,1 0 0,-1 1 0,0-1 0,0 0 0,0 0 0,0 0 0,-2 2 0,-7 4-170,1 0-1,-1 0 0,0-1 1,-1 0-1,1-1 0,-1 0 1,-14 4-1,7-3-6655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8:17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431 89 24575,'-1'-4'0,"0"0"0,1 1 0,-1-1 0,1 0 0,0 1 0,0-1 0,0 0 0,0 0 0,1 1 0,-1-1 0,1 0 0,0 1 0,0-1 0,2-3 0,-2 5 0,1 0 0,-1 0 0,0 0 0,1 0 0,-1 1 0,1-1 0,-1 0 0,1 1 0,0-1 0,0 1 0,-1 0 0,1 0 0,0-1 0,0 1 0,1 1 0,-1-1 0,0 0 0,0 0 0,0 1 0,1-1 0,-1 1 0,0 0 0,5-1 0,-1 2 0,0-1 0,0 1 0,0 0 0,0 0 0,0 0 0,-1 1 0,1 0 0,0 0 0,-1 0 0,1 1 0,-1 0 0,0 0 0,0 0 0,0 1 0,8 7 0,-5-3 0,0 0 0,-1 0 0,0 1 0,0 0 0,-1 1 0,0-1 0,7 18 0,-11-21 0,0-1 0,0 0 0,0 1 0,-1-1 0,0 1 0,0-1 0,0 1 0,-1 0 0,0-1 0,0 1 0,-1 0 0,1-1 0,-1 1 0,-2 6 0,1-5 0,-1-1 0,0 1 0,0 0 0,0-1 0,-1 0 0,0 0 0,-1 0 0,1 0 0,-1-1 0,-5 5 0,-1 0 0,0-1 0,-1-1 0,0 0 0,-1 0 0,1-1 0,-1-1 0,-1 0 0,1-1 0,-1 0 0,-23 4 0,14-6 0,-1 0 0,1-1 0,-1-2 0,1 0 0,-47-8 0,50 5 0,1-2 0,0 0 0,0-1 0,1-1 0,-1-1 0,1 0 0,-25-17 0,37 21 0,0 0 0,0-1 0,0 0 0,1 0 0,0 0 0,0-1 0,0 0 0,1 0 0,0 0 0,0 0 0,0-1 0,1 1 0,0-1 0,0 0 0,0 0 0,1 0 0,0-1 0,1 1 0,0 0 0,0-1 0,0 1 0,1-1 0,0 1 0,1 0 0,-1-1 0,3-7 0,-2 7 0,1 0 0,0-1 0,1 1 0,0 0 0,0 0 0,1 1 0,6-12 0,-7 15 0,-1 0 0,1 0 0,0 1 0,0-1 0,0 1 0,1 0 0,-1 0 0,1 0 0,0 1 0,0-1 0,0 1 0,0 0 0,0 0 0,0 0 0,8-2 0,-10 4-80,1 0 0,0 0-1,-1 0 1,1 0 0,0 0-1,-1 0 1,1 1 0,-1-1-1,1 1 1,0 0 0,-1 0 0,1-1-1,-1 2 1,0-1 0,1 0-1,2 3 1,9 5-6746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8:18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3 24575,'-16'4'0,"-28"3"0,37-7 0,10-2 0,11-3 0,29 1 0,0 2 0,56 4 0,-50 1 0,-1 2 0,-1 3 0,71 19 0,-111-25-227,0 0-1,0 1 1,0 0-1,0 0 1,11 8-1,-6-2-6598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8:27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492 261 24575,'-149'-127'0,"106"94"0,-75-43 0,111 72 0,1 1 0,-1-1 0,0 1 0,0 1 0,0 0 0,-1 0 0,1 0 0,-14-1 0,18 3 0,-1 0 0,1 0 0,0 1 0,-1-1 0,1 1 0,0 0 0,0 0 0,-1 0 0,1 0 0,0 0 0,0 1 0,0-1 0,0 1 0,1 0 0,-1 0 0,0 0 0,1 0 0,-1 1 0,1-1 0,0 1 0,-4 4 0,1 1 0,1 0 0,-1 0 0,1 0 0,1 1 0,0 0 0,0 0 0,0 0 0,1 0 0,1 0 0,-2 15 0,3-17 0,0-1 0,0 0 0,0 1 0,1-1 0,0 1 0,0-1 0,0 0 0,1 0 0,0 0 0,1 0 0,-1 0 0,1 0 0,0 0 0,0-1 0,1 1 0,5 5 0,1-1 0,2 0 0,-1-1 0,1-1 0,1 1 0,-1-2 0,1 0 0,1 0 0,-1-2 0,1 1 0,0-2 0,1 0 0,-1 0 0,1-2 0,-1 1 0,21-1 0,-29-2 0,0 0 0,0 0 0,0-1 0,0 1 0,0-1 0,0-1 0,0 1 0,0-1 0,0 0 0,-1-1 0,11-5 0,-13 6 0,0 0 0,0 0 0,0-1 0,0 1 0,-1-1 0,1 0 0,-1 0 0,0 0 0,0 0 0,0-1 0,0 1 0,0 0 0,-1-1 0,1 1 0,-1-1 0,0 0 0,0 1 0,-1-1 0,2-7 0,-2 5 0,0 0 0,0-1 0,0 1 0,-1 0 0,0 0 0,0 0 0,0 0 0,-1 0 0,0 0 0,0 0 0,-1 0 0,-3-6 0,6 12 0,0 0 0,0 0 0,0 0 0,0-1 0,-1 1 0,1 0 0,0 0 0,0 0 0,0-1 0,0 1 0,0 0 0,0 0 0,0 0 0,-1 0 0,1 0 0,0-1 0,0 1 0,0 0 0,0 0 0,-1 0 0,1 0 0,0 0 0,0 0 0,0 0 0,0 0 0,-1 0 0,1-1 0,0 1 0,0 0 0,0 0 0,-1 0 0,1 0 0,0 0 0,0 0 0,0 0 0,-1 1 0,1-1 0,0 0 0,0 0 0,0 0 0,-1 0 0,1 0 0,0 0 0,0 0 0,0 0 0,0 0 0,-1 0 0,1 1 0,0-1 0,0 0 0,0 0 0,0 0 0,0 0 0,-1 1 0,1-1 0,0 0 0,0 0 0,0 0 0,0 0 0,0 1 0,0-1 0,0 0 0,0 0 0,0 1 0,-3 14 0,2 0 0,0 0 0,2 0 0,0 0 0,1 0 0,0 0 0,6 20 0,35 88 0,-26-78 0,-5-15 0,15 49 0,-24-68 0,0 0 0,-1 0 0,-1-1 0,0 1 0,0 16 0,-1-25 0,0 1 0,-1-1 0,1 0 0,0 0 0,-1 1 0,0-1 0,1 0 0,-1 0 0,0 0 0,0 0 0,0 0 0,-1 0 0,1 0 0,0 0 0,-1 0 0,1-1 0,-4 4 0,2-3 0,-1 0 0,1 0 0,-1 0 0,0 0 0,1-1 0,-1 1 0,0-1 0,0 0 0,-5 1 0,-5 0 0,-1-1 0,1-1 0,0 0 0,-23-4 0,28 3-88,-110-18-1189,100 15-5549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8:33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138 186 24575,'-11'-13'0,"1"-1"0,-11-22 0,18 31 0,0 0 0,1 0 0,0-1 0,0 1 0,0-1 0,1 0 0,0 0 0,0 1 0,0-1 0,1-10 0,0 14 0,0 1 0,0-1 0,1 1 0,-1-1 0,0 1 0,1-1 0,-1 0 0,1 1 0,0 0 0,-1-1 0,1 1 0,0-1 0,0 1 0,0 0 0,0 0 0,0-1 0,0 1 0,0 0 0,0 0 0,3-1 0,-1 0 0,-1 1 0,1 0 0,-1 1 0,1-1 0,-1 0 0,1 1 0,0-1 0,-1 1 0,1 0 0,0 0 0,3 0 0,4 2 0,1-1 0,-1 2 0,0-1 0,0 1 0,13 6 0,5 4 0,40 24 0,-58-31 0,-1 1 0,0 0 0,0 0 0,0 1 0,-1 0 0,0 0 0,9 13 0,-14-17 0,0 1 0,-1 0 0,1 0 0,-1 0 0,0 0 0,0 1 0,-1-1 0,0 0 0,2 10 0,-3-12 0,0-1 0,0 1 0,0 0 0,0-1 0,-1 1 0,1-1 0,0 1 0,-1 0 0,0-1 0,0 1 0,0-1 0,0 1 0,0-1 0,0 0 0,-1 1 0,1-1 0,-1 0 0,0 0 0,1 0 0,-1 0 0,-4 3 0,-2 0 0,0 0 0,-1-1 0,1 0 0,-1 0 0,0-1 0,0 0 0,-1-1 0,1 0 0,0 0 0,-11 0 0,-5-1 0,0 0 0,-42-5 0,56 3 0,0-1 0,0 0 0,0-1 0,1 0 0,-1 0 0,1-1 0,-14-7 0,21 9 0,-1-1 0,1 1 0,-1 0 0,1-1 0,0 0 0,-1 0 0,2 0 0,-1 0 0,0 0 0,1-1 0,-1 1 0,1-1 0,0 0 0,0 1 0,0-1 0,1 0 0,-1 0 0,1 0 0,0 0 0,0-1 0,1 1 0,-1-5 0,1 1 8,0 0-1,1 0 1,0 0-1,0 0 1,1 1-1,0-1 1,1 1-1,-1-1 1,2 1-1,-1 0 1,1 0-1,0 0 1,0 1-1,0-1 0,9-8 1,-7 9-114,0-1 0,0 1 0,1 1 0,0-1 0,0 1 0,1 0-1,-1 1 1,1 0 0,0 0 0,0 1 0,1 0 0,-1 0 0,13-2 0,-5 3-6720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38:34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141 115 24575,'25'4'0,"0"2"0,-1 1 0,0 1 0,45 21 0,-57-23 0,-1 1 0,1 1 0,-1 0 0,0 0 0,-1 1 0,0 0 0,-1 1 0,0 0 0,0 0 0,13 22 0,-16-21 0,0 0 0,0 1 0,-2-1 0,1 1 0,-1 0 0,-1 0 0,0 0 0,-1 1 0,1 24 0,-3-30 0,0 0 0,-1 0 0,1-1 0,-2 1 0,1-1 0,-1 1 0,0-1 0,0 1 0,-1-1 0,0 0 0,0 0 0,0 0 0,-1 0 0,0-1 0,0 0 0,0 1 0,-1-2 0,1 1 0,-1 0 0,-7 4 0,4-4 0,1-1 0,-1 0 0,0 0 0,0-1 0,0 0 0,-1 0 0,1-1 0,-1 0 0,1-1 0,-1 0 0,0 0 0,-8-1 0,2 0 0,1-1 0,0 0 0,0-1 0,0-1 0,0 0 0,-22-9 0,26 8 0,0 0 0,1-1 0,-1-1 0,1 0 0,1 0 0,-1 0 0,1-1 0,0-1 0,0 1 0,1-1 0,0-1 0,0 1 0,-9-19 0,8 12 0,1 0 0,1-1 0,0 1 0,2-2 0,-1 1 0,2 0 0,0-1 0,0-20 0,3 34 0,-3-25 0,2 0 0,2 1 0,4-39 0,-4 59 0,0 0 0,1 0 0,-1 1 0,1-1 0,1 0 0,0 1 0,0-1 0,0 1 0,0 0 0,1 0 0,0 0 0,0 1 0,1 0 0,0-1 0,0 1 0,0 1 0,0-1 0,11-6 0,9-2-1365,-4 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Set the course promise: rigorous DSP, but always connect the math to algorithms students will implement.
Ask: “What does a CNN layer actually do to an audio signal?” Return to this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Emphasize combined senior/graduate expectations: seniors master core calculations; graduate students should also be able to justify conditions and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for examples of “systems” applied to audio: gain, echo, equalizer, compressor, noise gate.
Point out that not everything important is LTI—LTI is a tractable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this to prevent later confusion between ω (rad/sample) and f (Hz).
The 50 ms example is a short audible echo / slapback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This identity is the foundation of the convolution derivation.
Make the vector-space analogy explicit; graduate students may recognize basis expansions.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C95B-591A-EAFE-E657-8B03D680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C7AA2-AD2A-2151-C392-42BFC5BE8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45400-AFD4-51D3-20E3-AA8C5F6F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8DB8-8A9B-35A9-64C3-3DF99D3A5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Use α=0.9 as a decaying envelope and α=1 as a pure sinusoid.
Avoid diving deeply into convergence yet; that belongs naturally with DTFT/z-transform.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Frame system properties as shortcuts for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Ask: why does y=x+2 fail the zero-input test?
Then show superposition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Do the formal two-path test on y[n]=n x[n] if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This is a good place to distinguish “stable mathematically” from “sounds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Answers: A LTI causal stable; B LTI causal stable; C nonlinear but time-invariant, causal, stable; D linear but time-varying, causal, not BIBO stable over all n.
Require students to justify one property rather than just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conceptual hinge of the lecture.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Do not present convolution as a magic formula. Tie each equality to a system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At the board, say aloud which variable is fixed (n) and which is summed over (k).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min.
Work this graphically on the board, using the slide only to reveal the final answer.
Ask students to predict output length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useful preview of why nonlinear activations matter in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Run the accompanying notebook.
Ask students to explain why mode="same" is not a mathematical definition of convolution, but an output-cropping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high-value misconception to prevent: most deep-learning libraries name cross-correlation “convolution.”
The distinction does not reduce the conceptual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4017-EBEA-8642-FDCF-827CD33D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7CB7B-3390-5864-1F75-04370545B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AA254-A9E9-F5A8-8CBA-4A71BEF6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52C8-D312-76BB-CA95-D26AAD173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67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“In one sentence, why does h[n] characterize an LTI system?”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slide; use only if time allows or save for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3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181" Type="http://schemas.openxmlformats.org/officeDocument/2006/relationships/customXml" Target="../ink/ink90.xml"/><Relationship Id="rId216" Type="http://schemas.openxmlformats.org/officeDocument/2006/relationships/image" Target="../media/image108.png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customXml" Target="../ink/ink85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27" Type="http://schemas.openxmlformats.org/officeDocument/2006/relationships/customXml" Target="../ink/ink113.xml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image" Target="../media/image91.png"/><Relationship Id="rId217" Type="http://schemas.openxmlformats.org/officeDocument/2006/relationships/customXml" Target="../ink/ink108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79" Type="http://schemas.openxmlformats.org/officeDocument/2006/relationships/customXml" Target="../ink/ink89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0" Type="http://schemas.openxmlformats.org/officeDocument/2006/relationships/image" Target="../media/image110.png"/><Relationship Id="rId225" Type="http://schemas.openxmlformats.org/officeDocument/2006/relationships/customXml" Target="../ink/ink112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80" Type="http://schemas.openxmlformats.org/officeDocument/2006/relationships/image" Target="../media/image90.png"/><Relationship Id="rId210" Type="http://schemas.openxmlformats.org/officeDocument/2006/relationships/image" Target="../media/image105.png"/><Relationship Id="rId215" Type="http://schemas.openxmlformats.org/officeDocument/2006/relationships/customXml" Target="../ink/ink107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4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3.png"/><Relationship Id="rId299" Type="http://schemas.openxmlformats.org/officeDocument/2006/relationships/image" Target="../media/image264.png"/><Relationship Id="rId21" Type="http://schemas.openxmlformats.org/officeDocument/2006/relationships/image" Target="../media/image125.png"/><Relationship Id="rId63" Type="http://schemas.openxmlformats.org/officeDocument/2006/relationships/image" Target="../media/image146.png"/><Relationship Id="rId159" Type="http://schemas.openxmlformats.org/officeDocument/2006/relationships/image" Target="../media/image194.png"/><Relationship Id="rId170" Type="http://schemas.openxmlformats.org/officeDocument/2006/relationships/customXml" Target="../ink/ink198.xml"/><Relationship Id="rId226" Type="http://schemas.openxmlformats.org/officeDocument/2006/relationships/customXml" Target="../ink/ink226.xml"/><Relationship Id="rId268" Type="http://schemas.openxmlformats.org/officeDocument/2006/relationships/customXml" Target="../ink/ink247.xml"/><Relationship Id="rId32" Type="http://schemas.openxmlformats.org/officeDocument/2006/relationships/customXml" Target="../ink/ink129.xml"/><Relationship Id="rId74" Type="http://schemas.openxmlformats.org/officeDocument/2006/relationships/customXml" Target="../ink/ink150.xml"/><Relationship Id="rId128" Type="http://schemas.openxmlformats.org/officeDocument/2006/relationships/customXml" Target="../ink/ink177.xml"/><Relationship Id="rId5" Type="http://schemas.openxmlformats.org/officeDocument/2006/relationships/image" Target="../media/image117.png"/><Relationship Id="rId181" Type="http://schemas.openxmlformats.org/officeDocument/2006/relationships/image" Target="../media/image205.png"/><Relationship Id="rId237" Type="http://schemas.openxmlformats.org/officeDocument/2006/relationships/image" Target="../media/image233.png"/><Relationship Id="rId279" Type="http://schemas.openxmlformats.org/officeDocument/2006/relationships/image" Target="../media/image254.png"/><Relationship Id="rId43" Type="http://schemas.openxmlformats.org/officeDocument/2006/relationships/image" Target="../media/image136.png"/><Relationship Id="rId139" Type="http://schemas.openxmlformats.org/officeDocument/2006/relationships/image" Target="../media/image184.png"/><Relationship Id="rId290" Type="http://schemas.openxmlformats.org/officeDocument/2006/relationships/customXml" Target="../ink/ink258.xml"/><Relationship Id="rId304" Type="http://schemas.openxmlformats.org/officeDocument/2006/relationships/customXml" Target="../ink/ink265.xml"/><Relationship Id="rId85" Type="http://schemas.openxmlformats.org/officeDocument/2006/relationships/image" Target="../media/image157.png"/><Relationship Id="rId150" Type="http://schemas.openxmlformats.org/officeDocument/2006/relationships/customXml" Target="../ink/ink188.xml"/><Relationship Id="rId192" Type="http://schemas.openxmlformats.org/officeDocument/2006/relationships/customXml" Target="../ink/ink209.xml"/><Relationship Id="rId206" Type="http://schemas.openxmlformats.org/officeDocument/2006/relationships/customXml" Target="../ink/ink216.xml"/><Relationship Id="rId248" Type="http://schemas.openxmlformats.org/officeDocument/2006/relationships/customXml" Target="../ink/ink237.xml"/><Relationship Id="rId12" Type="http://schemas.openxmlformats.org/officeDocument/2006/relationships/customXml" Target="../ink/ink119.xml"/><Relationship Id="rId108" Type="http://schemas.openxmlformats.org/officeDocument/2006/relationships/customXml" Target="../ink/ink167.xml"/><Relationship Id="rId54" Type="http://schemas.openxmlformats.org/officeDocument/2006/relationships/customXml" Target="../ink/ink140.xml"/><Relationship Id="rId96" Type="http://schemas.openxmlformats.org/officeDocument/2006/relationships/customXml" Target="../ink/ink161.xml"/><Relationship Id="rId161" Type="http://schemas.openxmlformats.org/officeDocument/2006/relationships/image" Target="../media/image195.png"/><Relationship Id="rId217" Type="http://schemas.openxmlformats.org/officeDocument/2006/relationships/image" Target="../media/image223.png"/><Relationship Id="rId259" Type="http://schemas.openxmlformats.org/officeDocument/2006/relationships/image" Target="../media/image244.png"/><Relationship Id="rId23" Type="http://schemas.openxmlformats.org/officeDocument/2006/relationships/image" Target="../media/image126.png"/><Relationship Id="rId119" Type="http://schemas.openxmlformats.org/officeDocument/2006/relationships/image" Target="../media/image174.png"/><Relationship Id="rId270" Type="http://schemas.openxmlformats.org/officeDocument/2006/relationships/customXml" Target="../ink/ink248.xml"/><Relationship Id="rId44" Type="http://schemas.openxmlformats.org/officeDocument/2006/relationships/customXml" Target="../ink/ink135.xml"/><Relationship Id="rId65" Type="http://schemas.openxmlformats.org/officeDocument/2006/relationships/image" Target="../media/image147.png"/><Relationship Id="rId86" Type="http://schemas.openxmlformats.org/officeDocument/2006/relationships/customXml" Target="../ink/ink156.xml"/><Relationship Id="rId130" Type="http://schemas.openxmlformats.org/officeDocument/2006/relationships/customXml" Target="../ink/ink178.xml"/><Relationship Id="rId151" Type="http://schemas.openxmlformats.org/officeDocument/2006/relationships/image" Target="../media/image190.png"/><Relationship Id="rId172" Type="http://schemas.openxmlformats.org/officeDocument/2006/relationships/customXml" Target="../ink/ink199.xml"/><Relationship Id="rId193" Type="http://schemas.openxmlformats.org/officeDocument/2006/relationships/image" Target="../media/image211.png"/><Relationship Id="rId207" Type="http://schemas.openxmlformats.org/officeDocument/2006/relationships/image" Target="../media/image218.png"/><Relationship Id="rId228" Type="http://schemas.openxmlformats.org/officeDocument/2006/relationships/customXml" Target="../ink/ink227.xml"/><Relationship Id="rId249" Type="http://schemas.openxmlformats.org/officeDocument/2006/relationships/image" Target="../media/image239.png"/><Relationship Id="rId13" Type="http://schemas.openxmlformats.org/officeDocument/2006/relationships/image" Target="../media/image121.png"/><Relationship Id="rId109" Type="http://schemas.openxmlformats.org/officeDocument/2006/relationships/image" Target="../media/image169.png"/><Relationship Id="rId260" Type="http://schemas.openxmlformats.org/officeDocument/2006/relationships/customXml" Target="../ink/ink243.xml"/><Relationship Id="rId281" Type="http://schemas.openxmlformats.org/officeDocument/2006/relationships/image" Target="../media/image255.png"/><Relationship Id="rId34" Type="http://schemas.openxmlformats.org/officeDocument/2006/relationships/customXml" Target="../ink/ink130.xml"/><Relationship Id="rId55" Type="http://schemas.openxmlformats.org/officeDocument/2006/relationships/image" Target="../media/image142.png"/><Relationship Id="rId76" Type="http://schemas.openxmlformats.org/officeDocument/2006/relationships/customXml" Target="../ink/ink151.xml"/><Relationship Id="rId97" Type="http://schemas.openxmlformats.org/officeDocument/2006/relationships/image" Target="../media/image163.png"/><Relationship Id="rId120" Type="http://schemas.openxmlformats.org/officeDocument/2006/relationships/customXml" Target="../ink/ink173.xml"/><Relationship Id="rId141" Type="http://schemas.openxmlformats.org/officeDocument/2006/relationships/image" Target="../media/image185.png"/><Relationship Id="rId7" Type="http://schemas.openxmlformats.org/officeDocument/2006/relationships/image" Target="../media/image118.png"/><Relationship Id="rId162" Type="http://schemas.openxmlformats.org/officeDocument/2006/relationships/customXml" Target="../ink/ink194.xml"/><Relationship Id="rId183" Type="http://schemas.openxmlformats.org/officeDocument/2006/relationships/image" Target="../media/image206.png"/><Relationship Id="rId218" Type="http://schemas.openxmlformats.org/officeDocument/2006/relationships/customXml" Target="../ink/ink222.xml"/><Relationship Id="rId239" Type="http://schemas.openxmlformats.org/officeDocument/2006/relationships/image" Target="../media/image234.png"/><Relationship Id="rId250" Type="http://schemas.openxmlformats.org/officeDocument/2006/relationships/customXml" Target="../ink/ink238.xml"/><Relationship Id="rId271" Type="http://schemas.openxmlformats.org/officeDocument/2006/relationships/image" Target="../media/image250.png"/><Relationship Id="rId292" Type="http://schemas.openxmlformats.org/officeDocument/2006/relationships/customXml" Target="../ink/ink259.xml"/><Relationship Id="rId306" Type="http://schemas.openxmlformats.org/officeDocument/2006/relationships/customXml" Target="../ink/ink266.xml"/><Relationship Id="rId24" Type="http://schemas.openxmlformats.org/officeDocument/2006/relationships/customXml" Target="../ink/ink125.xml"/><Relationship Id="rId45" Type="http://schemas.openxmlformats.org/officeDocument/2006/relationships/image" Target="../media/image137.png"/><Relationship Id="rId66" Type="http://schemas.openxmlformats.org/officeDocument/2006/relationships/customXml" Target="../ink/ink146.xml"/><Relationship Id="rId87" Type="http://schemas.openxmlformats.org/officeDocument/2006/relationships/image" Target="../media/image158.png"/><Relationship Id="rId110" Type="http://schemas.openxmlformats.org/officeDocument/2006/relationships/customXml" Target="../ink/ink168.xml"/><Relationship Id="rId131" Type="http://schemas.openxmlformats.org/officeDocument/2006/relationships/image" Target="../media/image180.png"/><Relationship Id="rId152" Type="http://schemas.openxmlformats.org/officeDocument/2006/relationships/customXml" Target="../ink/ink189.xml"/><Relationship Id="rId173" Type="http://schemas.openxmlformats.org/officeDocument/2006/relationships/image" Target="../media/image201.png"/><Relationship Id="rId194" Type="http://schemas.openxmlformats.org/officeDocument/2006/relationships/customXml" Target="../ink/ink210.xml"/><Relationship Id="rId208" Type="http://schemas.openxmlformats.org/officeDocument/2006/relationships/customXml" Target="../ink/ink217.xml"/><Relationship Id="rId229" Type="http://schemas.openxmlformats.org/officeDocument/2006/relationships/image" Target="../media/image229.png"/><Relationship Id="rId240" Type="http://schemas.openxmlformats.org/officeDocument/2006/relationships/customXml" Target="../ink/ink233.xml"/><Relationship Id="rId261" Type="http://schemas.openxmlformats.org/officeDocument/2006/relationships/image" Target="../media/image245.png"/><Relationship Id="rId14" Type="http://schemas.openxmlformats.org/officeDocument/2006/relationships/customXml" Target="../ink/ink120.xml"/><Relationship Id="rId35" Type="http://schemas.openxmlformats.org/officeDocument/2006/relationships/image" Target="../media/image132.png"/><Relationship Id="rId56" Type="http://schemas.openxmlformats.org/officeDocument/2006/relationships/customXml" Target="../ink/ink141.xml"/><Relationship Id="rId77" Type="http://schemas.openxmlformats.org/officeDocument/2006/relationships/image" Target="../media/image153.png"/><Relationship Id="rId100" Type="http://schemas.openxmlformats.org/officeDocument/2006/relationships/customXml" Target="../ink/ink163.xml"/><Relationship Id="rId282" Type="http://schemas.openxmlformats.org/officeDocument/2006/relationships/customXml" Target="../ink/ink254.xml"/><Relationship Id="rId8" Type="http://schemas.openxmlformats.org/officeDocument/2006/relationships/customXml" Target="../ink/ink117.xml"/><Relationship Id="rId98" Type="http://schemas.openxmlformats.org/officeDocument/2006/relationships/customXml" Target="../ink/ink162.xml"/><Relationship Id="rId121" Type="http://schemas.openxmlformats.org/officeDocument/2006/relationships/image" Target="../media/image175.png"/><Relationship Id="rId142" Type="http://schemas.openxmlformats.org/officeDocument/2006/relationships/customXml" Target="../ink/ink184.xml"/><Relationship Id="rId163" Type="http://schemas.openxmlformats.org/officeDocument/2006/relationships/image" Target="../media/image196.png"/><Relationship Id="rId184" Type="http://schemas.openxmlformats.org/officeDocument/2006/relationships/customXml" Target="../ink/ink205.xml"/><Relationship Id="rId219" Type="http://schemas.openxmlformats.org/officeDocument/2006/relationships/image" Target="../media/image224.png"/><Relationship Id="rId230" Type="http://schemas.openxmlformats.org/officeDocument/2006/relationships/customXml" Target="../ink/ink228.xml"/><Relationship Id="rId251" Type="http://schemas.openxmlformats.org/officeDocument/2006/relationships/image" Target="../media/image240.png"/><Relationship Id="rId25" Type="http://schemas.openxmlformats.org/officeDocument/2006/relationships/image" Target="../media/image127.png"/><Relationship Id="rId46" Type="http://schemas.openxmlformats.org/officeDocument/2006/relationships/customXml" Target="../ink/ink136.xml"/><Relationship Id="rId67" Type="http://schemas.openxmlformats.org/officeDocument/2006/relationships/image" Target="../media/image148.png"/><Relationship Id="rId272" Type="http://schemas.openxmlformats.org/officeDocument/2006/relationships/customXml" Target="../ink/ink249.xml"/><Relationship Id="rId293" Type="http://schemas.openxmlformats.org/officeDocument/2006/relationships/image" Target="../media/image261.png"/><Relationship Id="rId307" Type="http://schemas.openxmlformats.org/officeDocument/2006/relationships/image" Target="../media/image268.png"/><Relationship Id="rId88" Type="http://schemas.openxmlformats.org/officeDocument/2006/relationships/customXml" Target="../ink/ink157.xml"/><Relationship Id="rId111" Type="http://schemas.openxmlformats.org/officeDocument/2006/relationships/image" Target="../media/image170.png"/><Relationship Id="rId132" Type="http://schemas.openxmlformats.org/officeDocument/2006/relationships/customXml" Target="../ink/ink179.xml"/><Relationship Id="rId153" Type="http://schemas.openxmlformats.org/officeDocument/2006/relationships/image" Target="../media/image191.png"/><Relationship Id="rId174" Type="http://schemas.openxmlformats.org/officeDocument/2006/relationships/customXml" Target="../ink/ink200.xml"/><Relationship Id="rId195" Type="http://schemas.openxmlformats.org/officeDocument/2006/relationships/image" Target="../media/image212.png"/><Relationship Id="rId209" Type="http://schemas.openxmlformats.org/officeDocument/2006/relationships/image" Target="../media/image219.png"/><Relationship Id="rId220" Type="http://schemas.openxmlformats.org/officeDocument/2006/relationships/customXml" Target="../ink/ink223.xml"/><Relationship Id="rId241" Type="http://schemas.openxmlformats.org/officeDocument/2006/relationships/image" Target="../media/image235.png"/><Relationship Id="rId15" Type="http://schemas.openxmlformats.org/officeDocument/2006/relationships/image" Target="../media/image122.png"/><Relationship Id="rId36" Type="http://schemas.openxmlformats.org/officeDocument/2006/relationships/customXml" Target="../ink/ink131.xml"/><Relationship Id="rId57" Type="http://schemas.openxmlformats.org/officeDocument/2006/relationships/image" Target="../media/image143.png"/><Relationship Id="rId262" Type="http://schemas.openxmlformats.org/officeDocument/2006/relationships/customXml" Target="../ink/ink244.xml"/><Relationship Id="rId283" Type="http://schemas.openxmlformats.org/officeDocument/2006/relationships/image" Target="../media/image256.png"/><Relationship Id="rId78" Type="http://schemas.openxmlformats.org/officeDocument/2006/relationships/customXml" Target="../ink/ink152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122" Type="http://schemas.openxmlformats.org/officeDocument/2006/relationships/customXml" Target="../ink/ink174.xml"/><Relationship Id="rId143" Type="http://schemas.openxmlformats.org/officeDocument/2006/relationships/image" Target="../media/image186.png"/><Relationship Id="rId164" Type="http://schemas.openxmlformats.org/officeDocument/2006/relationships/customXml" Target="../ink/ink195.xml"/><Relationship Id="rId185" Type="http://schemas.openxmlformats.org/officeDocument/2006/relationships/image" Target="../media/image207.png"/><Relationship Id="rId9" Type="http://schemas.openxmlformats.org/officeDocument/2006/relationships/image" Target="../media/image119.png"/><Relationship Id="rId210" Type="http://schemas.openxmlformats.org/officeDocument/2006/relationships/customXml" Target="../ink/ink218.xml"/><Relationship Id="rId26" Type="http://schemas.openxmlformats.org/officeDocument/2006/relationships/customXml" Target="../ink/ink126.xml"/><Relationship Id="rId231" Type="http://schemas.openxmlformats.org/officeDocument/2006/relationships/image" Target="../media/image230.png"/><Relationship Id="rId252" Type="http://schemas.openxmlformats.org/officeDocument/2006/relationships/customXml" Target="../ink/ink239.xml"/><Relationship Id="rId273" Type="http://schemas.openxmlformats.org/officeDocument/2006/relationships/image" Target="../media/image251.png"/><Relationship Id="rId294" Type="http://schemas.openxmlformats.org/officeDocument/2006/relationships/customXml" Target="../ink/ink260.xml"/><Relationship Id="rId308" Type="http://schemas.openxmlformats.org/officeDocument/2006/relationships/customXml" Target="../ink/ink267.xml"/><Relationship Id="rId47" Type="http://schemas.openxmlformats.org/officeDocument/2006/relationships/image" Target="../media/image138.png"/><Relationship Id="rId68" Type="http://schemas.openxmlformats.org/officeDocument/2006/relationships/customXml" Target="../ink/ink147.xml"/><Relationship Id="rId89" Type="http://schemas.openxmlformats.org/officeDocument/2006/relationships/image" Target="../media/image159.png"/><Relationship Id="rId112" Type="http://schemas.openxmlformats.org/officeDocument/2006/relationships/customXml" Target="../ink/ink169.xml"/><Relationship Id="rId133" Type="http://schemas.openxmlformats.org/officeDocument/2006/relationships/image" Target="../media/image181.png"/><Relationship Id="rId154" Type="http://schemas.openxmlformats.org/officeDocument/2006/relationships/customXml" Target="../ink/ink190.xml"/><Relationship Id="rId175" Type="http://schemas.openxmlformats.org/officeDocument/2006/relationships/image" Target="../media/image202.png"/><Relationship Id="rId196" Type="http://schemas.openxmlformats.org/officeDocument/2006/relationships/customXml" Target="../ink/ink211.xml"/><Relationship Id="rId200" Type="http://schemas.openxmlformats.org/officeDocument/2006/relationships/customXml" Target="../ink/ink213.xml"/><Relationship Id="rId16" Type="http://schemas.openxmlformats.org/officeDocument/2006/relationships/customXml" Target="../ink/ink121.xml"/><Relationship Id="rId221" Type="http://schemas.openxmlformats.org/officeDocument/2006/relationships/image" Target="../media/image225.png"/><Relationship Id="rId242" Type="http://schemas.openxmlformats.org/officeDocument/2006/relationships/customXml" Target="../ink/ink234.xml"/><Relationship Id="rId263" Type="http://schemas.openxmlformats.org/officeDocument/2006/relationships/image" Target="../media/image246.png"/><Relationship Id="rId284" Type="http://schemas.openxmlformats.org/officeDocument/2006/relationships/customXml" Target="../ink/ink255.xml"/><Relationship Id="rId37" Type="http://schemas.openxmlformats.org/officeDocument/2006/relationships/image" Target="../media/image133.png"/><Relationship Id="rId58" Type="http://schemas.openxmlformats.org/officeDocument/2006/relationships/customXml" Target="../ink/ink142.xml"/><Relationship Id="rId79" Type="http://schemas.openxmlformats.org/officeDocument/2006/relationships/image" Target="../media/image154.png"/><Relationship Id="rId102" Type="http://schemas.openxmlformats.org/officeDocument/2006/relationships/customXml" Target="../ink/ink164.xml"/><Relationship Id="rId123" Type="http://schemas.openxmlformats.org/officeDocument/2006/relationships/image" Target="../media/image176.png"/><Relationship Id="rId144" Type="http://schemas.openxmlformats.org/officeDocument/2006/relationships/customXml" Target="../ink/ink185.xml"/><Relationship Id="rId90" Type="http://schemas.openxmlformats.org/officeDocument/2006/relationships/customXml" Target="../ink/ink158.xml"/><Relationship Id="rId165" Type="http://schemas.openxmlformats.org/officeDocument/2006/relationships/image" Target="../media/image197.png"/><Relationship Id="rId186" Type="http://schemas.openxmlformats.org/officeDocument/2006/relationships/customXml" Target="../ink/ink206.xml"/><Relationship Id="rId211" Type="http://schemas.openxmlformats.org/officeDocument/2006/relationships/image" Target="../media/image220.png"/><Relationship Id="rId232" Type="http://schemas.openxmlformats.org/officeDocument/2006/relationships/customXml" Target="../ink/ink229.xml"/><Relationship Id="rId253" Type="http://schemas.openxmlformats.org/officeDocument/2006/relationships/image" Target="../media/image241.png"/><Relationship Id="rId274" Type="http://schemas.openxmlformats.org/officeDocument/2006/relationships/customXml" Target="../ink/ink250.xml"/><Relationship Id="rId295" Type="http://schemas.openxmlformats.org/officeDocument/2006/relationships/image" Target="../media/image262.png"/><Relationship Id="rId309" Type="http://schemas.openxmlformats.org/officeDocument/2006/relationships/image" Target="../media/image269.png"/><Relationship Id="rId27" Type="http://schemas.openxmlformats.org/officeDocument/2006/relationships/image" Target="../media/image128.png"/><Relationship Id="rId48" Type="http://schemas.openxmlformats.org/officeDocument/2006/relationships/customXml" Target="../ink/ink137.xml"/><Relationship Id="rId69" Type="http://schemas.openxmlformats.org/officeDocument/2006/relationships/image" Target="../media/image149.png"/><Relationship Id="rId113" Type="http://schemas.openxmlformats.org/officeDocument/2006/relationships/image" Target="../media/image171.png"/><Relationship Id="rId134" Type="http://schemas.openxmlformats.org/officeDocument/2006/relationships/customXml" Target="../ink/ink180.xml"/><Relationship Id="rId80" Type="http://schemas.openxmlformats.org/officeDocument/2006/relationships/customXml" Target="../ink/ink153.xml"/><Relationship Id="rId155" Type="http://schemas.openxmlformats.org/officeDocument/2006/relationships/image" Target="../media/image192.png"/><Relationship Id="rId176" Type="http://schemas.openxmlformats.org/officeDocument/2006/relationships/customXml" Target="../ink/ink201.xml"/><Relationship Id="rId197" Type="http://schemas.openxmlformats.org/officeDocument/2006/relationships/image" Target="../media/image213.png"/><Relationship Id="rId201" Type="http://schemas.openxmlformats.org/officeDocument/2006/relationships/image" Target="../media/image215.png"/><Relationship Id="rId222" Type="http://schemas.openxmlformats.org/officeDocument/2006/relationships/customXml" Target="../ink/ink224.xml"/><Relationship Id="rId243" Type="http://schemas.openxmlformats.org/officeDocument/2006/relationships/image" Target="../media/image236.png"/><Relationship Id="rId264" Type="http://schemas.openxmlformats.org/officeDocument/2006/relationships/customXml" Target="../ink/ink245.xml"/><Relationship Id="rId285" Type="http://schemas.openxmlformats.org/officeDocument/2006/relationships/image" Target="../media/image257.png"/><Relationship Id="rId17" Type="http://schemas.openxmlformats.org/officeDocument/2006/relationships/image" Target="../media/image123.png"/><Relationship Id="rId38" Type="http://schemas.openxmlformats.org/officeDocument/2006/relationships/customXml" Target="../ink/ink132.xml"/><Relationship Id="rId59" Type="http://schemas.openxmlformats.org/officeDocument/2006/relationships/image" Target="../media/image144.png"/><Relationship Id="rId103" Type="http://schemas.openxmlformats.org/officeDocument/2006/relationships/image" Target="../media/image166.png"/><Relationship Id="rId124" Type="http://schemas.openxmlformats.org/officeDocument/2006/relationships/customXml" Target="../ink/ink175.xml"/><Relationship Id="rId70" Type="http://schemas.openxmlformats.org/officeDocument/2006/relationships/customXml" Target="../ink/ink148.xml"/><Relationship Id="rId91" Type="http://schemas.openxmlformats.org/officeDocument/2006/relationships/image" Target="../media/image160.png"/><Relationship Id="rId145" Type="http://schemas.openxmlformats.org/officeDocument/2006/relationships/image" Target="../media/image187.png"/><Relationship Id="rId166" Type="http://schemas.openxmlformats.org/officeDocument/2006/relationships/customXml" Target="../ink/ink196.xml"/><Relationship Id="rId187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9.xml"/><Relationship Id="rId233" Type="http://schemas.openxmlformats.org/officeDocument/2006/relationships/image" Target="../media/image231.png"/><Relationship Id="rId254" Type="http://schemas.openxmlformats.org/officeDocument/2006/relationships/customXml" Target="../ink/ink240.xml"/><Relationship Id="rId28" Type="http://schemas.openxmlformats.org/officeDocument/2006/relationships/customXml" Target="../ink/ink127.xml"/><Relationship Id="rId49" Type="http://schemas.openxmlformats.org/officeDocument/2006/relationships/image" Target="../media/image139.png"/><Relationship Id="rId114" Type="http://schemas.openxmlformats.org/officeDocument/2006/relationships/customXml" Target="../ink/ink170.xml"/><Relationship Id="rId275" Type="http://schemas.openxmlformats.org/officeDocument/2006/relationships/image" Target="../media/image252.png"/><Relationship Id="rId296" Type="http://schemas.openxmlformats.org/officeDocument/2006/relationships/customXml" Target="../ink/ink261.xml"/><Relationship Id="rId300" Type="http://schemas.openxmlformats.org/officeDocument/2006/relationships/customXml" Target="../ink/ink263.xml"/><Relationship Id="rId60" Type="http://schemas.openxmlformats.org/officeDocument/2006/relationships/customXml" Target="../ink/ink143.xml"/><Relationship Id="rId81" Type="http://schemas.openxmlformats.org/officeDocument/2006/relationships/image" Target="../media/image155.png"/><Relationship Id="rId135" Type="http://schemas.openxmlformats.org/officeDocument/2006/relationships/image" Target="../media/image182.png"/><Relationship Id="rId156" Type="http://schemas.openxmlformats.org/officeDocument/2006/relationships/customXml" Target="../ink/ink191.xml"/><Relationship Id="rId177" Type="http://schemas.openxmlformats.org/officeDocument/2006/relationships/image" Target="../media/image203.png"/><Relationship Id="rId198" Type="http://schemas.openxmlformats.org/officeDocument/2006/relationships/customXml" Target="../ink/ink212.xml"/><Relationship Id="rId202" Type="http://schemas.openxmlformats.org/officeDocument/2006/relationships/customXml" Target="../ink/ink214.xml"/><Relationship Id="rId223" Type="http://schemas.openxmlformats.org/officeDocument/2006/relationships/image" Target="../media/image226.png"/><Relationship Id="rId244" Type="http://schemas.openxmlformats.org/officeDocument/2006/relationships/customXml" Target="../ink/ink235.xml"/><Relationship Id="rId18" Type="http://schemas.openxmlformats.org/officeDocument/2006/relationships/customXml" Target="../ink/ink122.xml"/><Relationship Id="rId39" Type="http://schemas.openxmlformats.org/officeDocument/2006/relationships/image" Target="../media/image134.png"/><Relationship Id="rId265" Type="http://schemas.openxmlformats.org/officeDocument/2006/relationships/image" Target="../media/image247.png"/><Relationship Id="rId286" Type="http://schemas.openxmlformats.org/officeDocument/2006/relationships/customXml" Target="../ink/ink256.xml"/><Relationship Id="rId50" Type="http://schemas.openxmlformats.org/officeDocument/2006/relationships/customXml" Target="../ink/ink138.xml"/><Relationship Id="rId104" Type="http://schemas.openxmlformats.org/officeDocument/2006/relationships/customXml" Target="../ink/ink165.xml"/><Relationship Id="rId125" Type="http://schemas.openxmlformats.org/officeDocument/2006/relationships/image" Target="../media/image177.png"/><Relationship Id="rId146" Type="http://schemas.openxmlformats.org/officeDocument/2006/relationships/customXml" Target="../ink/ink186.xml"/><Relationship Id="rId167" Type="http://schemas.openxmlformats.org/officeDocument/2006/relationships/image" Target="../media/image198.png"/><Relationship Id="rId188" Type="http://schemas.openxmlformats.org/officeDocument/2006/relationships/customXml" Target="../ink/ink207.xml"/><Relationship Id="rId71" Type="http://schemas.openxmlformats.org/officeDocument/2006/relationships/image" Target="../media/image150.png"/><Relationship Id="rId92" Type="http://schemas.openxmlformats.org/officeDocument/2006/relationships/customXml" Target="../ink/ink159.xml"/><Relationship Id="rId213" Type="http://schemas.openxmlformats.org/officeDocument/2006/relationships/image" Target="../media/image221.png"/><Relationship Id="rId234" Type="http://schemas.openxmlformats.org/officeDocument/2006/relationships/customXml" Target="../ink/ink230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129.png"/><Relationship Id="rId255" Type="http://schemas.openxmlformats.org/officeDocument/2006/relationships/image" Target="../media/image242.png"/><Relationship Id="rId276" Type="http://schemas.openxmlformats.org/officeDocument/2006/relationships/customXml" Target="../ink/ink251.xml"/><Relationship Id="rId297" Type="http://schemas.openxmlformats.org/officeDocument/2006/relationships/image" Target="../media/image263.png"/><Relationship Id="rId40" Type="http://schemas.openxmlformats.org/officeDocument/2006/relationships/customXml" Target="../ink/ink133.xml"/><Relationship Id="rId115" Type="http://schemas.openxmlformats.org/officeDocument/2006/relationships/image" Target="../media/image172.png"/><Relationship Id="rId136" Type="http://schemas.openxmlformats.org/officeDocument/2006/relationships/customXml" Target="../ink/ink181.xml"/><Relationship Id="rId157" Type="http://schemas.openxmlformats.org/officeDocument/2006/relationships/image" Target="../media/image193.png"/><Relationship Id="rId178" Type="http://schemas.openxmlformats.org/officeDocument/2006/relationships/customXml" Target="../ink/ink202.xml"/><Relationship Id="rId301" Type="http://schemas.openxmlformats.org/officeDocument/2006/relationships/image" Target="../media/image265.png"/><Relationship Id="rId61" Type="http://schemas.openxmlformats.org/officeDocument/2006/relationships/image" Target="../media/image145.png"/><Relationship Id="rId82" Type="http://schemas.openxmlformats.org/officeDocument/2006/relationships/customXml" Target="../ink/ink154.xml"/><Relationship Id="rId199" Type="http://schemas.openxmlformats.org/officeDocument/2006/relationships/image" Target="../media/image214.png"/><Relationship Id="rId203" Type="http://schemas.openxmlformats.org/officeDocument/2006/relationships/image" Target="../media/image216.png"/><Relationship Id="rId19" Type="http://schemas.openxmlformats.org/officeDocument/2006/relationships/image" Target="../media/image124.png"/><Relationship Id="rId224" Type="http://schemas.openxmlformats.org/officeDocument/2006/relationships/customXml" Target="../ink/ink225.xml"/><Relationship Id="rId245" Type="http://schemas.openxmlformats.org/officeDocument/2006/relationships/image" Target="../media/image237.png"/><Relationship Id="rId266" Type="http://schemas.openxmlformats.org/officeDocument/2006/relationships/customXml" Target="../ink/ink246.xml"/><Relationship Id="rId287" Type="http://schemas.openxmlformats.org/officeDocument/2006/relationships/image" Target="../media/image258.png"/><Relationship Id="rId30" Type="http://schemas.openxmlformats.org/officeDocument/2006/relationships/customXml" Target="../ink/ink128.xml"/><Relationship Id="rId105" Type="http://schemas.openxmlformats.org/officeDocument/2006/relationships/image" Target="../media/image167.png"/><Relationship Id="rId126" Type="http://schemas.openxmlformats.org/officeDocument/2006/relationships/customXml" Target="../ink/ink176.xml"/><Relationship Id="rId147" Type="http://schemas.openxmlformats.org/officeDocument/2006/relationships/image" Target="../media/image188.png"/><Relationship Id="rId168" Type="http://schemas.openxmlformats.org/officeDocument/2006/relationships/customXml" Target="../ink/ink197.xml"/><Relationship Id="rId51" Type="http://schemas.openxmlformats.org/officeDocument/2006/relationships/image" Target="../media/image140.png"/><Relationship Id="rId72" Type="http://schemas.openxmlformats.org/officeDocument/2006/relationships/customXml" Target="../ink/ink149.xml"/><Relationship Id="rId93" Type="http://schemas.openxmlformats.org/officeDocument/2006/relationships/image" Target="../media/image161.png"/><Relationship Id="rId189" Type="http://schemas.openxmlformats.org/officeDocument/2006/relationships/image" Target="../media/image209.png"/><Relationship Id="rId3" Type="http://schemas.openxmlformats.org/officeDocument/2006/relationships/image" Target="../media/image2.svg"/><Relationship Id="rId214" Type="http://schemas.openxmlformats.org/officeDocument/2006/relationships/customXml" Target="../ink/ink220.xml"/><Relationship Id="rId235" Type="http://schemas.openxmlformats.org/officeDocument/2006/relationships/image" Target="../media/image232.png"/><Relationship Id="rId256" Type="http://schemas.openxmlformats.org/officeDocument/2006/relationships/customXml" Target="../ink/ink241.xml"/><Relationship Id="rId277" Type="http://schemas.openxmlformats.org/officeDocument/2006/relationships/image" Target="../media/image253.png"/><Relationship Id="rId298" Type="http://schemas.openxmlformats.org/officeDocument/2006/relationships/customXml" Target="../ink/ink262.xml"/><Relationship Id="rId116" Type="http://schemas.openxmlformats.org/officeDocument/2006/relationships/customXml" Target="../ink/ink171.xml"/><Relationship Id="rId137" Type="http://schemas.openxmlformats.org/officeDocument/2006/relationships/image" Target="../media/image183.png"/><Relationship Id="rId158" Type="http://schemas.openxmlformats.org/officeDocument/2006/relationships/customXml" Target="../ink/ink192.xml"/><Relationship Id="rId302" Type="http://schemas.openxmlformats.org/officeDocument/2006/relationships/customXml" Target="../ink/ink264.xml"/><Relationship Id="rId20" Type="http://schemas.openxmlformats.org/officeDocument/2006/relationships/customXml" Target="../ink/ink123.xml"/><Relationship Id="rId41" Type="http://schemas.openxmlformats.org/officeDocument/2006/relationships/image" Target="../media/image135.png"/><Relationship Id="rId62" Type="http://schemas.openxmlformats.org/officeDocument/2006/relationships/customXml" Target="../ink/ink144.xml"/><Relationship Id="rId83" Type="http://schemas.openxmlformats.org/officeDocument/2006/relationships/image" Target="../media/image156.png"/><Relationship Id="rId179" Type="http://schemas.openxmlformats.org/officeDocument/2006/relationships/image" Target="../media/image204.png"/><Relationship Id="rId190" Type="http://schemas.openxmlformats.org/officeDocument/2006/relationships/customXml" Target="../ink/ink208.xml"/><Relationship Id="rId204" Type="http://schemas.openxmlformats.org/officeDocument/2006/relationships/customXml" Target="../ink/ink215.xml"/><Relationship Id="rId225" Type="http://schemas.openxmlformats.org/officeDocument/2006/relationships/image" Target="../media/image227.png"/><Relationship Id="rId246" Type="http://schemas.openxmlformats.org/officeDocument/2006/relationships/customXml" Target="../ink/ink236.xml"/><Relationship Id="rId267" Type="http://schemas.openxmlformats.org/officeDocument/2006/relationships/image" Target="../media/image248.png"/><Relationship Id="rId288" Type="http://schemas.openxmlformats.org/officeDocument/2006/relationships/customXml" Target="../ink/ink257.xml"/><Relationship Id="rId106" Type="http://schemas.openxmlformats.org/officeDocument/2006/relationships/customXml" Target="../ink/ink166.xml"/><Relationship Id="rId127" Type="http://schemas.openxmlformats.org/officeDocument/2006/relationships/image" Target="../media/image178.png"/><Relationship Id="rId10" Type="http://schemas.openxmlformats.org/officeDocument/2006/relationships/customXml" Target="../ink/ink118.xml"/><Relationship Id="rId31" Type="http://schemas.openxmlformats.org/officeDocument/2006/relationships/image" Target="../media/image130.png"/><Relationship Id="rId52" Type="http://schemas.openxmlformats.org/officeDocument/2006/relationships/customXml" Target="../ink/ink139.xml"/><Relationship Id="rId73" Type="http://schemas.openxmlformats.org/officeDocument/2006/relationships/image" Target="../media/image151.png"/><Relationship Id="rId94" Type="http://schemas.openxmlformats.org/officeDocument/2006/relationships/customXml" Target="../ink/ink160.xml"/><Relationship Id="rId148" Type="http://schemas.openxmlformats.org/officeDocument/2006/relationships/customXml" Target="../ink/ink187.xml"/><Relationship Id="rId169" Type="http://schemas.openxmlformats.org/officeDocument/2006/relationships/image" Target="../media/image199.png"/><Relationship Id="rId4" Type="http://schemas.openxmlformats.org/officeDocument/2006/relationships/customXml" Target="../ink/ink115.xml"/><Relationship Id="rId180" Type="http://schemas.openxmlformats.org/officeDocument/2006/relationships/customXml" Target="../ink/ink203.xml"/><Relationship Id="rId215" Type="http://schemas.openxmlformats.org/officeDocument/2006/relationships/image" Target="../media/image222.png"/><Relationship Id="rId236" Type="http://schemas.openxmlformats.org/officeDocument/2006/relationships/customXml" Target="../ink/ink231.xml"/><Relationship Id="rId257" Type="http://schemas.openxmlformats.org/officeDocument/2006/relationships/image" Target="../media/image243.png"/><Relationship Id="rId278" Type="http://schemas.openxmlformats.org/officeDocument/2006/relationships/customXml" Target="../ink/ink252.xml"/><Relationship Id="rId303" Type="http://schemas.openxmlformats.org/officeDocument/2006/relationships/image" Target="../media/image266.png"/><Relationship Id="rId42" Type="http://schemas.openxmlformats.org/officeDocument/2006/relationships/customXml" Target="../ink/ink134.xml"/><Relationship Id="rId84" Type="http://schemas.openxmlformats.org/officeDocument/2006/relationships/customXml" Target="../ink/ink155.xml"/><Relationship Id="rId138" Type="http://schemas.openxmlformats.org/officeDocument/2006/relationships/customXml" Target="../ink/ink182.xml"/><Relationship Id="rId191" Type="http://schemas.openxmlformats.org/officeDocument/2006/relationships/image" Target="../media/image210.png"/><Relationship Id="rId205" Type="http://schemas.openxmlformats.org/officeDocument/2006/relationships/image" Target="../media/image217.png"/><Relationship Id="rId247" Type="http://schemas.openxmlformats.org/officeDocument/2006/relationships/image" Target="../media/image238.png"/><Relationship Id="rId107" Type="http://schemas.openxmlformats.org/officeDocument/2006/relationships/image" Target="../media/image168.png"/><Relationship Id="rId289" Type="http://schemas.openxmlformats.org/officeDocument/2006/relationships/image" Target="../media/image259.png"/><Relationship Id="rId11" Type="http://schemas.openxmlformats.org/officeDocument/2006/relationships/image" Target="../media/image120.png"/><Relationship Id="rId53" Type="http://schemas.openxmlformats.org/officeDocument/2006/relationships/image" Target="../media/image141.png"/><Relationship Id="rId149" Type="http://schemas.openxmlformats.org/officeDocument/2006/relationships/image" Target="../media/image189.png"/><Relationship Id="rId95" Type="http://schemas.openxmlformats.org/officeDocument/2006/relationships/image" Target="../media/image162.png"/><Relationship Id="rId160" Type="http://schemas.openxmlformats.org/officeDocument/2006/relationships/customXml" Target="../ink/ink193.xml"/><Relationship Id="rId216" Type="http://schemas.openxmlformats.org/officeDocument/2006/relationships/customXml" Target="../ink/ink221.xml"/><Relationship Id="rId258" Type="http://schemas.openxmlformats.org/officeDocument/2006/relationships/customXml" Target="../ink/ink242.xml"/><Relationship Id="rId22" Type="http://schemas.openxmlformats.org/officeDocument/2006/relationships/customXml" Target="../ink/ink124.xml"/><Relationship Id="rId64" Type="http://schemas.openxmlformats.org/officeDocument/2006/relationships/customXml" Target="../ink/ink145.xml"/><Relationship Id="rId118" Type="http://schemas.openxmlformats.org/officeDocument/2006/relationships/customXml" Target="../ink/ink172.xml"/><Relationship Id="rId171" Type="http://schemas.openxmlformats.org/officeDocument/2006/relationships/image" Target="../media/image200.png"/><Relationship Id="rId227" Type="http://schemas.openxmlformats.org/officeDocument/2006/relationships/image" Target="../media/image228.png"/><Relationship Id="rId269" Type="http://schemas.openxmlformats.org/officeDocument/2006/relationships/image" Target="../media/image249.png"/><Relationship Id="rId33" Type="http://schemas.openxmlformats.org/officeDocument/2006/relationships/image" Target="../media/image131.png"/><Relationship Id="rId129" Type="http://schemas.openxmlformats.org/officeDocument/2006/relationships/image" Target="../media/image179.png"/><Relationship Id="rId280" Type="http://schemas.openxmlformats.org/officeDocument/2006/relationships/customXml" Target="../ink/ink253.xml"/><Relationship Id="rId75" Type="http://schemas.openxmlformats.org/officeDocument/2006/relationships/image" Target="../media/image152.png"/><Relationship Id="rId140" Type="http://schemas.openxmlformats.org/officeDocument/2006/relationships/customXml" Target="../ink/ink183.xml"/><Relationship Id="rId182" Type="http://schemas.openxmlformats.org/officeDocument/2006/relationships/customXml" Target="../ink/ink204.xml"/><Relationship Id="rId6" Type="http://schemas.openxmlformats.org/officeDocument/2006/relationships/customXml" Target="../ink/ink116.xml"/><Relationship Id="rId238" Type="http://schemas.openxmlformats.org/officeDocument/2006/relationships/customXml" Target="../ink/ink232.xml"/><Relationship Id="rId291" Type="http://schemas.openxmlformats.org/officeDocument/2006/relationships/image" Target="../media/image260.png"/><Relationship Id="rId305" Type="http://schemas.openxmlformats.org/officeDocument/2006/relationships/image" Target="../media/image267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4.xml"/><Relationship Id="rId299" Type="http://schemas.openxmlformats.org/officeDocument/2006/relationships/customXml" Target="../ink/ink415.xml"/><Relationship Id="rId21" Type="http://schemas.openxmlformats.org/officeDocument/2006/relationships/customXml" Target="../ink/ink276.xml"/><Relationship Id="rId63" Type="http://schemas.openxmlformats.org/officeDocument/2006/relationships/customXml" Target="../ink/ink297.xml"/><Relationship Id="rId159" Type="http://schemas.openxmlformats.org/officeDocument/2006/relationships/customXml" Target="../ink/ink345.xml"/><Relationship Id="rId324" Type="http://schemas.openxmlformats.org/officeDocument/2006/relationships/image" Target="../media/image431.png"/><Relationship Id="rId366" Type="http://schemas.openxmlformats.org/officeDocument/2006/relationships/image" Target="../media/image452.png"/><Relationship Id="rId170" Type="http://schemas.openxmlformats.org/officeDocument/2006/relationships/image" Target="../media/image354.png"/><Relationship Id="rId226" Type="http://schemas.openxmlformats.org/officeDocument/2006/relationships/image" Target="../media/image382.png"/><Relationship Id="rId268" Type="http://schemas.openxmlformats.org/officeDocument/2006/relationships/image" Target="../media/image403.png"/><Relationship Id="rId32" Type="http://schemas.openxmlformats.org/officeDocument/2006/relationships/image" Target="../media/image285.png"/><Relationship Id="rId74" Type="http://schemas.openxmlformats.org/officeDocument/2006/relationships/image" Target="../media/image306.png"/><Relationship Id="rId128" Type="http://schemas.openxmlformats.org/officeDocument/2006/relationships/image" Target="../media/image333.png"/><Relationship Id="rId335" Type="http://schemas.openxmlformats.org/officeDocument/2006/relationships/customXml" Target="../ink/ink433.xml"/><Relationship Id="rId377" Type="http://schemas.openxmlformats.org/officeDocument/2006/relationships/image" Target="../media/image457.png"/><Relationship Id="rId5" Type="http://schemas.openxmlformats.org/officeDocument/2006/relationships/customXml" Target="../ink/ink268.xml"/><Relationship Id="rId181" Type="http://schemas.openxmlformats.org/officeDocument/2006/relationships/customXml" Target="../ink/ink356.xml"/><Relationship Id="rId237" Type="http://schemas.openxmlformats.org/officeDocument/2006/relationships/customXml" Target="../ink/ink384.xml"/><Relationship Id="rId402" Type="http://schemas.openxmlformats.org/officeDocument/2006/relationships/customXml" Target="../ink/ink467.xml"/><Relationship Id="rId279" Type="http://schemas.openxmlformats.org/officeDocument/2006/relationships/customXml" Target="../ink/ink405.xml"/><Relationship Id="rId43" Type="http://schemas.openxmlformats.org/officeDocument/2006/relationships/customXml" Target="../ink/ink287.xml"/><Relationship Id="rId139" Type="http://schemas.openxmlformats.org/officeDocument/2006/relationships/customXml" Target="../ink/ink335.xml"/><Relationship Id="rId290" Type="http://schemas.openxmlformats.org/officeDocument/2006/relationships/image" Target="../media/image414.png"/><Relationship Id="rId304" Type="http://schemas.openxmlformats.org/officeDocument/2006/relationships/image" Target="../media/image421.png"/><Relationship Id="rId346" Type="http://schemas.openxmlformats.org/officeDocument/2006/relationships/image" Target="../media/image442.png"/><Relationship Id="rId388" Type="http://schemas.openxmlformats.org/officeDocument/2006/relationships/customXml" Target="../ink/ink460.xml"/><Relationship Id="rId85" Type="http://schemas.openxmlformats.org/officeDocument/2006/relationships/customXml" Target="../ink/ink308.xml"/><Relationship Id="rId150" Type="http://schemas.openxmlformats.org/officeDocument/2006/relationships/image" Target="../media/image344.png"/><Relationship Id="rId192" Type="http://schemas.openxmlformats.org/officeDocument/2006/relationships/image" Target="../media/image365.png"/><Relationship Id="rId206" Type="http://schemas.openxmlformats.org/officeDocument/2006/relationships/image" Target="../media/image372.png"/><Relationship Id="rId413" Type="http://schemas.openxmlformats.org/officeDocument/2006/relationships/image" Target="../media/image475.png"/><Relationship Id="rId248" Type="http://schemas.openxmlformats.org/officeDocument/2006/relationships/image" Target="../media/image393.png"/><Relationship Id="rId12" Type="http://schemas.openxmlformats.org/officeDocument/2006/relationships/image" Target="../media/image275.png"/><Relationship Id="rId108" Type="http://schemas.openxmlformats.org/officeDocument/2006/relationships/image" Target="../media/image323.png"/><Relationship Id="rId315" Type="http://schemas.openxmlformats.org/officeDocument/2006/relationships/customXml" Target="../ink/ink423.xml"/><Relationship Id="rId357" Type="http://schemas.openxmlformats.org/officeDocument/2006/relationships/customXml" Target="../ink/ink444.xml"/><Relationship Id="rId54" Type="http://schemas.openxmlformats.org/officeDocument/2006/relationships/image" Target="../media/image296.png"/><Relationship Id="rId96" Type="http://schemas.openxmlformats.org/officeDocument/2006/relationships/image" Target="../media/image317.png"/><Relationship Id="rId161" Type="http://schemas.openxmlformats.org/officeDocument/2006/relationships/customXml" Target="../ink/ink346.xml"/><Relationship Id="rId217" Type="http://schemas.openxmlformats.org/officeDocument/2006/relationships/customXml" Target="../ink/ink374.xml"/><Relationship Id="rId399" Type="http://schemas.openxmlformats.org/officeDocument/2006/relationships/image" Target="../media/image468.png"/><Relationship Id="rId259" Type="http://schemas.openxmlformats.org/officeDocument/2006/relationships/customXml" Target="../ink/ink395.xml"/><Relationship Id="rId23" Type="http://schemas.openxmlformats.org/officeDocument/2006/relationships/customXml" Target="../ink/ink277.xml"/><Relationship Id="rId119" Type="http://schemas.openxmlformats.org/officeDocument/2006/relationships/customXml" Target="../ink/ink325.xml"/><Relationship Id="rId270" Type="http://schemas.openxmlformats.org/officeDocument/2006/relationships/image" Target="../media/image404.png"/><Relationship Id="rId326" Type="http://schemas.openxmlformats.org/officeDocument/2006/relationships/image" Target="../media/image432.png"/><Relationship Id="rId65" Type="http://schemas.openxmlformats.org/officeDocument/2006/relationships/customXml" Target="../ink/ink298.xml"/><Relationship Id="rId130" Type="http://schemas.openxmlformats.org/officeDocument/2006/relationships/image" Target="../media/image334.png"/><Relationship Id="rId368" Type="http://schemas.openxmlformats.org/officeDocument/2006/relationships/image" Target="../media/image453.png"/><Relationship Id="rId172" Type="http://schemas.openxmlformats.org/officeDocument/2006/relationships/image" Target="../media/image355.png"/><Relationship Id="rId228" Type="http://schemas.openxmlformats.org/officeDocument/2006/relationships/image" Target="../media/image383.png"/><Relationship Id="rId281" Type="http://schemas.openxmlformats.org/officeDocument/2006/relationships/customXml" Target="../ink/ink406.xml"/><Relationship Id="rId337" Type="http://schemas.openxmlformats.org/officeDocument/2006/relationships/customXml" Target="../ink/ink434.xml"/><Relationship Id="rId34" Type="http://schemas.openxmlformats.org/officeDocument/2006/relationships/image" Target="../media/image286.png"/><Relationship Id="rId76" Type="http://schemas.openxmlformats.org/officeDocument/2006/relationships/image" Target="../media/image307.png"/><Relationship Id="rId141" Type="http://schemas.openxmlformats.org/officeDocument/2006/relationships/customXml" Target="../ink/ink336.xml"/><Relationship Id="rId379" Type="http://schemas.openxmlformats.org/officeDocument/2006/relationships/image" Target="../media/image458.png"/><Relationship Id="rId7" Type="http://schemas.openxmlformats.org/officeDocument/2006/relationships/customXml" Target="../ink/ink269.xml"/><Relationship Id="rId183" Type="http://schemas.openxmlformats.org/officeDocument/2006/relationships/customXml" Target="../ink/ink357.xml"/><Relationship Id="rId239" Type="http://schemas.openxmlformats.org/officeDocument/2006/relationships/customXml" Target="../ink/ink385.xml"/><Relationship Id="rId390" Type="http://schemas.openxmlformats.org/officeDocument/2006/relationships/customXml" Target="../ink/ink461.xml"/><Relationship Id="rId404" Type="http://schemas.openxmlformats.org/officeDocument/2006/relationships/customXml" Target="../ink/ink468.xml"/><Relationship Id="rId250" Type="http://schemas.openxmlformats.org/officeDocument/2006/relationships/image" Target="../media/image394.png"/><Relationship Id="rId292" Type="http://schemas.openxmlformats.org/officeDocument/2006/relationships/image" Target="../media/image415.png"/><Relationship Id="rId306" Type="http://schemas.openxmlformats.org/officeDocument/2006/relationships/image" Target="../media/image422.png"/><Relationship Id="rId45" Type="http://schemas.openxmlformats.org/officeDocument/2006/relationships/customXml" Target="../ink/ink288.xml"/><Relationship Id="rId87" Type="http://schemas.openxmlformats.org/officeDocument/2006/relationships/customXml" Target="../ink/ink309.xml"/><Relationship Id="rId110" Type="http://schemas.openxmlformats.org/officeDocument/2006/relationships/image" Target="../media/image324.png"/><Relationship Id="rId348" Type="http://schemas.openxmlformats.org/officeDocument/2006/relationships/image" Target="../media/image443.png"/><Relationship Id="rId152" Type="http://schemas.openxmlformats.org/officeDocument/2006/relationships/image" Target="../media/image345.png"/><Relationship Id="rId194" Type="http://schemas.openxmlformats.org/officeDocument/2006/relationships/image" Target="../media/image366.png"/><Relationship Id="rId208" Type="http://schemas.openxmlformats.org/officeDocument/2006/relationships/image" Target="../media/image373.png"/><Relationship Id="rId261" Type="http://schemas.openxmlformats.org/officeDocument/2006/relationships/customXml" Target="../ink/ink396.xml"/><Relationship Id="rId14" Type="http://schemas.openxmlformats.org/officeDocument/2006/relationships/image" Target="../media/image276.png"/><Relationship Id="rId56" Type="http://schemas.openxmlformats.org/officeDocument/2006/relationships/image" Target="../media/image297.png"/><Relationship Id="rId317" Type="http://schemas.openxmlformats.org/officeDocument/2006/relationships/customXml" Target="../ink/ink424.xml"/><Relationship Id="rId359" Type="http://schemas.openxmlformats.org/officeDocument/2006/relationships/customXml" Target="../ink/ink445.xml"/><Relationship Id="rId98" Type="http://schemas.openxmlformats.org/officeDocument/2006/relationships/image" Target="../media/image318.png"/><Relationship Id="rId121" Type="http://schemas.openxmlformats.org/officeDocument/2006/relationships/customXml" Target="../ink/ink326.xml"/><Relationship Id="rId163" Type="http://schemas.openxmlformats.org/officeDocument/2006/relationships/customXml" Target="../ink/ink347.xml"/><Relationship Id="rId219" Type="http://schemas.openxmlformats.org/officeDocument/2006/relationships/customXml" Target="../ink/ink375.xml"/><Relationship Id="rId370" Type="http://schemas.openxmlformats.org/officeDocument/2006/relationships/customXml" Target="../ink/ink451.xml"/><Relationship Id="rId230" Type="http://schemas.openxmlformats.org/officeDocument/2006/relationships/image" Target="../media/image384.png"/><Relationship Id="rId25" Type="http://schemas.openxmlformats.org/officeDocument/2006/relationships/customXml" Target="../ink/ink278.xml"/><Relationship Id="rId67" Type="http://schemas.openxmlformats.org/officeDocument/2006/relationships/customXml" Target="../ink/ink299.xml"/><Relationship Id="rId272" Type="http://schemas.openxmlformats.org/officeDocument/2006/relationships/image" Target="../media/image405.png"/><Relationship Id="rId328" Type="http://schemas.openxmlformats.org/officeDocument/2006/relationships/image" Target="../media/image433.png"/><Relationship Id="rId132" Type="http://schemas.openxmlformats.org/officeDocument/2006/relationships/image" Target="../media/image335.png"/><Relationship Id="rId174" Type="http://schemas.openxmlformats.org/officeDocument/2006/relationships/image" Target="../media/image356.png"/><Relationship Id="rId381" Type="http://schemas.openxmlformats.org/officeDocument/2006/relationships/image" Target="../media/image459.png"/><Relationship Id="rId241" Type="http://schemas.openxmlformats.org/officeDocument/2006/relationships/customXml" Target="../ink/ink386.xml"/><Relationship Id="rId36" Type="http://schemas.openxmlformats.org/officeDocument/2006/relationships/image" Target="../media/image287.png"/><Relationship Id="rId283" Type="http://schemas.openxmlformats.org/officeDocument/2006/relationships/customXml" Target="../ink/ink407.xml"/><Relationship Id="rId339" Type="http://schemas.openxmlformats.org/officeDocument/2006/relationships/customXml" Target="../ink/ink435.xml"/><Relationship Id="rId78" Type="http://schemas.openxmlformats.org/officeDocument/2006/relationships/image" Target="../media/image308.png"/><Relationship Id="rId101" Type="http://schemas.openxmlformats.org/officeDocument/2006/relationships/customXml" Target="../ink/ink316.xml"/><Relationship Id="rId143" Type="http://schemas.openxmlformats.org/officeDocument/2006/relationships/customXml" Target="../ink/ink337.xml"/><Relationship Id="rId185" Type="http://schemas.openxmlformats.org/officeDocument/2006/relationships/customXml" Target="../ink/ink358.xml"/><Relationship Id="rId350" Type="http://schemas.openxmlformats.org/officeDocument/2006/relationships/image" Target="../media/image444.png"/><Relationship Id="rId406" Type="http://schemas.openxmlformats.org/officeDocument/2006/relationships/customXml" Target="../ink/ink469.xml"/><Relationship Id="rId9" Type="http://schemas.openxmlformats.org/officeDocument/2006/relationships/customXml" Target="../ink/ink270.xml"/><Relationship Id="rId210" Type="http://schemas.openxmlformats.org/officeDocument/2006/relationships/image" Target="../media/image374.png"/><Relationship Id="rId392" Type="http://schemas.openxmlformats.org/officeDocument/2006/relationships/customXml" Target="../ink/ink462.xml"/><Relationship Id="rId252" Type="http://schemas.openxmlformats.org/officeDocument/2006/relationships/image" Target="../media/image395.png"/><Relationship Id="rId294" Type="http://schemas.openxmlformats.org/officeDocument/2006/relationships/image" Target="../media/image416.png"/><Relationship Id="rId308" Type="http://schemas.openxmlformats.org/officeDocument/2006/relationships/image" Target="../media/image423.png"/><Relationship Id="rId47" Type="http://schemas.openxmlformats.org/officeDocument/2006/relationships/customXml" Target="../ink/ink289.xml"/><Relationship Id="rId89" Type="http://schemas.openxmlformats.org/officeDocument/2006/relationships/customXml" Target="../ink/ink310.xml"/><Relationship Id="rId112" Type="http://schemas.openxmlformats.org/officeDocument/2006/relationships/image" Target="../media/image325.png"/><Relationship Id="rId154" Type="http://schemas.openxmlformats.org/officeDocument/2006/relationships/image" Target="../media/image346.png"/><Relationship Id="rId361" Type="http://schemas.openxmlformats.org/officeDocument/2006/relationships/customXml" Target="../ink/ink446.xml"/><Relationship Id="rId196" Type="http://schemas.openxmlformats.org/officeDocument/2006/relationships/image" Target="../media/image367.png"/><Relationship Id="rId16" Type="http://schemas.openxmlformats.org/officeDocument/2006/relationships/image" Target="../media/image277.png"/><Relationship Id="rId221" Type="http://schemas.openxmlformats.org/officeDocument/2006/relationships/customXml" Target="../ink/ink376.xml"/><Relationship Id="rId263" Type="http://schemas.openxmlformats.org/officeDocument/2006/relationships/customXml" Target="../ink/ink397.xml"/><Relationship Id="rId319" Type="http://schemas.openxmlformats.org/officeDocument/2006/relationships/customXml" Target="../ink/ink425.xml"/><Relationship Id="rId58" Type="http://schemas.openxmlformats.org/officeDocument/2006/relationships/image" Target="../media/image298.png"/><Relationship Id="rId123" Type="http://schemas.openxmlformats.org/officeDocument/2006/relationships/customXml" Target="../ink/ink327.xml"/><Relationship Id="rId330" Type="http://schemas.openxmlformats.org/officeDocument/2006/relationships/image" Target="../media/image434.png"/><Relationship Id="rId165" Type="http://schemas.openxmlformats.org/officeDocument/2006/relationships/customXml" Target="../ink/ink348.xml"/><Relationship Id="rId372" Type="http://schemas.openxmlformats.org/officeDocument/2006/relationships/customXml" Target="../ink/ink452.xml"/><Relationship Id="rId232" Type="http://schemas.openxmlformats.org/officeDocument/2006/relationships/image" Target="../media/image385.png"/><Relationship Id="rId274" Type="http://schemas.openxmlformats.org/officeDocument/2006/relationships/image" Target="../media/image406.png"/><Relationship Id="rId27" Type="http://schemas.openxmlformats.org/officeDocument/2006/relationships/customXml" Target="../ink/ink279.xml"/><Relationship Id="rId69" Type="http://schemas.openxmlformats.org/officeDocument/2006/relationships/customXml" Target="../ink/ink300.xml"/><Relationship Id="rId134" Type="http://schemas.openxmlformats.org/officeDocument/2006/relationships/image" Target="../media/image336.png"/><Relationship Id="rId80" Type="http://schemas.openxmlformats.org/officeDocument/2006/relationships/image" Target="../media/image309.png"/><Relationship Id="rId155" Type="http://schemas.openxmlformats.org/officeDocument/2006/relationships/customXml" Target="../ink/ink343.xml"/><Relationship Id="rId176" Type="http://schemas.openxmlformats.org/officeDocument/2006/relationships/image" Target="../media/image357.png"/><Relationship Id="rId197" Type="http://schemas.openxmlformats.org/officeDocument/2006/relationships/customXml" Target="../ink/ink364.xml"/><Relationship Id="rId341" Type="http://schemas.openxmlformats.org/officeDocument/2006/relationships/customXml" Target="../ink/ink436.xml"/><Relationship Id="rId362" Type="http://schemas.openxmlformats.org/officeDocument/2006/relationships/image" Target="../media/image450.png"/><Relationship Id="rId383" Type="http://schemas.openxmlformats.org/officeDocument/2006/relationships/image" Target="../media/image460.png"/><Relationship Id="rId201" Type="http://schemas.openxmlformats.org/officeDocument/2006/relationships/customXml" Target="../ink/ink366.xml"/><Relationship Id="rId222" Type="http://schemas.openxmlformats.org/officeDocument/2006/relationships/image" Target="../media/image380.png"/><Relationship Id="rId243" Type="http://schemas.openxmlformats.org/officeDocument/2006/relationships/customXml" Target="../ink/ink387.xml"/><Relationship Id="rId264" Type="http://schemas.openxmlformats.org/officeDocument/2006/relationships/image" Target="../media/image401.png"/><Relationship Id="rId285" Type="http://schemas.openxmlformats.org/officeDocument/2006/relationships/customXml" Target="../ink/ink408.xml"/><Relationship Id="rId17" Type="http://schemas.openxmlformats.org/officeDocument/2006/relationships/customXml" Target="../ink/ink274.xml"/><Relationship Id="rId38" Type="http://schemas.openxmlformats.org/officeDocument/2006/relationships/image" Target="../media/image288.png"/><Relationship Id="rId59" Type="http://schemas.openxmlformats.org/officeDocument/2006/relationships/customXml" Target="../ink/ink295.xml"/><Relationship Id="rId103" Type="http://schemas.openxmlformats.org/officeDocument/2006/relationships/customXml" Target="../ink/ink317.xml"/><Relationship Id="rId124" Type="http://schemas.openxmlformats.org/officeDocument/2006/relationships/image" Target="../media/image331.png"/><Relationship Id="rId310" Type="http://schemas.openxmlformats.org/officeDocument/2006/relationships/image" Target="../media/image424.png"/><Relationship Id="rId70" Type="http://schemas.openxmlformats.org/officeDocument/2006/relationships/image" Target="../media/image304.png"/><Relationship Id="rId91" Type="http://schemas.openxmlformats.org/officeDocument/2006/relationships/customXml" Target="../ink/ink311.xml"/><Relationship Id="rId145" Type="http://schemas.openxmlformats.org/officeDocument/2006/relationships/customXml" Target="../ink/ink338.xml"/><Relationship Id="rId166" Type="http://schemas.openxmlformats.org/officeDocument/2006/relationships/image" Target="../media/image352.png"/><Relationship Id="rId187" Type="http://schemas.openxmlformats.org/officeDocument/2006/relationships/customXml" Target="../ink/ink359.xml"/><Relationship Id="rId331" Type="http://schemas.openxmlformats.org/officeDocument/2006/relationships/customXml" Target="../ink/ink431.xml"/><Relationship Id="rId352" Type="http://schemas.openxmlformats.org/officeDocument/2006/relationships/image" Target="../media/image445.png"/><Relationship Id="rId373" Type="http://schemas.openxmlformats.org/officeDocument/2006/relationships/image" Target="../media/image455.png"/><Relationship Id="rId394" Type="http://schemas.openxmlformats.org/officeDocument/2006/relationships/customXml" Target="../ink/ink463.xml"/><Relationship Id="rId408" Type="http://schemas.openxmlformats.org/officeDocument/2006/relationships/customXml" Target="../ink/ink47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75.png"/><Relationship Id="rId233" Type="http://schemas.openxmlformats.org/officeDocument/2006/relationships/customXml" Target="../ink/ink382.xml"/><Relationship Id="rId254" Type="http://schemas.openxmlformats.org/officeDocument/2006/relationships/image" Target="../media/image396.png"/><Relationship Id="rId28" Type="http://schemas.openxmlformats.org/officeDocument/2006/relationships/image" Target="../media/image283.png"/><Relationship Id="rId49" Type="http://schemas.openxmlformats.org/officeDocument/2006/relationships/customXml" Target="../ink/ink290.xml"/><Relationship Id="rId114" Type="http://schemas.openxmlformats.org/officeDocument/2006/relationships/image" Target="../media/image326.png"/><Relationship Id="rId275" Type="http://schemas.openxmlformats.org/officeDocument/2006/relationships/customXml" Target="../ink/ink403.xml"/><Relationship Id="rId296" Type="http://schemas.openxmlformats.org/officeDocument/2006/relationships/image" Target="../media/image417.png"/><Relationship Id="rId300" Type="http://schemas.openxmlformats.org/officeDocument/2006/relationships/image" Target="../media/image419.png"/><Relationship Id="rId60" Type="http://schemas.openxmlformats.org/officeDocument/2006/relationships/image" Target="../media/image299.png"/><Relationship Id="rId81" Type="http://schemas.openxmlformats.org/officeDocument/2006/relationships/customXml" Target="../ink/ink306.xml"/><Relationship Id="rId135" Type="http://schemas.openxmlformats.org/officeDocument/2006/relationships/customXml" Target="../ink/ink333.xml"/><Relationship Id="rId156" Type="http://schemas.openxmlformats.org/officeDocument/2006/relationships/image" Target="../media/image347.png"/><Relationship Id="rId177" Type="http://schemas.openxmlformats.org/officeDocument/2006/relationships/customXml" Target="../ink/ink354.xml"/><Relationship Id="rId198" Type="http://schemas.openxmlformats.org/officeDocument/2006/relationships/image" Target="../media/image368.png"/><Relationship Id="rId321" Type="http://schemas.openxmlformats.org/officeDocument/2006/relationships/customXml" Target="../ink/ink426.xml"/><Relationship Id="rId342" Type="http://schemas.openxmlformats.org/officeDocument/2006/relationships/image" Target="../media/image440.png"/><Relationship Id="rId363" Type="http://schemas.openxmlformats.org/officeDocument/2006/relationships/customXml" Target="../ink/ink447.xml"/><Relationship Id="rId384" Type="http://schemas.openxmlformats.org/officeDocument/2006/relationships/customXml" Target="../ink/ink458.xml"/><Relationship Id="rId202" Type="http://schemas.openxmlformats.org/officeDocument/2006/relationships/image" Target="../media/image370.png"/><Relationship Id="rId223" Type="http://schemas.openxmlformats.org/officeDocument/2006/relationships/customXml" Target="../ink/ink377.xml"/><Relationship Id="rId244" Type="http://schemas.openxmlformats.org/officeDocument/2006/relationships/image" Target="../media/image391.png"/><Relationship Id="rId18" Type="http://schemas.openxmlformats.org/officeDocument/2006/relationships/image" Target="../media/image278.png"/><Relationship Id="rId39" Type="http://schemas.openxmlformats.org/officeDocument/2006/relationships/customXml" Target="../ink/ink285.xml"/><Relationship Id="rId265" Type="http://schemas.openxmlformats.org/officeDocument/2006/relationships/customXml" Target="../ink/ink398.xml"/><Relationship Id="rId286" Type="http://schemas.openxmlformats.org/officeDocument/2006/relationships/image" Target="../media/image412.png"/><Relationship Id="rId50" Type="http://schemas.openxmlformats.org/officeDocument/2006/relationships/image" Target="../media/image294.png"/><Relationship Id="rId104" Type="http://schemas.openxmlformats.org/officeDocument/2006/relationships/image" Target="../media/image321.png"/><Relationship Id="rId125" Type="http://schemas.openxmlformats.org/officeDocument/2006/relationships/customXml" Target="../ink/ink328.xml"/><Relationship Id="rId146" Type="http://schemas.openxmlformats.org/officeDocument/2006/relationships/image" Target="../media/image342.png"/><Relationship Id="rId167" Type="http://schemas.openxmlformats.org/officeDocument/2006/relationships/customXml" Target="../ink/ink349.xml"/><Relationship Id="rId188" Type="http://schemas.openxmlformats.org/officeDocument/2006/relationships/image" Target="../media/image363.png"/><Relationship Id="rId311" Type="http://schemas.openxmlformats.org/officeDocument/2006/relationships/customXml" Target="../ink/ink421.xml"/><Relationship Id="rId332" Type="http://schemas.openxmlformats.org/officeDocument/2006/relationships/image" Target="../media/image435.png"/><Relationship Id="rId353" Type="http://schemas.openxmlformats.org/officeDocument/2006/relationships/customXml" Target="../ink/ink442.xml"/><Relationship Id="rId374" Type="http://schemas.openxmlformats.org/officeDocument/2006/relationships/customXml" Target="../ink/ink453.xml"/><Relationship Id="rId395" Type="http://schemas.openxmlformats.org/officeDocument/2006/relationships/image" Target="../media/image466.png"/><Relationship Id="rId409" Type="http://schemas.openxmlformats.org/officeDocument/2006/relationships/image" Target="../media/image473.png"/><Relationship Id="rId71" Type="http://schemas.openxmlformats.org/officeDocument/2006/relationships/customXml" Target="../ink/ink301.xml"/><Relationship Id="rId92" Type="http://schemas.openxmlformats.org/officeDocument/2006/relationships/image" Target="../media/image315.png"/><Relationship Id="rId213" Type="http://schemas.openxmlformats.org/officeDocument/2006/relationships/customXml" Target="../ink/ink372.xml"/><Relationship Id="rId234" Type="http://schemas.openxmlformats.org/officeDocument/2006/relationships/image" Target="../media/image386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80.xml"/><Relationship Id="rId255" Type="http://schemas.openxmlformats.org/officeDocument/2006/relationships/customXml" Target="../ink/ink393.xml"/><Relationship Id="rId276" Type="http://schemas.openxmlformats.org/officeDocument/2006/relationships/image" Target="../media/image407.png"/><Relationship Id="rId297" Type="http://schemas.openxmlformats.org/officeDocument/2006/relationships/customXml" Target="../ink/ink414.xml"/><Relationship Id="rId40" Type="http://schemas.openxmlformats.org/officeDocument/2006/relationships/image" Target="../media/image289.png"/><Relationship Id="rId115" Type="http://schemas.openxmlformats.org/officeDocument/2006/relationships/customXml" Target="../ink/ink323.xml"/><Relationship Id="rId136" Type="http://schemas.openxmlformats.org/officeDocument/2006/relationships/image" Target="../media/image337.png"/><Relationship Id="rId157" Type="http://schemas.openxmlformats.org/officeDocument/2006/relationships/customXml" Target="../ink/ink344.xml"/><Relationship Id="rId178" Type="http://schemas.openxmlformats.org/officeDocument/2006/relationships/image" Target="../media/image358.png"/><Relationship Id="rId301" Type="http://schemas.openxmlformats.org/officeDocument/2006/relationships/customXml" Target="../ink/ink416.xml"/><Relationship Id="rId322" Type="http://schemas.openxmlformats.org/officeDocument/2006/relationships/image" Target="../media/image430.png"/><Relationship Id="rId343" Type="http://schemas.openxmlformats.org/officeDocument/2006/relationships/customXml" Target="../ink/ink437.xml"/><Relationship Id="rId364" Type="http://schemas.openxmlformats.org/officeDocument/2006/relationships/image" Target="../media/image451.png"/><Relationship Id="rId61" Type="http://schemas.openxmlformats.org/officeDocument/2006/relationships/customXml" Target="../ink/ink296.xml"/><Relationship Id="rId82" Type="http://schemas.openxmlformats.org/officeDocument/2006/relationships/image" Target="../media/image310.png"/><Relationship Id="rId199" Type="http://schemas.openxmlformats.org/officeDocument/2006/relationships/customXml" Target="../ink/ink365.xml"/><Relationship Id="rId203" Type="http://schemas.openxmlformats.org/officeDocument/2006/relationships/customXml" Target="../ink/ink367.xml"/><Relationship Id="rId385" Type="http://schemas.openxmlformats.org/officeDocument/2006/relationships/image" Target="../media/image461.png"/><Relationship Id="rId19" Type="http://schemas.openxmlformats.org/officeDocument/2006/relationships/customXml" Target="../ink/ink275.xml"/><Relationship Id="rId224" Type="http://schemas.openxmlformats.org/officeDocument/2006/relationships/image" Target="../media/image381.png"/><Relationship Id="rId245" Type="http://schemas.openxmlformats.org/officeDocument/2006/relationships/customXml" Target="../ink/ink388.xml"/><Relationship Id="rId266" Type="http://schemas.openxmlformats.org/officeDocument/2006/relationships/image" Target="../media/image402.png"/><Relationship Id="rId287" Type="http://schemas.openxmlformats.org/officeDocument/2006/relationships/customXml" Target="../ink/ink409.xml"/><Relationship Id="rId410" Type="http://schemas.openxmlformats.org/officeDocument/2006/relationships/customXml" Target="../ink/ink471.xml"/><Relationship Id="rId30" Type="http://schemas.openxmlformats.org/officeDocument/2006/relationships/image" Target="../media/image284.png"/><Relationship Id="rId105" Type="http://schemas.openxmlformats.org/officeDocument/2006/relationships/customXml" Target="../ink/ink318.xml"/><Relationship Id="rId126" Type="http://schemas.openxmlformats.org/officeDocument/2006/relationships/image" Target="../media/image332.png"/><Relationship Id="rId147" Type="http://schemas.openxmlformats.org/officeDocument/2006/relationships/customXml" Target="../ink/ink339.xml"/><Relationship Id="rId168" Type="http://schemas.openxmlformats.org/officeDocument/2006/relationships/image" Target="../media/image353.png"/><Relationship Id="rId312" Type="http://schemas.openxmlformats.org/officeDocument/2006/relationships/image" Target="../media/image425.png"/><Relationship Id="rId333" Type="http://schemas.openxmlformats.org/officeDocument/2006/relationships/customXml" Target="../ink/ink432.xml"/><Relationship Id="rId354" Type="http://schemas.openxmlformats.org/officeDocument/2006/relationships/image" Target="../media/image446.png"/><Relationship Id="rId51" Type="http://schemas.openxmlformats.org/officeDocument/2006/relationships/customXml" Target="../ink/ink291.xml"/><Relationship Id="rId72" Type="http://schemas.openxmlformats.org/officeDocument/2006/relationships/image" Target="../media/image305.png"/><Relationship Id="rId93" Type="http://schemas.openxmlformats.org/officeDocument/2006/relationships/customXml" Target="../ink/ink312.xml"/><Relationship Id="rId189" Type="http://schemas.openxmlformats.org/officeDocument/2006/relationships/customXml" Target="../ink/ink360.xml"/><Relationship Id="rId375" Type="http://schemas.openxmlformats.org/officeDocument/2006/relationships/image" Target="../media/image456.png"/><Relationship Id="rId396" Type="http://schemas.openxmlformats.org/officeDocument/2006/relationships/customXml" Target="../ink/ink464.xml"/><Relationship Id="rId3" Type="http://schemas.openxmlformats.org/officeDocument/2006/relationships/image" Target="../media/image3.svg"/><Relationship Id="rId214" Type="http://schemas.openxmlformats.org/officeDocument/2006/relationships/image" Target="../media/image376.png"/><Relationship Id="rId235" Type="http://schemas.openxmlformats.org/officeDocument/2006/relationships/customXml" Target="../ink/ink383.xml"/><Relationship Id="rId256" Type="http://schemas.openxmlformats.org/officeDocument/2006/relationships/image" Target="../media/image397.png"/><Relationship Id="rId277" Type="http://schemas.openxmlformats.org/officeDocument/2006/relationships/customXml" Target="../ink/ink404.xml"/><Relationship Id="rId298" Type="http://schemas.openxmlformats.org/officeDocument/2006/relationships/image" Target="../media/image418.png"/><Relationship Id="rId400" Type="http://schemas.openxmlformats.org/officeDocument/2006/relationships/customXml" Target="../ink/ink466.xml"/><Relationship Id="rId116" Type="http://schemas.openxmlformats.org/officeDocument/2006/relationships/image" Target="../media/image327.png"/><Relationship Id="rId137" Type="http://schemas.openxmlformats.org/officeDocument/2006/relationships/customXml" Target="../ink/ink334.xml"/><Relationship Id="rId158" Type="http://schemas.openxmlformats.org/officeDocument/2006/relationships/image" Target="../media/image348.png"/><Relationship Id="rId302" Type="http://schemas.openxmlformats.org/officeDocument/2006/relationships/image" Target="../media/image420.png"/><Relationship Id="rId323" Type="http://schemas.openxmlformats.org/officeDocument/2006/relationships/customXml" Target="../ink/ink427.xml"/><Relationship Id="rId344" Type="http://schemas.openxmlformats.org/officeDocument/2006/relationships/image" Target="../media/image441.png"/><Relationship Id="rId20" Type="http://schemas.openxmlformats.org/officeDocument/2006/relationships/image" Target="../media/image279.png"/><Relationship Id="rId41" Type="http://schemas.openxmlformats.org/officeDocument/2006/relationships/customXml" Target="../ink/ink286.xml"/><Relationship Id="rId62" Type="http://schemas.openxmlformats.org/officeDocument/2006/relationships/image" Target="../media/image300.png"/><Relationship Id="rId83" Type="http://schemas.openxmlformats.org/officeDocument/2006/relationships/customXml" Target="../ink/ink307.xml"/><Relationship Id="rId179" Type="http://schemas.openxmlformats.org/officeDocument/2006/relationships/customXml" Target="../ink/ink355.xml"/><Relationship Id="rId365" Type="http://schemas.openxmlformats.org/officeDocument/2006/relationships/customXml" Target="../ink/ink448.xml"/><Relationship Id="rId386" Type="http://schemas.openxmlformats.org/officeDocument/2006/relationships/customXml" Target="../ink/ink459.xml"/><Relationship Id="rId190" Type="http://schemas.openxmlformats.org/officeDocument/2006/relationships/image" Target="../media/image364.png"/><Relationship Id="rId204" Type="http://schemas.openxmlformats.org/officeDocument/2006/relationships/image" Target="../media/image371.png"/><Relationship Id="rId225" Type="http://schemas.openxmlformats.org/officeDocument/2006/relationships/customXml" Target="../ink/ink378.xml"/><Relationship Id="rId246" Type="http://schemas.openxmlformats.org/officeDocument/2006/relationships/image" Target="../media/image392.png"/><Relationship Id="rId267" Type="http://schemas.openxmlformats.org/officeDocument/2006/relationships/customXml" Target="../ink/ink399.xml"/><Relationship Id="rId288" Type="http://schemas.openxmlformats.org/officeDocument/2006/relationships/image" Target="../media/image413.png"/><Relationship Id="rId411" Type="http://schemas.openxmlformats.org/officeDocument/2006/relationships/image" Target="../media/image474.png"/><Relationship Id="rId106" Type="http://schemas.openxmlformats.org/officeDocument/2006/relationships/image" Target="../media/image322.png"/><Relationship Id="rId127" Type="http://schemas.openxmlformats.org/officeDocument/2006/relationships/customXml" Target="../ink/ink329.xml"/><Relationship Id="rId313" Type="http://schemas.openxmlformats.org/officeDocument/2006/relationships/customXml" Target="../ink/ink422.xml"/><Relationship Id="rId10" Type="http://schemas.openxmlformats.org/officeDocument/2006/relationships/image" Target="../media/image274.png"/><Relationship Id="rId31" Type="http://schemas.openxmlformats.org/officeDocument/2006/relationships/customXml" Target="../ink/ink281.xml"/><Relationship Id="rId52" Type="http://schemas.openxmlformats.org/officeDocument/2006/relationships/image" Target="../media/image295.png"/><Relationship Id="rId73" Type="http://schemas.openxmlformats.org/officeDocument/2006/relationships/customXml" Target="../ink/ink302.xml"/><Relationship Id="rId94" Type="http://schemas.openxmlformats.org/officeDocument/2006/relationships/image" Target="../media/image316.png"/><Relationship Id="rId148" Type="http://schemas.openxmlformats.org/officeDocument/2006/relationships/image" Target="../media/image343.png"/><Relationship Id="rId169" Type="http://schemas.openxmlformats.org/officeDocument/2006/relationships/customXml" Target="../ink/ink350.xml"/><Relationship Id="rId334" Type="http://schemas.openxmlformats.org/officeDocument/2006/relationships/image" Target="../media/image436.png"/><Relationship Id="rId355" Type="http://schemas.openxmlformats.org/officeDocument/2006/relationships/customXml" Target="../ink/ink443.xml"/><Relationship Id="rId376" Type="http://schemas.openxmlformats.org/officeDocument/2006/relationships/customXml" Target="../ink/ink454.xml"/><Relationship Id="rId397" Type="http://schemas.openxmlformats.org/officeDocument/2006/relationships/image" Target="../media/image467.png"/><Relationship Id="rId4" Type="http://schemas.openxmlformats.org/officeDocument/2006/relationships/image" Target="../media/image4.svg"/><Relationship Id="rId180" Type="http://schemas.openxmlformats.org/officeDocument/2006/relationships/image" Target="../media/image359.png"/><Relationship Id="rId215" Type="http://schemas.openxmlformats.org/officeDocument/2006/relationships/customXml" Target="../ink/ink373.xml"/><Relationship Id="rId236" Type="http://schemas.openxmlformats.org/officeDocument/2006/relationships/image" Target="../media/image387.png"/><Relationship Id="rId257" Type="http://schemas.openxmlformats.org/officeDocument/2006/relationships/customXml" Target="../ink/ink394.xml"/><Relationship Id="rId278" Type="http://schemas.openxmlformats.org/officeDocument/2006/relationships/image" Target="../media/image408.png"/><Relationship Id="rId401" Type="http://schemas.openxmlformats.org/officeDocument/2006/relationships/image" Target="../media/image469.png"/><Relationship Id="rId303" Type="http://schemas.openxmlformats.org/officeDocument/2006/relationships/customXml" Target="../ink/ink417.xml"/><Relationship Id="rId42" Type="http://schemas.openxmlformats.org/officeDocument/2006/relationships/image" Target="../media/image290.png"/><Relationship Id="rId84" Type="http://schemas.openxmlformats.org/officeDocument/2006/relationships/image" Target="../media/image311.png"/><Relationship Id="rId138" Type="http://schemas.openxmlformats.org/officeDocument/2006/relationships/image" Target="../media/image338.png"/><Relationship Id="rId345" Type="http://schemas.openxmlformats.org/officeDocument/2006/relationships/customXml" Target="../ink/ink438.xml"/><Relationship Id="rId387" Type="http://schemas.openxmlformats.org/officeDocument/2006/relationships/image" Target="../media/image462.png"/><Relationship Id="rId191" Type="http://schemas.openxmlformats.org/officeDocument/2006/relationships/customXml" Target="../ink/ink361.xml"/><Relationship Id="rId205" Type="http://schemas.openxmlformats.org/officeDocument/2006/relationships/customXml" Target="../ink/ink368.xml"/><Relationship Id="rId247" Type="http://schemas.openxmlformats.org/officeDocument/2006/relationships/customXml" Target="../ink/ink389.xml"/><Relationship Id="rId412" Type="http://schemas.openxmlformats.org/officeDocument/2006/relationships/customXml" Target="../ink/ink472.xml"/><Relationship Id="rId107" Type="http://schemas.openxmlformats.org/officeDocument/2006/relationships/customXml" Target="../ink/ink319.xml"/><Relationship Id="rId289" Type="http://schemas.openxmlformats.org/officeDocument/2006/relationships/customXml" Target="../ink/ink410.xml"/><Relationship Id="rId11" Type="http://schemas.openxmlformats.org/officeDocument/2006/relationships/customXml" Target="../ink/ink271.xml"/><Relationship Id="rId53" Type="http://schemas.openxmlformats.org/officeDocument/2006/relationships/customXml" Target="../ink/ink292.xml"/><Relationship Id="rId149" Type="http://schemas.openxmlformats.org/officeDocument/2006/relationships/customXml" Target="../ink/ink340.xml"/><Relationship Id="rId314" Type="http://schemas.openxmlformats.org/officeDocument/2006/relationships/image" Target="../media/image426.png"/><Relationship Id="rId356" Type="http://schemas.openxmlformats.org/officeDocument/2006/relationships/image" Target="../media/image447.png"/><Relationship Id="rId398" Type="http://schemas.openxmlformats.org/officeDocument/2006/relationships/customXml" Target="../ink/ink465.xml"/><Relationship Id="rId95" Type="http://schemas.openxmlformats.org/officeDocument/2006/relationships/customXml" Target="../ink/ink313.xml"/><Relationship Id="rId160" Type="http://schemas.openxmlformats.org/officeDocument/2006/relationships/image" Target="../media/image349.png"/><Relationship Id="rId216" Type="http://schemas.openxmlformats.org/officeDocument/2006/relationships/image" Target="../media/image377.png"/><Relationship Id="rId258" Type="http://schemas.openxmlformats.org/officeDocument/2006/relationships/image" Target="../media/image398.png"/><Relationship Id="rId22" Type="http://schemas.openxmlformats.org/officeDocument/2006/relationships/image" Target="../media/image280.png"/><Relationship Id="rId64" Type="http://schemas.openxmlformats.org/officeDocument/2006/relationships/image" Target="../media/image301.png"/><Relationship Id="rId118" Type="http://schemas.openxmlformats.org/officeDocument/2006/relationships/image" Target="../media/image328.png"/><Relationship Id="rId325" Type="http://schemas.openxmlformats.org/officeDocument/2006/relationships/customXml" Target="../ink/ink428.xml"/><Relationship Id="rId367" Type="http://schemas.openxmlformats.org/officeDocument/2006/relationships/customXml" Target="../ink/ink449.xml"/><Relationship Id="rId171" Type="http://schemas.openxmlformats.org/officeDocument/2006/relationships/customXml" Target="../ink/ink351.xml"/><Relationship Id="rId227" Type="http://schemas.openxmlformats.org/officeDocument/2006/relationships/customXml" Target="../ink/ink379.xml"/><Relationship Id="rId269" Type="http://schemas.openxmlformats.org/officeDocument/2006/relationships/customXml" Target="../ink/ink400.xml"/><Relationship Id="rId33" Type="http://schemas.openxmlformats.org/officeDocument/2006/relationships/customXml" Target="../ink/ink282.xml"/><Relationship Id="rId129" Type="http://schemas.openxmlformats.org/officeDocument/2006/relationships/customXml" Target="../ink/ink330.xml"/><Relationship Id="rId280" Type="http://schemas.openxmlformats.org/officeDocument/2006/relationships/image" Target="../media/image409.png"/><Relationship Id="rId336" Type="http://schemas.openxmlformats.org/officeDocument/2006/relationships/image" Target="../media/image437.png"/><Relationship Id="rId75" Type="http://schemas.openxmlformats.org/officeDocument/2006/relationships/customXml" Target="../ink/ink303.xml"/><Relationship Id="rId140" Type="http://schemas.openxmlformats.org/officeDocument/2006/relationships/image" Target="../media/image339.png"/><Relationship Id="rId182" Type="http://schemas.openxmlformats.org/officeDocument/2006/relationships/image" Target="../media/image360.png"/><Relationship Id="rId378" Type="http://schemas.openxmlformats.org/officeDocument/2006/relationships/customXml" Target="../ink/ink455.xml"/><Relationship Id="rId403" Type="http://schemas.openxmlformats.org/officeDocument/2006/relationships/image" Target="../media/image470.png"/><Relationship Id="rId6" Type="http://schemas.openxmlformats.org/officeDocument/2006/relationships/image" Target="../media/image272.png"/><Relationship Id="rId238" Type="http://schemas.openxmlformats.org/officeDocument/2006/relationships/image" Target="../media/image388.png"/><Relationship Id="rId291" Type="http://schemas.openxmlformats.org/officeDocument/2006/relationships/customXml" Target="../ink/ink411.xml"/><Relationship Id="rId305" Type="http://schemas.openxmlformats.org/officeDocument/2006/relationships/customXml" Target="../ink/ink418.xml"/><Relationship Id="rId347" Type="http://schemas.openxmlformats.org/officeDocument/2006/relationships/customXml" Target="../ink/ink439.xml"/><Relationship Id="rId44" Type="http://schemas.openxmlformats.org/officeDocument/2006/relationships/image" Target="../media/image291.png"/><Relationship Id="rId86" Type="http://schemas.openxmlformats.org/officeDocument/2006/relationships/image" Target="../media/image312.png"/><Relationship Id="rId151" Type="http://schemas.openxmlformats.org/officeDocument/2006/relationships/customXml" Target="../ink/ink341.xml"/><Relationship Id="rId389" Type="http://schemas.openxmlformats.org/officeDocument/2006/relationships/image" Target="../media/image463.png"/><Relationship Id="rId193" Type="http://schemas.openxmlformats.org/officeDocument/2006/relationships/customXml" Target="../ink/ink362.xml"/><Relationship Id="rId207" Type="http://schemas.openxmlformats.org/officeDocument/2006/relationships/customXml" Target="../ink/ink369.xml"/><Relationship Id="rId249" Type="http://schemas.openxmlformats.org/officeDocument/2006/relationships/customXml" Target="../ink/ink390.xml"/><Relationship Id="rId13" Type="http://schemas.openxmlformats.org/officeDocument/2006/relationships/customXml" Target="../ink/ink272.xml"/><Relationship Id="rId109" Type="http://schemas.openxmlformats.org/officeDocument/2006/relationships/customXml" Target="../ink/ink320.xml"/><Relationship Id="rId260" Type="http://schemas.openxmlformats.org/officeDocument/2006/relationships/image" Target="../media/image399.png"/><Relationship Id="rId316" Type="http://schemas.openxmlformats.org/officeDocument/2006/relationships/image" Target="../media/image427.png"/><Relationship Id="rId55" Type="http://schemas.openxmlformats.org/officeDocument/2006/relationships/customXml" Target="../ink/ink293.xml"/><Relationship Id="rId97" Type="http://schemas.openxmlformats.org/officeDocument/2006/relationships/customXml" Target="../ink/ink314.xml"/><Relationship Id="rId120" Type="http://schemas.openxmlformats.org/officeDocument/2006/relationships/image" Target="../media/image329.png"/><Relationship Id="rId358" Type="http://schemas.openxmlformats.org/officeDocument/2006/relationships/image" Target="../media/image448.png"/><Relationship Id="rId162" Type="http://schemas.openxmlformats.org/officeDocument/2006/relationships/image" Target="../media/image350.png"/><Relationship Id="rId218" Type="http://schemas.openxmlformats.org/officeDocument/2006/relationships/image" Target="../media/image378.png"/><Relationship Id="rId271" Type="http://schemas.openxmlformats.org/officeDocument/2006/relationships/customXml" Target="../ink/ink401.xml"/><Relationship Id="rId24" Type="http://schemas.openxmlformats.org/officeDocument/2006/relationships/image" Target="../media/image281.png"/><Relationship Id="rId66" Type="http://schemas.openxmlformats.org/officeDocument/2006/relationships/image" Target="../media/image302.png"/><Relationship Id="rId131" Type="http://schemas.openxmlformats.org/officeDocument/2006/relationships/customXml" Target="../ink/ink331.xml"/><Relationship Id="rId327" Type="http://schemas.openxmlformats.org/officeDocument/2006/relationships/customXml" Target="../ink/ink429.xml"/><Relationship Id="rId369" Type="http://schemas.openxmlformats.org/officeDocument/2006/relationships/customXml" Target="../ink/ink450.xml"/><Relationship Id="rId173" Type="http://schemas.openxmlformats.org/officeDocument/2006/relationships/customXml" Target="../ink/ink352.xml"/><Relationship Id="rId229" Type="http://schemas.openxmlformats.org/officeDocument/2006/relationships/customXml" Target="../ink/ink380.xml"/><Relationship Id="rId380" Type="http://schemas.openxmlformats.org/officeDocument/2006/relationships/customXml" Target="../ink/ink456.xml"/><Relationship Id="rId240" Type="http://schemas.openxmlformats.org/officeDocument/2006/relationships/image" Target="../media/image389.png"/><Relationship Id="rId35" Type="http://schemas.openxmlformats.org/officeDocument/2006/relationships/customXml" Target="../ink/ink283.xml"/><Relationship Id="rId77" Type="http://schemas.openxmlformats.org/officeDocument/2006/relationships/customXml" Target="../ink/ink304.xml"/><Relationship Id="rId100" Type="http://schemas.openxmlformats.org/officeDocument/2006/relationships/image" Target="../media/image319.png"/><Relationship Id="rId282" Type="http://schemas.openxmlformats.org/officeDocument/2006/relationships/image" Target="../media/image410.png"/><Relationship Id="rId338" Type="http://schemas.openxmlformats.org/officeDocument/2006/relationships/image" Target="../media/image438.png"/><Relationship Id="rId8" Type="http://schemas.openxmlformats.org/officeDocument/2006/relationships/image" Target="../media/image273.png"/><Relationship Id="rId142" Type="http://schemas.openxmlformats.org/officeDocument/2006/relationships/image" Target="../media/image340.png"/><Relationship Id="rId184" Type="http://schemas.openxmlformats.org/officeDocument/2006/relationships/image" Target="../media/image361.png"/><Relationship Id="rId391" Type="http://schemas.openxmlformats.org/officeDocument/2006/relationships/image" Target="../media/image464.png"/><Relationship Id="rId405" Type="http://schemas.openxmlformats.org/officeDocument/2006/relationships/image" Target="../media/image471.png"/><Relationship Id="rId251" Type="http://schemas.openxmlformats.org/officeDocument/2006/relationships/customXml" Target="../ink/ink391.xml"/><Relationship Id="rId46" Type="http://schemas.openxmlformats.org/officeDocument/2006/relationships/image" Target="../media/image292.png"/><Relationship Id="rId293" Type="http://schemas.openxmlformats.org/officeDocument/2006/relationships/customXml" Target="../ink/ink412.xml"/><Relationship Id="rId307" Type="http://schemas.openxmlformats.org/officeDocument/2006/relationships/customXml" Target="../ink/ink419.xml"/><Relationship Id="rId349" Type="http://schemas.openxmlformats.org/officeDocument/2006/relationships/customXml" Target="../ink/ink440.xml"/><Relationship Id="rId88" Type="http://schemas.openxmlformats.org/officeDocument/2006/relationships/image" Target="../media/image313.png"/><Relationship Id="rId111" Type="http://schemas.openxmlformats.org/officeDocument/2006/relationships/customXml" Target="../ink/ink321.xml"/><Relationship Id="rId153" Type="http://schemas.openxmlformats.org/officeDocument/2006/relationships/customXml" Target="../ink/ink342.xml"/><Relationship Id="rId195" Type="http://schemas.openxmlformats.org/officeDocument/2006/relationships/customXml" Target="../ink/ink363.xml"/><Relationship Id="rId209" Type="http://schemas.openxmlformats.org/officeDocument/2006/relationships/customXml" Target="../ink/ink370.xml"/><Relationship Id="rId360" Type="http://schemas.openxmlformats.org/officeDocument/2006/relationships/image" Target="../media/image449.png"/><Relationship Id="rId220" Type="http://schemas.openxmlformats.org/officeDocument/2006/relationships/image" Target="../media/image379.png"/><Relationship Id="rId15" Type="http://schemas.openxmlformats.org/officeDocument/2006/relationships/customXml" Target="../ink/ink273.xml"/><Relationship Id="rId57" Type="http://schemas.openxmlformats.org/officeDocument/2006/relationships/customXml" Target="../ink/ink294.xml"/><Relationship Id="rId262" Type="http://schemas.openxmlformats.org/officeDocument/2006/relationships/image" Target="../media/image400.png"/><Relationship Id="rId318" Type="http://schemas.openxmlformats.org/officeDocument/2006/relationships/image" Target="../media/image428.png"/><Relationship Id="rId99" Type="http://schemas.openxmlformats.org/officeDocument/2006/relationships/customXml" Target="../ink/ink315.xml"/><Relationship Id="rId122" Type="http://schemas.openxmlformats.org/officeDocument/2006/relationships/image" Target="../media/image330.png"/><Relationship Id="rId164" Type="http://schemas.openxmlformats.org/officeDocument/2006/relationships/image" Target="../media/image351.png"/><Relationship Id="rId371" Type="http://schemas.openxmlformats.org/officeDocument/2006/relationships/image" Target="../media/image454.png"/><Relationship Id="rId26" Type="http://schemas.openxmlformats.org/officeDocument/2006/relationships/image" Target="../media/image282.png"/><Relationship Id="rId231" Type="http://schemas.openxmlformats.org/officeDocument/2006/relationships/customXml" Target="../ink/ink381.xml"/><Relationship Id="rId273" Type="http://schemas.openxmlformats.org/officeDocument/2006/relationships/customXml" Target="../ink/ink402.xml"/><Relationship Id="rId329" Type="http://schemas.openxmlformats.org/officeDocument/2006/relationships/customXml" Target="../ink/ink430.xml"/><Relationship Id="rId68" Type="http://schemas.openxmlformats.org/officeDocument/2006/relationships/image" Target="../media/image303.png"/><Relationship Id="rId133" Type="http://schemas.openxmlformats.org/officeDocument/2006/relationships/customXml" Target="../ink/ink332.xml"/><Relationship Id="rId175" Type="http://schemas.openxmlformats.org/officeDocument/2006/relationships/customXml" Target="../ink/ink353.xml"/><Relationship Id="rId340" Type="http://schemas.openxmlformats.org/officeDocument/2006/relationships/image" Target="../media/image439.png"/><Relationship Id="rId200" Type="http://schemas.openxmlformats.org/officeDocument/2006/relationships/image" Target="../media/image369.png"/><Relationship Id="rId382" Type="http://schemas.openxmlformats.org/officeDocument/2006/relationships/customXml" Target="../ink/ink457.xml"/><Relationship Id="rId242" Type="http://schemas.openxmlformats.org/officeDocument/2006/relationships/image" Target="../media/image390.png"/><Relationship Id="rId284" Type="http://schemas.openxmlformats.org/officeDocument/2006/relationships/image" Target="../media/image411.png"/><Relationship Id="rId37" Type="http://schemas.openxmlformats.org/officeDocument/2006/relationships/customXml" Target="../ink/ink284.xml"/><Relationship Id="rId79" Type="http://schemas.openxmlformats.org/officeDocument/2006/relationships/customXml" Target="../ink/ink305.xml"/><Relationship Id="rId102" Type="http://schemas.openxmlformats.org/officeDocument/2006/relationships/image" Target="../media/image320.png"/><Relationship Id="rId144" Type="http://schemas.openxmlformats.org/officeDocument/2006/relationships/image" Target="../media/image341.png"/><Relationship Id="rId90" Type="http://schemas.openxmlformats.org/officeDocument/2006/relationships/image" Target="../media/image314.png"/><Relationship Id="rId186" Type="http://schemas.openxmlformats.org/officeDocument/2006/relationships/image" Target="../media/image362.png"/><Relationship Id="rId351" Type="http://schemas.openxmlformats.org/officeDocument/2006/relationships/customXml" Target="../ink/ink441.xml"/><Relationship Id="rId393" Type="http://schemas.openxmlformats.org/officeDocument/2006/relationships/image" Target="../media/image465.png"/><Relationship Id="rId407" Type="http://schemas.openxmlformats.org/officeDocument/2006/relationships/image" Target="../media/image472.png"/><Relationship Id="rId211" Type="http://schemas.openxmlformats.org/officeDocument/2006/relationships/customXml" Target="../ink/ink371.xml"/><Relationship Id="rId253" Type="http://schemas.openxmlformats.org/officeDocument/2006/relationships/customXml" Target="../ink/ink392.xml"/><Relationship Id="rId295" Type="http://schemas.openxmlformats.org/officeDocument/2006/relationships/customXml" Target="../ink/ink413.xml"/><Relationship Id="rId309" Type="http://schemas.openxmlformats.org/officeDocument/2006/relationships/customXml" Target="../ink/ink420.xml"/><Relationship Id="rId48" Type="http://schemas.openxmlformats.org/officeDocument/2006/relationships/image" Target="../media/image293.png"/><Relationship Id="rId113" Type="http://schemas.openxmlformats.org/officeDocument/2006/relationships/customXml" Target="../ink/ink322.xml"/><Relationship Id="rId320" Type="http://schemas.openxmlformats.org/officeDocument/2006/relationships/image" Target="../media/image42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3.png"/><Relationship Id="rId21" Type="http://schemas.openxmlformats.org/officeDocument/2006/relationships/image" Target="../media/image485.png"/><Relationship Id="rId42" Type="http://schemas.openxmlformats.org/officeDocument/2006/relationships/customXml" Target="../ink/ink493.xml"/><Relationship Id="rId63" Type="http://schemas.openxmlformats.org/officeDocument/2006/relationships/image" Target="../media/image506.png"/><Relationship Id="rId84" Type="http://schemas.openxmlformats.org/officeDocument/2006/relationships/customXml" Target="../ink/ink514.xml"/><Relationship Id="rId138" Type="http://schemas.openxmlformats.org/officeDocument/2006/relationships/customXml" Target="../ink/ink541.xml"/><Relationship Id="rId159" Type="http://schemas.openxmlformats.org/officeDocument/2006/relationships/image" Target="../media/image554.png"/><Relationship Id="rId170" Type="http://schemas.openxmlformats.org/officeDocument/2006/relationships/customXml" Target="../ink/ink557.xml"/><Relationship Id="rId191" Type="http://schemas.openxmlformats.org/officeDocument/2006/relationships/image" Target="../media/image570.png"/><Relationship Id="rId205" Type="http://schemas.openxmlformats.org/officeDocument/2006/relationships/image" Target="../media/image577.png"/><Relationship Id="rId107" Type="http://schemas.openxmlformats.org/officeDocument/2006/relationships/image" Target="../media/image528.png"/><Relationship Id="rId11" Type="http://schemas.openxmlformats.org/officeDocument/2006/relationships/image" Target="../media/image480.png"/><Relationship Id="rId32" Type="http://schemas.openxmlformats.org/officeDocument/2006/relationships/customXml" Target="../ink/ink488.xml"/><Relationship Id="rId53" Type="http://schemas.openxmlformats.org/officeDocument/2006/relationships/image" Target="../media/image501.png"/><Relationship Id="rId74" Type="http://schemas.openxmlformats.org/officeDocument/2006/relationships/customXml" Target="../ink/ink509.xml"/><Relationship Id="rId128" Type="http://schemas.openxmlformats.org/officeDocument/2006/relationships/customXml" Target="../ink/ink536.xml"/><Relationship Id="rId149" Type="http://schemas.openxmlformats.org/officeDocument/2006/relationships/image" Target="../media/image549.png"/><Relationship Id="rId5" Type="http://schemas.openxmlformats.org/officeDocument/2006/relationships/image" Target="../media/image477.png"/><Relationship Id="rId95" Type="http://schemas.openxmlformats.org/officeDocument/2006/relationships/image" Target="../media/image522.png"/><Relationship Id="rId160" Type="http://schemas.openxmlformats.org/officeDocument/2006/relationships/customXml" Target="../ink/ink552.xml"/><Relationship Id="rId181" Type="http://schemas.openxmlformats.org/officeDocument/2006/relationships/image" Target="../media/image565.png"/><Relationship Id="rId22" Type="http://schemas.openxmlformats.org/officeDocument/2006/relationships/customXml" Target="../ink/ink483.xml"/><Relationship Id="rId43" Type="http://schemas.openxmlformats.org/officeDocument/2006/relationships/image" Target="../media/image496.png"/><Relationship Id="rId64" Type="http://schemas.openxmlformats.org/officeDocument/2006/relationships/customXml" Target="../ink/ink504.xml"/><Relationship Id="rId118" Type="http://schemas.openxmlformats.org/officeDocument/2006/relationships/customXml" Target="../ink/ink531.xml"/><Relationship Id="rId139" Type="http://schemas.openxmlformats.org/officeDocument/2006/relationships/image" Target="../media/image544.png"/><Relationship Id="rId85" Type="http://schemas.openxmlformats.org/officeDocument/2006/relationships/image" Target="../media/image517.png"/><Relationship Id="rId150" Type="http://schemas.openxmlformats.org/officeDocument/2006/relationships/customXml" Target="../ink/ink547.xml"/><Relationship Id="rId171" Type="http://schemas.openxmlformats.org/officeDocument/2006/relationships/image" Target="../media/image560.png"/><Relationship Id="rId192" Type="http://schemas.openxmlformats.org/officeDocument/2006/relationships/customXml" Target="../ink/ink568.xml"/><Relationship Id="rId206" Type="http://schemas.openxmlformats.org/officeDocument/2006/relationships/customXml" Target="../ink/ink575.xml"/><Relationship Id="rId12" Type="http://schemas.openxmlformats.org/officeDocument/2006/relationships/customXml" Target="../ink/ink478.xml"/><Relationship Id="rId33" Type="http://schemas.openxmlformats.org/officeDocument/2006/relationships/image" Target="../media/image491.png"/><Relationship Id="rId108" Type="http://schemas.openxmlformats.org/officeDocument/2006/relationships/customXml" Target="../ink/ink526.xml"/><Relationship Id="rId129" Type="http://schemas.openxmlformats.org/officeDocument/2006/relationships/image" Target="../media/image539.png"/><Relationship Id="rId54" Type="http://schemas.openxmlformats.org/officeDocument/2006/relationships/customXml" Target="../ink/ink499.xml"/><Relationship Id="rId75" Type="http://schemas.openxmlformats.org/officeDocument/2006/relationships/image" Target="../media/image512.png"/><Relationship Id="rId96" Type="http://schemas.openxmlformats.org/officeDocument/2006/relationships/customXml" Target="../ink/ink520.xml"/><Relationship Id="rId140" Type="http://schemas.openxmlformats.org/officeDocument/2006/relationships/customXml" Target="../ink/ink542.xml"/><Relationship Id="rId161" Type="http://schemas.openxmlformats.org/officeDocument/2006/relationships/image" Target="../media/image555.png"/><Relationship Id="rId182" Type="http://schemas.openxmlformats.org/officeDocument/2006/relationships/customXml" Target="../ink/ink563.xml"/><Relationship Id="rId6" Type="http://schemas.openxmlformats.org/officeDocument/2006/relationships/customXml" Target="../ink/ink475.xml"/><Relationship Id="rId23" Type="http://schemas.openxmlformats.org/officeDocument/2006/relationships/image" Target="../media/image486.png"/><Relationship Id="rId119" Type="http://schemas.openxmlformats.org/officeDocument/2006/relationships/image" Target="../media/image534.png"/><Relationship Id="rId44" Type="http://schemas.openxmlformats.org/officeDocument/2006/relationships/customXml" Target="../ink/ink494.xml"/><Relationship Id="rId65" Type="http://schemas.openxmlformats.org/officeDocument/2006/relationships/image" Target="../media/image507.png"/><Relationship Id="rId86" Type="http://schemas.openxmlformats.org/officeDocument/2006/relationships/customXml" Target="../ink/ink515.xml"/><Relationship Id="rId130" Type="http://schemas.openxmlformats.org/officeDocument/2006/relationships/customXml" Target="../ink/ink537.xml"/><Relationship Id="rId151" Type="http://schemas.openxmlformats.org/officeDocument/2006/relationships/image" Target="../media/image550.png"/><Relationship Id="rId172" Type="http://schemas.openxmlformats.org/officeDocument/2006/relationships/customXml" Target="../ink/ink558.xml"/><Relationship Id="rId193" Type="http://schemas.openxmlformats.org/officeDocument/2006/relationships/image" Target="../media/image571.png"/><Relationship Id="rId207" Type="http://schemas.openxmlformats.org/officeDocument/2006/relationships/image" Target="../media/image578.png"/><Relationship Id="rId13" Type="http://schemas.openxmlformats.org/officeDocument/2006/relationships/image" Target="../media/image481.png"/><Relationship Id="rId109" Type="http://schemas.openxmlformats.org/officeDocument/2006/relationships/image" Target="../media/image529.png"/><Relationship Id="rId34" Type="http://schemas.openxmlformats.org/officeDocument/2006/relationships/customXml" Target="../ink/ink489.xml"/><Relationship Id="rId55" Type="http://schemas.openxmlformats.org/officeDocument/2006/relationships/image" Target="../media/image502.png"/><Relationship Id="rId76" Type="http://schemas.openxmlformats.org/officeDocument/2006/relationships/customXml" Target="../ink/ink510.xml"/><Relationship Id="rId97" Type="http://schemas.openxmlformats.org/officeDocument/2006/relationships/image" Target="../media/image523.png"/><Relationship Id="rId120" Type="http://schemas.openxmlformats.org/officeDocument/2006/relationships/customXml" Target="../ink/ink532.xml"/><Relationship Id="rId141" Type="http://schemas.openxmlformats.org/officeDocument/2006/relationships/image" Target="../media/image545.png"/><Relationship Id="rId7" Type="http://schemas.openxmlformats.org/officeDocument/2006/relationships/image" Target="../media/image478.png"/><Relationship Id="rId162" Type="http://schemas.openxmlformats.org/officeDocument/2006/relationships/customXml" Target="../ink/ink553.xml"/><Relationship Id="rId183" Type="http://schemas.openxmlformats.org/officeDocument/2006/relationships/image" Target="../media/image566.png"/><Relationship Id="rId24" Type="http://schemas.openxmlformats.org/officeDocument/2006/relationships/customXml" Target="../ink/ink484.xml"/><Relationship Id="rId45" Type="http://schemas.openxmlformats.org/officeDocument/2006/relationships/image" Target="../media/image497.png"/><Relationship Id="rId66" Type="http://schemas.openxmlformats.org/officeDocument/2006/relationships/customXml" Target="../ink/ink505.xml"/><Relationship Id="rId87" Type="http://schemas.openxmlformats.org/officeDocument/2006/relationships/image" Target="../media/image518.png"/><Relationship Id="rId110" Type="http://schemas.openxmlformats.org/officeDocument/2006/relationships/customXml" Target="../ink/ink527.xml"/><Relationship Id="rId131" Type="http://schemas.openxmlformats.org/officeDocument/2006/relationships/image" Target="../media/image540.png"/><Relationship Id="rId152" Type="http://schemas.openxmlformats.org/officeDocument/2006/relationships/customXml" Target="../ink/ink548.xml"/><Relationship Id="rId173" Type="http://schemas.openxmlformats.org/officeDocument/2006/relationships/image" Target="../media/image561.png"/><Relationship Id="rId194" Type="http://schemas.openxmlformats.org/officeDocument/2006/relationships/customXml" Target="../ink/ink569.xml"/><Relationship Id="rId208" Type="http://schemas.openxmlformats.org/officeDocument/2006/relationships/customXml" Target="../ink/ink576.xml"/><Relationship Id="rId19" Type="http://schemas.openxmlformats.org/officeDocument/2006/relationships/image" Target="../media/image484.png"/><Relationship Id="rId14" Type="http://schemas.openxmlformats.org/officeDocument/2006/relationships/customXml" Target="../ink/ink479.xml"/><Relationship Id="rId30" Type="http://schemas.openxmlformats.org/officeDocument/2006/relationships/customXml" Target="../ink/ink487.xml"/><Relationship Id="rId35" Type="http://schemas.openxmlformats.org/officeDocument/2006/relationships/image" Target="../media/image492.png"/><Relationship Id="rId56" Type="http://schemas.openxmlformats.org/officeDocument/2006/relationships/customXml" Target="../ink/ink500.xml"/><Relationship Id="rId77" Type="http://schemas.openxmlformats.org/officeDocument/2006/relationships/image" Target="../media/image513.png"/><Relationship Id="rId100" Type="http://schemas.openxmlformats.org/officeDocument/2006/relationships/customXml" Target="../ink/ink522.xml"/><Relationship Id="rId105" Type="http://schemas.openxmlformats.org/officeDocument/2006/relationships/image" Target="../media/image527.png"/><Relationship Id="rId126" Type="http://schemas.openxmlformats.org/officeDocument/2006/relationships/customXml" Target="../ink/ink535.xml"/><Relationship Id="rId147" Type="http://schemas.openxmlformats.org/officeDocument/2006/relationships/image" Target="../media/image548.png"/><Relationship Id="rId168" Type="http://schemas.openxmlformats.org/officeDocument/2006/relationships/customXml" Target="../ink/ink556.xml"/><Relationship Id="rId8" Type="http://schemas.openxmlformats.org/officeDocument/2006/relationships/customXml" Target="../ink/ink476.xml"/><Relationship Id="rId51" Type="http://schemas.openxmlformats.org/officeDocument/2006/relationships/image" Target="../media/image500.png"/><Relationship Id="rId72" Type="http://schemas.openxmlformats.org/officeDocument/2006/relationships/customXml" Target="../ink/ink508.xml"/><Relationship Id="rId93" Type="http://schemas.openxmlformats.org/officeDocument/2006/relationships/image" Target="../media/image521.png"/><Relationship Id="rId98" Type="http://schemas.openxmlformats.org/officeDocument/2006/relationships/customXml" Target="../ink/ink521.xml"/><Relationship Id="rId121" Type="http://schemas.openxmlformats.org/officeDocument/2006/relationships/image" Target="../media/image535.png"/><Relationship Id="rId142" Type="http://schemas.openxmlformats.org/officeDocument/2006/relationships/customXml" Target="../ink/ink543.xml"/><Relationship Id="rId163" Type="http://schemas.openxmlformats.org/officeDocument/2006/relationships/image" Target="../media/image556.png"/><Relationship Id="rId184" Type="http://schemas.openxmlformats.org/officeDocument/2006/relationships/customXml" Target="../ink/ink564.xml"/><Relationship Id="rId189" Type="http://schemas.openxmlformats.org/officeDocument/2006/relationships/image" Target="../media/image569.png"/><Relationship Id="rId3" Type="http://schemas.openxmlformats.org/officeDocument/2006/relationships/image" Target="../media/image476.png"/><Relationship Id="rId25" Type="http://schemas.openxmlformats.org/officeDocument/2006/relationships/image" Target="../media/image487.png"/><Relationship Id="rId46" Type="http://schemas.openxmlformats.org/officeDocument/2006/relationships/customXml" Target="../ink/ink495.xml"/><Relationship Id="rId67" Type="http://schemas.openxmlformats.org/officeDocument/2006/relationships/image" Target="../media/image508.png"/><Relationship Id="rId116" Type="http://schemas.openxmlformats.org/officeDocument/2006/relationships/customXml" Target="../ink/ink530.xml"/><Relationship Id="rId137" Type="http://schemas.openxmlformats.org/officeDocument/2006/relationships/image" Target="../media/image543.png"/><Relationship Id="rId158" Type="http://schemas.openxmlformats.org/officeDocument/2006/relationships/customXml" Target="../ink/ink551.xml"/><Relationship Id="rId20" Type="http://schemas.openxmlformats.org/officeDocument/2006/relationships/customXml" Target="../ink/ink482.xml"/><Relationship Id="rId41" Type="http://schemas.openxmlformats.org/officeDocument/2006/relationships/image" Target="../media/image495.png"/><Relationship Id="rId62" Type="http://schemas.openxmlformats.org/officeDocument/2006/relationships/customXml" Target="../ink/ink503.xml"/><Relationship Id="rId83" Type="http://schemas.openxmlformats.org/officeDocument/2006/relationships/image" Target="../media/image516.png"/><Relationship Id="rId88" Type="http://schemas.openxmlformats.org/officeDocument/2006/relationships/customXml" Target="../ink/ink516.xml"/><Relationship Id="rId111" Type="http://schemas.openxmlformats.org/officeDocument/2006/relationships/image" Target="../media/image530.png"/><Relationship Id="rId132" Type="http://schemas.openxmlformats.org/officeDocument/2006/relationships/customXml" Target="../ink/ink538.xml"/><Relationship Id="rId153" Type="http://schemas.openxmlformats.org/officeDocument/2006/relationships/image" Target="../media/image551.png"/><Relationship Id="rId174" Type="http://schemas.openxmlformats.org/officeDocument/2006/relationships/customXml" Target="../ink/ink559.xml"/><Relationship Id="rId179" Type="http://schemas.openxmlformats.org/officeDocument/2006/relationships/image" Target="../media/image564.png"/><Relationship Id="rId195" Type="http://schemas.openxmlformats.org/officeDocument/2006/relationships/image" Target="../media/image572.png"/><Relationship Id="rId209" Type="http://schemas.openxmlformats.org/officeDocument/2006/relationships/image" Target="../media/image579.png"/><Relationship Id="rId190" Type="http://schemas.openxmlformats.org/officeDocument/2006/relationships/customXml" Target="../ink/ink567.xml"/><Relationship Id="rId204" Type="http://schemas.openxmlformats.org/officeDocument/2006/relationships/customXml" Target="../ink/ink574.xml"/><Relationship Id="rId15" Type="http://schemas.openxmlformats.org/officeDocument/2006/relationships/image" Target="../media/image482.png"/><Relationship Id="rId36" Type="http://schemas.openxmlformats.org/officeDocument/2006/relationships/customXml" Target="../ink/ink490.xml"/><Relationship Id="rId57" Type="http://schemas.openxmlformats.org/officeDocument/2006/relationships/image" Target="../media/image503.png"/><Relationship Id="rId106" Type="http://schemas.openxmlformats.org/officeDocument/2006/relationships/customXml" Target="../ink/ink525.xml"/><Relationship Id="rId127" Type="http://schemas.openxmlformats.org/officeDocument/2006/relationships/image" Target="../media/image538.png"/><Relationship Id="rId10" Type="http://schemas.openxmlformats.org/officeDocument/2006/relationships/customXml" Target="../ink/ink477.xml"/><Relationship Id="rId31" Type="http://schemas.openxmlformats.org/officeDocument/2006/relationships/image" Target="../media/image490.png"/><Relationship Id="rId52" Type="http://schemas.openxmlformats.org/officeDocument/2006/relationships/customXml" Target="../ink/ink498.xml"/><Relationship Id="rId73" Type="http://schemas.openxmlformats.org/officeDocument/2006/relationships/image" Target="../media/image511.png"/><Relationship Id="rId78" Type="http://schemas.openxmlformats.org/officeDocument/2006/relationships/customXml" Target="../ink/ink511.xml"/><Relationship Id="rId94" Type="http://schemas.openxmlformats.org/officeDocument/2006/relationships/customXml" Target="../ink/ink519.xml"/><Relationship Id="rId99" Type="http://schemas.openxmlformats.org/officeDocument/2006/relationships/image" Target="../media/image524.png"/><Relationship Id="rId101" Type="http://schemas.openxmlformats.org/officeDocument/2006/relationships/image" Target="../media/image525.png"/><Relationship Id="rId122" Type="http://schemas.openxmlformats.org/officeDocument/2006/relationships/customXml" Target="../ink/ink533.xml"/><Relationship Id="rId143" Type="http://schemas.openxmlformats.org/officeDocument/2006/relationships/image" Target="../media/image546.png"/><Relationship Id="rId148" Type="http://schemas.openxmlformats.org/officeDocument/2006/relationships/customXml" Target="../ink/ink546.xml"/><Relationship Id="rId164" Type="http://schemas.openxmlformats.org/officeDocument/2006/relationships/customXml" Target="../ink/ink554.xml"/><Relationship Id="rId169" Type="http://schemas.openxmlformats.org/officeDocument/2006/relationships/image" Target="../media/image559.png"/><Relationship Id="rId185" Type="http://schemas.openxmlformats.org/officeDocument/2006/relationships/image" Target="../media/image567.png"/><Relationship Id="rId4" Type="http://schemas.openxmlformats.org/officeDocument/2006/relationships/customXml" Target="../ink/ink474.xml"/><Relationship Id="rId9" Type="http://schemas.openxmlformats.org/officeDocument/2006/relationships/image" Target="../media/image479.png"/><Relationship Id="rId180" Type="http://schemas.openxmlformats.org/officeDocument/2006/relationships/customXml" Target="../ink/ink562.xml"/><Relationship Id="rId210" Type="http://schemas.openxmlformats.org/officeDocument/2006/relationships/customXml" Target="../ink/ink577.xml"/><Relationship Id="rId26" Type="http://schemas.openxmlformats.org/officeDocument/2006/relationships/customXml" Target="../ink/ink485.xml"/><Relationship Id="rId47" Type="http://schemas.openxmlformats.org/officeDocument/2006/relationships/image" Target="../media/image498.png"/><Relationship Id="rId68" Type="http://schemas.openxmlformats.org/officeDocument/2006/relationships/customXml" Target="../ink/ink506.xml"/><Relationship Id="rId89" Type="http://schemas.openxmlformats.org/officeDocument/2006/relationships/image" Target="../media/image519.png"/><Relationship Id="rId112" Type="http://schemas.openxmlformats.org/officeDocument/2006/relationships/customXml" Target="../ink/ink528.xml"/><Relationship Id="rId133" Type="http://schemas.openxmlformats.org/officeDocument/2006/relationships/image" Target="../media/image541.png"/><Relationship Id="rId154" Type="http://schemas.openxmlformats.org/officeDocument/2006/relationships/customXml" Target="../ink/ink549.xml"/><Relationship Id="rId175" Type="http://schemas.openxmlformats.org/officeDocument/2006/relationships/image" Target="../media/image562.png"/><Relationship Id="rId196" Type="http://schemas.openxmlformats.org/officeDocument/2006/relationships/customXml" Target="../ink/ink570.xml"/><Relationship Id="rId200" Type="http://schemas.openxmlformats.org/officeDocument/2006/relationships/customXml" Target="../ink/ink572.xml"/><Relationship Id="rId16" Type="http://schemas.openxmlformats.org/officeDocument/2006/relationships/customXml" Target="../ink/ink480.xml"/><Relationship Id="rId37" Type="http://schemas.openxmlformats.org/officeDocument/2006/relationships/image" Target="../media/image493.png"/><Relationship Id="rId58" Type="http://schemas.openxmlformats.org/officeDocument/2006/relationships/customXml" Target="../ink/ink501.xml"/><Relationship Id="rId79" Type="http://schemas.openxmlformats.org/officeDocument/2006/relationships/image" Target="../media/image514.png"/><Relationship Id="rId102" Type="http://schemas.openxmlformats.org/officeDocument/2006/relationships/customXml" Target="../ink/ink523.xml"/><Relationship Id="rId123" Type="http://schemas.openxmlformats.org/officeDocument/2006/relationships/image" Target="../media/image536.png"/><Relationship Id="rId144" Type="http://schemas.openxmlformats.org/officeDocument/2006/relationships/customXml" Target="../ink/ink544.xml"/><Relationship Id="rId90" Type="http://schemas.openxmlformats.org/officeDocument/2006/relationships/customXml" Target="../ink/ink517.xml"/><Relationship Id="rId165" Type="http://schemas.openxmlformats.org/officeDocument/2006/relationships/image" Target="../media/image557.png"/><Relationship Id="rId186" Type="http://schemas.openxmlformats.org/officeDocument/2006/relationships/customXml" Target="../ink/ink565.xml"/><Relationship Id="rId211" Type="http://schemas.openxmlformats.org/officeDocument/2006/relationships/image" Target="../media/image580.png"/><Relationship Id="rId27" Type="http://schemas.openxmlformats.org/officeDocument/2006/relationships/image" Target="../media/image488.png"/><Relationship Id="rId48" Type="http://schemas.openxmlformats.org/officeDocument/2006/relationships/customXml" Target="../ink/ink496.xml"/><Relationship Id="rId69" Type="http://schemas.openxmlformats.org/officeDocument/2006/relationships/image" Target="../media/image509.png"/><Relationship Id="rId113" Type="http://schemas.openxmlformats.org/officeDocument/2006/relationships/image" Target="../media/image531.png"/><Relationship Id="rId134" Type="http://schemas.openxmlformats.org/officeDocument/2006/relationships/customXml" Target="../ink/ink539.xml"/><Relationship Id="rId80" Type="http://schemas.openxmlformats.org/officeDocument/2006/relationships/customXml" Target="../ink/ink512.xml"/><Relationship Id="rId155" Type="http://schemas.openxmlformats.org/officeDocument/2006/relationships/image" Target="../media/image552.png"/><Relationship Id="rId176" Type="http://schemas.openxmlformats.org/officeDocument/2006/relationships/customXml" Target="../ink/ink560.xml"/><Relationship Id="rId197" Type="http://schemas.openxmlformats.org/officeDocument/2006/relationships/image" Target="../media/image573.png"/><Relationship Id="rId201" Type="http://schemas.openxmlformats.org/officeDocument/2006/relationships/image" Target="../media/image575.png"/><Relationship Id="rId17" Type="http://schemas.openxmlformats.org/officeDocument/2006/relationships/image" Target="../media/image483.png"/><Relationship Id="rId38" Type="http://schemas.openxmlformats.org/officeDocument/2006/relationships/customXml" Target="../ink/ink491.xml"/><Relationship Id="rId59" Type="http://schemas.openxmlformats.org/officeDocument/2006/relationships/image" Target="../media/image504.png"/><Relationship Id="rId103" Type="http://schemas.openxmlformats.org/officeDocument/2006/relationships/image" Target="../media/image526.png"/><Relationship Id="rId124" Type="http://schemas.openxmlformats.org/officeDocument/2006/relationships/customXml" Target="../ink/ink534.xml"/><Relationship Id="rId70" Type="http://schemas.openxmlformats.org/officeDocument/2006/relationships/customXml" Target="../ink/ink507.xml"/><Relationship Id="rId91" Type="http://schemas.openxmlformats.org/officeDocument/2006/relationships/image" Target="../media/image520.png"/><Relationship Id="rId145" Type="http://schemas.openxmlformats.org/officeDocument/2006/relationships/image" Target="../media/image547.png"/><Relationship Id="rId166" Type="http://schemas.openxmlformats.org/officeDocument/2006/relationships/customXml" Target="../ink/ink555.xml"/><Relationship Id="rId187" Type="http://schemas.openxmlformats.org/officeDocument/2006/relationships/image" Target="../media/image56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78.xml"/><Relationship Id="rId28" Type="http://schemas.openxmlformats.org/officeDocument/2006/relationships/customXml" Target="../ink/ink486.xml"/><Relationship Id="rId49" Type="http://schemas.openxmlformats.org/officeDocument/2006/relationships/image" Target="../media/image499.png"/><Relationship Id="rId114" Type="http://schemas.openxmlformats.org/officeDocument/2006/relationships/customXml" Target="../ink/ink529.xml"/><Relationship Id="rId60" Type="http://schemas.openxmlformats.org/officeDocument/2006/relationships/customXml" Target="../ink/ink502.xml"/><Relationship Id="rId81" Type="http://schemas.openxmlformats.org/officeDocument/2006/relationships/image" Target="../media/image515.png"/><Relationship Id="rId135" Type="http://schemas.openxmlformats.org/officeDocument/2006/relationships/image" Target="../media/image542.png"/><Relationship Id="rId156" Type="http://schemas.openxmlformats.org/officeDocument/2006/relationships/customXml" Target="../ink/ink550.xml"/><Relationship Id="rId177" Type="http://schemas.openxmlformats.org/officeDocument/2006/relationships/image" Target="../media/image563.png"/><Relationship Id="rId198" Type="http://schemas.openxmlformats.org/officeDocument/2006/relationships/customXml" Target="../ink/ink571.xml"/><Relationship Id="rId202" Type="http://schemas.openxmlformats.org/officeDocument/2006/relationships/customXml" Target="../ink/ink573.xml"/><Relationship Id="rId18" Type="http://schemas.openxmlformats.org/officeDocument/2006/relationships/customXml" Target="../ink/ink481.xml"/><Relationship Id="rId39" Type="http://schemas.openxmlformats.org/officeDocument/2006/relationships/image" Target="../media/image494.png"/><Relationship Id="rId50" Type="http://schemas.openxmlformats.org/officeDocument/2006/relationships/customXml" Target="../ink/ink497.xml"/><Relationship Id="rId104" Type="http://schemas.openxmlformats.org/officeDocument/2006/relationships/customXml" Target="../ink/ink524.xml"/><Relationship Id="rId125" Type="http://schemas.openxmlformats.org/officeDocument/2006/relationships/image" Target="../media/image537.png"/><Relationship Id="rId146" Type="http://schemas.openxmlformats.org/officeDocument/2006/relationships/customXml" Target="../ink/ink545.xml"/><Relationship Id="rId167" Type="http://schemas.openxmlformats.org/officeDocument/2006/relationships/image" Target="../media/image558.png"/><Relationship Id="rId188" Type="http://schemas.openxmlformats.org/officeDocument/2006/relationships/customXml" Target="../ink/ink566.xml"/><Relationship Id="rId71" Type="http://schemas.openxmlformats.org/officeDocument/2006/relationships/image" Target="../media/image510.png"/><Relationship Id="rId92" Type="http://schemas.openxmlformats.org/officeDocument/2006/relationships/customXml" Target="../ink/ink518.xml"/><Relationship Id="rId213" Type="http://schemas.openxmlformats.org/officeDocument/2006/relationships/image" Target="../media/image581.png"/><Relationship Id="rId2" Type="http://schemas.openxmlformats.org/officeDocument/2006/relationships/customXml" Target="../ink/ink473.xml"/><Relationship Id="rId29" Type="http://schemas.openxmlformats.org/officeDocument/2006/relationships/image" Target="../media/image489.png"/><Relationship Id="rId40" Type="http://schemas.openxmlformats.org/officeDocument/2006/relationships/customXml" Target="../ink/ink492.xml"/><Relationship Id="rId115" Type="http://schemas.openxmlformats.org/officeDocument/2006/relationships/image" Target="../media/image532.png"/><Relationship Id="rId136" Type="http://schemas.openxmlformats.org/officeDocument/2006/relationships/customXml" Target="../ink/ink540.xml"/><Relationship Id="rId157" Type="http://schemas.openxmlformats.org/officeDocument/2006/relationships/image" Target="../media/image553.png"/><Relationship Id="rId178" Type="http://schemas.openxmlformats.org/officeDocument/2006/relationships/customXml" Target="../ink/ink561.xml"/><Relationship Id="rId61" Type="http://schemas.openxmlformats.org/officeDocument/2006/relationships/image" Target="../media/image505.png"/><Relationship Id="rId82" Type="http://schemas.openxmlformats.org/officeDocument/2006/relationships/customXml" Target="../ink/ink513.xml"/><Relationship Id="rId199" Type="http://schemas.openxmlformats.org/officeDocument/2006/relationships/image" Target="../media/image574.png"/><Relationship Id="rId203" Type="http://schemas.openxmlformats.org/officeDocument/2006/relationships/image" Target="../media/image57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0.png"/><Relationship Id="rId21" Type="http://schemas.openxmlformats.org/officeDocument/2006/relationships/image" Target="../media/image592.png"/><Relationship Id="rId42" Type="http://schemas.openxmlformats.org/officeDocument/2006/relationships/customXml" Target="../ink/ink597.xml"/><Relationship Id="rId63" Type="http://schemas.openxmlformats.org/officeDocument/2006/relationships/image" Target="../media/image613.png"/><Relationship Id="rId84" Type="http://schemas.openxmlformats.org/officeDocument/2006/relationships/customXml" Target="../ink/ink618.xml"/><Relationship Id="rId138" Type="http://schemas.openxmlformats.org/officeDocument/2006/relationships/customXml" Target="../ink/ink645.xml"/><Relationship Id="rId159" Type="http://schemas.openxmlformats.org/officeDocument/2006/relationships/image" Target="../media/image661.png"/><Relationship Id="rId170" Type="http://schemas.openxmlformats.org/officeDocument/2006/relationships/customXml" Target="../ink/ink661.xml"/><Relationship Id="rId191" Type="http://schemas.openxmlformats.org/officeDocument/2006/relationships/image" Target="../media/image677.png"/><Relationship Id="rId107" Type="http://schemas.openxmlformats.org/officeDocument/2006/relationships/image" Target="../media/image635.png"/><Relationship Id="rId11" Type="http://schemas.openxmlformats.org/officeDocument/2006/relationships/image" Target="../media/image587.png"/><Relationship Id="rId32" Type="http://schemas.openxmlformats.org/officeDocument/2006/relationships/customXml" Target="../ink/ink592.xml"/><Relationship Id="rId53" Type="http://schemas.openxmlformats.org/officeDocument/2006/relationships/image" Target="../media/image608.png"/><Relationship Id="rId74" Type="http://schemas.openxmlformats.org/officeDocument/2006/relationships/customXml" Target="../ink/ink613.xml"/><Relationship Id="rId128" Type="http://schemas.openxmlformats.org/officeDocument/2006/relationships/customXml" Target="../ink/ink640.xml"/><Relationship Id="rId149" Type="http://schemas.openxmlformats.org/officeDocument/2006/relationships/image" Target="../media/image656.png"/><Relationship Id="rId5" Type="http://schemas.openxmlformats.org/officeDocument/2006/relationships/image" Target="../media/image7.svg"/><Relationship Id="rId95" Type="http://schemas.openxmlformats.org/officeDocument/2006/relationships/image" Target="../media/image629.png"/><Relationship Id="rId160" Type="http://schemas.openxmlformats.org/officeDocument/2006/relationships/customXml" Target="../ink/ink656.xml"/><Relationship Id="rId181" Type="http://schemas.openxmlformats.org/officeDocument/2006/relationships/image" Target="../media/image672.png"/><Relationship Id="rId22" Type="http://schemas.openxmlformats.org/officeDocument/2006/relationships/customXml" Target="../ink/ink587.xml"/><Relationship Id="rId43" Type="http://schemas.openxmlformats.org/officeDocument/2006/relationships/image" Target="../media/image603.png"/><Relationship Id="rId64" Type="http://schemas.openxmlformats.org/officeDocument/2006/relationships/customXml" Target="../ink/ink608.xml"/><Relationship Id="rId118" Type="http://schemas.openxmlformats.org/officeDocument/2006/relationships/customXml" Target="../ink/ink635.xml"/><Relationship Id="rId139" Type="http://schemas.openxmlformats.org/officeDocument/2006/relationships/image" Target="../media/image651.png"/><Relationship Id="rId85" Type="http://schemas.openxmlformats.org/officeDocument/2006/relationships/image" Target="../media/image624.png"/><Relationship Id="rId150" Type="http://schemas.openxmlformats.org/officeDocument/2006/relationships/customXml" Target="../ink/ink651.xml"/><Relationship Id="rId171" Type="http://schemas.openxmlformats.org/officeDocument/2006/relationships/image" Target="../media/image667.png"/><Relationship Id="rId192" Type="http://schemas.openxmlformats.org/officeDocument/2006/relationships/customXml" Target="../ink/ink672.xml"/><Relationship Id="rId12" Type="http://schemas.openxmlformats.org/officeDocument/2006/relationships/customXml" Target="../ink/ink582.xml"/><Relationship Id="rId33" Type="http://schemas.openxmlformats.org/officeDocument/2006/relationships/image" Target="../media/image598.png"/><Relationship Id="rId108" Type="http://schemas.openxmlformats.org/officeDocument/2006/relationships/customXml" Target="../ink/ink630.xml"/><Relationship Id="rId129" Type="http://schemas.openxmlformats.org/officeDocument/2006/relationships/image" Target="../media/image646.png"/><Relationship Id="rId54" Type="http://schemas.openxmlformats.org/officeDocument/2006/relationships/customXml" Target="../ink/ink603.xml"/><Relationship Id="rId75" Type="http://schemas.openxmlformats.org/officeDocument/2006/relationships/image" Target="../media/image619.png"/><Relationship Id="rId96" Type="http://schemas.openxmlformats.org/officeDocument/2006/relationships/customXml" Target="../ink/ink624.xml"/><Relationship Id="rId140" Type="http://schemas.openxmlformats.org/officeDocument/2006/relationships/customXml" Target="../ink/ink646.xml"/><Relationship Id="rId161" Type="http://schemas.openxmlformats.org/officeDocument/2006/relationships/image" Target="../media/image662.png"/><Relationship Id="rId182" Type="http://schemas.openxmlformats.org/officeDocument/2006/relationships/customXml" Target="../ink/ink667.xml"/><Relationship Id="rId6" Type="http://schemas.openxmlformats.org/officeDocument/2006/relationships/customXml" Target="../ink/ink579.xml"/><Relationship Id="rId23" Type="http://schemas.openxmlformats.org/officeDocument/2006/relationships/image" Target="../media/image593.png"/><Relationship Id="rId119" Type="http://schemas.openxmlformats.org/officeDocument/2006/relationships/image" Target="../media/image641.png"/><Relationship Id="rId44" Type="http://schemas.openxmlformats.org/officeDocument/2006/relationships/customXml" Target="../ink/ink598.xml"/><Relationship Id="rId65" Type="http://schemas.openxmlformats.org/officeDocument/2006/relationships/image" Target="../media/image614.png"/><Relationship Id="rId86" Type="http://schemas.openxmlformats.org/officeDocument/2006/relationships/customXml" Target="../ink/ink619.xml"/><Relationship Id="rId130" Type="http://schemas.openxmlformats.org/officeDocument/2006/relationships/customXml" Target="../ink/ink641.xml"/><Relationship Id="rId151" Type="http://schemas.openxmlformats.org/officeDocument/2006/relationships/image" Target="../media/image657.png"/><Relationship Id="rId172" Type="http://schemas.openxmlformats.org/officeDocument/2006/relationships/customXml" Target="../ink/ink662.xml"/><Relationship Id="rId193" Type="http://schemas.openxmlformats.org/officeDocument/2006/relationships/image" Target="../media/image678.png"/><Relationship Id="rId13" Type="http://schemas.openxmlformats.org/officeDocument/2006/relationships/image" Target="../media/image588.png"/><Relationship Id="rId109" Type="http://schemas.openxmlformats.org/officeDocument/2006/relationships/image" Target="../media/image636.png"/><Relationship Id="rId34" Type="http://schemas.openxmlformats.org/officeDocument/2006/relationships/customXml" Target="../ink/ink593.xml"/><Relationship Id="rId55" Type="http://schemas.openxmlformats.org/officeDocument/2006/relationships/image" Target="../media/image609.png"/><Relationship Id="rId76" Type="http://schemas.openxmlformats.org/officeDocument/2006/relationships/customXml" Target="../ink/ink614.xml"/><Relationship Id="rId97" Type="http://schemas.openxmlformats.org/officeDocument/2006/relationships/image" Target="../media/image630.png"/><Relationship Id="rId120" Type="http://schemas.openxmlformats.org/officeDocument/2006/relationships/customXml" Target="../ink/ink636.xml"/><Relationship Id="rId141" Type="http://schemas.openxmlformats.org/officeDocument/2006/relationships/image" Target="../media/image652.png"/><Relationship Id="rId7" Type="http://schemas.openxmlformats.org/officeDocument/2006/relationships/image" Target="../media/image585.png"/><Relationship Id="rId71" Type="http://schemas.openxmlformats.org/officeDocument/2006/relationships/image" Target="../media/image617.png"/><Relationship Id="rId92" Type="http://schemas.openxmlformats.org/officeDocument/2006/relationships/customXml" Target="../ink/ink622.xml"/><Relationship Id="rId162" Type="http://schemas.openxmlformats.org/officeDocument/2006/relationships/customXml" Target="../ink/ink657.xml"/><Relationship Id="rId183" Type="http://schemas.openxmlformats.org/officeDocument/2006/relationships/image" Target="../media/image673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596.png"/><Relationship Id="rId24" Type="http://schemas.openxmlformats.org/officeDocument/2006/relationships/customXml" Target="../ink/ink588.xml"/><Relationship Id="rId40" Type="http://schemas.openxmlformats.org/officeDocument/2006/relationships/customXml" Target="../ink/ink596.xml"/><Relationship Id="rId45" Type="http://schemas.openxmlformats.org/officeDocument/2006/relationships/image" Target="../media/image604.png"/><Relationship Id="rId66" Type="http://schemas.openxmlformats.org/officeDocument/2006/relationships/customXml" Target="../ink/ink609.xml"/><Relationship Id="rId87" Type="http://schemas.openxmlformats.org/officeDocument/2006/relationships/image" Target="../media/image625.png"/><Relationship Id="rId110" Type="http://schemas.openxmlformats.org/officeDocument/2006/relationships/customXml" Target="../ink/ink631.xml"/><Relationship Id="rId115" Type="http://schemas.openxmlformats.org/officeDocument/2006/relationships/image" Target="../media/image639.png"/><Relationship Id="rId131" Type="http://schemas.openxmlformats.org/officeDocument/2006/relationships/image" Target="../media/image647.png"/><Relationship Id="rId136" Type="http://schemas.openxmlformats.org/officeDocument/2006/relationships/customXml" Target="../ink/ink644.xml"/><Relationship Id="rId157" Type="http://schemas.openxmlformats.org/officeDocument/2006/relationships/image" Target="../media/image660.png"/><Relationship Id="rId178" Type="http://schemas.openxmlformats.org/officeDocument/2006/relationships/customXml" Target="../ink/ink665.xml"/><Relationship Id="rId61" Type="http://schemas.openxmlformats.org/officeDocument/2006/relationships/image" Target="../media/image612.png"/><Relationship Id="rId82" Type="http://schemas.openxmlformats.org/officeDocument/2006/relationships/customXml" Target="../ink/ink617.xml"/><Relationship Id="rId152" Type="http://schemas.openxmlformats.org/officeDocument/2006/relationships/customXml" Target="../ink/ink652.xml"/><Relationship Id="rId173" Type="http://schemas.openxmlformats.org/officeDocument/2006/relationships/image" Target="../media/image668.png"/><Relationship Id="rId194" Type="http://schemas.openxmlformats.org/officeDocument/2006/relationships/customXml" Target="../ink/ink673.xml"/><Relationship Id="rId19" Type="http://schemas.openxmlformats.org/officeDocument/2006/relationships/image" Target="../media/image591.png"/><Relationship Id="rId14" Type="http://schemas.openxmlformats.org/officeDocument/2006/relationships/customXml" Target="../ink/ink583.xml"/><Relationship Id="rId30" Type="http://schemas.openxmlformats.org/officeDocument/2006/relationships/customXml" Target="../ink/ink591.xml"/><Relationship Id="rId35" Type="http://schemas.openxmlformats.org/officeDocument/2006/relationships/image" Target="../media/image599.png"/><Relationship Id="rId56" Type="http://schemas.openxmlformats.org/officeDocument/2006/relationships/customXml" Target="../ink/ink604.xml"/><Relationship Id="rId77" Type="http://schemas.openxmlformats.org/officeDocument/2006/relationships/image" Target="../media/image620.png"/><Relationship Id="rId100" Type="http://schemas.openxmlformats.org/officeDocument/2006/relationships/customXml" Target="../ink/ink626.xml"/><Relationship Id="rId105" Type="http://schemas.openxmlformats.org/officeDocument/2006/relationships/image" Target="../media/image634.png"/><Relationship Id="rId126" Type="http://schemas.openxmlformats.org/officeDocument/2006/relationships/customXml" Target="../ink/ink639.xml"/><Relationship Id="rId147" Type="http://schemas.openxmlformats.org/officeDocument/2006/relationships/image" Target="../media/image655.png"/><Relationship Id="rId168" Type="http://schemas.openxmlformats.org/officeDocument/2006/relationships/customXml" Target="../ink/ink660.xml"/><Relationship Id="rId8" Type="http://schemas.openxmlformats.org/officeDocument/2006/relationships/customXml" Target="../ink/ink580.xml"/><Relationship Id="rId51" Type="http://schemas.openxmlformats.org/officeDocument/2006/relationships/image" Target="../media/image607.png"/><Relationship Id="rId72" Type="http://schemas.openxmlformats.org/officeDocument/2006/relationships/customXml" Target="../ink/ink612.xml"/><Relationship Id="rId93" Type="http://schemas.openxmlformats.org/officeDocument/2006/relationships/image" Target="../media/image628.png"/><Relationship Id="rId98" Type="http://schemas.openxmlformats.org/officeDocument/2006/relationships/customXml" Target="../ink/ink625.xml"/><Relationship Id="rId121" Type="http://schemas.openxmlformats.org/officeDocument/2006/relationships/image" Target="../media/image642.png"/><Relationship Id="rId142" Type="http://schemas.openxmlformats.org/officeDocument/2006/relationships/customXml" Target="../ink/ink647.xml"/><Relationship Id="rId163" Type="http://schemas.openxmlformats.org/officeDocument/2006/relationships/image" Target="../media/image663.png"/><Relationship Id="rId184" Type="http://schemas.openxmlformats.org/officeDocument/2006/relationships/customXml" Target="../ink/ink668.xml"/><Relationship Id="rId189" Type="http://schemas.openxmlformats.org/officeDocument/2006/relationships/image" Target="../media/image676.png"/><Relationship Id="rId3" Type="http://schemas.openxmlformats.org/officeDocument/2006/relationships/image" Target="../media/image5.svg"/><Relationship Id="rId25" Type="http://schemas.openxmlformats.org/officeDocument/2006/relationships/image" Target="../media/image594.png"/><Relationship Id="rId46" Type="http://schemas.openxmlformats.org/officeDocument/2006/relationships/customXml" Target="../ink/ink599.xml"/><Relationship Id="rId67" Type="http://schemas.openxmlformats.org/officeDocument/2006/relationships/image" Target="../media/image615.png"/><Relationship Id="rId116" Type="http://schemas.openxmlformats.org/officeDocument/2006/relationships/customXml" Target="../ink/ink634.xml"/><Relationship Id="rId137" Type="http://schemas.openxmlformats.org/officeDocument/2006/relationships/image" Target="../media/image650.png"/><Relationship Id="rId158" Type="http://schemas.openxmlformats.org/officeDocument/2006/relationships/customXml" Target="../ink/ink655.xml"/><Relationship Id="rId20" Type="http://schemas.openxmlformats.org/officeDocument/2006/relationships/customXml" Target="../ink/ink586.xml"/><Relationship Id="rId41" Type="http://schemas.openxmlformats.org/officeDocument/2006/relationships/image" Target="../media/image602.png"/><Relationship Id="rId62" Type="http://schemas.openxmlformats.org/officeDocument/2006/relationships/customXml" Target="../ink/ink607.xml"/><Relationship Id="rId83" Type="http://schemas.openxmlformats.org/officeDocument/2006/relationships/image" Target="../media/image623.png"/><Relationship Id="rId88" Type="http://schemas.openxmlformats.org/officeDocument/2006/relationships/customXml" Target="../ink/ink620.xml"/><Relationship Id="rId111" Type="http://schemas.openxmlformats.org/officeDocument/2006/relationships/image" Target="../media/image637.png"/><Relationship Id="rId132" Type="http://schemas.openxmlformats.org/officeDocument/2006/relationships/customXml" Target="../ink/ink642.xml"/><Relationship Id="rId153" Type="http://schemas.openxmlformats.org/officeDocument/2006/relationships/image" Target="../media/image658.png"/><Relationship Id="rId174" Type="http://schemas.openxmlformats.org/officeDocument/2006/relationships/customXml" Target="../ink/ink663.xml"/><Relationship Id="rId179" Type="http://schemas.openxmlformats.org/officeDocument/2006/relationships/image" Target="../media/image671.png"/><Relationship Id="rId195" Type="http://schemas.openxmlformats.org/officeDocument/2006/relationships/image" Target="../media/image679.png"/><Relationship Id="rId190" Type="http://schemas.openxmlformats.org/officeDocument/2006/relationships/customXml" Target="../ink/ink671.xml"/><Relationship Id="rId15" Type="http://schemas.openxmlformats.org/officeDocument/2006/relationships/image" Target="../media/image589.png"/><Relationship Id="rId36" Type="http://schemas.openxmlformats.org/officeDocument/2006/relationships/customXml" Target="../ink/ink594.xml"/><Relationship Id="rId57" Type="http://schemas.openxmlformats.org/officeDocument/2006/relationships/image" Target="../media/image610.png"/><Relationship Id="rId106" Type="http://schemas.openxmlformats.org/officeDocument/2006/relationships/customXml" Target="../ink/ink629.xml"/><Relationship Id="rId127" Type="http://schemas.openxmlformats.org/officeDocument/2006/relationships/image" Target="../media/image645.png"/><Relationship Id="rId10" Type="http://schemas.openxmlformats.org/officeDocument/2006/relationships/customXml" Target="../ink/ink581.xml"/><Relationship Id="rId31" Type="http://schemas.openxmlformats.org/officeDocument/2006/relationships/image" Target="../media/image597.png"/><Relationship Id="rId52" Type="http://schemas.openxmlformats.org/officeDocument/2006/relationships/customXml" Target="../ink/ink602.xml"/><Relationship Id="rId73" Type="http://schemas.openxmlformats.org/officeDocument/2006/relationships/image" Target="../media/image618.png"/><Relationship Id="rId78" Type="http://schemas.openxmlformats.org/officeDocument/2006/relationships/customXml" Target="../ink/ink615.xml"/><Relationship Id="rId94" Type="http://schemas.openxmlformats.org/officeDocument/2006/relationships/customXml" Target="../ink/ink623.xml"/><Relationship Id="rId99" Type="http://schemas.openxmlformats.org/officeDocument/2006/relationships/image" Target="../media/image631.png"/><Relationship Id="rId101" Type="http://schemas.openxmlformats.org/officeDocument/2006/relationships/image" Target="../media/image632.png"/><Relationship Id="rId122" Type="http://schemas.openxmlformats.org/officeDocument/2006/relationships/customXml" Target="../ink/ink637.xml"/><Relationship Id="rId143" Type="http://schemas.openxmlformats.org/officeDocument/2006/relationships/image" Target="../media/image653.png"/><Relationship Id="rId148" Type="http://schemas.openxmlformats.org/officeDocument/2006/relationships/customXml" Target="../ink/ink650.xml"/><Relationship Id="rId164" Type="http://schemas.openxmlformats.org/officeDocument/2006/relationships/customXml" Target="../ink/ink658.xml"/><Relationship Id="rId169" Type="http://schemas.openxmlformats.org/officeDocument/2006/relationships/image" Target="../media/image666.png"/><Relationship Id="rId185" Type="http://schemas.openxmlformats.org/officeDocument/2006/relationships/image" Target="../media/image674.png"/><Relationship Id="rId4" Type="http://schemas.openxmlformats.org/officeDocument/2006/relationships/image" Target="../media/image6.svg"/><Relationship Id="rId9" Type="http://schemas.openxmlformats.org/officeDocument/2006/relationships/image" Target="../media/image586.png"/><Relationship Id="rId180" Type="http://schemas.openxmlformats.org/officeDocument/2006/relationships/customXml" Target="../ink/ink666.xml"/><Relationship Id="rId26" Type="http://schemas.openxmlformats.org/officeDocument/2006/relationships/customXml" Target="../ink/ink589.xml"/><Relationship Id="rId47" Type="http://schemas.openxmlformats.org/officeDocument/2006/relationships/image" Target="../media/image605.png"/><Relationship Id="rId68" Type="http://schemas.openxmlformats.org/officeDocument/2006/relationships/customXml" Target="../ink/ink610.xml"/><Relationship Id="rId89" Type="http://schemas.openxmlformats.org/officeDocument/2006/relationships/image" Target="../media/image626.png"/><Relationship Id="rId112" Type="http://schemas.openxmlformats.org/officeDocument/2006/relationships/customXml" Target="../ink/ink632.xml"/><Relationship Id="rId133" Type="http://schemas.openxmlformats.org/officeDocument/2006/relationships/image" Target="../media/image648.png"/><Relationship Id="rId154" Type="http://schemas.openxmlformats.org/officeDocument/2006/relationships/customXml" Target="../ink/ink653.xml"/><Relationship Id="rId175" Type="http://schemas.openxmlformats.org/officeDocument/2006/relationships/image" Target="../media/image669.png"/><Relationship Id="rId196" Type="http://schemas.openxmlformats.org/officeDocument/2006/relationships/customXml" Target="../ink/ink674.xml"/><Relationship Id="rId16" Type="http://schemas.openxmlformats.org/officeDocument/2006/relationships/customXml" Target="../ink/ink584.xml"/><Relationship Id="rId37" Type="http://schemas.openxmlformats.org/officeDocument/2006/relationships/image" Target="../media/image600.png"/><Relationship Id="rId58" Type="http://schemas.openxmlformats.org/officeDocument/2006/relationships/customXml" Target="../ink/ink605.xml"/><Relationship Id="rId79" Type="http://schemas.openxmlformats.org/officeDocument/2006/relationships/image" Target="../media/image621.png"/><Relationship Id="rId102" Type="http://schemas.openxmlformats.org/officeDocument/2006/relationships/customXml" Target="../ink/ink627.xml"/><Relationship Id="rId123" Type="http://schemas.openxmlformats.org/officeDocument/2006/relationships/image" Target="../media/image643.png"/><Relationship Id="rId144" Type="http://schemas.openxmlformats.org/officeDocument/2006/relationships/customXml" Target="../ink/ink648.xml"/><Relationship Id="rId90" Type="http://schemas.openxmlformats.org/officeDocument/2006/relationships/customXml" Target="../ink/ink621.xml"/><Relationship Id="rId165" Type="http://schemas.openxmlformats.org/officeDocument/2006/relationships/image" Target="../media/image664.png"/><Relationship Id="rId186" Type="http://schemas.openxmlformats.org/officeDocument/2006/relationships/customXml" Target="../ink/ink669.xml"/><Relationship Id="rId27" Type="http://schemas.openxmlformats.org/officeDocument/2006/relationships/image" Target="../media/image595.png"/><Relationship Id="rId48" Type="http://schemas.openxmlformats.org/officeDocument/2006/relationships/customXml" Target="../ink/ink600.xml"/><Relationship Id="rId69" Type="http://schemas.openxmlformats.org/officeDocument/2006/relationships/image" Target="../media/image616.png"/><Relationship Id="rId113" Type="http://schemas.openxmlformats.org/officeDocument/2006/relationships/image" Target="../media/image638.png"/><Relationship Id="rId134" Type="http://schemas.openxmlformats.org/officeDocument/2006/relationships/customXml" Target="../ink/ink643.xml"/><Relationship Id="rId80" Type="http://schemas.openxmlformats.org/officeDocument/2006/relationships/customXml" Target="../ink/ink616.xml"/><Relationship Id="rId155" Type="http://schemas.openxmlformats.org/officeDocument/2006/relationships/image" Target="../media/image659.png"/><Relationship Id="rId176" Type="http://schemas.openxmlformats.org/officeDocument/2006/relationships/customXml" Target="../ink/ink664.xml"/><Relationship Id="rId197" Type="http://schemas.openxmlformats.org/officeDocument/2006/relationships/image" Target="../media/image680.png"/><Relationship Id="rId17" Type="http://schemas.openxmlformats.org/officeDocument/2006/relationships/image" Target="../media/image590.png"/><Relationship Id="rId38" Type="http://schemas.openxmlformats.org/officeDocument/2006/relationships/customXml" Target="../ink/ink595.xml"/><Relationship Id="rId59" Type="http://schemas.openxmlformats.org/officeDocument/2006/relationships/image" Target="../media/image611.png"/><Relationship Id="rId103" Type="http://schemas.openxmlformats.org/officeDocument/2006/relationships/image" Target="../media/image633.png"/><Relationship Id="rId124" Type="http://schemas.openxmlformats.org/officeDocument/2006/relationships/customXml" Target="../ink/ink638.xml"/><Relationship Id="rId70" Type="http://schemas.openxmlformats.org/officeDocument/2006/relationships/customXml" Target="../ink/ink611.xml"/><Relationship Id="rId91" Type="http://schemas.openxmlformats.org/officeDocument/2006/relationships/image" Target="../media/image627.png"/><Relationship Id="rId145" Type="http://schemas.openxmlformats.org/officeDocument/2006/relationships/image" Target="../media/image654.png"/><Relationship Id="rId166" Type="http://schemas.openxmlformats.org/officeDocument/2006/relationships/customXml" Target="../ink/ink659.xml"/><Relationship Id="rId187" Type="http://schemas.openxmlformats.org/officeDocument/2006/relationships/image" Target="../media/image67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590.xml"/><Relationship Id="rId49" Type="http://schemas.openxmlformats.org/officeDocument/2006/relationships/image" Target="../media/image606.png"/><Relationship Id="rId114" Type="http://schemas.openxmlformats.org/officeDocument/2006/relationships/customXml" Target="../ink/ink633.xml"/><Relationship Id="rId60" Type="http://schemas.openxmlformats.org/officeDocument/2006/relationships/customXml" Target="../ink/ink606.xml"/><Relationship Id="rId81" Type="http://schemas.openxmlformats.org/officeDocument/2006/relationships/image" Target="../media/image622.png"/><Relationship Id="rId135" Type="http://schemas.openxmlformats.org/officeDocument/2006/relationships/image" Target="../media/image649.png"/><Relationship Id="rId156" Type="http://schemas.openxmlformats.org/officeDocument/2006/relationships/customXml" Target="../ink/ink654.xml"/><Relationship Id="rId177" Type="http://schemas.openxmlformats.org/officeDocument/2006/relationships/image" Target="../media/image670.png"/><Relationship Id="rId18" Type="http://schemas.openxmlformats.org/officeDocument/2006/relationships/customXml" Target="../ink/ink585.xml"/><Relationship Id="rId39" Type="http://schemas.openxmlformats.org/officeDocument/2006/relationships/image" Target="../media/image601.png"/><Relationship Id="rId50" Type="http://schemas.openxmlformats.org/officeDocument/2006/relationships/customXml" Target="../ink/ink601.xml"/><Relationship Id="rId104" Type="http://schemas.openxmlformats.org/officeDocument/2006/relationships/customXml" Target="../ink/ink628.xml"/><Relationship Id="rId125" Type="http://schemas.openxmlformats.org/officeDocument/2006/relationships/image" Target="../media/image644.png"/><Relationship Id="rId146" Type="http://schemas.openxmlformats.org/officeDocument/2006/relationships/customXml" Target="../ink/ink649.xml"/><Relationship Id="rId167" Type="http://schemas.openxmlformats.org/officeDocument/2006/relationships/image" Target="../media/image665.png"/><Relationship Id="rId188" Type="http://schemas.openxmlformats.org/officeDocument/2006/relationships/customXml" Target="../ink/ink67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6.png"/><Relationship Id="rId21" Type="http://schemas.openxmlformats.org/officeDocument/2006/relationships/image" Target="../media/image688.png"/><Relationship Id="rId42" Type="http://schemas.openxmlformats.org/officeDocument/2006/relationships/customXml" Target="../ink/ink693.xml"/><Relationship Id="rId63" Type="http://schemas.openxmlformats.org/officeDocument/2006/relationships/image" Target="../media/image709.png"/><Relationship Id="rId84" Type="http://schemas.openxmlformats.org/officeDocument/2006/relationships/customXml" Target="../ink/ink714.xml"/><Relationship Id="rId138" Type="http://schemas.openxmlformats.org/officeDocument/2006/relationships/customXml" Target="../ink/ink741.xml"/><Relationship Id="rId107" Type="http://schemas.openxmlformats.org/officeDocument/2006/relationships/image" Target="../media/image731.png"/><Relationship Id="rId11" Type="http://schemas.openxmlformats.org/officeDocument/2006/relationships/image" Target="../media/image683.png"/><Relationship Id="rId32" Type="http://schemas.openxmlformats.org/officeDocument/2006/relationships/customXml" Target="../ink/ink688.xml"/><Relationship Id="rId37" Type="http://schemas.openxmlformats.org/officeDocument/2006/relationships/image" Target="../media/image696.png"/><Relationship Id="rId53" Type="http://schemas.openxmlformats.org/officeDocument/2006/relationships/image" Target="../media/image704.png"/><Relationship Id="rId58" Type="http://schemas.openxmlformats.org/officeDocument/2006/relationships/customXml" Target="../ink/ink701.xml"/><Relationship Id="rId74" Type="http://schemas.openxmlformats.org/officeDocument/2006/relationships/customXml" Target="../ink/ink709.xml"/><Relationship Id="rId79" Type="http://schemas.openxmlformats.org/officeDocument/2006/relationships/image" Target="../media/image717.png"/><Relationship Id="rId102" Type="http://schemas.openxmlformats.org/officeDocument/2006/relationships/customXml" Target="../ink/ink723.xml"/><Relationship Id="rId123" Type="http://schemas.openxmlformats.org/officeDocument/2006/relationships/image" Target="../media/image739.png"/><Relationship Id="rId128" Type="http://schemas.openxmlformats.org/officeDocument/2006/relationships/customXml" Target="../ink/ink736.xml"/><Relationship Id="rId5" Type="http://schemas.openxmlformats.org/officeDocument/2006/relationships/image" Target="../media/image7.svg"/><Relationship Id="rId90" Type="http://schemas.openxmlformats.org/officeDocument/2006/relationships/customXml" Target="../ink/ink717.xml"/><Relationship Id="rId95" Type="http://schemas.openxmlformats.org/officeDocument/2006/relationships/image" Target="../media/image725.png"/><Relationship Id="rId22" Type="http://schemas.openxmlformats.org/officeDocument/2006/relationships/customXml" Target="../ink/ink683.xml"/><Relationship Id="rId27" Type="http://schemas.openxmlformats.org/officeDocument/2006/relationships/image" Target="../media/image691.png"/><Relationship Id="rId43" Type="http://schemas.openxmlformats.org/officeDocument/2006/relationships/image" Target="../media/image699.png"/><Relationship Id="rId48" Type="http://schemas.openxmlformats.org/officeDocument/2006/relationships/customXml" Target="../ink/ink696.xml"/><Relationship Id="rId64" Type="http://schemas.openxmlformats.org/officeDocument/2006/relationships/customXml" Target="../ink/ink704.xml"/><Relationship Id="rId69" Type="http://schemas.openxmlformats.org/officeDocument/2006/relationships/image" Target="../media/image712.png"/><Relationship Id="rId113" Type="http://schemas.openxmlformats.org/officeDocument/2006/relationships/image" Target="../media/image734.png"/><Relationship Id="rId118" Type="http://schemas.openxmlformats.org/officeDocument/2006/relationships/customXml" Target="../ink/ink731.xml"/><Relationship Id="rId134" Type="http://schemas.openxmlformats.org/officeDocument/2006/relationships/customXml" Target="../ink/ink739.xml"/><Relationship Id="rId139" Type="http://schemas.openxmlformats.org/officeDocument/2006/relationships/image" Target="../media/image747.png"/><Relationship Id="rId80" Type="http://schemas.openxmlformats.org/officeDocument/2006/relationships/customXml" Target="../ink/ink712.xml"/><Relationship Id="rId85" Type="http://schemas.openxmlformats.org/officeDocument/2006/relationships/image" Target="../media/image720.png"/><Relationship Id="rId12" Type="http://schemas.openxmlformats.org/officeDocument/2006/relationships/customXml" Target="../ink/ink678.xml"/><Relationship Id="rId17" Type="http://schemas.openxmlformats.org/officeDocument/2006/relationships/image" Target="../media/image686.png"/><Relationship Id="rId33" Type="http://schemas.openxmlformats.org/officeDocument/2006/relationships/image" Target="../media/image694.png"/><Relationship Id="rId38" Type="http://schemas.openxmlformats.org/officeDocument/2006/relationships/customXml" Target="../ink/ink691.xml"/><Relationship Id="rId59" Type="http://schemas.openxmlformats.org/officeDocument/2006/relationships/image" Target="../media/image707.png"/><Relationship Id="rId103" Type="http://schemas.openxmlformats.org/officeDocument/2006/relationships/image" Target="../media/image729.png"/><Relationship Id="rId108" Type="http://schemas.openxmlformats.org/officeDocument/2006/relationships/customXml" Target="../ink/ink726.xml"/><Relationship Id="rId124" Type="http://schemas.openxmlformats.org/officeDocument/2006/relationships/customXml" Target="../ink/ink734.xml"/><Relationship Id="rId129" Type="http://schemas.openxmlformats.org/officeDocument/2006/relationships/image" Target="../media/image742.png"/><Relationship Id="rId54" Type="http://schemas.openxmlformats.org/officeDocument/2006/relationships/customXml" Target="../ink/ink699.xml"/><Relationship Id="rId70" Type="http://schemas.openxmlformats.org/officeDocument/2006/relationships/customXml" Target="../ink/ink707.xml"/><Relationship Id="rId75" Type="http://schemas.openxmlformats.org/officeDocument/2006/relationships/image" Target="../media/image715.png"/><Relationship Id="rId91" Type="http://schemas.openxmlformats.org/officeDocument/2006/relationships/image" Target="../media/image723.png"/><Relationship Id="rId96" Type="http://schemas.openxmlformats.org/officeDocument/2006/relationships/customXml" Target="../ink/ink720.xml"/><Relationship Id="rId140" Type="http://schemas.openxmlformats.org/officeDocument/2006/relationships/customXml" Target="../ink/ink7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5.xml"/><Relationship Id="rId23" Type="http://schemas.openxmlformats.org/officeDocument/2006/relationships/image" Target="../media/image689.png"/><Relationship Id="rId28" Type="http://schemas.openxmlformats.org/officeDocument/2006/relationships/customXml" Target="../ink/ink686.xml"/><Relationship Id="rId49" Type="http://schemas.openxmlformats.org/officeDocument/2006/relationships/image" Target="../media/image702.png"/><Relationship Id="rId114" Type="http://schemas.openxmlformats.org/officeDocument/2006/relationships/customXml" Target="../ink/ink729.xml"/><Relationship Id="rId119" Type="http://schemas.openxmlformats.org/officeDocument/2006/relationships/image" Target="../media/image737.png"/><Relationship Id="rId44" Type="http://schemas.openxmlformats.org/officeDocument/2006/relationships/customXml" Target="../ink/ink694.xml"/><Relationship Id="rId60" Type="http://schemas.openxmlformats.org/officeDocument/2006/relationships/customXml" Target="../ink/ink702.xml"/><Relationship Id="rId65" Type="http://schemas.openxmlformats.org/officeDocument/2006/relationships/image" Target="../media/image710.png"/><Relationship Id="rId81" Type="http://schemas.openxmlformats.org/officeDocument/2006/relationships/image" Target="../media/image718.png"/><Relationship Id="rId86" Type="http://schemas.openxmlformats.org/officeDocument/2006/relationships/customXml" Target="../ink/ink715.xml"/><Relationship Id="rId130" Type="http://schemas.openxmlformats.org/officeDocument/2006/relationships/customXml" Target="../ink/ink737.xml"/><Relationship Id="rId135" Type="http://schemas.openxmlformats.org/officeDocument/2006/relationships/image" Target="../media/image745.png"/><Relationship Id="rId13" Type="http://schemas.openxmlformats.org/officeDocument/2006/relationships/image" Target="../media/image684.png"/><Relationship Id="rId18" Type="http://schemas.openxmlformats.org/officeDocument/2006/relationships/customXml" Target="../ink/ink681.xml"/><Relationship Id="rId39" Type="http://schemas.openxmlformats.org/officeDocument/2006/relationships/image" Target="../media/image697.png"/><Relationship Id="rId109" Type="http://schemas.openxmlformats.org/officeDocument/2006/relationships/image" Target="../media/image732.png"/><Relationship Id="rId34" Type="http://schemas.openxmlformats.org/officeDocument/2006/relationships/customXml" Target="../ink/ink689.xml"/><Relationship Id="rId50" Type="http://schemas.openxmlformats.org/officeDocument/2006/relationships/customXml" Target="../ink/ink697.xml"/><Relationship Id="rId55" Type="http://schemas.openxmlformats.org/officeDocument/2006/relationships/image" Target="../media/image705.png"/><Relationship Id="rId76" Type="http://schemas.openxmlformats.org/officeDocument/2006/relationships/customXml" Target="../ink/ink710.xml"/><Relationship Id="rId97" Type="http://schemas.openxmlformats.org/officeDocument/2006/relationships/image" Target="../media/image726.png"/><Relationship Id="rId104" Type="http://schemas.openxmlformats.org/officeDocument/2006/relationships/customXml" Target="../ink/ink724.xml"/><Relationship Id="rId120" Type="http://schemas.openxmlformats.org/officeDocument/2006/relationships/customXml" Target="../ink/ink732.xml"/><Relationship Id="rId125" Type="http://schemas.openxmlformats.org/officeDocument/2006/relationships/image" Target="../media/image740.png"/><Relationship Id="rId141" Type="http://schemas.openxmlformats.org/officeDocument/2006/relationships/image" Target="../media/image748.png"/><Relationship Id="rId7" Type="http://schemas.openxmlformats.org/officeDocument/2006/relationships/image" Target="../media/image681.png"/><Relationship Id="rId71" Type="http://schemas.openxmlformats.org/officeDocument/2006/relationships/image" Target="../media/image713.png"/><Relationship Id="rId92" Type="http://schemas.openxmlformats.org/officeDocument/2006/relationships/customXml" Target="../ink/ink718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692.png"/><Relationship Id="rId24" Type="http://schemas.openxmlformats.org/officeDocument/2006/relationships/customXml" Target="../ink/ink684.xml"/><Relationship Id="rId40" Type="http://schemas.openxmlformats.org/officeDocument/2006/relationships/customXml" Target="../ink/ink692.xml"/><Relationship Id="rId45" Type="http://schemas.openxmlformats.org/officeDocument/2006/relationships/image" Target="../media/image700.png"/><Relationship Id="rId66" Type="http://schemas.openxmlformats.org/officeDocument/2006/relationships/customXml" Target="../ink/ink705.xml"/><Relationship Id="rId87" Type="http://schemas.openxmlformats.org/officeDocument/2006/relationships/image" Target="../media/image721.png"/><Relationship Id="rId110" Type="http://schemas.openxmlformats.org/officeDocument/2006/relationships/customXml" Target="../ink/ink727.xml"/><Relationship Id="rId115" Type="http://schemas.openxmlformats.org/officeDocument/2006/relationships/image" Target="../media/image735.png"/><Relationship Id="rId131" Type="http://schemas.openxmlformats.org/officeDocument/2006/relationships/image" Target="../media/image743.png"/><Relationship Id="rId136" Type="http://schemas.openxmlformats.org/officeDocument/2006/relationships/customXml" Target="../ink/ink740.xml"/><Relationship Id="rId61" Type="http://schemas.openxmlformats.org/officeDocument/2006/relationships/image" Target="../media/image708.png"/><Relationship Id="rId82" Type="http://schemas.openxmlformats.org/officeDocument/2006/relationships/customXml" Target="../ink/ink713.xml"/><Relationship Id="rId19" Type="http://schemas.openxmlformats.org/officeDocument/2006/relationships/image" Target="../media/image687.png"/><Relationship Id="rId14" Type="http://schemas.openxmlformats.org/officeDocument/2006/relationships/customXml" Target="../ink/ink679.xml"/><Relationship Id="rId30" Type="http://schemas.openxmlformats.org/officeDocument/2006/relationships/customXml" Target="../ink/ink687.xml"/><Relationship Id="rId35" Type="http://schemas.openxmlformats.org/officeDocument/2006/relationships/image" Target="../media/image695.png"/><Relationship Id="rId56" Type="http://schemas.openxmlformats.org/officeDocument/2006/relationships/customXml" Target="../ink/ink700.xml"/><Relationship Id="rId77" Type="http://schemas.openxmlformats.org/officeDocument/2006/relationships/image" Target="../media/image716.png"/><Relationship Id="rId100" Type="http://schemas.openxmlformats.org/officeDocument/2006/relationships/customXml" Target="../ink/ink722.xml"/><Relationship Id="rId105" Type="http://schemas.openxmlformats.org/officeDocument/2006/relationships/image" Target="../media/image730.png"/><Relationship Id="rId126" Type="http://schemas.openxmlformats.org/officeDocument/2006/relationships/customXml" Target="../ink/ink735.xml"/><Relationship Id="rId8" Type="http://schemas.openxmlformats.org/officeDocument/2006/relationships/customXml" Target="../ink/ink676.xml"/><Relationship Id="rId51" Type="http://schemas.openxmlformats.org/officeDocument/2006/relationships/image" Target="../media/image703.png"/><Relationship Id="rId72" Type="http://schemas.openxmlformats.org/officeDocument/2006/relationships/customXml" Target="../ink/ink708.xml"/><Relationship Id="rId93" Type="http://schemas.openxmlformats.org/officeDocument/2006/relationships/image" Target="../media/image724.png"/><Relationship Id="rId98" Type="http://schemas.openxmlformats.org/officeDocument/2006/relationships/customXml" Target="../ink/ink721.xml"/><Relationship Id="rId121" Type="http://schemas.openxmlformats.org/officeDocument/2006/relationships/image" Target="../media/image738.png"/><Relationship Id="rId3" Type="http://schemas.openxmlformats.org/officeDocument/2006/relationships/image" Target="../media/image5.svg"/><Relationship Id="rId25" Type="http://schemas.openxmlformats.org/officeDocument/2006/relationships/image" Target="../media/image690.png"/><Relationship Id="rId46" Type="http://schemas.openxmlformats.org/officeDocument/2006/relationships/customXml" Target="../ink/ink695.xml"/><Relationship Id="rId67" Type="http://schemas.openxmlformats.org/officeDocument/2006/relationships/image" Target="../media/image711.png"/><Relationship Id="rId116" Type="http://schemas.openxmlformats.org/officeDocument/2006/relationships/customXml" Target="../ink/ink730.xml"/><Relationship Id="rId137" Type="http://schemas.openxmlformats.org/officeDocument/2006/relationships/image" Target="../media/image746.png"/><Relationship Id="rId20" Type="http://schemas.openxmlformats.org/officeDocument/2006/relationships/customXml" Target="../ink/ink682.xml"/><Relationship Id="rId41" Type="http://schemas.openxmlformats.org/officeDocument/2006/relationships/image" Target="../media/image698.png"/><Relationship Id="rId62" Type="http://schemas.openxmlformats.org/officeDocument/2006/relationships/customXml" Target="../ink/ink703.xml"/><Relationship Id="rId83" Type="http://schemas.openxmlformats.org/officeDocument/2006/relationships/image" Target="../media/image719.png"/><Relationship Id="rId88" Type="http://schemas.openxmlformats.org/officeDocument/2006/relationships/customXml" Target="../ink/ink716.xml"/><Relationship Id="rId111" Type="http://schemas.openxmlformats.org/officeDocument/2006/relationships/image" Target="../media/image733.png"/><Relationship Id="rId132" Type="http://schemas.openxmlformats.org/officeDocument/2006/relationships/customXml" Target="../ink/ink738.xml"/><Relationship Id="rId15" Type="http://schemas.openxmlformats.org/officeDocument/2006/relationships/image" Target="../media/image685.png"/><Relationship Id="rId36" Type="http://schemas.openxmlformats.org/officeDocument/2006/relationships/customXml" Target="../ink/ink690.xml"/><Relationship Id="rId57" Type="http://schemas.openxmlformats.org/officeDocument/2006/relationships/image" Target="../media/image706.png"/><Relationship Id="rId106" Type="http://schemas.openxmlformats.org/officeDocument/2006/relationships/customXml" Target="../ink/ink725.xml"/><Relationship Id="rId127" Type="http://schemas.openxmlformats.org/officeDocument/2006/relationships/image" Target="../media/image741.png"/><Relationship Id="rId10" Type="http://schemas.openxmlformats.org/officeDocument/2006/relationships/customXml" Target="../ink/ink677.xml"/><Relationship Id="rId31" Type="http://schemas.openxmlformats.org/officeDocument/2006/relationships/image" Target="../media/image693.png"/><Relationship Id="rId52" Type="http://schemas.openxmlformats.org/officeDocument/2006/relationships/customXml" Target="../ink/ink698.xml"/><Relationship Id="rId73" Type="http://schemas.openxmlformats.org/officeDocument/2006/relationships/image" Target="../media/image714.png"/><Relationship Id="rId78" Type="http://schemas.openxmlformats.org/officeDocument/2006/relationships/customXml" Target="../ink/ink711.xml"/><Relationship Id="rId94" Type="http://schemas.openxmlformats.org/officeDocument/2006/relationships/customXml" Target="../ink/ink719.xml"/><Relationship Id="rId99" Type="http://schemas.openxmlformats.org/officeDocument/2006/relationships/image" Target="../media/image727.png"/><Relationship Id="rId101" Type="http://schemas.openxmlformats.org/officeDocument/2006/relationships/image" Target="../media/image728.png"/><Relationship Id="rId122" Type="http://schemas.openxmlformats.org/officeDocument/2006/relationships/customXml" Target="../ink/ink733.xml"/><Relationship Id="rId4" Type="http://schemas.openxmlformats.org/officeDocument/2006/relationships/image" Target="../media/image6.svg"/><Relationship Id="rId9" Type="http://schemas.openxmlformats.org/officeDocument/2006/relationships/image" Target="../media/image682.png"/><Relationship Id="rId26" Type="http://schemas.openxmlformats.org/officeDocument/2006/relationships/customXml" Target="../ink/ink685.xml"/><Relationship Id="rId47" Type="http://schemas.openxmlformats.org/officeDocument/2006/relationships/image" Target="../media/image701.png"/><Relationship Id="rId68" Type="http://schemas.openxmlformats.org/officeDocument/2006/relationships/customXml" Target="../ink/ink706.xml"/><Relationship Id="rId89" Type="http://schemas.openxmlformats.org/officeDocument/2006/relationships/image" Target="../media/image722.png"/><Relationship Id="rId112" Type="http://schemas.openxmlformats.org/officeDocument/2006/relationships/customXml" Target="../ink/ink728.xml"/><Relationship Id="rId133" Type="http://schemas.openxmlformats.org/officeDocument/2006/relationships/image" Target="../media/image744.png"/><Relationship Id="rId16" Type="http://schemas.openxmlformats.org/officeDocument/2006/relationships/customXml" Target="../ink/ink68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99.xml"/><Relationship Id="rId21" Type="http://schemas.openxmlformats.org/officeDocument/2006/relationships/customXml" Target="../ink/ink751.xml"/><Relationship Id="rId63" Type="http://schemas.openxmlformats.org/officeDocument/2006/relationships/customXml" Target="../ink/ink772.xml"/><Relationship Id="rId159" Type="http://schemas.openxmlformats.org/officeDocument/2006/relationships/customXml" Target="../ink/ink820.xml"/><Relationship Id="rId170" Type="http://schemas.openxmlformats.org/officeDocument/2006/relationships/image" Target="../media/image833.png"/><Relationship Id="rId226" Type="http://schemas.openxmlformats.org/officeDocument/2006/relationships/image" Target="../media/image861.png"/><Relationship Id="rId268" Type="http://schemas.openxmlformats.org/officeDocument/2006/relationships/image" Target="../media/image882.png"/><Relationship Id="rId32" Type="http://schemas.openxmlformats.org/officeDocument/2006/relationships/image" Target="../media/image764.png"/><Relationship Id="rId74" Type="http://schemas.openxmlformats.org/officeDocument/2006/relationships/image" Target="../media/image785.png"/><Relationship Id="rId128" Type="http://schemas.openxmlformats.org/officeDocument/2006/relationships/image" Target="../media/image812.png"/><Relationship Id="rId5" Type="http://schemas.openxmlformats.org/officeDocument/2006/relationships/customXml" Target="../ink/ink743.xml"/><Relationship Id="rId181" Type="http://schemas.openxmlformats.org/officeDocument/2006/relationships/customXml" Target="../ink/ink831.xml"/><Relationship Id="rId237" Type="http://schemas.openxmlformats.org/officeDocument/2006/relationships/customXml" Target="../ink/ink859.xml"/><Relationship Id="rId279" Type="http://schemas.openxmlformats.org/officeDocument/2006/relationships/customXml" Target="../ink/ink880.xml"/><Relationship Id="rId43" Type="http://schemas.openxmlformats.org/officeDocument/2006/relationships/customXml" Target="../ink/ink762.xml"/><Relationship Id="rId139" Type="http://schemas.openxmlformats.org/officeDocument/2006/relationships/customXml" Target="../ink/ink810.xml"/><Relationship Id="rId290" Type="http://schemas.openxmlformats.org/officeDocument/2006/relationships/image" Target="../media/image893.png"/><Relationship Id="rId85" Type="http://schemas.openxmlformats.org/officeDocument/2006/relationships/customXml" Target="../ink/ink783.xml"/><Relationship Id="rId150" Type="http://schemas.openxmlformats.org/officeDocument/2006/relationships/image" Target="../media/image823.png"/><Relationship Id="rId192" Type="http://schemas.openxmlformats.org/officeDocument/2006/relationships/image" Target="../media/image844.png"/><Relationship Id="rId206" Type="http://schemas.openxmlformats.org/officeDocument/2006/relationships/image" Target="../media/image851.png"/><Relationship Id="rId248" Type="http://schemas.openxmlformats.org/officeDocument/2006/relationships/image" Target="../media/image872.png"/><Relationship Id="rId269" Type="http://schemas.openxmlformats.org/officeDocument/2006/relationships/customXml" Target="../ink/ink875.xml"/><Relationship Id="rId12" Type="http://schemas.openxmlformats.org/officeDocument/2006/relationships/image" Target="../media/image754.png"/><Relationship Id="rId33" Type="http://schemas.openxmlformats.org/officeDocument/2006/relationships/customXml" Target="../ink/ink757.xml"/><Relationship Id="rId108" Type="http://schemas.openxmlformats.org/officeDocument/2006/relationships/image" Target="../media/image802.png"/><Relationship Id="rId129" Type="http://schemas.openxmlformats.org/officeDocument/2006/relationships/customXml" Target="../ink/ink805.xml"/><Relationship Id="rId280" Type="http://schemas.openxmlformats.org/officeDocument/2006/relationships/image" Target="../media/image888.png"/><Relationship Id="rId54" Type="http://schemas.openxmlformats.org/officeDocument/2006/relationships/image" Target="../media/image775.png"/><Relationship Id="rId75" Type="http://schemas.openxmlformats.org/officeDocument/2006/relationships/customXml" Target="../ink/ink778.xml"/><Relationship Id="rId96" Type="http://schemas.openxmlformats.org/officeDocument/2006/relationships/image" Target="../media/image796.png"/><Relationship Id="rId140" Type="http://schemas.openxmlformats.org/officeDocument/2006/relationships/image" Target="../media/image818.png"/><Relationship Id="rId161" Type="http://schemas.openxmlformats.org/officeDocument/2006/relationships/customXml" Target="../ink/ink821.xml"/><Relationship Id="rId182" Type="http://schemas.openxmlformats.org/officeDocument/2006/relationships/image" Target="../media/image839.png"/><Relationship Id="rId217" Type="http://schemas.openxmlformats.org/officeDocument/2006/relationships/customXml" Target="../ink/ink849.xml"/><Relationship Id="rId6" Type="http://schemas.openxmlformats.org/officeDocument/2006/relationships/image" Target="../media/image751.png"/><Relationship Id="rId238" Type="http://schemas.openxmlformats.org/officeDocument/2006/relationships/image" Target="../media/image867.png"/><Relationship Id="rId259" Type="http://schemas.openxmlformats.org/officeDocument/2006/relationships/customXml" Target="../ink/ink870.xml"/><Relationship Id="rId23" Type="http://schemas.openxmlformats.org/officeDocument/2006/relationships/customXml" Target="../ink/ink752.xml"/><Relationship Id="rId119" Type="http://schemas.openxmlformats.org/officeDocument/2006/relationships/customXml" Target="../ink/ink800.xml"/><Relationship Id="rId270" Type="http://schemas.openxmlformats.org/officeDocument/2006/relationships/image" Target="../media/image883.png"/><Relationship Id="rId44" Type="http://schemas.openxmlformats.org/officeDocument/2006/relationships/image" Target="../media/image770.png"/><Relationship Id="rId65" Type="http://schemas.openxmlformats.org/officeDocument/2006/relationships/customXml" Target="../ink/ink773.xml"/><Relationship Id="rId86" Type="http://schemas.openxmlformats.org/officeDocument/2006/relationships/image" Target="../media/image791.png"/><Relationship Id="rId130" Type="http://schemas.openxmlformats.org/officeDocument/2006/relationships/image" Target="../media/image813.png"/><Relationship Id="rId151" Type="http://schemas.openxmlformats.org/officeDocument/2006/relationships/customXml" Target="../ink/ink816.xml"/><Relationship Id="rId172" Type="http://schemas.openxmlformats.org/officeDocument/2006/relationships/image" Target="../media/image834.png"/><Relationship Id="rId193" Type="http://schemas.openxmlformats.org/officeDocument/2006/relationships/customXml" Target="../ink/ink837.xml"/><Relationship Id="rId207" Type="http://schemas.openxmlformats.org/officeDocument/2006/relationships/customXml" Target="../ink/ink844.xml"/><Relationship Id="rId228" Type="http://schemas.openxmlformats.org/officeDocument/2006/relationships/image" Target="../media/image862.png"/><Relationship Id="rId249" Type="http://schemas.openxmlformats.org/officeDocument/2006/relationships/customXml" Target="../ink/ink865.xml"/><Relationship Id="rId13" Type="http://schemas.openxmlformats.org/officeDocument/2006/relationships/customXml" Target="../ink/ink747.xml"/><Relationship Id="rId109" Type="http://schemas.openxmlformats.org/officeDocument/2006/relationships/customXml" Target="../ink/ink795.xml"/><Relationship Id="rId260" Type="http://schemas.openxmlformats.org/officeDocument/2006/relationships/image" Target="../media/image878.png"/><Relationship Id="rId281" Type="http://schemas.openxmlformats.org/officeDocument/2006/relationships/customXml" Target="../ink/ink881.xml"/><Relationship Id="rId34" Type="http://schemas.openxmlformats.org/officeDocument/2006/relationships/image" Target="../media/image765.png"/><Relationship Id="rId55" Type="http://schemas.openxmlformats.org/officeDocument/2006/relationships/customXml" Target="../ink/ink768.xml"/><Relationship Id="rId76" Type="http://schemas.openxmlformats.org/officeDocument/2006/relationships/image" Target="../media/image786.png"/><Relationship Id="rId97" Type="http://schemas.openxmlformats.org/officeDocument/2006/relationships/customXml" Target="../ink/ink789.xml"/><Relationship Id="rId120" Type="http://schemas.openxmlformats.org/officeDocument/2006/relationships/image" Target="../media/image808.png"/><Relationship Id="rId141" Type="http://schemas.openxmlformats.org/officeDocument/2006/relationships/customXml" Target="../ink/ink811.xml"/><Relationship Id="rId7" Type="http://schemas.openxmlformats.org/officeDocument/2006/relationships/customXml" Target="../ink/ink744.xml"/><Relationship Id="rId162" Type="http://schemas.openxmlformats.org/officeDocument/2006/relationships/image" Target="../media/image829.png"/><Relationship Id="rId183" Type="http://schemas.openxmlformats.org/officeDocument/2006/relationships/customXml" Target="../ink/ink832.xml"/><Relationship Id="rId218" Type="http://schemas.openxmlformats.org/officeDocument/2006/relationships/image" Target="../media/image857.png"/><Relationship Id="rId239" Type="http://schemas.openxmlformats.org/officeDocument/2006/relationships/customXml" Target="../ink/ink860.xml"/><Relationship Id="rId250" Type="http://schemas.openxmlformats.org/officeDocument/2006/relationships/image" Target="../media/image873.png"/><Relationship Id="rId271" Type="http://schemas.openxmlformats.org/officeDocument/2006/relationships/customXml" Target="../ink/ink876.xml"/><Relationship Id="rId24" Type="http://schemas.openxmlformats.org/officeDocument/2006/relationships/image" Target="../media/image760.png"/><Relationship Id="rId45" Type="http://schemas.openxmlformats.org/officeDocument/2006/relationships/customXml" Target="../ink/ink763.xml"/><Relationship Id="rId66" Type="http://schemas.openxmlformats.org/officeDocument/2006/relationships/image" Target="../media/image781.png"/><Relationship Id="rId87" Type="http://schemas.openxmlformats.org/officeDocument/2006/relationships/customXml" Target="../ink/ink784.xml"/><Relationship Id="rId110" Type="http://schemas.openxmlformats.org/officeDocument/2006/relationships/image" Target="../media/image803.png"/><Relationship Id="rId131" Type="http://schemas.openxmlformats.org/officeDocument/2006/relationships/customXml" Target="../ink/ink806.xml"/><Relationship Id="rId152" Type="http://schemas.openxmlformats.org/officeDocument/2006/relationships/image" Target="../media/image824.png"/><Relationship Id="rId173" Type="http://schemas.openxmlformats.org/officeDocument/2006/relationships/customXml" Target="../ink/ink827.xml"/><Relationship Id="rId194" Type="http://schemas.openxmlformats.org/officeDocument/2006/relationships/image" Target="../media/image845.png"/><Relationship Id="rId208" Type="http://schemas.openxmlformats.org/officeDocument/2006/relationships/image" Target="../media/image852.png"/><Relationship Id="rId229" Type="http://schemas.openxmlformats.org/officeDocument/2006/relationships/customXml" Target="../ink/ink855.xml"/><Relationship Id="rId240" Type="http://schemas.openxmlformats.org/officeDocument/2006/relationships/image" Target="../media/image868.png"/><Relationship Id="rId261" Type="http://schemas.openxmlformats.org/officeDocument/2006/relationships/customXml" Target="../ink/ink871.xml"/><Relationship Id="rId14" Type="http://schemas.openxmlformats.org/officeDocument/2006/relationships/image" Target="../media/image755.png"/><Relationship Id="rId35" Type="http://schemas.openxmlformats.org/officeDocument/2006/relationships/customXml" Target="../ink/ink758.xml"/><Relationship Id="rId56" Type="http://schemas.openxmlformats.org/officeDocument/2006/relationships/image" Target="../media/image776.png"/><Relationship Id="rId77" Type="http://schemas.openxmlformats.org/officeDocument/2006/relationships/customXml" Target="../ink/ink779.xml"/><Relationship Id="rId100" Type="http://schemas.openxmlformats.org/officeDocument/2006/relationships/image" Target="../media/image798.png"/><Relationship Id="rId282" Type="http://schemas.openxmlformats.org/officeDocument/2006/relationships/image" Target="../media/image889.png"/><Relationship Id="rId8" Type="http://schemas.openxmlformats.org/officeDocument/2006/relationships/image" Target="../media/image752.png"/><Relationship Id="rId98" Type="http://schemas.openxmlformats.org/officeDocument/2006/relationships/image" Target="../media/image797.png"/><Relationship Id="rId121" Type="http://schemas.openxmlformats.org/officeDocument/2006/relationships/customXml" Target="../ink/ink801.xml"/><Relationship Id="rId142" Type="http://schemas.openxmlformats.org/officeDocument/2006/relationships/image" Target="../media/image819.png"/><Relationship Id="rId163" Type="http://schemas.openxmlformats.org/officeDocument/2006/relationships/customXml" Target="../ink/ink822.xml"/><Relationship Id="rId184" Type="http://schemas.openxmlformats.org/officeDocument/2006/relationships/image" Target="../media/image840.png"/><Relationship Id="rId219" Type="http://schemas.openxmlformats.org/officeDocument/2006/relationships/customXml" Target="../ink/ink850.xml"/><Relationship Id="rId230" Type="http://schemas.openxmlformats.org/officeDocument/2006/relationships/image" Target="../media/image863.png"/><Relationship Id="rId251" Type="http://schemas.openxmlformats.org/officeDocument/2006/relationships/customXml" Target="../ink/ink866.xml"/><Relationship Id="rId25" Type="http://schemas.openxmlformats.org/officeDocument/2006/relationships/customXml" Target="../ink/ink753.xml"/><Relationship Id="rId46" Type="http://schemas.openxmlformats.org/officeDocument/2006/relationships/image" Target="../media/image771.png"/><Relationship Id="rId67" Type="http://schemas.openxmlformats.org/officeDocument/2006/relationships/customXml" Target="../ink/ink774.xml"/><Relationship Id="rId272" Type="http://schemas.openxmlformats.org/officeDocument/2006/relationships/image" Target="../media/image884.png"/><Relationship Id="rId88" Type="http://schemas.openxmlformats.org/officeDocument/2006/relationships/image" Target="../media/image792.png"/><Relationship Id="rId111" Type="http://schemas.openxmlformats.org/officeDocument/2006/relationships/customXml" Target="../ink/ink796.xml"/><Relationship Id="rId132" Type="http://schemas.openxmlformats.org/officeDocument/2006/relationships/image" Target="../media/image814.png"/><Relationship Id="rId153" Type="http://schemas.openxmlformats.org/officeDocument/2006/relationships/customXml" Target="../ink/ink817.xml"/><Relationship Id="rId174" Type="http://schemas.openxmlformats.org/officeDocument/2006/relationships/image" Target="../media/image835.png"/><Relationship Id="rId195" Type="http://schemas.openxmlformats.org/officeDocument/2006/relationships/customXml" Target="../ink/ink838.xml"/><Relationship Id="rId209" Type="http://schemas.openxmlformats.org/officeDocument/2006/relationships/customXml" Target="../ink/ink845.xml"/><Relationship Id="rId220" Type="http://schemas.openxmlformats.org/officeDocument/2006/relationships/image" Target="../media/image858.png"/><Relationship Id="rId241" Type="http://schemas.openxmlformats.org/officeDocument/2006/relationships/customXml" Target="../ink/ink861.xml"/><Relationship Id="rId15" Type="http://schemas.openxmlformats.org/officeDocument/2006/relationships/customXml" Target="../ink/ink748.xml"/><Relationship Id="rId36" Type="http://schemas.openxmlformats.org/officeDocument/2006/relationships/image" Target="../media/image766.png"/><Relationship Id="rId57" Type="http://schemas.openxmlformats.org/officeDocument/2006/relationships/customXml" Target="../ink/ink769.xml"/><Relationship Id="rId262" Type="http://schemas.openxmlformats.org/officeDocument/2006/relationships/image" Target="../media/image879.png"/><Relationship Id="rId283" Type="http://schemas.openxmlformats.org/officeDocument/2006/relationships/customXml" Target="../ink/ink882.xml"/><Relationship Id="rId78" Type="http://schemas.openxmlformats.org/officeDocument/2006/relationships/image" Target="../media/image787.png"/><Relationship Id="rId99" Type="http://schemas.openxmlformats.org/officeDocument/2006/relationships/customXml" Target="../ink/ink790.xml"/><Relationship Id="rId101" Type="http://schemas.openxmlformats.org/officeDocument/2006/relationships/customXml" Target="../ink/ink791.xml"/><Relationship Id="rId122" Type="http://schemas.openxmlformats.org/officeDocument/2006/relationships/image" Target="../media/image809.png"/><Relationship Id="rId143" Type="http://schemas.openxmlformats.org/officeDocument/2006/relationships/customXml" Target="../ink/ink812.xml"/><Relationship Id="rId164" Type="http://schemas.openxmlformats.org/officeDocument/2006/relationships/image" Target="../media/image830.png"/><Relationship Id="rId185" Type="http://schemas.openxmlformats.org/officeDocument/2006/relationships/customXml" Target="../ink/ink833.xml"/><Relationship Id="rId9" Type="http://schemas.openxmlformats.org/officeDocument/2006/relationships/customXml" Target="../ink/ink745.xml"/><Relationship Id="rId210" Type="http://schemas.openxmlformats.org/officeDocument/2006/relationships/image" Target="../media/image853.png"/><Relationship Id="rId26" Type="http://schemas.openxmlformats.org/officeDocument/2006/relationships/image" Target="../media/image761.png"/><Relationship Id="rId231" Type="http://schemas.openxmlformats.org/officeDocument/2006/relationships/customXml" Target="../ink/ink856.xml"/><Relationship Id="rId252" Type="http://schemas.openxmlformats.org/officeDocument/2006/relationships/image" Target="../media/image874.png"/><Relationship Id="rId273" Type="http://schemas.openxmlformats.org/officeDocument/2006/relationships/customXml" Target="../ink/ink877.xml"/><Relationship Id="rId47" Type="http://schemas.openxmlformats.org/officeDocument/2006/relationships/customXml" Target="../ink/ink764.xml"/><Relationship Id="rId68" Type="http://schemas.openxmlformats.org/officeDocument/2006/relationships/image" Target="../media/image782.png"/><Relationship Id="rId89" Type="http://schemas.openxmlformats.org/officeDocument/2006/relationships/customXml" Target="../ink/ink785.xml"/><Relationship Id="rId112" Type="http://schemas.openxmlformats.org/officeDocument/2006/relationships/image" Target="../media/image804.png"/><Relationship Id="rId133" Type="http://schemas.openxmlformats.org/officeDocument/2006/relationships/customXml" Target="../ink/ink807.xml"/><Relationship Id="rId154" Type="http://schemas.openxmlformats.org/officeDocument/2006/relationships/image" Target="../media/image825.png"/><Relationship Id="rId175" Type="http://schemas.openxmlformats.org/officeDocument/2006/relationships/customXml" Target="../ink/ink828.xml"/><Relationship Id="rId196" Type="http://schemas.openxmlformats.org/officeDocument/2006/relationships/image" Target="../media/image846.png"/><Relationship Id="rId200" Type="http://schemas.openxmlformats.org/officeDocument/2006/relationships/image" Target="../media/image848.png"/><Relationship Id="rId16" Type="http://schemas.openxmlformats.org/officeDocument/2006/relationships/image" Target="../media/image756.png"/><Relationship Id="rId221" Type="http://schemas.openxmlformats.org/officeDocument/2006/relationships/customXml" Target="../ink/ink851.xml"/><Relationship Id="rId242" Type="http://schemas.openxmlformats.org/officeDocument/2006/relationships/image" Target="../media/image869.png"/><Relationship Id="rId263" Type="http://schemas.openxmlformats.org/officeDocument/2006/relationships/customXml" Target="../ink/ink872.xml"/><Relationship Id="rId284" Type="http://schemas.openxmlformats.org/officeDocument/2006/relationships/image" Target="../media/image890.png"/><Relationship Id="rId37" Type="http://schemas.openxmlformats.org/officeDocument/2006/relationships/customXml" Target="../ink/ink759.xml"/><Relationship Id="rId58" Type="http://schemas.openxmlformats.org/officeDocument/2006/relationships/image" Target="../media/image777.png"/><Relationship Id="rId79" Type="http://schemas.openxmlformats.org/officeDocument/2006/relationships/customXml" Target="../ink/ink780.xml"/><Relationship Id="rId102" Type="http://schemas.openxmlformats.org/officeDocument/2006/relationships/image" Target="../media/image799.png"/><Relationship Id="rId123" Type="http://schemas.openxmlformats.org/officeDocument/2006/relationships/customXml" Target="../ink/ink802.xml"/><Relationship Id="rId144" Type="http://schemas.openxmlformats.org/officeDocument/2006/relationships/image" Target="../media/image820.png"/><Relationship Id="rId90" Type="http://schemas.openxmlformats.org/officeDocument/2006/relationships/image" Target="../media/image793.png"/><Relationship Id="rId165" Type="http://schemas.openxmlformats.org/officeDocument/2006/relationships/customXml" Target="../ink/ink823.xml"/><Relationship Id="rId186" Type="http://schemas.openxmlformats.org/officeDocument/2006/relationships/image" Target="../media/image841.png"/><Relationship Id="rId211" Type="http://schemas.openxmlformats.org/officeDocument/2006/relationships/customXml" Target="../ink/ink846.xml"/><Relationship Id="rId232" Type="http://schemas.openxmlformats.org/officeDocument/2006/relationships/image" Target="../media/image864.png"/><Relationship Id="rId253" Type="http://schemas.openxmlformats.org/officeDocument/2006/relationships/customXml" Target="../ink/ink867.xml"/><Relationship Id="rId274" Type="http://schemas.openxmlformats.org/officeDocument/2006/relationships/image" Target="../media/image885.png"/><Relationship Id="rId27" Type="http://schemas.openxmlformats.org/officeDocument/2006/relationships/customXml" Target="../ink/ink754.xml"/><Relationship Id="rId48" Type="http://schemas.openxmlformats.org/officeDocument/2006/relationships/image" Target="../media/image772.png"/><Relationship Id="rId69" Type="http://schemas.openxmlformats.org/officeDocument/2006/relationships/customXml" Target="../ink/ink775.xml"/><Relationship Id="rId113" Type="http://schemas.openxmlformats.org/officeDocument/2006/relationships/customXml" Target="../ink/ink797.xml"/><Relationship Id="rId134" Type="http://schemas.openxmlformats.org/officeDocument/2006/relationships/image" Target="../media/image815.png"/><Relationship Id="rId80" Type="http://schemas.openxmlformats.org/officeDocument/2006/relationships/image" Target="../media/image788.png"/><Relationship Id="rId155" Type="http://schemas.openxmlformats.org/officeDocument/2006/relationships/customXml" Target="../ink/ink818.xml"/><Relationship Id="rId176" Type="http://schemas.openxmlformats.org/officeDocument/2006/relationships/image" Target="../media/image836.png"/><Relationship Id="rId197" Type="http://schemas.openxmlformats.org/officeDocument/2006/relationships/customXml" Target="../ink/ink839.xml"/><Relationship Id="rId201" Type="http://schemas.openxmlformats.org/officeDocument/2006/relationships/customXml" Target="../ink/ink841.xml"/><Relationship Id="rId222" Type="http://schemas.openxmlformats.org/officeDocument/2006/relationships/image" Target="../media/image859.png"/><Relationship Id="rId243" Type="http://schemas.openxmlformats.org/officeDocument/2006/relationships/customXml" Target="../ink/ink862.xml"/><Relationship Id="rId264" Type="http://schemas.openxmlformats.org/officeDocument/2006/relationships/image" Target="../media/image880.png"/><Relationship Id="rId285" Type="http://schemas.openxmlformats.org/officeDocument/2006/relationships/customXml" Target="../ink/ink883.xml"/><Relationship Id="rId17" Type="http://schemas.openxmlformats.org/officeDocument/2006/relationships/customXml" Target="../ink/ink749.xml"/><Relationship Id="rId38" Type="http://schemas.openxmlformats.org/officeDocument/2006/relationships/image" Target="../media/image767.png"/><Relationship Id="rId59" Type="http://schemas.openxmlformats.org/officeDocument/2006/relationships/customXml" Target="../ink/ink770.xml"/><Relationship Id="rId103" Type="http://schemas.openxmlformats.org/officeDocument/2006/relationships/customXml" Target="../ink/ink792.xml"/><Relationship Id="rId124" Type="http://schemas.openxmlformats.org/officeDocument/2006/relationships/image" Target="../media/image810.png"/><Relationship Id="rId70" Type="http://schemas.openxmlformats.org/officeDocument/2006/relationships/image" Target="../media/image783.png"/><Relationship Id="rId91" Type="http://schemas.openxmlformats.org/officeDocument/2006/relationships/customXml" Target="../ink/ink786.xml"/><Relationship Id="rId145" Type="http://schemas.openxmlformats.org/officeDocument/2006/relationships/customXml" Target="../ink/ink813.xml"/><Relationship Id="rId166" Type="http://schemas.openxmlformats.org/officeDocument/2006/relationships/image" Target="../media/image831.png"/><Relationship Id="rId187" Type="http://schemas.openxmlformats.org/officeDocument/2006/relationships/customXml" Target="../ink/ink83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54.png"/><Relationship Id="rId233" Type="http://schemas.openxmlformats.org/officeDocument/2006/relationships/customXml" Target="../ink/ink857.xml"/><Relationship Id="rId254" Type="http://schemas.openxmlformats.org/officeDocument/2006/relationships/image" Target="../media/image875.png"/><Relationship Id="rId28" Type="http://schemas.openxmlformats.org/officeDocument/2006/relationships/image" Target="../media/image762.png"/><Relationship Id="rId49" Type="http://schemas.openxmlformats.org/officeDocument/2006/relationships/customXml" Target="../ink/ink765.xml"/><Relationship Id="rId114" Type="http://schemas.openxmlformats.org/officeDocument/2006/relationships/image" Target="../media/image805.png"/><Relationship Id="rId275" Type="http://schemas.openxmlformats.org/officeDocument/2006/relationships/customXml" Target="../ink/ink878.xml"/><Relationship Id="rId60" Type="http://schemas.openxmlformats.org/officeDocument/2006/relationships/image" Target="../media/image778.png"/><Relationship Id="rId81" Type="http://schemas.openxmlformats.org/officeDocument/2006/relationships/customXml" Target="../ink/ink781.xml"/><Relationship Id="rId135" Type="http://schemas.openxmlformats.org/officeDocument/2006/relationships/customXml" Target="../ink/ink808.xml"/><Relationship Id="rId156" Type="http://schemas.openxmlformats.org/officeDocument/2006/relationships/image" Target="../media/image826.png"/><Relationship Id="rId177" Type="http://schemas.openxmlformats.org/officeDocument/2006/relationships/customXml" Target="../ink/ink829.xml"/><Relationship Id="rId198" Type="http://schemas.openxmlformats.org/officeDocument/2006/relationships/image" Target="../media/image847.png"/><Relationship Id="rId202" Type="http://schemas.openxmlformats.org/officeDocument/2006/relationships/image" Target="../media/image849.png"/><Relationship Id="rId223" Type="http://schemas.openxmlformats.org/officeDocument/2006/relationships/customXml" Target="../ink/ink852.xml"/><Relationship Id="rId244" Type="http://schemas.openxmlformats.org/officeDocument/2006/relationships/image" Target="../media/image870.png"/><Relationship Id="rId18" Type="http://schemas.openxmlformats.org/officeDocument/2006/relationships/image" Target="../media/image757.png"/><Relationship Id="rId39" Type="http://schemas.openxmlformats.org/officeDocument/2006/relationships/customXml" Target="../ink/ink760.xml"/><Relationship Id="rId265" Type="http://schemas.openxmlformats.org/officeDocument/2006/relationships/customXml" Target="../ink/ink873.xml"/><Relationship Id="rId286" Type="http://schemas.openxmlformats.org/officeDocument/2006/relationships/image" Target="../media/image891.png"/><Relationship Id="rId50" Type="http://schemas.openxmlformats.org/officeDocument/2006/relationships/image" Target="../media/image773.png"/><Relationship Id="rId104" Type="http://schemas.openxmlformats.org/officeDocument/2006/relationships/image" Target="../media/image800.png"/><Relationship Id="rId125" Type="http://schemas.openxmlformats.org/officeDocument/2006/relationships/customXml" Target="../ink/ink803.xml"/><Relationship Id="rId146" Type="http://schemas.openxmlformats.org/officeDocument/2006/relationships/image" Target="../media/image821.png"/><Relationship Id="rId167" Type="http://schemas.openxmlformats.org/officeDocument/2006/relationships/customXml" Target="../ink/ink824.xml"/><Relationship Id="rId188" Type="http://schemas.openxmlformats.org/officeDocument/2006/relationships/image" Target="../media/image842.png"/><Relationship Id="rId71" Type="http://schemas.openxmlformats.org/officeDocument/2006/relationships/customXml" Target="../ink/ink776.xml"/><Relationship Id="rId92" Type="http://schemas.openxmlformats.org/officeDocument/2006/relationships/image" Target="../media/image794.png"/><Relationship Id="rId213" Type="http://schemas.openxmlformats.org/officeDocument/2006/relationships/customXml" Target="../ink/ink847.xml"/><Relationship Id="rId234" Type="http://schemas.openxmlformats.org/officeDocument/2006/relationships/image" Target="../media/image865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755.xml"/><Relationship Id="rId255" Type="http://schemas.openxmlformats.org/officeDocument/2006/relationships/customXml" Target="../ink/ink868.xml"/><Relationship Id="rId276" Type="http://schemas.openxmlformats.org/officeDocument/2006/relationships/image" Target="../media/image886.png"/><Relationship Id="rId40" Type="http://schemas.openxmlformats.org/officeDocument/2006/relationships/image" Target="../media/image768.png"/><Relationship Id="rId115" Type="http://schemas.openxmlformats.org/officeDocument/2006/relationships/customXml" Target="../ink/ink798.xml"/><Relationship Id="rId136" Type="http://schemas.openxmlformats.org/officeDocument/2006/relationships/image" Target="../media/image816.png"/><Relationship Id="rId157" Type="http://schemas.openxmlformats.org/officeDocument/2006/relationships/customXml" Target="../ink/ink819.xml"/><Relationship Id="rId178" Type="http://schemas.openxmlformats.org/officeDocument/2006/relationships/image" Target="../media/image837.png"/><Relationship Id="rId61" Type="http://schemas.openxmlformats.org/officeDocument/2006/relationships/customXml" Target="../ink/ink771.xml"/><Relationship Id="rId82" Type="http://schemas.openxmlformats.org/officeDocument/2006/relationships/image" Target="../media/image789.png"/><Relationship Id="rId199" Type="http://schemas.openxmlformats.org/officeDocument/2006/relationships/customXml" Target="../ink/ink840.xml"/><Relationship Id="rId203" Type="http://schemas.openxmlformats.org/officeDocument/2006/relationships/customXml" Target="../ink/ink842.xml"/><Relationship Id="rId19" Type="http://schemas.openxmlformats.org/officeDocument/2006/relationships/customXml" Target="../ink/ink750.xml"/><Relationship Id="rId224" Type="http://schemas.openxmlformats.org/officeDocument/2006/relationships/image" Target="../media/image860.png"/><Relationship Id="rId245" Type="http://schemas.openxmlformats.org/officeDocument/2006/relationships/customXml" Target="../ink/ink863.xml"/><Relationship Id="rId266" Type="http://schemas.openxmlformats.org/officeDocument/2006/relationships/image" Target="../media/image881.png"/><Relationship Id="rId287" Type="http://schemas.openxmlformats.org/officeDocument/2006/relationships/customXml" Target="../ink/ink884.xml"/><Relationship Id="rId30" Type="http://schemas.openxmlformats.org/officeDocument/2006/relationships/image" Target="../media/image763.png"/><Relationship Id="rId105" Type="http://schemas.openxmlformats.org/officeDocument/2006/relationships/customXml" Target="../ink/ink793.xml"/><Relationship Id="rId126" Type="http://schemas.openxmlformats.org/officeDocument/2006/relationships/image" Target="../media/image811.png"/><Relationship Id="rId147" Type="http://schemas.openxmlformats.org/officeDocument/2006/relationships/customXml" Target="../ink/ink814.xml"/><Relationship Id="rId168" Type="http://schemas.openxmlformats.org/officeDocument/2006/relationships/image" Target="../media/image832.png"/><Relationship Id="rId51" Type="http://schemas.openxmlformats.org/officeDocument/2006/relationships/customXml" Target="../ink/ink766.xml"/><Relationship Id="rId72" Type="http://schemas.openxmlformats.org/officeDocument/2006/relationships/image" Target="../media/image784.png"/><Relationship Id="rId93" Type="http://schemas.openxmlformats.org/officeDocument/2006/relationships/customXml" Target="../ink/ink787.xml"/><Relationship Id="rId189" Type="http://schemas.openxmlformats.org/officeDocument/2006/relationships/customXml" Target="../ink/ink835.xml"/><Relationship Id="rId3" Type="http://schemas.openxmlformats.org/officeDocument/2006/relationships/image" Target="../media/image8.svg"/><Relationship Id="rId214" Type="http://schemas.openxmlformats.org/officeDocument/2006/relationships/image" Target="../media/image855.png"/><Relationship Id="rId235" Type="http://schemas.openxmlformats.org/officeDocument/2006/relationships/customXml" Target="../ink/ink858.xml"/><Relationship Id="rId256" Type="http://schemas.openxmlformats.org/officeDocument/2006/relationships/image" Target="../media/image876.png"/><Relationship Id="rId277" Type="http://schemas.openxmlformats.org/officeDocument/2006/relationships/customXml" Target="../ink/ink879.xml"/><Relationship Id="rId116" Type="http://schemas.openxmlformats.org/officeDocument/2006/relationships/image" Target="../media/image806.png"/><Relationship Id="rId137" Type="http://schemas.openxmlformats.org/officeDocument/2006/relationships/customXml" Target="../ink/ink809.xml"/><Relationship Id="rId158" Type="http://schemas.openxmlformats.org/officeDocument/2006/relationships/image" Target="../media/image827.png"/><Relationship Id="rId20" Type="http://schemas.openxmlformats.org/officeDocument/2006/relationships/image" Target="../media/image758.png"/><Relationship Id="rId41" Type="http://schemas.openxmlformats.org/officeDocument/2006/relationships/customXml" Target="../ink/ink761.xml"/><Relationship Id="rId62" Type="http://schemas.openxmlformats.org/officeDocument/2006/relationships/image" Target="../media/image779.png"/><Relationship Id="rId83" Type="http://schemas.openxmlformats.org/officeDocument/2006/relationships/customXml" Target="../ink/ink782.xml"/><Relationship Id="rId179" Type="http://schemas.openxmlformats.org/officeDocument/2006/relationships/customXml" Target="../ink/ink830.xml"/><Relationship Id="rId190" Type="http://schemas.openxmlformats.org/officeDocument/2006/relationships/image" Target="../media/image843.png"/><Relationship Id="rId204" Type="http://schemas.openxmlformats.org/officeDocument/2006/relationships/image" Target="../media/image850.png"/><Relationship Id="rId225" Type="http://schemas.openxmlformats.org/officeDocument/2006/relationships/customXml" Target="../ink/ink853.xml"/><Relationship Id="rId246" Type="http://schemas.openxmlformats.org/officeDocument/2006/relationships/image" Target="../media/image871.png"/><Relationship Id="rId267" Type="http://schemas.openxmlformats.org/officeDocument/2006/relationships/customXml" Target="../ink/ink874.xml"/><Relationship Id="rId288" Type="http://schemas.openxmlformats.org/officeDocument/2006/relationships/image" Target="../media/image892.png"/><Relationship Id="rId106" Type="http://schemas.openxmlformats.org/officeDocument/2006/relationships/image" Target="../media/image801.png"/><Relationship Id="rId127" Type="http://schemas.openxmlformats.org/officeDocument/2006/relationships/customXml" Target="../ink/ink804.xml"/><Relationship Id="rId10" Type="http://schemas.openxmlformats.org/officeDocument/2006/relationships/image" Target="../media/image753.png"/><Relationship Id="rId31" Type="http://schemas.openxmlformats.org/officeDocument/2006/relationships/customXml" Target="../ink/ink756.xml"/><Relationship Id="rId52" Type="http://schemas.openxmlformats.org/officeDocument/2006/relationships/image" Target="../media/image774.png"/><Relationship Id="rId73" Type="http://schemas.openxmlformats.org/officeDocument/2006/relationships/customXml" Target="../ink/ink777.xml"/><Relationship Id="rId94" Type="http://schemas.openxmlformats.org/officeDocument/2006/relationships/image" Target="../media/image795.png"/><Relationship Id="rId148" Type="http://schemas.openxmlformats.org/officeDocument/2006/relationships/image" Target="../media/image822.png"/><Relationship Id="rId169" Type="http://schemas.openxmlformats.org/officeDocument/2006/relationships/customXml" Target="../ink/ink825.xml"/><Relationship Id="rId4" Type="http://schemas.openxmlformats.org/officeDocument/2006/relationships/image" Target="../media/image9.svg"/><Relationship Id="rId180" Type="http://schemas.openxmlformats.org/officeDocument/2006/relationships/image" Target="../media/image838.png"/><Relationship Id="rId215" Type="http://schemas.openxmlformats.org/officeDocument/2006/relationships/customXml" Target="../ink/ink848.xml"/><Relationship Id="rId236" Type="http://schemas.openxmlformats.org/officeDocument/2006/relationships/image" Target="../media/image866.png"/><Relationship Id="rId257" Type="http://schemas.openxmlformats.org/officeDocument/2006/relationships/customXml" Target="../ink/ink869.xml"/><Relationship Id="rId278" Type="http://schemas.openxmlformats.org/officeDocument/2006/relationships/image" Target="../media/image887.png"/><Relationship Id="rId42" Type="http://schemas.openxmlformats.org/officeDocument/2006/relationships/image" Target="../media/image769.png"/><Relationship Id="rId84" Type="http://schemas.openxmlformats.org/officeDocument/2006/relationships/image" Target="../media/image790.png"/><Relationship Id="rId138" Type="http://schemas.openxmlformats.org/officeDocument/2006/relationships/image" Target="../media/image817.png"/><Relationship Id="rId191" Type="http://schemas.openxmlformats.org/officeDocument/2006/relationships/customXml" Target="../ink/ink836.xml"/><Relationship Id="rId205" Type="http://schemas.openxmlformats.org/officeDocument/2006/relationships/customXml" Target="../ink/ink843.xml"/><Relationship Id="rId247" Type="http://schemas.openxmlformats.org/officeDocument/2006/relationships/customXml" Target="../ink/ink864.xml"/><Relationship Id="rId107" Type="http://schemas.openxmlformats.org/officeDocument/2006/relationships/customXml" Target="../ink/ink794.xml"/><Relationship Id="rId289" Type="http://schemas.openxmlformats.org/officeDocument/2006/relationships/customXml" Target="../ink/ink885.xml"/><Relationship Id="rId11" Type="http://schemas.openxmlformats.org/officeDocument/2006/relationships/customXml" Target="../ink/ink746.xml"/><Relationship Id="rId53" Type="http://schemas.openxmlformats.org/officeDocument/2006/relationships/customXml" Target="../ink/ink767.xml"/><Relationship Id="rId149" Type="http://schemas.openxmlformats.org/officeDocument/2006/relationships/customXml" Target="../ink/ink815.xml"/><Relationship Id="rId95" Type="http://schemas.openxmlformats.org/officeDocument/2006/relationships/customXml" Target="../ink/ink788.xml"/><Relationship Id="rId160" Type="http://schemas.openxmlformats.org/officeDocument/2006/relationships/image" Target="../media/image828.png"/><Relationship Id="rId216" Type="http://schemas.openxmlformats.org/officeDocument/2006/relationships/image" Target="../media/image856.png"/><Relationship Id="rId258" Type="http://schemas.openxmlformats.org/officeDocument/2006/relationships/image" Target="../media/image877.png"/><Relationship Id="rId22" Type="http://schemas.openxmlformats.org/officeDocument/2006/relationships/image" Target="../media/image759.png"/><Relationship Id="rId64" Type="http://schemas.openxmlformats.org/officeDocument/2006/relationships/image" Target="../media/image780.png"/><Relationship Id="rId118" Type="http://schemas.openxmlformats.org/officeDocument/2006/relationships/image" Target="../media/image807.png"/><Relationship Id="rId171" Type="http://schemas.openxmlformats.org/officeDocument/2006/relationships/customXml" Target="../ink/ink826.xml"/><Relationship Id="rId227" Type="http://schemas.openxmlformats.org/officeDocument/2006/relationships/customXml" Target="../ink/ink854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2.png"/><Relationship Id="rId21" Type="http://schemas.openxmlformats.org/officeDocument/2006/relationships/image" Target="../media/image894.png"/><Relationship Id="rId42" Type="http://schemas.openxmlformats.org/officeDocument/2006/relationships/customXml" Target="../ink/ink905.xml"/><Relationship Id="rId63" Type="http://schemas.openxmlformats.org/officeDocument/2006/relationships/image" Target="../media/image915.png"/><Relationship Id="rId84" Type="http://schemas.openxmlformats.org/officeDocument/2006/relationships/customXml" Target="../ink/ink926.xml"/><Relationship Id="rId138" Type="http://schemas.openxmlformats.org/officeDocument/2006/relationships/customXml" Target="../ink/ink953.xml"/><Relationship Id="rId159" Type="http://schemas.openxmlformats.org/officeDocument/2006/relationships/image" Target="../media/image963.png"/><Relationship Id="rId170" Type="http://schemas.openxmlformats.org/officeDocument/2006/relationships/customXml" Target="../ink/ink969.xml"/><Relationship Id="rId191" Type="http://schemas.openxmlformats.org/officeDocument/2006/relationships/image" Target="../media/image979.png"/><Relationship Id="rId205" Type="http://schemas.openxmlformats.org/officeDocument/2006/relationships/image" Target="../media/image986.png"/><Relationship Id="rId107" Type="http://schemas.openxmlformats.org/officeDocument/2006/relationships/image" Target="../media/image937.png"/><Relationship Id="rId11" Type="http://schemas.openxmlformats.org/officeDocument/2006/relationships/image" Target="../media/image582.png"/><Relationship Id="rId32" Type="http://schemas.openxmlformats.org/officeDocument/2006/relationships/customXml" Target="../ink/ink900.xml"/><Relationship Id="rId53" Type="http://schemas.openxmlformats.org/officeDocument/2006/relationships/image" Target="../media/image910.png"/><Relationship Id="rId74" Type="http://schemas.openxmlformats.org/officeDocument/2006/relationships/customXml" Target="../ink/ink921.xml"/><Relationship Id="rId128" Type="http://schemas.openxmlformats.org/officeDocument/2006/relationships/customXml" Target="../ink/ink948.xml"/><Relationship Id="rId149" Type="http://schemas.openxmlformats.org/officeDocument/2006/relationships/image" Target="../media/image958.png"/><Relationship Id="rId5" Type="http://schemas.openxmlformats.org/officeDocument/2006/relationships/image" Target="../media/image116.png"/><Relationship Id="rId95" Type="http://schemas.openxmlformats.org/officeDocument/2006/relationships/image" Target="../media/image931.png"/><Relationship Id="rId160" Type="http://schemas.openxmlformats.org/officeDocument/2006/relationships/customXml" Target="../ink/ink964.xml"/><Relationship Id="rId181" Type="http://schemas.openxmlformats.org/officeDocument/2006/relationships/image" Target="../media/image974.png"/><Relationship Id="rId216" Type="http://schemas.openxmlformats.org/officeDocument/2006/relationships/customXml" Target="../ink/ink992.xml"/><Relationship Id="rId22" Type="http://schemas.openxmlformats.org/officeDocument/2006/relationships/customXml" Target="../ink/ink895.xml"/><Relationship Id="rId43" Type="http://schemas.openxmlformats.org/officeDocument/2006/relationships/image" Target="../media/image905.png"/><Relationship Id="rId64" Type="http://schemas.openxmlformats.org/officeDocument/2006/relationships/customXml" Target="../ink/ink916.xml"/><Relationship Id="rId118" Type="http://schemas.openxmlformats.org/officeDocument/2006/relationships/customXml" Target="../ink/ink943.xml"/><Relationship Id="rId139" Type="http://schemas.openxmlformats.org/officeDocument/2006/relationships/image" Target="../media/image953.png"/><Relationship Id="rId85" Type="http://schemas.openxmlformats.org/officeDocument/2006/relationships/image" Target="../media/image926.png"/><Relationship Id="rId150" Type="http://schemas.openxmlformats.org/officeDocument/2006/relationships/customXml" Target="../ink/ink959.xml"/><Relationship Id="rId171" Type="http://schemas.openxmlformats.org/officeDocument/2006/relationships/image" Target="../media/image969.png"/><Relationship Id="rId192" Type="http://schemas.openxmlformats.org/officeDocument/2006/relationships/customXml" Target="../ink/ink980.xml"/><Relationship Id="rId206" Type="http://schemas.openxmlformats.org/officeDocument/2006/relationships/customXml" Target="../ink/ink987.xml"/><Relationship Id="rId12" Type="http://schemas.openxmlformats.org/officeDocument/2006/relationships/customXml" Target="../ink/ink890.xml"/><Relationship Id="rId33" Type="http://schemas.openxmlformats.org/officeDocument/2006/relationships/image" Target="../media/image900.png"/><Relationship Id="rId108" Type="http://schemas.openxmlformats.org/officeDocument/2006/relationships/customXml" Target="../ink/ink938.xml"/><Relationship Id="rId129" Type="http://schemas.openxmlformats.org/officeDocument/2006/relationships/image" Target="../media/image948.png"/><Relationship Id="rId54" Type="http://schemas.openxmlformats.org/officeDocument/2006/relationships/customXml" Target="../ink/ink911.xml"/><Relationship Id="rId75" Type="http://schemas.openxmlformats.org/officeDocument/2006/relationships/image" Target="../media/image921.png"/><Relationship Id="rId96" Type="http://schemas.openxmlformats.org/officeDocument/2006/relationships/customXml" Target="../ink/ink932.xml"/><Relationship Id="rId140" Type="http://schemas.openxmlformats.org/officeDocument/2006/relationships/customXml" Target="../ink/ink954.xml"/><Relationship Id="rId161" Type="http://schemas.openxmlformats.org/officeDocument/2006/relationships/image" Target="../media/image964.png"/><Relationship Id="rId182" Type="http://schemas.openxmlformats.org/officeDocument/2006/relationships/customXml" Target="../ink/ink975.xml"/><Relationship Id="rId217" Type="http://schemas.openxmlformats.org/officeDocument/2006/relationships/image" Target="../media/image992.png"/><Relationship Id="rId6" Type="http://schemas.openxmlformats.org/officeDocument/2006/relationships/customXml" Target="../ink/ink887.xml"/><Relationship Id="rId23" Type="http://schemas.openxmlformats.org/officeDocument/2006/relationships/image" Target="../media/image895.png"/><Relationship Id="rId119" Type="http://schemas.openxmlformats.org/officeDocument/2006/relationships/image" Target="../media/image943.png"/><Relationship Id="rId44" Type="http://schemas.openxmlformats.org/officeDocument/2006/relationships/customXml" Target="../ink/ink906.xml"/><Relationship Id="rId65" Type="http://schemas.openxmlformats.org/officeDocument/2006/relationships/image" Target="../media/image916.png"/><Relationship Id="rId86" Type="http://schemas.openxmlformats.org/officeDocument/2006/relationships/customXml" Target="../ink/ink927.xml"/><Relationship Id="rId130" Type="http://schemas.openxmlformats.org/officeDocument/2006/relationships/customXml" Target="../ink/ink949.xml"/><Relationship Id="rId151" Type="http://schemas.openxmlformats.org/officeDocument/2006/relationships/image" Target="../media/image959.png"/><Relationship Id="rId172" Type="http://schemas.openxmlformats.org/officeDocument/2006/relationships/customXml" Target="../ink/ink970.xml"/><Relationship Id="rId193" Type="http://schemas.openxmlformats.org/officeDocument/2006/relationships/image" Target="../media/image980.png"/><Relationship Id="rId207" Type="http://schemas.openxmlformats.org/officeDocument/2006/relationships/image" Target="../media/image987.png"/><Relationship Id="rId13" Type="http://schemas.openxmlformats.org/officeDocument/2006/relationships/image" Target="../media/image583.png"/><Relationship Id="rId109" Type="http://schemas.openxmlformats.org/officeDocument/2006/relationships/image" Target="../media/image938.png"/><Relationship Id="rId34" Type="http://schemas.openxmlformats.org/officeDocument/2006/relationships/customXml" Target="../ink/ink901.xml"/><Relationship Id="rId55" Type="http://schemas.openxmlformats.org/officeDocument/2006/relationships/image" Target="../media/image911.png"/><Relationship Id="rId76" Type="http://schemas.openxmlformats.org/officeDocument/2006/relationships/customXml" Target="../ink/ink922.xml"/><Relationship Id="rId97" Type="http://schemas.openxmlformats.org/officeDocument/2006/relationships/image" Target="../media/image932.png"/><Relationship Id="rId120" Type="http://schemas.openxmlformats.org/officeDocument/2006/relationships/customXml" Target="../ink/ink944.xml"/><Relationship Id="rId141" Type="http://schemas.openxmlformats.org/officeDocument/2006/relationships/image" Target="../media/image954.png"/><Relationship Id="rId7" Type="http://schemas.openxmlformats.org/officeDocument/2006/relationships/image" Target="../media/image270.png"/><Relationship Id="rId162" Type="http://schemas.openxmlformats.org/officeDocument/2006/relationships/customXml" Target="../ink/ink965.xml"/><Relationship Id="rId183" Type="http://schemas.openxmlformats.org/officeDocument/2006/relationships/image" Target="../media/image975.png"/><Relationship Id="rId218" Type="http://schemas.openxmlformats.org/officeDocument/2006/relationships/customXml" Target="../ink/ink993.xml"/><Relationship Id="rId24" Type="http://schemas.openxmlformats.org/officeDocument/2006/relationships/customXml" Target="../ink/ink896.xml"/><Relationship Id="rId45" Type="http://schemas.openxmlformats.org/officeDocument/2006/relationships/image" Target="../media/image906.png"/><Relationship Id="rId66" Type="http://schemas.openxmlformats.org/officeDocument/2006/relationships/customXml" Target="../ink/ink917.xml"/><Relationship Id="rId87" Type="http://schemas.openxmlformats.org/officeDocument/2006/relationships/image" Target="../media/image927.png"/><Relationship Id="rId110" Type="http://schemas.openxmlformats.org/officeDocument/2006/relationships/customXml" Target="../ink/ink939.xml"/><Relationship Id="rId131" Type="http://schemas.openxmlformats.org/officeDocument/2006/relationships/image" Target="../media/image949.png"/><Relationship Id="rId152" Type="http://schemas.openxmlformats.org/officeDocument/2006/relationships/customXml" Target="../ink/ink960.xml"/><Relationship Id="rId173" Type="http://schemas.openxmlformats.org/officeDocument/2006/relationships/image" Target="../media/image970.png"/><Relationship Id="rId194" Type="http://schemas.openxmlformats.org/officeDocument/2006/relationships/customXml" Target="../ink/ink981.xml"/><Relationship Id="rId208" Type="http://schemas.openxmlformats.org/officeDocument/2006/relationships/customXml" Target="../ink/ink988.xml"/><Relationship Id="rId14" Type="http://schemas.openxmlformats.org/officeDocument/2006/relationships/customXml" Target="../ink/ink891.xml"/><Relationship Id="rId35" Type="http://schemas.openxmlformats.org/officeDocument/2006/relationships/image" Target="../media/image901.png"/><Relationship Id="rId56" Type="http://schemas.openxmlformats.org/officeDocument/2006/relationships/customXml" Target="../ink/ink912.xml"/><Relationship Id="rId77" Type="http://schemas.openxmlformats.org/officeDocument/2006/relationships/image" Target="../media/image922.png"/><Relationship Id="rId100" Type="http://schemas.openxmlformats.org/officeDocument/2006/relationships/customXml" Target="../ink/ink934.xml"/><Relationship Id="rId8" Type="http://schemas.openxmlformats.org/officeDocument/2006/relationships/customXml" Target="../ink/ink888.xml"/><Relationship Id="rId51" Type="http://schemas.openxmlformats.org/officeDocument/2006/relationships/image" Target="../media/image909.png"/><Relationship Id="rId72" Type="http://schemas.openxmlformats.org/officeDocument/2006/relationships/customXml" Target="../ink/ink920.xml"/><Relationship Id="rId93" Type="http://schemas.openxmlformats.org/officeDocument/2006/relationships/image" Target="../media/image930.png"/><Relationship Id="rId98" Type="http://schemas.openxmlformats.org/officeDocument/2006/relationships/customXml" Target="../ink/ink933.xml"/><Relationship Id="rId121" Type="http://schemas.openxmlformats.org/officeDocument/2006/relationships/image" Target="../media/image944.png"/><Relationship Id="rId142" Type="http://schemas.openxmlformats.org/officeDocument/2006/relationships/customXml" Target="../ink/ink955.xml"/><Relationship Id="rId163" Type="http://schemas.openxmlformats.org/officeDocument/2006/relationships/image" Target="../media/image965.png"/><Relationship Id="rId184" Type="http://schemas.openxmlformats.org/officeDocument/2006/relationships/customXml" Target="../ink/ink976.xml"/><Relationship Id="rId189" Type="http://schemas.openxmlformats.org/officeDocument/2006/relationships/image" Target="../media/image978.png"/><Relationship Id="rId219" Type="http://schemas.openxmlformats.org/officeDocument/2006/relationships/image" Target="../media/image993.png"/><Relationship Id="rId3" Type="http://schemas.openxmlformats.org/officeDocument/2006/relationships/image" Target="../media/image10.svg"/><Relationship Id="rId214" Type="http://schemas.openxmlformats.org/officeDocument/2006/relationships/customXml" Target="../ink/ink991.xml"/><Relationship Id="rId25" Type="http://schemas.openxmlformats.org/officeDocument/2006/relationships/image" Target="../media/image896.png"/><Relationship Id="rId46" Type="http://schemas.openxmlformats.org/officeDocument/2006/relationships/customXml" Target="../ink/ink907.xml"/><Relationship Id="rId67" Type="http://schemas.openxmlformats.org/officeDocument/2006/relationships/image" Target="../media/image917.png"/><Relationship Id="rId116" Type="http://schemas.openxmlformats.org/officeDocument/2006/relationships/customXml" Target="../ink/ink942.xml"/><Relationship Id="rId137" Type="http://schemas.openxmlformats.org/officeDocument/2006/relationships/image" Target="../media/image952.png"/><Relationship Id="rId158" Type="http://schemas.openxmlformats.org/officeDocument/2006/relationships/customXml" Target="../ink/ink963.xml"/><Relationship Id="rId20" Type="http://schemas.openxmlformats.org/officeDocument/2006/relationships/customXml" Target="../ink/ink894.xml"/><Relationship Id="rId41" Type="http://schemas.openxmlformats.org/officeDocument/2006/relationships/image" Target="../media/image904.png"/><Relationship Id="rId62" Type="http://schemas.openxmlformats.org/officeDocument/2006/relationships/customXml" Target="../ink/ink915.xml"/><Relationship Id="rId83" Type="http://schemas.openxmlformats.org/officeDocument/2006/relationships/image" Target="../media/image925.png"/><Relationship Id="rId88" Type="http://schemas.openxmlformats.org/officeDocument/2006/relationships/customXml" Target="../ink/ink928.xml"/><Relationship Id="rId111" Type="http://schemas.openxmlformats.org/officeDocument/2006/relationships/image" Target="../media/image939.png"/><Relationship Id="rId132" Type="http://schemas.openxmlformats.org/officeDocument/2006/relationships/customXml" Target="../ink/ink950.xml"/><Relationship Id="rId153" Type="http://schemas.openxmlformats.org/officeDocument/2006/relationships/image" Target="../media/image960.png"/><Relationship Id="rId174" Type="http://schemas.openxmlformats.org/officeDocument/2006/relationships/customXml" Target="../ink/ink971.xml"/><Relationship Id="rId179" Type="http://schemas.openxmlformats.org/officeDocument/2006/relationships/image" Target="../media/image973.png"/><Relationship Id="rId195" Type="http://schemas.openxmlformats.org/officeDocument/2006/relationships/image" Target="../media/image981.png"/><Relationship Id="rId209" Type="http://schemas.openxmlformats.org/officeDocument/2006/relationships/image" Target="../media/image988.png"/><Relationship Id="rId190" Type="http://schemas.openxmlformats.org/officeDocument/2006/relationships/customXml" Target="../ink/ink979.xml"/><Relationship Id="rId204" Type="http://schemas.openxmlformats.org/officeDocument/2006/relationships/customXml" Target="../ink/ink986.xml"/><Relationship Id="rId220" Type="http://schemas.openxmlformats.org/officeDocument/2006/relationships/customXml" Target="../ink/ink994.xml"/><Relationship Id="rId15" Type="http://schemas.openxmlformats.org/officeDocument/2006/relationships/image" Target="../media/image584.png"/><Relationship Id="rId36" Type="http://schemas.openxmlformats.org/officeDocument/2006/relationships/customXml" Target="../ink/ink902.xml"/><Relationship Id="rId57" Type="http://schemas.openxmlformats.org/officeDocument/2006/relationships/image" Target="../media/image912.png"/><Relationship Id="rId106" Type="http://schemas.openxmlformats.org/officeDocument/2006/relationships/customXml" Target="../ink/ink937.xml"/><Relationship Id="rId127" Type="http://schemas.openxmlformats.org/officeDocument/2006/relationships/image" Target="../media/image947.png"/><Relationship Id="rId10" Type="http://schemas.openxmlformats.org/officeDocument/2006/relationships/customXml" Target="../ink/ink889.xml"/><Relationship Id="rId31" Type="http://schemas.openxmlformats.org/officeDocument/2006/relationships/image" Target="../media/image899.png"/><Relationship Id="rId52" Type="http://schemas.openxmlformats.org/officeDocument/2006/relationships/customXml" Target="../ink/ink910.xml"/><Relationship Id="rId73" Type="http://schemas.openxmlformats.org/officeDocument/2006/relationships/image" Target="../media/image920.png"/><Relationship Id="rId78" Type="http://schemas.openxmlformats.org/officeDocument/2006/relationships/customXml" Target="../ink/ink923.xml"/><Relationship Id="rId94" Type="http://schemas.openxmlformats.org/officeDocument/2006/relationships/customXml" Target="../ink/ink931.xml"/><Relationship Id="rId99" Type="http://schemas.openxmlformats.org/officeDocument/2006/relationships/image" Target="../media/image933.png"/><Relationship Id="rId101" Type="http://schemas.openxmlformats.org/officeDocument/2006/relationships/image" Target="../media/image934.png"/><Relationship Id="rId122" Type="http://schemas.openxmlformats.org/officeDocument/2006/relationships/customXml" Target="../ink/ink945.xml"/><Relationship Id="rId143" Type="http://schemas.openxmlformats.org/officeDocument/2006/relationships/image" Target="../media/image955.png"/><Relationship Id="rId148" Type="http://schemas.openxmlformats.org/officeDocument/2006/relationships/customXml" Target="../ink/ink958.xml"/><Relationship Id="rId164" Type="http://schemas.openxmlformats.org/officeDocument/2006/relationships/customXml" Target="../ink/ink966.xml"/><Relationship Id="rId169" Type="http://schemas.openxmlformats.org/officeDocument/2006/relationships/image" Target="../media/image968.png"/><Relationship Id="rId185" Type="http://schemas.openxmlformats.org/officeDocument/2006/relationships/image" Target="../media/image976.png"/><Relationship Id="rId4" Type="http://schemas.openxmlformats.org/officeDocument/2006/relationships/customXml" Target="../ink/ink886.xml"/><Relationship Id="rId9" Type="http://schemas.openxmlformats.org/officeDocument/2006/relationships/image" Target="../media/image271.png"/><Relationship Id="rId180" Type="http://schemas.openxmlformats.org/officeDocument/2006/relationships/customXml" Target="../ink/ink974.xml"/><Relationship Id="rId210" Type="http://schemas.openxmlformats.org/officeDocument/2006/relationships/customXml" Target="../ink/ink989.xml"/><Relationship Id="rId215" Type="http://schemas.openxmlformats.org/officeDocument/2006/relationships/image" Target="../media/image991.png"/><Relationship Id="rId26" Type="http://schemas.openxmlformats.org/officeDocument/2006/relationships/customXml" Target="../ink/ink897.xml"/><Relationship Id="rId47" Type="http://schemas.openxmlformats.org/officeDocument/2006/relationships/image" Target="../media/image907.png"/><Relationship Id="rId68" Type="http://schemas.openxmlformats.org/officeDocument/2006/relationships/customXml" Target="../ink/ink918.xml"/><Relationship Id="rId89" Type="http://schemas.openxmlformats.org/officeDocument/2006/relationships/image" Target="../media/image928.png"/><Relationship Id="rId112" Type="http://schemas.openxmlformats.org/officeDocument/2006/relationships/customXml" Target="../ink/ink940.xml"/><Relationship Id="rId133" Type="http://schemas.openxmlformats.org/officeDocument/2006/relationships/image" Target="../media/image950.png"/><Relationship Id="rId154" Type="http://schemas.openxmlformats.org/officeDocument/2006/relationships/customXml" Target="../ink/ink961.xml"/><Relationship Id="rId175" Type="http://schemas.openxmlformats.org/officeDocument/2006/relationships/image" Target="../media/image971.png"/><Relationship Id="rId196" Type="http://schemas.openxmlformats.org/officeDocument/2006/relationships/customXml" Target="../ink/ink982.xml"/><Relationship Id="rId200" Type="http://schemas.openxmlformats.org/officeDocument/2006/relationships/customXml" Target="../ink/ink984.xml"/><Relationship Id="rId16" Type="http://schemas.openxmlformats.org/officeDocument/2006/relationships/customXml" Target="../ink/ink892.xml"/><Relationship Id="rId221" Type="http://schemas.openxmlformats.org/officeDocument/2006/relationships/image" Target="../media/image994.png"/><Relationship Id="rId37" Type="http://schemas.openxmlformats.org/officeDocument/2006/relationships/image" Target="../media/image902.png"/><Relationship Id="rId58" Type="http://schemas.openxmlformats.org/officeDocument/2006/relationships/customXml" Target="../ink/ink913.xml"/><Relationship Id="rId79" Type="http://schemas.openxmlformats.org/officeDocument/2006/relationships/image" Target="../media/image923.png"/><Relationship Id="rId102" Type="http://schemas.openxmlformats.org/officeDocument/2006/relationships/customXml" Target="../ink/ink935.xml"/><Relationship Id="rId123" Type="http://schemas.openxmlformats.org/officeDocument/2006/relationships/image" Target="../media/image945.png"/><Relationship Id="rId144" Type="http://schemas.openxmlformats.org/officeDocument/2006/relationships/customXml" Target="../ink/ink956.xml"/><Relationship Id="rId90" Type="http://schemas.openxmlformats.org/officeDocument/2006/relationships/customXml" Target="../ink/ink929.xml"/><Relationship Id="rId165" Type="http://schemas.openxmlformats.org/officeDocument/2006/relationships/image" Target="../media/image966.png"/><Relationship Id="rId186" Type="http://schemas.openxmlformats.org/officeDocument/2006/relationships/customXml" Target="../ink/ink977.xml"/><Relationship Id="rId211" Type="http://schemas.openxmlformats.org/officeDocument/2006/relationships/image" Target="../media/image989.png"/><Relationship Id="rId27" Type="http://schemas.openxmlformats.org/officeDocument/2006/relationships/image" Target="../media/image897.png"/><Relationship Id="rId48" Type="http://schemas.openxmlformats.org/officeDocument/2006/relationships/customXml" Target="../ink/ink908.xml"/><Relationship Id="rId69" Type="http://schemas.openxmlformats.org/officeDocument/2006/relationships/image" Target="../media/image918.png"/><Relationship Id="rId113" Type="http://schemas.openxmlformats.org/officeDocument/2006/relationships/image" Target="../media/image940.png"/><Relationship Id="rId134" Type="http://schemas.openxmlformats.org/officeDocument/2006/relationships/customXml" Target="../ink/ink951.xml"/><Relationship Id="rId80" Type="http://schemas.openxmlformats.org/officeDocument/2006/relationships/customXml" Target="../ink/ink924.xml"/><Relationship Id="rId155" Type="http://schemas.openxmlformats.org/officeDocument/2006/relationships/image" Target="../media/image961.png"/><Relationship Id="rId176" Type="http://schemas.openxmlformats.org/officeDocument/2006/relationships/customXml" Target="../ink/ink972.xml"/><Relationship Id="rId197" Type="http://schemas.openxmlformats.org/officeDocument/2006/relationships/image" Target="../media/image982.png"/><Relationship Id="rId201" Type="http://schemas.openxmlformats.org/officeDocument/2006/relationships/image" Target="../media/image984.png"/><Relationship Id="rId222" Type="http://schemas.openxmlformats.org/officeDocument/2006/relationships/customXml" Target="../ink/ink995.xml"/><Relationship Id="rId17" Type="http://schemas.openxmlformats.org/officeDocument/2006/relationships/image" Target="../media/image749.png"/><Relationship Id="rId38" Type="http://schemas.openxmlformats.org/officeDocument/2006/relationships/customXml" Target="../ink/ink903.xml"/><Relationship Id="rId59" Type="http://schemas.openxmlformats.org/officeDocument/2006/relationships/image" Target="../media/image913.png"/><Relationship Id="rId103" Type="http://schemas.openxmlformats.org/officeDocument/2006/relationships/image" Target="../media/image935.png"/><Relationship Id="rId124" Type="http://schemas.openxmlformats.org/officeDocument/2006/relationships/customXml" Target="../ink/ink946.xml"/><Relationship Id="rId70" Type="http://schemas.openxmlformats.org/officeDocument/2006/relationships/customXml" Target="../ink/ink919.xml"/><Relationship Id="rId91" Type="http://schemas.openxmlformats.org/officeDocument/2006/relationships/image" Target="../media/image929.png"/><Relationship Id="rId145" Type="http://schemas.openxmlformats.org/officeDocument/2006/relationships/image" Target="../media/image956.png"/><Relationship Id="rId166" Type="http://schemas.openxmlformats.org/officeDocument/2006/relationships/customXml" Target="../ink/ink967.xml"/><Relationship Id="rId187" Type="http://schemas.openxmlformats.org/officeDocument/2006/relationships/image" Target="../media/image97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90.xml"/><Relationship Id="rId28" Type="http://schemas.openxmlformats.org/officeDocument/2006/relationships/customXml" Target="../ink/ink898.xml"/><Relationship Id="rId49" Type="http://schemas.openxmlformats.org/officeDocument/2006/relationships/image" Target="../media/image908.png"/><Relationship Id="rId114" Type="http://schemas.openxmlformats.org/officeDocument/2006/relationships/customXml" Target="../ink/ink941.xml"/><Relationship Id="rId60" Type="http://schemas.openxmlformats.org/officeDocument/2006/relationships/customXml" Target="../ink/ink914.xml"/><Relationship Id="rId81" Type="http://schemas.openxmlformats.org/officeDocument/2006/relationships/image" Target="../media/image924.png"/><Relationship Id="rId135" Type="http://schemas.openxmlformats.org/officeDocument/2006/relationships/image" Target="../media/image951.png"/><Relationship Id="rId156" Type="http://schemas.openxmlformats.org/officeDocument/2006/relationships/customXml" Target="../ink/ink962.xml"/><Relationship Id="rId177" Type="http://schemas.openxmlformats.org/officeDocument/2006/relationships/image" Target="../media/image972.png"/><Relationship Id="rId198" Type="http://schemas.openxmlformats.org/officeDocument/2006/relationships/customXml" Target="../ink/ink983.xml"/><Relationship Id="rId202" Type="http://schemas.openxmlformats.org/officeDocument/2006/relationships/customXml" Target="../ink/ink985.xml"/><Relationship Id="rId223" Type="http://schemas.openxmlformats.org/officeDocument/2006/relationships/image" Target="../media/image995.png"/><Relationship Id="rId18" Type="http://schemas.openxmlformats.org/officeDocument/2006/relationships/customXml" Target="../ink/ink893.xml"/><Relationship Id="rId39" Type="http://schemas.openxmlformats.org/officeDocument/2006/relationships/image" Target="../media/image903.png"/><Relationship Id="rId50" Type="http://schemas.openxmlformats.org/officeDocument/2006/relationships/customXml" Target="../ink/ink909.xml"/><Relationship Id="rId104" Type="http://schemas.openxmlformats.org/officeDocument/2006/relationships/customXml" Target="../ink/ink936.xml"/><Relationship Id="rId125" Type="http://schemas.openxmlformats.org/officeDocument/2006/relationships/image" Target="../media/image946.png"/><Relationship Id="rId146" Type="http://schemas.openxmlformats.org/officeDocument/2006/relationships/customXml" Target="../ink/ink957.xml"/><Relationship Id="rId167" Type="http://schemas.openxmlformats.org/officeDocument/2006/relationships/image" Target="../media/image967.png"/><Relationship Id="rId188" Type="http://schemas.openxmlformats.org/officeDocument/2006/relationships/customXml" Target="../ink/ink978.xml"/><Relationship Id="rId71" Type="http://schemas.openxmlformats.org/officeDocument/2006/relationships/image" Target="../media/image919.png"/><Relationship Id="rId92" Type="http://schemas.openxmlformats.org/officeDocument/2006/relationships/customXml" Target="../ink/ink930.xml"/><Relationship Id="rId213" Type="http://schemas.openxmlformats.org/officeDocument/2006/relationships/image" Target="../media/image990.png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898.png"/><Relationship Id="rId40" Type="http://schemas.openxmlformats.org/officeDocument/2006/relationships/customXml" Target="../ink/ink904.xml"/><Relationship Id="rId115" Type="http://schemas.openxmlformats.org/officeDocument/2006/relationships/image" Target="../media/image941.png"/><Relationship Id="rId136" Type="http://schemas.openxmlformats.org/officeDocument/2006/relationships/customXml" Target="../ink/ink952.xml"/><Relationship Id="rId157" Type="http://schemas.openxmlformats.org/officeDocument/2006/relationships/image" Target="../media/image962.png"/><Relationship Id="rId178" Type="http://schemas.openxmlformats.org/officeDocument/2006/relationships/customXml" Target="../ink/ink973.xml"/><Relationship Id="rId61" Type="http://schemas.openxmlformats.org/officeDocument/2006/relationships/image" Target="../media/image914.png"/><Relationship Id="rId82" Type="http://schemas.openxmlformats.org/officeDocument/2006/relationships/customXml" Target="../ink/ink925.xml"/><Relationship Id="rId199" Type="http://schemas.openxmlformats.org/officeDocument/2006/relationships/image" Target="../media/image983.png"/><Relationship Id="rId203" Type="http://schemas.openxmlformats.org/officeDocument/2006/relationships/image" Target="../media/image985.png"/><Relationship Id="rId19" Type="http://schemas.openxmlformats.org/officeDocument/2006/relationships/image" Target="../media/image750.png"/><Relationship Id="rId30" Type="http://schemas.openxmlformats.org/officeDocument/2006/relationships/customXml" Target="../ink/ink899.xml"/><Relationship Id="rId105" Type="http://schemas.openxmlformats.org/officeDocument/2006/relationships/image" Target="../media/image936.png"/><Relationship Id="rId126" Type="http://schemas.openxmlformats.org/officeDocument/2006/relationships/customXml" Target="../ink/ink947.xml"/><Relationship Id="rId147" Type="http://schemas.openxmlformats.org/officeDocument/2006/relationships/image" Target="../media/image957.png"/><Relationship Id="rId168" Type="http://schemas.openxmlformats.org/officeDocument/2006/relationships/customXml" Target="../ink/ink96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53.png"/><Relationship Id="rId299" Type="http://schemas.openxmlformats.org/officeDocument/2006/relationships/image" Target="../media/image1143.png"/><Relationship Id="rId21" Type="http://schemas.openxmlformats.org/officeDocument/2006/relationships/image" Target="../media/image1005.png"/><Relationship Id="rId63" Type="http://schemas.openxmlformats.org/officeDocument/2006/relationships/image" Target="../media/image1026.png"/><Relationship Id="rId159" Type="http://schemas.openxmlformats.org/officeDocument/2006/relationships/image" Target="../media/image1074.png"/><Relationship Id="rId324" Type="http://schemas.openxmlformats.org/officeDocument/2006/relationships/customXml" Target="../ink/ink1156.xml"/><Relationship Id="rId366" Type="http://schemas.openxmlformats.org/officeDocument/2006/relationships/customXml" Target="../ink/ink1177.xml"/><Relationship Id="rId170" Type="http://schemas.openxmlformats.org/officeDocument/2006/relationships/customXml" Target="../ink/ink1079.xml"/><Relationship Id="rId226" Type="http://schemas.openxmlformats.org/officeDocument/2006/relationships/customXml" Target="../ink/ink1107.xml"/><Relationship Id="rId268" Type="http://schemas.openxmlformats.org/officeDocument/2006/relationships/customXml" Target="../ink/ink1128.xml"/><Relationship Id="rId32" Type="http://schemas.openxmlformats.org/officeDocument/2006/relationships/customXml" Target="../ink/ink1010.xml"/><Relationship Id="rId74" Type="http://schemas.openxmlformats.org/officeDocument/2006/relationships/customXml" Target="../ink/ink1031.xml"/><Relationship Id="rId128" Type="http://schemas.openxmlformats.org/officeDocument/2006/relationships/customXml" Target="../ink/ink1058.xml"/><Relationship Id="rId335" Type="http://schemas.openxmlformats.org/officeDocument/2006/relationships/image" Target="../media/image1161.png"/><Relationship Id="rId377" Type="http://schemas.openxmlformats.org/officeDocument/2006/relationships/image" Target="../media/image1182.png"/><Relationship Id="rId5" Type="http://schemas.openxmlformats.org/officeDocument/2006/relationships/image" Target="../media/image997.png"/><Relationship Id="rId181" Type="http://schemas.openxmlformats.org/officeDocument/2006/relationships/image" Target="../media/image1085.png"/><Relationship Id="rId237" Type="http://schemas.openxmlformats.org/officeDocument/2006/relationships/image" Target="../media/image1113.png"/><Relationship Id="rId402" Type="http://schemas.openxmlformats.org/officeDocument/2006/relationships/customXml" Target="../ink/ink1195.xml"/><Relationship Id="rId279" Type="http://schemas.openxmlformats.org/officeDocument/2006/relationships/image" Target="../media/image1134.png"/><Relationship Id="rId43" Type="http://schemas.openxmlformats.org/officeDocument/2006/relationships/image" Target="../media/image1016.png"/><Relationship Id="rId139" Type="http://schemas.openxmlformats.org/officeDocument/2006/relationships/image" Target="../media/image1064.png"/><Relationship Id="rId290" Type="http://schemas.openxmlformats.org/officeDocument/2006/relationships/customXml" Target="../ink/ink1139.xml"/><Relationship Id="rId304" Type="http://schemas.openxmlformats.org/officeDocument/2006/relationships/customXml" Target="../ink/ink1146.xml"/><Relationship Id="rId346" Type="http://schemas.openxmlformats.org/officeDocument/2006/relationships/customXml" Target="../ink/ink1167.xml"/><Relationship Id="rId388" Type="http://schemas.openxmlformats.org/officeDocument/2006/relationships/customXml" Target="../ink/ink1188.xml"/><Relationship Id="rId85" Type="http://schemas.openxmlformats.org/officeDocument/2006/relationships/image" Target="../media/image1037.png"/><Relationship Id="rId150" Type="http://schemas.openxmlformats.org/officeDocument/2006/relationships/customXml" Target="../ink/ink1069.xml"/><Relationship Id="rId192" Type="http://schemas.openxmlformats.org/officeDocument/2006/relationships/customXml" Target="../ink/ink1090.xml"/><Relationship Id="rId206" Type="http://schemas.openxmlformats.org/officeDocument/2006/relationships/customXml" Target="../ink/ink1097.xml"/><Relationship Id="rId413" Type="http://schemas.openxmlformats.org/officeDocument/2006/relationships/image" Target="../media/image1200.png"/><Relationship Id="rId248" Type="http://schemas.openxmlformats.org/officeDocument/2006/relationships/customXml" Target="../ink/ink1118.xml"/><Relationship Id="rId12" Type="http://schemas.openxmlformats.org/officeDocument/2006/relationships/customXml" Target="../ink/ink1000.xml"/><Relationship Id="rId108" Type="http://schemas.openxmlformats.org/officeDocument/2006/relationships/customXml" Target="../ink/ink1048.xml"/><Relationship Id="rId315" Type="http://schemas.openxmlformats.org/officeDocument/2006/relationships/image" Target="../media/image1151.png"/><Relationship Id="rId357" Type="http://schemas.openxmlformats.org/officeDocument/2006/relationships/image" Target="../media/image1172.png"/><Relationship Id="rId54" Type="http://schemas.openxmlformats.org/officeDocument/2006/relationships/customXml" Target="../ink/ink1021.xml"/><Relationship Id="rId96" Type="http://schemas.openxmlformats.org/officeDocument/2006/relationships/customXml" Target="../ink/ink1042.xml"/><Relationship Id="rId161" Type="http://schemas.openxmlformats.org/officeDocument/2006/relationships/image" Target="../media/image1075.png"/><Relationship Id="rId217" Type="http://schemas.openxmlformats.org/officeDocument/2006/relationships/image" Target="../media/image1103.png"/><Relationship Id="rId399" Type="http://schemas.openxmlformats.org/officeDocument/2006/relationships/image" Target="../media/image1193.png"/><Relationship Id="rId259" Type="http://schemas.openxmlformats.org/officeDocument/2006/relationships/image" Target="../media/image1124.png"/><Relationship Id="rId23" Type="http://schemas.openxmlformats.org/officeDocument/2006/relationships/image" Target="../media/image1006.png"/><Relationship Id="rId119" Type="http://schemas.openxmlformats.org/officeDocument/2006/relationships/image" Target="../media/image1054.png"/><Relationship Id="rId270" Type="http://schemas.openxmlformats.org/officeDocument/2006/relationships/customXml" Target="../ink/ink1129.xml"/><Relationship Id="rId326" Type="http://schemas.openxmlformats.org/officeDocument/2006/relationships/customXml" Target="../ink/ink1157.xml"/><Relationship Id="rId65" Type="http://schemas.openxmlformats.org/officeDocument/2006/relationships/image" Target="../media/image1027.png"/><Relationship Id="rId130" Type="http://schemas.openxmlformats.org/officeDocument/2006/relationships/customXml" Target="../ink/ink1059.xml"/><Relationship Id="rId368" Type="http://schemas.openxmlformats.org/officeDocument/2006/relationships/customXml" Target="../ink/ink1178.xml"/><Relationship Id="rId172" Type="http://schemas.openxmlformats.org/officeDocument/2006/relationships/customXml" Target="../ink/ink1080.xml"/><Relationship Id="rId228" Type="http://schemas.openxmlformats.org/officeDocument/2006/relationships/customXml" Target="../ink/ink1108.xml"/><Relationship Id="rId281" Type="http://schemas.openxmlformats.org/officeDocument/2006/relationships/image" Target="../media/image1135.png"/><Relationship Id="rId337" Type="http://schemas.openxmlformats.org/officeDocument/2006/relationships/image" Target="../media/image1162.png"/><Relationship Id="rId34" Type="http://schemas.openxmlformats.org/officeDocument/2006/relationships/customXml" Target="../ink/ink1011.xml"/><Relationship Id="rId76" Type="http://schemas.openxmlformats.org/officeDocument/2006/relationships/customXml" Target="../ink/ink1032.xml"/><Relationship Id="rId141" Type="http://schemas.openxmlformats.org/officeDocument/2006/relationships/image" Target="../media/image1065.png"/><Relationship Id="rId379" Type="http://schemas.openxmlformats.org/officeDocument/2006/relationships/image" Target="../media/image1183.png"/><Relationship Id="rId7" Type="http://schemas.openxmlformats.org/officeDocument/2006/relationships/image" Target="../media/image998.png"/><Relationship Id="rId183" Type="http://schemas.openxmlformats.org/officeDocument/2006/relationships/image" Target="../media/image1086.png"/><Relationship Id="rId239" Type="http://schemas.openxmlformats.org/officeDocument/2006/relationships/image" Target="../media/image1114.png"/><Relationship Id="rId390" Type="http://schemas.openxmlformats.org/officeDocument/2006/relationships/customXml" Target="../ink/ink1189.xml"/><Relationship Id="rId404" Type="http://schemas.openxmlformats.org/officeDocument/2006/relationships/customXml" Target="../ink/ink1196.xml"/><Relationship Id="rId250" Type="http://schemas.openxmlformats.org/officeDocument/2006/relationships/customXml" Target="../ink/ink1119.xml"/><Relationship Id="rId292" Type="http://schemas.openxmlformats.org/officeDocument/2006/relationships/customXml" Target="../ink/ink1140.xml"/><Relationship Id="rId306" Type="http://schemas.openxmlformats.org/officeDocument/2006/relationships/customXml" Target="../ink/ink1147.xml"/><Relationship Id="rId45" Type="http://schemas.openxmlformats.org/officeDocument/2006/relationships/image" Target="../media/image1017.png"/><Relationship Id="rId87" Type="http://schemas.openxmlformats.org/officeDocument/2006/relationships/image" Target="../media/image1038.png"/><Relationship Id="rId110" Type="http://schemas.openxmlformats.org/officeDocument/2006/relationships/customXml" Target="../ink/ink1049.xml"/><Relationship Id="rId348" Type="http://schemas.openxmlformats.org/officeDocument/2006/relationships/customXml" Target="../ink/ink1168.xml"/><Relationship Id="rId152" Type="http://schemas.openxmlformats.org/officeDocument/2006/relationships/customXml" Target="../ink/ink1070.xml"/><Relationship Id="rId194" Type="http://schemas.openxmlformats.org/officeDocument/2006/relationships/customXml" Target="../ink/ink1091.xml"/><Relationship Id="rId208" Type="http://schemas.openxmlformats.org/officeDocument/2006/relationships/customXml" Target="../ink/ink1098.xml"/><Relationship Id="rId415" Type="http://schemas.openxmlformats.org/officeDocument/2006/relationships/image" Target="../media/image1201.png"/><Relationship Id="rId261" Type="http://schemas.openxmlformats.org/officeDocument/2006/relationships/image" Target="../media/image1125.png"/><Relationship Id="rId14" Type="http://schemas.openxmlformats.org/officeDocument/2006/relationships/customXml" Target="../ink/ink1001.xml"/><Relationship Id="rId56" Type="http://schemas.openxmlformats.org/officeDocument/2006/relationships/customXml" Target="../ink/ink1022.xml"/><Relationship Id="rId317" Type="http://schemas.openxmlformats.org/officeDocument/2006/relationships/image" Target="../media/image1152.png"/><Relationship Id="rId359" Type="http://schemas.openxmlformats.org/officeDocument/2006/relationships/image" Target="../media/image1173.png"/><Relationship Id="rId98" Type="http://schemas.openxmlformats.org/officeDocument/2006/relationships/customXml" Target="../ink/ink1043.xml"/><Relationship Id="rId121" Type="http://schemas.openxmlformats.org/officeDocument/2006/relationships/image" Target="../media/image1055.png"/><Relationship Id="rId163" Type="http://schemas.openxmlformats.org/officeDocument/2006/relationships/image" Target="../media/image1076.png"/><Relationship Id="rId219" Type="http://schemas.openxmlformats.org/officeDocument/2006/relationships/image" Target="../media/image1104.png"/><Relationship Id="rId370" Type="http://schemas.openxmlformats.org/officeDocument/2006/relationships/customXml" Target="../ink/ink1179.xml"/><Relationship Id="rId230" Type="http://schemas.openxmlformats.org/officeDocument/2006/relationships/customXml" Target="../ink/ink1109.xml"/><Relationship Id="rId25" Type="http://schemas.openxmlformats.org/officeDocument/2006/relationships/image" Target="../media/image1007.png"/><Relationship Id="rId67" Type="http://schemas.openxmlformats.org/officeDocument/2006/relationships/image" Target="../media/image1028.png"/><Relationship Id="rId272" Type="http://schemas.openxmlformats.org/officeDocument/2006/relationships/customXml" Target="../ink/ink1130.xml"/><Relationship Id="rId328" Type="http://schemas.openxmlformats.org/officeDocument/2006/relationships/customXml" Target="../ink/ink1158.xml"/><Relationship Id="rId132" Type="http://schemas.openxmlformats.org/officeDocument/2006/relationships/customXml" Target="../ink/ink1060.xml"/><Relationship Id="rId174" Type="http://schemas.openxmlformats.org/officeDocument/2006/relationships/customXml" Target="../ink/ink1081.xml"/><Relationship Id="rId381" Type="http://schemas.openxmlformats.org/officeDocument/2006/relationships/image" Target="../media/image1184.png"/><Relationship Id="rId241" Type="http://schemas.openxmlformats.org/officeDocument/2006/relationships/image" Target="../media/image1115.png"/><Relationship Id="rId36" Type="http://schemas.openxmlformats.org/officeDocument/2006/relationships/customXml" Target="../ink/ink1012.xml"/><Relationship Id="rId283" Type="http://schemas.openxmlformats.org/officeDocument/2006/relationships/image" Target="../media/image990.png"/><Relationship Id="rId339" Type="http://schemas.openxmlformats.org/officeDocument/2006/relationships/image" Target="../media/image1163.png"/><Relationship Id="rId78" Type="http://schemas.openxmlformats.org/officeDocument/2006/relationships/customXml" Target="../ink/ink1033.xml"/><Relationship Id="rId101" Type="http://schemas.openxmlformats.org/officeDocument/2006/relationships/image" Target="../media/image1045.png"/><Relationship Id="rId143" Type="http://schemas.openxmlformats.org/officeDocument/2006/relationships/image" Target="../media/image1066.png"/><Relationship Id="rId185" Type="http://schemas.openxmlformats.org/officeDocument/2006/relationships/image" Target="../media/image1087.png"/><Relationship Id="rId350" Type="http://schemas.openxmlformats.org/officeDocument/2006/relationships/customXml" Target="../ink/ink1169.xml"/><Relationship Id="rId406" Type="http://schemas.openxmlformats.org/officeDocument/2006/relationships/customXml" Target="../ink/ink1197.xml"/><Relationship Id="rId9" Type="http://schemas.openxmlformats.org/officeDocument/2006/relationships/image" Target="../media/image999.png"/><Relationship Id="rId210" Type="http://schemas.openxmlformats.org/officeDocument/2006/relationships/customXml" Target="../ink/ink1099.xml"/><Relationship Id="rId392" Type="http://schemas.openxmlformats.org/officeDocument/2006/relationships/customXml" Target="../ink/ink1190.xml"/><Relationship Id="rId252" Type="http://schemas.openxmlformats.org/officeDocument/2006/relationships/customXml" Target="../ink/ink1120.xml"/><Relationship Id="rId294" Type="http://schemas.openxmlformats.org/officeDocument/2006/relationships/customXml" Target="../ink/ink1141.xml"/><Relationship Id="rId308" Type="http://schemas.openxmlformats.org/officeDocument/2006/relationships/customXml" Target="../ink/ink1148.xml"/><Relationship Id="rId47" Type="http://schemas.openxmlformats.org/officeDocument/2006/relationships/image" Target="../media/image1018.png"/><Relationship Id="rId89" Type="http://schemas.openxmlformats.org/officeDocument/2006/relationships/image" Target="../media/image1039.png"/><Relationship Id="rId112" Type="http://schemas.openxmlformats.org/officeDocument/2006/relationships/customXml" Target="../ink/ink1050.xml"/><Relationship Id="rId154" Type="http://schemas.openxmlformats.org/officeDocument/2006/relationships/customXml" Target="../ink/ink1071.xml"/><Relationship Id="rId361" Type="http://schemas.openxmlformats.org/officeDocument/2006/relationships/image" Target="../media/image1174.png"/><Relationship Id="rId196" Type="http://schemas.openxmlformats.org/officeDocument/2006/relationships/customXml" Target="../ink/ink1092.xml"/><Relationship Id="rId417" Type="http://schemas.openxmlformats.org/officeDocument/2006/relationships/image" Target="../media/image1202.png"/><Relationship Id="rId16" Type="http://schemas.openxmlformats.org/officeDocument/2006/relationships/customXml" Target="../ink/ink1002.xml"/><Relationship Id="rId221" Type="http://schemas.openxmlformats.org/officeDocument/2006/relationships/image" Target="../media/image1105.png"/><Relationship Id="rId263" Type="http://schemas.openxmlformats.org/officeDocument/2006/relationships/image" Target="../media/image1126.png"/><Relationship Id="rId319" Type="http://schemas.openxmlformats.org/officeDocument/2006/relationships/image" Target="../media/image1153.png"/><Relationship Id="rId58" Type="http://schemas.openxmlformats.org/officeDocument/2006/relationships/customXml" Target="../ink/ink1023.xml"/><Relationship Id="rId123" Type="http://schemas.openxmlformats.org/officeDocument/2006/relationships/image" Target="../media/image1056.png"/><Relationship Id="rId330" Type="http://schemas.openxmlformats.org/officeDocument/2006/relationships/customXml" Target="../ink/ink1159.xml"/><Relationship Id="rId165" Type="http://schemas.openxmlformats.org/officeDocument/2006/relationships/image" Target="../media/image1077.png"/><Relationship Id="rId372" Type="http://schemas.openxmlformats.org/officeDocument/2006/relationships/customXml" Target="../ink/ink1180.xml"/><Relationship Id="rId232" Type="http://schemas.openxmlformats.org/officeDocument/2006/relationships/customXml" Target="../ink/ink1110.xml"/><Relationship Id="rId274" Type="http://schemas.openxmlformats.org/officeDocument/2006/relationships/customXml" Target="../ink/ink1131.xml"/><Relationship Id="rId27" Type="http://schemas.openxmlformats.org/officeDocument/2006/relationships/image" Target="../media/image1008.png"/><Relationship Id="rId69" Type="http://schemas.openxmlformats.org/officeDocument/2006/relationships/image" Target="../media/image1029.png"/><Relationship Id="rId134" Type="http://schemas.openxmlformats.org/officeDocument/2006/relationships/customXml" Target="../ink/ink1061.xml"/><Relationship Id="rId80" Type="http://schemas.openxmlformats.org/officeDocument/2006/relationships/customXml" Target="../ink/ink1034.xml"/><Relationship Id="rId176" Type="http://schemas.openxmlformats.org/officeDocument/2006/relationships/customXml" Target="../ink/ink1082.xml"/><Relationship Id="rId341" Type="http://schemas.openxmlformats.org/officeDocument/2006/relationships/image" Target="../media/image1164.png"/><Relationship Id="rId383" Type="http://schemas.openxmlformats.org/officeDocument/2006/relationships/image" Target="../media/image1185.png"/><Relationship Id="rId201" Type="http://schemas.openxmlformats.org/officeDocument/2006/relationships/image" Target="../media/image1095.png"/><Relationship Id="rId222" Type="http://schemas.openxmlformats.org/officeDocument/2006/relationships/customXml" Target="../ink/ink1105.xml"/><Relationship Id="rId243" Type="http://schemas.openxmlformats.org/officeDocument/2006/relationships/image" Target="../media/image1116.png"/><Relationship Id="rId264" Type="http://schemas.openxmlformats.org/officeDocument/2006/relationships/customXml" Target="../ink/ink1126.xml"/><Relationship Id="rId285" Type="http://schemas.openxmlformats.org/officeDocument/2006/relationships/image" Target="../media/image1136.png"/><Relationship Id="rId17" Type="http://schemas.openxmlformats.org/officeDocument/2006/relationships/image" Target="../media/image1003.png"/><Relationship Id="rId38" Type="http://schemas.openxmlformats.org/officeDocument/2006/relationships/customXml" Target="../ink/ink1013.xml"/><Relationship Id="rId59" Type="http://schemas.openxmlformats.org/officeDocument/2006/relationships/image" Target="../media/image1024.png"/><Relationship Id="rId103" Type="http://schemas.openxmlformats.org/officeDocument/2006/relationships/image" Target="../media/image1046.png"/><Relationship Id="rId124" Type="http://schemas.openxmlformats.org/officeDocument/2006/relationships/customXml" Target="../ink/ink1056.xml"/><Relationship Id="rId310" Type="http://schemas.openxmlformats.org/officeDocument/2006/relationships/customXml" Target="../ink/ink1149.xml"/><Relationship Id="rId70" Type="http://schemas.openxmlformats.org/officeDocument/2006/relationships/customXml" Target="../ink/ink1029.xml"/><Relationship Id="rId91" Type="http://schemas.openxmlformats.org/officeDocument/2006/relationships/image" Target="../media/image1040.png"/><Relationship Id="rId145" Type="http://schemas.openxmlformats.org/officeDocument/2006/relationships/image" Target="../media/image1067.png"/><Relationship Id="rId166" Type="http://schemas.openxmlformats.org/officeDocument/2006/relationships/customXml" Target="../ink/ink1077.xml"/><Relationship Id="rId187" Type="http://schemas.openxmlformats.org/officeDocument/2006/relationships/image" Target="../media/image1088.png"/><Relationship Id="rId331" Type="http://schemas.openxmlformats.org/officeDocument/2006/relationships/image" Target="../media/image1159.png"/><Relationship Id="rId352" Type="http://schemas.openxmlformats.org/officeDocument/2006/relationships/customXml" Target="../ink/ink1170.xml"/><Relationship Id="rId373" Type="http://schemas.openxmlformats.org/officeDocument/2006/relationships/image" Target="../media/image1180.png"/><Relationship Id="rId394" Type="http://schemas.openxmlformats.org/officeDocument/2006/relationships/customXml" Target="../ink/ink1191.xml"/><Relationship Id="rId408" Type="http://schemas.openxmlformats.org/officeDocument/2006/relationships/customXml" Target="../ink/ink119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00.xml"/><Relationship Id="rId233" Type="http://schemas.openxmlformats.org/officeDocument/2006/relationships/image" Target="../media/image1111.png"/><Relationship Id="rId254" Type="http://schemas.openxmlformats.org/officeDocument/2006/relationships/customXml" Target="../ink/ink1121.xml"/><Relationship Id="rId28" Type="http://schemas.openxmlformats.org/officeDocument/2006/relationships/customXml" Target="../ink/ink1008.xml"/><Relationship Id="rId49" Type="http://schemas.openxmlformats.org/officeDocument/2006/relationships/image" Target="../media/image1019.png"/><Relationship Id="rId114" Type="http://schemas.openxmlformats.org/officeDocument/2006/relationships/customXml" Target="../ink/ink1051.xml"/><Relationship Id="rId275" Type="http://schemas.openxmlformats.org/officeDocument/2006/relationships/image" Target="../media/image1132.png"/><Relationship Id="rId296" Type="http://schemas.openxmlformats.org/officeDocument/2006/relationships/customXml" Target="../ink/ink1142.xml"/><Relationship Id="rId300" Type="http://schemas.openxmlformats.org/officeDocument/2006/relationships/customXml" Target="../ink/ink1144.xml"/><Relationship Id="rId60" Type="http://schemas.openxmlformats.org/officeDocument/2006/relationships/customXml" Target="../ink/ink1024.xml"/><Relationship Id="rId81" Type="http://schemas.openxmlformats.org/officeDocument/2006/relationships/image" Target="../media/image1035.png"/><Relationship Id="rId135" Type="http://schemas.openxmlformats.org/officeDocument/2006/relationships/image" Target="../media/image1062.png"/><Relationship Id="rId156" Type="http://schemas.openxmlformats.org/officeDocument/2006/relationships/customXml" Target="../ink/ink1072.xml"/><Relationship Id="rId177" Type="http://schemas.openxmlformats.org/officeDocument/2006/relationships/image" Target="../media/image1083.png"/><Relationship Id="rId198" Type="http://schemas.openxmlformats.org/officeDocument/2006/relationships/customXml" Target="../ink/ink1093.xml"/><Relationship Id="rId321" Type="http://schemas.openxmlformats.org/officeDocument/2006/relationships/image" Target="../media/image1154.png"/><Relationship Id="rId342" Type="http://schemas.openxmlformats.org/officeDocument/2006/relationships/customXml" Target="../ink/ink1165.xml"/><Relationship Id="rId363" Type="http://schemas.openxmlformats.org/officeDocument/2006/relationships/image" Target="../media/image1175.png"/><Relationship Id="rId384" Type="http://schemas.openxmlformats.org/officeDocument/2006/relationships/customXml" Target="../ink/ink1186.xml"/><Relationship Id="rId202" Type="http://schemas.openxmlformats.org/officeDocument/2006/relationships/customXml" Target="../ink/ink1095.xml"/><Relationship Id="rId223" Type="http://schemas.openxmlformats.org/officeDocument/2006/relationships/image" Target="../media/image1106.png"/><Relationship Id="rId244" Type="http://schemas.openxmlformats.org/officeDocument/2006/relationships/customXml" Target="../ink/ink1116.xml"/><Relationship Id="rId18" Type="http://schemas.openxmlformats.org/officeDocument/2006/relationships/customXml" Target="../ink/ink1003.xml"/><Relationship Id="rId39" Type="http://schemas.openxmlformats.org/officeDocument/2006/relationships/image" Target="../media/image1014.png"/><Relationship Id="rId265" Type="http://schemas.openxmlformats.org/officeDocument/2006/relationships/image" Target="../media/image1127.png"/><Relationship Id="rId286" Type="http://schemas.openxmlformats.org/officeDocument/2006/relationships/customXml" Target="../ink/ink1137.xml"/><Relationship Id="rId50" Type="http://schemas.openxmlformats.org/officeDocument/2006/relationships/customXml" Target="../ink/ink1019.xml"/><Relationship Id="rId104" Type="http://schemas.openxmlformats.org/officeDocument/2006/relationships/customXml" Target="../ink/ink1046.xml"/><Relationship Id="rId125" Type="http://schemas.openxmlformats.org/officeDocument/2006/relationships/image" Target="../media/image1057.png"/><Relationship Id="rId146" Type="http://schemas.openxmlformats.org/officeDocument/2006/relationships/customXml" Target="../ink/ink1067.xml"/><Relationship Id="rId167" Type="http://schemas.openxmlformats.org/officeDocument/2006/relationships/image" Target="../media/image1078.png"/><Relationship Id="rId188" Type="http://schemas.openxmlformats.org/officeDocument/2006/relationships/customXml" Target="../ink/ink1088.xml"/><Relationship Id="rId311" Type="http://schemas.openxmlformats.org/officeDocument/2006/relationships/image" Target="../media/image1149.png"/><Relationship Id="rId332" Type="http://schemas.openxmlformats.org/officeDocument/2006/relationships/customXml" Target="../ink/ink1160.xml"/><Relationship Id="rId353" Type="http://schemas.openxmlformats.org/officeDocument/2006/relationships/image" Target="../media/image1170.png"/><Relationship Id="rId374" Type="http://schemas.openxmlformats.org/officeDocument/2006/relationships/customXml" Target="../ink/ink1181.xml"/><Relationship Id="rId395" Type="http://schemas.openxmlformats.org/officeDocument/2006/relationships/image" Target="../media/image1191.png"/><Relationship Id="rId409" Type="http://schemas.openxmlformats.org/officeDocument/2006/relationships/image" Target="../media/image1198.png"/><Relationship Id="rId71" Type="http://schemas.openxmlformats.org/officeDocument/2006/relationships/image" Target="../media/image1030.png"/><Relationship Id="rId92" Type="http://schemas.openxmlformats.org/officeDocument/2006/relationships/customXml" Target="../ink/ink1040.xml"/><Relationship Id="rId213" Type="http://schemas.openxmlformats.org/officeDocument/2006/relationships/image" Target="../media/image1101.png"/><Relationship Id="rId234" Type="http://schemas.openxmlformats.org/officeDocument/2006/relationships/customXml" Target="../ink/ink1111.xml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009.png"/><Relationship Id="rId255" Type="http://schemas.openxmlformats.org/officeDocument/2006/relationships/image" Target="../media/image1122.png"/><Relationship Id="rId276" Type="http://schemas.openxmlformats.org/officeDocument/2006/relationships/customXml" Target="../ink/ink1132.xml"/><Relationship Id="rId297" Type="http://schemas.openxmlformats.org/officeDocument/2006/relationships/image" Target="../media/image1142.png"/><Relationship Id="rId40" Type="http://schemas.openxmlformats.org/officeDocument/2006/relationships/customXml" Target="../ink/ink1014.xml"/><Relationship Id="rId115" Type="http://schemas.openxmlformats.org/officeDocument/2006/relationships/image" Target="../media/image1052.png"/><Relationship Id="rId136" Type="http://schemas.openxmlformats.org/officeDocument/2006/relationships/customXml" Target="../ink/ink1062.xml"/><Relationship Id="rId157" Type="http://schemas.openxmlformats.org/officeDocument/2006/relationships/image" Target="../media/image1073.png"/><Relationship Id="rId178" Type="http://schemas.openxmlformats.org/officeDocument/2006/relationships/customXml" Target="../ink/ink1083.xml"/><Relationship Id="rId301" Type="http://schemas.openxmlformats.org/officeDocument/2006/relationships/image" Target="../media/image1144.png"/><Relationship Id="rId322" Type="http://schemas.openxmlformats.org/officeDocument/2006/relationships/customXml" Target="../ink/ink1155.xml"/><Relationship Id="rId343" Type="http://schemas.openxmlformats.org/officeDocument/2006/relationships/image" Target="../media/image1165.png"/><Relationship Id="rId364" Type="http://schemas.openxmlformats.org/officeDocument/2006/relationships/customXml" Target="../ink/ink1176.xml"/><Relationship Id="rId61" Type="http://schemas.openxmlformats.org/officeDocument/2006/relationships/image" Target="../media/image1025.png"/><Relationship Id="rId82" Type="http://schemas.openxmlformats.org/officeDocument/2006/relationships/customXml" Target="../ink/ink1035.xml"/><Relationship Id="rId199" Type="http://schemas.openxmlformats.org/officeDocument/2006/relationships/image" Target="../media/image1094.png"/><Relationship Id="rId203" Type="http://schemas.openxmlformats.org/officeDocument/2006/relationships/image" Target="../media/image1096.png"/><Relationship Id="rId385" Type="http://schemas.openxmlformats.org/officeDocument/2006/relationships/image" Target="../media/image1186.png"/><Relationship Id="rId19" Type="http://schemas.openxmlformats.org/officeDocument/2006/relationships/image" Target="../media/image1004.png"/><Relationship Id="rId224" Type="http://schemas.openxmlformats.org/officeDocument/2006/relationships/customXml" Target="../ink/ink1106.xml"/><Relationship Id="rId245" Type="http://schemas.openxmlformats.org/officeDocument/2006/relationships/image" Target="../media/image1117.png"/><Relationship Id="rId266" Type="http://schemas.openxmlformats.org/officeDocument/2006/relationships/customXml" Target="../ink/ink1127.xml"/><Relationship Id="rId287" Type="http://schemas.openxmlformats.org/officeDocument/2006/relationships/image" Target="../media/image1137.png"/><Relationship Id="rId410" Type="http://schemas.openxmlformats.org/officeDocument/2006/relationships/customXml" Target="../ink/ink1199.xml"/><Relationship Id="rId30" Type="http://schemas.openxmlformats.org/officeDocument/2006/relationships/customXml" Target="../ink/ink1009.xml"/><Relationship Id="rId105" Type="http://schemas.openxmlformats.org/officeDocument/2006/relationships/image" Target="../media/image1047.png"/><Relationship Id="rId126" Type="http://schemas.openxmlformats.org/officeDocument/2006/relationships/customXml" Target="../ink/ink1057.xml"/><Relationship Id="rId147" Type="http://schemas.openxmlformats.org/officeDocument/2006/relationships/image" Target="../media/image1068.png"/><Relationship Id="rId168" Type="http://schemas.openxmlformats.org/officeDocument/2006/relationships/customXml" Target="../ink/ink1078.xml"/><Relationship Id="rId312" Type="http://schemas.openxmlformats.org/officeDocument/2006/relationships/customXml" Target="../ink/ink1150.xml"/><Relationship Id="rId333" Type="http://schemas.openxmlformats.org/officeDocument/2006/relationships/image" Target="../media/image1160.png"/><Relationship Id="rId354" Type="http://schemas.openxmlformats.org/officeDocument/2006/relationships/customXml" Target="../ink/ink1171.xml"/><Relationship Id="rId51" Type="http://schemas.openxmlformats.org/officeDocument/2006/relationships/image" Target="../media/image1020.png"/><Relationship Id="rId72" Type="http://schemas.openxmlformats.org/officeDocument/2006/relationships/customXml" Target="../ink/ink1030.xml"/><Relationship Id="rId93" Type="http://schemas.openxmlformats.org/officeDocument/2006/relationships/image" Target="../media/image1041.png"/><Relationship Id="rId189" Type="http://schemas.openxmlformats.org/officeDocument/2006/relationships/image" Target="../media/image1089.png"/><Relationship Id="rId375" Type="http://schemas.openxmlformats.org/officeDocument/2006/relationships/image" Target="../media/image1181.png"/><Relationship Id="rId396" Type="http://schemas.openxmlformats.org/officeDocument/2006/relationships/customXml" Target="../ink/ink1192.xml"/><Relationship Id="rId3" Type="http://schemas.openxmlformats.org/officeDocument/2006/relationships/image" Target="../media/image996.svg"/><Relationship Id="rId214" Type="http://schemas.openxmlformats.org/officeDocument/2006/relationships/customXml" Target="../ink/ink1101.xml"/><Relationship Id="rId235" Type="http://schemas.openxmlformats.org/officeDocument/2006/relationships/image" Target="../media/image1112.png"/><Relationship Id="rId256" Type="http://schemas.openxmlformats.org/officeDocument/2006/relationships/customXml" Target="../ink/ink1122.xml"/><Relationship Id="rId277" Type="http://schemas.openxmlformats.org/officeDocument/2006/relationships/image" Target="../media/image1133.png"/><Relationship Id="rId298" Type="http://schemas.openxmlformats.org/officeDocument/2006/relationships/customXml" Target="../ink/ink1143.xml"/><Relationship Id="rId400" Type="http://schemas.openxmlformats.org/officeDocument/2006/relationships/customXml" Target="../ink/ink1194.xml"/><Relationship Id="rId116" Type="http://schemas.openxmlformats.org/officeDocument/2006/relationships/customXml" Target="../ink/ink1052.xml"/><Relationship Id="rId137" Type="http://schemas.openxmlformats.org/officeDocument/2006/relationships/image" Target="../media/image1063.png"/><Relationship Id="rId158" Type="http://schemas.openxmlformats.org/officeDocument/2006/relationships/customXml" Target="../ink/ink1073.xml"/><Relationship Id="rId302" Type="http://schemas.openxmlformats.org/officeDocument/2006/relationships/customXml" Target="../ink/ink1145.xml"/><Relationship Id="rId323" Type="http://schemas.openxmlformats.org/officeDocument/2006/relationships/image" Target="../media/image1155.png"/><Relationship Id="rId344" Type="http://schemas.openxmlformats.org/officeDocument/2006/relationships/customXml" Target="../ink/ink1166.xml"/><Relationship Id="rId20" Type="http://schemas.openxmlformats.org/officeDocument/2006/relationships/customXml" Target="../ink/ink1004.xml"/><Relationship Id="rId41" Type="http://schemas.openxmlformats.org/officeDocument/2006/relationships/image" Target="../media/image1015.png"/><Relationship Id="rId62" Type="http://schemas.openxmlformats.org/officeDocument/2006/relationships/customXml" Target="../ink/ink1025.xml"/><Relationship Id="rId83" Type="http://schemas.openxmlformats.org/officeDocument/2006/relationships/image" Target="../media/image1036.png"/><Relationship Id="rId179" Type="http://schemas.openxmlformats.org/officeDocument/2006/relationships/image" Target="../media/image1084.png"/><Relationship Id="rId365" Type="http://schemas.openxmlformats.org/officeDocument/2006/relationships/image" Target="../media/image1176.png"/><Relationship Id="rId386" Type="http://schemas.openxmlformats.org/officeDocument/2006/relationships/customXml" Target="../ink/ink1187.xml"/><Relationship Id="rId190" Type="http://schemas.openxmlformats.org/officeDocument/2006/relationships/customXml" Target="../ink/ink1089.xml"/><Relationship Id="rId204" Type="http://schemas.openxmlformats.org/officeDocument/2006/relationships/customXml" Target="../ink/ink1096.xml"/><Relationship Id="rId225" Type="http://schemas.openxmlformats.org/officeDocument/2006/relationships/image" Target="../media/image1107.png"/><Relationship Id="rId246" Type="http://schemas.openxmlformats.org/officeDocument/2006/relationships/customXml" Target="../ink/ink1117.xml"/><Relationship Id="rId267" Type="http://schemas.openxmlformats.org/officeDocument/2006/relationships/image" Target="../media/image1128.png"/><Relationship Id="rId288" Type="http://schemas.openxmlformats.org/officeDocument/2006/relationships/customXml" Target="../ink/ink1138.xml"/><Relationship Id="rId411" Type="http://schemas.openxmlformats.org/officeDocument/2006/relationships/image" Target="../media/image1199.png"/><Relationship Id="rId106" Type="http://schemas.openxmlformats.org/officeDocument/2006/relationships/customXml" Target="../ink/ink1047.xml"/><Relationship Id="rId127" Type="http://schemas.openxmlformats.org/officeDocument/2006/relationships/image" Target="../media/image1058.png"/><Relationship Id="rId313" Type="http://schemas.openxmlformats.org/officeDocument/2006/relationships/image" Target="../media/image1150.png"/><Relationship Id="rId10" Type="http://schemas.openxmlformats.org/officeDocument/2006/relationships/customXml" Target="../ink/ink999.xml"/><Relationship Id="rId31" Type="http://schemas.openxmlformats.org/officeDocument/2006/relationships/image" Target="../media/image1010.png"/><Relationship Id="rId52" Type="http://schemas.openxmlformats.org/officeDocument/2006/relationships/customXml" Target="../ink/ink1020.xml"/><Relationship Id="rId73" Type="http://schemas.openxmlformats.org/officeDocument/2006/relationships/image" Target="../media/image1031.png"/><Relationship Id="rId94" Type="http://schemas.openxmlformats.org/officeDocument/2006/relationships/customXml" Target="../ink/ink1041.xml"/><Relationship Id="rId148" Type="http://schemas.openxmlformats.org/officeDocument/2006/relationships/customXml" Target="../ink/ink1068.xml"/><Relationship Id="rId169" Type="http://schemas.openxmlformats.org/officeDocument/2006/relationships/image" Target="../media/image1079.png"/><Relationship Id="rId334" Type="http://schemas.openxmlformats.org/officeDocument/2006/relationships/customXml" Target="../ink/ink1161.xml"/><Relationship Id="rId355" Type="http://schemas.openxmlformats.org/officeDocument/2006/relationships/image" Target="../media/image1171.png"/><Relationship Id="rId376" Type="http://schemas.openxmlformats.org/officeDocument/2006/relationships/customXml" Target="../ink/ink1182.xml"/><Relationship Id="rId397" Type="http://schemas.openxmlformats.org/officeDocument/2006/relationships/image" Target="../media/image1192.png"/><Relationship Id="rId4" Type="http://schemas.openxmlformats.org/officeDocument/2006/relationships/customXml" Target="../ink/ink996.xml"/><Relationship Id="rId180" Type="http://schemas.openxmlformats.org/officeDocument/2006/relationships/customXml" Target="../ink/ink1084.xml"/><Relationship Id="rId215" Type="http://schemas.openxmlformats.org/officeDocument/2006/relationships/image" Target="../media/image1102.png"/><Relationship Id="rId236" Type="http://schemas.openxmlformats.org/officeDocument/2006/relationships/customXml" Target="../ink/ink1112.xml"/><Relationship Id="rId257" Type="http://schemas.openxmlformats.org/officeDocument/2006/relationships/image" Target="../media/image1123.png"/><Relationship Id="rId278" Type="http://schemas.openxmlformats.org/officeDocument/2006/relationships/customXml" Target="../ink/ink1133.xml"/><Relationship Id="rId401" Type="http://schemas.openxmlformats.org/officeDocument/2006/relationships/image" Target="../media/image1194.png"/><Relationship Id="rId303" Type="http://schemas.openxmlformats.org/officeDocument/2006/relationships/image" Target="../media/image1145.png"/><Relationship Id="rId42" Type="http://schemas.openxmlformats.org/officeDocument/2006/relationships/customXml" Target="../ink/ink1015.xml"/><Relationship Id="rId84" Type="http://schemas.openxmlformats.org/officeDocument/2006/relationships/customXml" Target="../ink/ink1036.xml"/><Relationship Id="rId138" Type="http://schemas.openxmlformats.org/officeDocument/2006/relationships/customXml" Target="../ink/ink1063.xml"/><Relationship Id="rId345" Type="http://schemas.openxmlformats.org/officeDocument/2006/relationships/image" Target="../media/image1166.png"/><Relationship Id="rId387" Type="http://schemas.openxmlformats.org/officeDocument/2006/relationships/image" Target="../media/image1187.png"/><Relationship Id="rId191" Type="http://schemas.openxmlformats.org/officeDocument/2006/relationships/image" Target="../media/image1090.png"/><Relationship Id="rId205" Type="http://schemas.openxmlformats.org/officeDocument/2006/relationships/image" Target="../media/image1097.png"/><Relationship Id="rId247" Type="http://schemas.openxmlformats.org/officeDocument/2006/relationships/image" Target="../media/image1118.png"/><Relationship Id="rId412" Type="http://schemas.openxmlformats.org/officeDocument/2006/relationships/customXml" Target="../ink/ink1200.xml"/><Relationship Id="rId107" Type="http://schemas.openxmlformats.org/officeDocument/2006/relationships/image" Target="../media/image1048.png"/><Relationship Id="rId289" Type="http://schemas.openxmlformats.org/officeDocument/2006/relationships/image" Target="../media/image1138.png"/><Relationship Id="rId11" Type="http://schemas.openxmlformats.org/officeDocument/2006/relationships/image" Target="../media/image1000.png"/><Relationship Id="rId53" Type="http://schemas.openxmlformats.org/officeDocument/2006/relationships/image" Target="../media/image1021.png"/><Relationship Id="rId149" Type="http://schemas.openxmlformats.org/officeDocument/2006/relationships/image" Target="../media/image1069.png"/><Relationship Id="rId314" Type="http://schemas.openxmlformats.org/officeDocument/2006/relationships/customXml" Target="../ink/ink1151.xml"/><Relationship Id="rId356" Type="http://schemas.openxmlformats.org/officeDocument/2006/relationships/customXml" Target="../ink/ink1172.xml"/><Relationship Id="rId398" Type="http://schemas.openxmlformats.org/officeDocument/2006/relationships/customXml" Target="../ink/ink1193.xml"/><Relationship Id="rId95" Type="http://schemas.openxmlformats.org/officeDocument/2006/relationships/image" Target="../media/image1042.png"/><Relationship Id="rId160" Type="http://schemas.openxmlformats.org/officeDocument/2006/relationships/customXml" Target="../ink/ink1074.xml"/><Relationship Id="rId216" Type="http://schemas.openxmlformats.org/officeDocument/2006/relationships/customXml" Target="../ink/ink1102.xml"/><Relationship Id="rId258" Type="http://schemas.openxmlformats.org/officeDocument/2006/relationships/customXml" Target="../ink/ink1123.xml"/><Relationship Id="rId22" Type="http://schemas.openxmlformats.org/officeDocument/2006/relationships/customXml" Target="../ink/ink1005.xml"/><Relationship Id="rId64" Type="http://schemas.openxmlformats.org/officeDocument/2006/relationships/customXml" Target="../ink/ink1026.xml"/><Relationship Id="rId118" Type="http://schemas.openxmlformats.org/officeDocument/2006/relationships/customXml" Target="../ink/ink1053.xml"/><Relationship Id="rId325" Type="http://schemas.openxmlformats.org/officeDocument/2006/relationships/image" Target="../media/image1156.png"/><Relationship Id="rId367" Type="http://schemas.openxmlformats.org/officeDocument/2006/relationships/image" Target="../media/image1177.png"/><Relationship Id="rId171" Type="http://schemas.openxmlformats.org/officeDocument/2006/relationships/image" Target="../media/image1080.png"/><Relationship Id="rId227" Type="http://schemas.openxmlformats.org/officeDocument/2006/relationships/image" Target="../media/image1108.png"/><Relationship Id="rId269" Type="http://schemas.openxmlformats.org/officeDocument/2006/relationships/image" Target="../media/image1129.png"/><Relationship Id="rId33" Type="http://schemas.openxmlformats.org/officeDocument/2006/relationships/image" Target="../media/image1011.png"/><Relationship Id="rId129" Type="http://schemas.openxmlformats.org/officeDocument/2006/relationships/image" Target="../media/image1059.png"/><Relationship Id="rId280" Type="http://schemas.openxmlformats.org/officeDocument/2006/relationships/customXml" Target="../ink/ink1134.xml"/><Relationship Id="rId336" Type="http://schemas.openxmlformats.org/officeDocument/2006/relationships/customXml" Target="../ink/ink1162.xml"/><Relationship Id="rId75" Type="http://schemas.openxmlformats.org/officeDocument/2006/relationships/image" Target="../media/image1032.png"/><Relationship Id="rId140" Type="http://schemas.openxmlformats.org/officeDocument/2006/relationships/customXml" Target="../ink/ink1064.xml"/><Relationship Id="rId182" Type="http://schemas.openxmlformats.org/officeDocument/2006/relationships/customXml" Target="../ink/ink1085.xml"/><Relationship Id="rId378" Type="http://schemas.openxmlformats.org/officeDocument/2006/relationships/customXml" Target="../ink/ink1183.xml"/><Relationship Id="rId403" Type="http://schemas.openxmlformats.org/officeDocument/2006/relationships/image" Target="../media/image1195.png"/><Relationship Id="rId6" Type="http://schemas.openxmlformats.org/officeDocument/2006/relationships/customXml" Target="../ink/ink997.xml"/><Relationship Id="rId238" Type="http://schemas.openxmlformats.org/officeDocument/2006/relationships/customXml" Target="../ink/ink1113.xml"/><Relationship Id="rId291" Type="http://schemas.openxmlformats.org/officeDocument/2006/relationships/image" Target="../media/image1139.png"/><Relationship Id="rId305" Type="http://schemas.openxmlformats.org/officeDocument/2006/relationships/image" Target="../media/image1146.png"/><Relationship Id="rId347" Type="http://schemas.openxmlformats.org/officeDocument/2006/relationships/image" Target="../media/image1167.png"/><Relationship Id="rId44" Type="http://schemas.openxmlformats.org/officeDocument/2006/relationships/customXml" Target="../ink/ink1016.xml"/><Relationship Id="rId86" Type="http://schemas.openxmlformats.org/officeDocument/2006/relationships/customXml" Target="../ink/ink1037.xml"/><Relationship Id="rId151" Type="http://schemas.openxmlformats.org/officeDocument/2006/relationships/image" Target="../media/image1070.png"/><Relationship Id="rId389" Type="http://schemas.openxmlformats.org/officeDocument/2006/relationships/image" Target="../media/image1188.png"/><Relationship Id="rId193" Type="http://schemas.openxmlformats.org/officeDocument/2006/relationships/image" Target="../media/image1091.png"/><Relationship Id="rId207" Type="http://schemas.openxmlformats.org/officeDocument/2006/relationships/image" Target="../media/image1098.png"/><Relationship Id="rId249" Type="http://schemas.openxmlformats.org/officeDocument/2006/relationships/image" Target="../media/image1119.png"/><Relationship Id="rId414" Type="http://schemas.openxmlformats.org/officeDocument/2006/relationships/customXml" Target="../ink/ink1201.xml"/><Relationship Id="rId13" Type="http://schemas.openxmlformats.org/officeDocument/2006/relationships/image" Target="../media/image1001.png"/><Relationship Id="rId109" Type="http://schemas.openxmlformats.org/officeDocument/2006/relationships/image" Target="../media/image1049.png"/><Relationship Id="rId260" Type="http://schemas.openxmlformats.org/officeDocument/2006/relationships/customXml" Target="../ink/ink1124.xml"/><Relationship Id="rId316" Type="http://schemas.openxmlformats.org/officeDocument/2006/relationships/customXml" Target="../ink/ink1152.xml"/><Relationship Id="rId55" Type="http://schemas.openxmlformats.org/officeDocument/2006/relationships/image" Target="../media/image1022.png"/><Relationship Id="rId97" Type="http://schemas.openxmlformats.org/officeDocument/2006/relationships/image" Target="../media/image1043.png"/><Relationship Id="rId120" Type="http://schemas.openxmlformats.org/officeDocument/2006/relationships/customXml" Target="../ink/ink1054.xml"/><Relationship Id="rId358" Type="http://schemas.openxmlformats.org/officeDocument/2006/relationships/customXml" Target="../ink/ink1173.xml"/><Relationship Id="rId162" Type="http://schemas.openxmlformats.org/officeDocument/2006/relationships/customXml" Target="../ink/ink1075.xml"/><Relationship Id="rId218" Type="http://schemas.openxmlformats.org/officeDocument/2006/relationships/customXml" Target="../ink/ink1103.xml"/><Relationship Id="rId271" Type="http://schemas.openxmlformats.org/officeDocument/2006/relationships/image" Target="../media/image1130.png"/><Relationship Id="rId24" Type="http://schemas.openxmlformats.org/officeDocument/2006/relationships/customXml" Target="../ink/ink1006.xml"/><Relationship Id="rId66" Type="http://schemas.openxmlformats.org/officeDocument/2006/relationships/customXml" Target="../ink/ink1027.xml"/><Relationship Id="rId131" Type="http://schemas.openxmlformats.org/officeDocument/2006/relationships/image" Target="../media/image1060.png"/><Relationship Id="rId327" Type="http://schemas.openxmlformats.org/officeDocument/2006/relationships/image" Target="../media/image1157.png"/><Relationship Id="rId369" Type="http://schemas.openxmlformats.org/officeDocument/2006/relationships/image" Target="../media/image1178.png"/><Relationship Id="rId173" Type="http://schemas.openxmlformats.org/officeDocument/2006/relationships/image" Target="../media/image1081.png"/><Relationship Id="rId229" Type="http://schemas.openxmlformats.org/officeDocument/2006/relationships/image" Target="../media/image1109.png"/><Relationship Id="rId380" Type="http://schemas.openxmlformats.org/officeDocument/2006/relationships/customXml" Target="../ink/ink1184.xml"/><Relationship Id="rId240" Type="http://schemas.openxmlformats.org/officeDocument/2006/relationships/customXml" Target="../ink/ink1114.xml"/><Relationship Id="rId35" Type="http://schemas.openxmlformats.org/officeDocument/2006/relationships/image" Target="../media/image1012.png"/><Relationship Id="rId77" Type="http://schemas.openxmlformats.org/officeDocument/2006/relationships/image" Target="../media/image1033.png"/><Relationship Id="rId100" Type="http://schemas.openxmlformats.org/officeDocument/2006/relationships/customXml" Target="../ink/ink1044.xml"/><Relationship Id="rId282" Type="http://schemas.openxmlformats.org/officeDocument/2006/relationships/customXml" Target="../ink/ink1135.xml"/><Relationship Id="rId338" Type="http://schemas.openxmlformats.org/officeDocument/2006/relationships/customXml" Target="../ink/ink1163.xml"/><Relationship Id="rId8" Type="http://schemas.openxmlformats.org/officeDocument/2006/relationships/customXml" Target="../ink/ink998.xml"/><Relationship Id="rId142" Type="http://schemas.openxmlformats.org/officeDocument/2006/relationships/customXml" Target="../ink/ink1065.xml"/><Relationship Id="rId184" Type="http://schemas.openxmlformats.org/officeDocument/2006/relationships/customXml" Target="../ink/ink1086.xml"/><Relationship Id="rId391" Type="http://schemas.openxmlformats.org/officeDocument/2006/relationships/image" Target="../media/image1189.png"/><Relationship Id="rId405" Type="http://schemas.openxmlformats.org/officeDocument/2006/relationships/image" Target="../media/image1196.png"/><Relationship Id="rId251" Type="http://schemas.openxmlformats.org/officeDocument/2006/relationships/image" Target="../media/image1120.png"/><Relationship Id="rId46" Type="http://schemas.openxmlformats.org/officeDocument/2006/relationships/customXml" Target="../ink/ink1017.xml"/><Relationship Id="rId293" Type="http://schemas.openxmlformats.org/officeDocument/2006/relationships/image" Target="../media/image1140.png"/><Relationship Id="rId307" Type="http://schemas.openxmlformats.org/officeDocument/2006/relationships/image" Target="../media/image1147.png"/><Relationship Id="rId349" Type="http://schemas.openxmlformats.org/officeDocument/2006/relationships/image" Target="../media/image1168.png"/><Relationship Id="rId88" Type="http://schemas.openxmlformats.org/officeDocument/2006/relationships/customXml" Target="../ink/ink1038.xml"/><Relationship Id="rId111" Type="http://schemas.openxmlformats.org/officeDocument/2006/relationships/image" Target="../media/image1050.png"/><Relationship Id="rId153" Type="http://schemas.openxmlformats.org/officeDocument/2006/relationships/image" Target="../media/image1071.png"/><Relationship Id="rId195" Type="http://schemas.openxmlformats.org/officeDocument/2006/relationships/image" Target="../media/image1092.png"/><Relationship Id="rId209" Type="http://schemas.openxmlformats.org/officeDocument/2006/relationships/image" Target="../media/image1099.png"/><Relationship Id="rId360" Type="http://schemas.openxmlformats.org/officeDocument/2006/relationships/customXml" Target="../ink/ink1174.xml"/><Relationship Id="rId416" Type="http://schemas.openxmlformats.org/officeDocument/2006/relationships/customXml" Target="../ink/ink1202.xml"/><Relationship Id="rId220" Type="http://schemas.openxmlformats.org/officeDocument/2006/relationships/customXml" Target="../ink/ink1104.xml"/><Relationship Id="rId15" Type="http://schemas.openxmlformats.org/officeDocument/2006/relationships/image" Target="../media/image1002.png"/><Relationship Id="rId57" Type="http://schemas.openxmlformats.org/officeDocument/2006/relationships/image" Target="../media/image1023.png"/><Relationship Id="rId262" Type="http://schemas.openxmlformats.org/officeDocument/2006/relationships/customXml" Target="../ink/ink1125.xml"/><Relationship Id="rId318" Type="http://schemas.openxmlformats.org/officeDocument/2006/relationships/customXml" Target="../ink/ink1153.xml"/><Relationship Id="rId99" Type="http://schemas.openxmlformats.org/officeDocument/2006/relationships/image" Target="../media/image1044.png"/><Relationship Id="rId122" Type="http://schemas.openxmlformats.org/officeDocument/2006/relationships/customXml" Target="../ink/ink1055.xml"/><Relationship Id="rId164" Type="http://schemas.openxmlformats.org/officeDocument/2006/relationships/customXml" Target="../ink/ink1076.xml"/><Relationship Id="rId371" Type="http://schemas.openxmlformats.org/officeDocument/2006/relationships/image" Target="../media/image1179.png"/><Relationship Id="rId26" Type="http://schemas.openxmlformats.org/officeDocument/2006/relationships/customXml" Target="../ink/ink1007.xml"/><Relationship Id="rId231" Type="http://schemas.openxmlformats.org/officeDocument/2006/relationships/image" Target="../media/image1110.png"/><Relationship Id="rId273" Type="http://schemas.openxmlformats.org/officeDocument/2006/relationships/image" Target="../media/image1131.png"/><Relationship Id="rId329" Type="http://schemas.openxmlformats.org/officeDocument/2006/relationships/image" Target="../media/image1158.png"/><Relationship Id="rId68" Type="http://schemas.openxmlformats.org/officeDocument/2006/relationships/customXml" Target="../ink/ink1028.xml"/><Relationship Id="rId133" Type="http://schemas.openxmlformats.org/officeDocument/2006/relationships/image" Target="../media/image1061.png"/><Relationship Id="rId175" Type="http://schemas.openxmlformats.org/officeDocument/2006/relationships/image" Target="../media/image1082.png"/><Relationship Id="rId340" Type="http://schemas.openxmlformats.org/officeDocument/2006/relationships/customXml" Target="../ink/ink1164.xml"/><Relationship Id="rId200" Type="http://schemas.openxmlformats.org/officeDocument/2006/relationships/customXml" Target="../ink/ink1094.xml"/><Relationship Id="rId382" Type="http://schemas.openxmlformats.org/officeDocument/2006/relationships/customXml" Target="../ink/ink1185.xml"/><Relationship Id="rId242" Type="http://schemas.openxmlformats.org/officeDocument/2006/relationships/customXml" Target="../ink/ink1115.xml"/><Relationship Id="rId284" Type="http://schemas.openxmlformats.org/officeDocument/2006/relationships/customXml" Target="../ink/ink1136.xml"/><Relationship Id="rId37" Type="http://schemas.openxmlformats.org/officeDocument/2006/relationships/image" Target="../media/image1013.png"/><Relationship Id="rId79" Type="http://schemas.openxmlformats.org/officeDocument/2006/relationships/image" Target="../media/image1034.png"/><Relationship Id="rId102" Type="http://schemas.openxmlformats.org/officeDocument/2006/relationships/customXml" Target="../ink/ink1045.xml"/><Relationship Id="rId144" Type="http://schemas.openxmlformats.org/officeDocument/2006/relationships/customXml" Target="../ink/ink1066.xml"/><Relationship Id="rId90" Type="http://schemas.openxmlformats.org/officeDocument/2006/relationships/customXml" Target="../ink/ink1039.xml"/><Relationship Id="rId186" Type="http://schemas.openxmlformats.org/officeDocument/2006/relationships/customXml" Target="../ink/ink1087.xml"/><Relationship Id="rId351" Type="http://schemas.openxmlformats.org/officeDocument/2006/relationships/image" Target="../media/image1169.png"/><Relationship Id="rId393" Type="http://schemas.openxmlformats.org/officeDocument/2006/relationships/image" Target="../media/image1190.png"/><Relationship Id="rId407" Type="http://schemas.openxmlformats.org/officeDocument/2006/relationships/image" Target="../media/image1197.png"/><Relationship Id="rId211" Type="http://schemas.openxmlformats.org/officeDocument/2006/relationships/image" Target="../media/image1100.png"/><Relationship Id="rId253" Type="http://schemas.openxmlformats.org/officeDocument/2006/relationships/image" Target="../media/image1121.png"/><Relationship Id="rId295" Type="http://schemas.openxmlformats.org/officeDocument/2006/relationships/image" Target="../media/image1141.png"/><Relationship Id="rId309" Type="http://schemas.openxmlformats.org/officeDocument/2006/relationships/image" Target="../media/image1148.png"/><Relationship Id="rId48" Type="http://schemas.openxmlformats.org/officeDocument/2006/relationships/customXml" Target="../ink/ink1018.xml"/><Relationship Id="rId113" Type="http://schemas.openxmlformats.org/officeDocument/2006/relationships/image" Target="../media/image1051.png"/><Relationship Id="rId320" Type="http://schemas.openxmlformats.org/officeDocument/2006/relationships/customXml" Target="../ink/ink1154.xml"/><Relationship Id="rId155" Type="http://schemas.openxmlformats.org/officeDocument/2006/relationships/image" Target="../media/image1072.png"/><Relationship Id="rId197" Type="http://schemas.openxmlformats.org/officeDocument/2006/relationships/image" Target="../media/image1093.png"/><Relationship Id="rId362" Type="http://schemas.openxmlformats.org/officeDocument/2006/relationships/customXml" Target="../ink/ink1175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59.png"/><Relationship Id="rId299" Type="http://schemas.openxmlformats.org/officeDocument/2006/relationships/image" Target="../media/image1350.png"/><Relationship Id="rId21" Type="http://schemas.openxmlformats.org/officeDocument/2006/relationships/image" Target="../media/image1212.png"/><Relationship Id="rId63" Type="http://schemas.openxmlformats.org/officeDocument/2006/relationships/image" Target="../media/image1233.png"/><Relationship Id="rId159" Type="http://schemas.openxmlformats.org/officeDocument/2006/relationships/image" Target="../media/image1280.png"/><Relationship Id="rId324" Type="http://schemas.openxmlformats.org/officeDocument/2006/relationships/customXml" Target="../ink/ink1363.xml"/><Relationship Id="rId170" Type="http://schemas.openxmlformats.org/officeDocument/2006/relationships/customXml" Target="../ink/ink1286.xml"/><Relationship Id="rId226" Type="http://schemas.openxmlformats.org/officeDocument/2006/relationships/customXml" Target="../ink/ink1314.xml"/><Relationship Id="rId268" Type="http://schemas.openxmlformats.org/officeDocument/2006/relationships/customXml" Target="../ink/ink1335.xml"/><Relationship Id="rId32" Type="http://schemas.openxmlformats.org/officeDocument/2006/relationships/customXml" Target="../ink/ink1217.xml"/><Relationship Id="rId74" Type="http://schemas.openxmlformats.org/officeDocument/2006/relationships/customXml" Target="../ink/ink1238.xml"/><Relationship Id="rId128" Type="http://schemas.openxmlformats.org/officeDocument/2006/relationships/customXml" Target="../ink/ink1265.xml"/><Relationship Id="rId335" Type="http://schemas.openxmlformats.org/officeDocument/2006/relationships/image" Target="../media/image1368.png"/><Relationship Id="rId5" Type="http://schemas.openxmlformats.org/officeDocument/2006/relationships/image" Target="../media/image1204.png"/><Relationship Id="rId181" Type="http://schemas.openxmlformats.org/officeDocument/2006/relationships/image" Target="../media/image1291.png"/><Relationship Id="rId237" Type="http://schemas.openxmlformats.org/officeDocument/2006/relationships/image" Target="../media/image1319.png"/><Relationship Id="rId279" Type="http://schemas.openxmlformats.org/officeDocument/2006/relationships/image" Target="../media/image1340.png"/><Relationship Id="rId43" Type="http://schemas.openxmlformats.org/officeDocument/2006/relationships/image" Target="../media/image1223.png"/><Relationship Id="rId139" Type="http://schemas.openxmlformats.org/officeDocument/2006/relationships/image" Target="../media/image1270.png"/><Relationship Id="rId290" Type="http://schemas.openxmlformats.org/officeDocument/2006/relationships/customXml" Target="../ink/ink1346.xml"/><Relationship Id="rId304" Type="http://schemas.openxmlformats.org/officeDocument/2006/relationships/customXml" Target="../ink/ink1353.xml"/><Relationship Id="rId85" Type="http://schemas.openxmlformats.org/officeDocument/2006/relationships/image" Target="../media/image1244.png"/><Relationship Id="rId150" Type="http://schemas.openxmlformats.org/officeDocument/2006/relationships/customXml" Target="../ink/ink1276.xml"/><Relationship Id="rId192" Type="http://schemas.openxmlformats.org/officeDocument/2006/relationships/customXml" Target="../ink/ink1297.xml"/><Relationship Id="rId206" Type="http://schemas.openxmlformats.org/officeDocument/2006/relationships/customXml" Target="../ink/ink1304.xml"/><Relationship Id="rId248" Type="http://schemas.openxmlformats.org/officeDocument/2006/relationships/customXml" Target="../ink/ink1325.xml"/><Relationship Id="rId12" Type="http://schemas.openxmlformats.org/officeDocument/2006/relationships/customXml" Target="../ink/ink1207.xml"/><Relationship Id="rId108" Type="http://schemas.openxmlformats.org/officeDocument/2006/relationships/customXml" Target="../ink/ink1255.xml"/><Relationship Id="rId315" Type="http://schemas.openxmlformats.org/officeDocument/2006/relationships/image" Target="../media/image1358.png"/><Relationship Id="rId54" Type="http://schemas.openxmlformats.org/officeDocument/2006/relationships/customXml" Target="../ink/ink1228.xml"/><Relationship Id="rId96" Type="http://schemas.openxmlformats.org/officeDocument/2006/relationships/customXml" Target="../ink/ink1249.xml"/><Relationship Id="rId161" Type="http://schemas.openxmlformats.org/officeDocument/2006/relationships/image" Target="../media/image1281.png"/><Relationship Id="rId217" Type="http://schemas.openxmlformats.org/officeDocument/2006/relationships/image" Target="../media/image1309.png"/><Relationship Id="rId259" Type="http://schemas.openxmlformats.org/officeDocument/2006/relationships/image" Target="../media/image1330.png"/><Relationship Id="rId23" Type="http://schemas.openxmlformats.org/officeDocument/2006/relationships/image" Target="../media/image1213.png"/><Relationship Id="rId119" Type="http://schemas.openxmlformats.org/officeDocument/2006/relationships/image" Target="../media/image1260.png"/><Relationship Id="rId270" Type="http://schemas.openxmlformats.org/officeDocument/2006/relationships/customXml" Target="../ink/ink1336.xml"/><Relationship Id="rId326" Type="http://schemas.openxmlformats.org/officeDocument/2006/relationships/customXml" Target="../ink/ink1364.xml"/><Relationship Id="rId65" Type="http://schemas.openxmlformats.org/officeDocument/2006/relationships/image" Target="../media/image1234.png"/><Relationship Id="rId130" Type="http://schemas.openxmlformats.org/officeDocument/2006/relationships/customXml" Target="../ink/ink1266.xml"/><Relationship Id="rId172" Type="http://schemas.openxmlformats.org/officeDocument/2006/relationships/customXml" Target="../ink/ink1287.xml"/><Relationship Id="rId228" Type="http://schemas.openxmlformats.org/officeDocument/2006/relationships/customXml" Target="../ink/ink1315.xml"/><Relationship Id="rId281" Type="http://schemas.openxmlformats.org/officeDocument/2006/relationships/image" Target="../media/image1341.png"/><Relationship Id="rId337" Type="http://schemas.openxmlformats.org/officeDocument/2006/relationships/image" Target="../media/image1369.png"/><Relationship Id="rId34" Type="http://schemas.openxmlformats.org/officeDocument/2006/relationships/customXml" Target="../ink/ink1218.xml"/><Relationship Id="rId76" Type="http://schemas.openxmlformats.org/officeDocument/2006/relationships/customXml" Target="../ink/ink1239.xml"/><Relationship Id="rId141" Type="http://schemas.openxmlformats.org/officeDocument/2006/relationships/image" Target="../media/image1271.png"/><Relationship Id="rId7" Type="http://schemas.openxmlformats.org/officeDocument/2006/relationships/image" Target="../media/image1205.png"/><Relationship Id="rId183" Type="http://schemas.openxmlformats.org/officeDocument/2006/relationships/image" Target="../media/image1292.png"/><Relationship Id="rId239" Type="http://schemas.openxmlformats.org/officeDocument/2006/relationships/image" Target="../media/image1320.png"/><Relationship Id="rId250" Type="http://schemas.openxmlformats.org/officeDocument/2006/relationships/customXml" Target="../ink/ink1326.xml"/><Relationship Id="rId292" Type="http://schemas.openxmlformats.org/officeDocument/2006/relationships/customXml" Target="../ink/ink1347.xml"/><Relationship Id="rId306" Type="http://schemas.openxmlformats.org/officeDocument/2006/relationships/customXml" Target="../ink/ink1354.xml"/><Relationship Id="rId45" Type="http://schemas.openxmlformats.org/officeDocument/2006/relationships/image" Target="../media/image1224.png"/><Relationship Id="rId87" Type="http://schemas.openxmlformats.org/officeDocument/2006/relationships/image" Target="../media/image1245.png"/><Relationship Id="rId110" Type="http://schemas.openxmlformats.org/officeDocument/2006/relationships/customXml" Target="../ink/ink1256.xml"/><Relationship Id="rId152" Type="http://schemas.openxmlformats.org/officeDocument/2006/relationships/customXml" Target="../ink/ink1277.xml"/><Relationship Id="rId194" Type="http://schemas.openxmlformats.org/officeDocument/2006/relationships/customXml" Target="../ink/ink1298.xml"/><Relationship Id="rId208" Type="http://schemas.openxmlformats.org/officeDocument/2006/relationships/customXml" Target="../ink/ink1305.xml"/><Relationship Id="rId240" Type="http://schemas.openxmlformats.org/officeDocument/2006/relationships/customXml" Target="../ink/ink1321.xml"/><Relationship Id="rId261" Type="http://schemas.openxmlformats.org/officeDocument/2006/relationships/image" Target="../media/image1331.png"/><Relationship Id="rId14" Type="http://schemas.openxmlformats.org/officeDocument/2006/relationships/customXml" Target="../ink/ink1208.xml"/><Relationship Id="rId35" Type="http://schemas.openxmlformats.org/officeDocument/2006/relationships/image" Target="../media/image1219.png"/><Relationship Id="rId56" Type="http://schemas.openxmlformats.org/officeDocument/2006/relationships/customXml" Target="../ink/ink1229.xml"/><Relationship Id="rId77" Type="http://schemas.openxmlformats.org/officeDocument/2006/relationships/image" Target="../media/image1240.png"/><Relationship Id="rId100" Type="http://schemas.openxmlformats.org/officeDocument/2006/relationships/customXml" Target="../ink/ink1251.xml"/><Relationship Id="rId282" Type="http://schemas.openxmlformats.org/officeDocument/2006/relationships/customXml" Target="../ink/ink1342.xml"/><Relationship Id="rId317" Type="http://schemas.openxmlformats.org/officeDocument/2006/relationships/image" Target="../media/image1359.png"/><Relationship Id="rId338" Type="http://schemas.openxmlformats.org/officeDocument/2006/relationships/customXml" Target="../ink/ink1370.xml"/><Relationship Id="rId8" Type="http://schemas.openxmlformats.org/officeDocument/2006/relationships/customXml" Target="../ink/ink1205.xml"/><Relationship Id="rId98" Type="http://schemas.openxmlformats.org/officeDocument/2006/relationships/customXml" Target="../ink/ink1250.xml"/><Relationship Id="rId121" Type="http://schemas.openxmlformats.org/officeDocument/2006/relationships/image" Target="../media/image1261.png"/><Relationship Id="rId142" Type="http://schemas.openxmlformats.org/officeDocument/2006/relationships/customXml" Target="../ink/ink1272.xml"/><Relationship Id="rId163" Type="http://schemas.openxmlformats.org/officeDocument/2006/relationships/image" Target="../media/image1282.png"/><Relationship Id="rId184" Type="http://schemas.openxmlformats.org/officeDocument/2006/relationships/customXml" Target="../ink/ink1293.xml"/><Relationship Id="rId219" Type="http://schemas.openxmlformats.org/officeDocument/2006/relationships/image" Target="../media/image1310.png"/><Relationship Id="rId230" Type="http://schemas.openxmlformats.org/officeDocument/2006/relationships/customXml" Target="../ink/ink1316.xml"/><Relationship Id="rId251" Type="http://schemas.openxmlformats.org/officeDocument/2006/relationships/image" Target="../media/image1326.png"/><Relationship Id="rId25" Type="http://schemas.openxmlformats.org/officeDocument/2006/relationships/image" Target="../media/image1214.png"/><Relationship Id="rId46" Type="http://schemas.openxmlformats.org/officeDocument/2006/relationships/customXml" Target="../ink/ink1224.xml"/><Relationship Id="rId67" Type="http://schemas.openxmlformats.org/officeDocument/2006/relationships/image" Target="../media/image1235.png"/><Relationship Id="rId272" Type="http://schemas.openxmlformats.org/officeDocument/2006/relationships/customXml" Target="../ink/ink1337.xml"/><Relationship Id="rId293" Type="http://schemas.openxmlformats.org/officeDocument/2006/relationships/image" Target="../media/image1347.png"/><Relationship Id="rId307" Type="http://schemas.openxmlformats.org/officeDocument/2006/relationships/image" Target="../media/image1354.png"/><Relationship Id="rId328" Type="http://schemas.openxmlformats.org/officeDocument/2006/relationships/customXml" Target="../ink/ink1365.xml"/><Relationship Id="rId88" Type="http://schemas.openxmlformats.org/officeDocument/2006/relationships/customXml" Target="../ink/ink1245.xml"/><Relationship Id="rId111" Type="http://schemas.openxmlformats.org/officeDocument/2006/relationships/image" Target="../media/image1256.png"/><Relationship Id="rId132" Type="http://schemas.openxmlformats.org/officeDocument/2006/relationships/customXml" Target="../ink/ink1267.xml"/><Relationship Id="rId153" Type="http://schemas.openxmlformats.org/officeDocument/2006/relationships/image" Target="../media/image1277.png"/><Relationship Id="rId174" Type="http://schemas.openxmlformats.org/officeDocument/2006/relationships/customXml" Target="../ink/ink1288.xml"/><Relationship Id="rId195" Type="http://schemas.openxmlformats.org/officeDocument/2006/relationships/image" Target="../media/image1298.png"/><Relationship Id="rId209" Type="http://schemas.openxmlformats.org/officeDocument/2006/relationships/image" Target="../media/image1305.png"/><Relationship Id="rId220" Type="http://schemas.openxmlformats.org/officeDocument/2006/relationships/customXml" Target="../ink/ink1311.xml"/><Relationship Id="rId241" Type="http://schemas.openxmlformats.org/officeDocument/2006/relationships/image" Target="../media/image1321.png"/><Relationship Id="rId15" Type="http://schemas.openxmlformats.org/officeDocument/2006/relationships/image" Target="../media/image1209.png"/><Relationship Id="rId36" Type="http://schemas.openxmlformats.org/officeDocument/2006/relationships/customXml" Target="../ink/ink1219.xml"/><Relationship Id="rId57" Type="http://schemas.openxmlformats.org/officeDocument/2006/relationships/image" Target="../media/image1230.png"/><Relationship Id="rId262" Type="http://schemas.openxmlformats.org/officeDocument/2006/relationships/customXml" Target="../ink/ink1332.xml"/><Relationship Id="rId283" Type="http://schemas.openxmlformats.org/officeDocument/2006/relationships/image" Target="../media/image1342.png"/><Relationship Id="rId318" Type="http://schemas.openxmlformats.org/officeDocument/2006/relationships/customXml" Target="../ink/ink1360.xml"/><Relationship Id="rId339" Type="http://schemas.openxmlformats.org/officeDocument/2006/relationships/image" Target="../media/image1370.png"/><Relationship Id="rId78" Type="http://schemas.openxmlformats.org/officeDocument/2006/relationships/customXml" Target="../ink/ink1240.xml"/><Relationship Id="rId99" Type="http://schemas.openxmlformats.org/officeDocument/2006/relationships/image" Target="../media/image1251.png"/><Relationship Id="rId101" Type="http://schemas.openxmlformats.org/officeDocument/2006/relationships/image" Target="../media/image990.png"/><Relationship Id="rId122" Type="http://schemas.openxmlformats.org/officeDocument/2006/relationships/customXml" Target="../ink/ink1262.xml"/><Relationship Id="rId143" Type="http://schemas.openxmlformats.org/officeDocument/2006/relationships/image" Target="../media/image1272.png"/><Relationship Id="rId164" Type="http://schemas.openxmlformats.org/officeDocument/2006/relationships/customXml" Target="../ink/ink1283.xml"/><Relationship Id="rId185" Type="http://schemas.openxmlformats.org/officeDocument/2006/relationships/image" Target="../media/image1293.png"/><Relationship Id="rId9" Type="http://schemas.openxmlformats.org/officeDocument/2006/relationships/image" Target="../media/image1206.png"/><Relationship Id="rId210" Type="http://schemas.openxmlformats.org/officeDocument/2006/relationships/customXml" Target="../ink/ink1306.xml"/><Relationship Id="rId26" Type="http://schemas.openxmlformats.org/officeDocument/2006/relationships/customXml" Target="../ink/ink1214.xml"/><Relationship Id="rId231" Type="http://schemas.openxmlformats.org/officeDocument/2006/relationships/image" Target="../media/image1316.png"/><Relationship Id="rId252" Type="http://schemas.openxmlformats.org/officeDocument/2006/relationships/customXml" Target="../ink/ink1327.xml"/><Relationship Id="rId273" Type="http://schemas.openxmlformats.org/officeDocument/2006/relationships/image" Target="../media/image1337.png"/><Relationship Id="rId294" Type="http://schemas.openxmlformats.org/officeDocument/2006/relationships/customXml" Target="../ink/ink1348.xml"/><Relationship Id="rId308" Type="http://schemas.openxmlformats.org/officeDocument/2006/relationships/customXml" Target="../ink/ink1355.xml"/><Relationship Id="rId329" Type="http://schemas.openxmlformats.org/officeDocument/2006/relationships/image" Target="../media/image1365.png"/><Relationship Id="rId47" Type="http://schemas.openxmlformats.org/officeDocument/2006/relationships/image" Target="../media/image1225.png"/><Relationship Id="rId68" Type="http://schemas.openxmlformats.org/officeDocument/2006/relationships/customXml" Target="../ink/ink1235.xml"/><Relationship Id="rId89" Type="http://schemas.openxmlformats.org/officeDocument/2006/relationships/image" Target="../media/image1246.png"/><Relationship Id="rId112" Type="http://schemas.openxmlformats.org/officeDocument/2006/relationships/customXml" Target="../ink/ink1257.xml"/><Relationship Id="rId133" Type="http://schemas.openxmlformats.org/officeDocument/2006/relationships/image" Target="../media/image1267.png"/><Relationship Id="rId154" Type="http://schemas.openxmlformats.org/officeDocument/2006/relationships/customXml" Target="../ink/ink1278.xml"/><Relationship Id="rId175" Type="http://schemas.openxmlformats.org/officeDocument/2006/relationships/image" Target="../media/image1288.png"/><Relationship Id="rId340" Type="http://schemas.openxmlformats.org/officeDocument/2006/relationships/customXml" Target="../ink/ink1371.xml"/><Relationship Id="rId196" Type="http://schemas.openxmlformats.org/officeDocument/2006/relationships/customXml" Target="../ink/ink1299.xml"/><Relationship Id="rId200" Type="http://schemas.openxmlformats.org/officeDocument/2006/relationships/customXml" Target="../ink/ink1301.xml"/><Relationship Id="rId16" Type="http://schemas.openxmlformats.org/officeDocument/2006/relationships/customXml" Target="../ink/ink1209.xml"/><Relationship Id="rId221" Type="http://schemas.openxmlformats.org/officeDocument/2006/relationships/image" Target="../media/image1311.png"/><Relationship Id="rId242" Type="http://schemas.openxmlformats.org/officeDocument/2006/relationships/customXml" Target="../ink/ink1322.xml"/><Relationship Id="rId263" Type="http://schemas.openxmlformats.org/officeDocument/2006/relationships/image" Target="../media/image1332.png"/><Relationship Id="rId284" Type="http://schemas.openxmlformats.org/officeDocument/2006/relationships/customXml" Target="../ink/ink1343.xml"/><Relationship Id="rId319" Type="http://schemas.openxmlformats.org/officeDocument/2006/relationships/image" Target="../media/image1360.png"/><Relationship Id="rId37" Type="http://schemas.openxmlformats.org/officeDocument/2006/relationships/image" Target="../media/image1220.png"/><Relationship Id="rId58" Type="http://schemas.openxmlformats.org/officeDocument/2006/relationships/customXml" Target="../ink/ink1230.xml"/><Relationship Id="rId79" Type="http://schemas.openxmlformats.org/officeDocument/2006/relationships/image" Target="../media/image1241.png"/><Relationship Id="rId102" Type="http://schemas.openxmlformats.org/officeDocument/2006/relationships/customXml" Target="../ink/ink1252.xml"/><Relationship Id="rId123" Type="http://schemas.openxmlformats.org/officeDocument/2006/relationships/image" Target="../media/image1262.png"/><Relationship Id="rId144" Type="http://schemas.openxmlformats.org/officeDocument/2006/relationships/customXml" Target="../ink/ink1273.xml"/><Relationship Id="rId330" Type="http://schemas.openxmlformats.org/officeDocument/2006/relationships/customXml" Target="../ink/ink1366.xml"/><Relationship Id="rId90" Type="http://schemas.openxmlformats.org/officeDocument/2006/relationships/customXml" Target="../ink/ink1246.xml"/><Relationship Id="rId165" Type="http://schemas.openxmlformats.org/officeDocument/2006/relationships/image" Target="../media/image1283.png"/><Relationship Id="rId186" Type="http://schemas.openxmlformats.org/officeDocument/2006/relationships/customXml" Target="../ink/ink1294.xml"/><Relationship Id="rId211" Type="http://schemas.openxmlformats.org/officeDocument/2006/relationships/image" Target="../media/image1306.png"/><Relationship Id="rId232" Type="http://schemas.openxmlformats.org/officeDocument/2006/relationships/customXml" Target="../ink/ink1317.xml"/><Relationship Id="rId253" Type="http://schemas.openxmlformats.org/officeDocument/2006/relationships/image" Target="../media/image1327.png"/><Relationship Id="rId274" Type="http://schemas.openxmlformats.org/officeDocument/2006/relationships/customXml" Target="../ink/ink1338.xml"/><Relationship Id="rId295" Type="http://schemas.openxmlformats.org/officeDocument/2006/relationships/image" Target="../media/image1348.png"/><Relationship Id="rId309" Type="http://schemas.openxmlformats.org/officeDocument/2006/relationships/image" Target="../media/image1355.png"/><Relationship Id="rId27" Type="http://schemas.openxmlformats.org/officeDocument/2006/relationships/image" Target="../media/image1215.png"/><Relationship Id="rId48" Type="http://schemas.openxmlformats.org/officeDocument/2006/relationships/customXml" Target="../ink/ink1225.xml"/><Relationship Id="rId69" Type="http://schemas.openxmlformats.org/officeDocument/2006/relationships/image" Target="../media/image1236.png"/><Relationship Id="rId113" Type="http://schemas.openxmlformats.org/officeDocument/2006/relationships/image" Target="../media/image1257.png"/><Relationship Id="rId134" Type="http://schemas.openxmlformats.org/officeDocument/2006/relationships/customXml" Target="../ink/ink1268.xml"/><Relationship Id="rId320" Type="http://schemas.openxmlformats.org/officeDocument/2006/relationships/customXml" Target="../ink/ink1361.xml"/><Relationship Id="rId80" Type="http://schemas.openxmlformats.org/officeDocument/2006/relationships/customXml" Target="../ink/ink1241.xml"/><Relationship Id="rId155" Type="http://schemas.openxmlformats.org/officeDocument/2006/relationships/image" Target="../media/image1278.png"/><Relationship Id="rId176" Type="http://schemas.openxmlformats.org/officeDocument/2006/relationships/customXml" Target="../ink/ink1289.xml"/><Relationship Id="rId197" Type="http://schemas.openxmlformats.org/officeDocument/2006/relationships/image" Target="../media/image1299.png"/><Relationship Id="rId341" Type="http://schemas.openxmlformats.org/officeDocument/2006/relationships/image" Target="../media/image1371.png"/><Relationship Id="rId201" Type="http://schemas.openxmlformats.org/officeDocument/2006/relationships/image" Target="../media/image1301.png"/><Relationship Id="rId222" Type="http://schemas.openxmlformats.org/officeDocument/2006/relationships/customXml" Target="../ink/ink1312.xml"/><Relationship Id="rId243" Type="http://schemas.openxmlformats.org/officeDocument/2006/relationships/image" Target="../media/image1322.png"/><Relationship Id="rId264" Type="http://schemas.openxmlformats.org/officeDocument/2006/relationships/customXml" Target="../ink/ink1333.xml"/><Relationship Id="rId285" Type="http://schemas.openxmlformats.org/officeDocument/2006/relationships/image" Target="../media/image1343.png"/><Relationship Id="rId17" Type="http://schemas.openxmlformats.org/officeDocument/2006/relationships/image" Target="../media/image1210.png"/><Relationship Id="rId38" Type="http://schemas.openxmlformats.org/officeDocument/2006/relationships/customXml" Target="../ink/ink1220.xml"/><Relationship Id="rId59" Type="http://schemas.openxmlformats.org/officeDocument/2006/relationships/image" Target="../media/image1231.png"/><Relationship Id="rId103" Type="http://schemas.openxmlformats.org/officeDocument/2006/relationships/image" Target="../media/image1252.png"/><Relationship Id="rId124" Type="http://schemas.openxmlformats.org/officeDocument/2006/relationships/customXml" Target="../ink/ink1263.xml"/><Relationship Id="rId310" Type="http://schemas.openxmlformats.org/officeDocument/2006/relationships/customXml" Target="../ink/ink1356.xml"/><Relationship Id="rId70" Type="http://schemas.openxmlformats.org/officeDocument/2006/relationships/customXml" Target="../ink/ink1236.xml"/><Relationship Id="rId91" Type="http://schemas.openxmlformats.org/officeDocument/2006/relationships/image" Target="../media/image1247.png"/><Relationship Id="rId145" Type="http://schemas.openxmlformats.org/officeDocument/2006/relationships/image" Target="../media/image1273.png"/><Relationship Id="rId166" Type="http://schemas.openxmlformats.org/officeDocument/2006/relationships/customXml" Target="../ink/ink1284.xml"/><Relationship Id="rId187" Type="http://schemas.openxmlformats.org/officeDocument/2006/relationships/image" Target="../media/image1294.png"/><Relationship Id="rId331" Type="http://schemas.openxmlformats.org/officeDocument/2006/relationships/image" Target="../media/image136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07.xml"/><Relationship Id="rId233" Type="http://schemas.openxmlformats.org/officeDocument/2006/relationships/image" Target="../media/image1317.png"/><Relationship Id="rId254" Type="http://schemas.openxmlformats.org/officeDocument/2006/relationships/customXml" Target="../ink/ink1328.xml"/><Relationship Id="rId28" Type="http://schemas.openxmlformats.org/officeDocument/2006/relationships/customXml" Target="../ink/ink1215.xml"/><Relationship Id="rId49" Type="http://schemas.openxmlformats.org/officeDocument/2006/relationships/image" Target="../media/image1226.png"/><Relationship Id="rId114" Type="http://schemas.openxmlformats.org/officeDocument/2006/relationships/customXml" Target="../ink/ink1258.xml"/><Relationship Id="rId275" Type="http://schemas.openxmlformats.org/officeDocument/2006/relationships/image" Target="../media/image1338.png"/><Relationship Id="rId296" Type="http://schemas.openxmlformats.org/officeDocument/2006/relationships/customXml" Target="../ink/ink1349.xml"/><Relationship Id="rId300" Type="http://schemas.openxmlformats.org/officeDocument/2006/relationships/customXml" Target="../ink/ink1351.xml"/><Relationship Id="rId60" Type="http://schemas.openxmlformats.org/officeDocument/2006/relationships/customXml" Target="../ink/ink1231.xml"/><Relationship Id="rId81" Type="http://schemas.openxmlformats.org/officeDocument/2006/relationships/image" Target="../media/image1242.png"/><Relationship Id="rId135" Type="http://schemas.openxmlformats.org/officeDocument/2006/relationships/image" Target="../media/image1268.png"/><Relationship Id="rId156" Type="http://schemas.openxmlformats.org/officeDocument/2006/relationships/customXml" Target="../ink/ink1279.xml"/><Relationship Id="rId177" Type="http://schemas.openxmlformats.org/officeDocument/2006/relationships/image" Target="../media/image1289.png"/><Relationship Id="rId198" Type="http://schemas.openxmlformats.org/officeDocument/2006/relationships/customXml" Target="../ink/ink1300.xml"/><Relationship Id="rId321" Type="http://schemas.openxmlformats.org/officeDocument/2006/relationships/image" Target="../media/image1361.png"/><Relationship Id="rId202" Type="http://schemas.openxmlformats.org/officeDocument/2006/relationships/customXml" Target="../ink/ink1302.xml"/><Relationship Id="rId223" Type="http://schemas.openxmlformats.org/officeDocument/2006/relationships/image" Target="../media/image1312.png"/><Relationship Id="rId244" Type="http://schemas.openxmlformats.org/officeDocument/2006/relationships/customXml" Target="../ink/ink1323.xml"/><Relationship Id="rId18" Type="http://schemas.openxmlformats.org/officeDocument/2006/relationships/customXml" Target="../ink/ink1210.xml"/><Relationship Id="rId39" Type="http://schemas.openxmlformats.org/officeDocument/2006/relationships/image" Target="../media/image1221.png"/><Relationship Id="rId265" Type="http://schemas.openxmlformats.org/officeDocument/2006/relationships/image" Target="../media/image1333.png"/><Relationship Id="rId286" Type="http://schemas.openxmlformats.org/officeDocument/2006/relationships/customXml" Target="../ink/ink1344.xml"/><Relationship Id="rId50" Type="http://schemas.openxmlformats.org/officeDocument/2006/relationships/customXml" Target="../ink/ink1226.xml"/><Relationship Id="rId104" Type="http://schemas.openxmlformats.org/officeDocument/2006/relationships/customXml" Target="../ink/ink1253.xml"/><Relationship Id="rId125" Type="http://schemas.openxmlformats.org/officeDocument/2006/relationships/image" Target="../media/image1263.png"/><Relationship Id="rId146" Type="http://schemas.openxmlformats.org/officeDocument/2006/relationships/customXml" Target="../ink/ink1274.xml"/><Relationship Id="rId167" Type="http://schemas.openxmlformats.org/officeDocument/2006/relationships/image" Target="../media/image1284.png"/><Relationship Id="rId188" Type="http://schemas.openxmlformats.org/officeDocument/2006/relationships/customXml" Target="../ink/ink1295.xml"/><Relationship Id="rId311" Type="http://schemas.openxmlformats.org/officeDocument/2006/relationships/image" Target="../media/image1356.png"/><Relationship Id="rId332" Type="http://schemas.openxmlformats.org/officeDocument/2006/relationships/customXml" Target="../ink/ink1367.xml"/><Relationship Id="rId71" Type="http://schemas.openxmlformats.org/officeDocument/2006/relationships/image" Target="../media/image1237.png"/><Relationship Id="rId92" Type="http://schemas.openxmlformats.org/officeDocument/2006/relationships/customXml" Target="../ink/ink1247.xml"/><Relationship Id="rId213" Type="http://schemas.openxmlformats.org/officeDocument/2006/relationships/image" Target="../media/image1307.png"/><Relationship Id="rId234" Type="http://schemas.openxmlformats.org/officeDocument/2006/relationships/customXml" Target="../ink/ink1318.xml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1216.png"/><Relationship Id="rId255" Type="http://schemas.openxmlformats.org/officeDocument/2006/relationships/image" Target="../media/image1328.png"/><Relationship Id="rId276" Type="http://schemas.openxmlformats.org/officeDocument/2006/relationships/customXml" Target="../ink/ink1339.xml"/><Relationship Id="rId297" Type="http://schemas.openxmlformats.org/officeDocument/2006/relationships/image" Target="../media/image1349.png"/><Relationship Id="rId40" Type="http://schemas.openxmlformats.org/officeDocument/2006/relationships/customXml" Target="../ink/ink1221.xml"/><Relationship Id="rId115" Type="http://schemas.openxmlformats.org/officeDocument/2006/relationships/image" Target="../media/image1258.png"/><Relationship Id="rId136" Type="http://schemas.openxmlformats.org/officeDocument/2006/relationships/customXml" Target="../ink/ink1269.xml"/><Relationship Id="rId157" Type="http://schemas.openxmlformats.org/officeDocument/2006/relationships/image" Target="../media/image1279.png"/><Relationship Id="rId178" Type="http://schemas.openxmlformats.org/officeDocument/2006/relationships/customXml" Target="../ink/ink1290.xml"/><Relationship Id="rId301" Type="http://schemas.openxmlformats.org/officeDocument/2006/relationships/image" Target="../media/image1351.png"/><Relationship Id="rId322" Type="http://schemas.openxmlformats.org/officeDocument/2006/relationships/customXml" Target="../ink/ink1362.xml"/><Relationship Id="rId61" Type="http://schemas.openxmlformats.org/officeDocument/2006/relationships/image" Target="../media/image1232.png"/><Relationship Id="rId82" Type="http://schemas.openxmlformats.org/officeDocument/2006/relationships/customXml" Target="../ink/ink1242.xml"/><Relationship Id="rId199" Type="http://schemas.openxmlformats.org/officeDocument/2006/relationships/image" Target="../media/image1300.png"/><Relationship Id="rId203" Type="http://schemas.openxmlformats.org/officeDocument/2006/relationships/image" Target="../media/image1302.png"/><Relationship Id="rId19" Type="http://schemas.openxmlformats.org/officeDocument/2006/relationships/image" Target="../media/image1211.png"/><Relationship Id="rId224" Type="http://schemas.openxmlformats.org/officeDocument/2006/relationships/customXml" Target="../ink/ink1313.xml"/><Relationship Id="rId245" Type="http://schemas.openxmlformats.org/officeDocument/2006/relationships/image" Target="../media/image1323.png"/><Relationship Id="rId266" Type="http://schemas.openxmlformats.org/officeDocument/2006/relationships/customXml" Target="../ink/ink1334.xml"/><Relationship Id="rId287" Type="http://schemas.openxmlformats.org/officeDocument/2006/relationships/image" Target="../media/image1344.png"/><Relationship Id="rId30" Type="http://schemas.openxmlformats.org/officeDocument/2006/relationships/customXml" Target="../ink/ink1216.xml"/><Relationship Id="rId105" Type="http://schemas.openxmlformats.org/officeDocument/2006/relationships/image" Target="../media/image1253.png"/><Relationship Id="rId126" Type="http://schemas.openxmlformats.org/officeDocument/2006/relationships/customXml" Target="../ink/ink1264.xml"/><Relationship Id="rId147" Type="http://schemas.openxmlformats.org/officeDocument/2006/relationships/image" Target="../media/image1274.png"/><Relationship Id="rId168" Type="http://schemas.openxmlformats.org/officeDocument/2006/relationships/customXml" Target="../ink/ink1285.xml"/><Relationship Id="rId312" Type="http://schemas.openxmlformats.org/officeDocument/2006/relationships/customXml" Target="../ink/ink1357.xml"/><Relationship Id="rId333" Type="http://schemas.openxmlformats.org/officeDocument/2006/relationships/image" Target="../media/image1367.png"/><Relationship Id="rId51" Type="http://schemas.openxmlformats.org/officeDocument/2006/relationships/image" Target="../media/image1227.png"/><Relationship Id="rId72" Type="http://schemas.openxmlformats.org/officeDocument/2006/relationships/customXml" Target="../ink/ink1237.xml"/><Relationship Id="rId93" Type="http://schemas.openxmlformats.org/officeDocument/2006/relationships/image" Target="../media/image1248.png"/><Relationship Id="rId189" Type="http://schemas.openxmlformats.org/officeDocument/2006/relationships/image" Target="../media/image1295.png"/><Relationship Id="rId3" Type="http://schemas.openxmlformats.org/officeDocument/2006/relationships/image" Target="../media/image1203.svg"/><Relationship Id="rId214" Type="http://schemas.openxmlformats.org/officeDocument/2006/relationships/customXml" Target="../ink/ink1308.xml"/><Relationship Id="rId235" Type="http://schemas.openxmlformats.org/officeDocument/2006/relationships/image" Target="../media/image1318.png"/><Relationship Id="rId256" Type="http://schemas.openxmlformats.org/officeDocument/2006/relationships/customXml" Target="../ink/ink1329.xml"/><Relationship Id="rId277" Type="http://schemas.openxmlformats.org/officeDocument/2006/relationships/image" Target="../media/image1339.png"/><Relationship Id="rId298" Type="http://schemas.openxmlformats.org/officeDocument/2006/relationships/customXml" Target="../ink/ink1350.xml"/><Relationship Id="rId116" Type="http://schemas.openxmlformats.org/officeDocument/2006/relationships/customXml" Target="../ink/ink1259.xml"/><Relationship Id="rId137" Type="http://schemas.openxmlformats.org/officeDocument/2006/relationships/image" Target="../media/image1269.png"/><Relationship Id="rId158" Type="http://schemas.openxmlformats.org/officeDocument/2006/relationships/customXml" Target="../ink/ink1280.xml"/><Relationship Id="rId302" Type="http://schemas.openxmlformats.org/officeDocument/2006/relationships/customXml" Target="../ink/ink1352.xml"/><Relationship Id="rId323" Type="http://schemas.openxmlformats.org/officeDocument/2006/relationships/image" Target="../media/image1362.png"/><Relationship Id="rId20" Type="http://schemas.openxmlformats.org/officeDocument/2006/relationships/customXml" Target="../ink/ink1211.xml"/><Relationship Id="rId41" Type="http://schemas.openxmlformats.org/officeDocument/2006/relationships/image" Target="../media/image1222.png"/><Relationship Id="rId62" Type="http://schemas.openxmlformats.org/officeDocument/2006/relationships/customXml" Target="../ink/ink1232.xml"/><Relationship Id="rId83" Type="http://schemas.openxmlformats.org/officeDocument/2006/relationships/image" Target="../media/image1243.png"/><Relationship Id="rId179" Type="http://schemas.openxmlformats.org/officeDocument/2006/relationships/image" Target="../media/image1290.png"/><Relationship Id="rId190" Type="http://schemas.openxmlformats.org/officeDocument/2006/relationships/customXml" Target="../ink/ink1296.xml"/><Relationship Id="rId204" Type="http://schemas.openxmlformats.org/officeDocument/2006/relationships/customXml" Target="../ink/ink1303.xml"/><Relationship Id="rId225" Type="http://schemas.openxmlformats.org/officeDocument/2006/relationships/image" Target="../media/image1313.png"/><Relationship Id="rId246" Type="http://schemas.openxmlformats.org/officeDocument/2006/relationships/customXml" Target="../ink/ink1324.xml"/><Relationship Id="rId267" Type="http://schemas.openxmlformats.org/officeDocument/2006/relationships/image" Target="../media/image1334.png"/><Relationship Id="rId288" Type="http://schemas.openxmlformats.org/officeDocument/2006/relationships/customXml" Target="../ink/ink1345.xml"/><Relationship Id="rId106" Type="http://schemas.openxmlformats.org/officeDocument/2006/relationships/customXml" Target="../ink/ink1254.xml"/><Relationship Id="rId127" Type="http://schemas.openxmlformats.org/officeDocument/2006/relationships/image" Target="../media/image1264.png"/><Relationship Id="rId313" Type="http://schemas.openxmlformats.org/officeDocument/2006/relationships/image" Target="../media/image1357.png"/><Relationship Id="rId10" Type="http://schemas.openxmlformats.org/officeDocument/2006/relationships/customXml" Target="../ink/ink1206.xml"/><Relationship Id="rId31" Type="http://schemas.openxmlformats.org/officeDocument/2006/relationships/image" Target="../media/image1217.png"/><Relationship Id="rId52" Type="http://schemas.openxmlformats.org/officeDocument/2006/relationships/customXml" Target="../ink/ink1227.xml"/><Relationship Id="rId73" Type="http://schemas.openxmlformats.org/officeDocument/2006/relationships/image" Target="../media/image1238.png"/><Relationship Id="rId94" Type="http://schemas.openxmlformats.org/officeDocument/2006/relationships/customXml" Target="../ink/ink1248.xml"/><Relationship Id="rId148" Type="http://schemas.openxmlformats.org/officeDocument/2006/relationships/customXml" Target="../ink/ink1275.xml"/><Relationship Id="rId169" Type="http://schemas.openxmlformats.org/officeDocument/2006/relationships/image" Target="../media/image1285.png"/><Relationship Id="rId334" Type="http://schemas.openxmlformats.org/officeDocument/2006/relationships/customXml" Target="../ink/ink1368.xml"/><Relationship Id="rId4" Type="http://schemas.openxmlformats.org/officeDocument/2006/relationships/customXml" Target="../ink/ink1203.xml"/><Relationship Id="rId180" Type="http://schemas.openxmlformats.org/officeDocument/2006/relationships/customXml" Target="../ink/ink1291.xml"/><Relationship Id="rId215" Type="http://schemas.openxmlformats.org/officeDocument/2006/relationships/image" Target="../media/image1308.png"/><Relationship Id="rId236" Type="http://schemas.openxmlformats.org/officeDocument/2006/relationships/customXml" Target="../ink/ink1319.xml"/><Relationship Id="rId257" Type="http://schemas.openxmlformats.org/officeDocument/2006/relationships/image" Target="../media/image1329.png"/><Relationship Id="rId278" Type="http://schemas.openxmlformats.org/officeDocument/2006/relationships/customXml" Target="../ink/ink1340.xml"/><Relationship Id="rId303" Type="http://schemas.openxmlformats.org/officeDocument/2006/relationships/image" Target="../media/image1352.png"/><Relationship Id="rId42" Type="http://schemas.openxmlformats.org/officeDocument/2006/relationships/customXml" Target="../ink/ink1222.xml"/><Relationship Id="rId84" Type="http://schemas.openxmlformats.org/officeDocument/2006/relationships/customXml" Target="../ink/ink1243.xml"/><Relationship Id="rId138" Type="http://schemas.openxmlformats.org/officeDocument/2006/relationships/customXml" Target="../ink/ink1270.xml"/><Relationship Id="rId191" Type="http://schemas.openxmlformats.org/officeDocument/2006/relationships/image" Target="../media/image1296.png"/><Relationship Id="rId205" Type="http://schemas.openxmlformats.org/officeDocument/2006/relationships/image" Target="../media/image1303.png"/><Relationship Id="rId247" Type="http://schemas.openxmlformats.org/officeDocument/2006/relationships/image" Target="../media/image1324.png"/><Relationship Id="rId107" Type="http://schemas.openxmlformats.org/officeDocument/2006/relationships/image" Target="../media/image1254.png"/><Relationship Id="rId289" Type="http://schemas.openxmlformats.org/officeDocument/2006/relationships/image" Target="../media/image1345.png"/><Relationship Id="rId11" Type="http://schemas.openxmlformats.org/officeDocument/2006/relationships/image" Target="../media/image1207.png"/><Relationship Id="rId53" Type="http://schemas.openxmlformats.org/officeDocument/2006/relationships/image" Target="../media/image1228.png"/><Relationship Id="rId149" Type="http://schemas.openxmlformats.org/officeDocument/2006/relationships/image" Target="../media/image1275.png"/><Relationship Id="rId314" Type="http://schemas.openxmlformats.org/officeDocument/2006/relationships/customXml" Target="../ink/ink1358.xml"/><Relationship Id="rId95" Type="http://schemas.openxmlformats.org/officeDocument/2006/relationships/image" Target="../media/image1249.png"/><Relationship Id="rId160" Type="http://schemas.openxmlformats.org/officeDocument/2006/relationships/customXml" Target="../ink/ink1281.xml"/><Relationship Id="rId216" Type="http://schemas.openxmlformats.org/officeDocument/2006/relationships/customXml" Target="../ink/ink1309.xml"/><Relationship Id="rId258" Type="http://schemas.openxmlformats.org/officeDocument/2006/relationships/customXml" Target="../ink/ink1330.xml"/><Relationship Id="rId22" Type="http://schemas.openxmlformats.org/officeDocument/2006/relationships/customXml" Target="../ink/ink1212.xml"/><Relationship Id="rId64" Type="http://schemas.openxmlformats.org/officeDocument/2006/relationships/customXml" Target="../ink/ink1233.xml"/><Relationship Id="rId118" Type="http://schemas.openxmlformats.org/officeDocument/2006/relationships/customXml" Target="../ink/ink1260.xml"/><Relationship Id="rId325" Type="http://schemas.openxmlformats.org/officeDocument/2006/relationships/image" Target="../media/image1363.png"/><Relationship Id="rId171" Type="http://schemas.openxmlformats.org/officeDocument/2006/relationships/image" Target="../media/image1286.png"/><Relationship Id="rId227" Type="http://schemas.openxmlformats.org/officeDocument/2006/relationships/image" Target="../media/image1314.png"/><Relationship Id="rId269" Type="http://schemas.openxmlformats.org/officeDocument/2006/relationships/image" Target="../media/image1335.png"/><Relationship Id="rId33" Type="http://schemas.openxmlformats.org/officeDocument/2006/relationships/image" Target="../media/image1218.png"/><Relationship Id="rId129" Type="http://schemas.openxmlformats.org/officeDocument/2006/relationships/image" Target="../media/image1265.png"/><Relationship Id="rId280" Type="http://schemas.openxmlformats.org/officeDocument/2006/relationships/customXml" Target="../ink/ink1341.xml"/><Relationship Id="rId336" Type="http://schemas.openxmlformats.org/officeDocument/2006/relationships/customXml" Target="../ink/ink1369.xml"/><Relationship Id="rId75" Type="http://schemas.openxmlformats.org/officeDocument/2006/relationships/image" Target="../media/image1239.png"/><Relationship Id="rId140" Type="http://schemas.openxmlformats.org/officeDocument/2006/relationships/customXml" Target="../ink/ink1271.xml"/><Relationship Id="rId182" Type="http://schemas.openxmlformats.org/officeDocument/2006/relationships/customXml" Target="../ink/ink1292.xml"/><Relationship Id="rId6" Type="http://schemas.openxmlformats.org/officeDocument/2006/relationships/customXml" Target="../ink/ink1204.xml"/><Relationship Id="rId238" Type="http://schemas.openxmlformats.org/officeDocument/2006/relationships/customXml" Target="../ink/ink1320.xml"/><Relationship Id="rId291" Type="http://schemas.openxmlformats.org/officeDocument/2006/relationships/image" Target="../media/image1346.png"/><Relationship Id="rId305" Type="http://schemas.openxmlformats.org/officeDocument/2006/relationships/image" Target="../media/image1353.png"/><Relationship Id="rId44" Type="http://schemas.openxmlformats.org/officeDocument/2006/relationships/customXml" Target="../ink/ink1223.xml"/><Relationship Id="rId86" Type="http://schemas.openxmlformats.org/officeDocument/2006/relationships/customXml" Target="../ink/ink1244.xml"/><Relationship Id="rId151" Type="http://schemas.openxmlformats.org/officeDocument/2006/relationships/image" Target="../media/image1276.png"/><Relationship Id="rId193" Type="http://schemas.openxmlformats.org/officeDocument/2006/relationships/image" Target="../media/image1297.png"/><Relationship Id="rId207" Type="http://schemas.openxmlformats.org/officeDocument/2006/relationships/image" Target="../media/image1304.png"/><Relationship Id="rId249" Type="http://schemas.openxmlformats.org/officeDocument/2006/relationships/image" Target="../media/image1325.png"/><Relationship Id="rId13" Type="http://schemas.openxmlformats.org/officeDocument/2006/relationships/image" Target="../media/image1208.png"/><Relationship Id="rId109" Type="http://schemas.openxmlformats.org/officeDocument/2006/relationships/image" Target="../media/image1255.png"/><Relationship Id="rId260" Type="http://schemas.openxmlformats.org/officeDocument/2006/relationships/customXml" Target="../ink/ink1331.xml"/><Relationship Id="rId316" Type="http://schemas.openxmlformats.org/officeDocument/2006/relationships/customXml" Target="../ink/ink1359.xml"/><Relationship Id="rId55" Type="http://schemas.openxmlformats.org/officeDocument/2006/relationships/image" Target="../media/image1229.png"/><Relationship Id="rId97" Type="http://schemas.openxmlformats.org/officeDocument/2006/relationships/image" Target="../media/image1250.png"/><Relationship Id="rId120" Type="http://schemas.openxmlformats.org/officeDocument/2006/relationships/customXml" Target="../ink/ink1261.xml"/><Relationship Id="rId162" Type="http://schemas.openxmlformats.org/officeDocument/2006/relationships/customXml" Target="../ink/ink1282.xml"/><Relationship Id="rId218" Type="http://schemas.openxmlformats.org/officeDocument/2006/relationships/customXml" Target="../ink/ink1310.xml"/><Relationship Id="rId271" Type="http://schemas.openxmlformats.org/officeDocument/2006/relationships/image" Target="../media/image1336.png"/><Relationship Id="rId24" Type="http://schemas.openxmlformats.org/officeDocument/2006/relationships/customXml" Target="../ink/ink1213.xml"/><Relationship Id="rId66" Type="http://schemas.openxmlformats.org/officeDocument/2006/relationships/customXml" Target="../ink/ink1234.xml"/><Relationship Id="rId131" Type="http://schemas.openxmlformats.org/officeDocument/2006/relationships/image" Target="../media/image1266.png"/><Relationship Id="rId327" Type="http://schemas.openxmlformats.org/officeDocument/2006/relationships/image" Target="../media/image1364.png"/><Relationship Id="rId173" Type="http://schemas.openxmlformats.org/officeDocument/2006/relationships/image" Target="../media/image1287.png"/><Relationship Id="rId229" Type="http://schemas.openxmlformats.org/officeDocument/2006/relationships/image" Target="../media/image1315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9.png"/><Relationship Id="rId299" Type="http://schemas.openxmlformats.org/officeDocument/2006/relationships/image" Target="../media/image1519.png"/><Relationship Id="rId21" Type="http://schemas.openxmlformats.org/officeDocument/2006/relationships/image" Target="../media/image1381.png"/><Relationship Id="rId63" Type="http://schemas.openxmlformats.org/officeDocument/2006/relationships/image" Target="../media/image1402.png"/><Relationship Id="rId159" Type="http://schemas.openxmlformats.org/officeDocument/2006/relationships/image" Target="../media/image1450.png"/><Relationship Id="rId324" Type="http://schemas.openxmlformats.org/officeDocument/2006/relationships/customXml" Target="../ink/ink1532.xml"/><Relationship Id="rId366" Type="http://schemas.openxmlformats.org/officeDocument/2006/relationships/customXml" Target="../ink/ink1553.xml"/><Relationship Id="rId170" Type="http://schemas.openxmlformats.org/officeDocument/2006/relationships/customXml" Target="../ink/ink1455.xml"/><Relationship Id="rId226" Type="http://schemas.openxmlformats.org/officeDocument/2006/relationships/customXml" Target="../ink/ink1483.xml"/><Relationship Id="rId268" Type="http://schemas.openxmlformats.org/officeDocument/2006/relationships/customXml" Target="../ink/ink1504.xml"/><Relationship Id="rId32" Type="http://schemas.openxmlformats.org/officeDocument/2006/relationships/customXml" Target="../ink/ink1386.xml"/><Relationship Id="rId74" Type="http://schemas.openxmlformats.org/officeDocument/2006/relationships/customXml" Target="../ink/ink1407.xml"/><Relationship Id="rId128" Type="http://schemas.openxmlformats.org/officeDocument/2006/relationships/customXml" Target="../ink/ink1434.xml"/><Relationship Id="rId335" Type="http://schemas.openxmlformats.org/officeDocument/2006/relationships/image" Target="../media/image1537.png"/><Relationship Id="rId377" Type="http://schemas.openxmlformats.org/officeDocument/2006/relationships/image" Target="../media/image1558.png"/><Relationship Id="rId5" Type="http://schemas.openxmlformats.org/officeDocument/2006/relationships/image" Target="../media/image1373.png"/><Relationship Id="rId181" Type="http://schemas.openxmlformats.org/officeDocument/2006/relationships/image" Target="../media/image1461.png"/><Relationship Id="rId237" Type="http://schemas.openxmlformats.org/officeDocument/2006/relationships/image" Target="../media/image1489.png"/><Relationship Id="rId402" Type="http://schemas.openxmlformats.org/officeDocument/2006/relationships/customXml" Target="../ink/ink1571.xml"/><Relationship Id="rId279" Type="http://schemas.openxmlformats.org/officeDocument/2006/relationships/image" Target="../media/image1509.png"/><Relationship Id="rId43" Type="http://schemas.openxmlformats.org/officeDocument/2006/relationships/image" Target="../media/image1392.png"/><Relationship Id="rId139" Type="http://schemas.openxmlformats.org/officeDocument/2006/relationships/image" Target="../media/image1440.png"/><Relationship Id="rId290" Type="http://schemas.openxmlformats.org/officeDocument/2006/relationships/customXml" Target="../ink/ink1515.xml"/><Relationship Id="rId304" Type="http://schemas.openxmlformats.org/officeDocument/2006/relationships/customXml" Target="../ink/ink1522.xml"/><Relationship Id="rId346" Type="http://schemas.openxmlformats.org/officeDocument/2006/relationships/customXml" Target="../ink/ink1543.xml"/><Relationship Id="rId388" Type="http://schemas.openxmlformats.org/officeDocument/2006/relationships/customXml" Target="../ink/ink1564.xml"/><Relationship Id="rId85" Type="http://schemas.openxmlformats.org/officeDocument/2006/relationships/image" Target="../media/image1413.png"/><Relationship Id="rId150" Type="http://schemas.openxmlformats.org/officeDocument/2006/relationships/customXml" Target="../ink/ink1445.xml"/><Relationship Id="rId192" Type="http://schemas.openxmlformats.org/officeDocument/2006/relationships/customXml" Target="../ink/ink1466.xml"/><Relationship Id="rId206" Type="http://schemas.openxmlformats.org/officeDocument/2006/relationships/customXml" Target="../ink/ink1473.xml"/><Relationship Id="rId413" Type="http://schemas.openxmlformats.org/officeDocument/2006/relationships/image" Target="../media/image1576.png"/><Relationship Id="rId248" Type="http://schemas.openxmlformats.org/officeDocument/2006/relationships/customXml" Target="../ink/ink1494.xml"/><Relationship Id="rId12" Type="http://schemas.openxmlformats.org/officeDocument/2006/relationships/customXml" Target="../ink/ink1376.xml"/><Relationship Id="rId108" Type="http://schemas.openxmlformats.org/officeDocument/2006/relationships/customXml" Target="../ink/ink1424.xml"/><Relationship Id="rId315" Type="http://schemas.openxmlformats.org/officeDocument/2006/relationships/image" Target="../media/image1527.png"/><Relationship Id="rId357" Type="http://schemas.openxmlformats.org/officeDocument/2006/relationships/image" Target="../media/image1548.png"/><Relationship Id="rId54" Type="http://schemas.openxmlformats.org/officeDocument/2006/relationships/customXml" Target="../ink/ink1397.xml"/><Relationship Id="rId96" Type="http://schemas.openxmlformats.org/officeDocument/2006/relationships/customXml" Target="../ink/ink1418.xml"/><Relationship Id="rId161" Type="http://schemas.openxmlformats.org/officeDocument/2006/relationships/image" Target="../media/image1451.png"/><Relationship Id="rId217" Type="http://schemas.openxmlformats.org/officeDocument/2006/relationships/image" Target="../media/image1479.png"/><Relationship Id="rId399" Type="http://schemas.openxmlformats.org/officeDocument/2006/relationships/image" Target="../media/image1569.png"/><Relationship Id="rId259" Type="http://schemas.openxmlformats.org/officeDocument/2006/relationships/image" Target="../media/image1500.png"/><Relationship Id="rId23" Type="http://schemas.openxmlformats.org/officeDocument/2006/relationships/image" Target="../media/image1382.png"/><Relationship Id="rId119" Type="http://schemas.openxmlformats.org/officeDocument/2006/relationships/image" Target="../media/image1430.png"/><Relationship Id="rId270" Type="http://schemas.openxmlformats.org/officeDocument/2006/relationships/customXml" Target="../ink/ink1505.xml"/><Relationship Id="rId326" Type="http://schemas.openxmlformats.org/officeDocument/2006/relationships/customXml" Target="../ink/ink1533.xml"/><Relationship Id="rId65" Type="http://schemas.openxmlformats.org/officeDocument/2006/relationships/image" Target="../media/image1403.png"/><Relationship Id="rId130" Type="http://schemas.openxmlformats.org/officeDocument/2006/relationships/customXml" Target="../ink/ink1435.xml"/><Relationship Id="rId368" Type="http://schemas.openxmlformats.org/officeDocument/2006/relationships/customXml" Target="../ink/ink1554.xml"/><Relationship Id="rId172" Type="http://schemas.openxmlformats.org/officeDocument/2006/relationships/customXml" Target="../ink/ink1456.xml"/><Relationship Id="rId228" Type="http://schemas.openxmlformats.org/officeDocument/2006/relationships/customXml" Target="../ink/ink1484.xml"/><Relationship Id="rId281" Type="http://schemas.openxmlformats.org/officeDocument/2006/relationships/image" Target="../media/image1510.png"/><Relationship Id="rId337" Type="http://schemas.openxmlformats.org/officeDocument/2006/relationships/image" Target="../media/image1538.png"/><Relationship Id="rId34" Type="http://schemas.openxmlformats.org/officeDocument/2006/relationships/customXml" Target="../ink/ink1387.xml"/><Relationship Id="rId76" Type="http://schemas.openxmlformats.org/officeDocument/2006/relationships/customXml" Target="../ink/ink1408.xml"/><Relationship Id="rId141" Type="http://schemas.openxmlformats.org/officeDocument/2006/relationships/image" Target="../media/image1441.png"/><Relationship Id="rId379" Type="http://schemas.openxmlformats.org/officeDocument/2006/relationships/image" Target="../media/image1559.png"/><Relationship Id="rId7" Type="http://schemas.openxmlformats.org/officeDocument/2006/relationships/image" Target="../media/image1374.png"/><Relationship Id="rId183" Type="http://schemas.openxmlformats.org/officeDocument/2006/relationships/image" Target="../media/image1462.png"/><Relationship Id="rId239" Type="http://schemas.openxmlformats.org/officeDocument/2006/relationships/image" Target="../media/image1490.png"/><Relationship Id="rId390" Type="http://schemas.openxmlformats.org/officeDocument/2006/relationships/customXml" Target="../ink/ink1565.xml"/><Relationship Id="rId404" Type="http://schemas.openxmlformats.org/officeDocument/2006/relationships/customXml" Target="../ink/ink1572.xml"/><Relationship Id="rId250" Type="http://schemas.openxmlformats.org/officeDocument/2006/relationships/customXml" Target="../ink/ink1495.xml"/><Relationship Id="rId292" Type="http://schemas.openxmlformats.org/officeDocument/2006/relationships/customXml" Target="../ink/ink1516.xml"/><Relationship Id="rId306" Type="http://schemas.openxmlformats.org/officeDocument/2006/relationships/customXml" Target="../ink/ink1523.xml"/><Relationship Id="rId45" Type="http://schemas.openxmlformats.org/officeDocument/2006/relationships/image" Target="../media/image1393.png"/><Relationship Id="rId87" Type="http://schemas.openxmlformats.org/officeDocument/2006/relationships/image" Target="../media/image1414.png"/><Relationship Id="rId110" Type="http://schemas.openxmlformats.org/officeDocument/2006/relationships/customXml" Target="../ink/ink1425.xml"/><Relationship Id="rId348" Type="http://schemas.openxmlformats.org/officeDocument/2006/relationships/customXml" Target="../ink/ink1544.xml"/><Relationship Id="rId152" Type="http://schemas.openxmlformats.org/officeDocument/2006/relationships/customXml" Target="../ink/ink1446.xml"/><Relationship Id="rId194" Type="http://schemas.openxmlformats.org/officeDocument/2006/relationships/customXml" Target="../ink/ink1467.xml"/><Relationship Id="rId208" Type="http://schemas.openxmlformats.org/officeDocument/2006/relationships/customXml" Target="../ink/ink1474.xml"/><Relationship Id="rId415" Type="http://schemas.openxmlformats.org/officeDocument/2006/relationships/image" Target="../media/image1577.png"/><Relationship Id="rId261" Type="http://schemas.openxmlformats.org/officeDocument/2006/relationships/image" Target="../media/image1501.png"/><Relationship Id="rId14" Type="http://schemas.openxmlformats.org/officeDocument/2006/relationships/customXml" Target="../ink/ink1377.xml"/><Relationship Id="rId56" Type="http://schemas.openxmlformats.org/officeDocument/2006/relationships/customXml" Target="../ink/ink1398.xml"/><Relationship Id="rId317" Type="http://schemas.openxmlformats.org/officeDocument/2006/relationships/image" Target="../media/image1528.png"/><Relationship Id="rId359" Type="http://schemas.openxmlformats.org/officeDocument/2006/relationships/image" Target="../media/image1549.png"/><Relationship Id="rId98" Type="http://schemas.openxmlformats.org/officeDocument/2006/relationships/customXml" Target="../ink/ink1419.xml"/><Relationship Id="rId121" Type="http://schemas.openxmlformats.org/officeDocument/2006/relationships/image" Target="../media/image1431.png"/><Relationship Id="rId163" Type="http://schemas.openxmlformats.org/officeDocument/2006/relationships/image" Target="../media/image1452.png"/><Relationship Id="rId219" Type="http://schemas.openxmlformats.org/officeDocument/2006/relationships/image" Target="../media/image1480.png"/><Relationship Id="rId370" Type="http://schemas.openxmlformats.org/officeDocument/2006/relationships/customXml" Target="../ink/ink1555.xml"/><Relationship Id="rId230" Type="http://schemas.openxmlformats.org/officeDocument/2006/relationships/customXml" Target="../ink/ink1485.xml"/><Relationship Id="rId25" Type="http://schemas.openxmlformats.org/officeDocument/2006/relationships/image" Target="../media/image1383.png"/><Relationship Id="rId67" Type="http://schemas.openxmlformats.org/officeDocument/2006/relationships/image" Target="../media/image1404.png"/><Relationship Id="rId272" Type="http://schemas.openxmlformats.org/officeDocument/2006/relationships/customXml" Target="../ink/ink1506.xml"/><Relationship Id="rId328" Type="http://schemas.openxmlformats.org/officeDocument/2006/relationships/customXml" Target="../ink/ink1534.xml"/><Relationship Id="rId132" Type="http://schemas.openxmlformats.org/officeDocument/2006/relationships/customXml" Target="../ink/ink1436.xml"/><Relationship Id="rId174" Type="http://schemas.openxmlformats.org/officeDocument/2006/relationships/customXml" Target="../ink/ink1457.xml"/><Relationship Id="rId381" Type="http://schemas.openxmlformats.org/officeDocument/2006/relationships/image" Target="../media/image1560.png"/><Relationship Id="rId241" Type="http://schemas.openxmlformats.org/officeDocument/2006/relationships/image" Target="../media/image1491.png"/><Relationship Id="rId36" Type="http://schemas.openxmlformats.org/officeDocument/2006/relationships/customXml" Target="../ink/ink1388.xml"/><Relationship Id="rId283" Type="http://schemas.openxmlformats.org/officeDocument/2006/relationships/image" Target="../media/image1511.png"/><Relationship Id="rId339" Type="http://schemas.openxmlformats.org/officeDocument/2006/relationships/image" Target="../media/image1539.png"/><Relationship Id="rId78" Type="http://schemas.openxmlformats.org/officeDocument/2006/relationships/customXml" Target="../ink/ink1409.xml"/><Relationship Id="rId101" Type="http://schemas.openxmlformats.org/officeDocument/2006/relationships/image" Target="../media/image1421.png"/><Relationship Id="rId143" Type="http://schemas.openxmlformats.org/officeDocument/2006/relationships/image" Target="../media/image1442.png"/><Relationship Id="rId185" Type="http://schemas.openxmlformats.org/officeDocument/2006/relationships/image" Target="../media/image1463.png"/><Relationship Id="rId350" Type="http://schemas.openxmlformats.org/officeDocument/2006/relationships/customXml" Target="../ink/ink1545.xml"/><Relationship Id="rId406" Type="http://schemas.openxmlformats.org/officeDocument/2006/relationships/customXml" Target="../ink/ink1573.xml"/><Relationship Id="rId9" Type="http://schemas.openxmlformats.org/officeDocument/2006/relationships/image" Target="../media/image1375.png"/><Relationship Id="rId210" Type="http://schemas.openxmlformats.org/officeDocument/2006/relationships/customXml" Target="../ink/ink1475.xml"/><Relationship Id="rId392" Type="http://schemas.openxmlformats.org/officeDocument/2006/relationships/customXml" Target="../ink/ink1566.xml"/><Relationship Id="rId252" Type="http://schemas.openxmlformats.org/officeDocument/2006/relationships/customXml" Target="../ink/ink1496.xml"/><Relationship Id="rId294" Type="http://schemas.openxmlformats.org/officeDocument/2006/relationships/customXml" Target="../ink/ink1517.xml"/><Relationship Id="rId308" Type="http://schemas.openxmlformats.org/officeDocument/2006/relationships/customXml" Target="../ink/ink1524.xml"/><Relationship Id="rId47" Type="http://schemas.openxmlformats.org/officeDocument/2006/relationships/image" Target="../media/image1394.png"/><Relationship Id="rId89" Type="http://schemas.openxmlformats.org/officeDocument/2006/relationships/image" Target="../media/image1415.png"/><Relationship Id="rId112" Type="http://schemas.openxmlformats.org/officeDocument/2006/relationships/customXml" Target="../ink/ink1426.xml"/><Relationship Id="rId154" Type="http://schemas.openxmlformats.org/officeDocument/2006/relationships/customXml" Target="../ink/ink1447.xml"/><Relationship Id="rId361" Type="http://schemas.openxmlformats.org/officeDocument/2006/relationships/image" Target="../media/image1550.png"/><Relationship Id="rId196" Type="http://schemas.openxmlformats.org/officeDocument/2006/relationships/customXml" Target="../ink/ink1468.xml"/><Relationship Id="rId417" Type="http://schemas.openxmlformats.org/officeDocument/2006/relationships/image" Target="../media/image1578.png"/><Relationship Id="rId16" Type="http://schemas.openxmlformats.org/officeDocument/2006/relationships/customXml" Target="../ink/ink1378.xml"/><Relationship Id="rId221" Type="http://schemas.openxmlformats.org/officeDocument/2006/relationships/image" Target="../media/image1481.png"/><Relationship Id="rId263" Type="http://schemas.openxmlformats.org/officeDocument/2006/relationships/image" Target="../media/image1502.png"/><Relationship Id="rId319" Type="http://schemas.openxmlformats.org/officeDocument/2006/relationships/image" Target="../media/image1529.png"/><Relationship Id="rId58" Type="http://schemas.openxmlformats.org/officeDocument/2006/relationships/customXml" Target="../ink/ink1399.xml"/><Relationship Id="rId123" Type="http://schemas.openxmlformats.org/officeDocument/2006/relationships/image" Target="../media/image1432.png"/><Relationship Id="rId330" Type="http://schemas.openxmlformats.org/officeDocument/2006/relationships/customXml" Target="../ink/ink1535.xml"/><Relationship Id="rId165" Type="http://schemas.openxmlformats.org/officeDocument/2006/relationships/image" Target="../media/image1453.png"/><Relationship Id="rId372" Type="http://schemas.openxmlformats.org/officeDocument/2006/relationships/customXml" Target="../ink/ink1556.xml"/><Relationship Id="rId232" Type="http://schemas.openxmlformats.org/officeDocument/2006/relationships/customXml" Target="../ink/ink1486.xml"/><Relationship Id="rId274" Type="http://schemas.openxmlformats.org/officeDocument/2006/relationships/customXml" Target="../ink/ink1507.xml"/><Relationship Id="rId27" Type="http://schemas.openxmlformats.org/officeDocument/2006/relationships/image" Target="../media/image1384.png"/><Relationship Id="rId69" Type="http://schemas.openxmlformats.org/officeDocument/2006/relationships/image" Target="../media/image1405.png"/><Relationship Id="rId134" Type="http://schemas.openxmlformats.org/officeDocument/2006/relationships/customXml" Target="../ink/ink1437.xml"/><Relationship Id="rId80" Type="http://schemas.openxmlformats.org/officeDocument/2006/relationships/customXml" Target="../ink/ink1410.xml"/><Relationship Id="rId176" Type="http://schemas.openxmlformats.org/officeDocument/2006/relationships/customXml" Target="../ink/ink1458.xml"/><Relationship Id="rId341" Type="http://schemas.openxmlformats.org/officeDocument/2006/relationships/image" Target="../media/image1540.png"/><Relationship Id="rId383" Type="http://schemas.openxmlformats.org/officeDocument/2006/relationships/image" Target="../media/image1561.png"/><Relationship Id="rId201" Type="http://schemas.openxmlformats.org/officeDocument/2006/relationships/image" Target="../media/image1471.png"/><Relationship Id="rId222" Type="http://schemas.openxmlformats.org/officeDocument/2006/relationships/customXml" Target="../ink/ink1481.xml"/><Relationship Id="rId243" Type="http://schemas.openxmlformats.org/officeDocument/2006/relationships/image" Target="../media/image1492.png"/><Relationship Id="rId264" Type="http://schemas.openxmlformats.org/officeDocument/2006/relationships/customXml" Target="../ink/ink1502.xml"/><Relationship Id="rId285" Type="http://schemas.openxmlformats.org/officeDocument/2006/relationships/image" Target="../media/image1512.png"/><Relationship Id="rId17" Type="http://schemas.openxmlformats.org/officeDocument/2006/relationships/image" Target="../media/image1379.png"/><Relationship Id="rId38" Type="http://schemas.openxmlformats.org/officeDocument/2006/relationships/customXml" Target="../ink/ink1389.xml"/><Relationship Id="rId59" Type="http://schemas.openxmlformats.org/officeDocument/2006/relationships/image" Target="../media/image1400.png"/><Relationship Id="rId103" Type="http://schemas.openxmlformats.org/officeDocument/2006/relationships/image" Target="../media/image1422.png"/><Relationship Id="rId124" Type="http://schemas.openxmlformats.org/officeDocument/2006/relationships/customXml" Target="../ink/ink1432.xml"/><Relationship Id="rId310" Type="http://schemas.openxmlformats.org/officeDocument/2006/relationships/customXml" Target="../ink/ink1525.xml"/><Relationship Id="rId70" Type="http://schemas.openxmlformats.org/officeDocument/2006/relationships/customXml" Target="../ink/ink1405.xml"/><Relationship Id="rId91" Type="http://schemas.openxmlformats.org/officeDocument/2006/relationships/image" Target="../media/image1416.png"/><Relationship Id="rId145" Type="http://schemas.openxmlformats.org/officeDocument/2006/relationships/image" Target="../media/image1443.png"/><Relationship Id="rId166" Type="http://schemas.openxmlformats.org/officeDocument/2006/relationships/customXml" Target="../ink/ink1453.xml"/><Relationship Id="rId187" Type="http://schemas.openxmlformats.org/officeDocument/2006/relationships/image" Target="../media/image1464.png"/><Relationship Id="rId331" Type="http://schemas.openxmlformats.org/officeDocument/2006/relationships/image" Target="../media/image1535.png"/><Relationship Id="rId352" Type="http://schemas.openxmlformats.org/officeDocument/2006/relationships/customXml" Target="../ink/ink1546.xml"/><Relationship Id="rId373" Type="http://schemas.openxmlformats.org/officeDocument/2006/relationships/image" Target="../media/image1556.png"/><Relationship Id="rId394" Type="http://schemas.openxmlformats.org/officeDocument/2006/relationships/customXml" Target="../ink/ink1567.xml"/><Relationship Id="rId408" Type="http://schemas.openxmlformats.org/officeDocument/2006/relationships/customXml" Target="../ink/ink1574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76.xml"/><Relationship Id="rId233" Type="http://schemas.openxmlformats.org/officeDocument/2006/relationships/image" Target="../media/image1487.png"/><Relationship Id="rId254" Type="http://schemas.openxmlformats.org/officeDocument/2006/relationships/customXml" Target="../ink/ink1497.xml"/><Relationship Id="rId28" Type="http://schemas.openxmlformats.org/officeDocument/2006/relationships/customXml" Target="../ink/ink1384.xml"/><Relationship Id="rId49" Type="http://schemas.openxmlformats.org/officeDocument/2006/relationships/image" Target="../media/image1395.png"/><Relationship Id="rId114" Type="http://schemas.openxmlformats.org/officeDocument/2006/relationships/customXml" Target="../ink/ink1427.xml"/><Relationship Id="rId275" Type="http://schemas.openxmlformats.org/officeDocument/2006/relationships/image" Target="../media/image1507.png"/><Relationship Id="rId296" Type="http://schemas.openxmlformats.org/officeDocument/2006/relationships/customXml" Target="../ink/ink1518.xml"/><Relationship Id="rId300" Type="http://schemas.openxmlformats.org/officeDocument/2006/relationships/customXml" Target="../ink/ink1520.xml"/><Relationship Id="rId60" Type="http://schemas.openxmlformats.org/officeDocument/2006/relationships/customXml" Target="../ink/ink1400.xml"/><Relationship Id="rId81" Type="http://schemas.openxmlformats.org/officeDocument/2006/relationships/image" Target="../media/image1411.png"/><Relationship Id="rId135" Type="http://schemas.openxmlformats.org/officeDocument/2006/relationships/image" Target="../media/image1438.png"/><Relationship Id="rId156" Type="http://schemas.openxmlformats.org/officeDocument/2006/relationships/customXml" Target="../ink/ink1448.xml"/><Relationship Id="rId177" Type="http://schemas.openxmlformats.org/officeDocument/2006/relationships/image" Target="../media/image1459.png"/><Relationship Id="rId198" Type="http://schemas.openxmlformats.org/officeDocument/2006/relationships/customXml" Target="../ink/ink1469.xml"/><Relationship Id="rId321" Type="http://schemas.openxmlformats.org/officeDocument/2006/relationships/image" Target="../media/image1530.png"/><Relationship Id="rId342" Type="http://schemas.openxmlformats.org/officeDocument/2006/relationships/customXml" Target="../ink/ink1541.xml"/><Relationship Id="rId363" Type="http://schemas.openxmlformats.org/officeDocument/2006/relationships/image" Target="../media/image1551.png"/><Relationship Id="rId384" Type="http://schemas.openxmlformats.org/officeDocument/2006/relationships/customXml" Target="../ink/ink1562.xml"/><Relationship Id="rId419" Type="http://schemas.openxmlformats.org/officeDocument/2006/relationships/image" Target="../media/image1579.png"/><Relationship Id="rId202" Type="http://schemas.openxmlformats.org/officeDocument/2006/relationships/customXml" Target="../ink/ink1471.xml"/><Relationship Id="rId223" Type="http://schemas.openxmlformats.org/officeDocument/2006/relationships/image" Target="../media/image1482.png"/><Relationship Id="rId244" Type="http://schemas.openxmlformats.org/officeDocument/2006/relationships/customXml" Target="../ink/ink1492.xml"/><Relationship Id="rId18" Type="http://schemas.openxmlformats.org/officeDocument/2006/relationships/customXml" Target="../ink/ink1379.xml"/><Relationship Id="rId39" Type="http://schemas.openxmlformats.org/officeDocument/2006/relationships/image" Target="../media/image1390.png"/><Relationship Id="rId265" Type="http://schemas.openxmlformats.org/officeDocument/2006/relationships/image" Target="../media/image1503.png"/><Relationship Id="rId286" Type="http://schemas.openxmlformats.org/officeDocument/2006/relationships/customXml" Target="../ink/ink1513.xml"/><Relationship Id="rId50" Type="http://schemas.openxmlformats.org/officeDocument/2006/relationships/customXml" Target="../ink/ink1395.xml"/><Relationship Id="rId104" Type="http://schemas.openxmlformats.org/officeDocument/2006/relationships/customXml" Target="../ink/ink1422.xml"/><Relationship Id="rId125" Type="http://schemas.openxmlformats.org/officeDocument/2006/relationships/image" Target="../media/image1433.png"/><Relationship Id="rId146" Type="http://schemas.openxmlformats.org/officeDocument/2006/relationships/customXml" Target="../ink/ink1443.xml"/><Relationship Id="rId167" Type="http://schemas.openxmlformats.org/officeDocument/2006/relationships/image" Target="../media/image1454.png"/><Relationship Id="rId188" Type="http://schemas.openxmlformats.org/officeDocument/2006/relationships/customXml" Target="../ink/ink1464.xml"/><Relationship Id="rId311" Type="http://schemas.openxmlformats.org/officeDocument/2006/relationships/image" Target="../media/image1525.png"/><Relationship Id="rId332" Type="http://schemas.openxmlformats.org/officeDocument/2006/relationships/customXml" Target="../ink/ink1536.xml"/><Relationship Id="rId353" Type="http://schemas.openxmlformats.org/officeDocument/2006/relationships/image" Target="../media/image1546.png"/><Relationship Id="rId374" Type="http://schemas.openxmlformats.org/officeDocument/2006/relationships/customXml" Target="../ink/ink1557.xml"/><Relationship Id="rId395" Type="http://schemas.openxmlformats.org/officeDocument/2006/relationships/image" Target="../media/image1567.png"/><Relationship Id="rId409" Type="http://schemas.openxmlformats.org/officeDocument/2006/relationships/image" Target="../media/image1574.png"/><Relationship Id="rId71" Type="http://schemas.openxmlformats.org/officeDocument/2006/relationships/image" Target="../media/image1406.png"/><Relationship Id="rId92" Type="http://schemas.openxmlformats.org/officeDocument/2006/relationships/customXml" Target="../ink/ink1416.xml"/><Relationship Id="rId213" Type="http://schemas.openxmlformats.org/officeDocument/2006/relationships/image" Target="../media/image1477.png"/><Relationship Id="rId234" Type="http://schemas.openxmlformats.org/officeDocument/2006/relationships/customXml" Target="../ink/ink1487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1385.png"/><Relationship Id="rId255" Type="http://schemas.openxmlformats.org/officeDocument/2006/relationships/image" Target="../media/image1498.png"/><Relationship Id="rId276" Type="http://schemas.openxmlformats.org/officeDocument/2006/relationships/customXml" Target="../ink/ink1508.xml"/><Relationship Id="rId297" Type="http://schemas.openxmlformats.org/officeDocument/2006/relationships/image" Target="../media/image1518.png"/><Relationship Id="rId40" Type="http://schemas.openxmlformats.org/officeDocument/2006/relationships/customXml" Target="../ink/ink1390.xml"/><Relationship Id="rId115" Type="http://schemas.openxmlformats.org/officeDocument/2006/relationships/image" Target="../media/image1428.png"/><Relationship Id="rId136" Type="http://schemas.openxmlformats.org/officeDocument/2006/relationships/customXml" Target="../ink/ink1438.xml"/><Relationship Id="rId157" Type="http://schemas.openxmlformats.org/officeDocument/2006/relationships/image" Target="../media/image1449.png"/><Relationship Id="rId178" Type="http://schemas.openxmlformats.org/officeDocument/2006/relationships/customXml" Target="../ink/ink1459.xml"/><Relationship Id="rId301" Type="http://schemas.openxmlformats.org/officeDocument/2006/relationships/image" Target="../media/image1520.png"/><Relationship Id="rId322" Type="http://schemas.openxmlformats.org/officeDocument/2006/relationships/customXml" Target="../ink/ink1531.xml"/><Relationship Id="rId343" Type="http://schemas.openxmlformats.org/officeDocument/2006/relationships/image" Target="../media/image1541.png"/><Relationship Id="rId364" Type="http://schemas.openxmlformats.org/officeDocument/2006/relationships/customXml" Target="../ink/ink1552.xml"/><Relationship Id="rId61" Type="http://schemas.openxmlformats.org/officeDocument/2006/relationships/image" Target="../media/image1401.png"/><Relationship Id="rId82" Type="http://schemas.openxmlformats.org/officeDocument/2006/relationships/customXml" Target="../ink/ink1411.xml"/><Relationship Id="rId199" Type="http://schemas.openxmlformats.org/officeDocument/2006/relationships/image" Target="../media/image1470.png"/><Relationship Id="rId203" Type="http://schemas.openxmlformats.org/officeDocument/2006/relationships/image" Target="../media/image1472.png"/><Relationship Id="rId385" Type="http://schemas.openxmlformats.org/officeDocument/2006/relationships/image" Target="../media/image1562.png"/><Relationship Id="rId19" Type="http://schemas.openxmlformats.org/officeDocument/2006/relationships/image" Target="../media/image1380.png"/><Relationship Id="rId224" Type="http://schemas.openxmlformats.org/officeDocument/2006/relationships/customXml" Target="../ink/ink1482.xml"/><Relationship Id="rId245" Type="http://schemas.openxmlformats.org/officeDocument/2006/relationships/image" Target="../media/image1493.png"/><Relationship Id="rId266" Type="http://schemas.openxmlformats.org/officeDocument/2006/relationships/customXml" Target="../ink/ink1503.xml"/><Relationship Id="rId287" Type="http://schemas.openxmlformats.org/officeDocument/2006/relationships/image" Target="../media/image1513.png"/><Relationship Id="rId410" Type="http://schemas.openxmlformats.org/officeDocument/2006/relationships/customXml" Target="../ink/ink1575.xml"/><Relationship Id="rId30" Type="http://schemas.openxmlformats.org/officeDocument/2006/relationships/customXml" Target="../ink/ink1385.xml"/><Relationship Id="rId105" Type="http://schemas.openxmlformats.org/officeDocument/2006/relationships/image" Target="../media/image1423.png"/><Relationship Id="rId126" Type="http://schemas.openxmlformats.org/officeDocument/2006/relationships/customXml" Target="../ink/ink1433.xml"/><Relationship Id="rId147" Type="http://schemas.openxmlformats.org/officeDocument/2006/relationships/image" Target="../media/image1444.png"/><Relationship Id="rId168" Type="http://schemas.openxmlformats.org/officeDocument/2006/relationships/customXml" Target="../ink/ink1454.xml"/><Relationship Id="rId312" Type="http://schemas.openxmlformats.org/officeDocument/2006/relationships/customXml" Target="../ink/ink1526.xml"/><Relationship Id="rId333" Type="http://schemas.openxmlformats.org/officeDocument/2006/relationships/image" Target="../media/image1536.png"/><Relationship Id="rId354" Type="http://schemas.openxmlformats.org/officeDocument/2006/relationships/customXml" Target="../ink/ink1547.xml"/><Relationship Id="rId51" Type="http://schemas.openxmlformats.org/officeDocument/2006/relationships/image" Target="../media/image1396.png"/><Relationship Id="rId72" Type="http://schemas.openxmlformats.org/officeDocument/2006/relationships/customXml" Target="../ink/ink1406.xml"/><Relationship Id="rId93" Type="http://schemas.openxmlformats.org/officeDocument/2006/relationships/image" Target="../media/image1417.png"/><Relationship Id="rId189" Type="http://schemas.openxmlformats.org/officeDocument/2006/relationships/image" Target="../media/image1465.png"/><Relationship Id="rId375" Type="http://schemas.openxmlformats.org/officeDocument/2006/relationships/image" Target="../media/image1557.png"/><Relationship Id="rId396" Type="http://schemas.openxmlformats.org/officeDocument/2006/relationships/customXml" Target="../ink/ink1568.xml"/><Relationship Id="rId3" Type="http://schemas.openxmlformats.org/officeDocument/2006/relationships/image" Target="../media/image1372.svg"/><Relationship Id="rId214" Type="http://schemas.openxmlformats.org/officeDocument/2006/relationships/customXml" Target="../ink/ink1477.xml"/><Relationship Id="rId235" Type="http://schemas.openxmlformats.org/officeDocument/2006/relationships/image" Target="../media/image1488.png"/><Relationship Id="rId256" Type="http://schemas.openxmlformats.org/officeDocument/2006/relationships/customXml" Target="../ink/ink1498.xml"/><Relationship Id="rId277" Type="http://schemas.openxmlformats.org/officeDocument/2006/relationships/image" Target="../media/image1508.png"/><Relationship Id="rId298" Type="http://schemas.openxmlformats.org/officeDocument/2006/relationships/customXml" Target="../ink/ink1519.xml"/><Relationship Id="rId400" Type="http://schemas.openxmlformats.org/officeDocument/2006/relationships/customXml" Target="../ink/ink1570.xml"/><Relationship Id="rId116" Type="http://schemas.openxmlformats.org/officeDocument/2006/relationships/customXml" Target="../ink/ink1428.xml"/><Relationship Id="rId137" Type="http://schemas.openxmlformats.org/officeDocument/2006/relationships/image" Target="../media/image1439.png"/><Relationship Id="rId158" Type="http://schemas.openxmlformats.org/officeDocument/2006/relationships/customXml" Target="../ink/ink1449.xml"/><Relationship Id="rId302" Type="http://schemas.openxmlformats.org/officeDocument/2006/relationships/customXml" Target="../ink/ink1521.xml"/><Relationship Id="rId323" Type="http://schemas.openxmlformats.org/officeDocument/2006/relationships/image" Target="../media/image1531.png"/><Relationship Id="rId344" Type="http://schemas.openxmlformats.org/officeDocument/2006/relationships/customXml" Target="../ink/ink1542.xml"/><Relationship Id="rId20" Type="http://schemas.openxmlformats.org/officeDocument/2006/relationships/customXml" Target="../ink/ink1380.xml"/><Relationship Id="rId41" Type="http://schemas.openxmlformats.org/officeDocument/2006/relationships/image" Target="../media/image1391.png"/><Relationship Id="rId62" Type="http://schemas.openxmlformats.org/officeDocument/2006/relationships/customXml" Target="../ink/ink1401.xml"/><Relationship Id="rId83" Type="http://schemas.openxmlformats.org/officeDocument/2006/relationships/image" Target="../media/image1412.png"/><Relationship Id="rId179" Type="http://schemas.openxmlformats.org/officeDocument/2006/relationships/image" Target="../media/image1460.png"/><Relationship Id="rId365" Type="http://schemas.openxmlformats.org/officeDocument/2006/relationships/image" Target="../media/image1552.png"/><Relationship Id="rId386" Type="http://schemas.openxmlformats.org/officeDocument/2006/relationships/customXml" Target="../ink/ink1563.xml"/><Relationship Id="rId190" Type="http://schemas.openxmlformats.org/officeDocument/2006/relationships/customXml" Target="../ink/ink1465.xml"/><Relationship Id="rId204" Type="http://schemas.openxmlformats.org/officeDocument/2006/relationships/customXml" Target="../ink/ink1472.xml"/><Relationship Id="rId225" Type="http://schemas.openxmlformats.org/officeDocument/2006/relationships/image" Target="../media/image1483.png"/><Relationship Id="rId246" Type="http://schemas.openxmlformats.org/officeDocument/2006/relationships/customXml" Target="../ink/ink1493.xml"/><Relationship Id="rId267" Type="http://schemas.openxmlformats.org/officeDocument/2006/relationships/image" Target="../media/image1504.png"/><Relationship Id="rId288" Type="http://schemas.openxmlformats.org/officeDocument/2006/relationships/customXml" Target="../ink/ink1514.xml"/><Relationship Id="rId411" Type="http://schemas.openxmlformats.org/officeDocument/2006/relationships/image" Target="../media/image1575.png"/><Relationship Id="rId106" Type="http://schemas.openxmlformats.org/officeDocument/2006/relationships/customXml" Target="../ink/ink1423.xml"/><Relationship Id="rId127" Type="http://schemas.openxmlformats.org/officeDocument/2006/relationships/image" Target="../media/image1434.png"/><Relationship Id="rId313" Type="http://schemas.openxmlformats.org/officeDocument/2006/relationships/image" Target="../media/image1526.png"/><Relationship Id="rId10" Type="http://schemas.openxmlformats.org/officeDocument/2006/relationships/customXml" Target="../ink/ink1375.xml"/><Relationship Id="rId31" Type="http://schemas.openxmlformats.org/officeDocument/2006/relationships/image" Target="../media/image1386.png"/><Relationship Id="rId52" Type="http://schemas.openxmlformats.org/officeDocument/2006/relationships/customXml" Target="../ink/ink1396.xml"/><Relationship Id="rId73" Type="http://schemas.openxmlformats.org/officeDocument/2006/relationships/image" Target="../media/image1407.png"/><Relationship Id="rId94" Type="http://schemas.openxmlformats.org/officeDocument/2006/relationships/customXml" Target="../ink/ink1417.xml"/><Relationship Id="rId148" Type="http://schemas.openxmlformats.org/officeDocument/2006/relationships/customXml" Target="../ink/ink1444.xml"/><Relationship Id="rId169" Type="http://schemas.openxmlformats.org/officeDocument/2006/relationships/image" Target="../media/image1455.png"/><Relationship Id="rId334" Type="http://schemas.openxmlformats.org/officeDocument/2006/relationships/customXml" Target="../ink/ink1537.xml"/><Relationship Id="rId355" Type="http://schemas.openxmlformats.org/officeDocument/2006/relationships/image" Target="../media/image1547.png"/><Relationship Id="rId376" Type="http://schemas.openxmlformats.org/officeDocument/2006/relationships/customXml" Target="../ink/ink1558.xml"/><Relationship Id="rId397" Type="http://schemas.openxmlformats.org/officeDocument/2006/relationships/image" Target="../media/image1568.png"/><Relationship Id="rId4" Type="http://schemas.openxmlformats.org/officeDocument/2006/relationships/customXml" Target="../ink/ink1372.xml"/><Relationship Id="rId180" Type="http://schemas.openxmlformats.org/officeDocument/2006/relationships/customXml" Target="../ink/ink1460.xml"/><Relationship Id="rId215" Type="http://schemas.openxmlformats.org/officeDocument/2006/relationships/image" Target="../media/image1478.png"/><Relationship Id="rId236" Type="http://schemas.openxmlformats.org/officeDocument/2006/relationships/customXml" Target="../ink/ink1488.xml"/><Relationship Id="rId257" Type="http://schemas.openxmlformats.org/officeDocument/2006/relationships/image" Target="../media/image1499.png"/><Relationship Id="rId278" Type="http://schemas.openxmlformats.org/officeDocument/2006/relationships/customXml" Target="../ink/ink1509.xml"/><Relationship Id="rId401" Type="http://schemas.openxmlformats.org/officeDocument/2006/relationships/image" Target="../media/image1570.png"/><Relationship Id="rId303" Type="http://schemas.openxmlformats.org/officeDocument/2006/relationships/image" Target="../media/image1521.png"/><Relationship Id="rId42" Type="http://schemas.openxmlformats.org/officeDocument/2006/relationships/customXml" Target="../ink/ink1391.xml"/><Relationship Id="rId84" Type="http://schemas.openxmlformats.org/officeDocument/2006/relationships/customXml" Target="../ink/ink1412.xml"/><Relationship Id="rId138" Type="http://schemas.openxmlformats.org/officeDocument/2006/relationships/customXml" Target="../ink/ink1439.xml"/><Relationship Id="rId345" Type="http://schemas.openxmlformats.org/officeDocument/2006/relationships/image" Target="../media/image1542.png"/><Relationship Id="rId387" Type="http://schemas.openxmlformats.org/officeDocument/2006/relationships/image" Target="../media/image1563.png"/><Relationship Id="rId191" Type="http://schemas.openxmlformats.org/officeDocument/2006/relationships/image" Target="../media/image1466.png"/><Relationship Id="rId205" Type="http://schemas.openxmlformats.org/officeDocument/2006/relationships/image" Target="../media/image1473.png"/><Relationship Id="rId247" Type="http://schemas.openxmlformats.org/officeDocument/2006/relationships/image" Target="../media/image1494.png"/><Relationship Id="rId412" Type="http://schemas.openxmlformats.org/officeDocument/2006/relationships/customXml" Target="../ink/ink1576.xml"/><Relationship Id="rId107" Type="http://schemas.openxmlformats.org/officeDocument/2006/relationships/image" Target="../media/image1424.png"/><Relationship Id="rId289" Type="http://schemas.openxmlformats.org/officeDocument/2006/relationships/image" Target="../media/image1514.png"/><Relationship Id="rId11" Type="http://schemas.openxmlformats.org/officeDocument/2006/relationships/image" Target="../media/image1376.png"/><Relationship Id="rId53" Type="http://schemas.openxmlformats.org/officeDocument/2006/relationships/image" Target="../media/image1397.png"/><Relationship Id="rId149" Type="http://schemas.openxmlformats.org/officeDocument/2006/relationships/image" Target="../media/image1445.png"/><Relationship Id="rId314" Type="http://schemas.openxmlformats.org/officeDocument/2006/relationships/customXml" Target="../ink/ink1527.xml"/><Relationship Id="rId356" Type="http://schemas.openxmlformats.org/officeDocument/2006/relationships/customXml" Target="../ink/ink1548.xml"/><Relationship Id="rId398" Type="http://schemas.openxmlformats.org/officeDocument/2006/relationships/customXml" Target="../ink/ink1569.xml"/><Relationship Id="rId95" Type="http://schemas.openxmlformats.org/officeDocument/2006/relationships/image" Target="../media/image1418.png"/><Relationship Id="rId160" Type="http://schemas.openxmlformats.org/officeDocument/2006/relationships/customXml" Target="../ink/ink1450.xml"/><Relationship Id="rId216" Type="http://schemas.openxmlformats.org/officeDocument/2006/relationships/customXml" Target="../ink/ink1478.xml"/><Relationship Id="rId258" Type="http://schemas.openxmlformats.org/officeDocument/2006/relationships/customXml" Target="../ink/ink1499.xml"/><Relationship Id="rId22" Type="http://schemas.openxmlformats.org/officeDocument/2006/relationships/customXml" Target="../ink/ink1381.xml"/><Relationship Id="rId64" Type="http://schemas.openxmlformats.org/officeDocument/2006/relationships/customXml" Target="../ink/ink1402.xml"/><Relationship Id="rId118" Type="http://schemas.openxmlformats.org/officeDocument/2006/relationships/customXml" Target="../ink/ink1429.xml"/><Relationship Id="rId325" Type="http://schemas.openxmlformats.org/officeDocument/2006/relationships/image" Target="../media/image1532.png"/><Relationship Id="rId367" Type="http://schemas.openxmlformats.org/officeDocument/2006/relationships/image" Target="../media/image1553.png"/><Relationship Id="rId171" Type="http://schemas.openxmlformats.org/officeDocument/2006/relationships/image" Target="../media/image1456.png"/><Relationship Id="rId227" Type="http://schemas.openxmlformats.org/officeDocument/2006/relationships/image" Target="../media/image1484.png"/><Relationship Id="rId269" Type="http://schemas.openxmlformats.org/officeDocument/2006/relationships/image" Target="../media/image1505.png"/><Relationship Id="rId33" Type="http://schemas.openxmlformats.org/officeDocument/2006/relationships/image" Target="../media/image1387.png"/><Relationship Id="rId129" Type="http://schemas.openxmlformats.org/officeDocument/2006/relationships/image" Target="../media/image1435.png"/><Relationship Id="rId280" Type="http://schemas.openxmlformats.org/officeDocument/2006/relationships/customXml" Target="../ink/ink1510.xml"/><Relationship Id="rId336" Type="http://schemas.openxmlformats.org/officeDocument/2006/relationships/customXml" Target="../ink/ink1538.xml"/><Relationship Id="rId75" Type="http://schemas.openxmlformats.org/officeDocument/2006/relationships/image" Target="../media/image1408.png"/><Relationship Id="rId140" Type="http://schemas.openxmlformats.org/officeDocument/2006/relationships/customXml" Target="../ink/ink1440.xml"/><Relationship Id="rId182" Type="http://schemas.openxmlformats.org/officeDocument/2006/relationships/customXml" Target="../ink/ink1461.xml"/><Relationship Id="rId378" Type="http://schemas.openxmlformats.org/officeDocument/2006/relationships/customXml" Target="../ink/ink1559.xml"/><Relationship Id="rId403" Type="http://schemas.openxmlformats.org/officeDocument/2006/relationships/image" Target="../media/image1571.png"/><Relationship Id="rId6" Type="http://schemas.openxmlformats.org/officeDocument/2006/relationships/customXml" Target="../ink/ink1373.xml"/><Relationship Id="rId238" Type="http://schemas.openxmlformats.org/officeDocument/2006/relationships/customXml" Target="../ink/ink1489.xml"/><Relationship Id="rId291" Type="http://schemas.openxmlformats.org/officeDocument/2006/relationships/image" Target="../media/image1515.png"/><Relationship Id="rId305" Type="http://schemas.openxmlformats.org/officeDocument/2006/relationships/image" Target="../media/image1522.png"/><Relationship Id="rId347" Type="http://schemas.openxmlformats.org/officeDocument/2006/relationships/image" Target="../media/image1543.png"/><Relationship Id="rId44" Type="http://schemas.openxmlformats.org/officeDocument/2006/relationships/customXml" Target="../ink/ink1392.xml"/><Relationship Id="rId86" Type="http://schemas.openxmlformats.org/officeDocument/2006/relationships/customXml" Target="../ink/ink1413.xml"/><Relationship Id="rId151" Type="http://schemas.openxmlformats.org/officeDocument/2006/relationships/image" Target="../media/image1446.png"/><Relationship Id="rId389" Type="http://schemas.openxmlformats.org/officeDocument/2006/relationships/image" Target="../media/image1564.png"/><Relationship Id="rId193" Type="http://schemas.openxmlformats.org/officeDocument/2006/relationships/image" Target="../media/image1467.png"/><Relationship Id="rId207" Type="http://schemas.openxmlformats.org/officeDocument/2006/relationships/image" Target="../media/image1474.png"/><Relationship Id="rId249" Type="http://schemas.openxmlformats.org/officeDocument/2006/relationships/image" Target="../media/image1495.png"/><Relationship Id="rId414" Type="http://schemas.openxmlformats.org/officeDocument/2006/relationships/customXml" Target="../ink/ink1577.xml"/><Relationship Id="rId13" Type="http://schemas.openxmlformats.org/officeDocument/2006/relationships/image" Target="../media/image1377.png"/><Relationship Id="rId109" Type="http://schemas.openxmlformats.org/officeDocument/2006/relationships/image" Target="../media/image1425.png"/><Relationship Id="rId260" Type="http://schemas.openxmlformats.org/officeDocument/2006/relationships/customXml" Target="../ink/ink1500.xml"/><Relationship Id="rId316" Type="http://schemas.openxmlformats.org/officeDocument/2006/relationships/customXml" Target="../ink/ink1528.xml"/><Relationship Id="rId55" Type="http://schemas.openxmlformats.org/officeDocument/2006/relationships/image" Target="../media/image1398.png"/><Relationship Id="rId97" Type="http://schemas.openxmlformats.org/officeDocument/2006/relationships/image" Target="../media/image1419.png"/><Relationship Id="rId120" Type="http://schemas.openxmlformats.org/officeDocument/2006/relationships/customXml" Target="../ink/ink1430.xml"/><Relationship Id="rId358" Type="http://schemas.openxmlformats.org/officeDocument/2006/relationships/customXml" Target="../ink/ink1549.xml"/><Relationship Id="rId162" Type="http://schemas.openxmlformats.org/officeDocument/2006/relationships/customXml" Target="../ink/ink1451.xml"/><Relationship Id="rId218" Type="http://schemas.openxmlformats.org/officeDocument/2006/relationships/customXml" Target="../ink/ink1479.xml"/><Relationship Id="rId271" Type="http://schemas.openxmlformats.org/officeDocument/2006/relationships/image" Target="../media/image965.png"/><Relationship Id="rId24" Type="http://schemas.openxmlformats.org/officeDocument/2006/relationships/customXml" Target="../ink/ink1382.xml"/><Relationship Id="rId66" Type="http://schemas.openxmlformats.org/officeDocument/2006/relationships/customXml" Target="../ink/ink1403.xml"/><Relationship Id="rId131" Type="http://schemas.openxmlformats.org/officeDocument/2006/relationships/image" Target="../media/image1436.png"/><Relationship Id="rId327" Type="http://schemas.openxmlformats.org/officeDocument/2006/relationships/image" Target="../media/image1533.png"/><Relationship Id="rId369" Type="http://schemas.openxmlformats.org/officeDocument/2006/relationships/image" Target="../media/image1554.png"/><Relationship Id="rId173" Type="http://schemas.openxmlformats.org/officeDocument/2006/relationships/image" Target="../media/image1457.png"/><Relationship Id="rId229" Type="http://schemas.openxmlformats.org/officeDocument/2006/relationships/image" Target="../media/image1485.png"/><Relationship Id="rId380" Type="http://schemas.openxmlformats.org/officeDocument/2006/relationships/customXml" Target="../ink/ink1560.xml"/><Relationship Id="rId240" Type="http://schemas.openxmlformats.org/officeDocument/2006/relationships/customXml" Target="../ink/ink1490.xml"/><Relationship Id="rId35" Type="http://schemas.openxmlformats.org/officeDocument/2006/relationships/image" Target="../media/image1388.png"/><Relationship Id="rId77" Type="http://schemas.openxmlformats.org/officeDocument/2006/relationships/image" Target="../media/image1409.png"/><Relationship Id="rId100" Type="http://schemas.openxmlformats.org/officeDocument/2006/relationships/customXml" Target="../ink/ink1420.xml"/><Relationship Id="rId282" Type="http://schemas.openxmlformats.org/officeDocument/2006/relationships/customXml" Target="../ink/ink1511.xml"/><Relationship Id="rId338" Type="http://schemas.openxmlformats.org/officeDocument/2006/relationships/customXml" Target="../ink/ink1539.xml"/><Relationship Id="rId8" Type="http://schemas.openxmlformats.org/officeDocument/2006/relationships/customXml" Target="../ink/ink1374.xml"/><Relationship Id="rId142" Type="http://schemas.openxmlformats.org/officeDocument/2006/relationships/customXml" Target="../ink/ink1441.xml"/><Relationship Id="rId184" Type="http://schemas.openxmlformats.org/officeDocument/2006/relationships/customXml" Target="../ink/ink1462.xml"/><Relationship Id="rId391" Type="http://schemas.openxmlformats.org/officeDocument/2006/relationships/image" Target="../media/image1565.png"/><Relationship Id="rId405" Type="http://schemas.openxmlformats.org/officeDocument/2006/relationships/image" Target="../media/image1572.png"/><Relationship Id="rId251" Type="http://schemas.openxmlformats.org/officeDocument/2006/relationships/image" Target="../media/image1496.png"/><Relationship Id="rId46" Type="http://schemas.openxmlformats.org/officeDocument/2006/relationships/customXml" Target="../ink/ink1393.xml"/><Relationship Id="rId293" Type="http://schemas.openxmlformats.org/officeDocument/2006/relationships/image" Target="../media/image1516.png"/><Relationship Id="rId307" Type="http://schemas.openxmlformats.org/officeDocument/2006/relationships/image" Target="../media/image1523.png"/><Relationship Id="rId349" Type="http://schemas.openxmlformats.org/officeDocument/2006/relationships/image" Target="../media/image1544.png"/><Relationship Id="rId88" Type="http://schemas.openxmlformats.org/officeDocument/2006/relationships/customXml" Target="../ink/ink1414.xml"/><Relationship Id="rId111" Type="http://schemas.openxmlformats.org/officeDocument/2006/relationships/image" Target="../media/image1426.png"/><Relationship Id="rId153" Type="http://schemas.openxmlformats.org/officeDocument/2006/relationships/image" Target="../media/image1447.png"/><Relationship Id="rId195" Type="http://schemas.openxmlformats.org/officeDocument/2006/relationships/image" Target="../media/image1468.png"/><Relationship Id="rId209" Type="http://schemas.openxmlformats.org/officeDocument/2006/relationships/image" Target="../media/image1475.png"/><Relationship Id="rId360" Type="http://schemas.openxmlformats.org/officeDocument/2006/relationships/customXml" Target="../ink/ink1550.xml"/><Relationship Id="rId416" Type="http://schemas.openxmlformats.org/officeDocument/2006/relationships/customXml" Target="../ink/ink1578.xml"/><Relationship Id="rId220" Type="http://schemas.openxmlformats.org/officeDocument/2006/relationships/customXml" Target="../ink/ink1480.xml"/><Relationship Id="rId15" Type="http://schemas.openxmlformats.org/officeDocument/2006/relationships/image" Target="../media/image1378.png"/><Relationship Id="rId57" Type="http://schemas.openxmlformats.org/officeDocument/2006/relationships/image" Target="../media/image1399.png"/><Relationship Id="rId262" Type="http://schemas.openxmlformats.org/officeDocument/2006/relationships/customXml" Target="../ink/ink1501.xml"/><Relationship Id="rId318" Type="http://schemas.openxmlformats.org/officeDocument/2006/relationships/customXml" Target="../ink/ink1529.xml"/><Relationship Id="rId99" Type="http://schemas.openxmlformats.org/officeDocument/2006/relationships/image" Target="../media/image1420.png"/><Relationship Id="rId122" Type="http://schemas.openxmlformats.org/officeDocument/2006/relationships/customXml" Target="../ink/ink1431.xml"/><Relationship Id="rId164" Type="http://schemas.openxmlformats.org/officeDocument/2006/relationships/customXml" Target="../ink/ink1452.xml"/><Relationship Id="rId371" Type="http://schemas.openxmlformats.org/officeDocument/2006/relationships/image" Target="../media/image1555.png"/><Relationship Id="rId26" Type="http://schemas.openxmlformats.org/officeDocument/2006/relationships/customXml" Target="../ink/ink1383.xml"/><Relationship Id="rId231" Type="http://schemas.openxmlformats.org/officeDocument/2006/relationships/image" Target="../media/image1486.png"/><Relationship Id="rId273" Type="http://schemas.openxmlformats.org/officeDocument/2006/relationships/image" Target="../media/image1506.png"/><Relationship Id="rId329" Type="http://schemas.openxmlformats.org/officeDocument/2006/relationships/image" Target="../media/image1534.png"/><Relationship Id="rId68" Type="http://schemas.openxmlformats.org/officeDocument/2006/relationships/customXml" Target="../ink/ink1404.xml"/><Relationship Id="rId133" Type="http://schemas.openxmlformats.org/officeDocument/2006/relationships/image" Target="../media/image1437.png"/><Relationship Id="rId175" Type="http://schemas.openxmlformats.org/officeDocument/2006/relationships/image" Target="../media/image1458.png"/><Relationship Id="rId340" Type="http://schemas.openxmlformats.org/officeDocument/2006/relationships/customXml" Target="../ink/ink1540.xml"/><Relationship Id="rId200" Type="http://schemas.openxmlformats.org/officeDocument/2006/relationships/customXml" Target="../ink/ink1470.xml"/><Relationship Id="rId382" Type="http://schemas.openxmlformats.org/officeDocument/2006/relationships/customXml" Target="../ink/ink1561.xml"/><Relationship Id="rId242" Type="http://schemas.openxmlformats.org/officeDocument/2006/relationships/customXml" Target="../ink/ink1491.xml"/><Relationship Id="rId284" Type="http://schemas.openxmlformats.org/officeDocument/2006/relationships/customXml" Target="../ink/ink1512.xml"/><Relationship Id="rId37" Type="http://schemas.openxmlformats.org/officeDocument/2006/relationships/image" Target="../media/image1389.png"/><Relationship Id="rId79" Type="http://schemas.openxmlformats.org/officeDocument/2006/relationships/image" Target="../media/image1410.png"/><Relationship Id="rId102" Type="http://schemas.openxmlformats.org/officeDocument/2006/relationships/customXml" Target="../ink/ink1421.xml"/><Relationship Id="rId144" Type="http://schemas.openxmlformats.org/officeDocument/2006/relationships/customXml" Target="../ink/ink1442.xml"/><Relationship Id="rId90" Type="http://schemas.openxmlformats.org/officeDocument/2006/relationships/customXml" Target="../ink/ink1415.xml"/><Relationship Id="rId186" Type="http://schemas.openxmlformats.org/officeDocument/2006/relationships/customXml" Target="../ink/ink1463.xml"/><Relationship Id="rId351" Type="http://schemas.openxmlformats.org/officeDocument/2006/relationships/image" Target="../media/image1545.png"/><Relationship Id="rId393" Type="http://schemas.openxmlformats.org/officeDocument/2006/relationships/image" Target="../media/image1566.png"/><Relationship Id="rId407" Type="http://schemas.openxmlformats.org/officeDocument/2006/relationships/image" Target="../media/image1573.png"/><Relationship Id="rId211" Type="http://schemas.openxmlformats.org/officeDocument/2006/relationships/image" Target="../media/image1476.png"/><Relationship Id="rId253" Type="http://schemas.openxmlformats.org/officeDocument/2006/relationships/image" Target="../media/image1497.png"/><Relationship Id="rId295" Type="http://schemas.openxmlformats.org/officeDocument/2006/relationships/image" Target="../media/image1517.png"/><Relationship Id="rId309" Type="http://schemas.openxmlformats.org/officeDocument/2006/relationships/image" Target="../media/image1524.png"/><Relationship Id="rId48" Type="http://schemas.openxmlformats.org/officeDocument/2006/relationships/customXml" Target="../ink/ink1394.xml"/><Relationship Id="rId113" Type="http://schemas.openxmlformats.org/officeDocument/2006/relationships/image" Target="../media/image1427.png"/><Relationship Id="rId320" Type="http://schemas.openxmlformats.org/officeDocument/2006/relationships/customXml" Target="../ink/ink1530.xml"/><Relationship Id="rId155" Type="http://schemas.openxmlformats.org/officeDocument/2006/relationships/image" Target="../media/image1448.png"/><Relationship Id="rId197" Type="http://schemas.openxmlformats.org/officeDocument/2006/relationships/image" Target="../media/image1469.png"/><Relationship Id="rId362" Type="http://schemas.openxmlformats.org/officeDocument/2006/relationships/customXml" Target="../ink/ink1551.xml"/><Relationship Id="rId418" Type="http://schemas.openxmlformats.org/officeDocument/2006/relationships/customXml" Target="../ink/ink1579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90.png"/><Relationship Id="rId21" Type="http://schemas.openxmlformats.org/officeDocument/2006/relationships/customXml" Target="../ink/ink1589.xml"/><Relationship Id="rId42" Type="http://schemas.openxmlformats.org/officeDocument/2006/relationships/image" Target="../media/image1598.png"/><Relationship Id="rId47" Type="http://schemas.openxmlformats.org/officeDocument/2006/relationships/customXml" Target="../ink/ink1602.xml"/><Relationship Id="rId63" Type="http://schemas.openxmlformats.org/officeDocument/2006/relationships/customXml" Target="../ink/ink1610.xml"/><Relationship Id="rId68" Type="http://schemas.openxmlformats.org/officeDocument/2006/relationships/image" Target="../media/image1611.png"/><Relationship Id="rId84" Type="http://schemas.openxmlformats.org/officeDocument/2006/relationships/image" Target="../media/image1619.png"/><Relationship Id="rId89" Type="http://schemas.openxmlformats.org/officeDocument/2006/relationships/customXml" Target="../ink/ink1623.xml"/><Relationship Id="rId16" Type="http://schemas.openxmlformats.org/officeDocument/2006/relationships/image" Target="../media/image1585.png"/><Relationship Id="rId107" Type="http://schemas.openxmlformats.org/officeDocument/2006/relationships/customXml" Target="../ink/ink1632.xml"/><Relationship Id="rId11" Type="http://schemas.openxmlformats.org/officeDocument/2006/relationships/customXml" Target="../ink/ink1584.xml"/><Relationship Id="rId32" Type="http://schemas.openxmlformats.org/officeDocument/2006/relationships/image" Target="../media/image1593.png"/><Relationship Id="rId37" Type="http://schemas.openxmlformats.org/officeDocument/2006/relationships/customXml" Target="../ink/ink1597.xml"/><Relationship Id="rId53" Type="http://schemas.openxmlformats.org/officeDocument/2006/relationships/customXml" Target="../ink/ink1605.xml"/><Relationship Id="rId58" Type="http://schemas.openxmlformats.org/officeDocument/2006/relationships/image" Target="../media/image1606.png"/><Relationship Id="rId74" Type="http://schemas.openxmlformats.org/officeDocument/2006/relationships/image" Target="../media/image1614.png"/><Relationship Id="rId79" Type="http://schemas.openxmlformats.org/officeDocument/2006/relationships/customXml" Target="../ink/ink1618.xml"/><Relationship Id="rId102" Type="http://schemas.openxmlformats.org/officeDocument/2006/relationships/image" Target="../media/image1628.png"/><Relationship Id="rId5" Type="http://schemas.openxmlformats.org/officeDocument/2006/relationships/customXml" Target="../ink/ink1581.xml"/><Relationship Id="rId90" Type="http://schemas.openxmlformats.org/officeDocument/2006/relationships/image" Target="../media/image1622.png"/><Relationship Id="rId95" Type="http://schemas.openxmlformats.org/officeDocument/2006/relationships/customXml" Target="../ink/ink1626.xml"/><Relationship Id="rId22" Type="http://schemas.openxmlformats.org/officeDocument/2006/relationships/image" Target="../media/image1588.png"/><Relationship Id="rId27" Type="http://schemas.openxmlformats.org/officeDocument/2006/relationships/customXml" Target="../ink/ink1592.xml"/><Relationship Id="rId43" Type="http://schemas.openxmlformats.org/officeDocument/2006/relationships/customXml" Target="../ink/ink1600.xml"/><Relationship Id="rId48" Type="http://schemas.openxmlformats.org/officeDocument/2006/relationships/image" Target="../media/image1601.png"/><Relationship Id="rId64" Type="http://schemas.openxmlformats.org/officeDocument/2006/relationships/image" Target="../media/image1609.png"/><Relationship Id="rId69" Type="http://schemas.openxmlformats.org/officeDocument/2006/relationships/customXml" Target="../ink/ink1613.xml"/><Relationship Id="rId80" Type="http://schemas.openxmlformats.org/officeDocument/2006/relationships/image" Target="../media/image1617.png"/><Relationship Id="rId85" Type="http://schemas.openxmlformats.org/officeDocument/2006/relationships/customXml" Target="../ink/ink1621.xml"/><Relationship Id="rId12" Type="http://schemas.openxmlformats.org/officeDocument/2006/relationships/image" Target="../media/image1583.png"/><Relationship Id="rId17" Type="http://schemas.openxmlformats.org/officeDocument/2006/relationships/customXml" Target="../ink/ink1587.xml"/><Relationship Id="rId33" Type="http://schemas.openxmlformats.org/officeDocument/2006/relationships/customXml" Target="../ink/ink1595.xml"/><Relationship Id="rId38" Type="http://schemas.openxmlformats.org/officeDocument/2006/relationships/image" Target="../media/image1596.png"/><Relationship Id="rId59" Type="http://schemas.openxmlformats.org/officeDocument/2006/relationships/customXml" Target="../ink/ink1608.xml"/><Relationship Id="rId103" Type="http://schemas.openxmlformats.org/officeDocument/2006/relationships/customXml" Target="../ink/ink1630.xml"/><Relationship Id="rId108" Type="http://schemas.openxmlformats.org/officeDocument/2006/relationships/image" Target="../media/image1631.png"/><Relationship Id="rId20" Type="http://schemas.openxmlformats.org/officeDocument/2006/relationships/image" Target="../media/image1587.png"/><Relationship Id="rId41" Type="http://schemas.openxmlformats.org/officeDocument/2006/relationships/customXml" Target="../ink/ink1599.xml"/><Relationship Id="rId54" Type="http://schemas.openxmlformats.org/officeDocument/2006/relationships/image" Target="../media/image1604.png"/><Relationship Id="rId62" Type="http://schemas.openxmlformats.org/officeDocument/2006/relationships/image" Target="../media/image1608.png"/><Relationship Id="rId70" Type="http://schemas.openxmlformats.org/officeDocument/2006/relationships/image" Target="../media/image1612.png"/><Relationship Id="rId75" Type="http://schemas.openxmlformats.org/officeDocument/2006/relationships/customXml" Target="../ink/ink1616.xml"/><Relationship Id="rId83" Type="http://schemas.openxmlformats.org/officeDocument/2006/relationships/customXml" Target="../ink/ink1620.xml"/><Relationship Id="rId88" Type="http://schemas.openxmlformats.org/officeDocument/2006/relationships/image" Target="../media/image1621.png"/><Relationship Id="rId91" Type="http://schemas.openxmlformats.org/officeDocument/2006/relationships/customXml" Target="../ink/ink1624.xml"/><Relationship Id="rId96" Type="http://schemas.openxmlformats.org/officeDocument/2006/relationships/image" Target="../media/image16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0.png"/><Relationship Id="rId15" Type="http://schemas.openxmlformats.org/officeDocument/2006/relationships/customXml" Target="../ink/ink1586.xml"/><Relationship Id="rId23" Type="http://schemas.openxmlformats.org/officeDocument/2006/relationships/customXml" Target="../ink/ink1590.xml"/><Relationship Id="rId28" Type="http://schemas.openxmlformats.org/officeDocument/2006/relationships/image" Target="../media/image1591.png"/><Relationship Id="rId36" Type="http://schemas.openxmlformats.org/officeDocument/2006/relationships/image" Target="../media/image1595.png"/><Relationship Id="rId49" Type="http://schemas.openxmlformats.org/officeDocument/2006/relationships/customXml" Target="../ink/ink1603.xml"/><Relationship Id="rId57" Type="http://schemas.openxmlformats.org/officeDocument/2006/relationships/customXml" Target="../ink/ink1607.xml"/><Relationship Id="rId106" Type="http://schemas.openxmlformats.org/officeDocument/2006/relationships/image" Target="../media/image1630.png"/><Relationship Id="rId10" Type="http://schemas.openxmlformats.org/officeDocument/2006/relationships/image" Target="../media/image1582.png"/><Relationship Id="rId31" Type="http://schemas.openxmlformats.org/officeDocument/2006/relationships/customXml" Target="../ink/ink1594.xml"/><Relationship Id="rId44" Type="http://schemas.openxmlformats.org/officeDocument/2006/relationships/image" Target="../media/image1599.png"/><Relationship Id="rId52" Type="http://schemas.openxmlformats.org/officeDocument/2006/relationships/image" Target="../media/image1603.png"/><Relationship Id="rId60" Type="http://schemas.openxmlformats.org/officeDocument/2006/relationships/image" Target="../media/image1607.png"/><Relationship Id="rId65" Type="http://schemas.openxmlformats.org/officeDocument/2006/relationships/customXml" Target="../ink/ink1611.xml"/><Relationship Id="rId73" Type="http://schemas.openxmlformats.org/officeDocument/2006/relationships/customXml" Target="../ink/ink1615.xml"/><Relationship Id="rId78" Type="http://schemas.openxmlformats.org/officeDocument/2006/relationships/image" Target="../media/image1616.png"/><Relationship Id="rId81" Type="http://schemas.openxmlformats.org/officeDocument/2006/relationships/customXml" Target="../ink/ink1619.xml"/><Relationship Id="rId86" Type="http://schemas.openxmlformats.org/officeDocument/2006/relationships/image" Target="../media/image1620.png"/><Relationship Id="rId94" Type="http://schemas.openxmlformats.org/officeDocument/2006/relationships/image" Target="../media/image1624.png"/><Relationship Id="rId99" Type="http://schemas.openxmlformats.org/officeDocument/2006/relationships/customXml" Target="../ink/ink1628.xml"/><Relationship Id="rId101" Type="http://schemas.openxmlformats.org/officeDocument/2006/relationships/customXml" Target="../ink/ink1629.xml"/><Relationship Id="rId4" Type="http://schemas.openxmlformats.org/officeDocument/2006/relationships/image" Target="../media/image990.png"/><Relationship Id="rId9" Type="http://schemas.openxmlformats.org/officeDocument/2006/relationships/customXml" Target="../ink/ink1583.xml"/><Relationship Id="rId13" Type="http://schemas.openxmlformats.org/officeDocument/2006/relationships/customXml" Target="../ink/ink1585.xml"/><Relationship Id="rId18" Type="http://schemas.openxmlformats.org/officeDocument/2006/relationships/image" Target="../media/image1586.png"/><Relationship Id="rId39" Type="http://schemas.openxmlformats.org/officeDocument/2006/relationships/customXml" Target="../ink/ink1598.xml"/><Relationship Id="rId34" Type="http://schemas.openxmlformats.org/officeDocument/2006/relationships/image" Target="../media/image1594.png"/><Relationship Id="rId50" Type="http://schemas.openxmlformats.org/officeDocument/2006/relationships/image" Target="../media/image1602.png"/><Relationship Id="rId55" Type="http://schemas.openxmlformats.org/officeDocument/2006/relationships/customXml" Target="../ink/ink1606.xml"/><Relationship Id="rId76" Type="http://schemas.openxmlformats.org/officeDocument/2006/relationships/image" Target="../media/image1615.png"/><Relationship Id="rId97" Type="http://schemas.openxmlformats.org/officeDocument/2006/relationships/customXml" Target="../ink/ink1627.xml"/><Relationship Id="rId104" Type="http://schemas.openxmlformats.org/officeDocument/2006/relationships/image" Target="../media/image1629.png"/><Relationship Id="rId7" Type="http://schemas.openxmlformats.org/officeDocument/2006/relationships/customXml" Target="../ink/ink1582.xml"/><Relationship Id="rId71" Type="http://schemas.openxmlformats.org/officeDocument/2006/relationships/customXml" Target="../ink/ink1614.xml"/><Relationship Id="rId92" Type="http://schemas.openxmlformats.org/officeDocument/2006/relationships/image" Target="../media/image1623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593.xml"/><Relationship Id="rId24" Type="http://schemas.openxmlformats.org/officeDocument/2006/relationships/image" Target="../media/image1589.png"/><Relationship Id="rId40" Type="http://schemas.openxmlformats.org/officeDocument/2006/relationships/image" Target="../media/image1597.png"/><Relationship Id="rId45" Type="http://schemas.openxmlformats.org/officeDocument/2006/relationships/customXml" Target="../ink/ink1601.xml"/><Relationship Id="rId66" Type="http://schemas.openxmlformats.org/officeDocument/2006/relationships/image" Target="../media/image1610.png"/><Relationship Id="rId87" Type="http://schemas.openxmlformats.org/officeDocument/2006/relationships/customXml" Target="../ink/ink1622.xml"/><Relationship Id="rId61" Type="http://schemas.openxmlformats.org/officeDocument/2006/relationships/customXml" Target="../ink/ink1609.xml"/><Relationship Id="rId82" Type="http://schemas.openxmlformats.org/officeDocument/2006/relationships/image" Target="../media/image1618.png"/><Relationship Id="rId19" Type="http://schemas.openxmlformats.org/officeDocument/2006/relationships/customXml" Target="../ink/ink1588.xml"/><Relationship Id="rId14" Type="http://schemas.openxmlformats.org/officeDocument/2006/relationships/image" Target="../media/image1584.png"/><Relationship Id="rId30" Type="http://schemas.openxmlformats.org/officeDocument/2006/relationships/image" Target="../media/image1592.png"/><Relationship Id="rId35" Type="http://schemas.openxmlformats.org/officeDocument/2006/relationships/customXml" Target="../ink/ink1596.xml"/><Relationship Id="rId56" Type="http://schemas.openxmlformats.org/officeDocument/2006/relationships/image" Target="../media/image1605.png"/><Relationship Id="rId77" Type="http://schemas.openxmlformats.org/officeDocument/2006/relationships/customXml" Target="../ink/ink1617.xml"/><Relationship Id="rId100" Type="http://schemas.openxmlformats.org/officeDocument/2006/relationships/image" Target="../media/image1627.png"/><Relationship Id="rId105" Type="http://schemas.openxmlformats.org/officeDocument/2006/relationships/customXml" Target="../ink/ink1631.xml"/><Relationship Id="rId8" Type="http://schemas.openxmlformats.org/officeDocument/2006/relationships/image" Target="../media/image1581.png"/><Relationship Id="rId51" Type="http://schemas.openxmlformats.org/officeDocument/2006/relationships/customXml" Target="../ink/ink1604.xml"/><Relationship Id="rId72" Type="http://schemas.openxmlformats.org/officeDocument/2006/relationships/image" Target="../media/image1613.png"/><Relationship Id="rId93" Type="http://schemas.openxmlformats.org/officeDocument/2006/relationships/customXml" Target="../ink/ink1625.xml"/><Relationship Id="rId98" Type="http://schemas.openxmlformats.org/officeDocument/2006/relationships/image" Target="../media/image1626.png"/><Relationship Id="rId3" Type="http://schemas.openxmlformats.org/officeDocument/2006/relationships/customXml" Target="../ink/ink1580.xml"/><Relationship Id="rId25" Type="http://schemas.openxmlformats.org/officeDocument/2006/relationships/customXml" Target="../ink/ink1591.xml"/><Relationship Id="rId46" Type="http://schemas.openxmlformats.org/officeDocument/2006/relationships/image" Target="../media/image1600.png"/><Relationship Id="rId67" Type="http://schemas.openxmlformats.org/officeDocument/2006/relationships/customXml" Target="../ink/ink161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9.png"/><Relationship Id="rId299" Type="http://schemas.openxmlformats.org/officeDocument/2006/relationships/customXml" Target="../ink/ink1781.xml"/><Relationship Id="rId21" Type="http://schemas.openxmlformats.org/officeDocument/2006/relationships/image" Target="../media/image1641.png"/><Relationship Id="rId63" Type="http://schemas.openxmlformats.org/officeDocument/2006/relationships/image" Target="../media/image1662.png"/><Relationship Id="rId159" Type="http://schemas.openxmlformats.org/officeDocument/2006/relationships/image" Target="../media/image1710.png"/><Relationship Id="rId324" Type="http://schemas.openxmlformats.org/officeDocument/2006/relationships/image" Target="../media/image1792.png"/><Relationship Id="rId170" Type="http://schemas.openxmlformats.org/officeDocument/2006/relationships/customXml" Target="../ink/ink1716.xml"/><Relationship Id="rId226" Type="http://schemas.openxmlformats.org/officeDocument/2006/relationships/customXml" Target="../ink/ink1744.xml"/><Relationship Id="rId268" Type="http://schemas.openxmlformats.org/officeDocument/2006/relationships/customXml" Target="../ink/ink1765.xml"/><Relationship Id="rId32" Type="http://schemas.openxmlformats.org/officeDocument/2006/relationships/customXml" Target="../ink/ink1647.xml"/><Relationship Id="rId74" Type="http://schemas.openxmlformats.org/officeDocument/2006/relationships/customXml" Target="../ink/ink1668.xml"/><Relationship Id="rId128" Type="http://schemas.openxmlformats.org/officeDocument/2006/relationships/customXml" Target="../ink/ink1695.xml"/><Relationship Id="rId335" Type="http://schemas.openxmlformats.org/officeDocument/2006/relationships/customXml" Target="../ink/ink1799.xml"/><Relationship Id="rId5" Type="http://schemas.openxmlformats.org/officeDocument/2006/relationships/image" Target="../media/image1633.png"/><Relationship Id="rId181" Type="http://schemas.openxmlformats.org/officeDocument/2006/relationships/image" Target="../media/image1721.png"/><Relationship Id="rId237" Type="http://schemas.openxmlformats.org/officeDocument/2006/relationships/image" Target="../media/image1749.png"/><Relationship Id="rId279" Type="http://schemas.openxmlformats.org/officeDocument/2006/relationships/image" Target="../media/image1770.png"/><Relationship Id="rId43" Type="http://schemas.openxmlformats.org/officeDocument/2006/relationships/image" Target="../media/image1652.png"/><Relationship Id="rId139" Type="http://schemas.openxmlformats.org/officeDocument/2006/relationships/image" Target="../media/image1700.png"/><Relationship Id="rId290" Type="http://schemas.openxmlformats.org/officeDocument/2006/relationships/customXml" Target="../ink/ink1776.xml"/><Relationship Id="rId304" Type="http://schemas.openxmlformats.org/officeDocument/2006/relationships/image" Target="../media/image1782.png"/><Relationship Id="rId346" Type="http://schemas.openxmlformats.org/officeDocument/2006/relationships/image" Target="../media/image1803.png"/><Relationship Id="rId85" Type="http://schemas.openxmlformats.org/officeDocument/2006/relationships/image" Target="../media/image1673.png"/><Relationship Id="rId150" Type="http://schemas.openxmlformats.org/officeDocument/2006/relationships/customXml" Target="../ink/ink1706.xml"/><Relationship Id="rId192" Type="http://schemas.openxmlformats.org/officeDocument/2006/relationships/customXml" Target="../ink/ink1727.xml"/><Relationship Id="rId206" Type="http://schemas.openxmlformats.org/officeDocument/2006/relationships/customXml" Target="../ink/ink1734.xml"/><Relationship Id="rId248" Type="http://schemas.openxmlformats.org/officeDocument/2006/relationships/customXml" Target="../ink/ink1755.xml"/><Relationship Id="rId12" Type="http://schemas.openxmlformats.org/officeDocument/2006/relationships/customXml" Target="../ink/ink1637.xml"/><Relationship Id="rId108" Type="http://schemas.openxmlformats.org/officeDocument/2006/relationships/customXml" Target="../ink/ink1685.xml"/><Relationship Id="rId315" Type="http://schemas.openxmlformats.org/officeDocument/2006/relationships/customXml" Target="../ink/ink1789.xml"/><Relationship Id="rId357" Type="http://schemas.openxmlformats.org/officeDocument/2006/relationships/customXml" Target="../ink/ink1810.xml"/><Relationship Id="rId54" Type="http://schemas.openxmlformats.org/officeDocument/2006/relationships/customXml" Target="../ink/ink1658.xml"/><Relationship Id="rId96" Type="http://schemas.openxmlformats.org/officeDocument/2006/relationships/customXml" Target="../ink/ink1679.xml"/><Relationship Id="rId161" Type="http://schemas.openxmlformats.org/officeDocument/2006/relationships/image" Target="../media/image1711.png"/><Relationship Id="rId217" Type="http://schemas.openxmlformats.org/officeDocument/2006/relationships/image" Target="../media/image1739.png"/><Relationship Id="rId259" Type="http://schemas.openxmlformats.org/officeDocument/2006/relationships/image" Target="../media/image1760.png"/><Relationship Id="rId23" Type="http://schemas.openxmlformats.org/officeDocument/2006/relationships/image" Target="../media/image1642.png"/><Relationship Id="rId119" Type="http://schemas.openxmlformats.org/officeDocument/2006/relationships/image" Target="../media/image1690.png"/><Relationship Id="rId270" Type="http://schemas.openxmlformats.org/officeDocument/2006/relationships/customXml" Target="../ink/ink1766.xml"/><Relationship Id="rId326" Type="http://schemas.openxmlformats.org/officeDocument/2006/relationships/image" Target="../media/image1793.png"/><Relationship Id="rId65" Type="http://schemas.openxmlformats.org/officeDocument/2006/relationships/image" Target="../media/image1663.png"/><Relationship Id="rId130" Type="http://schemas.openxmlformats.org/officeDocument/2006/relationships/customXml" Target="../ink/ink1696.xml"/><Relationship Id="rId172" Type="http://schemas.openxmlformats.org/officeDocument/2006/relationships/customXml" Target="../ink/ink1717.xml"/><Relationship Id="rId228" Type="http://schemas.openxmlformats.org/officeDocument/2006/relationships/customXml" Target="../ink/ink1745.xml"/><Relationship Id="rId281" Type="http://schemas.openxmlformats.org/officeDocument/2006/relationships/image" Target="../media/image1771.png"/><Relationship Id="rId337" Type="http://schemas.openxmlformats.org/officeDocument/2006/relationships/customXml" Target="../ink/ink1800.xml"/><Relationship Id="rId34" Type="http://schemas.openxmlformats.org/officeDocument/2006/relationships/customXml" Target="../ink/ink1648.xml"/><Relationship Id="rId76" Type="http://schemas.openxmlformats.org/officeDocument/2006/relationships/customXml" Target="../ink/ink1669.xml"/><Relationship Id="rId141" Type="http://schemas.openxmlformats.org/officeDocument/2006/relationships/image" Target="../media/image1701.png"/><Relationship Id="rId7" Type="http://schemas.openxmlformats.org/officeDocument/2006/relationships/image" Target="../media/image1634.png"/><Relationship Id="rId183" Type="http://schemas.openxmlformats.org/officeDocument/2006/relationships/image" Target="../media/image1722.png"/><Relationship Id="rId239" Type="http://schemas.openxmlformats.org/officeDocument/2006/relationships/image" Target="../media/image1750.png"/><Relationship Id="rId250" Type="http://schemas.openxmlformats.org/officeDocument/2006/relationships/customXml" Target="../ink/ink1756.xml"/><Relationship Id="rId292" Type="http://schemas.openxmlformats.org/officeDocument/2006/relationships/customXml" Target="../ink/ink1777.xml"/><Relationship Id="rId306" Type="http://schemas.openxmlformats.org/officeDocument/2006/relationships/image" Target="../media/image1783.png"/><Relationship Id="rId45" Type="http://schemas.openxmlformats.org/officeDocument/2006/relationships/image" Target="../media/image1653.png"/><Relationship Id="rId87" Type="http://schemas.openxmlformats.org/officeDocument/2006/relationships/image" Target="../media/image1674.png"/><Relationship Id="rId110" Type="http://schemas.openxmlformats.org/officeDocument/2006/relationships/customXml" Target="../ink/ink1686.xml"/><Relationship Id="rId348" Type="http://schemas.openxmlformats.org/officeDocument/2006/relationships/image" Target="../media/image1804.png"/><Relationship Id="rId152" Type="http://schemas.openxmlformats.org/officeDocument/2006/relationships/customXml" Target="../ink/ink1707.xml"/><Relationship Id="rId194" Type="http://schemas.openxmlformats.org/officeDocument/2006/relationships/customXml" Target="../ink/ink1728.xml"/><Relationship Id="rId208" Type="http://schemas.openxmlformats.org/officeDocument/2006/relationships/customXml" Target="../ink/ink1735.xml"/><Relationship Id="rId261" Type="http://schemas.openxmlformats.org/officeDocument/2006/relationships/image" Target="../media/image1761.png"/><Relationship Id="rId14" Type="http://schemas.openxmlformats.org/officeDocument/2006/relationships/customXml" Target="../ink/ink1638.xml"/><Relationship Id="rId56" Type="http://schemas.openxmlformats.org/officeDocument/2006/relationships/customXml" Target="../ink/ink1659.xml"/><Relationship Id="rId317" Type="http://schemas.openxmlformats.org/officeDocument/2006/relationships/customXml" Target="../ink/ink1790.xml"/><Relationship Id="rId98" Type="http://schemas.openxmlformats.org/officeDocument/2006/relationships/customXml" Target="../ink/ink1680.xml"/><Relationship Id="rId121" Type="http://schemas.openxmlformats.org/officeDocument/2006/relationships/image" Target="../media/image1691.png"/><Relationship Id="rId163" Type="http://schemas.openxmlformats.org/officeDocument/2006/relationships/image" Target="../media/image1712.png"/><Relationship Id="rId219" Type="http://schemas.openxmlformats.org/officeDocument/2006/relationships/image" Target="../media/image1740.png"/><Relationship Id="rId230" Type="http://schemas.openxmlformats.org/officeDocument/2006/relationships/customXml" Target="../ink/ink1746.xml"/><Relationship Id="rId25" Type="http://schemas.openxmlformats.org/officeDocument/2006/relationships/image" Target="../media/image1643.png"/><Relationship Id="rId46" Type="http://schemas.openxmlformats.org/officeDocument/2006/relationships/customXml" Target="../ink/ink1654.xml"/><Relationship Id="rId67" Type="http://schemas.openxmlformats.org/officeDocument/2006/relationships/image" Target="../media/image1664.png"/><Relationship Id="rId272" Type="http://schemas.openxmlformats.org/officeDocument/2006/relationships/customXml" Target="../ink/ink1767.xml"/><Relationship Id="rId293" Type="http://schemas.openxmlformats.org/officeDocument/2006/relationships/image" Target="../media/image1777.png"/><Relationship Id="rId307" Type="http://schemas.openxmlformats.org/officeDocument/2006/relationships/customXml" Target="../ink/ink1785.xml"/><Relationship Id="rId328" Type="http://schemas.openxmlformats.org/officeDocument/2006/relationships/image" Target="../media/image1794.png"/><Relationship Id="rId349" Type="http://schemas.openxmlformats.org/officeDocument/2006/relationships/customXml" Target="../ink/ink1806.xml"/><Relationship Id="rId88" Type="http://schemas.openxmlformats.org/officeDocument/2006/relationships/customXml" Target="../ink/ink1675.xml"/><Relationship Id="rId111" Type="http://schemas.openxmlformats.org/officeDocument/2006/relationships/image" Target="../media/image1686.png"/><Relationship Id="rId132" Type="http://schemas.openxmlformats.org/officeDocument/2006/relationships/customXml" Target="../ink/ink1697.xml"/><Relationship Id="rId153" Type="http://schemas.openxmlformats.org/officeDocument/2006/relationships/image" Target="../media/image1707.png"/><Relationship Id="rId174" Type="http://schemas.openxmlformats.org/officeDocument/2006/relationships/customXml" Target="../ink/ink1718.xml"/><Relationship Id="rId195" Type="http://schemas.openxmlformats.org/officeDocument/2006/relationships/image" Target="../media/image1728.png"/><Relationship Id="rId209" Type="http://schemas.openxmlformats.org/officeDocument/2006/relationships/image" Target="../media/image1735.png"/><Relationship Id="rId220" Type="http://schemas.openxmlformats.org/officeDocument/2006/relationships/customXml" Target="../ink/ink1741.xml"/><Relationship Id="rId241" Type="http://schemas.openxmlformats.org/officeDocument/2006/relationships/image" Target="../media/image1751.png"/><Relationship Id="rId15" Type="http://schemas.openxmlformats.org/officeDocument/2006/relationships/image" Target="../media/image1638.png"/><Relationship Id="rId36" Type="http://schemas.openxmlformats.org/officeDocument/2006/relationships/customXml" Target="../ink/ink1649.xml"/><Relationship Id="rId57" Type="http://schemas.openxmlformats.org/officeDocument/2006/relationships/image" Target="../media/image1659.png"/><Relationship Id="rId262" Type="http://schemas.openxmlformats.org/officeDocument/2006/relationships/customXml" Target="../ink/ink1762.xml"/><Relationship Id="rId283" Type="http://schemas.openxmlformats.org/officeDocument/2006/relationships/image" Target="../media/image1772.png"/><Relationship Id="rId318" Type="http://schemas.openxmlformats.org/officeDocument/2006/relationships/image" Target="../media/image1789.png"/><Relationship Id="rId339" Type="http://schemas.openxmlformats.org/officeDocument/2006/relationships/customXml" Target="../ink/ink1801.xml"/><Relationship Id="rId78" Type="http://schemas.openxmlformats.org/officeDocument/2006/relationships/customXml" Target="../ink/ink1670.xml"/><Relationship Id="rId99" Type="http://schemas.openxmlformats.org/officeDocument/2006/relationships/image" Target="../media/image1680.png"/><Relationship Id="rId101" Type="http://schemas.openxmlformats.org/officeDocument/2006/relationships/image" Target="../media/image1681.png"/><Relationship Id="rId122" Type="http://schemas.openxmlformats.org/officeDocument/2006/relationships/customXml" Target="../ink/ink1692.xml"/><Relationship Id="rId143" Type="http://schemas.openxmlformats.org/officeDocument/2006/relationships/image" Target="../media/image1702.png"/><Relationship Id="rId164" Type="http://schemas.openxmlformats.org/officeDocument/2006/relationships/customXml" Target="../ink/ink1713.xml"/><Relationship Id="rId185" Type="http://schemas.openxmlformats.org/officeDocument/2006/relationships/image" Target="../media/image1723.png"/><Relationship Id="rId350" Type="http://schemas.openxmlformats.org/officeDocument/2006/relationships/image" Target="../media/image1805.png"/><Relationship Id="rId9" Type="http://schemas.openxmlformats.org/officeDocument/2006/relationships/image" Target="../media/image1635.png"/><Relationship Id="rId210" Type="http://schemas.openxmlformats.org/officeDocument/2006/relationships/customXml" Target="../ink/ink1736.xml"/><Relationship Id="rId26" Type="http://schemas.openxmlformats.org/officeDocument/2006/relationships/customXml" Target="../ink/ink1644.xml"/><Relationship Id="rId231" Type="http://schemas.openxmlformats.org/officeDocument/2006/relationships/image" Target="../media/image1746.png"/><Relationship Id="rId252" Type="http://schemas.openxmlformats.org/officeDocument/2006/relationships/customXml" Target="../ink/ink1757.xml"/><Relationship Id="rId273" Type="http://schemas.openxmlformats.org/officeDocument/2006/relationships/image" Target="../media/image1767.png"/><Relationship Id="rId294" Type="http://schemas.openxmlformats.org/officeDocument/2006/relationships/customXml" Target="../ink/ink1778.xml"/><Relationship Id="rId308" Type="http://schemas.openxmlformats.org/officeDocument/2006/relationships/image" Target="../media/image1784.png"/><Relationship Id="rId329" Type="http://schemas.openxmlformats.org/officeDocument/2006/relationships/customXml" Target="../ink/ink1796.xml"/><Relationship Id="rId47" Type="http://schemas.openxmlformats.org/officeDocument/2006/relationships/image" Target="../media/image1654.png"/><Relationship Id="rId68" Type="http://schemas.openxmlformats.org/officeDocument/2006/relationships/customXml" Target="../ink/ink1665.xml"/><Relationship Id="rId89" Type="http://schemas.openxmlformats.org/officeDocument/2006/relationships/image" Target="../media/image1675.png"/><Relationship Id="rId112" Type="http://schemas.openxmlformats.org/officeDocument/2006/relationships/customXml" Target="../ink/ink1687.xml"/><Relationship Id="rId133" Type="http://schemas.openxmlformats.org/officeDocument/2006/relationships/image" Target="../media/image1697.png"/><Relationship Id="rId154" Type="http://schemas.openxmlformats.org/officeDocument/2006/relationships/customXml" Target="../ink/ink1708.xml"/><Relationship Id="rId175" Type="http://schemas.openxmlformats.org/officeDocument/2006/relationships/image" Target="../media/image1718.png"/><Relationship Id="rId340" Type="http://schemas.openxmlformats.org/officeDocument/2006/relationships/image" Target="../media/image1800.png"/><Relationship Id="rId196" Type="http://schemas.openxmlformats.org/officeDocument/2006/relationships/customXml" Target="../ink/ink1729.xml"/><Relationship Id="rId200" Type="http://schemas.openxmlformats.org/officeDocument/2006/relationships/customXml" Target="../ink/ink1731.xml"/><Relationship Id="rId16" Type="http://schemas.openxmlformats.org/officeDocument/2006/relationships/customXml" Target="../ink/ink1639.xml"/><Relationship Id="rId221" Type="http://schemas.openxmlformats.org/officeDocument/2006/relationships/image" Target="../media/image1741.png"/><Relationship Id="rId242" Type="http://schemas.openxmlformats.org/officeDocument/2006/relationships/customXml" Target="../ink/ink1752.xml"/><Relationship Id="rId263" Type="http://schemas.openxmlformats.org/officeDocument/2006/relationships/image" Target="../media/image1762.png"/><Relationship Id="rId284" Type="http://schemas.openxmlformats.org/officeDocument/2006/relationships/customXml" Target="../ink/ink1773.xml"/><Relationship Id="rId319" Type="http://schemas.openxmlformats.org/officeDocument/2006/relationships/customXml" Target="../ink/ink1791.xml"/><Relationship Id="rId37" Type="http://schemas.openxmlformats.org/officeDocument/2006/relationships/image" Target="../media/image1649.png"/><Relationship Id="rId58" Type="http://schemas.openxmlformats.org/officeDocument/2006/relationships/customXml" Target="../ink/ink1660.xml"/><Relationship Id="rId79" Type="http://schemas.openxmlformats.org/officeDocument/2006/relationships/image" Target="../media/image1670.png"/><Relationship Id="rId102" Type="http://schemas.openxmlformats.org/officeDocument/2006/relationships/customXml" Target="../ink/ink1682.xml"/><Relationship Id="rId123" Type="http://schemas.openxmlformats.org/officeDocument/2006/relationships/image" Target="../media/image1692.png"/><Relationship Id="rId144" Type="http://schemas.openxmlformats.org/officeDocument/2006/relationships/customXml" Target="../ink/ink1703.xml"/><Relationship Id="rId330" Type="http://schemas.openxmlformats.org/officeDocument/2006/relationships/image" Target="../media/image1795.png"/><Relationship Id="rId90" Type="http://schemas.openxmlformats.org/officeDocument/2006/relationships/customXml" Target="../ink/ink1676.xml"/><Relationship Id="rId165" Type="http://schemas.openxmlformats.org/officeDocument/2006/relationships/image" Target="../media/image1713.png"/><Relationship Id="rId186" Type="http://schemas.openxmlformats.org/officeDocument/2006/relationships/customXml" Target="../ink/ink1724.xml"/><Relationship Id="rId351" Type="http://schemas.openxmlformats.org/officeDocument/2006/relationships/customXml" Target="../ink/ink1807.xml"/><Relationship Id="rId211" Type="http://schemas.openxmlformats.org/officeDocument/2006/relationships/image" Target="../media/image1736.png"/><Relationship Id="rId232" Type="http://schemas.openxmlformats.org/officeDocument/2006/relationships/customXml" Target="../ink/ink1747.xml"/><Relationship Id="rId253" Type="http://schemas.openxmlformats.org/officeDocument/2006/relationships/image" Target="../media/image1757.png"/><Relationship Id="rId274" Type="http://schemas.openxmlformats.org/officeDocument/2006/relationships/customXml" Target="../ink/ink1768.xml"/><Relationship Id="rId295" Type="http://schemas.openxmlformats.org/officeDocument/2006/relationships/customXml" Target="../ink/ink1779.xml"/><Relationship Id="rId309" Type="http://schemas.openxmlformats.org/officeDocument/2006/relationships/customXml" Target="../ink/ink1786.xml"/><Relationship Id="rId27" Type="http://schemas.openxmlformats.org/officeDocument/2006/relationships/image" Target="../media/image1644.png"/><Relationship Id="rId48" Type="http://schemas.openxmlformats.org/officeDocument/2006/relationships/customXml" Target="../ink/ink1655.xml"/><Relationship Id="rId69" Type="http://schemas.openxmlformats.org/officeDocument/2006/relationships/image" Target="../media/image1665.png"/><Relationship Id="rId113" Type="http://schemas.openxmlformats.org/officeDocument/2006/relationships/image" Target="../media/image1687.png"/><Relationship Id="rId134" Type="http://schemas.openxmlformats.org/officeDocument/2006/relationships/customXml" Target="../ink/ink1698.xml"/><Relationship Id="rId320" Type="http://schemas.openxmlformats.org/officeDocument/2006/relationships/image" Target="../media/image1790.png"/><Relationship Id="rId80" Type="http://schemas.openxmlformats.org/officeDocument/2006/relationships/customXml" Target="../ink/ink1671.xml"/><Relationship Id="rId155" Type="http://schemas.openxmlformats.org/officeDocument/2006/relationships/image" Target="../media/image1708.png"/><Relationship Id="rId176" Type="http://schemas.openxmlformats.org/officeDocument/2006/relationships/customXml" Target="../ink/ink1719.xml"/><Relationship Id="rId197" Type="http://schemas.openxmlformats.org/officeDocument/2006/relationships/image" Target="../media/image1729.png"/><Relationship Id="rId341" Type="http://schemas.openxmlformats.org/officeDocument/2006/relationships/customXml" Target="../ink/ink1802.xml"/><Relationship Id="rId201" Type="http://schemas.openxmlformats.org/officeDocument/2006/relationships/image" Target="../media/image1731.png"/><Relationship Id="rId222" Type="http://schemas.openxmlformats.org/officeDocument/2006/relationships/customXml" Target="../ink/ink1742.xml"/><Relationship Id="rId243" Type="http://schemas.openxmlformats.org/officeDocument/2006/relationships/image" Target="../media/image1752.png"/><Relationship Id="rId264" Type="http://schemas.openxmlformats.org/officeDocument/2006/relationships/customXml" Target="../ink/ink1763.xml"/><Relationship Id="rId285" Type="http://schemas.openxmlformats.org/officeDocument/2006/relationships/image" Target="../media/image1773.png"/><Relationship Id="rId17" Type="http://schemas.openxmlformats.org/officeDocument/2006/relationships/image" Target="../media/image1639.png"/><Relationship Id="rId38" Type="http://schemas.openxmlformats.org/officeDocument/2006/relationships/customXml" Target="../ink/ink1650.xml"/><Relationship Id="rId59" Type="http://schemas.openxmlformats.org/officeDocument/2006/relationships/image" Target="../media/image1660.png"/><Relationship Id="rId103" Type="http://schemas.openxmlformats.org/officeDocument/2006/relationships/image" Target="../media/image1682.png"/><Relationship Id="rId124" Type="http://schemas.openxmlformats.org/officeDocument/2006/relationships/customXml" Target="../ink/ink1693.xml"/><Relationship Id="rId310" Type="http://schemas.openxmlformats.org/officeDocument/2006/relationships/image" Target="../media/image1785.png"/><Relationship Id="rId70" Type="http://schemas.openxmlformats.org/officeDocument/2006/relationships/customXml" Target="../ink/ink1666.xml"/><Relationship Id="rId91" Type="http://schemas.openxmlformats.org/officeDocument/2006/relationships/image" Target="../media/image1676.png"/><Relationship Id="rId145" Type="http://schemas.openxmlformats.org/officeDocument/2006/relationships/image" Target="../media/image1703.png"/><Relationship Id="rId166" Type="http://schemas.openxmlformats.org/officeDocument/2006/relationships/customXml" Target="../ink/ink1714.xml"/><Relationship Id="rId187" Type="http://schemas.openxmlformats.org/officeDocument/2006/relationships/image" Target="../media/image1724.png"/><Relationship Id="rId331" Type="http://schemas.openxmlformats.org/officeDocument/2006/relationships/customXml" Target="../ink/ink1797.xml"/><Relationship Id="rId352" Type="http://schemas.openxmlformats.org/officeDocument/2006/relationships/image" Target="../media/image180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37.xml"/><Relationship Id="rId233" Type="http://schemas.openxmlformats.org/officeDocument/2006/relationships/image" Target="../media/image1747.png"/><Relationship Id="rId254" Type="http://schemas.openxmlformats.org/officeDocument/2006/relationships/customXml" Target="../ink/ink1758.xml"/><Relationship Id="rId28" Type="http://schemas.openxmlformats.org/officeDocument/2006/relationships/customXml" Target="../ink/ink1645.xml"/><Relationship Id="rId49" Type="http://schemas.openxmlformats.org/officeDocument/2006/relationships/image" Target="../media/image1655.png"/><Relationship Id="rId114" Type="http://schemas.openxmlformats.org/officeDocument/2006/relationships/customXml" Target="../ink/ink1688.xml"/><Relationship Id="rId275" Type="http://schemas.openxmlformats.org/officeDocument/2006/relationships/image" Target="../media/image1768.png"/><Relationship Id="rId296" Type="http://schemas.openxmlformats.org/officeDocument/2006/relationships/image" Target="../media/image1778.png"/><Relationship Id="rId300" Type="http://schemas.openxmlformats.org/officeDocument/2006/relationships/image" Target="../media/image1780.png"/><Relationship Id="rId60" Type="http://schemas.openxmlformats.org/officeDocument/2006/relationships/customXml" Target="../ink/ink1661.xml"/><Relationship Id="rId81" Type="http://schemas.openxmlformats.org/officeDocument/2006/relationships/image" Target="../media/image1671.png"/><Relationship Id="rId135" Type="http://schemas.openxmlformats.org/officeDocument/2006/relationships/image" Target="../media/image1698.png"/><Relationship Id="rId156" Type="http://schemas.openxmlformats.org/officeDocument/2006/relationships/customXml" Target="../ink/ink1709.xml"/><Relationship Id="rId177" Type="http://schemas.openxmlformats.org/officeDocument/2006/relationships/image" Target="../media/image1719.png"/><Relationship Id="rId198" Type="http://schemas.openxmlformats.org/officeDocument/2006/relationships/customXml" Target="../ink/ink1730.xml"/><Relationship Id="rId321" Type="http://schemas.openxmlformats.org/officeDocument/2006/relationships/customXml" Target="../ink/ink1792.xml"/><Relationship Id="rId342" Type="http://schemas.openxmlformats.org/officeDocument/2006/relationships/image" Target="../media/image1801.png"/><Relationship Id="rId202" Type="http://schemas.openxmlformats.org/officeDocument/2006/relationships/customXml" Target="../ink/ink1732.xml"/><Relationship Id="rId223" Type="http://schemas.openxmlformats.org/officeDocument/2006/relationships/image" Target="../media/image1742.png"/><Relationship Id="rId244" Type="http://schemas.openxmlformats.org/officeDocument/2006/relationships/customXml" Target="../ink/ink1753.xml"/><Relationship Id="rId18" Type="http://schemas.openxmlformats.org/officeDocument/2006/relationships/customXml" Target="../ink/ink1640.xml"/><Relationship Id="rId39" Type="http://schemas.openxmlformats.org/officeDocument/2006/relationships/image" Target="../media/image1650.png"/><Relationship Id="rId265" Type="http://schemas.openxmlformats.org/officeDocument/2006/relationships/image" Target="../media/image1763.png"/><Relationship Id="rId286" Type="http://schemas.openxmlformats.org/officeDocument/2006/relationships/customXml" Target="../ink/ink1774.xml"/><Relationship Id="rId50" Type="http://schemas.openxmlformats.org/officeDocument/2006/relationships/customXml" Target="../ink/ink1656.xml"/><Relationship Id="rId104" Type="http://schemas.openxmlformats.org/officeDocument/2006/relationships/customXml" Target="../ink/ink1683.xml"/><Relationship Id="rId125" Type="http://schemas.openxmlformats.org/officeDocument/2006/relationships/image" Target="../media/image1693.png"/><Relationship Id="rId146" Type="http://schemas.openxmlformats.org/officeDocument/2006/relationships/customXml" Target="../ink/ink1704.xml"/><Relationship Id="rId167" Type="http://schemas.openxmlformats.org/officeDocument/2006/relationships/image" Target="../media/image1714.png"/><Relationship Id="rId188" Type="http://schemas.openxmlformats.org/officeDocument/2006/relationships/customXml" Target="../ink/ink1725.xml"/><Relationship Id="rId311" Type="http://schemas.openxmlformats.org/officeDocument/2006/relationships/customXml" Target="../ink/ink1787.xml"/><Relationship Id="rId332" Type="http://schemas.openxmlformats.org/officeDocument/2006/relationships/image" Target="../media/image1796.png"/><Relationship Id="rId353" Type="http://schemas.openxmlformats.org/officeDocument/2006/relationships/customXml" Target="../ink/ink1808.xml"/><Relationship Id="rId71" Type="http://schemas.openxmlformats.org/officeDocument/2006/relationships/image" Target="../media/image1666.png"/><Relationship Id="rId92" Type="http://schemas.openxmlformats.org/officeDocument/2006/relationships/customXml" Target="../ink/ink1677.xml"/><Relationship Id="rId213" Type="http://schemas.openxmlformats.org/officeDocument/2006/relationships/image" Target="../media/image1737.png"/><Relationship Id="rId234" Type="http://schemas.openxmlformats.org/officeDocument/2006/relationships/customXml" Target="../ink/ink1748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1645.png"/><Relationship Id="rId255" Type="http://schemas.openxmlformats.org/officeDocument/2006/relationships/image" Target="../media/image1758.png"/><Relationship Id="rId276" Type="http://schemas.openxmlformats.org/officeDocument/2006/relationships/customXml" Target="../ink/ink1769.xml"/><Relationship Id="rId297" Type="http://schemas.openxmlformats.org/officeDocument/2006/relationships/customXml" Target="../ink/ink1780.xml"/><Relationship Id="rId40" Type="http://schemas.openxmlformats.org/officeDocument/2006/relationships/customXml" Target="../ink/ink1651.xml"/><Relationship Id="rId115" Type="http://schemas.openxmlformats.org/officeDocument/2006/relationships/image" Target="../media/image1688.png"/><Relationship Id="rId136" Type="http://schemas.openxmlformats.org/officeDocument/2006/relationships/customXml" Target="../ink/ink1699.xml"/><Relationship Id="rId157" Type="http://schemas.openxmlformats.org/officeDocument/2006/relationships/image" Target="../media/image1709.png"/><Relationship Id="rId178" Type="http://schemas.openxmlformats.org/officeDocument/2006/relationships/customXml" Target="../ink/ink1720.xml"/><Relationship Id="rId301" Type="http://schemas.openxmlformats.org/officeDocument/2006/relationships/customXml" Target="../ink/ink1782.xml"/><Relationship Id="rId322" Type="http://schemas.openxmlformats.org/officeDocument/2006/relationships/image" Target="../media/image1791.png"/><Relationship Id="rId343" Type="http://schemas.openxmlformats.org/officeDocument/2006/relationships/customXml" Target="../ink/ink1803.xml"/><Relationship Id="rId61" Type="http://schemas.openxmlformats.org/officeDocument/2006/relationships/image" Target="../media/image1661.png"/><Relationship Id="rId82" Type="http://schemas.openxmlformats.org/officeDocument/2006/relationships/customXml" Target="../ink/ink1672.xml"/><Relationship Id="rId199" Type="http://schemas.openxmlformats.org/officeDocument/2006/relationships/image" Target="../media/image1730.png"/><Relationship Id="rId203" Type="http://schemas.openxmlformats.org/officeDocument/2006/relationships/image" Target="../media/image1732.png"/><Relationship Id="rId19" Type="http://schemas.openxmlformats.org/officeDocument/2006/relationships/image" Target="../media/image1640.png"/><Relationship Id="rId224" Type="http://schemas.openxmlformats.org/officeDocument/2006/relationships/customXml" Target="../ink/ink1743.xml"/><Relationship Id="rId245" Type="http://schemas.openxmlformats.org/officeDocument/2006/relationships/image" Target="../media/image1753.png"/><Relationship Id="rId266" Type="http://schemas.openxmlformats.org/officeDocument/2006/relationships/customXml" Target="../ink/ink1764.xml"/><Relationship Id="rId287" Type="http://schemas.openxmlformats.org/officeDocument/2006/relationships/image" Target="../media/image1774.png"/><Relationship Id="rId30" Type="http://schemas.openxmlformats.org/officeDocument/2006/relationships/customXml" Target="../ink/ink1646.xml"/><Relationship Id="rId105" Type="http://schemas.openxmlformats.org/officeDocument/2006/relationships/image" Target="../media/image1683.png"/><Relationship Id="rId126" Type="http://schemas.openxmlformats.org/officeDocument/2006/relationships/customXml" Target="../ink/ink1694.xml"/><Relationship Id="rId147" Type="http://schemas.openxmlformats.org/officeDocument/2006/relationships/image" Target="../media/image1704.png"/><Relationship Id="rId168" Type="http://schemas.openxmlformats.org/officeDocument/2006/relationships/customXml" Target="../ink/ink1715.xml"/><Relationship Id="rId312" Type="http://schemas.openxmlformats.org/officeDocument/2006/relationships/image" Target="../media/image1786.png"/><Relationship Id="rId333" Type="http://schemas.openxmlformats.org/officeDocument/2006/relationships/customXml" Target="../ink/ink1798.xml"/><Relationship Id="rId354" Type="http://schemas.openxmlformats.org/officeDocument/2006/relationships/image" Target="../media/image1807.png"/><Relationship Id="rId51" Type="http://schemas.openxmlformats.org/officeDocument/2006/relationships/image" Target="../media/image1656.png"/><Relationship Id="rId72" Type="http://schemas.openxmlformats.org/officeDocument/2006/relationships/customXml" Target="../ink/ink1667.xml"/><Relationship Id="rId93" Type="http://schemas.openxmlformats.org/officeDocument/2006/relationships/image" Target="../media/image1677.png"/><Relationship Id="rId189" Type="http://schemas.openxmlformats.org/officeDocument/2006/relationships/image" Target="../media/image1725.png"/><Relationship Id="rId3" Type="http://schemas.openxmlformats.org/officeDocument/2006/relationships/image" Target="../media/image1632.svg"/><Relationship Id="rId214" Type="http://schemas.openxmlformats.org/officeDocument/2006/relationships/customXml" Target="../ink/ink1738.xml"/><Relationship Id="rId235" Type="http://schemas.openxmlformats.org/officeDocument/2006/relationships/image" Target="../media/image1748.png"/><Relationship Id="rId256" Type="http://schemas.openxmlformats.org/officeDocument/2006/relationships/customXml" Target="../ink/ink1759.xml"/><Relationship Id="rId277" Type="http://schemas.openxmlformats.org/officeDocument/2006/relationships/image" Target="../media/image1769.png"/><Relationship Id="rId298" Type="http://schemas.openxmlformats.org/officeDocument/2006/relationships/image" Target="../media/image1779.png"/><Relationship Id="rId116" Type="http://schemas.openxmlformats.org/officeDocument/2006/relationships/customXml" Target="../ink/ink1689.xml"/><Relationship Id="rId137" Type="http://schemas.openxmlformats.org/officeDocument/2006/relationships/image" Target="../media/image1699.png"/><Relationship Id="rId158" Type="http://schemas.openxmlformats.org/officeDocument/2006/relationships/customXml" Target="../ink/ink1710.xml"/><Relationship Id="rId302" Type="http://schemas.openxmlformats.org/officeDocument/2006/relationships/image" Target="../media/image1781.png"/><Relationship Id="rId323" Type="http://schemas.openxmlformats.org/officeDocument/2006/relationships/customXml" Target="../ink/ink1793.xml"/><Relationship Id="rId344" Type="http://schemas.openxmlformats.org/officeDocument/2006/relationships/image" Target="../media/image1802.png"/><Relationship Id="rId20" Type="http://schemas.openxmlformats.org/officeDocument/2006/relationships/customXml" Target="../ink/ink1641.xml"/><Relationship Id="rId41" Type="http://schemas.openxmlformats.org/officeDocument/2006/relationships/image" Target="../media/image1651.png"/><Relationship Id="rId62" Type="http://schemas.openxmlformats.org/officeDocument/2006/relationships/customXml" Target="../ink/ink1662.xml"/><Relationship Id="rId83" Type="http://schemas.openxmlformats.org/officeDocument/2006/relationships/image" Target="../media/image1672.png"/><Relationship Id="rId179" Type="http://schemas.openxmlformats.org/officeDocument/2006/relationships/image" Target="../media/image1720.png"/><Relationship Id="rId190" Type="http://schemas.openxmlformats.org/officeDocument/2006/relationships/customXml" Target="../ink/ink1726.xml"/><Relationship Id="rId204" Type="http://schemas.openxmlformats.org/officeDocument/2006/relationships/customXml" Target="../ink/ink1733.xml"/><Relationship Id="rId225" Type="http://schemas.openxmlformats.org/officeDocument/2006/relationships/image" Target="../media/image1743.png"/><Relationship Id="rId246" Type="http://schemas.openxmlformats.org/officeDocument/2006/relationships/customXml" Target="../ink/ink1754.xml"/><Relationship Id="rId267" Type="http://schemas.openxmlformats.org/officeDocument/2006/relationships/image" Target="../media/image1764.png"/><Relationship Id="rId288" Type="http://schemas.openxmlformats.org/officeDocument/2006/relationships/customXml" Target="../ink/ink1775.xml"/><Relationship Id="rId106" Type="http://schemas.openxmlformats.org/officeDocument/2006/relationships/customXml" Target="../ink/ink1684.xml"/><Relationship Id="rId127" Type="http://schemas.openxmlformats.org/officeDocument/2006/relationships/image" Target="../media/image1694.png"/><Relationship Id="rId313" Type="http://schemas.openxmlformats.org/officeDocument/2006/relationships/customXml" Target="../ink/ink1788.xml"/><Relationship Id="rId10" Type="http://schemas.openxmlformats.org/officeDocument/2006/relationships/customXml" Target="../ink/ink1636.xml"/><Relationship Id="rId31" Type="http://schemas.openxmlformats.org/officeDocument/2006/relationships/image" Target="../media/image1646.png"/><Relationship Id="rId52" Type="http://schemas.openxmlformats.org/officeDocument/2006/relationships/customXml" Target="../ink/ink1657.xml"/><Relationship Id="rId73" Type="http://schemas.openxmlformats.org/officeDocument/2006/relationships/image" Target="../media/image1667.png"/><Relationship Id="rId94" Type="http://schemas.openxmlformats.org/officeDocument/2006/relationships/customXml" Target="../ink/ink1678.xml"/><Relationship Id="rId148" Type="http://schemas.openxmlformats.org/officeDocument/2006/relationships/customXml" Target="../ink/ink1705.xml"/><Relationship Id="rId169" Type="http://schemas.openxmlformats.org/officeDocument/2006/relationships/image" Target="../media/image1715.png"/><Relationship Id="rId334" Type="http://schemas.openxmlformats.org/officeDocument/2006/relationships/image" Target="../media/image1797.png"/><Relationship Id="rId355" Type="http://schemas.openxmlformats.org/officeDocument/2006/relationships/customXml" Target="../ink/ink1809.xml"/><Relationship Id="rId4" Type="http://schemas.openxmlformats.org/officeDocument/2006/relationships/customXml" Target="../ink/ink1633.xml"/><Relationship Id="rId180" Type="http://schemas.openxmlformats.org/officeDocument/2006/relationships/customXml" Target="../ink/ink1721.xml"/><Relationship Id="rId215" Type="http://schemas.openxmlformats.org/officeDocument/2006/relationships/image" Target="../media/image1738.png"/><Relationship Id="rId236" Type="http://schemas.openxmlformats.org/officeDocument/2006/relationships/customXml" Target="../ink/ink1749.xml"/><Relationship Id="rId257" Type="http://schemas.openxmlformats.org/officeDocument/2006/relationships/image" Target="../media/image1759.png"/><Relationship Id="rId278" Type="http://schemas.openxmlformats.org/officeDocument/2006/relationships/customXml" Target="../ink/ink1770.xml"/><Relationship Id="rId303" Type="http://schemas.openxmlformats.org/officeDocument/2006/relationships/customXml" Target="../ink/ink1783.xml"/><Relationship Id="rId42" Type="http://schemas.openxmlformats.org/officeDocument/2006/relationships/customXml" Target="../ink/ink1652.xml"/><Relationship Id="rId84" Type="http://schemas.openxmlformats.org/officeDocument/2006/relationships/customXml" Target="../ink/ink1673.xml"/><Relationship Id="rId138" Type="http://schemas.openxmlformats.org/officeDocument/2006/relationships/customXml" Target="../ink/ink1700.xml"/><Relationship Id="rId345" Type="http://schemas.openxmlformats.org/officeDocument/2006/relationships/customXml" Target="../ink/ink1804.xml"/><Relationship Id="rId191" Type="http://schemas.openxmlformats.org/officeDocument/2006/relationships/image" Target="../media/image1726.png"/><Relationship Id="rId205" Type="http://schemas.openxmlformats.org/officeDocument/2006/relationships/image" Target="../media/image1733.png"/><Relationship Id="rId247" Type="http://schemas.openxmlformats.org/officeDocument/2006/relationships/image" Target="../media/image1754.png"/><Relationship Id="rId107" Type="http://schemas.openxmlformats.org/officeDocument/2006/relationships/image" Target="../media/image1684.png"/><Relationship Id="rId289" Type="http://schemas.openxmlformats.org/officeDocument/2006/relationships/image" Target="../media/image1775.png"/><Relationship Id="rId11" Type="http://schemas.openxmlformats.org/officeDocument/2006/relationships/image" Target="../media/image1636.png"/><Relationship Id="rId53" Type="http://schemas.openxmlformats.org/officeDocument/2006/relationships/image" Target="../media/image1657.png"/><Relationship Id="rId149" Type="http://schemas.openxmlformats.org/officeDocument/2006/relationships/image" Target="../media/image1705.png"/><Relationship Id="rId314" Type="http://schemas.openxmlformats.org/officeDocument/2006/relationships/image" Target="../media/image1787.png"/><Relationship Id="rId356" Type="http://schemas.openxmlformats.org/officeDocument/2006/relationships/image" Target="../media/image1808.png"/><Relationship Id="rId95" Type="http://schemas.openxmlformats.org/officeDocument/2006/relationships/image" Target="../media/image1678.png"/><Relationship Id="rId160" Type="http://schemas.openxmlformats.org/officeDocument/2006/relationships/customXml" Target="../ink/ink1711.xml"/><Relationship Id="rId216" Type="http://schemas.openxmlformats.org/officeDocument/2006/relationships/customXml" Target="../ink/ink1739.xml"/><Relationship Id="rId258" Type="http://schemas.openxmlformats.org/officeDocument/2006/relationships/customXml" Target="../ink/ink1760.xml"/><Relationship Id="rId22" Type="http://schemas.openxmlformats.org/officeDocument/2006/relationships/customXml" Target="../ink/ink1642.xml"/><Relationship Id="rId64" Type="http://schemas.openxmlformats.org/officeDocument/2006/relationships/customXml" Target="../ink/ink1663.xml"/><Relationship Id="rId118" Type="http://schemas.openxmlformats.org/officeDocument/2006/relationships/customXml" Target="../ink/ink1690.xml"/><Relationship Id="rId325" Type="http://schemas.openxmlformats.org/officeDocument/2006/relationships/customXml" Target="../ink/ink1794.xml"/><Relationship Id="rId171" Type="http://schemas.openxmlformats.org/officeDocument/2006/relationships/image" Target="../media/image1716.png"/><Relationship Id="rId227" Type="http://schemas.openxmlformats.org/officeDocument/2006/relationships/image" Target="../media/image1744.png"/><Relationship Id="rId269" Type="http://schemas.openxmlformats.org/officeDocument/2006/relationships/image" Target="../media/image1765.png"/><Relationship Id="rId33" Type="http://schemas.openxmlformats.org/officeDocument/2006/relationships/image" Target="../media/image1647.png"/><Relationship Id="rId129" Type="http://schemas.openxmlformats.org/officeDocument/2006/relationships/image" Target="../media/image1695.png"/><Relationship Id="rId280" Type="http://schemas.openxmlformats.org/officeDocument/2006/relationships/customXml" Target="../ink/ink1771.xml"/><Relationship Id="rId336" Type="http://schemas.openxmlformats.org/officeDocument/2006/relationships/image" Target="../media/image1798.png"/><Relationship Id="rId75" Type="http://schemas.openxmlformats.org/officeDocument/2006/relationships/image" Target="../media/image1668.png"/><Relationship Id="rId140" Type="http://schemas.openxmlformats.org/officeDocument/2006/relationships/customXml" Target="../ink/ink1701.xml"/><Relationship Id="rId182" Type="http://schemas.openxmlformats.org/officeDocument/2006/relationships/customXml" Target="../ink/ink1722.xml"/><Relationship Id="rId6" Type="http://schemas.openxmlformats.org/officeDocument/2006/relationships/customXml" Target="../ink/ink1634.xml"/><Relationship Id="rId238" Type="http://schemas.openxmlformats.org/officeDocument/2006/relationships/customXml" Target="../ink/ink1750.xml"/><Relationship Id="rId291" Type="http://schemas.openxmlformats.org/officeDocument/2006/relationships/image" Target="../media/image1776.png"/><Relationship Id="rId305" Type="http://schemas.openxmlformats.org/officeDocument/2006/relationships/customXml" Target="../ink/ink1784.xml"/><Relationship Id="rId347" Type="http://schemas.openxmlformats.org/officeDocument/2006/relationships/customXml" Target="../ink/ink1805.xml"/><Relationship Id="rId44" Type="http://schemas.openxmlformats.org/officeDocument/2006/relationships/customXml" Target="../ink/ink1653.xml"/><Relationship Id="rId86" Type="http://schemas.openxmlformats.org/officeDocument/2006/relationships/customXml" Target="../ink/ink1674.xml"/><Relationship Id="rId151" Type="http://schemas.openxmlformats.org/officeDocument/2006/relationships/image" Target="../media/image1706.png"/><Relationship Id="rId193" Type="http://schemas.openxmlformats.org/officeDocument/2006/relationships/image" Target="../media/image1727.png"/><Relationship Id="rId207" Type="http://schemas.openxmlformats.org/officeDocument/2006/relationships/image" Target="../media/image1734.png"/><Relationship Id="rId249" Type="http://schemas.openxmlformats.org/officeDocument/2006/relationships/image" Target="../media/image1755.png"/><Relationship Id="rId13" Type="http://schemas.openxmlformats.org/officeDocument/2006/relationships/image" Target="../media/image1637.png"/><Relationship Id="rId109" Type="http://schemas.openxmlformats.org/officeDocument/2006/relationships/image" Target="../media/image1685.png"/><Relationship Id="rId260" Type="http://schemas.openxmlformats.org/officeDocument/2006/relationships/customXml" Target="../ink/ink1761.xml"/><Relationship Id="rId316" Type="http://schemas.openxmlformats.org/officeDocument/2006/relationships/image" Target="../media/image1788.png"/><Relationship Id="rId55" Type="http://schemas.openxmlformats.org/officeDocument/2006/relationships/image" Target="../media/image1658.png"/><Relationship Id="rId97" Type="http://schemas.openxmlformats.org/officeDocument/2006/relationships/image" Target="../media/image1679.png"/><Relationship Id="rId120" Type="http://schemas.openxmlformats.org/officeDocument/2006/relationships/customXml" Target="../ink/ink1691.xml"/><Relationship Id="rId358" Type="http://schemas.openxmlformats.org/officeDocument/2006/relationships/image" Target="../media/image1809.png"/><Relationship Id="rId162" Type="http://schemas.openxmlformats.org/officeDocument/2006/relationships/customXml" Target="../ink/ink1712.xml"/><Relationship Id="rId218" Type="http://schemas.openxmlformats.org/officeDocument/2006/relationships/customXml" Target="../ink/ink1740.xml"/><Relationship Id="rId271" Type="http://schemas.openxmlformats.org/officeDocument/2006/relationships/image" Target="../media/image1766.png"/><Relationship Id="rId24" Type="http://schemas.openxmlformats.org/officeDocument/2006/relationships/customXml" Target="../ink/ink1643.xml"/><Relationship Id="rId66" Type="http://schemas.openxmlformats.org/officeDocument/2006/relationships/customXml" Target="../ink/ink1664.xml"/><Relationship Id="rId131" Type="http://schemas.openxmlformats.org/officeDocument/2006/relationships/image" Target="../media/image1696.png"/><Relationship Id="rId327" Type="http://schemas.openxmlformats.org/officeDocument/2006/relationships/customXml" Target="../ink/ink1795.xml"/><Relationship Id="rId173" Type="http://schemas.openxmlformats.org/officeDocument/2006/relationships/image" Target="../media/image1717.png"/><Relationship Id="rId229" Type="http://schemas.openxmlformats.org/officeDocument/2006/relationships/image" Target="../media/image1745.png"/><Relationship Id="rId240" Type="http://schemas.openxmlformats.org/officeDocument/2006/relationships/customXml" Target="../ink/ink1751.xml"/><Relationship Id="rId35" Type="http://schemas.openxmlformats.org/officeDocument/2006/relationships/image" Target="../media/image1648.png"/><Relationship Id="rId77" Type="http://schemas.openxmlformats.org/officeDocument/2006/relationships/image" Target="../media/image1669.png"/><Relationship Id="rId100" Type="http://schemas.openxmlformats.org/officeDocument/2006/relationships/customXml" Target="../ink/ink1681.xml"/><Relationship Id="rId282" Type="http://schemas.openxmlformats.org/officeDocument/2006/relationships/customXml" Target="../ink/ink1772.xml"/><Relationship Id="rId338" Type="http://schemas.openxmlformats.org/officeDocument/2006/relationships/image" Target="../media/image1799.png"/><Relationship Id="rId8" Type="http://schemas.openxmlformats.org/officeDocument/2006/relationships/customXml" Target="../ink/ink1635.xml"/><Relationship Id="rId142" Type="http://schemas.openxmlformats.org/officeDocument/2006/relationships/customXml" Target="../ink/ink1702.xml"/><Relationship Id="rId184" Type="http://schemas.openxmlformats.org/officeDocument/2006/relationships/customXml" Target="../ink/ink1723.xml"/><Relationship Id="rId251" Type="http://schemas.openxmlformats.org/officeDocument/2006/relationships/image" Target="../media/image1756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66.xml"/><Relationship Id="rId21" Type="http://schemas.openxmlformats.org/officeDocument/2006/relationships/customXml" Target="../ink/ink1818.xml"/><Relationship Id="rId42" Type="http://schemas.openxmlformats.org/officeDocument/2006/relationships/image" Target="../media/image1831.png"/><Relationship Id="rId63" Type="http://schemas.openxmlformats.org/officeDocument/2006/relationships/customXml" Target="../ink/ink1839.xml"/><Relationship Id="rId84" Type="http://schemas.openxmlformats.org/officeDocument/2006/relationships/image" Target="../media/image1851.png"/><Relationship Id="rId138" Type="http://schemas.openxmlformats.org/officeDocument/2006/relationships/image" Target="../media/image1878.png"/><Relationship Id="rId159" Type="http://schemas.openxmlformats.org/officeDocument/2006/relationships/customXml" Target="../ink/ink1887.xml"/><Relationship Id="rId170" Type="http://schemas.openxmlformats.org/officeDocument/2006/relationships/image" Target="../media/image1894.png"/><Relationship Id="rId107" Type="http://schemas.openxmlformats.org/officeDocument/2006/relationships/customXml" Target="../ink/ink1861.xml"/><Relationship Id="rId11" Type="http://schemas.openxmlformats.org/officeDocument/2006/relationships/customXml" Target="../ink/ink1813.xml"/><Relationship Id="rId32" Type="http://schemas.openxmlformats.org/officeDocument/2006/relationships/image" Target="../media/image1826.png"/><Relationship Id="rId53" Type="http://schemas.openxmlformats.org/officeDocument/2006/relationships/customXml" Target="../ink/ink1834.xml"/><Relationship Id="rId74" Type="http://schemas.openxmlformats.org/officeDocument/2006/relationships/image" Target="../media/image1847.png"/><Relationship Id="rId128" Type="http://schemas.openxmlformats.org/officeDocument/2006/relationships/image" Target="../media/image1873.png"/><Relationship Id="rId149" Type="http://schemas.openxmlformats.org/officeDocument/2006/relationships/customXml" Target="../ink/ink1882.xml"/><Relationship Id="rId5" Type="http://schemas.openxmlformats.org/officeDocument/2006/relationships/image" Target="../media/image1812.svg"/><Relationship Id="rId95" Type="http://schemas.openxmlformats.org/officeDocument/2006/relationships/customXml" Target="../ink/ink1855.xml"/><Relationship Id="rId160" Type="http://schemas.openxmlformats.org/officeDocument/2006/relationships/image" Target="../media/image1889.png"/><Relationship Id="rId181" Type="http://schemas.openxmlformats.org/officeDocument/2006/relationships/customXml" Target="../ink/ink1898.xml"/><Relationship Id="rId22" Type="http://schemas.openxmlformats.org/officeDocument/2006/relationships/image" Target="../media/image1821.png"/><Relationship Id="rId43" Type="http://schemas.openxmlformats.org/officeDocument/2006/relationships/customXml" Target="../ink/ink1829.xml"/><Relationship Id="rId64" Type="http://schemas.openxmlformats.org/officeDocument/2006/relationships/image" Target="../media/image1842.png"/><Relationship Id="rId118" Type="http://schemas.openxmlformats.org/officeDocument/2006/relationships/image" Target="../media/image1868.png"/><Relationship Id="rId139" Type="http://schemas.openxmlformats.org/officeDocument/2006/relationships/customXml" Target="../ink/ink1877.xml"/><Relationship Id="rId85" Type="http://schemas.openxmlformats.org/officeDocument/2006/relationships/customXml" Target="../ink/ink1850.xml"/><Relationship Id="rId150" Type="http://schemas.openxmlformats.org/officeDocument/2006/relationships/image" Target="../media/image1884.png"/><Relationship Id="rId171" Type="http://schemas.openxmlformats.org/officeDocument/2006/relationships/customXml" Target="../ink/ink1893.xml"/><Relationship Id="rId12" Type="http://schemas.openxmlformats.org/officeDocument/2006/relationships/image" Target="../media/image1816.png"/><Relationship Id="rId33" Type="http://schemas.openxmlformats.org/officeDocument/2006/relationships/customXml" Target="../ink/ink1824.xml"/><Relationship Id="rId108" Type="http://schemas.openxmlformats.org/officeDocument/2006/relationships/image" Target="../media/image1863.png"/><Relationship Id="rId129" Type="http://schemas.openxmlformats.org/officeDocument/2006/relationships/customXml" Target="../ink/ink1872.xml"/><Relationship Id="rId54" Type="http://schemas.openxmlformats.org/officeDocument/2006/relationships/image" Target="../media/image1837.png"/><Relationship Id="rId75" Type="http://schemas.openxmlformats.org/officeDocument/2006/relationships/customXml" Target="../ink/ink1845.xml"/><Relationship Id="rId96" Type="http://schemas.openxmlformats.org/officeDocument/2006/relationships/image" Target="../media/image1857.png"/><Relationship Id="rId140" Type="http://schemas.openxmlformats.org/officeDocument/2006/relationships/image" Target="../media/image1879.png"/><Relationship Id="rId161" Type="http://schemas.openxmlformats.org/officeDocument/2006/relationships/customXml" Target="../ink/ink1888.xml"/><Relationship Id="rId182" Type="http://schemas.openxmlformats.org/officeDocument/2006/relationships/image" Target="../media/image1900.png"/><Relationship Id="rId6" Type="http://schemas.openxmlformats.org/officeDocument/2006/relationships/image" Target="../media/image1813.svg"/><Relationship Id="rId23" Type="http://schemas.openxmlformats.org/officeDocument/2006/relationships/customXml" Target="../ink/ink1819.xml"/><Relationship Id="rId119" Type="http://schemas.openxmlformats.org/officeDocument/2006/relationships/customXml" Target="../ink/ink1867.xml"/><Relationship Id="rId44" Type="http://schemas.openxmlformats.org/officeDocument/2006/relationships/image" Target="../media/image1832.png"/><Relationship Id="rId60" Type="http://schemas.openxmlformats.org/officeDocument/2006/relationships/image" Target="../media/image1840.png"/><Relationship Id="rId65" Type="http://schemas.openxmlformats.org/officeDocument/2006/relationships/customXml" Target="../ink/ink1840.xml"/><Relationship Id="rId81" Type="http://schemas.openxmlformats.org/officeDocument/2006/relationships/customXml" Target="../ink/ink1848.xml"/><Relationship Id="rId86" Type="http://schemas.openxmlformats.org/officeDocument/2006/relationships/image" Target="../media/image1852.png"/><Relationship Id="rId130" Type="http://schemas.openxmlformats.org/officeDocument/2006/relationships/image" Target="../media/image1874.png"/><Relationship Id="rId135" Type="http://schemas.openxmlformats.org/officeDocument/2006/relationships/customXml" Target="../ink/ink1875.xml"/><Relationship Id="rId151" Type="http://schemas.openxmlformats.org/officeDocument/2006/relationships/customXml" Target="../ink/ink1883.xml"/><Relationship Id="rId156" Type="http://schemas.openxmlformats.org/officeDocument/2006/relationships/image" Target="../media/image1887.png"/><Relationship Id="rId177" Type="http://schemas.openxmlformats.org/officeDocument/2006/relationships/customXml" Target="../ink/ink1896.xml"/><Relationship Id="rId172" Type="http://schemas.openxmlformats.org/officeDocument/2006/relationships/image" Target="../media/image1895.png"/><Relationship Id="rId13" Type="http://schemas.openxmlformats.org/officeDocument/2006/relationships/customXml" Target="../ink/ink1814.xml"/><Relationship Id="rId18" Type="http://schemas.openxmlformats.org/officeDocument/2006/relationships/image" Target="../media/image1819.png"/><Relationship Id="rId39" Type="http://schemas.openxmlformats.org/officeDocument/2006/relationships/customXml" Target="../ink/ink1827.xml"/><Relationship Id="rId109" Type="http://schemas.openxmlformats.org/officeDocument/2006/relationships/customXml" Target="../ink/ink1862.xml"/><Relationship Id="rId34" Type="http://schemas.openxmlformats.org/officeDocument/2006/relationships/image" Target="../media/image1827.png"/><Relationship Id="rId50" Type="http://schemas.openxmlformats.org/officeDocument/2006/relationships/image" Target="../media/image1835.png"/><Relationship Id="rId55" Type="http://schemas.openxmlformats.org/officeDocument/2006/relationships/customXml" Target="../ink/ink1835.xml"/><Relationship Id="rId76" Type="http://schemas.openxmlformats.org/officeDocument/2006/relationships/image" Target="../media/image1301.png"/><Relationship Id="rId97" Type="http://schemas.openxmlformats.org/officeDocument/2006/relationships/customXml" Target="../ink/ink1856.xml"/><Relationship Id="rId104" Type="http://schemas.openxmlformats.org/officeDocument/2006/relationships/image" Target="../media/image1861.png"/><Relationship Id="rId120" Type="http://schemas.openxmlformats.org/officeDocument/2006/relationships/image" Target="../media/image1869.png"/><Relationship Id="rId125" Type="http://schemas.openxmlformats.org/officeDocument/2006/relationships/customXml" Target="../ink/ink1870.xml"/><Relationship Id="rId141" Type="http://schemas.openxmlformats.org/officeDocument/2006/relationships/customXml" Target="../ink/ink1878.xml"/><Relationship Id="rId146" Type="http://schemas.openxmlformats.org/officeDocument/2006/relationships/image" Target="../media/image1882.png"/><Relationship Id="rId167" Type="http://schemas.openxmlformats.org/officeDocument/2006/relationships/customXml" Target="../ink/ink1891.xml"/><Relationship Id="rId7" Type="http://schemas.openxmlformats.org/officeDocument/2006/relationships/customXml" Target="../ink/ink1811.xml"/><Relationship Id="rId71" Type="http://schemas.openxmlformats.org/officeDocument/2006/relationships/customXml" Target="../ink/ink1843.xml"/><Relationship Id="rId92" Type="http://schemas.openxmlformats.org/officeDocument/2006/relationships/image" Target="../media/image1855.png"/><Relationship Id="rId162" Type="http://schemas.openxmlformats.org/officeDocument/2006/relationships/image" Target="../media/image1890.png"/><Relationship Id="rId183" Type="http://schemas.openxmlformats.org/officeDocument/2006/relationships/customXml" Target="../ink/ink1899.xml"/><Relationship Id="rId2" Type="http://schemas.openxmlformats.org/officeDocument/2006/relationships/notesSlide" Target="../notesSlides/notesSlide15.xml"/><Relationship Id="rId29" Type="http://schemas.openxmlformats.org/officeDocument/2006/relationships/customXml" Target="../ink/ink1822.xml"/><Relationship Id="rId24" Type="http://schemas.openxmlformats.org/officeDocument/2006/relationships/image" Target="../media/image1822.png"/><Relationship Id="rId40" Type="http://schemas.openxmlformats.org/officeDocument/2006/relationships/image" Target="../media/image1830.png"/><Relationship Id="rId45" Type="http://schemas.openxmlformats.org/officeDocument/2006/relationships/customXml" Target="../ink/ink1830.xml"/><Relationship Id="rId66" Type="http://schemas.openxmlformats.org/officeDocument/2006/relationships/image" Target="../media/image1843.png"/><Relationship Id="rId87" Type="http://schemas.openxmlformats.org/officeDocument/2006/relationships/customXml" Target="../ink/ink1851.xml"/><Relationship Id="rId110" Type="http://schemas.openxmlformats.org/officeDocument/2006/relationships/image" Target="../media/image1864.png"/><Relationship Id="rId115" Type="http://schemas.openxmlformats.org/officeDocument/2006/relationships/customXml" Target="../ink/ink1865.xml"/><Relationship Id="rId131" Type="http://schemas.openxmlformats.org/officeDocument/2006/relationships/customXml" Target="../ink/ink1873.xml"/><Relationship Id="rId136" Type="http://schemas.openxmlformats.org/officeDocument/2006/relationships/image" Target="../media/image1877.png"/><Relationship Id="rId157" Type="http://schemas.openxmlformats.org/officeDocument/2006/relationships/customXml" Target="../ink/ink1886.xml"/><Relationship Id="rId178" Type="http://schemas.openxmlformats.org/officeDocument/2006/relationships/image" Target="../media/image1898.png"/><Relationship Id="rId61" Type="http://schemas.openxmlformats.org/officeDocument/2006/relationships/customXml" Target="../ink/ink1838.xml"/><Relationship Id="rId82" Type="http://schemas.openxmlformats.org/officeDocument/2006/relationships/image" Target="../media/image1850.png"/><Relationship Id="rId152" Type="http://schemas.openxmlformats.org/officeDocument/2006/relationships/image" Target="../media/image1885.png"/><Relationship Id="rId173" Type="http://schemas.openxmlformats.org/officeDocument/2006/relationships/customXml" Target="../ink/ink1894.xml"/><Relationship Id="rId19" Type="http://schemas.openxmlformats.org/officeDocument/2006/relationships/customXml" Target="../ink/ink1817.xml"/><Relationship Id="rId14" Type="http://schemas.openxmlformats.org/officeDocument/2006/relationships/image" Target="../media/image1817.png"/><Relationship Id="rId30" Type="http://schemas.openxmlformats.org/officeDocument/2006/relationships/image" Target="../media/image1825.png"/><Relationship Id="rId35" Type="http://schemas.openxmlformats.org/officeDocument/2006/relationships/customXml" Target="../ink/ink1825.xml"/><Relationship Id="rId56" Type="http://schemas.openxmlformats.org/officeDocument/2006/relationships/image" Target="../media/image1838.png"/><Relationship Id="rId77" Type="http://schemas.openxmlformats.org/officeDocument/2006/relationships/customXml" Target="../ink/ink1846.xml"/><Relationship Id="rId100" Type="http://schemas.openxmlformats.org/officeDocument/2006/relationships/image" Target="../media/image1859.png"/><Relationship Id="rId105" Type="http://schemas.openxmlformats.org/officeDocument/2006/relationships/customXml" Target="../ink/ink1860.xml"/><Relationship Id="rId126" Type="http://schemas.openxmlformats.org/officeDocument/2006/relationships/image" Target="../media/image1872.png"/><Relationship Id="rId147" Type="http://schemas.openxmlformats.org/officeDocument/2006/relationships/customXml" Target="../ink/ink1881.xml"/><Relationship Id="rId168" Type="http://schemas.openxmlformats.org/officeDocument/2006/relationships/image" Target="../media/image1893.png"/><Relationship Id="rId8" Type="http://schemas.openxmlformats.org/officeDocument/2006/relationships/image" Target="../media/image1814.png"/><Relationship Id="rId51" Type="http://schemas.openxmlformats.org/officeDocument/2006/relationships/customXml" Target="../ink/ink1833.xml"/><Relationship Id="rId72" Type="http://schemas.openxmlformats.org/officeDocument/2006/relationships/image" Target="../media/image1846.png"/><Relationship Id="rId93" Type="http://schemas.openxmlformats.org/officeDocument/2006/relationships/customXml" Target="../ink/ink1854.xml"/><Relationship Id="rId98" Type="http://schemas.openxmlformats.org/officeDocument/2006/relationships/image" Target="../media/image1858.png"/><Relationship Id="rId121" Type="http://schemas.openxmlformats.org/officeDocument/2006/relationships/customXml" Target="../ink/ink1868.xml"/><Relationship Id="rId142" Type="http://schemas.openxmlformats.org/officeDocument/2006/relationships/image" Target="../media/image1880.png"/><Relationship Id="rId163" Type="http://schemas.openxmlformats.org/officeDocument/2006/relationships/customXml" Target="../ink/ink1889.xml"/><Relationship Id="rId184" Type="http://schemas.openxmlformats.org/officeDocument/2006/relationships/image" Target="../media/image1901.png"/><Relationship Id="rId3" Type="http://schemas.openxmlformats.org/officeDocument/2006/relationships/image" Target="../media/image1810.svg"/><Relationship Id="rId25" Type="http://schemas.openxmlformats.org/officeDocument/2006/relationships/customXml" Target="../ink/ink1820.xml"/><Relationship Id="rId46" Type="http://schemas.openxmlformats.org/officeDocument/2006/relationships/image" Target="../media/image1833.png"/><Relationship Id="rId67" Type="http://schemas.openxmlformats.org/officeDocument/2006/relationships/customXml" Target="../ink/ink1841.xml"/><Relationship Id="rId116" Type="http://schemas.openxmlformats.org/officeDocument/2006/relationships/image" Target="../media/image1867.png"/><Relationship Id="rId137" Type="http://schemas.openxmlformats.org/officeDocument/2006/relationships/customXml" Target="../ink/ink1876.xml"/><Relationship Id="rId158" Type="http://schemas.openxmlformats.org/officeDocument/2006/relationships/image" Target="../media/image1888.png"/><Relationship Id="rId20" Type="http://schemas.openxmlformats.org/officeDocument/2006/relationships/image" Target="../media/image1820.png"/><Relationship Id="rId41" Type="http://schemas.openxmlformats.org/officeDocument/2006/relationships/customXml" Target="../ink/ink1828.xml"/><Relationship Id="rId62" Type="http://schemas.openxmlformats.org/officeDocument/2006/relationships/image" Target="../media/image1841.png"/><Relationship Id="rId83" Type="http://schemas.openxmlformats.org/officeDocument/2006/relationships/customXml" Target="../ink/ink1849.xml"/><Relationship Id="rId88" Type="http://schemas.openxmlformats.org/officeDocument/2006/relationships/image" Target="../media/image1853.png"/><Relationship Id="rId111" Type="http://schemas.openxmlformats.org/officeDocument/2006/relationships/customXml" Target="../ink/ink1863.xml"/><Relationship Id="rId132" Type="http://schemas.openxmlformats.org/officeDocument/2006/relationships/image" Target="../media/image1875.png"/><Relationship Id="rId153" Type="http://schemas.openxmlformats.org/officeDocument/2006/relationships/customXml" Target="../ink/ink1884.xml"/><Relationship Id="rId174" Type="http://schemas.openxmlformats.org/officeDocument/2006/relationships/image" Target="../media/image1896.png"/><Relationship Id="rId179" Type="http://schemas.openxmlformats.org/officeDocument/2006/relationships/customXml" Target="../ink/ink1897.xml"/><Relationship Id="rId15" Type="http://schemas.openxmlformats.org/officeDocument/2006/relationships/customXml" Target="../ink/ink1815.xml"/><Relationship Id="rId36" Type="http://schemas.openxmlformats.org/officeDocument/2006/relationships/image" Target="../media/image1828.png"/><Relationship Id="rId57" Type="http://schemas.openxmlformats.org/officeDocument/2006/relationships/customXml" Target="../ink/ink1836.xml"/><Relationship Id="rId106" Type="http://schemas.openxmlformats.org/officeDocument/2006/relationships/image" Target="../media/image1862.png"/><Relationship Id="rId127" Type="http://schemas.openxmlformats.org/officeDocument/2006/relationships/customXml" Target="../ink/ink1871.xml"/><Relationship Id="rId10" Type="http://schemas.openxmlformats.org/officeDocument/2006/relationships/image" Target="../media/image1815.png"/><Relationship Id="rId31" Type="http://schemas.openxmlformats.org/officeDocument/2006/relationships/customXml" Target="../ink/ink1823.xml"/><Relationship Id="rId52" Type="http://schemas.openxmlformats.org/officeDocument/2006/relationships/image" Target="../media/image1836.png"/><Relationship Id="rId73" Type="http://schemas.openxmlformats.org/officeDocument/2006/relationships/customXml" Target="../ink/ink1844.xml"/><Relationship Id="rId78" Type="http://schemas.openxmlformats.org/officeDocument/2006/relationships/image" Target="../media/image1848.png"/><Relationship Id="rId94" Type="http://schemas.openxmlformats.org/officeDocument/2006/relationships/image" Target="../media/image1856.png"/><Relationship Id="rId99" Type="http://schemas.openxmlformats.org/officeDocument/2006/relationships/customXml" Target="../ink/ink1857.xml"/><Relationship Id="rId101" Type="http://schemas.openxmlformats.org/officeDocument/2006/relationships/customXml" Target="../ink/ink1858.xml"/><Relationship Id="rId122" Type="http://schemas.openxmlformats.org/officeDocument/2006/relationships/image" Target="../media/image1870.png"/><Relationship Id="rId143" Type="http://schemas.openxmlformats.org/officeDocument/2006/relationships/customXml" Target="../ink/ink1879.xml"/><Relationship Id="rId148" Type="http://schemas.openxmlformats.org/officeDocument/2006/relationships/image" Target="../media/image1883.png"/><Relationship Id="rId164" Type="http://schemas.openxmlformats.org/officeDocument/2006/relationships/image" Target="../media/image1891.png"/><Relationship Id="rId169" Type="http://schemas.openxmlformats.org/officeDocument/2006/relationships/customXml" Target="../ink/ink1892.xml"/><Relationship Id="rId4" Type="http://schemas.openxmlformats.org/officeDocument/2006/relationships/image" Target="../media/image1811.svg"/><Relationship Id="rId9" Type="http://schemas.openxmlformats.org/officeDocument/2006/relationships/customXml" Target="../ink/ink1812.xml"/><Relationship Id="rId180" Type="http://schemas.openxmlformats.org/officeDocument/2006/relationships/image" Target="../media/image1899.png"/><Relationship Id="rId26" Type="http://schemas.openxmlformats.org/officeDocument/2006/relationships/image" Target="../media/image1823.png"/><Relationship Id="rId47" Type="http://schemas.openxmlformats.org/officeDocument/2006/relationships/customXml" Target="../ink/ink1831.xml"/><Relationship Id="rId68" Type="http://schemas.openxmlformats.org/officeDocument/2006/relationships/image" Target="../media/image1844.png"/><Relationship Id="rId89" Type="http://schemas.openxmlformats.org/officeDocument/2006/relationships/customXml" Target="../ink/ink1852.xml"/><Relationship Id="rId112" Type="http://schemas.openxmlformats.org/officeDocument/2006/relationships/image" Target="../media/image1865.png"/><Relationship Id="rId133" Type="http://schemas.openxmlformats.org/officeDocument/2006/relationships/customXml" Target="../ink/ink1874.xml"/><Relationship Id="rId154" Type="http://schemas.openxmlformats.org/officeDocument/2006/relationships/image" Target="../media/image1886.png"/><Relationship Id="rId175" Type="http://schemas.openxmlformats.org/officeDocument/2006/relationships/customXml" Target="../ink/ink1895.xml"/><Relationship Id="rId16" Type="http://schemas.openxmlformats.org/officeDocument/2006/relationships/image" Target="../media/image1818.png"/><Relationship Id="rId37" Type="http://schemas.openxmlformats.org/officeDocument/2006/relationships/customXml" Target="../ink/ink1826.xml"/><Relationship Id="rId58" Type="http://schemas.openxmlformats.org/officeDocument/2006/relationships/image" Target="../media/image1839.png"/><Relationship Id="rId79" Type="http://schemas.openxmlformats.org/officeDocument/2006/relationships/customXml" Target="../ink/ink1847.xml"/><Relationship Id="rId102" Type="http://schemas.openxmlformats.org/officeDocument/2006/relationships/image" Target="../media/image1860.png"/><Relationship Id="rId123" Type="http://schemas.openxmlformats.org/officeDocument/2006/relationships/customXml" Target="../ink/ink1869.xml"/><Relationship Id="rId144" Type="http://schemas.openxmlformats.org/officeDocument/2006/relationships/image" Target="../media/image1881.png"/><Relationship Id="rId90" Type="http://schemas.openxmlformats.org/officeDocument/2006/relationships/image" Target="../media/image1854.png"/><Relationship Id="rId165" Type="http://schemas.openxmlformats.org/officeDocument/2006/relationships/customXml" Target="../ink/ink1890.xml"/><Relationship Id="rId27" Type="http://schemas.openxmlformats.org/officeDocument/2006/relationships/customXml" Target="../ink/ink1821.xml"/><Relationship Id="rId48" Type="http://schemas.openxmlformats.org/officeDocument/2006/relationships/image" Target="../media/image1834.png"/><Relationship Id="rId69" Type="http://schemas.openxmlformats.org/officeDocument/2006/relationships/customXml" Target="../ink/ink1842.xml"/><Relationship Id="rId113" Type="http://schemas.openxmlformats.org/officeDocument/2006/relationships/customXml" Target="../ink/ink1864.xml"/><Relationship Id="rId134" Type="http://schemas.openxmlformats.org/officeDocument/2006/relationships/image" Target="../media/image1876.png"/><Relationship Id="rId80" Type="http://schemas.openxmlformats.org/officeDocument/2006/relationships/image" Target="../media/image1849.png"/><Relationship Id="rId155" Type="http://schemas.openxmlformats.org/officeDocument/2006/relationships/customXml" Target="../ink/ink1885.xml"/><Relationship Id="rId176" Type="http://schemas.openxmlformats.org/officeDocument/2006/relationships/image" Target="../media/image1897.png"/><Relationship Id="rId17" Type="http://schemas.openxmlformats.org/officeDocument/2006/relationships/customXml" Target="../ink/ink1816.xml"/><Relationship Id="rId38" Type="http://schemas.openxmlformats.org/officeDocument/2006/relationships/image" Target="../media/image1829.png"/><Relationship Id="rId59" Type="http://schemas.openxmlformats.org/officeDocument/2006/relationships/customXml" Target="../ink/ink1837.xml"/><Relationship Id="rId103" Type="http://schemas.openxmlformats.org/officeDocument/2006/relationships/customXml" Target="../ink/ink1859.xml"/><Relationship Id="rId124" Type="http://schemas.openxmlformats.org/officeDocument/2006/relationships/image" Target="../media/image1871.png"/><Relationship Id="rId70" Type="http://schemas.openxmlformats.org/officeDocument/2006/relationships/image" Target="../media/image1845.png"/><Relationship Id="rId91" Type="http://schemas.openxmlformats.org/officeDocument/2006/relationships/customXml" Target="../ink/ink1853.xml"/><Relationship Id="rId145" Type="http://schemas.openxmlformats.org/officeDocument/2006/relationships/customXml" Target="../ink/ink1880.xml"/><Relationship Id="rId166" Type="http://schemas.openxmlformats.org/officeDocument/2006/relationships/image" Target="../media/image1892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824.png"/><Relationship Id="rId49" Type="http://schemas.openxmlformats.org/officeDocument/2006/relationships/customXml" Target="../ink/ink1832.xml"/><Relationship Id="rId114" Type="http://schemas.openxmlformats.org/officeDocument/2006/relationships/image" Target="../media/image18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02.xml"/><Relationship Id="rId13" Type="http://schemas.openxmlformats.org/officeDocument/2006/relationships/image" Target="../media/image1908.png"/><Relationship Id="rId18" Type="http://schemas.openxmlformats.org/officeDocument/2006/relationships/customXml" Target="../ink/ink1907.xml"/><Relationship Id="rId3" Type="http://schemas.openxmlformats.org/officeDocument/2006/relationships/image" Target="../media/image1903.svg"/><Relationship Id="rId21" Type="http://schemas.openxmlformats.org/officeDocument/2006/relationships/image" Target="../media/image1912.png"/><Relationship Id="rId7" Type="http://schemas.openxmlformats.org/officeDocument/2006/relationships/image" Target="../media/image1905.png"/><Relationship Id="rId12" Type="http://schemas.openxmlformats.org/officeDocument/2006/relationships/customXml" Target="../ink/ink1904.xml"/><Relationship Id="rId17" Type="http://schemas.openxmlformats.org/officeDocument/2006/relationships/image" Target="../media/image1910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1906.xml"/><Relationship Id="rId20" Type="http://schemas.openxmlformats.org/officeDocument/2006/relationships/customXml" Target="../ink/ink190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01.xml"/><Relationship Id="rId11" Type="http://schemas.openxmlformats.org/officeDocument/2006/relationships/image" Target="../media/image1907.png"/><Relationship Id="rId5" Type="http://schemas.openxmlformats.org/officeDocument/2006/relationships/image" Target="../media/image1904.png"/><Relationship Id="rId15" Type="http://schemas.openxmlformats.org/officeDocument/2006/relationships/image" Target="../media/image1909.png"/><Relationship Id="rId23" Type="http://schemas.openxmlformats.org/officeDocument/2006/relationships/image" Target="../media/image1913.png"/><Relationship Id="rId10" Type="http://schemas.openxmlformats.org/officeDocument/2006/relationships/customXml" Target="../ink/ink1903.xml"/><Relationship Id="rId19" Type="http://schemas.openxmlformats.org/officeDocument/2006/relationships/image" Target="../media/image1911.png"/><Relationship Id="rId4" Type="http://schemas.openxmlformats.org/officeDocument/2006/relationships/customXml" Target="../ink/ink1900.xml"/><Relationship Id="rId9" Type="http://schemas.openxmlformats.org/officeDocument/2006/relationships/image" Target="../media/image1906.png"/><Relationship Id="rId14" Type="http://schemas.openxmlformats.org/officeDocument/2006/relationships/customXml" Target="../ink/ink1905.xml"/><Relationship Id="rId22" Type="http://schemas.openxmlformats.org/officeDocument/2006/relationships/customXml" Target="../ink/ink1909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71.png"/><Relationship Id="rId299" Type="http://schemas.openxmlformats.org/officeDocument/2006/relationships/image" Target="../media/image2061.png"/><Relationship Id="rId21" Type="http://schemas.openxmlformats.org/officeDocument/2006/relationships/image" Target="../media/image1923.png"/><Relationship Id="rId63" Type="http://schemas.openxmlformats.org/officeDocument/2006/relationships/image" Target="../media/image1944.png"/><Relationship Id="rId159" Type="http://schemas.openxmlformats.org/officeDocument/2006/relationships/image" Target="../media/image1992.png"/><Relationship Id="rId324" Type="http://schemas.openxmlformats.org/officeDocument/2006/relationships/customXml" Target="../ink/ink2071.xml"/><Relationship Id="rId170" Type="http://schemas.openxmlformats.org/officeDocument/2006/relationships/customXml" Target="../ink/ink1994.xml"/><Relationship Id="rId226" Type="http://schemas.openxmlformats.org/officeDocument/2006/relationships/customXml" Target="../ink/ink2022.xml"/><Relationship Id="rId268" Type="http://schemas.openxmlformats.org/officeDocument/2006/relationships/customXml" Target="../ink/ink2043.xml"/><Relationship Id="rId32" Type="http://schemas.openxmlformats.org/officeDocument/2006/relationships/customXml" Target="../ink/ink1925.xml"/><Relationship Id="rId74" Type="http://schemas.openxmlformats.org/officeDocument/2006/relationships/customXml" Target="../ink/ink1946.xml"/><Relationship Id="rId128" Type="http://schemas.openxmlformats.org/officeDocument/2006/relationships/customXml" Target="../ink/ink1973.xml"/><Relationship Id="rId335" Type="http://schemas.openxmlformats.org/officeDocument/2006/relationships/image" Target="../media/image2079.png"/><Relationship Id="rId5" Type="http://schemas.openxmlformats.org/officeDocument/2006/relationships/image" Target="../media/image1915.png"/><Relationship Id="rId181" Type="http://schemas.openxmlformats.org/officeDocument/2006/relationships/image" Target="../media/image2003.png"/><Relationship Id="rId237" Type="http://schemas.openxmlformats.org/officeDocument/2006/relationships/image" Target="../media/image2030.png"/><Relationship Id="rId279" Type="http://schemas.openxmlformats.org/officeDocument/2006/relationships/image" Target="../media/image2051.png"/><Relationship Id="rId43" Type="http://schemas.openxmlformats.org/officeDocument/2006/relationships/image" Target="../media/image1934.png"/><Relationship Id="rId139" Type="http://schemas.openxmlformats.org/officeDocument/2006/relationships/image" Target="../media/image1982.png"/><Relationship Id="rId290" Type="http://schemas.openxmlformats.org/officeDocument/2006/relationships/customXml" Target="../ink/ink2054.xml"/><Relationship Id="rId304" Type="http://schemas.openxmlformats.org/officeDocument/2006/relationships/customXml" Target="../ink/ink2061.xml"/><Relationship Id="rId346" Type="http://schemas.openxmlformats.org/officeDocument/2006/relationships/customXml" Target="../ink/ink2082.xml"/><Relationship Id="rId85" Type="http://schemas.openxmlformats.org/officeDocument/2006/relationships/image" Target="../media/image1955.png"/><Relationship Id="rId150" Type="http://schemas.openxmlformats.org/officeDocument/2006/relationships/customXml" Target="../ink/ink1984.xml"/><Relationship Id="rId192" Type="http://schemas.openxmlformats.org/officeDocument/2006/relationships/customXml" Target="../ink/ink2005.xml"/><Relationship Id="rId206" Type="http://schemas.openxmlformats.org/officeDocument/2006/relationships/customXml" Target="../ink/ink2012.xml"/><Relationship Id="rId248" Type="http://schemas.openxmlformats.org/officeDocument/2006/relationships/customXml" Target="../ink/ink2033.xml"/><Relationship Id="rId12" Type="http://schemas.openxmlformats.org/officeDocument/2006/relationships/customXml" Target="../ink/ink1915.xml"/><Relationship Id="rId108" Type="http://schemas.openxmlformats.org/officeDocument/2006/relationships/customXml" Target="../ink/ink1963.xml"/><Relationship Id="rId315" Type="http://schemas.openxmlformats.org/officeDocument/2006/relationships/image" Target="../media/image2069.png"/><Relationship Id="rId357" Type="http://schemas.openxmlformats.org/officeDocument/2006/relationships/image" Target="../media/image2090.png"/><Relationship Id="rId54" Type="http://schemas.openxmlformats.org/officeDocument/2006/relationships/customXml" Target="../ink/ink1936.xml"/><Relationship Id="rId96" Type="http://schemas.openxmlformats.org/officeDocument/2006/relationships/customXml" Target="../ink/ink1957.xml"/><Relationship Id="rId161" Type="http://schemas.openxmlformats.org/officeDocument/2006/relationships/image" Target="../media/image1993.png"/><Relationship Id="rId217" Type="http://schemas.openxmlformats.org/officeDocument/2006/relationships/image" Target="../media/image2020.png"/><Relationship Id="rId259" Type="http://schemas.openxmlformats.org/officeDocument/2006/relationships/image" Target="../media/image2041.png"/><Relationship Id="rId23" Type="http://schemas.openxmlformats.org/officeDocument/2006/relationships/image" Target="../media/image1924.png"/><Relationship Id="rId119" Type="http://schemas.openxmlformats.org/officeDocument/2006/relationships/image" Target="../media/image1972.png"/><Relationship Id="rId270" Type="http://schemas.openxmlformats.org/officeDocument/2006/relationships/customXml" Target="../ink/ink2044.xml"/><Relationship Id="rId326" Type="http://schemas.openxmlformats.org/officeDocument/2006/relationships/customXml" Target="../ink/ink2072.xml"/><Relationship Id="rId65" Type="http://schemas.openxmlformats.org/officeDocument/2006/relationships/image" Target="../media/image1945.png"/><Relationship Id="rId130" Type="http://schemas.openxmlformats.org/officeDocument/2006/relationships/customXml" Target="../ink/ink1974.xml"/><Relationship Id="rId172" Type="http://schemas.openxmlformats.org/officeDocument/2006/relationships/customXml" Target="../ink/ink1995.xml"/><Relationship Id="rId228" Type="http://schemas.openxmlformats.org/officeDocument/2006/relationships/customXml" Target="../ink/ink2023.xml"/><Relationship Id="rId281" Type="http://schemas.openxmlformats.org/officeDocument/2006/relationships/image" Target="../media/image2052.png"/><Relationship Id="rId337" Type="http://schemas.openxmlformats.org/officeDocument/2006/relationships/image" Target="../media/image2080.png"/><Relationship Id="rId34" Type="http://schemas.openxmlformats.org/officeDocument/2006/relationships/customXml" Target="../ink/ink1926.xml"/><Relationship Id="rId76" Type="http://schemas.openxmlformats.org/officeDocument/2006/relationships/customXml" Target="../ink/ink1947.xml"/><Relationship Id="rId141" Type="http://schemas.openxmlformats.org/officeDocument/2006/relationships/image" Target="../media/image1983.png"/><Relationship Id="rId7" Type="http://schemas.openxmlformats.org/officeDocument/2006/relationships/image" Target="../media/image1916.png"/><Relationship Id="rId183" Type="http://schemas.openxmlformats.org/officeDocument/2006/relationships/image" Target="../media/image2004.png"/><Relationship Id="rId239" Type="http://schemas.openxmlformats.org/officeDocument/2006/relationships/image" Target="../media/image2031.png"/><Relationship Id="rId250" Type="http://schemas.openxmlformats.org/officeDocument/2006/relationships/customXml" Target="../ink/ink2034.xml"/><Relationship Id="rId292" Type="http://schemas.openxmlformats.org/officeDocument/2006/relationships/customXml" Target="../ink/ink2055.xml"/><Relationship Id="rId306" Type="http://schemas.openxmlformats.org/officeDocument/2006/relationships/customXml" Target="../ink/ink2062.xml"/><Relationship Id="rId45" Type="http://schemas.openxmlformats.org/officeDocument/2006/relationships/image" Target="../media/image1935.png"/><Relationship Id="rId87" Type="http://schemas.openxmlformats.org/officeDocument/2006/relationships/image" Target="../media/image1956.png"/><Relationship Id="rId110" Type="http://schemas.openxmlformats.org/officeDocument/2006/relationships/customXml" Target="../ink/ink1964.xml"/><Relationship Id="rId348" Type="http://schemas.openxmlformats.org/officeDocument/2006/relationships/customXml" Target="../ink/ink2083.xml"/><Relationship Id="rId152" Type="http://schemas.openxmlformats.org/officeDocument/2006/relationships/customXml" Target="../ink/ink1985.xml"/><Relationship Id="rId194" Type="http://schemas.openxmlformats.org/officeDocument/2006/relationships/customXml" Target="../ink/ink2006.xml"/><Relationship Id="rId208" Type="http://schemas.openxmlformats.org/officeDocument/2006/relationships/customXml" Target="../ink/ink2013.xml"/><Relationship Id="rId261" Type="http://schemas.openxmlformats.org/officeDocument/2006/relationships/image" Target="../media/image2042.png"/><Relationship Id="rId14" Type="http://schemas.openxmlformats.org/officeDocument/2006/relationships/customXml" Target="../ink/ink1916.xml"/><Relationship Id="rId56" Type="http://schemas.openxmlformats.org/officeDocument/2006/relationships/customXml" Target="../ink/ink1937.xml"/><Relationship Id="rId317" Type="http://schemas.openxmlformats.org/officeDocument/2006/relationships/image" Target="../media/image2070.png"/><Relationship Id="rId359" Type="http://schemas.openxmlformats.org/officeDocument/2006/relationships/image" Target="../media/image2091.png"/><Relationship Id="rId98" Type="http://schemas.openxmlformats.org/officeDocument/2006/relationships/customXml" Target="../ink/ink1958.xml"/><Relationship Id="rId121" Type="http://schemas.openxmlformats.org/officeDocument/2006/relationships/image" Target="../media/image1973.png"/><Relationship Id="rId163" Type="http://schemas.openxmlformats.org/officeDocument/2006/relationships/image" Target="../media/image1994.png"/><Relationship Id="rId219" Type="http://schemas.openxmlformats.org/officeDocument/2006/relationships/image" Target="../media/image2021.png"/><Relationship Id="rId230" Type="http://schemas.openxmlformats.org/officeDocument/2006/relationships/customXml" Target="../ink/ink2024.xml"/><Relationship Id="rId25" Type="http://schemas.openxmlformats.org/officeDocument/2006/relationships/image" Target="../media/image1925.png"/><Relationship Id="rId67" Type="http://schemas.openxmlformats.org/officeDocument/2006/relationships/image" Target="../media/image1946.png"/><Relationship Id="rId272" Type="http://schemas.openxmlformats.org/officeDocument/2006/relationships/customXml" Target="../ink/ink2045.xml"/><Relationship Id="rId328" Type="http://schemas.openxmlformats.org/officeDocument/2006/relationships/customXml" Target="../ink/ink2073.xml"/><Relationship Id="rId88" Type="http://schemas.openxmlformats.org/officeDocument/2006/relationships/customXml" Target="../ink/ink1953.xml"/><Relationship Id="rId111" Type="http://schemas.openxmlformats.org/officeDocument/2006/relationships/image" Target="../media/image1968.png"/><Relationship Id="rId132" Type="http://schemas.openxmlformats.org/officeDocument/2006/relationships/customXml" Target="../ink/ink1975.xml"/><Relationship Id="rId153" Type="http://schemas.openxmlformats.org/officeDocument/2006/relationships/image" Target="../media/image1989.png"/><Relationship Id="rId174" Type="http://schemas.openxmlformats.org/officeDocument/2006/relationships/customXml" Target="../ink/ink1996.xml"/><Relationship Id="rId195" Type="http://schemas.openxmlformats.org/officeDocument/2006/relationships/image" Target="../media/image2010.png"/><Relationship Id="rId209" Type="http://schemas.openxmlformats.org/officeDocument/2006/relationships/image" Target="../media/image2017.png"/><Relationship Id="rId360" Type="http://schemas.openxmlformats.org/officeDocument/2006/relationships/customXml" Target="../ink/ink2089.xml"/><Relationship Id="rId220" Type="http://schemas.openxmlformats.org/officeDocument/2006/relationships/customXml" Target="../ink/ink2019.xml"/><Relationship Id="rId241" Type="http://schemas.openxmlformats.org/officeDocument/2006/relationships/image" Target="../media/image2032.png"/><Relationship Id="rId15" Type="http://schemas.openxmlformats.org/officeDocument/2006/relationships/image" Target="../media/image1920.png"/><Relationship Id="rId36" Type="http://schemas.openxmlformats.org/officeDocument/2006/relationships/customXml" Target="../ink/ink1927.xml"/><Relationship Id="rId57" Type="http://schemas.openxmlformats.org/officeDocument/2006/relationships/image" Target="../media/image1941.png"/><Relationship Id="rId262" Type="http://schemas.openxmlformats.org/officeDocument/2006/relationships/customXml" Target="../ink/ink2040.xml"/><Relationship Id="rId283" Type="http://schemas.openxmlformats.org/officeDocument/2006/relationships/image" Target="../media/image2053.png"/><Relationship Id="rId318" Type="http://schemas.openxmlformats.org/officeDocument/2006/relationships/customXml" Target="../ink/ink2068.xml"/><Relationship Id="rId339" Type="http://schemas.openxmlformats.org/officeDocument/2006/relationships/image" Target="../media/image2081.png"/><Relationship Id="rId78" Type="http://schemas.openxmlformats.org/officeDocument/2006/relationships/customXml" Target="../ink/ink1948.xml"/><Relationship Id="rId99" Type="http://schemas.openxmlformats.org/officeDocument/2006/relationships/image" Target="../media/image1962.png"/><Relationship Id="rId101" Type="http://schemas.openxmlformats.org/officeDocument/2006/relationships/image" Target="../media/image1963.png"/><Relationship Id="rId122" Type="http://schemas.openxmlformats.org/officeDocument/2006/relationships/customXml" Target="../ink/ink1970.xml"/><Relationship Id="rId143" Type="http://schemas.openxmlformats.org/officeDocument/2006/relationships/image" Target="../media/image1984.png"/><Relationship Id="rId164" Type="http://schemas.openxmlformats.org/officeDocument/2006/relationships/customXml" Target="../ink/ink1991.xml"/><Relationship Id="rId185" Type="http://schemas.openxmlformats.org/officeDocument/2006/relationships/image" Target="../media/image2005.png"/><Relationship Id="rId350" Type="http://schemas.openxmlformats.org/officeDocument/2006/relationships/customXml" Target="../ink/ink2084.xml"/><Relationship Id="rId9" Type="http://schemas.openxmlformats.org/officeDocument/2006/relationships/image" Target="../media/image1917.png"/><Relationship Id="rId210" Type="http://schemas.openxmlformats.org/officeDocument/2006/relationships/customXml" Target="../ink/ink2014.xml"/><Relationship Id="rId26" Type="http://schemas.openxmlformats.org/officeDocument/2006/relationships/customXml" Target="../ink/ink1922.xml"/><Relationship Id="rId231" Type="http://schemas.openxmlformats.org/officeDocument/2006/relationships/image" Target="../media/image2027.png"/><Relationship Id="rId252" Type="http://schemas.openxmlformats.org/officeDocument/2006/relationships/customXml" Target="../ink/ink2035.xml"/><Relationship Id="rId273" Type="http://schemas.openxmlformats.org/officeDocument/2006/relationships/image" Target="../media/image2048.png"/><Relationship Id="rId294" Type="http://schemas.openxmlformats.org/officeDocument/2006/relationships/customXml" Target="../ink/ink2056.xml"/><Relationship Id="rId308" Type="http://schemas.openxmlformats.org/officeDocument/2006/relationships/customXml" Target="../ink/ink2063.xml"/><Relationship Id="rId329" Type="http://schemas.openxmlformats.org/officeDocument/2006/relationships/image" Target="../media/image2076.png"/><Relationship Id="rId47" Type="http://schemas.openxmlformats.org/officeDocument/2006/relationships/image" Target="../media/image1936.png"/><Relationship Id="rId68" Type="http://schemas.openxmlformats.org/officeDocument/2006/relationships/customXml" Target="../ink/ink1943.xml"/><Relationship Id="rId89" Type="http://schemas.openxmlformats.org/officeDocument/2006/relationships/image" Target="../media/image1957.png"/><Relationship Id="rId112" Type="http://schemas.openxmlformats.org/officeDocument/2006/relationships/customXml" Target="../ink/ink1965.xml"/><Relationship Id="rId133" Type="http://schemas.openxmlformats.org/officeDocument/2006/relationships/image" Target="../media/image1979.png"/><Relationship Id="rId154" Type="http://schemas.openxmlformats.org/officeDocument/2006/relationships/customXml" Target="../ink/ink1986.xml"/><Relationship Id="rId175" Type="http://schemas.openxmlformats.org/officeDocument/2006/relationships/image" Target="../media/image2000.png"/><Relationship Id="rId340" Type="http://schemas.openxmlformats.org/officeDocument/2006/relationships/customXml" Target="../ink/ink2079.xml"/><Relationship Id="rId361" Type="http://schemas.openxmlformats.org/officeDocument/2006/relationships/image" Target="../media/image2092.png"/><Relationship Id="rId196" Type="http://schemas.openxmlformats.org/officeDocument/2006/relationships/customXml" Target="../ink/ink2007.xml"/><Relationship Id="rId200" Type="http://schemas.openxmlformats.org/officeDocument/2006/relationships/customXml" Target="../ink/ink2009.xml"/><Relationship Id="rId16" Type="http://schemas.openxmlformats.org/officeDocument/2006/relationships/customXml" Target="../ink/ink1917.xml"/><Relationship Id="rId221" Type="http://schemas.openxmlformats.org/officeDocument/2006/relationships/image" Target="../media/image2022.png"/><Relationship Id="rId242" Type="http://schemas.openxmlformats.org/officeDocument/2006/relationships/customXml" Target="../ink/ink2030.xml"/><Relationship Id="rId263" Type="http://schemas.openxmlformats.org/officeDocument/2006/relationships/image" Target="../media/image2043.png"/><Relationship Id="rId284" Type="http://schemas.openxmlformats.org/officeDocument/2006/relationships/customXml" Target="../ink/ink2051.xml"/><Relationship Id="rId319" Type="http://schemas.openxmlformats.org/officeDocument/2006/relationships/image" Target="../media/image2071.png"/><Relationship Id="rId37" Type="http://schemas.openxmlformats.org/officeDocument/2006/relationships/image" Target="../media/image1931.png"/><Relationship Id="rId58" Type="http://schemas.openxmlformats.org/officeDocument/2006/relationships/customXml" Target="../ink/ink1938.xml"/><Relationship Id="rId79" Type="http://schemas.openxmlformats.org/officeDocument/2006/relationships/image" Target="../media/image1952.png"/><Relationship Id="rId102" Type="http://schemas.openxmlformats.org/officeDocument/2006/relationships/customXml" Target="../ink/ink1960.xml"/><Relationship Id="rId123" Type="http://schemas.openxmlformats.org/officeDocument/2006/relationships/image" Target="../media/image1974.png"/><Relationship Id="rId144" Type="http://schemas.openxmlformats.org/officeDocument/2006/relationships/customXml" Target="../ink/ink1981.xml"/><Relationship Id="rId330" Type="http://schemas.openxmlformats.org/officeDocument/2006/relationships/customXml" Target="../ink/ink2074.xml"/><Relationship Id="rId90" Type="http://schemas.openxmlformats.org/officeDocument/2006/relationships/customXml" Target="../ink/ink1954.xml"/><Relationship Id="rId165" Type="http://schemas.openxmlformats.org/officeDocument/2006/relationships/image" Target="../media/image1995.png"/><Relationship Id="rId186" Type="http://schemas.openxmlformats.org/officeDocument/2006/relationships/customXml" Target="../ink/ink2002.xml"/><Relationship Id="rId351" Type="http://schemas.openxmlformats.org/officeDocument/2006/relationships/image" Target="../media/image2087.png"/><Relationship Id="rId211" Type="http://schemas.openxmlformats.org/officeDocument/2006/relationships/image" Target="../media/image2018.png"/><Relationship Id="rId232" Type="http://schemas.openxmlformats.org/officeDocument/2006/relationships/customXml" Target="../ink/ink2025.xml"/><Relationship Id="rId253" Type="http://schemas.openxmlformats.org/officeDocument/2006/relationships/image" Target="../media/image2038.png"/><Relationship Id="rId274" Type="http://schemas.openxmlformats.org/officeDocument/2006/relationships/customXml" Target="../ink/ink2046.xml"/><Relationship Id="rId295" Type="http://schemas.openxmlformats.org/officeDocument/2006/relationships/image" Target="../media/image2059.png"/><Relationship Id="rId309" Type="http://schemas.openxmlformats.org/officeDocument/2006/relationships/image" Target="../media/image2066.png"/><Relationship Id="rId27" Type="http://schemas.openxmlformats.org/officeDocument/2006/relationships/image" Target="../media/image1926.png"/><Relationship Id="rId48" Type="http://schemas.openxmlformats.org/officeDocument/2006/relationships/customXml" Target="../ink/ink1933.xml"/><Relationship Id="rId69" Type="http://schemas.openxmlformats.org/officeDocument/2006/relationships/image" Target="../media/image1947.png"/><Relationship Id="rId113" Type="http://schemas.openxmlformats.org/officeDocument/2006/relationships/image" Target="../media/image1969.png"/><Relationship Id="rId134" Type="http://schemas.openxmlformats.org/officeDocument/2006/relationships/customXml" Target="../ink/ink1976.xml"/><Relationship Id="rId320" Type="http://schemas.openxmlformats.org/officeDocument/2006/relationships/customXml" Target="../ink/ink2069.xml"/><Relationship Id="rId80" Type="http://schemas.openxmlformats.org/officeDocument/2006/relationships/customXml" Target="../ink/ink1949.xml"/><Relationship Id="rId155" Type="http://schemas.openxmlformats.org/officeDocument/2006/relationships/image" Target="../media/image1990.png"/><Relationship Id="rId176" Type="http://schemas.openxmlformats.org/officeDocument/2006/relationships/customXml" Target="../ink/ink1997.xml"/><Relationship Id="rId197" Type="http://schemas.openxmlformats.org/officeDocument/2006/relationships/image" Target="../media/image2011.png"/><Relationship Id="rId341" Type="http://schemas.openxmlformats.org/officeDocument/2006/relationships/image" Target="../media/image2082.png"/><Relationship Id="rId362" Type="http://schemas.openxmlformats.org/officeDocument/2006/relationships/customXml" Target="../ink/ink2090.xml"/><Relationship Id="rId201" Type="http://schemas.openxmlformats.org/officeDocument/2006/relationships/image" Target="../media/image2013.png"/><Relationship Id="rId222" Type="http://schemas.openxmlformats.org/officeDocument/2006/relationships/customXml" Target="../ink/ink2020.xml"/><Relationship Id="rId243" Type="http://schemas.openxmlformats.org/officeDocument/2006/relationships/image" Target="../media/image2033.png"/><Relationship Id="rId264" Type="http://schemas.openxmlformats.org/officeDocument/2006/relationships/customXml" Target="../ink/ink2041.xml"/><Relationship Id="rId285" Type="http://schemas.openxmlformats.org/officeDocument/2006/relationships/image" Target="../media/image2054.png"/><Relationship Id="rId17" Type="http://schemas.openxmlformats.org/officeDocument/2006/relationships/image" Target="../media/image1921.png"/><Relationship Id="rId38" Type="http://schemas.openxmlformats.org/officeDocument/2006/relationships/customXml" Target="../ink/ink1928.xml"/><Relationship Id="rId59" Type="http://schemas.openxmlformats.org/officeDocument/2006/relationships/image" Target="../media/image1942.png"/><Relationship Id="rId103" Type="http://schemas.openxmlformats.org/officeDocument/2006/relationships/image" Target="../media/image1964.png"/><Relationship Id="rId124" Type="http://schemas.openxmlformats.org/officeDocument/2006/relationships/customXml" Target="../ink/ink1971.xml"/><Relationship Id="rId310" Type="http://schemas.openxmlformats.org/officeDocument/2006/relationships/customXml" Target="../ink/ink2064.xml"/><Relationship Id="rId70" Type="http://schemas.openxmlformats.org/officeDocument/2006/relationships/customXml" Target="../ink/ink1944.xml"/><Relationship Id="rId91" Type="http://schemas.openxmlformats.org/officeDocument/2006/relationships/image" Target="../media/image1958.png"/><Relationship Id="rId145" Type="http://schemas.openxmlformats.org/officeDocument/2006/relationships/image" Target="../media/image1985.png"/><Relationship Id="rId166" Type="http://schemas.openxmlformats.org/officeDocument/2006/relationships/customXml" Target="../ink/ink1992.xml"/><Relationship Id="rId187" Type="http://schemas.openxmlformats.org/officeDocument/2006/relationships/image" Target="../media/image2006.png"/><Relationship Id="rId331" Type="http://schemas.openxmlformats.org/officeDocument/2006/relationships/image" Target="../media/image2077.png"/><Relationship Id="rId352" Type="http://schemas.openxmlformats.org/officeDocument/2006/relationships/customXml" Target="../ink/ink2085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15.xml"/><Relationship Id="rId233" Type="http://schemas.openxmlformats.org/officeDocument/2006/relationships/image" Target="../media/image2028.png"/><Relationship Id="rId254" Type="http://schemas.openxmlformats.org/officeDocument/2006/relationships/customXml" Target="../ink/ink2036.xml"/><Relationship Id="rId28" Type="http://schemas.openxmlformats.org/officeDocument/2006/relationships/customXml" Target="../ink/ink1923.xml"/><Relationship Id="rId49" Type="http://schemas.openxmlformats.org/officeDocument/2006/relationships/image" Target="../media/image1937.png"/><Relationship Id="rId114" Type="http://schemas.openxmlformats.org/officeDocument/2006/relationships/customXml" Target="../ink/ink1966.xml"/><Relationship Id="rId275" Type="http://schemas.openxmlformats.org/officeDocument/2006/relationships/image" Target="../media/image2049.png"/><Relationship Id="rId296" Type="http://schemas.openxmlformats.org/officeDocument/2006/relationships/customXml" Target="../ink/ink2057.xml"/><Relationship Id="rId300" Type="http://schemas.openxmlformats.org/officeDocument/2006/relationships/customXml" Target="../ink/ink2059.xml"/><Relationship Id="rId60" Type="http://schemas.openxmlformats.org/officeDocument/2006/relationships/customXml" Target="../ink/ink1939.xml"/><Relationship Id="rId81" Type="http://schemas.openxmlformats.org/officeDocument/2006/relationships/image" Target="../media/image1953.png"/><Relationship Id="rId135" Type="http://schemas.openxmlformats.org/officeDocument/2006/relationships/image" Target="../media/image1980.png"/><Relationship Id="rId156" Type="http://schemas.openxmlformats.org/officeDocument/2006/relationships/customXml" Target="../ink/ink1987.xml"/><Relationship Id="rId177" Type="http://schemas.openxmlformats.org/officeDocument/2006/relationships/image" Target="../media/image2001.png"/><Relationship Id="rId198" Type="http://schemas.openxmlformats.org/officeDocument/2006/relationships/customXml" Target="../ink/ink2008.xml"/><Relationship Id="rId321" Type="http://schemas.openxmlformats.org/officeDocument/2006/relationships/image" Target="../media/image2072.png"/><Relationship Id="rId342" Type="http://schemas.openxmlformats.org/officeDocument/2006/relationships/customXml" Target="../ink/ink2080.xml"/><Relationship Id="rId363" Type="http://schemas.openxmlformats.org/officeDocument/2006/relationships/image" Target="../media/image2093.png"/><Relationship Id="rId202" Type="http://schemas.openxmlformats.org/officeDocument/2006/relationships/customXml" Target="../ink/ink2010.xml"/><Relationship Id="rId223" Type="http://schemas.openxmlformats.org/officeDocument/2006/relationships/image" Target="../media/image2023.png"/><Relationship Id="rId244" Type="http://schemas.openxmlformats.org/officeDocument/2006/relationships/customXml" Target="../ink/ink2031.xml"/><Relationship Id="rId18" Type="http://schemas.openxmlformats.org/officeDocument/2006/relationships/customXml" Target="../ink/ink1918.xml"/><Relationship Id="rId39" Type="http://schemas.openxmlformats.org/officeDocument/2006/relationships/image" Target="../media/image1932.png"/><Relationship Id="rId265" Type="http://schemas.openxmlformats.org/officeDocument/2006/relationships/image" Target="../media/image2044.png"/><Relationship Id="rId286" Type="http://schemas.openxmlformats.org/officeDocument/2006/relationships/customXml" Target="../ink/ink2052.xml"/><Relationship Id="rId50" Type="http://schemas.openxmlformats.org/officeDocument/2006/relationships/customXml" Target="../ink/ink1934.xml"/><Relationship Id="rId104" Type="http://schemas.openxmlformats.org/officeDocument/2006/relationships/customXml" Target="../ink/ink1961.xml"/><Relationship Id="rId125" Type="http://schemas.openxmlformats.org/officeDocument/2006/relationships/image" Target="../media/image1975.png"/><Relationship Id="rId146" Type="http://schemas.openxmlformats.org/officeDocument/2006/relationships/customXml" Target="../ink/ink1982.xml"/><Relationship Id="rId167" Type="http://schemas.openxmlformats.org/officeDocument/2006/relationships/image" Target="../media/image1996.png"/><Relationship Id="rId188" Type="http://schemas.openxmlformats.org/officeDocument/2006/relationships/customXml" Target="../ink/ink2003.xml"/><Relationship Id="rId311" Type="http://schemas.openxmlformats.org/officeDocument/2006/relationships/image" Target="../media/image2067.png"/><Relationship Id="rId332" Type="http://schemas.openxmlformats.org/officeDocument/2006/relationships/customXml" Target="../ink/ink2075.xml"/><Relationship Id="rId353" Type="http://schemas.openxmlformats.org/officeDocument/2006/relationships/image" Target="../media/image2088.png"/><Relationship Id="rId71" Type="http://schemas.openxmlformats.org/officeDocument/2006/relationships/image" Target="../media/image1948.png"/><Relationship Id="rId92" Type="http://schemas.openxmlformats.org/officeDocument/2006/relationships/customXml" Target="../ink/ink1955.xml"/><Relationship Id="rId213" Type="http://schemas.openxmlformats.org/officeDocument/2006/relationships/image" Target="../media/image990.png"/><Relationship Id="rId234" Type="http://schemas.openxmlformats.org/officeDocument/2006/relationships/customXml" Target="../ink/ink2026.xml"/><Relationship Id="rId2" Type="http://schemas.openxmlformats.org/officeDocument/2006/relationships/customXml" Target="../ink/ink1910.xml"/><Relationship Id="rId29" Type="http://schemas.openxmlformats.org/officeDocument/2006/relationships/image" Target="../media/image1927.png"/><Relationship Id="rId255" Type="http://schemas.openxmlformats.org/officeDocument/2006/relationships/image" Target="../media/image2039.png"/><Relationship Id="rId276" Type="http://schemas.openxmlformats.org/officeDocument/2006/relationships/customXml" Target="../ink/ink2047.xml"/><Relationship Id="rId297" Type="http://schemas.openxmlformats.org/officeDocument/2006/relationships/image" Target="../media/image2060.png"/><Relationship Id="rId40" Type="http://schemas.openxmlformats.org/officeDocument/2006/relationships/customXml" Target="../ink/ink1929.xml"/><Relationship Id="rId115" Type="http://schemas.openxmlformats.org/officeDocument/2006/relationships/image" Target="../media/image1970.png"/><Relationship Id="rId136" Type="http://schemas.openxmlformats.org/officeDocument/2006/relationships/customXml" Target="../ink/ink1977.xml"/><Relationship Id="rId157" Type="http://schemas.openxmlformats.org/officeDocument/2006/relationships/image" Target="../media/image1991.png"/><Relationship Id="rId178" Type="http://schemas.openxmlformats.org/officeDocument/2006/relationships/customXml" Target="../ink/ink1998.xml"/><Relationship Id="rId301" Type="http://schemas.openxmlformats.org/officeDocument/2006/relationships/image" Target="../media/image2062.png"/><Relationship Id="rId322" Type="http://schemas.openxmlformats.org/officeDocument/2006/relationships/customXml" Target="../ink/ink2070.xml"/><Relationship Id="rId343" Type="http://schemas.openxmlformats.org/officeDocument/2006/relationships/image" Target="../media/image2083.png"/><Relationship Id="rId61" Type="http://schemas.openxmlformats.org/officeDocument/2006/relationships/image" Target="../media/image1943.png"/><Relationship Id="rId82" Type="http://schemas.openxmlformats.org/officeDocument/2006/relationships/customXml" Target="../ink/ink1950.xml"/><Relationship Id="rId199" Type="http://schemas.openxmlformats.org/officeDocument/2006/relationships/image" Target="../media/image2012.png"/><Relationship Id="rId203" Type="http://schemas.openxmlformats.org/officeDocument/2006/relationships/image" Target="../media/image2014.png"/><Relationship Id="rId19" Type="http://schemas.openxmlformats.org/officeDocument/2006/relationships/image" Target="../media/image1922.png"/><Relationship Id="rId224" Type="http://schemas.openxmlformats.org/officeDocument/2006/relationships/customXml" Target="../ink/ink2021.xml"/><Relationship Id="rId245" Type="http://schemas.openxmlformats.org/officeDocument/2006/relationships/image" Target="../media/image2034.png"/><Relationship Id="rId266" Type="http://schemas.openxmlformats.org/officeDocument/2006/relationships/customXml" Target="../ink/ink2042.xml"/><Relationship Id="rId287" Type="http://schemas.openxmlformats.org/officeDocument/2006/relationships/image" Target="../media/image2055.png"/><Relationship Id="rId30" Type="http://schemas.openxmlformats.org/officeDocument/2006/relationships/customXml" Target="../ink/ink1924.xml"/><Relationship Id="rId105" Type="http://schemas.openxmlformats.org/officeDocument/2006/relationships/image" Target="../media/image1965.png"/><Relationship Id="rId126" Type="http://schemas.openxmlformats.org/officeDocument/2006/relationships/customXml" Target="../ink/ink1972.xml"/><Relationship Id="rId147" Type="http://schemas.openxmlformats.org/officeDocument/2006/relationships/image" Target="../media/image1986.png"/><Relationship Id="rId168" Type="http://schemas.openxmlformats.org/officeDocument/2006/relationships/customXml" Target="../ink/ink1993.xml"/><Relationship Id="rId312" Type="http://schemas.openxmlformats.org/officeDocument/2006/relationships/customXml" Target="../ink/ink2065.xml"/><Relationship Id="rId333" Type="http://schemas.openxmlformats.org/officeDocument/2006/relationships/image" Target="../media/image2078.png"/><Relationship Id="rId354" Type="http://schemas.openxmlformats.org/officeDocument/2006/relationships/customXml" Target="../ink/ink2086.xml"/><Relationship Id="rId51" Type="http://schemas.openxmlformats.org/officeDocument/2006/relationships/image" Target="../media/image1938.png"/><Relationship Id="rId72" Type="http://schemas.openxmlformats.org/officeDocument/2006/relationships/customXml" Target="../ink/ink1945.xml"/><Relationship Id="rId93" Type="http://schemas.openxmlformats.org/officeDocument/2006/relationships/image" Target="../media/image1959.png"/><Relationship Id="rId189" Type="http://schemas.openxmlformats.org/officeDocument/2006/relationships/image" Target="../media/image2007.png"/><Relationship Id="rId3" Type="http://schemas.openxmlformats.org/officeDocument/2006/relationships/image" Target="../media/image1914.png"/><Relationship Id="rId214" Type="http://schemas.openxmlformats.org/officeDocument/2006/relationships/customXml" Target="../ink/ink2016.xml"/><Relationship Id="rId235" Type="http://schemas.openxmlformats.org/officeDocument/2006/relationships/image" Target="../media/image2029.png"/><Relationship Id="rId256" Type="http://schemas.openxmlformats.org/officeDocument/2006/relationships/customXml" Target="../ink/ink2037.xml"/><Relationship Id="rId277" Type="http://schemas.openxmlformats.org/officeDocument/2006/relationships/image" Target="../media/image2050.png"/><Relationship Id="rId298" Type="http://schemas.openxmlformats.org/officeDocument/2006/relationships/customXml" Target="../ink/ink2058.xml"/><Relationship Id="rId116" Type="http://schemas.openxmlformats.org/officeDocument/2006/relationships/customXml" Target="../ink/ink1967.xml"/><Relationship Id="rId137" Type="http://schemas.openxmlformats.org/officeDocument/2006/relationships/image" Target="../media/image1981.png"/><Relationship Id="rId158" Type="http://schemas.openxmlformats.org/officeDocument/2006/relationships/customXml" Target="../ink/ink1988.xml"/><Relationship Id="rId302" Type="http://schemas.openxmlformats.org/officeDocument/2006/relationships/customXml" Target="../ink/ink2060.xml"/><Relationship Id="rId323" Type="http://schemas.openxmlformats.org/officeDocument/2006/relationships/image" Target="../media/image2073.png"/><Relationship Id="rId344" Type="http://schemas.openxmlformats.org/officeDocument/2006/relationships/customXml" Target="../ink/ink2081.xml"/><Relationship Id="rId20" Type="http://schemas.openxmlformats.org/officeDocument/2006/relationships/customXml" Target="../ink/ink1919.xml"/><Relationship Id="rId41" Type="http://schemas.openxmlformats.org/officeDocument/2006/relationships/image" Target="../media/image1933.png"/><Relationship Id="rId62" Type="http://schemas.openxmlformats.org/officeDocument/2006/relationships/customXml" Target="../ink/ink1940.xml"/><Relationship Id="rId83" Type="http://schemas.openxmlformats.org/officeDocument/2006/relationships/image" Target="../media/image1954.png"/><Relationship Id="rId179" Type="http://schemas.openxmlformats.org/officeDocument/2006/relationships/image" Target="../media/image2002.png"/><Relationship Id="rId190" Type="http://schemas.openxmlformats.org/officeDocument/2006/relationships/customXml" Target="../ink/ink2004.xml"/><Relationship Id="rId204" Type="http://schemas.openxmlformats.org/officeDocument/2006/relationships/customXml" Target="../ink/ink2011.xml"/><Relationship Id="rId225" Type="http://schemas.openxmlformats.org/officeDocument/2006/relationships/image" Target="../media/image2024.png"/><Relationship Id="rId246" Type="http://schemas.openxmlformats.org/officeDocument/2006/relationships/customXml" Target="../ink/ink2032.xml"/><Relationship Id="rId267" Type="http://schemas.openxmlformats.org/officeDocument/2006/relationships/image" Target="../media/image2045.png"/><Relationship Id="rId288" Type="http://schemas.openxmlformats.org/officeDocument/2006/relationships/customXml" Target="../ink/ink2053.xml"/><Relationship Id="rId106" Type="http://schemas.openxmlformats.org/officeDocument/2006/relationships/customXml" Target="../ink/ink1962.xml"/><Relationship Id="rId127" Type="http://schemas.openxmlformats.org/officeDocument/2006/relationships/image" Target="../media/image1976.png"/><Relationship Id="rId313" Type="http://schemas.openxmlformats.org/officeDocument/2006/relationships/image" Target="../media/image2068.png"/><Relationship Id="rId10" Type="http://schemas.openxmlformats.org/officeDocument/2006/relationships/customXml" Target="../ink/ink1914.xml"/><Relationship Id="rId31" Type="http://schemas.openxmlformats.org/officeDocument/2006/relationships/image" Target="../media/image1928.png"/><Relationship Id="rId52" Type="http://schemas.openxmlformats.org/officeDocument/2006/relationships/customXml" Target="../ink/ink1935.xml"/><Relationship Id="rId73" Type="http://schemas.openxmlformats.org/officeDocument/2006/relationships/image" Target="../media/image1949.png"/><Relationship Id="rId94" Type="http://schemas.openxmlformats.org/officeDocument/2006/relationships/customXml" Target="../ink/ink1956.xml"/><Relationship Id="rId148" Type="http://schemas.openxmlformats.org/officeDocument/2006/relationships/customXml" Target="../ink/ink1983.xml"/><Relationship Id="rId169" Type="http://schemas.openxmlformats.org/officeDocument/2006/relationships/image" Target="../media/image1997.png"/><Relationship Id="rId334" Type="http://schemas.openxmlformats.org/officeDocument/2006/relationships/customXml" Target="../ink/ink2076.xml"/><Relationship Id="rId355" Type="http://schemas.openxmlformats.org/officeDocument/2006/relationships/image" Target="../media/image2089.png"/><Relationship Id="rId4" Type="http://schemas.openxmlformats.org/officeDocument/2006/relationships/customXml" Target="../ink/ink1911.xml"/><Relationship Id="rId180" Type="http://schemas.openxmlformats.org/officeDocument/2006/relationships/customXml" Target="../ink/ink1999.xml"/><Relationship Id="rId215" Type="http://schemas.openxmlformats.org/officeDocument/2006/relationships/image" Target="../media/image2019.png"/><Relationship Id="rId236" Type="http://schemas.openxmlformats.org/officeDocument/2006/relationships/customXml" Target="../ink/ink2027.xml"/><Relationship Id="rId257" Type="http://schemas.openxmlformats.org/officeDocument/2006/relationships/image" Target="../media/image2040.png"/><Relationship Id="rId278" Type="http://schemas.openxmlformats.org/officeDocument/2006/relationships/customXml" Target="../ink/ink2048.xml"/><Relationship Id="rId303" Type="http://schemas.openxmlformats.org/officeDocument/2006/relationships/image" Target="../media/image2063.png"/><Relationship Id="rId42" Type="http://schemas.openxmlformats.org/officeDocument/2006/relationships/customXml" Target="../ink/ink1930.xml"/><Relationship Id="rId84" Type="http://schemas.openxmlformats.org/officeDocument/2006/relationships/customXml" Target="../ink/ink1951.xml"/><Relationship Id="rId138" Type="http://schemas.openxmlformats.org/officeDocument/2006/relationships/customXml" Target="../ink/ink1978.xml"/><Relationship Id="rId345" Type="http://schemas.openxmlformats.org/officeDocument/2006/relationships/image" Target="../media/image2084.png"/><Relationship Id="rId191" Type="http://schemas.openxmlformats.org/officeDocument/2006/relationships/image" Target="../media/image2008.png"/><Relationship Id="rId205" Type="http://schemas.openxmlformats.org/officeDocument/2006/relationships/image" Target="../media/image2015.png"/><Relationship Id="rId247" Type="http://schemas.openxmlformats.org/officeDocument/2006/relationships/image" Target="../media/image2035.png"/><Relationship Id="rId107" Type="http://schemas.openxmlformats.org/officeDocument/2006/relationships/image" Target="../media/image1966.png"/><Relationship Id="rId289" Type="http://schemas.openxmlformats.org/officeDocument/2006/relationships/image" Target="../media/image2056.png"/><Relationship Id="rId11" Type="http://schemas.openxmlformats.org/officeDocument/2006/relationships/image" Target="../media/image1918.png"/><Relationship Id="rId53" Type="http://schemas.openxmlformats.org/officeDocument/2006/relationships/image" Target="../media/image1939.png"/><Relationship Id="rId149" Type="http://schemas.openxmlformats.org/officeDocument/2006/relationships/image" Target="../media/image1987.png"/><Relationship Id="rId314" Type="http://schemas.openxmlformats.org/officeDocument/2006/relationships/customXml" Target="../ink/ink2066.xml"/><Relationship Id="rId356" Type="http://schemas.openxmlformats.org/officeDocument/2006/relationships/customXml" Target="../ink/ink2087.xml"/><Relationship Id="rId95" Type="http://schemas.openxmlformats.org/officeDocument/2006/relationships/image" Target="../media/image1960.png"/><Relationship Id="rId160" Type="http://schemas.openxmlformats.org/officeDocument/2006/relationships/customXml" Target="../ink/ink1989.xml"/><Relationship Id="rId216" Type="http://schemas.openxmlformats.org/officeDocument/2006/relationships/customXml" Target="../ink/ink2017.xml"/><Relationship Id="rId258" Type="http://schemas.openxmlformats.org/officeDocument/2006/relationships/customXml" Target="../ink/ink2038.xml"/><Relationship Id="rId22" Type="http://schemas.openxmlformats.org/officeDocument/2006/relationships/customXml" Target="../ink/ink1920.xml"/><Relationship Id="rId64" Type="http://schemas.openxmlformats.org/officeDocument/2006/relationships/customXml" Target="../ink/ink1941.xml"/><Relationship Id="rId118" Type="http://schemas.openxmlformats.org/officeDocument/2006/relationships/customXml" Target="../ink/ink1968.xml"/><Relationship Id="rId325" Type="http://schemas.openxmlformats.org/officeDocument/2006/relationships/image" Target="../media/image2074.png"/><Relationship Id="rId171" Type="http://schemas.openxmlformats.org/officeDocument/2006/relationships/image" Target="../media/image1998.png"/><Relationship Id="rId227" Type="http://schemas.openxmlformats.org/officeDocument/2006/relationships/image" Target="../media/image2025.png"/><Relationship Id="rId269" Type="http://schemas.openxmlformats.org/officeDocument/2006/relationships/image" Target="../media/image2046.png"/><Relationship Id="rId33" Type="http://schemas.openxmlformats.org/officeDocument/2006/relationships/image" Target="../media/image1929.png"/><Relationship Id="rId129" Type="http://schemas.openxmlformats.org/officeDocument/2006/relationships/image" Target="../media/image1977.png"/><Relationship Id="rId280" Type="http://schemas.openxmlformats.org/officeDocument/2006/relationships/customXml" Target="../ink/ink2049.xml"/><Relationship Id="rId336" Type="http://schemas.openxmlformats.org/officeDocument/2006/relationships/customXml" Target="../ink/ink2077.xml"/><Relationship Id="rId75" Type="http://schemas.openxmlformats.org/officeDocument/2006/relationships/image" Target="../media/image1950.png"/><Relationship Id="rId140" Type="http://schemas.openxmlformats.org/officeDocument/2006/relationships/customXml" Target="../ink/ink1979.xml"/><Relationship Id="rId182" Type="http://schemas.openxmlformats.org/officeDocument/2006/relationships/customXml" Target="../ink/ink2000.xml"/><Relationship Id="rId6" Type="http://schemas.openxmlformats.org/officeDocument/2006/relationships/customXml" Target="../ink/ink1912.xml"/><Relationship Id="rId238" Type="http://schemas.openxmlformats.org/officeDocument/2006/relationships/customXml" Target="../ink/ink2028.xml"/><Relationship Id="rId291" Type="http://schemas.openxmlformats.org/officeDocument/2006/relationships/image" Target="../media/image2057.png"/><Relationship Id="rId305" Type="http://schemas.openxmlformats.org/officeDocument/2006/relationships/image" Target="../media/image2064.png"/><Relationship Id="rId347" Type="http://schemas.openxmlformats.org/officeDocument/2006/relationships/image" Target="../media/image2085.png"/><Relationship Id="rId44" Type="http://schemas.openxmlformats.org/officeDocument/2006/relationships/customXml" Target="../ink/ink1931.xml"/><Relationship Id="rId86" Type="http://schemas.openxmlformats.org/officeDocument/2006/relationships/customXml" Target="../ink/ink1952.xml"/><Relationship Id="rId151" Type="http://schemas.openxmlformats.org/officeDocument/2006/relationships/image" Target="../media/image1988.png"/><Relationship Id="rId193" Type="http://schemas.openxmlformats.org/officeDocument/2006/relationships/image" Target="../media/image2009.png"/><Relationship Id="rId207" Type="http://schemas.openxmlformats.org/officeDocument/2006/relationships/image" Target="../media/image2016.png"/><Relationship Id="rId249" Type="http://schemas.openxmlformats.org/officeDocument/2006/relationships/image" Target="../media/image2036.png"/><Relationship Id="rId13" Type="http://schemas.openxmlformats.org/officeDocument/2006/relationships/image" Target="../media/image1919.png"/><Relationship Id="rId109" Type="http://schemas.openxmlformats.org/officeDocument/2006/relationships/image" Target="../media/image1967.png"/><Relationship Id="rId260" Type="http://schemas.openxmlformats.org/officeDocument/2006/relationships/customXml" Target="../ink/ink2039.xml"/><Relationship Id="rId316" Type="http://schemas.openxmlformats.org/officeDocument/2006/relationships/customXml" Target="../ink/ink2067.xml"/><Relationship Id="rId55" Type="http://schemas.openxmlformats.org/officeDocument/2006/relationships/image" Target="../media/image1940.png"/><Relationship Id="rId97" Type="http://schemas.openxmlformats.org/officeDocument/2006/relationships/image" Target="../media/image1961.png"/><Relationship Id="rId120" Type="http://schemas.openxmlformats.org/officeDocument/2006/relationships/customXml" Target="../ink/ink1969.xml"/><Relationship Id="rId358" Type="http://schemas.openxmlformats.org/officeDocument/2006/relationships/customXml" Target="../ink/ink2088.xml"/><Relationship Id="rId162" Type="http://schemas.openxmlformats.org/officeDocument/2006/relationships/customXml" Target="../ink/ink1990.xml"/><Relationship Id="rId218" Type="http://schemas.openxmlformats.org/officeDocument/2006/relationships/customXml" Target="../ink/ink2018.xml"/><Relationship Id="rId271" Type="http://schemas.openxmlformats.org/officeDocument/2006/relationships/image" Target="../media/image2047.png"/><Relationship Id="rId24" Type="http://schemas.openxmlformats.org/officeDocument/2006/relationships/customXml" Target="../ink/ink1921.xml"/><Relationship Id="rId66" Type="http://schemas.openxmlformats.org/officeDocument/2006/relationships/customXml" Target="../ink/ink1942.xml"/><Relationship Id="rId131" Type="http://schemas.openxmlformats.org/officeDocument/2006/relationships/image" Target="../media/image1978.png"/><Relationship Id="rId327" Type="http://schemas.openxmlformats.org/officeDocument/2006/relationships/image" Target="../media/image2075.png"/><Relationship Id="rId173" Type="http://schemas.openxmlformats.org/officeDocument/2006/relationships/image" Target="../media/image1999.png"/><Relationship Id="rId229" Type="http://schemas.openxmlformats.org/officeDocument/2006/relationships/image" Target="../media/image2026.png"/><Relationship Id="rId240" Type="http://schemas.openxmlformats.org/officeDocument/2006/relationships/customXml" Target="../ink/ink2029.xml"/><Relationship Id="rId35" Type="http://schemas.openxmlformats.org/officeDocument/2006/relationships/image" Target="../media/image1930.png"/><Relationship Id="rId77" Type="http://schemas.openxmlformats.org/officeDocument/2006/relationships/image" Target="../media/image1951.png"/><Relationship Id="rId100" Type="http://schemas.openxmlformats.org/officeDocument/2006/relationships/customXml" Target="../ink/ink1959.xml"/><Relationship Id="rId282" Type="http://schemas.openxmlformats.org/officeDocument/2006/relationships/customXml" Target="../ink/ink2050.xml"/><Relationship Id="rId338" Type="http://schemas.openxmlformats.org/officeDocument/2006/relationships/customXml" Target="../ink/ink2078.xml"/><Relationship Id="rId8" Type="http://schemas.openxmlformats.org/officeDocument/2006/relationships/customXml" Target="../ink/ink1913.xml"/><Relationship Id="rId142" Type="http://schemas.openxmlformats.org/officeDocument/2006/relationships/customXml" Target="../ink/ink1980.xml"/><Relationship Id="rId184" Type="http://schemas.openxmlformats.org/officeDocument/2006/relationships/customXml" Target="../ink/ink2001.xml"/><Relationship Id="rId251" Type="http://schemas.openxmlformats.org/officeDocument/2006/relationships/image" Target="../media/image2037.png"/><Relationship Id="rId46" Type="http://schemas.openxmlformats.org/officeDocument/2006/relationships/customXml" Target="../ink/ink1932.xml"/><Relationship Id="rId293" Type="http://schemas.openxmlformats.org/officeDocument/2006/relationships/image" Target="../media/image2058.png"/><Relationship Id="rId307" Type="http://schemas.openxmlformats.org/officeDocument/2006/relationships/image" Target="../media/image2065.png"/><Relationship Id="rId349" Type="http://schemas.openxmlformats.org/officeDocument/2006/relationships/image" Target="../media/image2086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52.png"/><Relationship Id="rId21" Type="http://schemas.openxmlformats.org/officeDocument/2006/relationships/image" Target="../media/image2104.png"/><Relationship Id="rId42" Type="http://schemas.openxmlformats.org/officeDocument/2006/relationships/customXml" Target="../ink/ink2109.xml"/><Relationship Id="rId63" Type="http://schemas.openxmlformats.org/officeDocument/2006/relationships/image" Target="../media/image2125.png"/><Relationship Id="rId84" Type="http://schemas.openxmlformats.org/officeDocument/2006/relationships/customXml" Target="../ink/ink2130.xml"/><Relationship Id="rId138" Type="http://schemas.openxmlformats.org/officeDocument/2006/relationships/customXml" Target="../ink/ink2157.xml"/><Relationship Id="rId159" Type="http://schemas.openxmlformats.org/officeDocument/2006/relationships/image" Target="../media/image2173.png"/><Relationship Id="rId170" Type="http://schemas.openxmlformats.org/officeDocument/2006/relationships/customXml" Target="../ink/ink2173.xml"/><Relationship Id="rId107" Type="http://schemas.openxmlformats.org/officeDocument/2006/relationships/image" Target="../media/image2147.png"/><Relationship Id="rId11" Type="http://schemas.openxmlformats.org/officeDocument/2006/relationships/image" Target="../media/image2099.png"/><Relationship Id="rId32" Type="http://schemas.openxmlformats.org/officeDocument/2006/relationships/customXml" Target="../ink/ink2104.xml"/><Relationship Id="rId53" Type="http://schemas.openxmlformats.org/officeDocument/2006/relationships/image" Target="../media/image2120.png"/><Relationship Id="rId74" Type="http://schemas.openxmlformats.org/officeDocument/2006/relationships/customXml" Target="../ink/ink2125.xml"/><Relationship Id="rId128" Type="http://schemas.openxmlformats.org/officeDocument/2006/relationships/customXml" Target="../ink/ink2152.xml"/><Relationship Id="rId149" Type="http://schemas.openxmlformats.org/officeDocument/2006/relationships/image" Target="../media/image2168.png"/><Relationship Id="rId5" Type="http://schemas.openxmlformats.org/officeDocument/2006/relationships/image" Target="../media/image2096.svg"/><Relationship Id="rId95" Type="http://schemas.openxmlformats.org/officeDocument/2006/relationships/image" Target="../media/image2141.png"/><Relationship Id="rId160" Type="http://schemas.openxmlformats.org/officeDocument/2006/relationships/customXml" Target="../ink/ink2168.xml"/><Relationship Id="rId181" Type="http://schemas.openxmlformats.org/officeDocument/2006/relationships/image" Target="../media/image2184.png"/><Relationship Id="rId22" Type="http://schemas.openxmlformats.org/officeDocument/2006/relationships/customXml" Target="../ink/ink2099.xml"/><Relationship Id="rId43" Type="http://schemas.openxmlformats.org/officeDocument/2006/relationships/image" Target="../media/image2115.png"/><Relationship Id="rId64" Type="http://schemas.openxmlformats.org/officeDocument/2006/relationships/customXml" Target="../ink/ink2120.xml"/><Relationship Id="rId118" Type="http://schemas.openxmlformats.org/officeDocument/2006/relationships/customXml" Target="../ink/ink2147.xml"/><Relationship Id="rId139" Type="http://schemas.openxmlformats.org/officeDocument/2006/relationships/image" Target="../media/image2163.png"/><Relationship Id="rId85" Type="http://schemas.openxmlformats.org/officeDocument/2006/relationships/image" Target="../media/image2136.png"/><Relationship Id="rId150" Type="http://schemas.openxmlformats.org/officeDocument/2006/relationships/customXml" Target="../ink/ink2163.xml"/><Relationship Id="rId171" Type="http://schemas.openxmlformats.org/officeDocument/2006/relationships/image" Target="../media/image2179.png"/><Relationship Id="rId12" Type="http://schemas.openxmlformats.org/officeDocument/2006/relationships/customXml" Target="../ink/ink2094.xml"/><Relationship Id="rId33" Type="http://schemas.openxmlformats.org/officeDocument/2006/relationships/image" Target="../media/image2110.png"/><Relationship Id="rId108" Type="http://schemas.openxmlformats.org/officeDocument/2006/relationships/customXml" Target="../ink/ink2142.xml"/><Relationship Id="rId129" Type="http://schemas.openxmlformats.org/officeDocument/2006/relationships/image" Target="../media/image2158.png"/><Relationship Id="rId54" Type="http://schemas.openxmlformats.org/officeDocument/2006/relationships/customXml" Target="../ink/ink2115.xml"/><Relationship Id="rId75" Type="http://schemas.openxmlformats.org/officeDocument/2006/relationships/image" Target="../media/image2131.png"/><Relationship Id="rId96" Type="http://schemas.openxmlformats.org/officeDocument/2006/relationships/customXml" Target="../ink/ink2136.xml"/><Relationship Id="rId140" Type="http://schemas.openxmlformats.org/officeDocument/2006/relationships/customXml" Target="../ink/ink2158.xml"/><Relationship Id="rId161" Type="http://schemas.openxmlformats.org/officeDocument/2006/relationships/image" Target="../media/image2174.png"/><Relationship Id="rId182" Type="http://schemas.openxmlformats.org/officeDocument/2006/relationships/customXml" Target="../ink/ink2179.xml"/><Relationship Id="rId6" Type="http://schemas.openxmlformats.org/officeDocument/2006/relationships/customXml" Target="../ink/ink2091.xml"/><Relationship Id="rId23" Type="http://schemas.openxmlformats.org/officeDocument/2006/relationships/image" Target="../media/image2105.png"/><Relationship Id="rId119" Type="http://schemas.openxmlformats.org/officeDocument/2006/relationships/image" Target="../media/image2153.png"/><Relationship Id="rId44" Type="http://schemas.openxmlformats.org/officeDocument/2006/relationships/customXml" Target="../ink/ink2110.xml"/><Relationship Id="rId60" Type="http://schemas.openxmlformats.org/officeDocument/2006/relationships/customXml" Target="../ink/ink2118.xml"/><Relationship Id="rId65" Type="http://schemas.openxmlformats.org/officeDocument/2006/relationships/image" Target="../media/image2126.png"/><Relationship Id="rId81" Type="http://schemas.openxmlformats.org/officeDocument/2006/relationships/image" Target="../media/image2134.png"/><Relationship Id="rId86" Type="http://schemas.openxmlformats.org/officeDocument/2006/relationships/customXml" Target="../ink/ink2131.xml"/><Relationship Id="rId130" Type="http://schemas.openxmlformats.org/officeDocument/2006/relationships/customXml" Target="../ink/ink2153.xml"/><Relationship Id="rId135" Type="http://schemas.openxmlformats.org/officeDocument/2006/relationships/image" Target="../media/image2161.png"/><Relationship Id="rId151" Type="http://schemas.openxmlformats.org/officeDocument/2006/relationships/image" Target="../media/image2169.png"/><Relationship Id="rId156" Type="http://schemas.openxmlformats.org/officeDocument/2006/relationships/customXml" Target="../ink/ink2166.xml"/><Relationship Id="rId177" Type="http://schemas.openxmlformats.org/officeDocument/2006/relationships/image" Target="../media/image2182.png"/><Relationship Id="rId172" Type="http://schemas.openxmlformats.org/officeDocument/2006/relationships/customXml" Target="../ink/ink2174.xml"/><Relationship Id="rId13" Type="http://schemas.openxmlformats.org/officeDocument/2006/relationships/image" Target="../media/image2100.png"/><Relationship Id="rId18" Type="http://schemas.openxmlformats.org/officeDocument/2006/relationships/customXml" Target="../ink/ink2097.xml"/><Relationship Id="rId39" Type="http://schemas.openxmlformats.org/officeDocument/2006/relationships/image" Target="../media/image2113.png"/><Relationship Id="rId109" Type="http://schemas.openxmlformats.org/officeDocument/2006/relationships/image" Target="../media/image2148.png"/><Relationship Id="rId34" Type="http://schemas.openxmlformats.org/officeDocument/2006/relationships/customXml" Target="../ink/ink2105.xml"/><Relationship Id="rId50" Type="http://schemas.openxmlformats.org/officeDocument/2006/relationships/customXml" Target="../ink/ink2113.xml"/><Relationship Id="rId55" Type="http://schemas.openxmlformats.org/officeDocument/2006/relationships/image" Target="../media/image2121.png"/><Relationship Id="rId76" Type="http://schemas.openxmlformats.org/officeDocument/2006/relationships/customXml" Target="../ink/ink2126.xml"/><Relationship Id="rId97" Type="http://schemas.openxmlformats.org/officeDocument/2006/relationships/image" Target="../media/image2142.png"/><Relationship Id="rId104" Type="http://schemas.openxmlformats.org/officeDocument/2006/relationships/customXml" Target="../ink/ink2140.xml"/><Relationship Id="rId120" Type="http://schemas.openxmlformats.org/officeDocument/2006/relationships/customXml" Target="../ink/ink2148.xml"/><Relationship Id="rId125" Type="http://schemas.openxmlformats.org/officeDocument/2006/relationships/image" Target="../media/image2156.png"/><Relationship Id="rId141" Type="http://schemas.openxmlformats.org/officeDocument/2006/relationships/image" Target="../media/image2164.png"/><Relationship Id="rId146" Type="http://schemas.openxmlformats.org/officeDocument/2006/relationships/customXml" Target="../ink/ink2161.xml"/><Relationship Id="rId167" Type="http://schemas.openxmlformats.org/officeDocument/2006/relationships/image" Target="../media/image2177.png"/><Relationship Id="rId7" Type="http://schemas.openxmlformats.org/officeDocument/2006/relationships/image" Target="../media/image2097.png"/><Relationship Id="rId71" Type="http://schemas.openxmlformats.org/officeDocument/2006/relationships/image" Target="../media/image2129.png"/><Relationship Id="rId92" Type="http://schemas.openxmlformats.org/officeDocument/2006/relationships/customXml" Target="../ink/ink2134.xml"/><Relationship Id="rId162" Type="http://schemas.openxmlformats.org/officeDocument/2006/relationships/customXml" Target="../ink/ink2169.xml"/><Relationship Id="rId183" Type="http://schemas.openxmlformats.org/officeDocument/2006/relationships/image" Target="../media/image2185.png"/><Relationship Id="rId2" Type="http://schemas.openxmlformats.org/officeDocument/2006/relationships/notesSlide" Target="../notesSlides/notesSlide18.xml"/><Relationship Id="rId29" Type="http://schemas.openxmlformats.org/officeDocument/2006/relationships/image" Target="../media/image2108.png"/><Relationship Id="rId24" Type="http://schemas.openxmlformats.org/officeDocument/2006/relationships/customXml" Target="../ink/ink2100.xml"/><Relationship Id="rId40" Type="http://schemas.openxmlformats.org/officeDocument/2006/relationships/customXml" Target="../ink/ink2108.xml"/><Relationship Id="rId45" Type="http://schemas.openxmlformats.org/officeDocument/2006/relationships/image" Target="../media/image2116.png"/><Relationship Id="rId66" Type="http://schemas.openxmlformats.org/officeDocument/2006/relationships/customXml" Target="../ink/ink2121.xml"/><Relationship Id="rId87" Type="http://schemas.openxmlformats.org/officeDocument/2006/relationships/image" Target="../media/image2137.png"/><Relationship Id="rId110" Type="http://schemas.openxmlformats.org/officeDocument/2006/relationships/customXml" Target="../ink/ink2143.xml"/><Relationship Id="rId115" Type="http://schemas.openxmlformats.org/officeDocument/2006/relationships/image" Target="../media/image2151.png"/><Relationship Id="rId131" Type="http://schemas.openxmlformats.org/officeDocument/2006/relationships/image" Target="../media/image2159.png"/><Relationship Id="rId136" Type="http://schemas.openxmlformats.org/officeDocument/2006/relationships/customXml" Target="../ink/ink2156.xml"/><Relationship Id="rId157" Type="http://schemas.openxmlformats.org/officeDocument/2006/relationships/image" Target="../media/image2172.png"/><Relationship Id="rId178" Type="http://schemas.openxmlformats.org/officeDocument/2006/relationships/customXml" Target="../ink/ink2177.xml"/><Relationship Id="rId61" Type="http://schemas.openxmlformats.org/officeDocument/2006/relationships/image" Target="../media/image2124.png"/><Relationship Id="rId82" Type="http://schemas.openxmlformats.org/officeDocument/2006/relationships/customXml" Target="../ink/ink2129.xml"/><Relationship Id="rId152" Type="http://schemas.openxmlformats.org/officeDocument/2006/relationships/customXml" Target="../ink/ink2164.xml"/><Relationship Id="rId173" Type="http://schemas.openxmlformats.org/officeDocument/2006/relationships/image" Target="../media/image2180.png"/><Relationship Id="rId19" Type="http://schemas.openxmlformats.org/officeDocument/2006/relationships/image" Target="../media/image2103.png"/><Relationship Id="rId14" Type="http://schemas.openxmlformats.org/officeDocument/2006/relationships/customXml" Target="../ink/ink2095.xml"/><Relationship Id="rId30" Type="http://schemas.openxmlformats.org/officeDocument/2006/relationships/customXml" Target="../ink/ink2103.xml"/><Relationship Id="rId35" Type="http://schemas.openxmlformats.org/officeDocument/2006/relationships/image" Target="../media/image2111.png"/><Relationship Id="rId56" Type="http://schemas.openxmlformats.org/officeDocument/2006/relationships/customXml" Target="../ink/ink2116.xml"/><Relationship Id="rId77" Type="http://schemas.openxmlformats.org/officeDocument/2006/relationships/image" Target="../media/image2132.png"/><Relationship Id="rId100" Type="http://schemas.openxmlformats.org/officeDocument/2006/relationships/customXml" Target="../ink/ink2138.xml"/><Relationship Id="rId105" Type="http://schemas.openxmlformats.org/officeDocument/2006/relationships/image" Target="../media/image2146.png"/><Relationship Id="rId126" Type="http://schemas.openxmlformats.org/officeDocument/2006/relationships/customXml" Target="../ink/ink2151.xml"/><Relationship Id="rId147" Type="http://schemas.openxmlformats.org/officeDocument/2006/relationships/image" Target="../media/image2167.png"/><Relationship Id="rId168" Type="http://schemas.openxmlformats.org/officeDocument/2006/relationships/customXml" Target="../ink/ink2172.xml"/><Relationship Id="rId8" Type="http://schemas.openxmlformats.org/officeDocument/2006/relationships/customXml" Target="../ink/ink2092.xml"/><Relationship Id="rId51" Type="http://schemas.openxmlformats.org/officeDocument/2006/relationships/image" Target="../media/image2119.png"/><Relationship Id="rId72" Type="http://schemas.openxmlformats.org/officeDocument/2006/relationships/customXml" Target="../ink/ink2124.xml"/><Relationship Id="rId93" Type="http://schemas.openxmlformats.org/officeDocument/2006/relationships/image" Target="../media/image2140.png"/><Relationship Id="rId98" Type="http://schemas.openxmlformats.org/officeDocument/2006/relationships/customXml" Target="../ink/ink2137.xml"/><Relationship Id="rId121" Type="http://schemas.openxmlformats.org/officeDocument/2006/relationships/image" Target="../media/image2154.png"/><Relationship Id="rId142" Type="http://schemas.openxmlformats.org/officeDocument/2006/relationships/customXml" Target="../ink/ink2159.xml"/><Relationship Id="rId163" Type="http://schemas.openxmlformats.org/officeDocument/2006/relationships/image" Target="../media/image2175.png"/><Relationship Id="rId3" Type="http://schemas.openxmlformats.org/officeDocument/2006/relationships/image" Target="../media/image2094.svg"/><Relationship Id="rId25" Type="http://schemas.openxmlformats.org/officeDocument/2006/relationships/image" Target="../media/image2106.png"/><Relationship Id="rId46" Type="http://schemas.openxmlformats.org/officeDocument/2006/relationships/customXml" Target="../ink/ink2111.xml"/><Relationship Id="rId67" Type="http://schemas.openxmlformats.org/officeDocument/2006/relationships/image" Target="../media/image2127.png"/><Relationship Id="rId116" Type="http://schemas.openxmlformats.org/officeDocument/2006/relationships/customXml" Target="../ink/ink2146.xml"/><Relationship Id="rId137" Type="http://schemas.openxmlformats.org/officeDocument/2006/relationships/image" Target="../media/image2162.png"/><Relationship Id="rId158" Type="http://schemas.openxmlformats.org/officeDocument/2006/relationships/customXml" Target="../ink/ink2167.xml"/><Relationship Id="rId20" Type="http://schemas.openxmlformats.org/officeDocument/2006/relationships/customXml" Target="../ink/ink2098.xml"/><Relationship Id="rId41" Type="http://schemas.openxmlformats.org/officeDocument/2006/relationships/image" Target="../media/image2114.png"/><Relationship Id="rId62" Type="http://schemas.openxmlformats.org/officeDocument/2006/relationships/customXml" Target="../ink/ink2119.xml"/><Relationship Id="rId83" Type="http://schemas.openxmlformats.org/officeDocument/2006/relationships/image" Target="../media/image2135.png"/><Relationship Id="rId88" Type="http://schemas.openxmlformats.org/officeDocument/2006/relationships/customXml" Target="../ink/ink2132.xml"/><Relationship Id="rId111" Type="http://schemas.openxmlformats.org/officeDocument/2006/relationships/image" Target="../media/image2149.png"/><Relationship Id="rId132" Type="http://schemas.openxmlformats.org/officeDocument/2006/relationships/customXml" Target="../ink/ink2154.xml"/><Relationship Id="rId153" Type="http://schemas.openxmlformats.org/officeDocument/2006/relationships/image" Target="../media/image2170.png"/><Relationship Id="rId174" Type="http://schemas.openxmlformats.org/officeDocument/2006/relationships/customXml" Target="../ink/ink2175.xml"/><Relationship Id="rId179" Type="http://schemas.openxmlformats.org/officeDocument/2006/relationships/image" Target="../media/image2183.png"/><Relationship Id="rId15" Type="http://schemas.openxmlformats.org/officeDocument/2006/relationships/image" Target="../media/image2101.png"/><Relationship Id="rId36" Type="http://schemas.openxmlformats.org/officeDocument/2006/relationships/customXml" Target="../ink/ink2106.xml"/><Relationship Id="rId57" Type="http://schemas.openxmlformats.org/officeDocument/2006/relationships/image" Target="../media/image2122.png"/><Relationship Id="rId106" Type="http://schemas.openxmlformats.org/officeDocument/2006/relationships/customXml" Target="../ink/ink2141.xml"/><Relationship Id="rId127" Type="http://schemas.openxmlformats.org/officeDocument/2006/relationships/image" Target="../media/image2157.png"/><Relationship Id="rId10" Type="http://schemas.openxmlformats.org/officeDocument/2006/relationships/customXml" Target="../ink/ink2093.xml"/><Relationship Id="rId31" Type="http://schemas.openxmlformats.org/officeDocument/2006/relationships/image" Target="../media/image2109.png"/><Relationship Id="rId52" Type="http://schemas.openxmlformats.org/officeDocument/2006/relationships/customXml" Target="../ink/ink2114.xml"/><Relationship Id="rId73" Type="http://schemas.openxmlformats.org/officeDocument/2006/relationships/image" Target="../media/image2130.png"/><Relationship Id="rId78" Type="http://schemas.openxmlformats.org/officeDocument/2006/relationships/customXml" Target="../ink/ink2127.xml"/><Relationship Id="rId94" Type="http://schemas.openxmlformats.org/officeDocument/2006/relationships/customXml" Target="../ink/ink2135.xml"/><Relationship Id="rId99" Type="http://schemas.openxmlformats.org/officeDocument/2006/relationships/image" Target="../media/image2143.png"/><Relationship Id="rId101" Type="http://schemas.openxmlformats.org/officeDocument/2006/relationships/image" Target="../media/image2144.png"/><Relationship Id="rId122" Type="http://schemas.openxmlformats.org/officeDocument/2006/relationships/customXml" Target="../ink/ink2149.xml"/><Relationship Id="rId143" Type="http://schemas.openxmlformats.org/officeDocument/2006/relationships/image" Target="../media/image2165.png"/><Relationship Id="rId148" Type="http://schemas.openxmlformats.org/officeDocument/2006/relationships/customXml" Target="../ink/ink2162.xml"/><Relationship Id="rId164" Type="http://schemas.openxmlformats.org/officeDocument/2006/relationships/customXml" Target="../ink/ink2170.xml"/><Relationship Id="rId169" Type="http://schemas.openxmlformats.org/officeDocument/2006/relationships/image" Target="../media/image2178.png"/><Relationship Id="rId4" Type="http://schemas.openxmlformats.org/officeDocument/2006/relationships/image" Target="../media/image2095.svg"/><Relationship Id="rId9" Type="http://schemas.openxmlformats.org/officeDocument/2006/relationships/image" Target="../media/image2098.png"/><Relationship Id="rId180" Type="http://schemas.openxmlformats.org/officeDocument/2006/relationships/customXml" Target="../ink/ink2178.xml"/><Relationship Id="rId26" Type="http://schemas.openxmlformats.org/officeDocument/2006/relationships/customXml" Target="../ink/ink2101.xml"/><Relationship Id="rId47" Type="http://schemas.openxmlformats.org/officeDocument/2006/relationships/image" Target="../media/image2117.png"/><Relationship Id="rId68" Type="http://schemas.openxmlformats.org/officeDocument/2006/relationships/customXml" Target="../ink/ink2122.xml"/><Relationship Id="rId89" Type="http://schemas.openxmlformats.org/officeDocument/2006/relationships/image" Target="../media/image2138.png"/><Relationship Id="rId112" Type="http://schemas.openxmlformats.org/officeDocument/2006/relationships/customXml" Target="../ink/ink2144.xml"/><Relationship Id="rId133" Type="http://schemas.openxmlformats.org/officeDocument/2006/relationships/image" Target="../media/image2160.png"/><Relationship Id="rId154" Type="http://schemas.openxmlformats.org/officeDocument/2006/relationships/customXml" Target="../ink/ink2165.xml"/><Relationship Id="rId175" Type="http://schemas.openxmlformats.org/officeDocument/2006/relationships/image" Target="../media/image2181.png"/><Relationship Id="rId16" Type="http://schemas.openxmlformats.org/officeDocument/2006/relationships/customXml" Target="../ink/ink2096.xml"/><Relationship Id="rId37" Type="http://schemas.openxmlformats.org/officeDocument/2006/relationships/image" Target="../media/image2112.png"/><Relationship Id="rId58" Type="http://schemas.openxmlformats.org/officeDocument/2006/relationships/customXml" Target="../ink/ink2117.xml"/><Relationship Id="rId79" Type="http://schemas.openxmlformats.org/officeDocument/2006/relationships/image" Target="../media/image2133.png"/><Relationship Id="rId102" Type="http://schemas.openxmlformats.org/officeDocument/2006/relationships/customXml" Target="../ink/ink2139.xml"/><Relationship Id="rId123" Type="http://schemas.openxmlformats.org/officeDocument/2006/relationships/image" Target="../media/image2155.png"/><Relationship Id="rId144" Type="http://schemas.openxmlformats.org/officeDocument/2006/relationships/customXml" Target="../ink/ink2160.xml"/><Relationship Id="rId90" Type="http://schemas.openxmlformats.org/officeDocument/2006/relationships/customXml" Target="../ink/ink2133.xml"/><Relationship Id="rId165" Type="http://schemas.openxmlformats.org/officeDocument/2006/relationships/image" Target="../media/image2176.png"/><Relationship Id="rId27" Type="http://schemas.openxmlformats.org/officeDocument/2006/relationships/image" Target="../media/image2107.png"/><Relationship Id="rId48" Type="http://schemas.openxmlformats.org/officeDocument/2006/relationships/customXml" Target="../ink/ink2112.xml"/><Relationship Id="rId69" Type="http://schemas.openxmlformats.org/officeDocument/2006/relationships/image" Target="../media/image2128.png"/><Relationship Id="rId113" Type="http://schemas.openxmlformats.org/officeDocument/2006/relationships/image" Target="../media/image2150.png"/><Relationship Id="rId134" Type="http://schemas.openxmlformats.org/officeDocument/2006/relationships/customXml" Target="../ink/ink2155.xml"/><Relationship Id="rId80" Type="http://schemas.openxmlformats.org/officeDocument/2006/relationships/customXml" Target="../ink/ink2128.xml"/><Relationship Id="rId155" Type="http://schemas.openxmlformats.org/officeDocument/2006/relationships/image" Target="../media/image2171.png"/><Relationship Id="rId176" Type="http://schemas.openxmlformats.org/officeDocument/2006/relationships/customXml" Target="../ink/ink2176.xml"/><Relationship Id="rId17" Type="http://schemas.openxmlformats.org/officeDocument/2006/relationships/image" Target="../media/image2102.png"/><Relationship Id="rId38" Type="http://schemas.openxmlformats.org/officeDocument/2006/relationships/customXml" Target="../ink/ink2107.xml"/><Relationship Id="rId59" Type="http://schemas.openxmlformats.org/officeDocument/2006/relationships/image" Target="../media/image2123.png"/><Relationship Id="rId103" Type="http://schemas.openxmlformats.org/officeDocument/2006/relationships/image" Target="../media/image2145.png"/><Relationship Id="rId124" Type="http://schemas.openxmlformats.org/officeDocument/2006/relationships/customXml" Target="../ink/ink2150.xml"/><Relationship Id="rId70" Type="http://schemas.openxmlformats.org/officeDocument/2006/relationships/customXml" Target="../ink/ink2123.xml"/><Relationship Id="rId91" Type="http://schemas.openxmlformats.org/officeDocument/2006/relationships/image" Target="../media/image2139.png"/><Relationship Id="rId145" Type="http://schemas.openxmlformats.org/officeDocument/2006/relationships/image" Target="../media/image2166.png"/><Relationship Id="rId166" Type="http://schemas.openxmlformats.org/officeDocument/2006/relationships/customXml" Target="../ink/ink2171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102.xml"/><Relationship Id="rId49" Type="http://schemas.openxmlformats.org/officeDocument/2006/relationships/image" Target="../media/image2118.png"/><Relationship Id="rId114" Type="http://schemas.openxmlformats.org/officeDocument/2006/relationships/customXml" Target="../ink/ink214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8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7.png"/><Relationship Id="rId5" Type="http://schemas.openxmlformats.org/officeDocument/2006/relationships/customXml" Target="../ink/ink2181.xml"/><Relationship Id="rId4" Type="http://schemas.openxmlformats.org/officeDocument/2006/relationships/image" Target="../media/image2186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00.png"/><Relationship Id="rId21" Type="http://schemas.openxmlformats.org/officeDocument/2006/relationships/customXml" Target="../ink/ink2190.xml"/><Relationship Id="rId42" Type="http://schemas.openxmlformats.org/officeDocument/2006/relationships/image" Target="../media/image2208.png"/><Relationship Id="rId47" Type="http://schemas.openxmlformats.org/officeDocument/2006/relationships/customXml" Target="../ink/ink2203.xml"/><Relationship Id="rId63" Type="http://schemas.openxmlformats.org/officeDocument/2006/relationships/customXml" Target="../ink/ink2211.xml"/><Relationship Id="rId68" Type="http://schemas.openxmlformats.org/officeDocument/2006/relationships/image" Target="../media/image2221.png"/><Relationship Id="rId84" Type="http://schemas.openxmlformats.org/officeDocument/2006/relationships/image" Target="../media/image2229.png"/><Relationship Id="rId89" Type="http://schemas.openxmlformats.org/officeDocument/2006/relationships/customXml" Target="../ink/ink2224.xml"/><Relationship Id="rId16" Type="http://schemas.openxmlformats.org/officeDocument/2006/relationships/image" Target="../media/image2195.png"/><Relationship Id="rId11" Type="http://schemas.openxmlformats.org/officeDocument/2006/relationships/customXml" Target="../ink/ink2185.xml"/><Relationship Id="rId32" Type="http://schemas.openxmlformats.org/officeDocument/2006/relationships/image" Target="../media/image2203.png"/><Relationship Id="rId37" Type="http://schemas.openxmlformats.org/officeDocument/2006/relationships/customXml" Target="../ink/ink2198.xml"/><Relationship Id="rId53" Type="http://schemas.openxmlformats.org/officeDocument/2006/relationships/customXml" Target="../ink/ink2206.xml"/><Relationship Id="rId58" Type="http://schemas.openxmlformats.org/officeDocument/2006/relationships/image" Target="../media/image2216.png"/><Relationship Id="rId74" Type="http://schemas.openxmlformats.org/officeDocument/2006/relationships/image" Target="../media/image2224.png"/><Relationship Id="rId79" Type="http://schemas.openxmlformats.org/officeDocument/2006/relationships/customXml" Target="../ink/ink2219.xml"/><Relationship Id="rId102" Type="http://schemas.openxmlformats.org/officeDocument/2006/relationships/image" Target="../media/image2238.png"/><Relationship Id="rId5" Type="http://schemas.openxmlformats.org/officeDocument/2006/relationships/customXml" Target="../ink/ink2182.xml"/><Relationship Id="rId90" Type="http://schemas.openxmlformats.org/officeDocument/2006/relationships/image" Target="../media/image2232.png"/><Relationship Id="rId95" Type="http://schemas.openxmlformats.org/officeDocument/2006/relationships/customXml" Target="../ink/ink2227.xml"/><Relationship Id="rId22" Type="http://schemas.openxmlformats.org/officeDocument/2006/relationships/image" Target="../media/image2198.png"/><Relationship Id="rId27" Type="http://schemas.openxmlformats.org/officeDocument/2006/relationships/customXml" Target="../ink/ink2193.xml"/><Relationship Id="rId43" Type="http://schemas.openxmlformats.org/officeDocument/2006/relationships/customXml" Target="../ink/ink2201.xml"/><Relationship Id="rId48" Type="http://schemas.openxmlformats.org/officeDocument/2006/relationships/image" Target="../media/image2211.png"/><Relationship Id="rId64" Type="http://schemas.openxmlformats.org/officeDocument/2006/relationships/image" Target="../media/image2219.png"/><Relationship Id="rId69" Type="http://schemas.openxmlformats.org/officeDocument/2006/relationships/customXml" Target="../ink/ink2214.xml"/><Relationship Id="rId80" Type="http://schemas.openxmlformats.org/officeDocument/2006/relationships/image" Target="../media/image2227.png"/><Relationship Id="rId85" Type="http://schemas.openxmlformats.org/officeDocument/2006/relationships/customXml" Target="../ink/ink2222.xml"/><Relationship Id="rId12" Type="http://schemas.openxmlformats.org/officeDocument/2006/relationships/image" Target="../media/image2193.png"/><Relationship Id="rId17" Type="http://schemas.openxmlformats.org/officeDocument/2006/relationships/customXml" Target="../ink/ink2188.xml"/><Relationship Id="rId33" Type="http://schemas.openxmlformats.org/officeDocument/2006/relationships/customXml" Target="../ink/ink2196.xml"/><Relationship Id="rId38" Type="http://schemas.openxmlformats.org/officeDocument/2006/relationships/image" Target="../media/image2206.png"/><Relationship Id="rId59" Type="http://schemas.openxmlformats.org/officeDocument/2006/relationships/customXml" Target="../ink/ink2209.xml"/><Relationship Id="rId103" Type="http://schemas.openxmlformats.org/officeDocument/2006/relationships/customXml" Target="../ink/ink2231.xml"/><Relationship Id="rId20" Type="http://schemas.openxmlformats.org/officeDocument/2006/relationships/image" Target="../media/image2197.png"/><Relationship Id="rId41" Type="http://schemas.openxmlformats.org/officeDocument/2006/relationships/customXml" Target="../ink/ink2200.xml"/><Relationship Id="rId54" Type="http://schemas.openxmlformats.org/officeDocument/2006/relationships/image" Target="../media/image2214.png"/><Relationship Id="rId62" Type="http://schemas.openxmlformats.org/officeDocument/2006/relationships/image" Target="../media/image2218.png"/><Relationship Id="rId70" Type="http://schemas.openxmlformats.org/officeDocument/2006/relationships/image" Target="../media/image2222.png"/><Relationship Id="rId75" Type="http://schemas.openxmlformats.org/officeDocument/2006/relationships/customXml" Target="../ink/ink2217.xml"/><Relationship Id="rId83" Type="http://schemas.openxmlformats.org/officeDocument/2006/relationships/customXml" Target="../ink/ink2221.xml"/><Relationship Id="rId88" Type="http://schemas.openxmlformats.org/officeDocument/2006/relationships/image" Target="../media/image2231.png"/><Relationship Id="rId91" Type="http://schemas.openxmlformats.org/officeDocument/2006/relationships/customXml" Target="../ink/ink2225.xml"/><Relationship Id="rId96" Type="http://schemas.openxmlformats.org/officeDocument/2006/relationships/image" Target="../media/image2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0.png"/><Relationship Id="rId15" Type="http://schemas.openxmlformats.org/officeDocument/2006/relationships/customXml" Target="../ink/ink2187.xml"/><Relationship Id="rId23" Type="http://schemas.openxmlformats.org/officeDocument/2006/relationships/customXml" Target="../ink/ink2191.xml"/><Relationship Id="rId28" Type="http://schemas.openxmlformats.org/officeDocument/2006/relationships/image" Target="../media/image2201.png"/><Relationship Id="rId36" Type="http://schemas.openxmlformats.org/officeDocument/2006/relationships/image" Target="../media/image2205.png"/><Relationship Id="rId49" Type="http://schemas.openxmlformats.org/officeDocument/2006/relationships/customXml" Target="../ink/ink2204.xml"/><Relationship Id="rId57" Type="http://schemas.openxmlformats.org/officeDocument/2006/relationships/customXml" Target="../ink/ink2208.xml"/><Relationship Id="rId106" Type="http://schemas.openxmlformats.org/officeDocument/2006/relationships/image" Target="../media/image2240.png"/><Relationship Id="rId10" Type="http://schemas.openxmlformats.org/officeDocument/2006/relationships/image" Target="../media/image2192.png"/><Relationship Id="rId31" Type="http://schemas.openxmlformats.org/officeDocument/2006/relationships/customXml" Target="../ink/ink2195.xml"/><Relationship Id="rId44" Type="http://schemas.openxmlformats.org/officeDocument/2006/relationships/image" Target="../media/image2209.png"/><Relationship Id="rId52" Type="http://schemas.openxmlformats.org/officeDocument/2006/relationships/image" Target="../media/image2213.png"/><Relationship Id="rId60" Type="http://schemas.openxmlformats.org/officeDocument/2006/relationships/image" Target="../media/image2217.png"/><Relationship Id="rId65" Type="http://schemas.openxmlformats.org/officeDocument/2006/relationships/customXml" Target="../ink/ink2212.xml"/><Relationship Id="rId73" Type="http://schemas.openxmlformats.org/officeDocument/2006/relationships/customXml" Target="../ink/ink2216.xml"/><Relationship Id="rId78" Type="http://schemas.openxmlformats.org/officeDocument/2006/relationships/image" Target="../media/image2226.png"/><Relationship Id="rId81" Type="http://schemas.openxmlformats.org/officeDocument/2006/relationships/customXml" Target="../ink/ink2220.xml"/><Relationship Id="rId86" Type="http://schemas.openxmlformats.org/officeDocument/2006/relationships/image" Target="../media/image2230.png"/><Relationship Id="rId94" Type="http://schemas.openxmlformats.org/officeDocument/2006/relationships/image" Target="../media/image2234.png"/><Relationship Id="rId99" Type="http://schemas.openxmlformats.org/officeDocument/2006/relationships/customXml" Target="../ink/ink2229.xml"/><Relationship Id="rId101" Type="http://schemas.openxmlformats.org/officeDocument/2006/relationships/customXml" Target="../ink/ink2230.xml"/><Relationship Id="rId4" Type="http://schemas.openxmlformats.org/officeDocument/2006/relationships/image" Target="../media/image2189.svg"/><Relationship Id="rId9" Type="http://schemas.openxmlformats.org/officeDocument/2006/relationships/customXml" Target="../ink/ink2184.xml"/><Relationship Id="rId13" Type="http://schemas.openxmlformats.org/officeDocument/2006/relationships/customXml" Target="../ink/ink2186.xml"/><Relationship Id="rId18" Type="http://schemas.openxmlformats.org/officeDocument/2006/relationships/image" Target="../media/image2196.png"/><Relationship Id="rId39" Type="http://schemas.openxmlformats.org/officeDocument/2006/relationships/customXml" Target="../ink/ink2199.xml"/><Relationship Id="rId34" Type="http://schemas.openxmlformats.org/officeDocument/2006/relationships/image" Target="../media/image2204.png"/><Relationship Id="rId50" Type="http://schemas.openxmlformats.org/officeDocument/2006/relationships/image" Target="../media/image2212.png"/><Relationship Id="rId55" Type="http://schemas.openxmlformats.org/officeDocument/2006/relationships/customXml" Target="../ink/ink2207.xml"/><Relationship Id="rId76" Type="http://schemas.openxmlformats.org/officeDocument/2006/relationships/image" Target="../media/image2225.png"/><Relationship Id="rId97" Type="http://schemas.openxmlformats.org/officeDocument/2006/relationships/customXml" Target="../ink/ink2228.xml"/><Relationship Id="rId104" Type="http://schemas.openxmlformats.org/officeDocument/2006/relationships/image" Target="../media/image2239.png"/><Relationship Id="rId7" Type="http://schemas.openxmlformats.org/officeDocument/2006/relationships/customXml" Target="../ink/ink2183.xml"/><Relationship Id="rId71" Type="http://schemas.openxmlformats.org/officeDocument/2006/relationships/customXml" Target="../ink/ink2215.xml"/><Relationship Id="rId92" Type="http://schemas.openxmlformats.org/officeDocument/2006/relationships/image" Target="../media/image2233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2194.xml"/><Relationship Id="rId24" Type="http://schemas.openxmlformats.org/officeDocument/2006/relationships/image" Target="../media/image2199.png"/><Relationship Id="rId40" Type="http://schemas.openxmlformats.org/officeDocument/2006/relationships/image" Target="../media/image2207.png"/><Relationship Id="rId45" Type="http://schemas.openxmlformats.org/officeDocument/2006/relationships/customXml" Target="../ink/ink2202.xml"/><Relationship Id="rId66" Type="http://schemas.openxmlformats.org/officeDocument/2006/relationships/image" Target="../media/image2220.png"/><Relationship Id="rId87" Type="http://schemas.openxmlformats.org/officeDocument/2006/relationships/customXml" Target="../ink/ink2223.xml"/><Relationship Id="rId61" Type="http://schemas.openxmlformats.org/officeDocument/2006/relationships/customXml" Target="../ink/ink2210.xml"/><Relationship Id="rId82" Type="http://schemas.openxmlformats.org/officeDocument/2006/relationships/image" Target="../media/image2228.png"/><Relationship Id="rId19" Type="http://schemas.openxmlformats.org/officeDocument/2006/relationships/customXml" Target="../ink/ink2189.xml"/><Relationship Id="rId14" Type="http://schemas.openxmlformats.org/officeDocument/2006/relationships/image" Target="../media/image2194.png"/><Relationship Id="rId30" Type="http://schemas.openxmlformats.org/officeDocument/2006/relationships/image" Target="../media/image2202.png"/><Relationship Id="rId35" Type="http://schemas.openxmlformats.org/officeDocument/2006/relationships/customXml" Target="../ink/ink2197.xml"/><Relationship Id="rId56" Type="http://schemas.openxmlformats.org/officeDocument/2006/relationships/image" Target="../media/image2215.png"/><Relationship Id="rId77" Type="http://schemas.openxmlformats.org/officeDocument/2006/relationships/customXml" Target="../ink/ink2218.xml"/><Relationship Id="rId100" Type="http://schemas.openxmlformats.org/officeDocument/2006/relationships/image" Target="../media/image2237.png"/><Relationship Id="rId105" Type="http://schemas.openxmlformats.org/officeDocument/2006/relationships/customXml" Target="../ink/ink2232.xml"/><Relationship Id="rId8" Type="http://schemas.openxmlformats.org/officeDocument/2006/relationships/image" Target="../media/image2191.png"/><Relationship Id="rId51" Type="http://schemas.openxmlformats.org/officeDocument/2006/relationships/customXml" Target="../ink/ink2205.xml"/><Relationship Id="rId72" Type="http://schemas.openxmlformats.org/officeDocument/2006/relationships/image" Target="../media/image2223.png"/><Relationship Id="rId93" Type="http://schemas.openxmlformats.org/officeDocument/2006/relationships/customXml" Target="../ink/ink2226.xml"/><Relationship Id="rId98" Type="http://schemas.openxmlformats.org/officeDocument/2006/relationships/image" Target="../media/image2236.png"/><Relationship Id="rId3" Type="http://schemas.openxmlformats.org/officeDocument/2006/relationships/image" Target="../media/image2188.svg"/><Relationship Id="rId25" Type="http://schemas.openxmlformats.org/officeDocument/2006/relationships/customXml" Target="../ink/ink2192.xml"/><Relationship Id="rId46" Type="http://schemas.openxmlformats.org/officeDocument/2006/relationships/image" Target="../media/image2210.png"/><Relationship Id="rId67" Type="http://schemas.openxmlformats.org/officeDocument/2006/relationships/customXml" Target="../ink/ink22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3.png"/><Relationship Id="rId3" Type="http://schemas.openxmlformats.org/officeDocument/2006/relationships/customXml" Target="../ink/ink2233.xml"/><Relationship Id="rId7" Type="http://schemas.openxmlformats.org/officeDocument/2006/relationships/customXml" Target="../ink/ink2235.xml"/><Relationship Id="rId12" Type="http://schemas.openxmlformats.org/officeDocument/2006/relationships/image" Target="../media/image22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2.png"/><Relationship Id="rId11" Type="http://schemas.openxmlformats.org/officeDocument/2006/relationships/customXml" Target="../ink/ink2237.xml"/><Relationship Id="rId5" Type="http://schemas.openxmlformats.org/officeDocument/2006/relationships/customXml" Target="../ink/ink2234.xml"/><Relationship Id="rId10" Type="http://schemas.openxmlformats.org/officeDocument/2006/relationships/image" Target="../media/image2244.png"/><Relationship Id="rId4" Type="http://schemas.openxmlformats.org/officeDocument/2006/relationships/image" Target="../media/image2241.png"/><Relationship Id="rId9" Type="http://schemas.openxmlformats.org/officeDocument/2006/relationships/customXml" Target="../ink/ink22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1, 8-20-26, 8-25-26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Signals, LTI Systems,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Convolution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76656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1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401568"/>
            <a:ext cx="79095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Classical DSP foundations → modern signal representations →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x*h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spectra /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CNN / classifier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By the end, students should be able to reason—not just compute.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7160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Represent discrete-time signals using impulses, steps, and complex exponentials.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Test systems for linearity, time invariance, causality, and BIBO stability.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Explain why the impulse response completely characterizes an LTI system.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Compute finite-length convolutions graphically and numerically.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Connect convolution to filtering and to the operation used by neural networks.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6680" y="5074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91272" y="51846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Course habit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5458968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each new equation, ask: What does this let us predict about a real signal?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start with LTI systems?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many useful DSP operations become simple, interpretable building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Physical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speech / vibration / RF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sequence x[n]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filter / transform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 / embeddings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decision / 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Classical DSP gives us…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ML later needs…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Structure: linearity and invariance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Closed-form analysis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Stability and causality tests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Frequency-selective filtering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45352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Well-conditioned inputs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Meaningful local structure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Efficient operators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Interpretability and diagnostics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5989320" y="32004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8EB38DD-B3AC-D04D-91FB-5775C5EB15B4}"/>
              </a:ext>
            </a:extLst>
          </p:cNvPr>
          <p:cNvGrpSpPr/>
          <p:nvPr/>
        </p:nvGrpSpPr>
        <p:grpSpPr>
          <a:xfrm>
            <a:off x="841971" y="4944130"/>
            <a:ext cx="1493280" cy="399600"/>
            <a:chOff x="841971" y="4944130"/>
            <a:chExt cx="149328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806255-0DF3-3507-D915-EBD7C381A49E}"/>
                    </a:ext>
                  </a:extLst>
                </p14:cNvPr>
                <p14:cNvContentPartPr/>
                <p14:nvPr/>
              </p14:nvContentPartPr>
              <p14:xfrm>
                <a:off x="841971" y="5048170"/>
                <a:ext cx="203400" cy="228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806255-0DF3-3507-D915-EBD7C381A4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331" y="5039530"/>
                  <a:ext cx="221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9F1588-E73A-7CF3-8892-74F132D5CD11}"/>
                    </a:ext>
                  </a:extLst>
                </p14:cNvPr>
                <p14:cNvContentPartPr/>
                <p14:nvPr/>
              </p14:nvContentPartPr>
              <p14:xfrm>
                <a:off x="1078491" y="5157610"/>
                <a:ext cx="268200" cy="75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9F1588-E73A-7CF3-8892-74F132D5CD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9491" y="5148970"/>
                  <a:ext cx="285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69EAF3F-2AF1-8FA5-3C3B-10FA5F395DAA}"/>
                    </a:ext>
                  </a:extLst>
                </p14:cNvPr>
                <p14:cNvContentPartPr/>
                <p14:nvPr/>
              </p14:nvContentPartPr>
              <p14:xfrm>
                <a:off x="1433811" y="5134210"/>
                <a:ext cx="78840" cy="209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69EAF3F-2AF1-8FA5-3C3B-10FA5F395D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4811" y="5125570"/>
                  <a:ext cx="96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1F19EE-1CCD-A24D-FC55-D335E10467A5}"/>
                    </a:ext>
                  </a:extLst>
                </p14:cNvPr>
                <p14:cNvContentPartPr/>
                <p14:nvPr/>
              </p14:nvContentPartPr>
              <p14:xfrm>
                <a:off x="1575651" y="4944130"/>
                <a:ext cx="231840" cy="312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1F19EE-1CCD-A24D-FC55-D335E10467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67011" y="4935130"/>
                  <a:ext cx="249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3B64E0-2D24-C139-28B7-5FF10638FA78}"/>
                    </a:ext>
                  </a:extLst>
                </p14:cNvPr>
                <p14:cNvContentPartPr/>
                <p14:nvPr/>
              </p14:nvContentPartPr>
              <p14:xfrm>
                <a:off x="1740891" y="5004250"/>
                <a:ext cx="25200" cy="61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3B64E0-2D24-C139-28B7-5FF10638FA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32251" y="4995610"/>
                  <a:ext cx="42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7C07C7-45FF-6548-C7B1-7349F6CC4A9B}"/>
                    </a:ext>
                  </a:extLst>
                </p14:cNvPr>
                <p14:cNvContentPartPr/>
                <p14:nvPr/>
              </p14:nvContentPartPr>
              <p14:xfrm>
                <a:off x="1840611" y="4984450"/>
                <a:ext cx="109440" cy="322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7C07C7-45FF-6548-C7B1-7349F6CC4A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31611" y="4975810"/>
                  <a:ext cx="1270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584639-D98F-D059-95DB-17B966AD410B}"/>
                    </a:ext>
                  </a:extLst>
                </p14:cNvPr>
                <p14:cNvContentPartPr/>
                <p14:nvPr/>
              </p14:nvContentPartPr>
              <p14:xfrm>
                <a:off x="1851771" y="5177770"/>
                <a:ext cx="136080" cy="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584639-D98F-D059-95DB-17B966AD41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43131" y="5169130"/>
                  <a:ext cx="153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51B90F-8996-D4C4-DA8A-80B91822125C}"/>
                    </a:ext>
                  </a:extLst>
                </p14:cNvPr>
                <p14:cNvContentPartPr/>
                <p14:nvPr/>
              </p14:nvContentPartPr>
              <p14:xfrm>
                <a:off x="1982091" y="5168770"/>
                <a:ext cx="30240" cy="55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51B90F-8996-D4C4-DA8A-80B9182212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73091" y="5159770"/>
                  <a:ext cx="47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E69458-B70E-FA32-9B01-4D8BE9CEDEF4}"/>
                    </a:ext>
                  </a:extLst>
                </p14:cNvPr>
                <p14:cNvContentPartPr/>
                <p14:nvPr/>
              </p14:nvContentPartPr>
              <p14:xfrm>
                <a:off x="1932771" y="5042770"/>
                <a:ext cx="9360" cy="2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E69458-B70E-FA32-9B01-4D8BE9CEDE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23771" y="5033770"/>
                  <a:ext cx="27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8602FA-6DAF-83A2-4D38-B0EFE4ABBFFD}"/>
                    </a:ext>
                  </a:extLst>
                </p14:cNvPr>
                <p14:cNvContentPartPr/>
                <p14:nvPr/>
              </p14:nvContentPartPr>
              <p14:xfrm>
                <a:off x="2125731" y="5103250"/>
                <a:ext cx="20952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8602FA-6DAF-83A2-4D38-B0EFE4ABBFF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16731" y="5094610"/>
                  <a:ext cx="22716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B1465E8-8B88-EDA9-4916-71F75B7AEEBE}"/>
              </a:ext>
            </a:extLst>
          </p:cNvPr>
          <p:cNvGrpSpPr/>
          <p:nvPr/>
        </p:nvGrpSpPr>
        <p:grpSpPr>
          <a:xfrm>
            <a:off x="859611" y="5445610"/>
            <a:ext cx="1297800" cy="361440"/>
            <a:chOff x="859611" y="5445610"/>
            <a:chExt cx="12978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85BC03-D0E9-4F20-88F0-2BD2274EB288}"/>
                    </a:ext>
                  </a:extLst>
                </p14:cNvPr>
                <p14:cNvContentPartPr/>
                <p14:nvPr/>
              </p14:nvContentPartPr>
              <p14:xfrm>
                <a:off x="886971" y="5513650"/>
                <a:ext cx="51120" cy="17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85BC03-D0E9-4F20-88F0-2BD2274EB2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7971" y="5504650"/>
                  <a:ext cx="68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2E6554-A5A9-8CA1-641F-E07833F4D658}"/>
                    </a:ext>
                  </a:extLst>
                </p14:cNvPr>
                <p14:cNvContentPartPr/>
                <p14:nvPr/>
              </p14:nvContentPartPr>
              <p14:xfrm>
                <a:off x="859611" y="5468650"/>
                <a:ext cx="216720" cy="22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2E6554-A5A9-8CA1-641F-E07833F4D6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0611" y="5459650"/>
                  <a:ext cx="234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05E695-3E05-5D78-E576-16AA901DBFF3}"/>
                    </a:ext>
                  </a:extLst>
                </p14:cNvPr>
                <p14:cNvContentPartPr/>
                <p14:nvPr/>
              </p14:nvContentPartPr>
              <p14:xfrm>
                <a:off x="1084251" y="5581330"/>
                <a:ext cx="174600" cy="225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05E695-3E05-5D78-E576-16AA901DBF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5251" y="5572690"/>
                  <a:ext cx="192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95D793-B643-1BAF-CE54-8FD1622B3DC9}"/>
                    </a:ext>
                  </a:extLst>
                </p14:cNvPr>
                <p14:cNvContentPartPr/>
                <p14:nvPr/>
              </p14:nvContentPartPr>
              <p14:xfrm>
                <a:off x="1247331" y="5603650"/>
                <a:ext cx="135000" cy="6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95D793-B643-1BAF-CE54-8FD1622B3D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8331" y="5594650"/>
                  <a:ext cx="152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B16B3F-5EF2-777E-0FE2-0AA7BECFB95D}"/>
                    </a:ext>
                  </a:extLst>
                </p14:cNvPr>
                <p14:cNvContentPartPr/>
                <p14:nvPr/>
              </p14:nvContentPartPr>
              <p14:xfrm>
                <a:off x="1443891" y="5445610"/>
                <a:ext cx="257040" cy="227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B16B3F-5EF2-777E-0FE2-0AA7BECFB9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34891" y="5436610"/>
                  <a:ext cx="274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760954-BC60-117C-BAA7-CD390374DCAB}"/>
                    </a:ext>
                  </a:extLst>
                </p14:cNvPr>
                <p14:cNvContentPartPr/>
                <p14:nvPr/>
              </p14:nvContentPartPr>
              <p14:xfrm>
                <a:off x="1651251" y="5447770"/>
                <a:ext cx="2520" cy="14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760954-BC60-117C-BAA7-CD390374DCA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42251" y="5439130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CC05C5-C94F-D3EB-BEAC-D16F800FB84F}"/>
                    </a:ext>
                  </a:extLst>
                </p14:cNvPr>
                <p14:cNvContentPartPr/>
                <p14:nvPr/>
              </p14:nvContentPartPr>
              <p14:xfrm>
                <a:off x="1737291" y="5502490"/>
                <a:ext cx="168480" cy="20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CC05C5-C94F-D3EB-BEAC-D16F800FB8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28291" y="5493850"/>
                  <a:ext cx="186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0B1AE9-6FF2-D7DA-EC8B-270B35952DEE}"/>
                    </a:ext>
                  </a:extLst>
                </p14:cNvPr>
                <p14:cNvContentPartPr/>
                <p14:nvPr/>
              </p14:nvContentPartPr>
              <p14:xfrm>
                <a:off x="1801371" y="5479450"/>
                <a:ext cx="356040" cy="188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0B1AE9-6FF2-D7DA-EC8B-270B35952DE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92371" y="5470450"/>
                  <a:ext cx="3736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30DCA65-27CD-4486-1AA6-2761379A37DB}"/>
              </a:ext>
            </a:extLst>
          </p:cNvPr>
          <p:cNvGrpSpPr/>
          <p:nvPr/>
        </p:nvGrpSpPr>
        <p:grpSpPr>
          <a:xfrm>
            <a:off x="946731" y="5901730"/>
            <a:ext cx="1862280" cy="288720"/>
            <a:chOff x="946731" y="5901730"/>
            <a:chExt cx="186228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1D415B-143C-AEA9-FC8E-462D0028CEBC}"/>
                    </a:ext>
                  </a:extLst>
                </p14:cNvPr>
                <p14:cNvContentPartPr/>
                <p14:nvPr/>
              </p14:nvContentPartPr>
              <p14:xfrm>
                <a:off x="946731" y="5901730"/>
                <a:ext cx="177120" cy="215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1D415B-143C-AEA9-FC8E-462D0028CE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7731" y="5893090"/>
                  <a:ext cx="194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E1FE7F-C28C-AF94-9F21-DDE216998F2A}"/>
                    </a:ext>
                  </a:extLst>
                </p14:cNvPr>
                <p14:cNvContentPartPr/>
                <p14:nvPr/>
              </p14:nvContentPartPr>
              <p14:xfrm>
                <a:off x="1146171" y="6015850"/>
                <a:ext cx="120240" cy="89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E1FE7F-C28C-AF94-9F21-DDE216998F2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7171" y="6006850"/>
                  <a:ext cx="137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3DDA6B-F2BC-3535-040F-A6D5418C4F24}"/>
                    </a:ext>
                  </a:extLst>
                </p14:cNvPr>
                <p14:cNvContentPartPr/>
                <p14:nvPr/>
              </p14:nvContentPartPr>
              <p14:xfrm>
                <a:off x="1330491" y="6011170"/>
                <a:ext cx="250920" cy="5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3DDA6B-F2BC-3535-040F-A6D5418C4F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21491" y="6002170"/>
                  <a:ext cx="268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2FDC2A-9AEE-A868-1E10-643866C6BA90}"/>
                    </a:ext>
                  </a:extLst>
                </p14:cNvPr>
                <p14:cNvContentPartPr/>
                <p14:nvPr/>
              </p14:nvContentPartPr>
              <p14:xfrm>
                <a:off x="1724691" y="5973010"/>
                <a:ext cx="72360" cy="217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2FDC2A-9AEE-A868-1E10-643866C6BA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15691" y="5964010"/>
                  <a:ext cx="90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859A314-D338-8198-8ABE-E1E6C684120D}"/>
                    </a:ext>
                  </a:extLst>
                </p14:cNvPr>
                <p14:cNvContentPartPr/>
                <p14:nvPr/>
              </p14:nvContentPartPr>
              <p14:xfrm>
                <a:off x="1911891" y="5917570"/>
                <a:ext cx="276120" cy="155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859A314-D338-8198-8ABE-E1E6C68412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03251" y="5908930"/>
                  <a:ext cx="293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2927A7-6B0A-4101-B52D-FCCC3FD6FF4A}"/>
                    </a:ext>
                  </a:extLst>
                </p14:cNvPr>
                <p14:cNvContentPartPr/>
                <p14:nvPr/>
              </p14:nvContentPartPr>
              <p14:xfrm>
                <a:off x="2221131" y="5937370"/>
                <a:ext cx="71640" cy="14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2927A7-6B0A-4101-B52D-FCCC3FD6FF4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12491" y="5928370"/>
                  <a:ext cx="89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544544-FC45-F131-8BEF-1A6884AB1136}"/>
                    </a:ext>
                  </a:extLst>
                </p14:cNvPr>
                <p14:cNvContentPartPr/>
                <p14:nvPr/>
              </p14:nvContentPartPr>
              <p14:xfrm>
                <a:off x="2316171" y="5924410"/>
                <a:ext cx="108360" cy="16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544544-FC45-F131-8BEF-1A6884AB11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07531" y="5915410"/>
                  <a:ext cx="126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246A16-DA05-48ED-9A61-71DA9DDD1AD4}"/>
                    </a:ext>
                  </a:extLst>
                </p14:cNvPr>
                <p14:cNvContentPartPr/>
                <p14:nvPr/>
              </p14:nvContentPartPr>
              <p14:xfrm>
                <a:off x="2539011" y="5956090"/>
                <a:ext cx="120600" cy="89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246A16-DA05-48ED-9A61-71DA9DDD1A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30371" y="5947450"/>
                  <a:ext cx="138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CE9BC11-9AC0-099E-53F3-28322C760D19}"/>
                    </a:ext>
                  </a:extLst>
                </p14:cNvPr>
                <p14:cNvContentPartPr/>
                <p14:nvPr/>
              </p14:nvContentPartPr>
              <p14:xfrm>
                <a:off x="2720811" y="5908210"/>
                <a:ext cx="88200" cy="15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CE9BC11-9AC0-099E-53F3-28322C760D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11811" y="5899570"/>
                  <a:ext cx="1058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7D30FC-7D1B-7E41-431F-D10B0931BBC8}"/>
              </a:ext>
            </a:extLst>
          </p:cNvPr>
          <p:cNvGrpSpPr/>
          <p:nvPr/>
        </p:nvGrpSpPr>
        <p:grpSpPr>
          <a:xfrm>
            <a:off x="1029171" y="6258130"/>
            <a:ext cx="1208520" cy="267840"/>
            <a:chOff x="1029171" y="6258130"/>
            <a:chExt cx="120852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1BD995-2A43-8FD6-744D-0356A28F19C0}"/>
                    </a:ext>
                  </a:extLst>
                </p14:cNvPr>
                <p14:cNvContentPartPr/>
                <p14:nvPr/>
              </p14:nvContentPartPr>
              <p14:xfrm>
                <a:off x="1029171" y="6334810"/>
                <a:ext cx="216360" cy="19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1BD995-2A43-8FD6-744D-0356A28F19C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0531" y="6326170"/>
                  <a:ext cx="234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DBED52-AEDE-BD2C-85AC-689E942C0608}"/>
                    </a:ext>
                  </a:extLst>
                </p14:cNvPr>
                <p14:cNvContentPartPr/>
                <p14:nvPr/>
              </p14:nvContentPartPr>
              <p14:xfrm>
                <a:off x="1242651" y="6438850"/>
                <a:ext cx="3276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DBED52-AEDE-BD2C-85AC-689E942C06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34011" y="6430210"/>
                  <a:ext cx="50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A3C2424-A85E-2CEE-F80E-116FED8F1341}"/>
                    </a:ext>
                  </a:extLst>
                </p14:cNvPr>
                <p14:cNvContentPartPr/>
                <p14:nvPr/>
              </p14:nvContentPartPr>
              <p14:xfrm>
                <a:off x="1209891" y="6318610"/>
                <a:ext cx="17280" cy="26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A3C2424-A85E-2CEE-F80E-116FED8F134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201251" y="6309610"/>
                  <a:ext cx="34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178572-1D35-38F1-113B-7727914E4217}"/>
                    </a:ext>
                  </a:extLst>
                </p14:cNvPr>
                <p14:cNvContentPartPr/>
                <p14:nvPr/>
              </p14:nvContentPartPr>
              <p14:xfrm>
                <a:off x="1319331" y="6443530"/>
                <a:ext cx="225360" cy="79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178572-1D35-38F1-113B-7727914E421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10691" y="6434890"/>
                  <a:ext cx="243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4314CD-D404-45D3-2C9F-A98A693D04C9}"/>
                    </a:ext>
                  </a:extLst>
                </p14:cNvPr>
                <p14:cNvContentPartPr/>
                <p14:nvPr/>
              </p14:nvContentPartPr>
              <p14:xfrm>
                <a:off x="1705251" y="6474130"/>
                <a:ext cx="23400" cy="49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4314CD-D404-45D3-2C9F-A98A693D04C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96251" y="6465130"/>
                  <a:ext cx="41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DC1893-584A-36E3-F389-81D464AC35D5}"/>
                    </a:ext>
                  </a:extLst>
                </p14:cNvPr>
                <p14:cNvContentPartPr/>
                <p14:nvPr/>
              </p14:nvContentPartPr>
              <p14:xfrm>
                <a:off x="1658811" y="6351370"/>
                <a:ext cx="9360" cy="2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DC1893-584A-36E3-F389-81D464AC35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50171" y="6342370"/>
                  <a:ext cx="27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D0A04E-E0F9-B55F-80C1-F8EBF00C5F5B}"/>
                    </a:ext>
                  </a:extLst>
                </p14:cNvPr>
                <p14:cNvContentPartPr/>
                <p14:nvPr/>
              </p14:nvContentPartPr>
              <p14:xfrm>
                <a:off x="1784811" y="6258130"/>
                <a:ext cx="115560" cy="25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D0A04E-E0F9-B55F-80C1-F8EBF00C5F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76171" y="6249490"/>
                  <a:ext cx="133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C9CCE6E-6EC7-F4F5-29FD-87D1D58927A4}"/>
                    </a:ext>
                  </a:extLst>
                </p14:cNvPr>
                <p14:cNvContentPartPr/>
                <p14:nvPr/>
              </p14:nvContentPartPr>
              <p14:xfrm>
                <a:off x="1774011" y="6406090"/>
                <a:ext cx="142560" cy="5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C9CCE6E-6EC7-F4F5-29FD-87D1D58927A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65011" y="6397450"/>
                  <a:ext cx="160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E05F518-F8A2-707B-1323-4F16A7694A64}"/>
                    </a:ext>
                  </a:extLst>
                </p14:cNvPr>
                <p14:cNvContentPartPr/>
                <p14:nvPr/>
              </p14:nvContentPartPr>
              <p14:xfrm>
                <a:off x="1970571" y="6323290"/>
                <a:ext cx="267120" cy="144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E05F518-F8A2-707B-1323-4F16A7694A6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61931" y="6314650"/>
                  <a:ext cx="284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CB682CF-39EE-073A-1B64-B58BD7276583}"/>
              </a:ext>
            </a:extLst>
          </p:cNvPr>
          <p:cNvGrpSpPr/>
          <p:nvPr/>
        </p:nvGrpSpPr>
        <p:grpSpPr>
          <a:xfrm>
            <a:off x="3218691" y="6345250"/>
            <a:ext cx="532080" cy="199440"/>
            <a:chOff x="3218691" y="6345250"/>
            <a:chExt cx="53208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0589C67-A4E5-0B69-3C48-A1036FABE015}"/>
                    </a:ext>
                  </a:extLst>
                </p14:cNvPr>
                <p14:cNvContentPartPr/>
                <p14:nvPr/>
              </p14:nvContentPartPr>
              <p14:xfrm>
                <a:off x="3218691" y="6457210"/>
                <a:ext cx="146160" cy="87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0589C67-A4E5-0B69-3C48-A1036FABE01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10051" y="6448570"/>
                  <a:ext cx="163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8B8FF-707F-CC60-D088-863231C66CBD}"/>
                    </a:ext>
                  </a:extLst>
                </p14:cNvPr>
                <p14:cNvContentPartPr/>
                <p14:nvPr/>
              </p14:nvContentPartPr>
              <p14:xfrm>
                <a:off x="3438651" y="6454690"/>
                <a:ext cx="88920" cy="87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8B8FF-707F-CC60-D088-863231C66C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430011" y="6446050"/>
                  <a:ext cx="106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E96898-CF10-019E-64E5-CD1A1748BD4C}"/>
                    </a:ext>
                  </a:extLst>
                </p14:cNvPr>
                <p14:cNvContentPartPr/>
                <p14:nvPr/>
              </p14:nvContentPartPr>
              <p14:xfrm>
                <a:off x="3646371" y="6345250"/>
                <a:ext cx="49680" cy="171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E96898-CF10-019E-64E5-CD1A1748BD4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37731" y="6336250"/>
                  <a:ext cx="67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52247D-B5D1-5E9A-FE49-54A9C5103779}"/>
                    </a:ext>
                  </a:extLst>
                </p14:cNvPr>
                <p14:cNvContentPartPr/>
                <p14:nvPr/>
              </p14:nvContentPartPr>
              <p14:xfrm>
                <a:off x="3634491" y="6438850"/>
                <a:ext cx="116280" cy="21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52247D-B5D1-5E9A-FE49-54A9C510377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625851" y="6430210"/>
                  <a:ext cx="1339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B6BB078-BECA-9CFB-E218-7A1D8275095F}"/>
              </a:ext>
            </a:extLst>
          </p:cNvPr>
          <p:cNvGrpSpPr/>
          <p:nvPr/>
        </p:nvGrpSpPr>
        <p:grpSpPr>
          <a:xfrm>
            <a:off x="3985851" y="6319330"/>
            <a:ext cx="526320" cy="240480"/>
            <a:chOff x="3985851" y="6319330"/>
            <a:chExt cx="5263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2928F5-F3C9-DE5E-A153-F73B80C890B8}"/>
                    </a:ext>
                  </a:extLst>
                </p14:cNvPr>
                <p14:cNvContentPartPr/>
                <p14:nvPr/>
              </p14:nvContentPartPr>
              <p14:xfrm>
                <a:off x="3985851" y="6319330"/>
                <a:ext cx="134280" cy="198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2928F5-F3C9-DE5E-A153-F73B80C890B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77211" y="6310330"/>
                  <a:ext cx="15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E10B85-08E8-3031-0AFD-43B1716198AB}"/>
                    </a:ext>
                  </a:extLst>
                </p14:cNvPr>
                <p14:cNvContentPartPr/>
                <p14:nvPr/>
              </p14:nvContentPartPr>
              <p14:xfrm>
                <a:off x="4210491" y="6433090"/>
                <a:ext cx="10440" cy="92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E10B85-08E8-3031-0AFD-43B1716198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01491" y="6424450"/>
                  <a:ext cx="28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C5EC98-9F75-A541-477C-860AB569A2BC}"/>
                    </a:ext>
                  </a:extLst>
                </p14:cNvPr>
                <p14:cNvContentPartPr/>
                <p14:nvPr/>
              </p14:nvContentPartPr>
              <p14:xfrm>
                <a:off x="4128051" y="6360370"/>
                <a:ext cx="148680" cy="3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C5EC98-9F75-A541-477C-860AB569A2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19051" y="6351370"/>
                  <a:ext cx="166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135C16-D4A4-F3A2-723B-1388EED970F7}"/>
                    </a:ext>
                  </a:extLst>
                </p14:cNvPr>
                <p14:cNvContentPartPr/>
                <p14:nvPr/>
              </p14:nvContentPartPr>
              <p14:xfrm>
                <a:off x="4434771" y="6384130"/>
                <a:ext cx="16560" cy="109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135C16-D4A4-F3A2-723B-1388EED970F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26131" y="6375490"/>
                  <a:ext cx="34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E19250-08DA-BB05-3455-7CF6C9567602}"/>
                    </a:ext>
                  </a:extLst>
                </p14:cNvPr>
                <p14:cNvContentPartPr/>
                <p14:nvPr/>
              </p14:nvContentPartPr>
              <p14:xfrm>
                <a:off x="4402731" y="6345970"/>
                <a:ext cx="76320" cy="16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E19250-08DA-BB05-3455-7CF6C956760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93731" y="6337330"/>
                  <a:ext cx="93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FDFBDC-1568-E0A2-4787-FFE541C911E8}"/>
                    </a:ext>
                  </a:extLst>
                </p14:cNvPr>
                <p14:cNvContentPartPr/>
                <p14:nvPr/>
              </p14:nvContentPartPr>
              <p14:xfrm>
                <a:off x="4458891" y="6555130"/>
                <a:ext cx="53280" cy="4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FDFBDC-1568-E0A2-4787-FFE541C911E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449891" y="6546130"/>
                  <a:ext cx="70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C582269-3598-D8E2-3AB9-ED935100E348}"/>
                    </a:ext>
                  </a:extLst>
                </p14:cNvPr>
                <p14:cNvContentPartPr/>
                <p14:nvPr/>
              </p14:nvContentPartPr>
              <p14:xfrm>
                <a:off x="4431171" y="6549010"/>
                <a:ext cx="15120" cy="5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C582269-3598-D8E2-3AB9-ED935100E34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22171" y="6540010"/>
                  <a:ext cx="327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89EE5F7-A514-4A5D-9AA0-A9B264A00E4B}"/>
              </a:ext>
            </a:extLst>
          </p:cNvPr>
          <p:cNvGrpSpPr/>
          <p:nvPr/>
        </p:nvGrpSpPr>
        <p:grpSpPr>
          <a:xfrm>
            <a:off x="3033651" y="5049250"/>
            <a:ext cx="635040" cy="214200"/>
            <a:chOff x="3033651" y="5049250"/>
            <a:chExt cx="63504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950FD1-5548-D4A1-E598-B0424ECB6BF2}"/>
                    </a:ext>
                  </a:extLst>
                </p14:cNvPr>
                <p14:cNvContentPartPr/>
                <p14:nvPr/>
              </p14:nvContentPartPr>
              <p14:xfrm>
                <a:off x="3033651" y="5062210"/>
                <a:ext cx="125640" cy="196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950FD1-5548-D4A1-E598-B0424ECB6BF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24651" y="5053570"/>
                  <a:ext cx="143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EAD8FA-3BB9-9980-2A6A-6615CBF5F6DC}"/>
                    </a:ext>
                  </a:extLst>
                </p14:cNvPr>
                <p14:cNvContentPartPr/>
                <p14:nvPr/>
              </p14:nvContentPartPr>
              <p14:xfrm>
                <a:off x="3328851" y="5102890"/>
                <a:ext cx="16920" cy="14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EAD8FA-3BB9-9980-2A6A-6615CBF5F6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20211" y="5094250"/>
                  <a:ext cx="34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4FE626-C18D-04FC-BDF1-3C2AB15EE9E5}"/>
                    </a:ext>
                  </a:extLst>
                </p14:cNvPr>
                <p14:cNvContentPartPr/>
                <p14:nvPr/>
              </p14:nvContentPartPr>
              <p14:xfrm>
                <a:off x="3162171" y="5079490"/>
                <a:ext cx="281880" cy="3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4FE626-C18D-04FC-BDF1-3C2AB15EE9E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53531" y="5070850"/>
                  <a:ext cx="299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B59215-845F-A630-B0B4-16EF166C37CE}"/>
                    </a:ext>
                  </a:extLst>
                </p14:cNvPr>
                <p14:cNvContentPartPr/>
                <p14:nvPr/>
              </p14:nvContentPartPr>
              <p14:xfrm>
                <a:off x="3608211" y="5119450"/>
                <a:ext cx="12600" cy="91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B59215-845F-A630-B0B4-16EF166C37C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99211" y="5110450"/>
                  <a:ext cx="30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92F64E-E30A-3248-B571-A4F4F7F4BCCB}"/>
                    </a:ext>
                  </a:extLst>
                </p14:cNvPr>
                <p14:cNvContentPartPr/>
                <p14:nvPr/>
              </p14:nvContentPartPr>
              <p14:xfrm>
                <a:off x="3485091" y="5049250"/>
                <a:ext cx="167400" cy="3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92F64E-E30A-3248-B571-A4F4F7F4BCC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76091" y="5040250"/>
                  <a:ext cx="185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15EBB82-405C-A697-BA44-17FFB77A3682}"/>
                    </a:ext>
                  </a:extLst>
                </p14:cNvPr>
                <p14:cNvContentPartPr/>
                <p14:nvPr/>
              </p14:nvContentPartPr>
              <p14:xfrm>
                <a:off x="3543771" y="5257330"/>
                <a:ext cx="124920" cy="6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15EBB82-405C-A697-BA44-17FFB77A36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535131" y="5248690"/>
                  <a:ext cx="1425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8F7876C-F883-FD5E-AA41-CF8AC624B79B}"/>
              </a:ext>
            </a:extLst>
          </p:cNvPr>
          <p:cNvGrpSpPr/>
          <p:nvPr/>
        </p:nvGrpSpPr>
        <p:grpSpPr>
          <a:xfrm>
            <a:off x="3093411" y="5439490"/>
            <a:ext cx="602640" cy="200160"/>
            <a:chOff x="3093411" y="5439490"/>
            <a:chExt cx="60264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40C83A-5160-D77A-E1D0-B47E81A9A8E1}"/>
                    </a:ext>
                  </a:extLst>
                </p14:cNvPr>
                <p14:cNvContentPartPr/>
                <p14:nvPr/>
              </p14:nvContentPartPr>
              <p14:xfrm>
                <a:off x="3093411" y="5469730"/>
                <a:ext cx="137520" cy="169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40C83A-5160-D77A-E1D0-B47E81A9A8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84771" y="5461090"/>
                  <a:ext cx="155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9BFCB7-CD3C-1C42-89E2-405B2D2EF4E7}"/>
                    </a:ext>
                  </a:extLst>
                </p14:cNvPr>
                <p14:cNvContentPartPr/>
                <p14:nvPr/>
              </p14:nvContentPartPr>
              <p14:xfrm>
                <a:off x="3356211" y="5519050"/>
                <a:ext cx="10440" cy="98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9BFCB7-CD3C-1C42-89E2-405B2D2EF4E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47571" y="5510410"/>
                  <a:ext cx="2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953494-C03F-A54D-96BA-76BA92073D60}"/>
                    </a:ext>
                  </a:extLst>
                </p14:cNvPr>
                <p14:cNvContentPartPr/>
                <p14:nvPr/>
              </p14:nvContentPartPr>
              <p14:xfrm>
                <a:off x="3255771" y="5477650"/>
                <a:ext cx="160920" cy="19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953494-C03F-A54D-96BA-76BA92073D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47131" y="5469010"/>
                  <a:ext cx="178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99D484E-5214-33E2-20C5-9FB92BF726B3}"/>
                    </a:ext>
                  </a:extLst>
                </p14:cNvPr>
                <p14:cNvContentPartPr/>
                <p14:nvPr/>
              </p14:nvContentPartPr>
              <p14:xfrm>
                <a:off x="3602811" y="5502490"/>
                <a:ext cx="41040" cy="111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99D484E-5214-33E2-20C5-9FB92BF726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93811" y="5493850"/>
                  <a:ext cx="58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DBDDD2A-4373-9824-C1A5-42A887C3AAED}"/>
                    </a:ext>
                  </a:extLst>
                </p14:cNvPr>
                <p14:cNvContentPartPr/>
                <p14:nvPr/>
              </p14:nvContentPartPr>
              <p14:xfrm>
                <a:off x="3525051" y="5439490"/>
                <a:ext cx="88920" cy="30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DBDDD2A-4373-9824-C1A5-42A887C3AAE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16051" y="5430850"/>
                  <a:ext cx="106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7EAA0A7-5AF8-1115-CBDC-B3F5D0B91A1C}"/>
                    </a:ext>
                  </a:extLst>
                </p14:cNvPr>
                <p14:cNvContentPartPr/>
                <p14:nvPr/>
              </p14:nvContentPartPr>
              <p14:xfrm>
                <a:off x="3611811" y="5633890"/>
                <a:ext cx="84240" cy="5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7EAA0A7-5AF8-1115-CBDC-B3F5D0B91A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03171" y="5625250"/>
                  <a:ext cx="1018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0880D14-50D4-1340-0EC8-F91AA531F70B}"/>
              </a:ext>
            </a:extLst>
          </p:cNvPr>
          <p:cNvGrpSpPr/>
          <p:nvPr/>
        </p:nvGrpSpPr>
        <p:grpSpPr>
          <a:xfrm>
            <a:off x="3197451" y="5806330"/>
            <a:ext cx="559440" cy="272880"/>
            <a:chOff x="3197451" y="5806330"/>
            <a:chExt cx="55944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7272FC3-3283-2525-136D-BD3F8D5CBC6C}"/>
                    </a:ext>
                  </a:extLst>
                </p14:cNvPr>
                <p14:cNvContentPartPr/>
                <p14:nvPr/>
              </p14:nvContentPartPr>
              <p14:xfrm>
                <a:off x="3197451" y="5973730"/>
                <a:ext cx="120960" cy="83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7272FC3-3283-2525-136D-BD3F8D5CBC6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188451" y="5964730"/>
                  <a:ext cx="138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5DACEA-003A-E06F-A107-E1108F11B5A8}"/>
                    </a:ext>
                  </a:extLst>
                </p14:cNvPr>
                <p14:cNvContentPartPr/>
                <p14:nvPr/>
              </p14:nvContentPartPr>
              <p14:xfrm>
                <a:off x="3382131" y="6011170"/>
                <a:ext cx="111240" cy="68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5DACEA-003A-E06F-A107-E1108F11B5A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373491" y="6002530"/>
                  <a:ext cx="128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1EB5634-A450-F78B-716A-F5049F3C7737}"/>
                    </a:ext>
                  </a:extLst>
                </p14:cNvPr>
                <p14:cNvContentPartPr/>
                <p14:nvPr/>
              </p14:nvContentPartPr>
              <p14:xfrm>
                <a:off x="3626211" y="5806330"/>
                <a:ext cx="130680" cy="256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1EB5634-A450-F78B-716A-F5049F3C773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17211" y="5797690"/>
                  <a:ext cx="1483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61DDA47-505D-ACA0-678C-C8437195AFC0}"/>
                    </a:ext>
                  </a:extLst>
                </p14:cNvPr>
                <p14:cNvContentPartPr/>
                <p14:nvPr/>
              </p14:nvContentPartPr>
              <p14:xfrm>
                <a:off x="3623331" y="5946010"/>
                <a:ext cx="127440" cy="31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61DDA47-505D-ACA0-678C-C8437195AFC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14331" y="5937370"/>
                  <a:ext cx="1450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8795307-0701-3C0D-A763-76FDA009D801}"/>
              </a:ext>
            </a:extLst>
          </p:cNvPr>
          <p:cNvGrpSpPr/>
          <p:nvPr/>
        </p:nvGrpSpPr>
        <p:grpSpPr>
          <a:xfrm>
            <a:off x="4080531" y="5858530"/>
            <a:ext cx="546480" cy="208800"/>
            <a:chOff x="4080531" y="5858530"/>
            <a:chExt cx="54648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6C5D025-8A73-47B4-27E3-DF8A80654644}"/>
                    </a:ext>
                  </a:extLst>
                </p14:cNvPr>
                <p14:cNvContentPartPr/>
                <p14:nvPr/>
              </p14:nvContentPartPr>
              <p14:xfrm>
                <a:off x="4080531" y="5858530"/>
                <a:ext cx="151920" cy="182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6C5D025-8A73-47B4-27E3-DF8A8065464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71891" y="5849890"/>
                  <a:ext cx="169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E5E6DF8-3C20-F3D6-8956-1A816CD38504}"/>
                    </a:ext>
                  </a:extLst>
                </p14:cNvPr>
                <p14:cNvContentPartPr/>
                <p14:nvPr/>
              </p14:nvContentPartPr>
              <p14:xfrm>
                <a:off x="4336491" y="5951770"/>
                <a:ext cx="16920" cy="99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E5E6DF8-3C20-F3D6-8956-1A816CD3850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27491" y="5942770"/>
                  <a:ext cx="34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6B1E7F-153C-5F17-83A5-CA990336C2FD}"/>
                    </a:ext>
                  </a:extLst>
                </p14:cNvPr>
                <p14:cNvContentPartPr/>
                <p14:nvPr/>
              </p14:nvContentPartPr>
              <p14:xfrm>
                <a:off x="4235691" y="5907850"/>
                <a:ext cx="194040" cy="10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6B1E7F-153C-5F17-83A5-CA990336C2F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227051" y="5898850"/>
                  <a:ext cx="211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4EADFE7-7E07-A8E7-6192-DF1E73FA1767}"/>
                    </a:ext>
                  </a:extLst>
                </p14:cNvPr>
                <p14:cNvContentPartPr/>
                <p14:nvPr/>
              </p14:nvContentPartPr>
              <p14:xfrm>
                <a:off x="4533411" y="5940610"/>
                <a:ext cx="21600" cy="83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4EADFE7-7E07-A8E7-6192-DF1E73FA17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524771" y="5931970"/>
                  <a:ext cx="39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ACEB5D7-4025-9B84-F68A-68587CC726E9}"/>
                    </a:ext>
                  </a:extLst>
                </p14:cNvPr>
                <p14:cNvContentPartPr/>
                <p14:nvPr/>
              </p14:nvContentPartPr>
              <p14:xfrm>
                <a:off x="4437291" y="5868970"/>
                <a:ext cx="135000" cy="11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ACEB5D7-4025-9B84-F68A-68587CC726E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28651" y="5860330"/>
                  <a:ext cx="152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3853F0-8F0E-A347-8CA7-635B974C482C}"/>
                    </a:ext>
                  </a:extLst>
                </p14:cNvPr>
                <p14:cNvContentPartPr/>
                <p14:nvPr/>
              </p14:nvContentPartPr>
              <p14:xfrm>
                <a:off x="4525131" y="6050050"/>
                <a:ext cx="101880" cy="17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3853F0-8F0E-A347-8CA7-635B974C482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16491" y="6041410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AEF5C57-8503-4CBA-61E2-67776C833530}"/>
              </a:ext>
            </a:extLst>
          </p:cNvPr>
          <p:cNvGrpSpPr/>
          <p:nvPr/>
        </p:nvGrpSpPr>
        <p:grpSpPr>
          <a:xfrm>
            <a:off x="4854531" y="402730"/>
            <a:ext cx="1742400" cy="239040"/>
            <a:chOff x="4854531" y="402730"/>
            <a:chExt cx="17424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6088B0-3240-8DFF-05A3-7DFDADF4C059}"/>
                    </a:ext>
                  </a:extLst>
                </p14:cNvPr>
                <p14:cNvContentPartPr/>
                <p14:nvPr/>
              </p14:nvContentPartPr>
              <p14:xfrm>
                <a:off x="5365731" y="508570"/>
                <a:ext cx="153720" cy="133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6088B0-3240-8DFF-05A3-7DFDADF4C05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56731" y="499930"/>
                  <a:ext cx="171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6F59E66-1EDB-FBA2-7429-ED15CAE5CEAA}"/>
                    </a:ext>
                  </a:extLst>
                </p14:cNvPr>
                <p14:cNvContentPartPr/>
                <p14:nvPr/>
              </p14:nvContentPartPr>
              <p14:xfrm>
                <a:off x="5563011" y="552850"/>
                <a:ext cx="192600" cy="85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6F59E66-1EDB-FBA2-7429-ED15CAE5CEA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54011" y="543850"/>
                  <a:ext cx="210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F32487-522F-B491-2BE1-A1D1895E63EA}"/>
                    </a:ext>
                  </a:extLst>
                </p14:cNvPr>
                <p14:cNvContentPartPr/>
                <p14:nvPr/>
              </p14:nvContentPartPr>
              <p14:xfrm>
                <a:off x="5812851" y="565450"/>
                <a:ext cx="108720" cy="60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F32487-522F-B491-2BE1-A1D1895E63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03851" y="556810"/>
                  <a:ext cx="126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124F488-F021-22B6-9C33-9EAFB7AFCB28}"/>
                    </a:ext>
                  </a:extLst>
                </p14:cNvPr>
                <p14:cNvContentPartPr/>
                <p14:nvPr/>
              </p14:nvContentPartPr>
              <p14:xfrm>
                <a:off x="5946051" y="404890"/>
                <a:ext cx="302040" cy="219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124F488-F021-22B6-9C33-9EAFB7AFCB2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37411" y="396250"/>
                  <a:ext cx="319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BCC7769-7EBF-17CD-871E-E4CB31353860}"/>
                    </a:ext>
                  </a:extLst>
                </p14:cNvPr>
                <p14:cNvContentPartPr/>
                <p14:nvPr/>
              </p14:nvContentPartPr>
              <p14:xfrm>
                <a:off x="6082491" y="402730"/>
                <a:ext cx="387360" cy="222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BCC7769-7EBF-17CD-871E-E4CB3135386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73491" y="394090"/>
                  <a:ext cx="405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E8504D-3047-DB9E-EEC1-91AD5DD51493}"/>
                    </a:ext>
                  </a:extLst>
                </p14:cNvPr>
                <p14:cNvContentPartPr/>
                <p14:nvPr/>
              </p14:nvContentPartPr>
              <p14:xfrm>
                <a:off x="6441411" y="498130"/>
                <a:ext cx="155520" cy="141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E8504D-3047-DB9E-EEC1-91AD5DD514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32771" y="489130"/>
                  <a:ext cx="173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30D2684-98F8-1968-2ABB-0C04CC8EEC2D}"/>
                    </a:ext>
                  </a:extLst>
                </p14:cNvPr>
                <p14:cNvContentPartPr/>
                <p14:nvPr/>
              </p14:nvContentPartPr>
              <p14:xfrm>
                <a:off x="4854531" y="547090"/>
                <a:ext cx="25956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30D2684-98F8-1968-2ABB-0C04CC8EEC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45891" y="538450"/>
                  <a:ext cx="277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E3F442-9BFE-96F6-642F-17C06CD3299F}"/>
                    </a:ext>
                  </a:extLst>
                </p14:cNvPr>
                <p14:cNvContentPartPr/>
                <p14:nvPr/>
              </p14:nvContentPartPr>
              <p14:xfrm>
                <a:off x="5055051" y="510010"/>
                <a:ext cx="127800" cy="106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E3F442-9BFE-96F6-642F-17C06CD3299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046411" y="501370"/>
                  <a:ext cx="14544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28B11F9-A4C7-CF9D-0BE5-8BD4DDDF8D1C}"/>
                  </a:ext>
                </a:extLst>
              </p14:cNvPr>
              <p14:cNvContentPartPr/>
              <p14:nvPr/>
            </p14:nvContentPartPr>
            <p14:xfrm>
              <a:off x="6887811" y="506410"/>
              <a:ext cx="191160" cy="108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28B11F9-A4C7-CF9D-0BE5-8BD4DDDF8D1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879171" y="497410"/>
                <a:ext cx="208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56F9DE2-D30F-CA85-AB92-02C7028A4B0C}"/>
                  </a:ext>
                </a:extLst>
              </p14:cNvPr>
              <p14:cNvContentPartPr/>
              <p14:nvPr/>
            </p14:nvContentPartPr>
            <p14:xfrm>
              <a:off x="7098051" y="476170"/>
              <a:ext cx="67680" cy="1321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56F9DE2-D30F-CA85-AB92-02C7028A4B0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089411" y="467530"/>
                <a:ext cx="853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2D8C227-131B-5ADA-C373-B8043C16AFEB}"/>
                  </a:ext>
                </a:extLst>
              </p14:cNvPr>
              <p14:cNvContentPartPr/>
              <p14:nvPr/>
            </p14:nvContentPartPr>
            <p14:xfrm>
              <a:off x="7413411" y="366730"/>
              <a:ext cx="100440" cy="229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2D8C227-131B-5ADA-C373-B8043C16AFE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404771" y="357730"/>
                <a:ext cx="118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2D23197-61E3-AE21-A42B-A585BF8D01C4}"/>
                  </a:ext>
                </a:extLst>
              </p14:cNvPr>
              <p14:cNvContentPartPr/>
              <p14:nvPr/>
            </p14:nvContentPartPr>
            <p14:xfrm>
              <a:off x="7336371" y="511090"/>
              <a:ext cx="219960" cy="9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2D23197-61E3-AE21-A42B-A585BF8D01C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327731" y="502090"/>
                <a:ext cx="2376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4386C1E-82DF-6DCB-DA1A-FB82C84906CB}"/>
                  </a:ext>
                </a:extLst>
              </p14:cNvPr>
              <p14:cNvContentPartPr/>
              <p14:nvPr/>
            </p14:nvContentPartPr>
            <p14:xfrm>
              <a:off x="7572531" y="508210"/>
              <a:ext cx="119880" cy="896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4386C1E-82DF-6DCB-DA1A-FB82C84906C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563531" y="499210"/>
                <a:ext cx="137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5AD067F-E382-DB6D-319F-6DA7A4F3704E}"/>
                  </a:ext>
                </a:extLst>
              </p14:cNvPr>
              <p14:cNvContentPartPr/>
              <p14:nvPr/>
            </p14:nvContentPartPr>
            <p14:xfrm>
              <a:off x="7906251" y="514690"/>
              <a:ext cx="163440" cy="72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5AD067F-E382-DB6D-319F-6DA7A4F3704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897611" y="505690"/>
                <a:ext cx="1810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D9950D9-5007-6DCF-82E8-88F78989EB27}"/>
                  </a:ext>
                </a:extLst>
              </p14:cNvPr>
              <p14:cNvContentPartPr/>
              <p14:nvPr/>
            </p14:nvContentPartPr>
            <p14:xfrm>
              <a:off x="8112891" y="436930"/>
              <a:ext cx="309960" cy="1389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D9950D9-5007-6DCF-82E8-88F78989EB2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104251" y="428290"/>
                <a:ext cx="3276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9192130-CFAD-E5A3-73B0-3CF52CDAB2E6}"/>
                  </a:ext>
                </a:extLst>
              </p14:cNvPr>
              <p14:cNvContentPartPr/>
              <p14:nvPr/>
            </p14:nvContentPartPr>
            <p14:xfrm>
              <a:off x="7158171" y="827890"/>
              <a:ext cx="324000" cy="107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9192130-CFAD-E5A3-73B0-3CF52CDAB2E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149171" y="819250"/>
                <a:ext cx="341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2847E26-EB7F-E2C8-5DBB-02DB29BF1BE1}"/>
                  </a:ext>
                </a:extLst>
              </p14:cNvPr>
              <p14:cNvContentPartPr/>
              <p14:nvPr/>
            </p14:nvContentPartPr>
            <p14:xfrm>
              <a:off x="7511691" y="858850"/>
              <a:ext cx="120240" cy="61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2847E26-EB7F-E2C8-5DBB-02DB29BF1BE1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502691" y="849850"/>
                <a:ext cx="137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96FA4F5-EBEE-B6C3-D7F7-7ED01E86E976}"/>
                  </a:ext>
                </a:extLst>
              </p14:cNvPr>
              <p14:cNvContentPartPr/>
              <p14:nvPr/>
            </p14:nvContentPartPr>
            <p14:xfrm>
              <a:off x="7643451" y="755530"/>
              <a:ext cx="124920" cy="1886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96FA4F5-EBEE-B6C3-D7F7-7ED01E86E97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634811" y="746530"/>
                <a:ext cx="1425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ADC45F-4F69-F192-1E57-462FFF02B7D6}"/>
                  </a:ext>
                </a:extLst>
              </p14:cNvPr>
              <p14:cNvContentPartPr/>
              <p14:nvPr/>
            </p14:nvContentPartPr>
            <p14:xfrm>
              <a:off x="7626891" y="854170"/>
              <a:ext cx="126360" cy="97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ADC45F-4F69-F192-1E57-462FFF02B7D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618251" y="845170"/>
                <a:ext cx="1440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FF297AF-F475-0ECE-687C-717777AD1F49}"/>
                  </a:ext>
                </a:extLst>
              </p14:cNvPr>
              <p14:cNvContentPartPr/>
              <p14:nvPr/>
            </p14:nvContentPartPr>
            <p14:xfrm>
              <a:off x="7752891" y="738970"/>
              <a:ext cx="248400" cy="168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FF297AF-F475-0ECE-687C-717777AD1F4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744251" y="730330"/>
                <a:ext cx="2660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5CD52C5-06F5-AFD1-142A-CD5DF2D6D909}"/>
                  </a:ext>
                </a:extLst>
              </p14:cNvPr>
              <p14:cNvContentPartPr/>
              <p14:nvPr/>
            </p14:nvContentPartPr>
            <p14:xfrm>
              <a:off x="7982931" y="776770"/>
              <a:ext cx="136800" cy="105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5CD52C5-06F5-AFD1-142A-CD5DF2D6D909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974291" y="767770"/>
                <a:ext cx="154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96828F4-F0A2-E689-7F02-C351F07C5056}"/>
                  </a:ext>
                </a:extLst>
              </p14:cNvPr>
              <p14:cNvContentPartPr/>
              <p14:nvPr/>
            </p14:nvContentPartPr>
            <p14:xfrm>
              <a:off x="8163651" y="837610"/>
              <a:ext cx="303120" cy="684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96828F4-F0A2-E689-7F02-C351F07C505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155011" y="828610"/>
                <a:ext cx="3207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90300A9-8AF1-E44D-1190-73BAB01E36E8}"/>
                  </a:ext>
                </a:extLst>
              </p14:cNvPr>
              <p14:cNvContentPartPr/>
              <p14:nvPr/>
            </p14:nvContentPartPr>
            <p14:xfrm>
              <a:off x="8567211" y="799090"/>
              <a:ext cx="149040" cy="723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90300A9-8AF1-E44D-1190-73BAB01E36E8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558211" y="790450"/>
                <a:ext cx="1666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18E81F9-8801-E41B-1BB2-FD4C111A0C47}"/>
                  </a:ext>
                </a:extLst>
              </p14:cNvPr>
              <p14:cNvContentPartPr/>
              <p14:nvPr/>
            </p14:nvContentPartPr>
            <p14:xfrm>
              <a:off x="8727771" y="684250"/>
              <a:ext cx="207720" cy="1875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18E81F9-8801-E41B-1BB2-FD4C111A0C4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718771" y="675610"/>
                <a:ext cx="2253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A83D338-CDF7-90FB-9D36-0F287982743A}"/>
                  </a:ext>
                </a:extLst>
              </p14:cNvPr>
              <p14:cNvContentPartPr/>
              <p14:nvPr/>
            </p14:nvContentPartPr>
            <p14:xfrm>
              <a:off x="8859171" y="710530"/>
              <a:ext cx="14400" cy="144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A83D338-CDF7-90FB-9D36-0F287982743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850171" y="701530"/>
                <a:ext cx="32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E736E2A-8CB7-8528-FE1B-F02D8F6E7277}"/>
                  </a:ext>
                </a:extLst>
              </p14:cNvPr>
              <p14:cNvContentPartPr/>
              <p14:nvPr/>
            </p14:nvContentPartPr>
            <p14:xfrm>
              <a:off x="9044571" y="793690"/>
              <a:ext cx="77040" cy="1274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E736E2A-8CB7-8528-FE1B-F02D8F6E727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035931" y="785050"/>
                <a:ext cx="946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1FB7322-8184-A5EA-A958-7A4A92699B94}"/>
                  </a:ext>
                </a:extLst>
              </p14:cNvPr>
              <p14:cNvContentPartPr/>
              <p14:nvPr/>
            </p14:nvContentPartPr>
            <p14:xfrm>
              <a:off x="9179931" y="617650"/>
              <a:ext cx="380160" cy="445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1FB7322-8184-A5EA-A958-7A4A92699B9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171291" y="609010"/>
                <a:ext cx="3978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11F3AB2-A62F-7040-0670-E9BF647BDE8E}"/>
                  </a:ext>
                </a:extLst>
              </p14:cNvPr>
              <p14:cNvContentPartPr/>
              <p14:nvPr/>
            </p14:nvContentPartPr>
            <p14:xfrm>
              <a:off x="7445451" y="1187890"/>
              <a:ext cx="230400" cy="1159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11F3AB2-A62F-7040-0670-E9BF647BDE8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436811" y="1179250"/>
                <a:ext cx="248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A424AEA-B14A-FD24-C865-E55A9466D999}"/>
                  </a:ext>
                </a:extLst>
              </p14:cNvPr>
              <p14:cNvContentPartPr/>
              <p14:nvPr/>
            </p14:nvContentPartPr>
            <p14:xfrm>
              <a:off x="7566771" y="1083850"/>
              <a:ext cx="126000" cy="2077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A424AEA-B14A-FD24-C865-E55A9466D999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558131" y="1075210"/>
                <a:ext cx="1436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2A4C7F0-EF28-1B43-D9FE-A30A817C5A24}"/>
                  </a:ext>
                </a:extLst>
              </p14:cNvPr>
              <p14:cNvContentPartPr/>
              <p14:nvPr/>
            </p14:nvContentPartPr>
            <p14:xfrm>
              <a:off x="7732011" y="1199410"/>
              <a:ext cx="98280" cy="864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2A4C7F0-EF28-1B43-D9FE-A30A817C5A2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723011" y="1190410"/>
                <a:ext cx="1159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D04904C-9EB0-D73E-819A-EEE037AB0E5A}"/>
                  </a:ext>
                </a:extLst>
              </p14:cNvPr>
              <p14:cNvContentPartPr/>
              <p14:nvPr/>
            </p14:nvContentPartPr>
            <p14:xfrm>
              <a:off x="7951611" y="1182490"/>
              <a:ext cx="228240" cy="1206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D04904C-9EB0-D73E-819A-EEE037AB0E5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942611" y="1173850"/>
                <a:ext cx="245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24F79D7-29C8-5382-DED2-4FC06B101EB9}"/>
                  </a:ext>
                </a:extLst>
              </p14:cNvPr>
              <p14:cNvContentPartPr/>
              <p14:nvPr/>
            </p14:nvContentPartPr>
            <p14:xfrm>
              <a:off x="8261571" y="1039210"/>
              <a:ext cx="83880" cy="2354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24F79D7-29C8-5382-DED2-4FC06B101EB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252931" y="1030210"/>
                <a:ext cx="1015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F47DBEC-D6F6-38C7-C9B6-03929570332F}"/>
                  </a:ext>
                </a:extLst>
              </p14:cNvPr>
              <p14:cNvContentPartPr/>
              <p14:nvPr/>
            </p14:nvContentPartPr>
            <p14:xfrm>
              <a:off x="8610771" y="1042090"/>
              <a:ext cx="138960" cy="2714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F47DBEC-D6F6-38C7-C9B6-03929570332F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601771" y="1033450"/>
                <a:ext cx="1566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8A61B82-1D81-CF6E-5E29-598C4FCE613C}"/>
                  </a:ext>
                </a:extLst>
              </p14:cNvPr>
              <p14:cNvContentPartPr/>
              <p14:nvPr/>
            </p14:nvContentPartPr>
            <p14:xfrm>
              <a:off x="8623011" y="1216690"/>
              <a:ext cx="99720" cy="26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8A61B82-1D81-CF6E-5E29-598C4FCE613C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614011" y="1207690"/>
                <a:ext cx="117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BFB612-7312-8A9D-28E2-743FDFEDBDED}"/>
                  </a:ext>
                </a:extLst>
              </p14:cNvPr>
              <p14:cNvContentPartPr/>
              <p14:nvPr/>
            </p14:nvContentPartPr>
            <p14:xfrm>
              <a:off x="8748651" y="1181410"/>
              <a:ext cx="77400" cy="626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BFB612-7312-8A9D-28E2-743FDFEDBDED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740011" y="1172410"/>
                <a:ext cx="950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FD7E88D-A9D0-7D4E-0B58-7B10502AAE3D}"/>
                  </a:ext>
                </a:extLst>
              </p14:cNvPr>
              <p14:cNvContentPartPr/>
              <p14:nvPr/>
            </p14:nvContentPartPr>
            <p14:xfrm>
              <a:off x="8907771" y="1124170"/>
              <a:ext cx="43560" cy="1152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FD7E88D-A9D0-7D4E-0B58-7B10502AAE3D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898771" y="1115530"/>
                <a:ext cx="612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AE713CB-1DEA-3873-A68F-0DADCAAB0A1F}"/>
                  </a:ext>
                </a:extLst>
              </p14:cNvPr>
              <p14:cNvContentPartPr/>
              <p14:nvPr/>
            </p14:nvContentPartPr>
            <p14:xfrm>
              <a:off x="9072651" y="1165930"/>
              <a:ext cx="262800" cy="70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AE713CB-1DEA-3873-A68F-0DADCAAB0A1F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063651" y="1157290"/>
                <a:ext cx="28044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EC58623-53A5-1E4B-5E5A-0127DB5DC391}"/>
              </a:ext>
            </a:extLst>
          </p:cNvPr>
          <p:cNvGrpSpPr/>
          <p:nvPr/>
        </p:nvGrpSpPr>
        <p:grpSpPr>
          <a:xfrm>
            <a:off x="9674931" y="999250"/>
            <a:ext cx="1413000" cy="282240"/>
            <a:chOff x="9674931" y="999250"/>
            <a:chExt cx="141300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C9CF3BB-D826-5A49-3CBC-D08F00956697}"/>
                    </a:ext>
                  </a:extLst>
                </p14:cNvPr>
                <p14:cNvContentPartPr/>
                <p14:nvPr/>
              </p14:nvContentPartPr>
              <p14:xfrm>
                <a:off x="9674931" y="1123810"/>
                <a:ext cx="113760" cy="157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C9CF3BB-D826-5A49-3CBC-D08F0095669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66291" y="1115170"/>
                  <a:ext cx="131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777355E-403C-0746-E5A5-0EF2F09FDE9E}"/>
                    </a:ext>
                  </a:extLst>
                </p14:cNvPr>
                <p14:cNvContentPartPr/>
                <p14:nvPr/>
              </p14:nvContentPartPr>
              <p14:xfrm>
                <a:off x="9866811" y="1194010"/>
                <a:ext cx="67680" cy="84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777355E-403C-0746-E5A5-0EF2F09FDE9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57811" y="1185370"/>
                  <a:ext cx="85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344D2DA-71DF-88F2-1AD8-F71C08782589}"/>
                    </a:ext>
                  </a:extLst>
                </p14:cNvPr>
                <p14:cNvContentPartPr/>
                <p14:nvPr/>
              </p14:nvContentPartPr>
              <p14:xfrm>
                <a:off x="9937371" y="999250"/>
                <a:ext cx="308880" cy="254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344D2DA-71DF-88F2-1AD8-F71C0878258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928371" y="990250"/>
                  <a:ext cx="326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DB9CD71-68CA-62EF-F7A7-31F0963394CB}"/>
                    </a:ext>
                  </a:extLst>
                </p14:cNvPr>
                <p14:cNvContentPartPr/>
                <p14:nvPr/>
              </p14:nvContentPartPr>
              <p14:xfrm>
                <a:off x="10288011" y="1023730"/>
                <a:ext cx="189720" cy="215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DB9CD71-68CA-62EF-F7A7-31F0963394C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79371" y="1014730"/>
                  <a:ext cx="207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CBBE1B6-AB0F-F9B0-3D5C-A6215162360F}"/>
                    </a:ext>
                  </a:extLst>
                </p14:cNvPr>
                <p14:cNvContentPartPr/>
                <p14:nvPr/>
              </p14:nvContentPartPr>
              <p14:xfrm>
                <a:off x="10442451" y="1056490"/>
                <a:ext cx="10440" cy="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CBBE1B6-AB0F-F9B0-3D5C-A6215162360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33451" y="1047850"/>
                  <a:ext cx="28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F92DE7A-FF06-D8A3-685F-02AF40399D34}"/>
                    </a:ext>
                  </a:extLst>
                </p14:cNvPr>
                <p14:cNvContentPartPr/>
                <p14:nvPr/>
              </p14:nvContentPartPr>
              <p14:xfrm>
                <a:off x="10571691" y="1172050"/>
                <a:ext cx="77040" cy="77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F92DE7A-FF06-D8A3-685F-02AF40399D3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562691" y="1163410"/>
                  <a:ext cx="94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E9358BA-77A1-3111-1636-A8C3419540A1}"/>
                    </a:ext>
                  </a:extLst>
                </p14:cNvPr>
                <p14:cNvContentPartPr/>
                <p14:nvPr/>
              </p14:nvContentPartPr>
              <p14:xfrm>
                <a:off x="10715331" y="1133170"/>
                <a:ext cx="213840" cy="102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E9358BA-77A1-3111-1636-A8C3419540A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06331" y="1124530"/>
                  <a:ext cx="231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3FBF504-59C9-F485-36A0-A44100718E71}"/>
                    </a:ext>
                  </a:extLst>
                </p14:cNvPr>
                <p14:cNvContentPartPr/>
                <p14:nvPr/>
              </p14:nvContentPartPr>
              <p14:xfrm>
                <a:off x="10972011" y="1110850"/>
                <a:ext cx="115920" cy="116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3FBF504-59C9-F485-36A0-A44100718E7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63371" y="1101850"/>
                  <a:ext cx="133560" cy="133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time: index n is not “time in seconds”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 labels samples; physical time appears only after a sampling rate is specified.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71600"/>
            <a:ext cx="384048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3611880"/>
            <a:ext cx="477316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25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Example sequence x[n]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3101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42809" y="356158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28509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4982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4690" y="223022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0390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56863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06571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2271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38744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8452" y="270571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4152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20625" y="3611880"/>
            <a:ext cx="0" cy="570586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70333" y="4132174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6033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2506" y="3611880"/>
            <a:ext cx="0" cy="1236269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2214" y="4797857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7914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4387" y="3611880"/>
            <a:ext cx="0" cy="38039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234095" y="394197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19795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2514600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x[n] is defined only at integer 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A shift x[n−n₀] changes the sample index, not the amplitude.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Normalized angular frequency ω has units rad/sample.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8521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16752" y="46817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752" y="4956048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48 kHz, one sample is 20.83 μs. A 2400-sample delay is 50 ms.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CBA48A3-2058-BA9B-CD18-C9CD27794F35}"/>
                  </a:ext>
                </a:extLst>
              </p14:cNvPr>
              <p14:cNvContentPartPr/>
              <p14:nvPr/>
            </p14:nvContentPartPr>
            <p14:xfrm>
              <a:off x="6843891" y="2418959"/>
              <a:ext cx="53280" cy="1148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CBA48A3-2058-BA9B-CD18-C9CD27794F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4891" y="2409959"/>
                <a:ext cx="70920" cy="11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C38E3B2-15FF-9439-3114-9BDAF9E9D367}"/>
                  </a:ext>
                </a:extLst>
              </p14:cNvPr>
              <p14:cNvContentPartPr/>
              <p14:nvPr/>
            </p14:nvContentPartPr>
            <p14:xfrm>
              <a:off x="7544811" y="1799759"/>
              <a:ext cx="82800" cy="1764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C38E3B2-15FF-9439-3114-9BDAF9E9D3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5811" y="1791119"/>
                <a:ext cx="100440" cy="17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56F934-7819-2213-F295-6D17791FEE9E}"/>
                  </a:ext>
                </a:extLst>
              </p14:cNvPr>
              <p14:cNvContentPartPr/>
              <p14:nvPr/>
            </p14:nvContentPartPr>
            <p14:xfrm>
              <a:off x="8162931" y="2852399"/>
              <a:ext cx="39600" cy="772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56F934-7819-2213-F295-6D17791FE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54291" y="2843759"/>
                <a:ext cx="57240" cy="79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84CA641-5463-849F-A2C4-D26E0E33B6D9}"/>
              </a:ext>
            </a:extLst>
          </p:cNvPr>
          <p:cNvGrpSpPr/>
          <p:nvPr/>
        </p:nvGrpSpPr>
        <p:grpSpPr>
          <a:xfrm>
            <a:off x="829011" y="4102679"/>
            <a:ext cx="802800" cy="300600"/>
            <a:chOff x="829011" y="4102679"/>
            <a:chExt cx="8028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0E0656-B42E-0B4C-C35C-DC65155E8762}"/>
                    </a:ext>
                  </a:extLst>
                </p14:cNvPr>
                <p14:cNvContentPartPr/>
                <p14:nvPr/>
              </p14:nvContentPartPr>
              <p14:xfrm>
                <a:off x="829011" y="4227959"/>
                <a:ext cx="120600" cy="133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0E0656-B42E-0B4C-C35C-DC65155E87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0011" y="4218959"/>
                  <a:ext cx="138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F87FD4-2A0B-8E83-1B39-C5EB7F511803}"/>
                    </a:ext>
                  </a:extLst>
                </p14:cNvPr>
                <p14:cNvContentPartPr/>
                <p14:nvPr/>
              </p14:nvContentPartPr>
              <p14:xfrm>
                <a:off x="984891" y="4128599"/>
                <a:ext cx="143640" cy="248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F87FD4-2A0B-8E83-1B39-C5EB7F511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251" y="4119599"/>
                  <a:ext cx="161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D45F0E-C361-0452-EA3C-4599EF0C2B17}"/>
                    </a:ext>
                  </a:extLst>
                </p14:cNvPr>
                <p14:cNvContentPartPr/>
                <p14:nvPr/>
              </p14:nvContentPartPr>
              <p14:xfrm>
                <a:off x="1128891" y="4270799"/>
                <a:ext cx="123480" cy="51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D45F0E-C361-0452-EA3C-4599EF0C2B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9891" y="4261799"/>
                  <a:ext cx="141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22D47A-14F1-38B7-F540-725109AF853E}"/>
                    </a:ext>
                  </a:extLst>
                </p14:cNvPr>
                <p14:cNvContentPartPr/>
                <p14:nvPr/>
              </p14:nvContentPartPr>
              <p14:xfrm>
                <a:off x="1231851" y="4102679"/>
                <a:ext cx="119880" cy="300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22D47A-14F1-38B7-F540-725109AF85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22851" y="4093679"/>
                  <a:ext cx="1375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ECADE8-E2BD-E70C-0C83-5B9E625D7629}"/>
                    </a:ext>
                  </a:extLst>
                </p14:cNvPr>
                <p14:cNvContentPartPr/>
                <p14:nvPr/>
              </p14:nvContentPartPr>
              <p14:xfrm>
                <a:off x="1500051" y="4346039"/>
                <a:ext cx="131760" cy="2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ECADE8-E2BD-E70C-0C83-5B9E625D76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91051" y="4337399"/>
                  <a:ext cx="149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94F4B9-B933-4D89-D6D9-D794C198B0B8}"/>
                    </a:ext>
                  </a:extLst>
                </p14:cNvPr>
                <p14:cNvContentPartPr/>
                <p14:nvPr/>
              </p14:nvContentPartPr>
              <p14:xfrm>
                <a:off x="1484571" y="4275839"/>
                <a:ext cx="141840" cy="11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94F4B9-B933-4D89-D6D9-D794C198B0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75931" y="4266839"/>
                  <a:ext cx="15948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B762A3B-0D7F-C694-95D9-EB25690E6BD1}"/>
              </a:ext>
            </a:extLst>
          </p:cNvPr>
          <p:cNvGrpSpPr/>
          <p:nvPr/>
        </p:nvGrpSpPr>
        <p:grpSpPr>
          <a:xfrm>
            <a:off x="1882371" y="4205639"/>
            <a:ext cx="335520" cy="210600"/>
            <a:chOff x="1882371" y="4205639"/>
            <a:chExt cx="3355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7E889E-0D26-C30B-CDC3-4DB080D3D8A9}"/>
                    </a:ext>
                  </a:extLst>
                </p14:cNvPr>
                <p14:cNvContentPartPr/>
                <p14:nvPr/>
              </p14:nvContentPartPr>
              <p14:xfrm>
                <a:off x="1882371" y="4205639"/>
                <a:ext cx="230400" cy="137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7E889E-0D26-C30B-CDC3-4DB080D3D8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73371" y="4196999"/>
                  <a:ext cx="248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34A28F-5A63-2BAD-1883-F76C5C2EECC1}"/>
                    </a:ext>
                  </a:extLst>
                </p14:cNvPr>
                <p14:cNvContentPartPr/>
                <p14:nvPr/>
              </p14:nvContentPartPr>
              <p14:xfrm>
                <a:off x="2170371" y="4369079"/>
                <a:ext cx="47520" cy="4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34A28F-5A63-2BAD-1883-F76C5C2EEC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61371" y="4360439"/>
                  <a:ext cx="6516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224F26C-E92C-197C-5519-77CE4BB2AB1F}"/>
                  </a:ext>
                </a:extLst>
              </p14:cNvPr>
              <p14:cNvContentPartPr/>
              <p14:nvPr/>
            </p14:nvContentPartPr>
            <p14:xfrm>
              <a:off x="2411931" y="4170719"/>
              <a:ext cx="144000" cy="150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224F26C-E92C-197C-5519-77CE4BB2AB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02931" y="4162079"/>
                <a:ext cx="16164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88946C4-6C36-5783-90CB-1EBA1A27B8DA}"/>
              </a:ext>
            </a:extLst>
          </p:cNvPr>
          <p:cNvGrpSpPr/>
          <p:nvPr/>
        </p:nvGrpSpPr>
        <p:grpSpPr>
          <a:xfrm>
            <a:off x="2756091" y="4145159"/>
            <a:ext cx="441720" cy="296640"/>
            <a:chOff x="2756091" y="4145159"/>
            <a:chExt cx="44172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E92758-2754-B16B-D5D0-D3FC62C4E899}"/>
                    </a:ext>
                  </a:extLst>
                </p14:cNvPr>
                <p14:cNvContentPartPr/>
                <p14:nvPr/>
              </p14:nvContentPartPr>
              <p14:xfrm>
                <a:off x="2756091" y="4352879"/>
                <a:ext cx="47520" cy="71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E92758-2754-B16B-D5D0-D3FC62C4E8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47451" y="4343879"/>
                  <a:ext cx="65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3DFB33-1076-C56C-1998-29D87ECA7571}"/>
                    </a:ext>
                  </a:extLst>
                </p14:cNvPr>
                <p14:cNvContentPartPr/>
                <p14:nvPr/>
              </p14:nvContentPartPr>
              <p14:xfrm>
                <a:off x="2901891" y="4145159"/>
                <a:ext cx="151920" cy="192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3DFB33-1076-C56C-1998-29D87ECA75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92891" y="4136159"/>
                  <a:ext cx="169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234CB0-576B-5027-9D0E-27DCD67F25B2}"/>
                    </a:ext>
                  </a:extLst>
                </p14:cNvPr>
                <p14:cNvContentPartPr/>
                <p14:nvPr/>
              </p14:nvContentPartPr>
              <p14:xfrm>
                <a:off x="3162891" y="4374839"/>
                <a:ext cx="34920" cy="66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234CB0-576B-5027-9D0E-27DCD67F25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53891" y="4365839"/>
                  <a:ext cx="5256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B066272-776A-C173-7DC5-38A6AA2AF13D}"/>
                  </a:ext>
                </a:extLst>
              </p14:cNvPr>
              <p14:cNvContentPartPr/>
              <p14:nvPr/>
            </p14:nvContentPartPr>
            <p14:xfrm>
              <a:off x="3427491" y="4216079"/>
              <a:ext cx="55800" cy="131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B066272-776A-C173-7DC5-38A6AA2AF1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18491" y="4207079"/>
                <a:ext cx="7344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1C1312E3-710F-6573-8D31-D56ECF41AABB}"/>
              </a:ext>
            </a:extLst>
          </p:cNvPr>
          <p:cNvGrpSpPr/>
          <p:nvPr/>
        </p:nvGrpSpPr>
        <p:grpSpPr>
          <a:xfrm>
            <a:off x="1927731" y="4539359"/>
            <a:ext cx="105840" cy="195120"/>
            <a:chOff x="1927731" y="4539359"/>
            <a:chExt cx="10584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501D071-C13C-ADD1-B4C0-040ADFE3EB97}"/>
                    </a:ext>
                  </a:extLst>
                </p14:cNvPr>
                <p14:cNvContentPartPr/>
                <p14:nvPr/>
              </p14:nvContentPartPr>
              <p14:xfrm>
                <a:off x="1959411" y="4572839"/>
                <a:ext cx="17640" cy="161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501D071-C13C-ADD1-B4C0-040ADFE3EB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50411" y="4563839"/>
                  <a:ext cx="35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01B906-582B-B0C4-179F-0896D9EA90B9}"/>
                    </a:ext>
                  </a:extLst>
                </p14:cNvPr>
                <p14:cNvContentPartPr/>
                <p14:nvPr/>
              </p14:nvContentPartPr>
              <p14:xfrm>
                <a:off x="1927731" y="4539359"/>
                <a:ext cx="105840" cy="76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01B906-582B-B0C4-179F-0896D9EA90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19091" y="4530359"/>
                  <a:ext cx="1234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1915673-A937-819F-717E-0CB4A928A945}"/>
              </a:ext>
            </a:extLst>
          </p:cNvPr>
          <p:cNvGrpSpPr/>
          <p:nvPr/>
        </p:nvGrpSpPr>
        <p:grpSpPr>
          <a:xfrm>
            <a:off x="1746291" y="4977119"/>
            <a:ext cx="444960" cy="115920"/>
            <a:chOff x="1746291" y="4977119"/>
            <a:chExt cx="44496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F092CD-1EB9-434A-B5F6-049803E6ECE3}"/>
                    </a:ext>
                  </a:extLst>
                </p14:cNvPr>
                <p14:cNvContentPartPr/>
                <p14:nvPr/>
              </p14:nvContentPartPr>
              <p14:xfrm>
                <a:off x="1746291" y="4977119"/>
                <a:ext cx="93240" cy="7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F092CD-1EB9-434A-B5F6-049803E6EC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37291" y="4968119"/>
                  <a:ext cx="11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E1EDA5-1432-EA29-97CD-CE9F58D7BCC7}"/>
                    </a:ext>
                  </a:extLst>
                </p14:cNvPr>
                <p14:cNvContentPartPr/>
                <p14:nvPr/>
              </p14:nvContentPartPr>
              <p14:xfrm>
                <a:off x="1937451" y="5035799"/>
                <a:ext cx="72000" cy="34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E1EDA5-1432-EA29-97CD-CE9F58D7BC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8811" y="5026799"/>
                  <a:ext cx="89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E0726FC-BE64-C8E5-072C-61D4FE4B9CE1}"/>
                    </a:ext>
                  </a:extLst>
                </p14:cNvPr>
                <p14:cNvContentPartPr/>
                <p14:nvPr/>
              </p14:nvContentPartPr>
              <p14:xfrm>
                <a:off x="1926651" y="4982519"/>
                <a:ext cx="831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E0726FC-BE64-C8E5-072C-61D4FE4B9C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18011" y="4973519"/>
                  <a:ext cx="100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C27C45-3F02-C310-9A4D-BD2023DFD661}"/>
                    </a:ext>
                  </a:extLst>
                </p14:cNvPr>
                <p14:cNvContentPartPr/>
                <p14:nvPr/>
              </p14:nvContentPartPr>
              <p14:xfrm>
                <a:off x="2071371" y="4992599"/>
                <a:ext cx="119880" cy="100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C27C45-3F02-C310-9A4D-BD2023DFD6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2371" y="4983599"/>
                  <a:ext cx="13752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E774A70-327C-B189-0D06-49E814002C38}"/>
              </a:ext>
            </a:extLst>
          </p:cNvPr>
          <p:cNvGrpSpPr/>
          <p:nvPr/>
        </p:nvGrpSpPr>
        <p:grpSpPr>
          <a:xfrm>
            <a:off x="2443611" y="4577519"/>
            <a:ext cx="87480" cy="219960"/>
            <a:chOff x="2443611" y="4577519"/>
            <a:chExt cx="8748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B77BBF-27DD-E252-FEE8-199C137C5B07}"/>
                    </a:ext>
                  </a:extLst>
                </p14:cNvPr>
                <p14:cNvContentPartPr/>
                <p14:nvPr/>
              </p14:nvContentPartPr>
              <p14:xfrm>
                <a:off x="2476371" y="4604519"/>
                <a:ext cx="37440" cy="192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B77BBF-27DD-E252-FEE8-199C137C5B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67731" y="4595879"/>
                  <a:ext cx="55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C1004A-5976-E941-AF8F-B617E65895B9}"/>
                    </a:ext>
                  </a:extLst>
                </p14:cNvPr>
                <p14:cNvContentPartPr/>
                <p14:nvPr/>
              </p14:nvContentPartPr>
              <p14:xfrm>
                <a:off x="2443611" y="4577519"/>
                <a:ext cx="87480" cy="69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C1004A-5976-E941-AF8F-B617E65895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34971" y="4568519"/>
                  <a:ext cx="1051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1579A12-F42B-1317-7A7D-1453F841E06E}"/>
              </a:ext>
            </a:extLst>
          </p:cNvPr>
          <p:cNvGrpSpPr/>
          <p:nvPr/>
        </p:nvGrpSpPr>
        <p:grpSpPr>
          <a:xfrm>
            <a:off x="2495091" y="4955159"/>
            <a:ext cx="448560" cy="116280"/>
            <a:chOff x="2495091" y="4955159"/>
            <a:chExt cx="44856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81BFBAA-1FA4-7397-E62C-E68756173D01}"/>
                    </a:ext>
                  </a:extLst>
                </p14:cNvPr>
                <p14:cNvContentPartPr/>
                <p14:nvPr/>
              </p14:nvContentPartPr>
              <p14:xfrm>
                <a:off x="2495091" y="4965959"/>
                <a:ext cx="142200" cy="95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81BFBAA-1FA4-7397-E62C-E68756173D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6451" y="4957319"/>
                  <a:ext cx="159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B2C255E-0E12-D9C4-C449-BEF26FF9F6E1}"/>
                    </a:ext>
                  </a:extLst>
                </p14:cNvPr>
                <p14:cNvContentPartPr/>
                <p14:nvPr/>
              </p14:nvContentPartPr>
              <p14:xfrm>
                <a:off x="2708211" y="5015999"/>
                <a:ext cx="57240" cy="21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B2C255E-0E12-D9C4-C449-BEF26FF9F6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99211" y="5006999"/>
                  <a:ext cx="74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1E139C-0A86-1EDD-ADEB-C2054E9D03F8}"/>
                    </a:ext>
                  </a:extLst>
                </p14:cNvPr>
                <p14:cNvContentPartPr/>
                <p14:nvPr/>
              </p14:nvContentPartPr>
              <p14:xfrm>
                <a:off x="2698851" y="4976039"/>
                <a:ext cx="88200" cy="6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1E139C-0A86-1EDD-ADEB-C2054E9D03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90211" y="4967039"/>
                  <a:ext cx="105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DE30715-F30B-0BBA-0B42-D85EEDB865C9}"/>
                    </a:ext>
                  </a:extLst>
                </p14:cNvPr>
                <p14:cNvContentPartPr/>
                <p14:nvPr/>
              </p14:nvContentPartPr>
              <p14:xfrm>
                <a:off x="2918091" y="4955159"/>
                <a:ext cx="25560" cy="116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DE30715-F30B-0BBA-0B42-D85EEDB865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09451" y="4946159"/>
                  <a:ext cx="4320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5F48BB-5370-799F-341A-394E9107099F}"/>
              </a:ext>
            </a:extLst>
          </p:cNvPr>
          <p:cNvGrpSpPr/>
          <p:nvPr/>
        </p:nvGrpSpPr>
        <p:grpSpPr>
          <a:xfrm>
            <a:off x="3009891" y="4506239"/>
            <a:ext cx="217800" cy="228240"/>
            <a:chOff x="3009891" y="4506239"/>
            <a:chExt cx="21780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4279FA-319B-020C-FCBF-A33572A1C4C6}"/>
                    </a:ext>
                  </a:extLst>
                </p14:cNvPr>
                <p14:cNvContentPartPr/>
                <p14:nvPr/>
              </p14:nvContentPartPr>
              <p14:xfrm>
                <a:off x="3011331" y="4506239"/>
                <a:ext cx="216360" cy="22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4279FA-319B-020C-FCBF-A33572A1C4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02331" y="4497239"/>
                  <a:ext cx="234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D298B1-97DD-AE8B-188A-1A48F6B63F8D}"/>
                    </a:ext>
                  </a:extLst>
                </p14:cNvPr>
                <p14:cNvContentPartPr/>
                <p14:nvPr/>
              </p14:nvContentPartPr>
              <p14:xfrm>
                <a:off x="3009891" y="4511639"/>
                <a:ext cx="69480" cy="76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D298B1-97DD-AE8B-188A-1A48F6B63F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00891" y="4502639"/>
                  <a:ext cx="871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0812507-2F21-8382-2F3E-9B6B24699A61}"/>
              </a:ext>
            </a:extLst>
          </p:cNvPr>
          <p:cNvGrpSpPr/>
          <p:nvPr/>
        </p:nvGrpSpPr>
        <p:grpSpPr>
          <a:xfrm>
            <a:off x="3257571" y="4907999"/>
            <a:ext cx="536400" cy="129600"/>
            <a:chOff x="3257571" y="4907999"/>
            <a:chExt cx="53640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ABDFF8-F91F-4A16-C4DD-10847E73D50C}"/>
                    </a:ext>
                  </a:extLst>
                </p14:cNvPr>
                <p14:cNvContentPartPr/>
                <p14:nvPr/>
              </p14:nvContentPartPr>
              <p14:xfrm>
                <a:off x="3257571" y="4916639"/>
                <a:ext cx="118080" cy="10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ABDFF8-F91F-4A16-C4DD-10847E73D50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48931" y="4907999"/>
                  <a:ext cx="135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62FB180-2AE0-596D-0BE5-0BC70C3301D5}"/>
                    </a:ext>
                  </a:extLst>
                </p14:cNvPr>
                <p14:cNvContentPartPr/>
                <p14:nvPr/>
              </p14:nvContentPartPr>
              <p14:xfrm>
                <a:off x="3468171" y="4978199"/>
                <a:ext cx="79920" cy="32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62FB180-2AE0-596D-0BE5-0BC70C3301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59531" y="4969559"/>
                  <a:ext cx="9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774811-4A47-1EAE-D3A9-D6F396080FB9}"/>
                    </a:ext>
                  </a:extLst>
                </p14:cNvPr>
                <p14:cNvContentPartPr/>
                <p14:nvPr/>
              </p14:nvContentPartPr>
              <p14:xfrm>
                <a:off x="3459171" y="4954799"/>
                <a:ext cx="94320" cy="11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774811-4A47-1EAE-D3A9-D6F396080F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0531" y="4945799"/>
                  <a:ext cx="111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F88539-2B04-3EB3-D806-D895DE06CFDA}"/>
                    </a:ext>
                  </a:extLst>
                </p14:cNvPr>
                <p14:cNvContentPartPr/>
                <p14:nvPr/>
              </p14:nvContentPartPr>
              <p14:xfrm>
                <a:off x="3646371" y="4907999"/>
                <a:ext cx="147600" cy="129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F88539-2B04-3EB3-D806-D895DE06CF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37731" y="4899359"/>
                  <a:ext cx="165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347717E-C779-64B8-F0C1-6CFBA4ADA1AC}"/>
              </a:ext>
            </a:extLst>
          </p:cNvPr>
          <p:cNvGrpSpPr/>
          <p:nvPr/>
        </p:nvGrpSpPr>
        <p:grpSpPr>
          <a:xfrm>
            <a:off x="821091" y="5464199"/>
            <a:ext cx="837720" cy="185760"/>
            <a:chOff x="821091" y="5464199"/>
            <a:chExt cx="83772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5A94765-449C-2855-8139-9D76EF18F604}"/>
                    </a:ext>
                  </a:extLst>
                </p14:cNvPr>
                <p14:cNvContentPartPr/>
                <p14:nvPr/>
              </p14:nvContentPartPr>
              <p14:xfrm>
                <a:off x="821091" y="5535479"/>
                <a:ext cx="177480" cy="114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5A94765-449C-2855-8139-9D76EF18F6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2451" y="5526839"/>
                  <a:ext cx="195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DA3F7-2FD3-FB81-AE74-49686F29D0F9}"/>
                    </a:ext>
                  </a:extLst>
                </p14:cNvPr>
                <p14:cNvContentPartPr/>
                <p14:nvPr/>
              </p14:nvContentPartPr>
              <p14:xfrm>
                <a:off x="1124931" y="5588039"/>
                <a:ext cx="112680" cy="2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DA3F7-2FD3-FB81-AE74-49686F29D0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5931" y="5579399"/>
                  <a:ext cx="130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A3EA92-0892-652A-19D2-8394F724BFB4}"/>
                    </a:ext>
                  </a:extLst>
                </p14:cNvPr>
                <p14:cNvContentPartPr/>
                <p14:nvPr/>
              </p14:nvContentPartPr>
              <p14:xfrm>
                <a:off x="1122771" y="5529359"/>
                <a:ext cx="136800" cy="17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A3EA92-0892-652A-19D2-8394F724B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771" y="5520359"/>
                  <a:ext cx="154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64F63D-F7D8-6E2B-46E7-3E8F453D438C}"/>
                    </a:ext>
                  </a:extLst>
                </p14:cNvPr>
                <p14:cNvContentPartPr/>
                <p14:nvPr/>
              </p14:nvContentPartPr>
              <p14:xfrm>
                <a:off x="1354971" y="5464199"/>
                <a:ext cx="73080" cy="165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64F63D-F7D8-6E2B-46E7-3E8F453D43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46331" y="5455559"/>
                  <a:ext cx="90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9524-8ADE-A399-CE08-476DDCEC4BA6}"/>
                    </a:ext>
                  </a:extLst>
                </p14:cNvPr>
                <p14:cNvContentPartPr/>
                <p14:nvPr/>
              </p14:nvContentPartPr>
              <p14:xfrm>
                <a:off x="1506891" y="5480039"/>
                <a:ext cx="151920" cy="133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9524-8ADE-A399-CE08-476DDCEC4B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97891" y="5471399"/>
                  <a:ext cx="1695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BEAECA3-C271-EC6A-C5AA-A8B7FD8236F0}"/>
              </a:ext>
            </a:extLst>
          </p:cNvPr>
          <p:cNvGrpSpPr/>
          <p:nvPr/>
        </p:nvGrpSpPr>
        <p:grpSpPr>
          <a:xfrm>
            <a:off x="2073891" y="5387519"/>
            <a:ext cx="302400" cy="239760"/>
            <a:chOff x="2073891" y="5387519"/>
            <a:chExt cx="30240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60EC822-D294-A5C4-EC14-E50190229E67}"/>
                    </a:ext>
                  </a:extLst>
                </p14:cNvPr>
                <p14:cNvContentPartPr/>
                <p14:nvPr/>
              </p14:nvContentPartPr>
              <p14:xfrm>
                <a:off x="2073891" y="5505599"/>
                <a:ext cx="165240" cy="121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60EC822-D294-A5C4-EC14-E50190229E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5251" y="5496959"/>
                  <a:ext cx="182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F97406-00E9-1F7B-AC40-DB1E17A9D1EC}"/>
                    </a:ext>
                  </a:extLst>
                </p14:cNvPr>
                <p14:cNvContentPartPr/>
                <p14:nvPr/>
              </p14:nvContentPartPr>
              <p14:xfrm>
                <a:off x="2277651" y="5387519"/>
                <a:ext cx="61200" cy="209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F97406-00E9-1F7B-AC40-DB1E17A9D1E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68651" y="5378879"/>
                  <a:ext cx="78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07E5FC-A0BA-AF48-D288-2AFA8FB41B19}"/>
                    </a:ext>
                  </a:extLst>
                </p14:cNvPr>
                <p14:cNvContentPartPr/>
                <p14:nvPr/>
              </p14:nvContentPartPr>
              <p14:xfrm>
                <a:off x="2209611" y="5534399"/>
                <a:ext cx="166680" cy="23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07E5FC-A0BA-AF48-D288-2AFA8FB41B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00971" y="5525759"/>
                  <a:ext cx="1843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A10695A-117A-B130-351C-0E397BD4AD67}"/>
              </a:ext>
            </a:extLst>
          </p:cNvPr>
          <p:cNvGrpSpPr/>
          <p:nvPr/>
        </p:nvGrpSpPr>
        <p:grpSpPr>
          <a:xfrm>
            <a:off x="2573211" y="5365919"/>
            <a:ext cx="897120" cy="241920"/>
            <a:chOff x="2573211" y="5365919"/>
            <a:chExt cx="8971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3E8CFE-8256-821B-7E88-B39A9F5D9F1A}"/>
                    </a:ext>
                  </a:extLst>
                </p14:cNvPr>
                <p14:cNvContentPartPr/>
                <p14:nvPr/>
              </p14:nvContentPartPr>
              <p14:xfrm>
                <a:off x="2573211" y="5481479"/>
                <a:ext cx="174960" cy="10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3E8CFE-8256-821B-7E88-B39A9F5D9F1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64571" y="5472839"/>
                  <a:ext cx="192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EC60F03-E980-4098-1E33-26F98EF9C910}"/>
                    </a:ext>
                  </a:extLst>
                </p14:cNvPr>
                <p14:cNvContentPartPr/>
                <p14:nvPr/>
              </p14:nvContentPartPr>
              <p14:xfrm>
                <a:off x="2792451" y="5382119"/>
                <a:ext cx="307080" cy="218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EC60F03-E980-4098-1E33-26F98EF9C91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83451" y="5373479"/>
                  <a:ext cx="32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AA8E345-EB4C-3810-CA01-7187E696A68C}"/>
                    </a:ext>
                  </a:extLst>
                </p14:cNvPr>
                <p14:cNvContentPartPr/>
                <p14:nvPr/>
              </p14:nvContentPartPr>
              <p14:xfrm>
                <a:off x="2962011" y="5375639"/>
                <a:ext cx="5400" cy="18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AA8E345-EB4C-3810-CA01-7187E696A68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3371" y="5366639"/>
                  <a:ext cx="2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52CF649-E8D7-9D69-2960-18C2169EE4BD}"/>
                    </a:ext>
                  </a:extLst>
                </p14:cNvPr>
                <p14:cNvContentPartPr/>
                <p14:nvPr/>
              </p14:nvContentPartPr>
              <p14:xfrm>
                <a:off x="3169371" y="5365919"/>
                <a:ext cx="300960" cy="241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52CF649-E8D7-9D69-2960-18C2169EE4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60731" y="5356919"/>
                  <a:ext cx="31860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E8F514-9A3B-2A1B-0A5B-8FCFF98106E7}"/>
              </a:ext>
            </a:extLst>
          </p:cNvPr>
          <p:cNvGrpSpPr/>
          <p:nvPr/>
        </p:nvGrpSpPr>
        <p:grpSpPr>
          <a:xfrm>
            <a:off x="3668331" y="5360159"/>
            <a:ext cx="678600" cy="219960"/>
            <a:chOff x="3668331" y="5360159"/>
            <a:chExt cx="67860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A301C2B-9B96-77DD-0F35-BF3336D9AB8C}"/>
                    </a:ext>
                  </a:extLst>
                </p14:cNvPr>
                <p14:cNvContentPartPr/>
                <p14:nvPr/>
              </p14:nvContentPartPr>
              <p14:xfrm>
                <a:off x="3668331" y="5365919"/>
                <a:ext cx="255600" cy="21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A301C2B-9B96-77DD-0F35-BF3336D9AB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59691" y="5356919"/>
                  <a:ext cx="273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9D823E1-0E4A-382B-9BC3-5758574B6255}"/>
                    </a:ext>
                  </a:extLst>
                </p14:cNvPr>
                <p14:cNvContentPartPr/>
                <p14:nvPr/>
              </p14:nvContentPartPr>
              <p14:xfrm>
                <a:off x="3843651" y="5360159"/>
                <a:ext cx="17280" cy="32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9D823E1-0E4A-382B-9BC3-5758574B62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4651" y="5351519"/>
                  <a:ext cx="34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FA7EF05-146B-E1F4-CA17-033E99920252}"/>
                    </a:ext>
                  </a:extLst>
                </p14:cNvPr>
                <p14:cNvContentPartPr/>
                <p14:nvPr/>
              </p14:nvContentPartPr>
              <p14:xfrm>
                <a:off x="3975051" y="5440079"/>
                <a:ext cx="371880" cy="118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FA7EF05-146B-E1F4-CA17-033E999202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66051" y="5431079"/>
                  <a:ext cx="3895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76CDBFF-09A9-A0BB-5A82-BCF167052FFD}"/>
              </a:ext>
            </a:extLst>
          </p:cNvPr>
          <p:cNvGrpSpPr/>
          <p:nvPr/>
        </p:nvGrpSpPr>
        <p:grpSpPr>
          <a:xfrm>
            <a:off x="4609371" y="5272679"/>
            <a:ext cx="543600" cy="280440"/>
            <a:chOff x="4609371" y="5272679"/>
            <a:chExt cx="5436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5EE530C-18EA-F56E-E53E-DDE5BAE15C8A}"/>
                    </a:ext>
                  </a:extLst>
                </p14:cNvPr>
                <p14:cNvContentPartPr/>
                <p14:nvPr/>
              </p14:nvContentPartPr>
              <p14:xfrm>
                <a:off x="4609371" y="5272679"/>
                <a:ext cx="86400" cy="273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5EE530C-18EA-F56E-E53E-DDE5BAE15C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00731" y="5263679"/>
                  <a:ext cx="104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6EBD022-2C1E-64C7-5127-5D2C00F61776}"/>
                    </a:ext>
                  </a:extLst>
                </p14:cNvPr>
                <p14:cNvContentPartPr/>
                <p14:nvPr/>
              </p14:nvContentPartPr>
              <p14:xfrm>
                <a:off x="4738251" y="5400119"/>
                <a:ext cx="310680" cy="142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6EBD022-2C1E-64C7-5127-5D2C00F6177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9611" y="5391119"/>
                  <a:ext cx="328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883364-2A67-4C5D-B546-809A65AB57FD}"/>
                    </a:ext>
                  </a:extLst>
                </p14:cNvPr>
                <p14:cNvContentPartPr/>
                <p14:nvPr/>
              </p14:nvContentPartPr>
              <p14:xfrm>
                <a:off x="5066211" y="5401559"/>
                <a:ext cx="86760" cy="151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883364-2A67-4C5D-B546-809A65AB57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57571" y="5392919"/>
                  <a:ext cx="1044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0C7CBDC-23A3-0148-3267-D044DA5EFA33}"/>
              </a:ext>
            </a:extLst>
          </p:cNvPr>
          <p:cNvGrpSpPr/>
          <p:nvPr/>
        </p:nvGrpSpPr>
        <p:grpSpPr>
          <a:xfrm>
            <a:off x="2086131" y="5710799"/>
            <a:ext cx="213840" cy="176040"/>
            <a:chOff x="2086131" y="5710799"/>
            <a:chExt cx="21384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94F1E2-6383-DD7B-F069-9F89691D7EBD}"/>
                    </a:ext>
                  </a:extLst>
                </p14:cNvPr>
                <p14:cNvContentPartPr/>
                <p14:nvPr/>
              </p14:nvContentPartPr>
              <p14:xfrm>
                <a:off x="2140851" y="5836799"/>
                <a:ext cx="7560" cy="33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94F1E2-6383-DD7B-F069-9F89691D7EB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31851" y="5827799"/>
                  <a:ext cx="25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257391-5B17-3ACE-0DE0-0D01BC8D2FB1}"/>
                    </a:ext>
                  </a:extLst>
                </p14:cNvPr>
                <p14:cNvContentPartPr/>
                <p14:nvPr/>
              </p14:nvContentPartPr>
              <p14:xfrm>
                <a:off x="2086131" y="5710799"/>
                <a:ext cx="8280" cy="28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257391-5B17-3ACE-0DE0-0D01BC8D2F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77131" y="5701799"/>
                  <a:ext cx="25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219275-8DD1-8AF8-6D7F-88F669229422}"/>
                    </a:ext>
                  </a:extLst>
                </p14:cNvPr>
                <p14:cNvContentPartPr/>
                <p14:nvPr/>
              </p14:nvContentPartPr>
              <p14:xfrm>
                <a:off x="2200971" y="5716199"/>
                <a:ext cx="65520" cy="170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219275-8DD1-8AF8-6D7F-88F6692294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91971" y="5707199"/>
                  <a:ext cx="83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0E6E3F2-1A61-3494-67FF-E963D4C4BD6A}"/>
                    </a:ext>
                  </a:extLst>
                </p14:cNvPr>
                <p14:cNvContentPartPr/>
                <p14:nvPr/>
              </p14:nvContentPartPr>
              <p14:xfrm>
                <a:off x="2180811" y="5830679"/>
                <a:ext cx="119160" cy="11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0E6E3F2-1A61-3494-67FF-E963D4C4BD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71811" y="5822039"/>
                  <a:ext cx="1368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C521B75-F45E-9AD6-B899-39A55F7D2A48}"/>
              </a:ext>
            </a:extLst>
          </p:cNvPr>
          <p:cNvGrpSpPr/>
          <p:nvPr/>
        </p:nvGrpSpPr>
        <p:grpSpPr>
          <a:xfrm>
            <a:off x="2540091" y="5712239"/>
            <a:ext cx="1184400" cy="250560"/>
            <a:chOff x="2540091" y="5712239"/>
            <a:chExt cx="118440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1F5721-74F6-9C9C-8AAD-5DF21C01C31B}"/>
                    </a:ext>
                  </a:extLst>
                </p14:cNvPr>
                <p14:cNvContentPartPr/>
                <p14:nvPr/>
              </p14:nvContentPartPr>
              <p14:xfrm>
                <a:off x="2540091" y="5712599"/>
                <a:ext cx="208440" cy="184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1F5721-74F6-9C9C-8AAD-5DF21C01C3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31451" y="5703599"/>
                  <a:ext cx="22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865E3E9-0F96-948F-5E44-483C41ECD18D}"/>
                    </a:ext>
                  </a:extLst>
                </p14:cNvPr>
                <p14:cNvContentPartPr/>
                <p14:nvPr/>
              </p14:nvContentPartPr>
              <p14:xfrm>
                <a:off x="2774451" y="5825639"/>
                <a:ext cx="110520" cy="60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865E3E9-0F96-948F-5E44-483C41ECD1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65451" y="5816999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C0178ED-994E-93E9-083F-2F6147730ECD}"/>
                    </a:ext>
                  </a:extLst>
                </p14:cNvPr>
                <p14:cNvContentPartPr/>
                <p14:nvPr/>
              </p14:nvContentPartPr>
              <p14:xfrm>
                <a:off x="2990091" y="5824559"/>
                <a:ext cx="32040" cy="138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C0178ED-994E-93E9-083F-2F6147730E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1451" y="5815559"/>
                  <a:ext cx="49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B256B32-CE0D-D765-6FE9-FC8279A1598F}"/>
                    </a:ext>
                  </a:extLst>
                </p14:cNvPr>
                <p14:cNvContentPartPr/>
                <p14:nvPr/>
              </p14:nvContentPartPr>
              <p14:xfrm>
                <a:off x="3095571" y="5799359"/>
                <a:ext cx="62280" cy="155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B256B32-CE0D-D765-6FE9-FC8279A159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86931" y="5790359"/>
                  <a:ext cx="79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116B13-4873-420B-8941-59611E1E9CF7}"/>
                    </a:ext>
                  </a:extLst>
                </p14:cNvPr>
                <p14:cNvContentPartPr/>
                <p14:nvPr/>
              </p14:nvContentPartPr>
              <p14:xfrm>
                <a:off x="3180171" y="5759039"/>
                <a:ext cx="263520" cy="106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116B13-4873-420B-8941-59611E1E9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71171" y="5750399"/>
                  <a:ext cx="281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1C130AB-D53B-5C67-5F08-06B9C4461075}"/>
                    </a:ext>
                  </a:extLst>
                </p14:cNvPr>
                <p14:cNvContentPartPr/>
                <p14:nvPr/>
              </p14:nvContentPartPr>
              <p14:xfrm>
                <a:off x="3602811" y="5712239"/>
                <a:ext cx="121680" cy="102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1C130AB-D53B-5C67-5F08-06B9C44610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93811" y="5703599"/>
                  <a:ext cx="139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2E2BA81-7EC6-E8EF-3E36-CBB7D87D0B93}"/>
                    </a:ext>
                  </a:extLst>
                </p14:cNvPr>
                <p14:cNvContentPartPr/>
                <p14:nvPr/>
              </p14:nvContentPartPr>
              <p14:xfrm>
                <a:off x="3723051" y="5918879"/>
                <a:ext cx="360" cy="1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2E2BA81-7EC6-E8EF-3E36-CBB7D87D0B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14411" y="5909879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307C062-7CAE-D882-7855-E598A0126672}"/>
                  </a:ext>
                </a:extLst>
              </p14:cNvPr>
              <p14:cNvContentPartPr/>
              <p14:nvPr/>
            </p14:nvContentPartPr>
            <p14:xfrm>
              <a:off x="10846731" y="3552599"/>
              <a:ext cx="225000" cy="1310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307C062-7CAE-D882-7855-E598A012667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837731" y="3543599"/>
                <a:ext cx="2426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30858AA-3CFE-4837-4329-E7BE06203CF7}"/>
                  </a:ext>
                </a:extLst>
              </p14:cNvPr>
              <p14:cNvContentPartPr/>
              <p14:nvPr/>
            </p14:nvContentPartPr>
            <p14:xfrm>
              <a:off x="6105891" y="3072359"/>
              <a:ext cx="377280" cy="684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30858AA-3CFE-4837-4329-E7BE06203CF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096891" y="3063359"/>
                <a:ext cx="394920" cy="70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76745E0-3D9B-CBC8-2CC0-EF4F2DE0792F}"/>
              </a:ext>
            </a:extLst>
          </p:cNvPr>
          <p:cNvGrpSpPr/>
          <p:nvPr/>
        </p:nvGrpSpPr>
        <p:grpSpPr>
          <a:xfrm>
            <a:off x="5093571" y="2173799"/>
            <a:ext cx="1104480" cy="671040"/>
            <a:chOff x="5093571" y="2173799"/>
            <a:chExt cx="11044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AEC17E1-1F28-9FE1-A599-01130C55A6FE}"/>
                    </a:ext>
                  </a:extLst>
                </p14:cNvPr>
                <p14:cNvContentPartPr/>
                <p14:nvPr/>
              </p14:nvContentPartPr>
              <p14:xfrm>
                <a:off x="5093571" y="2408879"/>
                <a:ext cx="124560" cy="149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AEC17E1-1F28-9FE1-A599-01130C55A6F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84931" y="2400239"/>
                  <a:ext cx="142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CF3EE49-FB34-D03B-AC26-D6557934BD03}"/>
                    </a:ext>
                  </a:extLst>
                </p14:cNvPr>
                <p14:cNvContentPartPr/>
                <p14:nvPr/>
              </p14:nvContentPartPr>
              <p14:xfrm>
                <a:off x="5254851" y="2454599"/>
                <a:ext cx="120960" cy="70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CF3EE49-FB34-D03B-AC26-D6557934BD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46211" y="2445599"/>
                  <a:ext cx="138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DB496E-1478-2BEE-E2F3-6F2001F695C2}"/>
                    </a:ext>
                  </a:extLst>
                </p14:cNvPr>
                <p14:cNvContentPartPr/>
                <p14:nvPr/>
              </p14:nvContentPartPr>
              <p14:xfrm>
                <a:off x="5415051" y="2441999"/>
                <a:ext cx="185400" cy="44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DB496E-1478-2BEE-E2F3-6F2001F695C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06051" y="2432999"/>
                  <a:ext cx="203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2F275A4-0FE9-F327-FA57-468EAA0B8470}"/>
                    </a:ext>
                  </a:extLst>
                </p14:cNvPr>
                <p14:cNvContentPartPr/>
                <p14:nvPr/>
              </p14:nvContentPartPr>
              <p14:xfrm>
                <a:off x="5650491" y="2364239"/>
                <a:ext cx="74160" cy="164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2F275A4-0FE9-F327-FA57-468EAA0B84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41491" y="2355599"/>
                  <a:ext cx="91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C6AAD0-5D29-7AD8-807D-65029A4E7868}"/>
                    </a:ext>
                  </a:extLst>
                </p14:cNvPr>
                <p14:cNvContentPartPr/>
                <p14:nvPr/>
              </p14:nvContentPartPr>
              <p14:xfrm>
                <a:off x="5726451" y="2173799"/>
                <a:ext cx="218880" cy="279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C6AAD0-5D29-7AD8-807D-65029A4E78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17811" y="2164799"/>
                  <a:ext cx="2365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9638E10-3951-65F2-9E85-0DF14177C150}"/>
                    </a:ext>
                  </a:extLst>
                </p14:cNvPr>
                <p14:cNvContentPartPr/>
                <p14:nvPr/>
              </p14:nvContentPartPr>
              <p14:xfrm>
                <a:off x="5842011" y="2228159"/>
                <a:ext cx="4680" cy="20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9638E10-3951-65F2-9E85-0DF14177C1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33371" y="2219519"/>
                  <a:ext cx="2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789B330-6C6E-F833-E710-97248CDE5B3C}"/>
                    </a:ext>
                  </a:extLst>
                </p14:cNvPr>
                <p14:cNvContentPartPr/>
                <p14:nvPr/>
              </p14:nvContentPartPr>
              <p14:xfrm>
                <a:off x="5957211" y="2297279"/>
                <a:ext cx="114840" cy="69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789B330-6C6E-F833-E710-97248CDE5B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48211" y="2288279"/>
                  <a:ext cx="132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ADF2A64-F0FA-71A8-A728-2655C6CC48AE}"/>
                    </a:ext>
                  </a:extLst>
                </p14:cNvPr>
                <p14:cNvContentPartPr/>
                <p14:nvPr/>
              </p14:nvContentPartPr>
              <p14:xfrm>
                <a:off x="6098331" y="2272079"/>
                <a:ext cx="99720" cy="247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ADF2A64-F0FA-71A8-A728-2655C6CC48A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89691" y="2263439"/>
                  <a:ext cx="117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74664E-E3CA-60CF-A03E-AC5D1E44E829}"/>
                    </a:ext>
                  </a:extLst>
                </p14:cNvPr>
                <p14:cNvContentPartPr/>
                <p14:nvPr/>
              </p14:nvContentPartPr>
              <p14:xfrm>
                <a:off x="5321811" y="2638919"/>
                <a:ext cx="201960" cy="205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74664E-E3CA-60CF-A03E-AC5D1E44E82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13171" y="2630279"/>
                  <a:ext cx="219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65AD56C-A9D5-C7FE-1C74-2FC72141A74C}"/>
                    </a:ext>
                  </a:extLst>
                </p14:cNvPr>
                <p14:cNvContentPartPr/>
                <p14:nvPr/>
              </p14:nvContentPartPr>
              <p14:xfrm>
                <a:off x="5447811" y="2648639"/>
                <a:ext cx="14400" cy="25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65AD56C-A9D5-C7FE-1C74-2FC72141A7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39171" y="2639639"/>
                  <a:ext cx="32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45A0F0A-2DDC-4469-1131-3A1B1391CCF9}"/>
                    </a:ext>
                  </a:extLst>
                </p14:cNvPr>
                <p14:cNvContentPartPr/>
                <p14:nvPr/>
              </p14:nvContentPartPr>
              <p14:xfrm>
                <a:off x="5584611" y="2662679"/>
                <a:ext cx="414000" cy="146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45A0F0A-2DDC-4469-1131-3A1B1391CCF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75971" y="2653679"/>
                  <a:ext cx="4316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B9854D-3676-BED1-8084-D62639EF9957}"/>
              </a:ext>
            </a:extLst>
          </p:cNvPr>
          <p:cNvGrpSpPr/>
          <p:nvPr/>
        </p:nvGrpSpPr>
        <p:grpSpPr>
          <a:xfrm>
            <a:off x="2014851" y="6258359"/>
            <a:ext cx="446400" cy="300960"/>
            <a:chOff x="2014851" y="6258359"/>
            <a:chExt cx="44640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9CBB5C7-30E4-290A-3A97-45D89FDC20F6}"/>
                    </a:ext>
                  </a:extLst>
                </p14:cNvPr>
                <p14:cNvContentPartPr/>
                <p14:nvPr/>
              </p14:nvContentPartPr>
              <p14:xfrm>
                <a:off x="2047251" y="6258359"/>
                <a:ext cx="99000" cy="300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9CBB5C7-30E4-290A-3A97-45D89FDC20F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38251" y="6249719"/>
                  <a:ext cx="116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33E12A-0630-AA31-F396-E32E4C995687}"/>
                    </a:ext>
                  </a:extLst>
                </p14:cNvPr>
                <p14:cNvContentPartPr/>
                <p14:nvPr/>
              </p14:nvContentPartPr>
              <p14:xfrm>
                <a:off x="2014851" y="6476879"/>
                <a:ext cx="159120" cy="6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33E12A-0630-AA31-F396-E32E4C9956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05851" y="6468239"/>
                  <a:ext cx="176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D43B0C-2467-64D4-52A0-D6F1553A9232}"/>
                    </a:ext>
                  </a:extLst>
                </p14:cNvPr>
                <p14:cNvContentPartPr/>
                <p14:nvPr/>
              </p14:nvContentPartPr>
              <p14:xfrm>
                <a:off x="2236971" y="6409559"/>
                <a:ext cx="91440" cy="100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D43B0C-2467-64D4-52A0-D6F1553A923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28331" y="6400919"/>
                  <a:ext cx="109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124297B-F03C-BFF2-5FB7-9A19FA4AFB5D}"/>
                    </a:ext>
                  </a:extLst>
                </p14:cNvPr>
                <p14:cNvContentPartPr/>
                <p14:nvPr/>
              </p14:nvContentPartPr>
              <p14:xfrm>
                <a:off x="2398251" y="6379679"/>
                <a:ext cx="63000" cy="109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124297B-F03C-BFF2-5FB7-9A19FA4AFB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89611" y="6371039"/>
                  <a:ext cx="806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4A19F4B-55C2-EFF4-32A5-BAA8AB117F0E}"/>
              </a:ext>
            </a:extLst>
          </p:cNvPr>
          <p:cNvGrpSpPr/>
          <p:nvPr/>
        </p:nvGrpSpPr>
        <p:grpSpPr>
          <a:xfrm>
            <a:off x="2792451" y="6374279"/>
            <a:ext cx="658800" cy="257400"/>
            <a:chOff x="2792451" y="6374279"/>
            <a:chExt cx="65880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DD242EF-A7EB-C56A-DEB2-A2D849D4D8B7}"/>
                    </a:ext>
                  </a:extLst>
                </p14:cNvPr>
                <p14:cNvContentPartPr/>
                <p14:nvPr/>
              </p14:nvContentPartPr>
              <p14:xfrm>
                <a:off x="2792451" y="6382919"/>
                <a:ext cx="154080" cy="103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DD242EF-A7EB-C56A-DEB2-A2D849D4D8B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83811" y="6374279"/>
                  <a:ext cx="171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6AC8524-1349-185E-C797-83F4B458CE9D}"/>
                    </a:ext>
                  </a:extLst>
                </p14:cNvPr>
                <p14:cNvContentPartPr/>
                <p14:nvPr/>
              </p14:nvContentPartPr>
              <p14:xfrm>
                <a:off x="2989371" y="6407399"/>
                <a:ext cx="209160" cy="61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6AC8524-1349-185E-C797-83F4B458CE9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80731" y="6398399"/>
                  <a:ext cx="226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6CBCF27-1F53-21BC-9813-5A7A0D1D4D37}"/>
                    </a:ext>
                  </a:extLst>
                </p14:cNvPr>
                <p14:cNvContentPartPr/>
                <p14:nvPr/>
              </p14:nvContentPartPr>
              <p14:xfrm>
                <a:off x="3268731" y="6374279"/>
                <a:ext cx="182520" cy="2574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6CBCF27-1F53-21BC-9813-5A7A0D1D4D3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59731" y="6365279"/>
                  <a:ext cx="200160" cy="27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674C3C4-A941-4BCA-72F2-810105C1D04E}"/>
                  </a:ext>
                </a:extLst>
              </p14:cNvPr>
              <p14:cNvContentPartPr/>
              <p14:nvPr/>
            </p14:nvContentPartPr>
            <p14:xfrm>
              <a:off x="3757611" y="6364199"/>
              <a:ext cx="172080" cy="918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674C3C4-A941-4BCA-72F2-810105C1D04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48611" y="6355559"/>
                <a:ext cx="18972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8C1E47B-4355-E2C0-6C27-3B8751EED8E9}"/>
              </a:ext>
            </a:extLst>
          </p:cNvPr>
          <p:cNvGrpSpPr/>
          <p:nvPr/>
        </p:nvGrpSpPr>
        <p:grpSpPr>
          <a:xfrm>
            <a:off x="4532331" y="6198959"/>
            <a:ext cx="565560" cy="357480"/>
            <a:chOff x="4532331" y="6198959"/>
            <a:chExt cx="5655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AEA3597-25B4-8C1E-FCE5-F0DFA45DBD05}"/>
                    </a:ext>
                  </a:extLst>
                </p14:cNvPr>
                <p14:cNvContentPartPr/>
                <p14:nvPr/>
              </p14:nvContentPartPr>
              <p14:xfrm>
                <a:off x="4553211" y="6198959"/>
                <a:ext cx="151920" cy="280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AEA3597-25B4-8C1E-FCE5-F0DFA45DBD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44211" y="6189959"/>
                  <a:ext cx="169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7FC152-8AEC-3191-1349-6A2BCD678FD8}"/>
                    </a:ext>
                  </a:extLst>
                </p14:cNvPr>
                <p14:cNvContentPartPr/>
                <p14:nvPr/>
              </p14:nvContentPartPr>
              <p14:xfrm>
                <a:off x="4532331" y="6350879"/>
                <a:ext cx="100080" cy="17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7FC152-8AEC-3191-1349-6A2BCD678FD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23691" y="6341879"/>
                  <a:ext cx="117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5F577F0-ACD2-EF38-A65D-6B1C2E40AAF6}"/>
                    </a:ext>
                  </a:extLst>
                </p14:cNvPr>
                <p14:cNvContentPartPr/>
                <p14:nvPr/>
              </p14:nvContentPartPr>
              <p14:xfrm>
                <a:off x="4751931" y="6492719"/>
                <a:ext cx="122400" cy="63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5F577F0-ACD2-EF38-A65D-6B1C2E40AA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42931" y="6483719"/>
                  <a:ext cx="14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8674E29-1279-1265-5679-4D5F5BBDDD65}"/>
                    </a:ext>
                  </a:extLst>
                </p14:cNvPr>
                <p14:cNvContentPartPr/>
                <p14:nvPr/>
              </p14:nvContentPartPr>
              <p14:xfrm>
                <a:off x="4978731" y="6394439"/>
                <a:ext cx="119160" cy="24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8674E29-1279-1265-5679-4D5F5BBDDD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69731" y="6385439"/>
                  <a:ext cx="136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F1B0319-A910-E610-A0EB-F7732148965E}"/>
                    </a:ext>
                  </a:extLst>
                </p14:cNvPr>
                <p14:cNvContentPartPr/>
                <p14:nvPr/>
              </p14:nvContentPartPr>
              <p14:xfrm>
                <a:off x="4961811" y="6340079"/>
                <a:ext cx="125280" cy="22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F1B0319-A910-E610-A0EB-F7732148965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52811" y="6331439"/>
                  <a:ext cx="14292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DAB2E0D-AC0F-CB26-DB90-B56F97C5A5E4}"/>
              </a:ext>
            </a:extLst>
          </p:cNvPr>
          <p:cNvGrpSpPr/>
          <p:nvPr/>
        </p:nvGrpSpPr>
        <p:grpSpPr>
          <a:xfrm>
            <a:off x="5317131" y="6236039"/>
            <a:ext cx="492120" cy="346320"/>
            <a:chOff x="5317131" y="6236039"/>
            <a:chExt cx="49212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4A8C875-77A6-B387-94C6-EFC935443D37}"/>
                    </a:ext>
                  </a:extLst>
                </p14:cNvPr>
                <p14:cNvContentPartPr/>
                <p14:nvPr/>
              </p14:nvContentPartPr>
              <p14:xfrm>
                <a:off x="5317131" y="6356999"/>
                <a:ext cx="183960" cy="115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4A8C875-77A6-B387-94C6-EFC935443D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08491" y="6348359"/>
                  <a:ext cx="201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880C998-F6B9-6C02-8D5B-FB836D9EF6A1}"/>
                    </a:ext>
                  </a:extLst>
                </p14:cNvPr>
                <p14:cNvContentPartPr/>
                <p14:nvPr/>
              </p14:nvContentPartPr>
              <p14:xfrm>
                <a:off x="5601891" y="6303359"/>
                <a:ext cx="54360" cy="172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880C998-F6B9-6C02-8D5B-FB836D9EF6A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93251" y="6294359"/>
                  <a:ext cx="72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E2049D3-7CBB-AD03-1F72-9EC489A22F4E}"/>
                    </a:ext>
                  </a:extLst>
                </p14:cNvPr>
                <p14:cNvContentPartPr/>
                <p14:nvPr/>
              </p14:nvContentPartPr>
              <p14:xfrm>
                <a:off x="5437011" y="6236039"/>
                <a:ext cx="297000" cy="22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E2049D3-7CBB-AD03-1F72-9EC489A22F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28011" y="6227039"/>
                  <a:ext cx="31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5F47362-C975-8FE5-0801-D8CAB46E6D88}"/>
                    </a:ext>
                  </a:extLst>
                </p14:cNvPr>
                <p14:cNvContentPartPr/>
                <p14:nvPr/>
              </p14:nvContentPartPr>
              <p14:xfrm>
                <a:off x="5705211" y="6444839"/>
                <a:ext cx="104040" cy="137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5F47362-C975-8FE5-0801-D8CAB46E6D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96571" y="6436199"/>
                  <a:ext cx="1216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C2065DF-F6A0-7843-4173-31F8B701755C}"/>
              </a:ext>
            </a:extLst>
          </p:cNvPr>
          <p:cNvGrpSpPr/>
          <p:nvPr/>
        </p:nvGrpSpPr>
        <p:grpSpPr>
          <a:xfrm>
            <a:off x="6218571" y="3833399"/>
            <a:ext cx="1277640" cy="644760"/>
            <a:chOff x="6218571" y="3833399"/>
            <a:chExt cx="1277640" cy="6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2D8E2E-91B3-FD6A-D8D0-5E8AAA9F4C83}"/>
                    </a:ext>
                  </a:extLst>
                </p14:cNvPr>
                <p14:cNvContentPartPr/>
                <p14:nvPr/>
              </p14:nvContentPartPr>
              <p14:xfrm>
                <a:off x="6218571" y="3835919"/>
                <a:ext cx="558360" cy="116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2D8E2E-91B3-FD6A-D8D0-5E8AAA9F4C8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09931" y="3827279"/>
                  <a:ext cx="576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279251-4AEA-FDF6-A9A0-A295D5F985F4}"/>
                    </a:ext>
                  </a:extLst>
                </p14:cNvPr>
                <p14:cNvContentPartPr/>
                <p14:nvPr/>
              </p14:nvContentPartPr>
              <p14:xfrm>
                <a:off x="6648411" y="3833399"/>
                <a:ext cx="177480" cy="157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279251-4AEA-FDF6-A9A0-A295D5F985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39411" y="3824399"/>
                  <a:ext cx="195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FAE0B49-3E3F-1240-8539-45F6C9EBA814}"/>
                    </a:ext>
                  </a:extLst>
                </p14:cNvPr>
                <p14:cNvContentPartPr/>
                <p14:nvPr/>
              </p14:nvContentPartPr>
              <p14:xfrm>
                <a:off x="6411531" y="4100879"/>
                <a:ext cx="77040" cy="165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FAE0B49-3E3F-1240-8539-45F6C9EBA8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02891" y="4092239"/>
                  <a:ext cx="94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3D340C-5A3C-ABA0-DDA2-6750A7FA84B6}"/>
                    </a:ext>
                  </a:extLst>
                </p14:cNvPr>
                <p14:cNvContentPartPr/>
                <p14:nvPr/>
              </p14:nvContentPartPr>
              <p14:xfrm>
                <a:off x="6265731" y="4095119"/>
                <a:ext cx="250200" cy="19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3D340C-5A3C-ABA0-DDA2-6750A7FA84B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57091" y="4086479"/>
                  <a:ext cx="267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22CE9D1-691A-CF7A-5904-5B7E8D6C75C5}"/>
                    </a:ext>
                  </a:extLst>
                </p14:cNvPr>
                <p14:cNvContentPartPr/>
                <p14:nvPr/>
              </p14:nvContentPartPr>
              <p14:xfrm>
                <a:off x="6526731" y="4212839"/>
                <a:ext cx="111240" cy="119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2CE9D1-691A-CF7A-5904-5B7E8D6C75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18091" y="4203839"/>
                  <a:ext cx="128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D160060-28F2-76F3-275A-DFD26C991D0C}"/>
                    </a:ext>
                  </a:extLst>
                </p14:cNvPr>
                <p14:cNvContentPartPr/>
                <p14:nvPr/>
              </p14:nvContentPartPr>
              <p14:xfrm>
                <a:off x="6934971" y="4244519"/>
                <a:ext cx="85320" cy="15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D160060-28F2-76F3-275A-DFD26C991D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25971" y="4235519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B00C37-AA87-637D-3C6B-FD51447BBCA4}"/>
                    </a:ext>
                  </a:extLst>
                </p14:cNvPr>
                <p14:cNvContentPartPr/>
                <p14:nvPr/>
              </p14:nvContentPartPr>
              <p14:xfrm>
                <a:off x="6931371" y="4173959"/>
                <a:ext cx="71640" cy="9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B00C37-AA87-637D-3C6B-FD51447BBC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22731" y="4165319"/>
                  <a:ext cx="89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199FEB2-984D-1217-8842-2D87A143C1DE}"/>
                    </a:ext>
                  </a:extLst>
                </p14:cNvPr>
                <p14:cNvContentPartPr/>
                <p14:nvPr/>
              </p14:nvContentPartPr>
              <p14:xfrm>
                <a:off x="7257891" y="3958679"/>
                <a:ext cx="36000" cy="10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199FEB2-984D-1217-8842-2D87A143C1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48891" y="3949679"/>
                  <a:ext cx="53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6DED8BA-5997-825F-8474-6EA3E0206981}"/>
                    </a:ext>
                  </a:extLst>
                </p14:cNvPr>
                <p14:cNvContentPartPr/>
                <p14:nvPr/>
              </p14:nvContentPartPr>
              <p14:xfrm>
                <a:off x="7180131" y="4144439"/>
                <a:ext cx="250200" cy="13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6DED8BA-5997-825F-8474-6EA3E02069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71131" y="4135439"/>
                  <a:ext cx="267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0E6478B-B145-C1B7-DBE1-3986E854F468}"/>
                    </a:ext>
                  </a:extLst>
                </p14:cNvPr>
                <p14:cNvContentPartPr/>
                <p14:nvPr/>
              </p14:nvContentPartPr>
              <p14:xfrm>
                <a:off x="7254291" y="4199879"/>
                <a:ext cx="99360" cy="278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0E6478B-B145-C1B7-DBE1-3986E854F46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45291" y="4190879"/>
                  <a:ext cx="117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52A7C70-71E8-FFDC-4BB9-3FDD7F5F052A}"/>
                    </a:ext>
                  </a:extLst>
                </p14:cNvPr>
                <p14:cNvContentPartPr/>
                <p14:nvPr/>
              </p14:nvContentPartPr>
              <p14:xfrm>
                <a:off x="7247811" y="4369079"/>
                <a:ext cx="117000" cy="16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52A7C70-71E8-FFDC-4BB9-3FDD7F5F052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39171" y="4360439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BB83A8-AA80-67FD-F03F-54D6D3E17B87}"/>
                    </a:ext>
                  </a:extLst>
                </p14:cNvPr>
                <p14:cNvContentPartPr/>
                <p14:nvPr/>
              </p14:nvContentPartPr>
              <p14:xfrm>
                <a:off x="7395771" y="4371599"/>
                <a:ext cx="100440" cy="102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BB83A8-AA80-67FD-F03F-54D6D3E17B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86771" y="4362959"/>
                  <a:ext cx="1180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4562DBA-F52E-B5D8-943B-F688B2B5DF3B}"/>
              </a:ext>
            </a:extLst>
          </p:cNvPr>
          <p:cNvGrpSpPr/>
          <p:nvPr/>
        </p:nvGrpSpPr>
        <p:grpSpPr>
          <a:xfrm>
            <a:off x="9629931" y="1814879"/>
            <a:ext cx="193320" cy="343440"/>
            <a:chOff x="9629931" y="1814879"/>
            <a:chExt cx="1933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52927B4-4DA1-D13E-DDB1-A515598BEA1E}"/>
                    </a:ext>
                  </a:extLst>
                </p14:cNvPr>
                <p14:cNvContentPartPr/>
                <p14:nvPr/>
              </p14:nvContentPartPr>
              <p14:xfrm>
                <a:off x="9629931" y="1814879"/>
                <a:ext cx="105480" cy="343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52927B4-4DA1-D13E-DDB1-A515598BEA1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20931" y="1806239"/>
                  <a:ext cx="1231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B2368F-BFFF-2BFA-F2CC-0B320DB7CDEF}"/>
                    </a:ext>
                  </a:extLst>
                </p14:cNvPr>
                <p14:cNvContentPartPr/>
                <p14:nvPr/>
              </p14:nvContentPartPr>
              <p14:xfrm>
                <a:off x="9631371" y="2009999"/>
                <a:ext cx="54720" cy="10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B2368F-BFFF-2BFA-F2CC-0B320DB7CDE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22731" y="2000999"/>
                  <a:ext cx="72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D0E82-C649-4E20-2B08-9739F3DEE462}"/>
                    </a:ext>
                  </a:extLst>
                </p14:cNvPr>
                <p14:cNvContentPartPr/>
                <p14:nvPr/>
              </p14:nvContentPartPr>
              <p14:xfrm>
                <a:off x="9750171" y="2017919"/>
                <a:ext cx="73080" cy="91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D0E82-C649-4E20-2B08-9739F3DEE4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41171" y="2008919"/>
                  <a:ext cx="907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26A5203-8236-EDB5-2E8F-BAE1BF3657F7}"/>
              </a:ext>
            </a:extLst>
          </p:cNvPr>
          <p:cNvGrpSpPr/>
          <p:nvPr/>
        </p:nvGrpSpPr>
        <p:grpSpPr>
          <a:xfrm>
            <a:off x="10196931" y="1736399"/>
            <a:ext cx="1086840" cy="654120"/>
            <a:chOff x="10196931" y="1736399"/>
            <a:chExt cx="1086840" cy="65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8A9C510-B8D2-3275-284A-7BDC8757601E}"/>
                    </a:ext>
                  </a:extLst>
                </p14:cNvPr>
                <p14:cNvContentPartPr/>
                <p14:nvPr/>
              </p14:nvContentPartPr>
              <p14:xfrm>
                <a:off x="10196931" y="1893359"/>
                <a:ext cx="120240" cy="133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8A9C510-B8D2-3275-284A-7BDC875760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88291" y="1884719"/>
                  <a:ext cx="137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AE250E7-0A8C-C1D8-CDE2-38B2B9C417F0}"/>
                    </a:ext>
                  </a:extLst>
                </p14:cNvPr>
                <p14:cNvContentPartPr/>
                <p14:nvPr/>
              </p14:nvContentPartPr>
              <p14:xfrm>
                <a:off x="10343811" y="1931519"/>
                <a:ext cx="148320" cy="76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AE250E7-0A8C-C1D8-CDE2-38B2B9C417F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35171" y="1922519"/>
                  <a:ext cx="165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528E5E5-F0E2-73E9-4FA9-79055E5B96D5}"/>
                    </a:ext>
                  </a:extLst>
                </p14:cNvPr>
                <p14:cNvContentPartPr/>
                <p14:nvPr/>
              </p14:nvContentPartPr>
              <p14:xfrm>
                <a:off x="10529211" y="1954559"/>
                <a:ext cx="183600" cy="64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528E5E5-F0E2-73E9-4FA9-79055E5B96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20211" y="1945559"/>
                  <a:ext cx="201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A88C579-3ACA-281F-0008-00FA67ECBDAC}"/>
                    </a:ext>
                  </a:extLst>
                </p14:cNvPr>
                <p14:cNvContentPartPr/>
                <p14:nvPr/>
              </p14:nvContentPartPr>
              <p14:xfrm>
                <a:off x="10741971" y="1912799"/>
                <a:ext cx="62280" cy="19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A88C579-3ACA-281F-0008-00FA67ECBDA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733331" y="1903799"/>
                  <a:ext cx="79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D9845AE-77AE-3E3C-B82C-304A5B44FBC9}"/>
                    </a:ext>
                  </a:extLst>
                </p14:cNvPr>
                <p14:cNvContentPartPr/>
                <p14:nvPr/>
              </p14:nvContentPartPr>
              <p14:xfrm>
                <a:off x="10840611" y="1736399"/>
                <a:ext cx="141120" cy="269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D9845AE-77AE-3E3C-B82C-304A5B44FB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31971" y="1727399"/>
                  <a:ext cx="158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DB93908-1CE9-CB84-884E-96E97D448F70}"/>
                    </a:ext>
                  </a:extLst>
                </p14:cNvPr>
                <p14:cNvContentPartPr/>
                <p14:nvPr/>
              </p14:nvContentPartPr>
              <p14:xfrm>
                <a:off x="10956171" y="1812359"/>
                <a:ext cx="3600" cy="9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DB93908-1CE9-CB84-884E-96E97D448F7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47531" y="1803359"/>
                  <a:ext cx="21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C2F5586-9038-A61B-A174-9DB057039CED}"/>
                    </a:ext>
                  </a:extLst>
                </p14:cNvPr>
                <p14:cNvContentPartPr/>
                <p14:nvPr/>
              </p14:nvContentPartPr>
              <p14:xfrm>
                <a:off x="11054811" y="1941239"/>
                <a:ext cx="147960" cy="78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C2F5586-9038-A61B-A174-9DB057039CE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45811" y="1932239"/>
                  <a:ext cx="165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63633A-4658-6FF1-64E0-E2661D550B0F}"/>
                    </a:ext>
                  </a:extLst>
                </p14:cNvPr>
                <p14:cNvContentPartPr/>
                <p14:nvPr/>
              </p14:nvContentPartPr>
              <p14:xfrm>
                <a:off x="11224371" y="1936559"/>
                <a:ext cx="59400" cy="24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63633A-4658-6FF1-64E0-E2661D550B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15371" y="1927919"/>
                  <a:ext cx="77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5BFBF38-AE97-BAB6-4CFD-061580083172}"/>
                    </a:ext>
                  </a:extLst>
                </p14:cNvPr>
                <p14:cNvContentPartPr/>
                <p14:nvPr/>
              </p14:nvContentPartPr>
              <p14:xfrm>
                <a:off x="10241211" y="2261639"/>
                <a:ext cx="36000" cy="102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5BFBF38-AE97-BAB6-4CFD-06158008317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232211" y="2252639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1B6E4AD-5C38-66E2-F7CF-5E13D10236A7}"/>
                    </a:ext>
                  </a:extLst>
                </p14:cNvPr>
                <p14:cNvContentPartPr/>
                <p14:nvPr/>
              </p14:nvContentPartPr>
              <p14:xfrm>
                <a:off x="10371171" y="2326799"/>
                <a:ext cx="111960" cy="60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1B6E4AD-5C38-66E2-F7CF-5E13D10236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62531" y="2318159"/>
                  <a:ext cx="129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B525EC-8015-6670-9244-7BD1A18ABFC3}"/>
                    </a:ext>
                  </a:extLst>
                </p14:cNvPr>
                <p14:cNvContentPartPr/>
                <p14:nvPr/>
              </p14:nvContentPartPr>
              <p14:xfrm>
                <a:off x="10468731" y="2151839"/>
                <a:ext cx="295920" cy="238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B525EC-8015-6670-9244-7BD1A18ABFC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60091" y="2142839"/>
                  <a:ext cx="31356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DE5F955-44D0-5636-FAEF-32CC54542002}"/>
                  </a:ext>
                </a:extLst>
              </p14:cNvPr>
              <p14:cNvContentPartPr/>
              <p14:nvPr/>
            </p14:nvContentPartPr>
            <p14:xfrm>
              <a:off x="6466251" y="6121919"/>
              <a:ext cx="153720" cy="1195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DE5F955-44D0-5636-FAEF-32CC5454200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457611" y="6112919"/>
                <a:ext cx="171360" cy="13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48A2999-2E4A-05D1-7B70-AA86DA6F2668}"/>
              </a:ext>
            </a:extLst>
          </p:cNvPr>
          <p:cNvGrpSpPr/>
          <p:nvPr/>
        </p:nvGrpSpPr>
        <p:grpSpPr>
          <a:xfrm>
            <a:off x="6143691" y="6356639"/>
            <a:ext cx="605520" cy="353880"/>
            <a:chOff x="6143691" y="6356639"/>
            <a:chExt cx="60552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FF5FBEF-65B2-B6DA-B049-4B217B8219CF}"/>
                    </a:ext>
                  </a:extLst>
                </p14:cNvPr>
                <p14:cNvContentPartPr/>
                <p14:nvPr/>
              </p14:nvContentPartPr>
              <p14:xfrm>
                <a:off x="6171411" y="6430079"/>
                <a:ext cx="88560" cy="14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FF5FBEF-65B2-B6DA-B049-4B217B8219C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162411" y="6421439"/>
                  <a:ext cx="106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4DC644B-D967-1A71-EAD9-A052C4BB8063}"/>
                    </a:ext>
                  </a:extLst>
                </p14:cNvPr>
                <p14:cNvContentPartPr/>
                <p14:nvPr/>
              </p14:nvContentPartPr>
              <p14:xfrm>
                <a:off x="6143691" y="6356639"/>
                <a:ext cx="87480" cy="6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4DC644B-D967-1A71-EAD9-A052C4BB80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35051" y="6347639"/>
                  <a:ext cx="105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927AA28-E935-FD06-EA48-F932CD3F9C07}"/>
                    </a:ext>
                  </a:extLst>
                </p14:cNvPr>
                <p14:cNvContentPartPr/>
                <p14:nvPr/>
              </p14:nvContentPartPr>
              <p14:xfrm>
                <a:off x="6427371" y="6367799"/>
                <a:ext cx="321840" cy="45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927AA28-E935-FD06-EA48-F932CD3F9C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18371" y="6359159"/>
                  <a:ext cx="33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ED3A9C0-5470-D119-58C2-50201F8D97B4}"/>
                    </a:ext>
                  </a:extLst>
                </p14:cNvPr>
                <p14:cNvContentPartPr/>
                <p14:nvPr/>
              </p14:nvContentPartPr>
              <p14:xfrm>
                <a:off x="6525291" y="6449879"/>
                <a:ext cx="83880" cy="260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ED3A9C0-5470-D119-58C2-50201F8D97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16291" y="6440879"/>
                  <a:ext cx="101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A6ED84F-DFD5-002A-BCA5-938BF9D0488C}"/>
                    </a:ext>
                  </a:extLst>
                </p14:cNvPr>
                <p14:cNvContentPartPr/>
                <p14:nvPr/>
              </p14:nvContentPartPr>
              <p14:xfrm>
                <a:off x="6466971" y="6581279"/>
                <a:ext cx="12024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A6ED84F-DFD5-002A-BCA5-938BF9D0488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57971" y="6572639"/>
                  <a:ext cx="137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6443706-0C12-ABD7-AB7D-642D5DFB5608}"/>
                    </a:ext>
                  </a:extLst>
                </p14:cNvPr>
                <p14:cNvContentPartPr/>
                <p14:nvPr/>
              </p14:nvContentPartPr>
              <p14:xfrm>
                <a:off x="6651651" y="6604679"/>
                <a:ext cx="61200" cy="104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6443706-0C12-ABD7-AB7D-642D5DFB560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43011" y="6595679"/>
                  <a:ext cx="7884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5375AA2-9723-9E55-DFC7-259DD849A397}"/>
                  </a:ext>
                </a:extLst>
              </p14:cNvPr>
              <p14:cNvContentPartPr/>
              <p14:nvPr/>
            </p14:nvContentPartPr>
            <p14:xfrm>
              <a:off x="8848011" y="5486159"/>
              <a:ext cx="171000" cy="2574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5375AA2-9723-9E55-DFC7-259DD849A39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39371" y="5477519"/>
                <a:ext cx="18864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9DAE05-E31A-71C3-E64E-1B3DA6AC6B94}"/>
              </a:ext>
            </a:extLst>
          </p:cNvPr>
          <p:cNvGrpSpPr/>
          <p:nvPr/>
        </p:nvGrpSpPr>
        <p:grpSpPr>
          <a:xfrm>
            <a:off x="8831811" y="6312359"/>
            <a:ext cx="765720" cy="163800"/>
            <a:chOff x="8831811" y="6312359"/>
            <a:chExt cx="76572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7B17178-ECA8-421D-5061-5D9DFFCC777F}"/>
                    </a:ext>
                  </a:extLst>
                </p14:cNvPr>
                <p14:cNvContentPartPr/>
                <p14:nvPr/>
              </p14:nvContentPartPr>
              <p14:xfrm>
                <a:off x="8831811" y="6324959"/>
                <a:ext cx="127440" cy="55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7B17178-ECA8-421D-5061-5D9DFFCC77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22811" y="6315959"/>
                  <a:ext cx="145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454A77-838A-2704-7049-FA327B1913F2}"/>
                    </a:ext>
                  </a:extLst>
                </p14:cNvPr>
                <p14:cNvContentPartPr/>
                <p14:nvPr/>
              </p14:nvContentPartPr>
              <p14:xfrm>
                <a:off x="8925411" y="6318479"/>
                <a:ext cx="16200" cy="149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454A77-838A-2704-7049-FA327B1913F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16411" y="6309839"/>
                  <a:ext cx="33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340978B-FDDC-CE24-2528-F743FAC4F6FC}"/>
                    </a:ext>
                  </a:extLst>
                </p14:cNvPr>
                <p14:cNvContentPartPr/>
                <p14:nvPr/>
              </p14:nvContentPartPr>
              <p14:xfrm>
                <a:off x="9001011" y="6312359"/>
                <a:ext cx="61920" cy="561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340978B-FDDC-CE24-2528-F743FAC4F6F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92371" y="6303719"/>
                  <a:ext cx="7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493F550-0E57-8107-542C-E1B072A97D86}"/>
                    </a:ext>
                  </a:extLst>
                </p14:cNvPr>
                <p14:cNvContentPartPr/>
                <p14:nvPr/>
              </p14:nvContentPartPr>
              <p14:xfrm>
                <a:off x="9024411" y="6378599"/>
                <a:ext cx="71280" cy="97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493F550-0E57-8107-542C-E1B072A97D8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15411" y="6369959"/>
                  <a:ext cx="88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7DB213F-2D0C-FA76-C4CC-CA1CD7F277D5}"/>
                    </a:ext>
                  </a:extLst>
                </p14:cNvPr>
                <p14:cNvContentPartPr/>
                <p14:nvPr/>
              </p14:nvContentPartPr>
              <p14:xfrm>
                <a:off x="9183891" y="6356279"/>
                <a:ext cx="70920" cy="68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7DB213F-2D0C-FA76-C4CC-CA1CD7F277D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75251" y="6347639"/>
                  <a:ext cx="88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EF15EF4-FC60-22D7-6191-12C259D0DB95}"/>
                    </a:ext>
                  </a:extLst>
                </p14:cNvPr>
                <p14:cNvContentPartPr/>
                <p14:nvPr/>
              </p14:nvContentPartPr>
              <p14:xfrm>
                <a:off x="9346971" y="6349439"/>
                <a:ext cx="71640" cy="79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EF15EF4-FC60-22D7-6191-12C259D0DB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38331" y="6340439"/>
                  <a:ext cx="89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E30177-4E18-6033-83AC-023A071FE110}"/>
                    </a:ext>
                  </a:extLst>
                </p14:cNvPr>
                <p14:cNvContentPartPr/>
                <p14:nvPr/>
              </p14:nvContentPartPr>
              <p14:xfrm>
                <a:off x="9499251" y="6336479"/>
                <a:ext cx="98280" cy="92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E30177-4E18-6033-83AC-023A071FE11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90611" y="6327839"/>
                  <a:ext cx="1159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B72EB6A-FD3A-31DA-B1E7-E9AA00ECF08A}"/>
              </a:ext>
            </a:extLst>
          </p:cNvPr>
          <p:cNvGrpSpPr/>
          <p:nvPr/>
        </p:nvGrpSpPr>
        <p:grpSpPr>
          <a:xfrm>
            <a:off x="8748291" y="5928599"/>
            <a:ext cx="1069560" cy="278640"/>
            <a:chOff x="8748291" y="5928599"/>
            <a:chExt cx="106956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AA6AADF-6071-4415-6D23-DE8D1C424D59}"/>
                    </a:ext>
                  </a:extLst>
                </p14:cNvPr>
                <p14:cNvContentPartPr/>
                <p14:nvPr/>
              </p14:nvContentPartPr>
              <p14:xfrm>
                <a:off x="8842971" y="5928599"/>
                <a:ext cx="171360" cy="133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AA6AADF-6071-4415-6D23-DE8D1C424D5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33971" y="5919959"/>
                  <a:ext cx="189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A058687-A5F3-0B37-A1E8-BB83BC8BACF4}"/>
                    </a:ext>
                  </a:extLst>
                </p14:cNvPr>
                <p14:cNvContentPartPr/>
                <p14:nvPr/>
              </p14:nvContentPartPr>
              <p14:xfrm>
                <a:off x="9018291" y="5929679"/>
                <a:ext cx="140760" cy="67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A058687-A5F3-0B37-A1E8-BB83BC8BACF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09651" y="5921039"/>
                  <a:ext cx="15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0CA9A05-0462-745C-1CF0-C1B4461BF8D3}"/>
                    </a:ext>
                  </a:extLst>
                </p14:cNvPr>
                <p14:cNvContentPartPr/>
                <p14:nvPr/>
              </p14:nvContentPartPr>
              <p14:xfrm>
                <a:off x="9127371" y="5946239"/>
                <a:ext cx="11160" cy="110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0CA9A05-0462-745C-1CF0-C1B4461BF8D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118731" y="5937239"/>
                  <a:ext cx="28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B98A79B-2BD5-BE94-1137-5C1179B45BDC}"/>
                    </a:ext>
                  </a:extLst>
                </p14:cNvPr>
                <p14:cNvContentPartPr/>
                <p14:nvPr/>
              </p14:nvContentPartPr>
              <p14:xfrm>
                <a:off x="9222411" y="5961719"/>
                <a:ext cx="68400" cy="78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B98A79B-2BD5-BE94-1137-5C1179B45BD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13771" y="5953079"/>
                  <a:ext cx="86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39A216-C56A-D92F-5C0D-9F4C92312DBF}"/>
                    </a:ext>
                  </a:extLst>
                </p14:cNvPr>
                <p14:cNvContentPartPr/>
                <p14:nvPr/>
              </p14:nvContentPartPr>
              <p14:xfrm>
                <a:off x="9412491" y="5941919"/>
                <a:ext cx="60120" cy="70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39A216-C56A-D92F-5C0D-9F4C92312DB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03851" y="5933279"/>
                  <a:ext cx="77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5A636E8-3A57-7E37-BC16-928325E59D53}"/>
                    </a:ext>
                  </a:extLst>
                </p14:cNvPr>
                <p14:cNvContentPartPr/>
                <p14:nvPr/>
              </p14:nvContentPartPr>
              <p14:xfrm>
                <a:off x="8748291" y="6137039"/>
                <a:ext cx="746280" cy="70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5A636E8-3A57-7E37-BC16-928325E59D5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39651" y="6128039"/>
                  <a:ext cx="763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8C257A8-75B6-9561-C58A-8D38FBE9CCD5}"/>
                    </a:ext>
                  </a:extLst>
                </p14:cNvPr>
                <p14:cNvContentPartPr/>
                <p14:nvPr/>
              </p14:nvContentPartPr>
              <p14:xfrm>
                <a:off x="9713811" y="6187079"/>
                <a:ext cx="104040" cy="6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8C257A8-75B6-9561-C58A-8D38FBE9CC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704811" y="6178079"/>
                  <a:ext cx="121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A559CA0-A243-D7CE-D6B6-D5C82DE1EC1E}"/>
                    </a:ext>
                  </a:extLst>
                </p14:cNvPr>
                <p14:cNvContentPartPr/>
                <p14:nvPr/>
              </p14:nvContentPartPr>
              <p14:xfrm>
                <a:off x="9702651" y="6115079"/>
                <a:ext cx="104040" cy="17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A559CA0-A243-D7CE-D6B6-D5C82DE1EC1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94011" y="6106439"/>
                  <a:ext cx="1216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6010F2E1-F158-2A1F-A4B5-EC2B883CF862}"/>
                  </a:ext>
                </a:extLst>
              </p14:cNvPr>
              <p14:cNvContentPartPr/>
              <p14:nvPr/>
            </p14:nvContentPartPr>
            <p14:xfrm>
              <a:off x="10348491" y="5898359"/>
              <a:ext cx="28080" cy="96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6010F2E1-F158-2A1F-A4B5-EC2B883CF86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339491" y="5889359"/>
                <a:ext cx="457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9B123180-52FD-5DE9-E0D1-F312745C6D77}"/>
                  </a:ext>
                </a:extLst>
              </p14:cNvPr>
              <p14:cNvContentPartPr/>
              <p14:nvPr/>
            </p14:nvContentPartPr>
            <p14:xfrm>
              <a:off x="10234011" y="6115799"/>
              <a:ext cx="295560" cy="162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9B123180-52FD-5DE9-E0D1-F312745C6D7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225011" y="6106799"/>
                <a:ext cx="31320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4F8B472-671E-F0B9-5B01-534BFA67803E}"/>
              </a:ext>
            </a:extLst>
          </p:cNvPr>
          <p:cNvGrpSpPr/>
          <p:nvPr/>
        </p:nvGrpSpPr>
        <p:grpSpPr>
          <a:xfrm>
            <a:off x="10167771" y="6258359"/>
            <a:ext cx="280080" cy="132840"/>
            <a:chOff x="10167771" y="6258359"/>
            <a:chExt cx="28008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6D313D9-5B2F-ECF2-6E7C-13062E282A2A}"/>
                    </a:ext>
                  </a:extLst>
                </p14:cNvPr>
                <p14:cNvContentPartPr/>
                <p14:nvPr/>
              </p14:nvContentPartPr>
              <p14:xfrm>
                <a:off x="10167771" y="6258359"/>
                <a:ext cx="125640" cy="132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6D313D9-5B2F-ECF2-6E7C-13062E282A2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58771" y="6249359"/>
                  <a:ext cx="14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056A463-A98B-2731-C6F9-D07256302198}"/>
                    </a:ext>
                  </a:extLst>
                </p14:cNvPr>
                <p14:cNvContentPartPr/>
                <p14:nvPr/>
              </p14:nvContentPartPr>
              <p14:xfrm>
                <a:off x="10347771" y="6291479"/>
                <a:ext cx="100080" cy="72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056A463-A98B-2731-C6F9-D0725630219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39131" y="6282839"/>
                  <a:ext cx="117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C68CC190-D447-16D1-0549-70BB34620647}"/>
              </a:ext>
            </a:extLst>
          </p:cNvPr>
          <p:cNvGrpSpPr/>
          <p:nvPr/>
        </p:nvGrpSpPr>
        <p:grpSpPr>
          <a:xfrm>
            <a:off x="10790211" y="6041999"/>
            <a:ext cx="702720" cy="213480"/>
            <a:chOff x="10790211" y="6041999"/>
            <a:chExt cx="70272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04AD3F1-0E7F-57E0-FC80-3D5FB1B811EB}"/>
                    </a:ext>
                  </a:extLst>
                </p14:cNvPr>
                <p14:cNvContentPartPr/>
                <p14:nvPr/>
              </p14:nvContentPartPr>
              <p14:xfrm>
                <a:off x="10790211" y="6179159"/>
                <a:ext cx="78480" cy="14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04AD3F1-0E7F-57E0-FC80-3D5FB1B811E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81571" y="6170159"/>
                  <a:ext cx="96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71AC101-C934-8CD0-DFEC-A51BD6F21C74}"/>
                    </a:ext>
                  </a:extLst>
                </p14:cNvPr>
                <p14:cNvContentPartPr/>
                <p14:nvPr/>
              </p14:nvContentPartPr>
              <p14:xfrm>
                <a:off x="10803531" y="6127319"/>
                <a:ext cx="81720" cy="11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71AC101-C934-8CD0-DFEC-A51BD6F21C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794531" y="6118679"/>
                  <a:ext cx="99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FDBA58-F9AA-0BDB-E5E9-A63B57C61E51}"/>
                    </a:ext>
                  </a:extLst>
                </p14:cNvPr>
                <p14:cNvContentPartPr/>
                <p14:nvPr/>
              </p14:nvContentPartPr>
              <p14:xfrm>
                <a:off x="11021691" y="6117599"/>
                <a:ext cx="105120" cy="101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FDBA58-F9AA-0BDB-E5E9-A63B57C61E5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12691" y="6108959"/>
                  <a:ext cx="122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37E83DB-3276-CFF0-7810-308EAE342E95}"/>
                    </a:ext>
                  </a:extLst>
                </p14:cNvPr>
                <p14:cNvContentPartPr/>
                <p14:nvPr/>
              </p14:nvContentPartPr>
              <p14:xfrm>
                <a:off x="11190531" y="6252959"/>
                <a:ext cx="1440" cy="2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37E83DB-3276-CFF0-7810-308EAE342E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81891" y="6243959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785EA0-DA03-234F-8E5F-B00FE2AFBEC7}"/>
                    </a:ext>
                  </a:extLst>
                </p14:cNvPr>
                <p14:cNvContentPartPr/>
                <p14:nvPr/>
              </p14:nvContentPartPr>
              <p14:xfrm>
                <a:off x="11229051" y="6093839"/>
                <a:ext cx="116640" cy="10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785EA0-DA03-234F-8E5F-B00FE2AFBEC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220411" y="6085199"/>
                  <a:ext cx="134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F591A13-40E6-4F96-E7CF-59A33FD904CE}"/>
                    </a:ext>
                  </a:extLst>
                </p14:cNvPr>
                <p14:cNvContentPartPr/>
                <p14:nvPr/>
              </p14:nvContentPartPr>
              <p14:xfrm>
                <a:off x="11378451" y="6107519"/>
                <a:ext cx="86400" cy="117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F591A13-40E6-4F96-E7CF-59A33FD904C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369451" y="6098879"/>
                  <a:ext cx="104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564131E-14D1-299B-AA83-573B2D66C34B}"/>
                    </a:ext>
                  </a:extLst>
                </p14:cNvPr>
                <p14:cNvContentPartPr/>
                <p14:nvPr/>
              </p14:nvContentPartPr>
              <p14:xfrm>
                <a:off x="11394291" y="6041999"/>
                <a:ext cx="98640" cy="46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564131E-14D1-299B-AA83-573B2D66C34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85291" y="6032999"/>
                  <a:ext cx="116280" cy="64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sample δ[n] is a coordinate basis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It isolates one sample at one index.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32918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9620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4591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161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3877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848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418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3105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239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736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593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6648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1619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0189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9536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δ[n−1]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664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6635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205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592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089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0946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70178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5149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3719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435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9406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7976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58692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53663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233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069080"/>
            <a:ext cx="5760720" cy="7772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132320" y="39776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296912" y="4087368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296912" y="4361688"/>
            <a:ext cx="3831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sequence is a weighted sum of shifted impulses—the discrete-time analog of expanding a vector in basis vectors.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B26135-BDFC-B776-EAAF-6291EA48E682}"/>
              </a:ext>
            </a:extLst>
          </p:cNvPr>
          <p:cNvGrpSpPr/>
          <p:nvPr/>
        </p:nvGrpSpPr>
        <p:grpSpPr>
          <a:xfrm>
            <a:off x="841971" y="5033279"/>
            <a:ext cx="654120" cy="273240"/>
            <a:chOff x="841971" y="5033279"/>
            <a:chExt cx="65412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272B9A-F37F-D512-5B78-BEF4C7FEC767}"/>
                    </a:ext>
                  </a:extLst>
                </p14:cNvPr>
                <p14:cNvContentPartPr/>
                <p14:nvPr/>
              </p14:nvContentPartPr>
              <p14:xfrm>
                <a:off x="841971" y="5077199"/>
                <a:ext cx="158760" cy="174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272B9A-F37F-D512-5B78-BEF4C7FEC7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971" y="5068559"/>
                  <a:ext cx="176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5D2A69-8AC3-DF75-0080-0029D9CC7D9B}"/>
                    </a:ext>
                  </a:extLst>
                </p14:cNvPr>
                <p14:cNvContentPartPr/>
                <p14:nvPr/>
              </p14:nvContentPartPr>
              <p14:xfrm>
                <a:off x="1060491" y="5033279"/>
                <a:ext cx="86760" cy="232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5D2A69-8AC3-DF75-0080-0029D9CC7D9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1851" y="5024639"/>
                  <a:ext cx="104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4F1A33-520E-1E6B-CDBB-C68CEAE58BCF}"/>
                    </a:ext>
                  </a:extLst>
                </p14:cNvPr>
                <p14:cNvContentPartPr/>
                <p14:nvPr/>
              </p14:nvContentPartPr>
              <p14:xfrm>
                <a:off x="1181451" y="5163239"/>
                <a:ext cx="129960" cy="67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4F1A33-520E-1E6B-CDBB-C68CEAE58B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2811" y="5154239"/>
                  <a:ext cx="147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1EEA54-B076-BE2E-8D27-3E400445D161}"/>
                    </a:ext>
                  </a:extLst>
                </p14:cNvPr>
                <p14:cNvContentPartPr/>
                <p14:nvPr/>
              </p14:nvContentPartPr>
              <p14:xfrm>
                <a:off x="1385211" y="5046959"/>
                <a:ext cx="110880" cy="25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1EEA54-B076-BE2E-8D27-3E400445D1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6211" y="5037959"/>
                  <a:ext cx="128520" cy="27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8948F8B-EF9F-F25C-FDD2-49FF8A8FCF91}"/>
                  </a:ext>
                </a:extLst>
              </p14:cNvPr>
              <p14:cNvContentPartPr/>
              <p14:nvPr/>
            </p14:nvContentPartPr>
            <p14:xfrm>
              <a:off x="1834491" y="5189159"/>
              <a:ext cx="300600" cy="62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8948F8B-EF9F-F25C-FDD2-49FF8A8FCF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25851" y="5180519"/>
                <a:ext cx="3182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0AAF80-E9CB-FB6D-63CB-42680B0CFB0B}"/>
                  </a:ext>
                </a:extLst>
              </p14:cNvPr>
              <p14:cNvContentPartPr/>
              <p14:nvPr/>
            </p14:nvContentPartPr>
            <p14:xfrm>
              <a:off x="2201691" y="5010599"/>
              <a:ext cx="83160" cy="245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0AAF80-E9CB-FB6D-63CB-42680B0CFB0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3051" y="5001599"/>
                <a:ext cx="1008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BEF8582-1032-D6E5-AD22-CA8D30510A2E}"/>
                  </a:ext>
                </a:extLst>
              </p14:cNvPr>
              <p14:cNvContentPartPr/>
              <p14:nvPr/>
            </p14:nvContentPartPr>
            <p14:xfrm>
              <a:off x="2577531" y="5026439"/>
              <a:ext cx="170280" cy="242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BEF8582-1032-D6E5-AD22-CA8D30510A2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68531" y="5017799"/>
                <a:ext cx="1879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676FD36-2565-4F0A-3AC4-B7D5DEEC6FAA}"/>
                  </a:ext>
                </a:extLst>
              </p14:cNvPr>
              <p14:cNvContentPartPr/>
              <p14:nvPr/>
            </p14:nvContentPartPr>
            <p14:xfrm>
              <a:off x="2791011" y="5036159"/>
              <a:ext cx="126720" cy="237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676FD36-2565-4F0A-3AC4-B7D5DEEC6FA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82371" y="5027159"/>
                <a:ext cx="144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DA54BE8-DD71-8BA7-DC62-5F134EB8BE3F}"/>
                  </a:ext>
                </a:extLst>
              </p14:cNvPr>
              <p14:cNvContentPartPr/>
              <p14:nvPr/>
            </p14:nvContentPartPr>
            <p14:xfrm>
              <a:off x="2935731" y="5185199"/>
              <a:ext cx="137880" cy="756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DA54BE8-DD71-8BA7-DC62-5F134EB8BE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26731" y="5176199"/>
                <a:ext cx="1555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7D5D795-8B0E-EAB5-671E-E570192B4F47}"/>
                  </a:ext>
                </a:extLst>
              </p14:cNvPr>
              <p14:cNvContentPartPr/>
              <p14:nvPr/>
            </p14:nvContentPartPr>
            <p14:xfrm>
              <a:off x="3120771" y="5204639"/>
              <a:ext cx="88200" cy="16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7D5D795-8B0E-EAB5-671E-E570192B4F4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11771" y="5195639"/>
                <a:ext cx="1058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21C77D06-4A1B-7364-49D5-4A2DA2D65FBA}"/>
              </a:ext>
            </a:extLst>
          </p:cNvPr>
          <p:cNvGrpSpPr/>
          <p:nvPr/>
        </p:nvGrpSpPr>
        <p:grpSpPr>
          <a:xfrm>
            <a:off x="3284931" y="5009879"/>
            <a:ext cx="318240" cy="299160"/>
            <a:chOff x="3284931" y="5009879"/>
            <a:chExt cx="31824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5261CB-6965-0ED8-F53F-BCDC3D7D32C9}"/>
                    </a:ext>
                  </a:extLst>
                </p14:cNvPr>
                <p14:cNvContentPartPr/>
                <p14:nvPr/>
              </p14:nvContentPartPr>
              <p14:xfrm>
                <a:off x="3284931" y="5119319"/>
                <a:ext cx="30960" cy="9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5261CB-6965-0ED8-F53F-BCDC3D7D32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76291" y="5110679"/>
                  <a:ext cx="48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2F8A7D-1CCF-FEB9-3526-FCA6D93B9480}"/>
                    </a:ext>
                  </a:extLst>
                </p14:cNvPr>
                <p14:cNvContentPartPr/>
                <p14:nvPr/>
              </p14:nvContentPartPr>
              <p14:xfrm>
                <a:off x="3323451" y="5009879"/>
                <a:ext cx="143280" cy="241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2F8A7D-1CCF-FEB9-3526-FCA6D93B94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14451" y="5000879"/>
                  <a:ext cx="160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08B1699-A063-9761-1156-55E2E58DBCE7}"/>
                    </a:ext>
                  </a:extLst>
                </p14:cNvPr>
                <p14:cNvContentPartPr/>
                <p14:nvPr/>
              </p14:nvContentPartPr>
              <p14:xfrm>
                <a:off x="3573651" y="5250719"/>
                <a:ext cx="29520" cy="58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08B1699-A063-9761-1156-55E2E58DBC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65011" y="5242079"/>
                  <a:ext cx="471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E2DEC5-EF31-3DD3-8ABC-87DBC4A6C8B6}"/>
              </a:ext>
            </a:extLst>
          </p:cNvPr>
          <p:cNvGrpSpPr/>
          <p:nvPr/>
        </p:nvGrpSpPr>
        <p:grpSpPr>
          <a:xfrm>
            <a:off x="3844371" y="4982159"/>
            <a:ext cx="1577160" cy="340200"/>
            <a:chOff x="3844371" y="4982159"/>
            <a:chExt cx="157716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B341B3B-2B99-5D19-383B-004B85FACD93}"/>
                    </a:ext>
                  </a:extLst>
                </p14:cNvPr>
                <p14:cNvContentPartPr/>
                <p14:nvPr/>
              </p14:nvContentPartPr>
              <p14:xfrm>
                <a:off x="3844371" y="5024999"/>
                <a:ext cx="109080" cy="204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B341B3B-2B99-5D19-383B-004B85FACD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35731" y="5015999"/>
                  <a:ext cx="126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156767-F28D-3D9E-80F0-F7B0D5E674E7}"/>
                    </a:ext>
                  </a:extLst>
                </p14:cNvPr>
                <p14:cNvContentPartPr/>
                <p14:nvPr/>
              </p14:nvContentPartPr>
              <p14:xfrm>
                <a:off x="3982611" y="4989359"/>
                <a:ext cx="168480" cy="257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156767-F28D-3D9E-80F0-F7B0D5E674E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73611" y="4980359"/>
                  <a:ext cx="186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87D170-A3F9-EC1B-68E0-57604519E1B3}"/>
                    </a:ext>
                  </a:extLst>
                </p14:cNvPr>
                <p14:cNvContentPartPr/>
                <p14:nvPr/>
              </p14:nvContentPartPr>
              <p14:xfrm>
                <a:off x="4150371" y="5130479"/>
                <a:ext cx="144720" cy="81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87D170-A3F9-EC1B-68E0-57604519E1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41371" y="5121479"/>
                  <a:ext cx="162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37BEC0C-1E56-AC1C-A774-E2DDA5D1278C}"/>
                    </a:ext>
                  </a:extLst>
                </p14:cNvPr>
                <p14:cNvContentPartPr/>
                <p14:nvPr/>
              </p14:nvContentPartPr>
              <p14:xfrm>
                <a:off x="4314531" y="5135159"/>
                <a:ext cx="153720" cy="23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37BEC0C-1E56-AC1C-A774-E2DDA5D127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5531" y="5126159"/>
                  <a:ext cx="171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BF6249-2EED-CA2A-5C4D-B86C04B52BF0}"/>
                    </a:ext>
                  </a:extLst>
                </p14:cNvPr>
                <p14:cNvContentPartPr/>
                <p14:nvPr/>
              </p14:nvContentPartPr>
              <p14:xfrm>
                <a:off x="4478691" y="5064239"/>
                <a:ext cx="183960" cy="117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BF6249-2EED-CA2A-5C4D-B86C04B52B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70051" y="5055239"/>
                  <a:ext cx="201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8E8E1C-5CF3-2FE1-6393-4A3BE64F6D7A}"/>
                    </a:ext>
                  </a:extLst>
                </p14:cNvPr>
                <p14:cNvContentPartPr/>
                <p14:nvPr/>
              </p14:nvContentPartPr>
              <p14:xfrm>
                <a:off x="4615491" y="4982159"/>
                <a:ext cx="126000" cy="281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8E8E1C-5CF3-2FE1-6393-4A3BE64F6D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06851" y="4973519"/>
                  <a:ext cx="143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44CF2F5-FA70-C8E5-F60E-6747190B0481}"/>
                    </a:ext>
                  </a:extLst>
                </p14:cNvPr>
                <p14:cNvContentPartPr/>
                <p14:nvPr/>
              </p14:nvContentPartPr>
              <p14:xfrm>
                <a:off x="4864971" y="5228759"/>
                <a:ext cx="63000" cy="93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44CF2F5-FA70-C8E5-F60E-6747190B04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56331" y="5220119"/>
                  <a:ext cx="806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E93EED4-79D6-4FC7-3990-70169D73F469}"/>
                    </a:ext>
                  </a:extLst>
                </p14:cNvPr>
                <p14:cNvContentPartPr/>
                <p14:nvPr/>
              </p14:nvContentPartPr>
              <p14:xfrm>
                <a:off x="5031651" y="5191679"/>
                <a:ext cx="23040" cy="4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E93EED4-79D6-4FC7-3990-70169D73F4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23011" y="5183039"/>
                  <a:ext cx="40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43B5AB-EBA6-1B07-DDB7-DA0D9F1B895C}"/>
                    </a:ext>
                  </a:extLst>
                </p14:cNvPr>
                <p14:cNvContentPartPr/>
                <p14:nvPr/>
              </p14:nvContentPartPr>
              <p14:xfrm>
                <a:off x="5163051" y="5185199"/>
                <a:ext cx="258480" cy="14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43B5AB-EBA6-1B07-DDB7-DA0D9F1B895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54411" y="5176199"/>
                  <a:ext cx="2761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803A2A2-9DDF-1F8D-2F1B-B57BBC54F5C7}"/>
              </a:ext>
            </a:extLst>
          </p:cNvPr>
          <p:cNvGrpSpPr/>
          <p:nvPr/>
        </p:nvGrpSpPr>
        <p:grpSpPr>
          <a:xfrm>
            <a:off x="5722491" y="5014199"/>
            <a:ext cx="420480" cy="133560"/>
            <a:chOff x="5722491" y="5014199"/>
            <a:chExt cx="42048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65DE16-593A-BD6D-4E22-C6E68DC2E439}"/>
                    </a:ext>
                  </a:extLst>
                </p14:cNvPr>
                <p14:cNvContentPartPr/>
                <p14:nvPr/>
              </p14:nvContentPartPr>
              <p14:xfrm>
                <a:off x="5722491" y="5042639"/>
                <a:ext cx="150120" cy="105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65DE16-593A-BD6D-4E22-C6E68DC2E4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13491" y="5033639"/>
                  <a:ext cx="167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3099D6-549B-4FA0-49BB-2ABFBFBFB30F}"/>
                    </a:ext>
                  </a:extLst>
                </p14:cNvPr>
                <p14:cNvContentPartPr/>
                <p14:nvPr/>
              </p14:nvContentPartPr>
              <p14:xfrm>
                <a:off x="5893851" y="5014199"/>
                <a:ext cx="249120" cy="115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3099D6-549B-4FA0-49BB-2ABFBFBFB3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85211" y="5005199"/>
                  <a:ext cx="26676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95CCF9-5BBC-370F-3A23-BBD55CC99594}"/>
              </a:ext>
            </a:extLst>
          </p:cNvPr>
          <p:cNvGrpSpPr/>
          <p:nvPr/>
        </p:nvGrpSpPr>
        <p:grpSpPr>
          <a:xfrm>
            <a:off x="5525571" y="5228759"/>
            <a:ext cx="1559160" cy="291240"/>
            <a:chOff x="5525571" y="5228759"/>
            <a:chExt cx="155916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2DA2FF-0AC9-40DB-9B2A-0A1A11CFFD84}"/>
                    </a:ext>
                  </a:extLst>
                </p14:cNvPr>
                <p14:cNvContentPartPr/>
                <p14:nvPr/>
              </p14:nvContentPartPr>
              <p14:xfrm>
                <a:off x="5525571" y="5327399"/>
                <a:ext cx="109800" cy="159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2DA2FF-0AC9-40DB-9B2A-0A1A11CFFD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16571" y="5318759"/>
                  <a:ext cx="127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E1F327-6AE3-14EF-B6C0-72983952D429}"/>
                    </a:ext>
                  </a:extLst>
                </p14:cNvPr>
                <p14:cNvContentPartPr/>
                <p14:nvPr/>
              </p14:nvContentPartPr>
              <p14:xfrm>
                <a:off x="5678571" y="5428559"/>
                <a:ext cx="92880" cy="50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E1F327-6AE3-14EF-B6C0-72983952D42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69931" y="5419559"/>
                  <a:ext cx="110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835947-C823-F6A0-DD00-84F77005F23E}"/>
                    </a:ext>
                  </a:extLst>
                </p14:cNvPr>
                <p14:cNvContentPartPr/>
                <p14:nvPr/>
              </p14:nvContentPartPr>
              <p14:xfrm>
                <a:off x="5812131" y="5380319"/>
                <a:ext cx="51120" cy="107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835947-C823-F6A0-DD00-84F77005F2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03131" y="5371679"/>
                  <a:ext cx="68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3177BE-5ACC-BB3D-A4D0-78FC676DB6D1}"/>
                    </a:ext>
                  </a:extLst>
                </p14:cNvPr>
                <p14:cNvContentPartPr/>
                <p14:nvPr/>
              </p14:nvContentPartPr>
              <p14:xfrm>
                <a:off x="5935251" y="5420639"/>
                <a:ext cx="13320" cy="46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3177BE-5ACC-BB3D-A4D0-78FC676DB6D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26251" y="5411639"/>
                  <a:ext cx="30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CA3917-3997-9708-913E-CA2C9BE25EA3}"/>
                    </a:ext>
                  </a:extLst>
                </p14:cNvPr>
                <p14:cNvContentPartPr/>
                <p14:nvPr/>
              </p14:nvContentPartPr>
              <p14:xfrm>
                <a:off x="5918691" y="5310839"/>
                <a:ext cx="12960" cy="4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CA3917-3997-9708-913E-CA2C9BE25E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10051" y="5302199"/>
                  <a:ext cx="30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EE40648-6D6F-54F1-D8E8-2807BC42F57F}"/>
                    </a:ext>
                  </a:extLst>
                </p14:cNvPr>
                <p14:cNvContentPartPr/>
                <p14:nvPr/>
              </p14:nvContentPartPr>
              <p14:xfrm>
                <a:off x="6047931" y="5382119"/>
                <a:ext cx="41040" cy="137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EE40648-6D6F-54F1-D8E8-2807BC42F57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38931" y="5373479"/>
                  <a:ext cx="58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E2D09B7-D746-6181-7026-34C4766EC4C8}"/>
                    </a:ext>
                  </a:extLst>
                </p14:cNvPr>
                <p14:cNvContentPartPr/>
                <p14:nvPr/>
              </p14:nvContentPartPr>
              <p14:xfrm>
                <a:off x="6236211" y="5366279"/>
                <a:ext cx="120960" cy="127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E2D09B7-D746-6181-7026-34C4766EC4C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27571" y="5357639"/>
                  <a:ext cx="138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3DC424-25E1-137A-925F-19C78D0D1B82}"/>
                    </a:ext>
                  </a:extLst>
                </p14:cNvPr>
                <p14:cNvContentPartPr/>
                <p14:nvPr/>
              </p14:nvContentPartPr>
              <p14:xfrm>
                <a:off x="6388131" y="5372759"/>
                <a:ext cx="139680" cy="114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3DC424-25E1-137A-925F-19C78D0D1B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79131" y="5363759"/>
                  <a:ext cx="157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B28774-FDFE-836F-A5CC-912607A0D075}"/>
                    </a:ext>
                  </a:extLst>
                </p14:cNvPr>
                <p14:cNvContentPartPr/>
                <p14:nvPr/>
              </p14:nvContentPartPr>
              <p14:xfrm>
                <a:off x="6547251" y="5382119"/>
                <a:ext cx="95040" cy="98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B28774-FDFE-836F-A5CC-912607A0D07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38611" y="5373479"/>
                  <a:ext cx="112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A10A267-B1FA-907F-305A-0C376C477A60}"/>
                    </a:ext>
                  </a:extLst>
                </p14:cNvPr>
                <p14:cNvContentPartPr/>
                <p14:nvPr/>
              </p14:nvContentPartPr>
              <p14:xfrm>
                <a:off x="6635811" y="5228759"/>
                <a:ext cx="58320" cy="210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A10A267-B1FA-907F-305A-0C376C477A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6811" y="5220119"/>
                  <a:ext cx="75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7C3DF26-7F6C-652B-C342-CDB35CA873B0}"/>
                    </a:ext>
                  </a:extLst>
                </p14:cNvPr>
                <p14:cNvContentPartPr/>
                <p14:nvPr/>
              </p14:nvContentPartPr>
              <p14:xfrm>
                <a:off x="6602691" y="5348279"/>
                <a:ext cx="143280" cy="28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7C3DF26-7F6C-652B-C342-CDB35CA873B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93691" y="5339279"/>
                  <a:ext cx="160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050D82F-07D2-96D6-7005-F8EF7B335279}"/>
                    </a:ext>
                  </a:extLst>
                </p14:cNvPr>
                <p14:cNvContentPartPr/>
                <p14:nvPr/>
              </p14:nvContentPartPr>
              <p14:xfrm>
                <a:off x="6774411" y="5356199"/>
                <a:ext cx="97560" cy="92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050D82F-07D2-96D6-7005-F8EF7B3352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65771" y="5347559"/>
                  <a:ext cx="115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7D4A9F7-DAFA-82E6-44E7-1EAEE683BC5E}"/>
                    </a:ext>
                  </a:extLst>
                </p14:cNvPr>
                <p14:cNvContentPartPr/>
                <p14:nvPr/>
              </p14:nvContentPartPr>
              <p14:xfrm>
                <a:off x="6913731" y="5329199"/>
                <a:ext cx="43200" cy="141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7D4A9F7-DAFA-82E6-44E7-1EAEE683BC5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04731" y="5320199"/>
                  <a:ext cx="60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898259A-8603-46A6-9DE3-87A15A826D98}"/>
                    </a:ext>
                  </a:extLst>
                </p14:cNvPr>
                <p14:cNvContentPartPr/>
                <p14:nvPr/>
              </p14:nvContentPartPr>
              <p14:xfrm>
                <a:off x="7012731" y="5343599"/>
                <a:ext cx="72000" cy="144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898259A-8603-46A6-9DE3-87A15A826D9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03731" y="5334599"/>
                  <a:ext cx="896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2BDB5F5-D800-3ED6-FB2D-7D079CA8BAF5}"/>
              </a:ext>
            </a:extLst>
          </p:cNvPr>
          <p:cNvGrpSpPr/>
          <p:nvPr/>
        </p:nvGrpSpPr>
        <p:grpSpPr>
          <a:xfrm>
            <a:off x="919731" y="5580479"/>
            <a:ext cx="1433160" cy="873000"/>
            <a:chOff x="919731" y="5580479"/>
            <a:chExt cx="1433160" cy="87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3CEC0D-4F17-A375-E138-FA2AFFC14CC1}"/>
                    </a:ext>
                  </a:extLst>
                </p14:cNvPr>
                <p14:cNvContentPartPr/>
                <p14:nvPr/>
              </p14:nvContentPartPr>
              <p14:xfrm>
                <a:off x="919731" y="5954879"/>
                <a:ext cx="141840" cy="102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3CEC0D-4F17-A375-E138-FA2AFFC14CC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1091" y="5945879"/>
                  <a:ext cx="159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9F34584-5263-38A0-D3EC-710C03325A84}"/>
                    </a:ext>
                  </a:extLst>
                </p14:cNvPr>
                <p14:cNvContentPartPr/>
                <p14:nvPr/>
              </p14:nvContentPartPr>
              <p14:xfrm>
                <a:off x="952491" y="5956319"/>
                <a:ext cx="77040" cy="110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9F34584-5263-38A0-D3EC-710C03325A8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3491" y="5947679"/>
                  <a:ext cx="94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F55938-2385-90C9-65F4-138129579625}"/>
                    </a:ext>
                  </a:extLst>
                </p14:cNvPr>
                <p14:cNvContentPartPr/>
                <p14:nvPr/>
              </p14:nvContentPartPr>
              <p14:xfrm>
                <a:off x="974451" y="6126959"/>
                <a:ext cx="101520" cy="15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F55938-2385-90C9-65F4-13812957962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5811" y="6117959"/>
                  <a:ext cx="119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239C819-DD9E-9DA9-4C18-B767C3C1610C}"/>
                    </a:ext>
                  </a:extLst>
                </p14:cNvPr>
                <p14:cNvContentPartPr/>
                <p14:nvPr/>
              </p14:nvContentPartPr>
              <p14:xfrm>
                <a:off x="1243371" y="6028319"/>
                <a:ext cx="74520" cy="11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239C819-DD9E-9DA9-4C18-B767C3C1610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34371" y="6019319"/>
                  <a:ext cx="92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80CE3D-3458-E7FF-5312-68E7F895D9CA}"/>
                    </a:ext>
                  </a:extLst>
                </p14:cNvPr>
                <p14:cNvContentPartPr/>
                <p14:nvPr/>
              </p14:nvContentPartPr>
              <p14:xfrm>
                <a:off x="1244451" y="5978999"/>
                <a:ext cx="59040" cy="18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80CE3D-3458-E7FF-5312-68E7F895D9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35451" y="5970359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1D0A5B-F4E2-4E43-AF8F-4DD24F3A42BB}"/>
                    </a:ext>
                  </a:extLst>
                </p14:cNvPr>
                <p14:cNvContentPartPr/>
                <p14:nvPr/>
              </p14:nvContentPartPr>
              <p14:xfrm>
                <a:off x="1461531" y="5948759"/>
                <a:ext cx="172800" cy="142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1D0A5B-F4E2-4E43-AF8F-4DD24F3A42B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52891" y="5940119"/>
                  <a:ext cx="190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136F6-39CE-3A26-39A1-04D463ABE5EF}"/>
                    </a:ext>
                  </a:extLst>
                </p14:cNvPr>
                <p14:cNvContentPartPr/>
                <p14:nvPr/>
              </p14:nvContentPartPr>
              <p14:xfrm>
                <a:off x="1501131" y="5957399"/>
                <a:ext cx="70560" cy="99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136F6-39CE-3A26-39A1-04D463ABE5E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92131" y="5948759"/>
                  <a:ext cx="8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9CF07D-6AF4-53CA-C6CE-D81413510F12}"/>
                    </a:ext>
                  </a:extLst>
                </p14:cNvPr>
                <p14:cNvContentPartPr/>
                <p14:nvPr/>
              </p14:nvContentPartPr>
              <p14:xfrm>
                <a:off x="1681491" y="6065759"/>
                <a:ext cx="88560" cy="79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9CF07D-6AF4-53CA-C6CE-D81413510F1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72851" y="6056759"/>
                  <a:ext cx="106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1841095-AF85-8A3C-69A7-3A93CD586699}"/>
                    </a:ext>
                  </a:extLst>
                </p14:cNvPr>
                <p14:cNvContentPartPr/>
                <p14:nvPr/>
              </p14:nvContentPartPr>
              <p14:xfrm>
                <a:off x="2031051" y="5649239"/>
                <a:ext cx="36720" cy="112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1841095-AF85-8A3C-69A7-3A93CD58669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22411" y="5640239"/>
                  <a:ext cx="54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9C6AAB8-E53C-313E-AC93-0705E78679D1}"/>
                    </a:ext>
                  </a:extLst>
                </p14:cNvPr>
                <p14:cNvContentPartPr/>
                <p14:nvPr/>
              </p14:nvContentPartPr>
              <p14:xfrm>
                <a:off x="2031411" y="5918879"/>
                <a:ext cx="120960" cy="8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9C6AAB8-E53C-313E-AC93-0705E78679D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022771" y="5910239"/>
                  <a:ext cx="138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4AD391-E8D6-C995-FE7B-E4E5C460ED2C}"/>
                    </a:ext>
                  </a:extLst>
                </p14:cNvPr>
                <p14:cNvContentPartPr/>
                <p14:nvPr/>
              </p14:nvContentPartPr>
              <p14:xfrm>
                <a:off x="2036091" y="6173399"/>
                <a:ext cx="105480" cy="107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4AD391-E8D6-C995-FE7B-E4E5C460ED2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27091" y="6164759"/>
                  <a:ext cx="123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8230AA-6222-419D-DBFD-47EF77A54D7C}"/>
                    </a:ext>
                  </a:extLst>
                </p14:cNvPr>
                <p14:cNvContentPartPr/>
                <p14:nvPr/>
              </p14:nvContentPartPr>
              <p14:xfrm>
                <a:off x="1843851" y="5595599"/>
                <a:ext cx="99360" cy="751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8230AA-6222-419D-DBFD-47EF77A54D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35211" y="5586599"/>
                  <a:ext cx="1170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B0C7A36-6C63-5D0A-0C05-AEF71F092776}"/>
                    </a:ext>
                  </a:extLst>
                </p14:cNvPr>
                <p14:cNvContentPartPr/>
                <p14:nvPr/>
              </p14:nvContentPartPr>
              <p14:xfrm>
                <a:off x="2217531" y="5580479"/>
                <a:ext cx="135360" cy="873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B0C7A36-6C63-5D0A-0C05-AEF71F09277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08531" y="5571479"/>
                  <a:ext cx="153000" cy="89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31BBFB4-A2C9-C57D-9A2B-BF524F15B4C9}"/>
              </a:ext>
            </a:extLst>
          </p:cNvPr>
          <p:cNvGrpSpPr/>
          <p:nvPr/>
        </p:nvGrpSpPr>
        <p:grpSpPr>
          <a:xfrm>
            <a:off x="2562771" y="5589119"/>
            <a:ext cx="2485800" cy="867960"/>
            <a:chOff x="2562771" y="5589119"/>
            <a:chExt cx="2485800" cy="86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11398C-8E20-1B0D-359F-82D074632C56}"/>
                    </a:ext>
                  </a:extLst>
                </p14:cNvPr>
                <p14:cNvContentPartPr/>
                <p14:nvPr/>
              </p14:nvContentPartPr>
              <p14:xfrm>
                <a:off x="2622171" y="5992679"/>
                <a:ext cx="33840" cy="132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11398C-8E20-1B0D-359F-82D074632C5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13531" y="5984039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71E8B0B-8185-6170-4536-A186D7AEC04E}"/>
                    </a:ext>
                  </a:extLst>
                </p14:cNvPr>
                <p14:cNvContentPartPr/>
                <p14:nvPr/>
              </p14:nvContentPartPr>
              <p14:xfrm>
                <a:off x="2562771" y="6061079"/>
                <a:ext cx="109440" cy="1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71E8B0B-8185-6170-4536-A186D7AEC04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53771" y="6052439"/>
                  <a:ext cx="127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0C6838E-FFA2-9788-7DBF-7D3F936E01EB}"/>
                    </a:ext>
                  </a:extLst>
                </p14:cNvPr>
                <p14:cNvContentPartPr/>
                <p14:nvPr/>
              </p14:nvContentPartPr>
              <p14:xfrm>
                <a:off x="2806491" y="6011039"/>
                <a:ext cx="126000" cy="68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0C6838E-FFA2-9788-7DBF-7D3F936E01E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97491" y="6002399"/>
                  <a:ext cx="14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A9EAAF-C002-70C0-89AE-9C3015F85E92}"/>
                    </a:ext>
                  </a:extLst>
                </p14:cNvPr>
                <p14:cNvContentPartPr/>
                <p14:nvPr/>
              </p14:nvContentPartPr>
              <p14:xfrm>
                <a:off x="2829171" y="6009959"/>
                <a:ext cx="73080" cy="101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A9EAAF-C002-70C0-89AE-9C3015F85E9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820531" y="6001319"/>
                  <a:ext cx="90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09E273-DBD0-7BE2-8EDF-5DB93BC50A09}"/>
                    </a:ext>
                  </a:extLst>
                </p14:cNvPr>
                <p14:cNvContentPartPr/>
                <p14:nvPr/>
              </p14:nvContentPartPr>
              <p14:xfrm>
                <a:off x="2985051" y="6115799"/>
                <a:ext cx="34560" cy="84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09E273-DBD0-7BE2-8EDF-5DB93BC50A0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76051" y="6107159"/>
                  <a:ext cx="52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C22EC3A-69E4-6CE5-0BA1-17EDB7555FCC}"/>
                    </a:ext>
                  </a:extLst>
                </p14:cNvPr>
                <p14:cNvContentPartPr/>
                <p14:nvPr/>
              </p14:nvContentPartPr>
              <p14:xfrm>
                <a:off x="3262251" y="5675879"/>
                <a:ext cx="133920" cy="102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C22EC3A-69E4-6CE5-0BA1-17EDB7555F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53251" y="5666879"/>
                  <a:ext cx="151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19A0C2-DF74-2E24-EF5E-D6784BF5CFFB}"/>
                    </a:ext>
                  </a:extLst>
                </p14:cNvPr>
                <p14:cNvContentPartPr/>
                <p14:nvPr/>
              </p14:nvContentPartPr>
              <p14:xfrm>
                <a:off x="3367011" y="5950919"/>
                <a:ext cx="19800" cy="88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19A0C2-DF74-2E24-EF5E-D6784BF5CFF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358371" y="5942279"/>
                  <a:ext cx="37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DA87C9-4D20-348F-3020-9968EE91E60B}"/>
                    </a:ext>
                  </a:extLst>
                </p14:cNvPr>
                <p14:cNvContentPartPr/>
                <p14:nvPr/>
              </p14:nvContentPartPr>
              <p14:xfrm>
                <a:off x="3309051" y="6231359"/>
                <a:ext cx="135360" cy="109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DA87C9-4D20-348F-3020-9968EE91E60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00051" y="6222719"/>
                  <a:ext cx="153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CD5993-B3E6-5F50-A50D-4FD90CA8A2F2}"/>
                    </a:ext>
                  </a:extLst>
                </p14:cNvPr>
                <p14:cNvContentPartPr/>
                <p14:nvPr/>
              </p14:nvContentPartPr>
              <p14:xfrm>
                <a:off x="3087291" y="5606759"/>
                <a:ext cx="153720" cy="771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CD5993-B3E6-5F50-A50D-4FD90CA8A2F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078291" y="5597759"/>
                  <a:ext cx="17136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255DBE2-6B5B-4878-86BC-A45373F9613A}"/>
                    </a:ext>
                  </a:extLst>
                </p14:cNvPr>
                <p14:cNvContentPartPr/>
                <p14:nvPr/>
              </p14:nvContentPartPr>
              <p14:xfrm>
                <a:off x="3493011" y="5589119"/>
                <a:ext cx="153000" cy="801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255DBE2-6B5B-4878-86BC-A45373F9613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84371" y="5580479"/>
                  <a:ext cx="1706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44DFE99-88CF-D47F-3768-5E4955603AA1}"/>
                    </a:ext>
                  </a:extLst>
                </p14:cNvPr>
                <p14:cNvContentPartPr/>
                <p14:nvPr/>
              </p14:nvContentPartPr>
              <p14:xfrm>
                <a:off x="3848691" y="5940839"/>
                <a:ext cx="12600" cy="96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44DFE99-88CF-D47F-3768-5E4955603A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40051" y="5931839"/>
                  <a:ext cx="30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AF8A26-C5D4-C3EC-5D3D-4ADEC1C4FF99}"/>
                    </a:ext>
                  </a:extLst>
                </p14:cNvPr>
                <p14:cNvContentPartPr/>
                <p14:nvPr/>
              </p14:nvContentPartPr>
              <p14:xfrm>
                <a:off x="3805491" y="5995559"/>
                <a:ext cx="87840" cy="5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AF8A26-C5D4-C3EC-5D3D-4ADEC1C4FF9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796491" y="5986559"/>
                  <a:ext cx="105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E55FFD-708C-0D47-B021-052FCD8F1FC1}"/>
                    </a:ext>
                  </a:extLst>
                </p14:cNvPr>
                <p14:cNvContentPartPr/>
                <p14:nvPr/>
              </p14:nvContentPartPr>
              <p14:xfrm>
                <a:off x="4026171" y="5962439"/>
                <a:ext cx="133560" cy="9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E55FFD-708C-0D47-B021-052FCD8F1FC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17531" y="5953439"/>
                  <a:ext cx="151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D3EDC1B-545B-B42F-EF27-5B05F1019372}"/>
                    </a:ext>
                  </a:extLst>
                </p14:cNvPr>
                <p14:cNvContentPartPr/>
                <p14:nvPr/>
              </p14:nvContentPartPr>
              <p14:xfrm>
                <a:off x="4047411" y="5968199"/>
                <a:ext cx="75600" cy="123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D3EDC1B-545B-B42F-EF27-5B05F101937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38771" y="5959199"/>
                  <a:ext cx="93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1142FCE-0CE8-03EF-7ED8-FC5472822E81}"/>
                    </a:ext>
                  </a:extLst>
                </p14:cNvPr>
                <p14:cNvContentPartPr/>
                <p14:nvPr/>
              </p14:nvContentPartPr>
              <p14:xfrm>
                <a:off x="4171971" y="6072239"/>
                <a:ext cx="145440" cy="73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1142FCE-0CE8-03EF-7ED8-FC5472822E8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63331" y="6063599"/>
                  <a:ext cx="163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1F5715C-00C0-E88C-0F09-AEACFDF7E0D2}"/>
                    </a:ext>
                  </a:extLst>
                </p14:cNvPr>
                <p14:cNvContentPartPr/>
                <p14:nvPr/>
              </p14:nvContentPartPr>
              <p14:xfrm>
                <a:off x="4405971" y="5625119"/>
                <a:ext cx="156600" cy="831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1F5715C-00C0-E88C-0F09-AEACFDF7E0D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97331" y="5616119"/>
                  <a:ext cx="17424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C1F2D88-AF6A-D10A-7AEF-AEC0762CDAFE}"/>
                    </a:ext>
                  </a:extLst>
                </p14:cNvPr>
                <p14:cNvContentPartPr/>
                <p14:nvPr/>
              </p14:nvContentPartPr>
              <p14:xfrm>
                <a:off x="4620891" y="5630159"/>
                <a:ext cx="105840" cy="126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C1F2D88-AF6A-D10A-7AEF-AEC0762CDAF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11891" y="5621519"/>
                  <a:ext cx="123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6D9A77C-1CB1-7034-8A63-8AA4D04C8DED}"/>
                    </a:ext>
                  </a:extLst>
                </p14:cNvPr>
                <p14:cNvContentPartPr/>
                <p14:nvPr/>
              </p14:nvContentPartPr>
              <p14:xfrm>
                <a:off x="4675971" y="5947679"/>
                <a:ext cx="114480" cy="114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6D9A77C-1CB1-7034-8A63-8AA4D04C8DE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667331" y="5939039"/>
                  <a:ext cx="132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238267F-EB1D-4DAA-742D-4FD5033BDBDB}"/>
                    </a:ext>
                  </a:extLst>
                </p14:cNvPr>
                <p14:cNvContentPartPr/>
                <p14:nvPr/>
              </p14:nvContentPartPr>
              <p14:xfrm>
                <a:off x="4704051" y="6255479"/>
                <a:ext cx="44640" cy="95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238267F-EB1D-4DAA-742D-4FD5033BDBD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95411" y="6246479"/>
                  <a:ext cx="62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F3D1AB3-C03C-4BBA-638B-2783E670C027}"/>
                    </a:ext>
                  </a:extLst>
                </p14:cNvPr>
                <p14:cNvContentPartPr/>
                <p14:nvPr/>
              </p14:nvContentPartPr>
              <p14:xfrm>
                <a:off x="4860651" y="5599199"/>
                <a:ext cx="187920" cy="844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F3D1AB3-C03C-4BBA-638B-2783E670C02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52011" y="5590559"/>
                  <a:ext cx="205560" cy="86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D017CD8-7E90-97D3-2362-341109135A45}"/>
                  </a:ext>
                </a:extLst>
              </p14:cNvPr>
              <p14:cNvContentPartPr/>
              <p14:nvPr/>
            </p14:nvContentPartPr>
            <p14:xfrm>
              <a:off x="6159171" y="1804439"/>
              <a:ext cx="33840" cy="12492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D017CD8-7E90-97D3-2362-341109135A4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150171" y="1795799"/>
                <a:ext cx="51480" cy="126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E86ACD8-74E5-B175-284C-E60934908EDB}"/>
              </a:ext>
            </a:extLst>
          </p:cNvPr>
          <p:cNvGrpSpPr/>
          <p:nvPr/>
        </p:nvGrpSpPr>
        <p:grpSpPr>
          <a:xfrm>
            <a:off x="6388851" y="964919"/>
            <a:ext cx="788400" cy="744840"/>
            <a:chOff x="6388851" y="964919"/>
            <a:chExt cx="788400" cy="74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73E050D-BE1F-47B1-F03D-81DC9B69ED81}"/>
                    </a:ext>
                  </a:extLst>
                </p14:cNvPr>
                <p14:cNvContentPartPr/>
                <p14:nvPr/>
              </p14:nvContentPartPr>
              <p14:xfrm>
                <a:off x="6407211" y="1351559"/>
                <a:ext cx="96840" cy="18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73E050D-BE1F-47B1-F03D-81DC9B69ED8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398211" y="1342919"/>
                  <a:ext cx="11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C0222F-528D-DB87-84C9-E07BA511325B}"/>
                    </a:ext>
                  </a:extLst>
                </p14:cNvPr>
                <p14:cNvContentPartPr/>
                <p14:nvPr/>
              </p14:nvContentPartPr>
              <p14:xfrm>
                <a:off x="6388851" y="1302959"/>
                <a:ext cx="110880" cy="6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C0222F-528D-DB87-84C9-E07BA511325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79851" y="1294319"/>
                  <a:ext cx="128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3AD0BF-9945-3D43-5FC8-8229545AB232}"/>
                    </a:ext>
                  </a:extLst>
                </p14:cNvPr>
                <p14:cNvContentPartPr/>
                <p14:nvPr/>
              </p14:nvContentPartPr>
              <p14:xfrm>
                <a:off x="6882411" y="1043039"/>
                <a:ext cx="17280" cy="123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3AD0BF-9945-3D43-5FC8-8229545AB2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73411" y="1034039"/>
                  <a:ext cx="34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2CDB959-F7AC-D113-8B97-B04D5AE409A2}"/>
                    </a:ext>
                  </a:extLst>
                </p14:cNvPr>
                <p14:cNvContentPartPr/>
                <p14:nvPr/>
              </p14:nvContentPartPr>
              <p14:xfrm>
                <a:off x="6828051" y="1319159"/>
                <a:ext cx="114840" cy="88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2CDB959-F7AC-D113-8B97-B04D5AE409A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819411" y="1310519"/>
                  <a:ext cx="132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652C2EB-9726-B96B-D10E-1B34DA66F18E}"/>
                    </a:ext>
                  </a:extLst>
                </p14:cNvPr>
                <p14:cNvContentPartPr/>
                <p14:nvPr/>
              </p14:nvContentPartPr>
              <p14:xfrm>
                <a:off x="6843171" y="1552439"/>
                <a:ext cx="89640" cy="11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652C2EB-9726-B96B-D10E-1B34DA66F18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34171" y="1543439"/>
                  <a:ext cx="107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6E2800-AEBC-CB66-C845-7145CBF0EEFF}"/>
                    </a:ext>
                  </a:extLst>
                </p14:cNvPr>
                <p14:cNvContentPartPr/>
                <p14:nvPr/>
              </p14:nvContentPartPr>
              <p14:xfrm>
                <a:off x="6619251" y="1016039"/>
                <a:ext cx="96480" cy="693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6E2800-AEBC-CB66-C845-7145CBF0EEF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10611" y="1007039"/>
                  <a:ext cx="11412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62D78C7-10FA-41B6-43C1-D8498550DC01}"/>
                    </a:ext>
                  </a:extLst>
                </p14:cNvPr>
                <p14:cNvContentPartPr/>
                <p14:nvPr/>
              </p14:nvContentPartPr>
              <p14:xfrm>
                <a:off x="7046571" y="964919"/>
                <a:ext cx="130680" cy="726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62D78C7-10FA-41B6-43C1-D8498550DC0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37931" y="955919"/>
                  <a:ext cx="148320" cy="74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AF67F42-E7DD-493B-1B0E-98236E350C4F}"/>
                  </a:ext>
                </a:extLst>
              </p14:cNvPr>
              <p14:cNvContentPartPr/>
              <p14:nvPr/>
            </p14:nvContentPartPr>
            <p14:xfrm>
              <a:off x="6048651" y="1592039"/>
              <a:ext cx="276840" cy="215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AF67F42-E7DD-493B-1B0E-98236E350C4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040011" y="1583039"/>
                <a:ext cx="2944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77BE674-0D1B-E63F-3773-01FCB7F9EFCD}"/>
                  </a:ext>
                </a:extLst>
              </p14:cNvPr>
              <p14:cNvContentPartPr/>
              <p14:nvPr/>
            </p14:nvContentPartPr>
            <p14:xfrm>
              <a:off x="6521691" y="2945279"/>
              <a:ext cx="219240" cy="204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77BE674-0D1B-E63F-3773-01FCB7F9EFC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512691" y="2936279"/>
                <a:ext cx="236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F785A61-B36B-F7EC-B51B-04B686227A89}"/>
                  </a:ext>
                </a:extLst>
              </p14:cNvPr>
              <p14:cNvContentPartPr/>
              <p14:nvPr/>
            </p14:nvContentPartPr>
            <p14:xfrm>
              <a:off x="6947211" y="2949959"/>
              <a:ext cx="204480" cy="2095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F785A61-B36B-F7EC-B51B-04B686227A8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938211" y="2941319"/>
                <a:ext cx="2221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976CF09-BAA7-CF53-83AC-D082723CA4C6}"/>
              </a:ext>
            </a:extLst>
          </p:cNvPr>
          <p:cNvGrpSpPr/>
          <p:nvPr/>
        </p:nvGrpSpPr>
        <p:grpSpPr>
          <a:xfrm>
            <a:off x="9581691" y="901559"/>
            <a:ext cx="1303920" cy="2316600"/>
            <a:chOff x="9581691" y="901559"/>
            <a:chExt cx="1303920" cy="231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9EA5D8A-23C7-1D0B-15D9-114A29607D94}"/>
                    </a:ext>
                  </a:extLst>
                </p14:cNvPr>
                <p14:cNvContentPartPr/>
                <p14:nvPr/>
              </p14:nvContentPartPr>
              <p14:xfrm>
                <a:off x="10022691" y="1341479"/>
                <a:ext cx="100080" cy="6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9EA5D8A-23C7-1D0B-15D9-114A29607D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14051" y="1332479"/>
                  <a:ext cx="117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CAAA95-8A36-2274-7327-9B746C750625}"/>
                    </a:ext>
                  </a:extLst>
                </p14:cNvPr>
                <p14:cNvContentPartPr/>
                <p14:nvPr/>
              </p14:nvContentPartPr>
              <p14:xfrm>
                <a:off x="10014411" y="1264079"/>
                <a:ext cx="120960" cy="22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CAAA95-8A36-2274-7327-9B746C75062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005411" y="1255079"/>
                  <a:ext cx="138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8309A16-53B0-B1A7-31EA-EAED1B006C82}"/>
                    </a:ext>
                  </a:extLst>
                </p14:cNvPr>
                <p14:cNvContentPartPr/>
                <p14:nvPr/>
              </p14:nvContentPartPr>
              <p14:xfrm>
                <a:off x="10466931" y="960959"/>
                <a:ext cx="149040" cy="107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8309A16-53B0-B1A7-31EA-EAED1B006C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457931" y="952319"/>
                  <a:ext cx="166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69EC9E-7585-5EA0-C567-0C7BAF01A5B9}"/>
                    </a:ext>
                  </a:extLst>
                </p14:cNvPr>
                <p14:cNvContentPartPr/>
                <p14:nvPr/>
              </p14:nvContentPartPr>
              <p14:xfrm>
                <a:off x="10580331" y="1214759"/>
                <a:ext cx="33120" cy="117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69EC9E-7585-5EA0-C567-0C7BAF01A5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571691" y="1205759"/>
                  <a:ext cx="50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0C199EC-5AA3-6E45-7916-FA7C63DE0B51}"/>
                    </a:ext>
                  </a:extLst>
                </p14:cNvPr>
                <p14:cNvContentPartPr/>
                <p14:nvPr/>
              </p14:nvContentPartPr>
              <p14:xfrm>
                <a:off x="10485291" y="1455959"/>
                <a:ext cx="147960" cy="109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0C199EC-5AA3-6E45-7916-FA7C63DE0B5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76651" y="1446959"/>
                  <a:ext cx="165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5C6BFD0-F301-4716-6A4F-EE82E6BFDAFD}"/>
                    </a:ext>
                  </a:extLst>
                </p14:cNvPr>
                <p14:cNvContentPartPr/>
                <p14:nvPr/>
              </p14:nvContentPartPr>
              <p14:xfrm>
                <a:off x="10280451" y="901559"/>
                <a:ext cx="237960" cy="698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5C6BFD0-F301-4716-6A4F-EE82E6BFDAF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271451" y="892559"/>
                  <a:ext cx="25560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093D723-ED42-B6D5-DAD0-5BE434AADC43}"/>
                    </a:ext>
                  </a:extLst>
                </p14:cNvPr>
                <p14:cNvContentPartPr/>
                <p14:nvPr/>
              </p14:nvContentPartPr>
              <p14:xfrm>
                <a:off x="10698771" y="914519"/>
                <a:ext cx="186840" cy="668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093D723-ED42-B6D5-DAD0-5BE434AADC4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90131" y="905519"/>
                  <a:ext cx="20448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A857433-4109-9B54-1F84-E87C2EC8705E}"/>
                    </a:ext>
                  </a:extLst>
                </p14:cNvPr>
                <p14:cNvContentPartPr/>
                <p14:nvPr/>
              </p14:nvContentPartPr>
              <p14:xfrm>
                <a:off x="9581691" y="2934119"/>
                <a:ext cx="307080" cy="284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A857433-4109-9B54-1F84-E87C2EC8705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73051" y="2925479"/>
                  <a:ext cx="324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07A838C-B779-DBC5-C045-6386BB46BC24}"/>
                    </a:ext>
                  </a:extLst>
                </p14:cNvPr>
                <p14:cNvContentPartPr/>
                <p14:nvPr/>
              </p14:nvContentPartPr>
              <p14:xfrm>
                <a:off x="10140411" y="1839719"/>
                <a:ext cx="50040" cy="1209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07A838C-B779-DBC5-C045-6386BB46BC2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31411" y="1830719"/>
                  <a:ext cx="6768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E9B06A3-E20E-48D9-EFB3-BFA70D741AEA}"/>
                    </a:ext>
                  </a:extLst>
                </p14:cNvPr>
                <p14:cNvContentPartPr/>
                <p14:nvPr/>
              </p14:nvContentPartPr>
              <p14:xfrm>
                <a:off x="9942051" y="1542359"/>
                <a:ext cx="363240" cy="313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E9B06A3-E20E-48D9-EFB3-BFA70D741AE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33411" y="1533719"/>
                  <a:ext cx="38088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0DCBA0F-FE27-CE28-70CA-428EABD1EDDD}"/>
                  </a:ext>
                </a:extLst>
              </p14:cNvPr>
              <p14:cNvContentPartPr/>
              <p14:nvPr/>
            </p14:nvContentPartPr>
            <p14:xfrm>
              <a:off x="10518051" y="2945999"/>
              <a:ext cx="160200" cy="2080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0DCBA0F-FE27-CE28-70CA-428EABD1EDDD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0509411" y="2937359"/>
                <a:ext cx="17784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9D12AF8-6B16-C287-B430-CD7EBE17B574}"/>
              </a:ext>
            </a:extLst>
          </p:cNvPr>
          <p:cNvGrpSpPr/>
          <p:nvPr/>
        </p:nvGrpSpPr>
        <p:grpSpPr>
          <a:xfrm>
            <a:off x="5242611" y="5998799"/>
            <a:ext cx="148680" cy="79200"/>
            <a:chOff x="5242611" y="5998799"/>
            <a:chExt cx="148680" cy="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D93F80-CA33-FA38-2D61-59A3CEC21737}"/>
                    </a:ext>
                  </a:extLst>
                </p14:cNvPr>
                <p14:cNvContentPartPr/>
                <p14:nvPr/>
              </p14:nvContentPartPr>
              <p14:xfrm>
                <a:off x="5278611" y="6066479"/>
                <a:ext cx="112680" cy="11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D93F80-CA33-FA38-2D61-59A3CEC2173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69611" y="6057479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C7E8C0C-47CD-E659-0CCD-2C75532660A8}"/>
                    </a:ext>
                  </a:extLst>
                </p14:cNvPr>
                <p14:cNvContentPartPr/>
                <p14:nvPr/>
              </p14:nvContentPartPr>
              <p14:xfrm>
                <a:off x="5242611" y="5998799"/>
                <a:ext cx="134280" cy="7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C7E8C0C-47CD-E659-0CCD-2C75532660A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233971" y="5989799"/>
                  <a:ext cx="1519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DE44E76-F802-AF90-99B2-0D65AA4D34A1}"/>
              </a:ext>
            </a:extLst>
          </p:cNvPr>
          <p:cNvGrpSpPr/>
          <p:nvPr/>
        </p:nvGrpSpPr>
        <p:grpSpPr>
          <a:xfrm>
            <a:off x="5604771" y="5420639"/>
            <a:ext cx="6469560" cy="1068480"/>
            <a:chOff x="5604771" y="5420639"/>
            <a:chExt cx="6469560" cy="10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7492EA-9BAC-295C-3343-349688E17779}"/>
                    </a:ext>
                  </a:extLst>
                </p14:cNvPr>
                <p14:cNvContentPartPr/>
                <p14:nvPr/>
              </p14:nvContentPartPr>
              <p14:xfrm>
                <a:off x="10000371" y="6389759"/>
                <a:ext cx="123480" cy="71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7492EA-9BAC-295C-3343-349688E1777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91731" y="6381119"/>
                  <a:ext cx="141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B260E01-825F-F7DE-5B06-E6BD234F3C94}"/>
                    </a:ext>
                  </a:extLst>
                </p14:cNvPr>
                <p14:cNvContentPartPr/>
                <p14:nvPr/>
              </p14:nvContentPartPr>
              <p14:xfrm>
                <a:off x="9434091" y="6153959"/>
                <a:ext cx="1962360" cy="55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B260E01-825F-F7DE-5B06-E6BD234F3C9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25091" y="6144959"/>
                  <a:ext cx="1980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06F6FF0-0735-4FD6-0597-B03F216A66D9}"/>
                    </a:ext>
                  </a:extLst>
                </p14:cNvPr>
                <p14:cNvContentPartPr/>
                <p14:nvPr/>
              </p14:nvContentPartPr>
              <p14:xfrm>
                <a:off x="10074891" y="6173399"/>
                <a:ext cx="51480" cy="62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06F6FF0-0735-4FD6-0597-B03F216A66D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65891" y="6164399"/>
                  <a:ext cx="69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AAC204-108E-89CA-6C90-F3A8FF10604F}"/>
                    </a:ext>
                  </a:extLst>
                </p14:cNvPr>
                <p14:cNvContentPartPr/>
                <p14:nvPr/>
              </p14:nvContentPartPr>
              <p14:xfrm>
                <a:off x="10556571" y="6411719"/>
                <a:ext cx="20160" cy="67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AAC204-108E-89CA-6C90-F3A8FF10604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547571" y="6402719"/>
                  <a:ext cx="37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D916FA-023C-3D67-FA79-2B2908B11EA2}"/>
                    </a:ext>
                  </a:extLst>
                </p14:cNvPr>
                <p14:cNvContentPartPr/>
                <p14:nvPr/>
              </p14:nvContentPartPr>
              <p14:xfrm>
                <a:off x="10490691" y="6165839"/>
                <a:ext cx="77760" cy="77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D916FA-023C-3D67-FA79-2B2908B11E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82051" y="6156839"/>
                  <a:ext cx="95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C8A903A-5EED-0526-6654-FDF8052F216D}"/>
                    </a:ext>
                  </a:extLst>
                </p14:cNvPr>
                <p14:cNvContentPartPr/>
                <p14:nvPr/>
              </p14:nvContentPartPr>
              <p14:xfrm>
                <a:off x="10936731" y="6377159"/>
                <a:ext cx="136800" cy="96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C8A903A-5EED-0526-6654-FDF8052F216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928091" y="6368519"/>
                  <a:ext cx="154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FA10D7E-04E3-E7D0-C1C0-2F30E8FCB341}"/>
                    </a:ext>
                  </a:extLst>
                </p14:cNvPr>
                <p14:cNvContentPartPr/>
                <p14:nvPr/>
              </p14:nvContentPartPr>
              <p14:xfrm>
                <a:off x="10939251" y="6140999"/>
                <a:ext cx="76320" cy="414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FA10D7E-04E3-E7D0-C1C0-2F30E8FCB34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30251" y="6131999"/>
                  <a:ext cx="93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37D18D6-D9CA-A524-88A7-5D209603D3AF}"/>
                    </a:ext>
                  </a:extLst>
                </p14:cNvPr>
                <p14:cNvContentPartPr/>
                <p14:nvPr/>
              </p14:nvContentPartPr>
              <p14:xfrm>
                <a:off x="10950771" y="5652479"/>
                <a:ext cx="18000" cy="435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37D18D6-D9CA-A524-88A7-5D209603D3A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41771" y="5643839"/>
                  <a:ext cx="356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2D55B39-8064-805F-9516-7AB2D015FEF3}"/>
                    </a:ext>
                  </a:extLst>
                </p14:cNvPr>
                <p14:cNvContentPartPr/>
                <p14:nvPr/>
              </p14:nvContentPartPr>
              <p14:xfrm>
                <a:off x="10892091" y="5554199"/>
                <a:ext cx="92160" cy="97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2D55B39-8064-805F-9516-7AB2D015FE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883091" y="5545199"/>
                  <a:ext cx="109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88DF8B6-BE84-4FDC-D6E6-CBAF2370C02C}"/>
                    </a:ext>
                  </a:extLst>
                </p14:cNvPr>
                <p14:cNvContentPartPr/>
                <p14:nvPr/>
              </p14:nvContentPartPr>
              <p14:xfrm>
                <a:off x="11307171" y="6109679"/>
                <a:ext cx="48960" cy="46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88DF8B6-BE84-4FDC-D6E6-CBAF2370C02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298531" y="6101039"/>
                  <a:ext cx="66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F3BE7B5-7C9F-504E-58E9-0DC804FA3318}"/>
                    </a:ext>
                  </a:extLst>
                </p14:cNvPr>
                <p14:cNvContentPartPr/>
                <p14:nvPr/>
              </p14:nvContentPartPr>
              <p14:xfrm>
                <a:off x="11334171" y="6373199"/>
                <a:ext cx="80280" cy="115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F3BE7B5-7C9F-504E-58E9-0DC804FA331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25171" y="6364559"/>
                  <a:ext cx="97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AB9C049-F813-1B2D-4E20-983F822A1F18}"/>
                    </a:ext>
                  </a:extLst>
                </p14:cNvPr>
                <p14:cNvContentPartPr/>
                <p14:nvPr/>
              </p14:nvContentPartPr>
              <p14:xfrm>
                <a:off x="11388531" y="5458079"/>
                <a:ext cx="104760" cy="219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AB9C049-F813-1B2D-4E20-983F822A1F1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379531" y="5449079"/>
                  <a:ext cx="122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D871E47-F41C-EA62-AD5D-C5A099FD02AF}"/>
                    </a:ext>
                  </a:extLst>
                </p14:cNvPr>
                <p14:cNvContentPartPr/>
                <p14:nvPr/>
              </p14:nvContentPartPr>
              <p14:xfrm>
                <a:off x="11510931" y="5420639"/>
                <a:ext cx="137160" cy="27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D871E47-F41C-EA62-AD5D-C5A099FD02A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01931" y="5411639"/>
                  <a:ext cx="154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5ECE26E-DF83-268F-7831-96D6C3C7E03D}"/>
                    </a:ext>
                  </a:extLst>
                </p14:cNvPr>
                <p14:cNvContentPartPr/>
                <p14:nvPr/>
              </p14:nvContentPartPr>
              <p14:xfrm>
                <a:off x="11647011" y="5562479"/>
                <a:ext cx="98640" cy="61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5ECE26E-DF83-268F-7831-96D6C3C7E03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638011" y="5553839"/>
                  <a:ext cx="11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C29F279-7B5E-1095-35D8-2818F1AA8206}"/>
                    </a:ext>
                  </a:extLst>
                </p14:cNvPr>
                <p14:cNvContentPartPr/>
                <p14:nvPr/>
              </p14:nvContentPartPr>
              <p14:xfrm>
                <a:off x="11798211" y="5595959"/>
                <a:ext cx="66960" cy="21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C29F279-7B5E-1095-35D8-2818F1AA820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789571" y="5587319"/>
                  <a:ext cx="84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09F8AE6-0245-A261-BCAD-C69B1F8EF4D0}"/>
                    </a:ext>
                  </a:extLst>
                </p14:cNvPr>
                <p14:cNvContentPartPr/>
                <p14:nvPr/>
              </p14:nvContentPartPr>
              <p14:xfrm>
                <a:off x="11909091" y="5561759"/>
                <a:ext cx="93240" cy="84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09F8AE6-0245-A261-BCAD-C69B1F8EF4D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900091" y="5553119"/>
                  <a:ext cx="110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898F6FD-0371-8AC8-C019-112320DA6875}"/>
                    </a:ext>
                  </a:extLst>
                </p14:cNvPr>
                <p14:cNvContentPartPr/>
                <p14:nvPr/>
              </p14:nvContentPartPr>
              <p14:xfrm>
                <a:off x="11963811" y="5433239"/>
                <a:ext cx="110520" cy="273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898F6FD-0371-8AC8-C019-112320DA68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954811" y="5424599"/>
                  <a:ext cx="128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5DA9733-DA37-13EB-2F66-C0857A37F250}"/>
                    </a:ext>
                  </a:extLst>
                </p14:cNvPr>
                <p14:cNvContentPartPr/>
                <p14:nvPr/>
              </p14:nvContentPartPr>
              <p14:xfrm>
                <a:off x="11695251" y="5890439"/>
                <a:ext cx="110880" cy="96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5DA9733-DA37-13EB-2F66-C0857A37F25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686611" y="5881439"/>
                  <a:ext cx="128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11D4388-4F03-66FC-A80B-C18E67C151D1}"/>
                    </a:ext>
                  </a:extLst>
                </p14:cNvPr>
                <p14:cNvContentPartPr/>
                <p14:nvPr/>
              </p14:nvContentPartPr>
              <p14:xfrm>
                <a:off x="11717211" y="6116519"/>
                <a:ext cx="104400" cy="109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11D4388-4F03-66FC-A80B-C18E67C151D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08571" y="6107519"/>
                  <a:ext cx="122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F1AEECF-559C-9300-B895-A82AC2578CA3}"/>
                    </a:ext>
                  </a:extLst>
                </p14:cNvPr>
                <p14:cNvContentPartPr/>
                <p14:nvPr/>
              </p14:nvContentPartPr>
              <p14:xfrm>
                <a:off x="11771931" y="6323879"/>
                <a:ext cx="15840" cy="96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F1AEECF-559C-9300-B895-A82AC2578CA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763291" y="6315239"/>
                  <a:ext cx="33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C69E70D-CB3A-1873-1811-A0F861A7226E}"/>
                    </a:ext>
                  </a:extLst>
                </p14:cNvPr>
                <p14:cNvContentPartPr/>
                <p14:nvPr/>
              </p14:nvContentPartPr>
              <p14:xfrm>
                <a:off x="11542611" y="5876399"/>
                <a:ext cx="93240" cy="502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C69E70D-CB3A-1873-1811-A0F861A7226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533611" y="5867399"/>
                  <a:ext cx="110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1B98857-C7BD-89B9-D1DA-72CD4105F433}"/>
                    </a:ext>
                  </a:extLst>
                </p14:cNvPr>
                <p14:cNvContentPartPr/>
                <p14:nvPr/>
              </p14:nvContentPartPr>
              <p14:xfrm>
                <a:off x="11865171" y="5897639"/>
                <a:ext cx="78120" cy="570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1B98857-C7BD-89B9-D1DA-72CD4105F43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6171" y="5888639"/>
                  <a:ext cx="957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8DC8144-3B1B-4348-E3E4-E728EF1B0762}"/>
                    </a:ext>
                  </a:extLst>
                </p14:cNvPr>
                <p14:cNvContentPartPr/>
                <p14:nvPr/>
              </p14:nvContentPartPr>
              <p14:xfrm>
                <a:off x="5604771" y="5945159"/>
                <a:ext cx="177120" cy="130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8DC8144-3B1B-4348-E3E4-E728EF1B076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96131" y="5936159"/>
                  <a:ext cx="194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13D53F1-1A1C-C7B8-A49F-5F9DD29CFCB0}"/>
                    </a:ext>
                  </a:extLst>
                </p14:cNvPr>
                <p14:cNvContentPartPr/>
                <p14:nvPr/>
              </p14:nvContentPartPr>
              <p14:xfrm>
                <a:off x="5632491" y="5946599"/>
                <a:ext cx="100440" cy="111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13D53F1-1A1C-C7B8-A49F-5F9DD29CFCB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623851" y="5937959"/>
                  <a:ext cx="118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4333C9E-F2C7-8564-7A85-D68E239075A8}"/>
                    </a:ext>
                  </a:extLst>
                </p14:cNvPr>
                <p14:cNvContentPartPr/>
                <p14:nvPr/>
              </p14:nvContentPartPr>
              <p14:xfrm>
                <a:off x="5837331" y="6049919"/>
                <a:ext cx="113040" cy="89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4333C9E-F2C7-8564-7A85-D68E239075A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828691" y="6041279"/>
                  <a:ext cx="130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FB34D6-A47A-4D85-2F67-D7B72C57529C}"/>
                    </a:ext>
                  </a:extLst>
                </p14:cNvPr>
                <p14:cNvContentPartPr/>
                <p14:nvPr/>
              </p14:nvContentPartPr>
              <p14:xfrm>
                <a:off x="6038931" y="5792879"/>
                <a:ext cx="157680" cy="270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FB34D6-A47A-4D85-2F67-D7B72C57529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030291" y="5784239"/>
                  <a:ext cx="175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ACFFC72-3A49-4E2B-F6F1-12A2C9BDA1E7}"/>
                    </a:ext>
                  </a:extLst>
                </p14:cNvPr>
                <p14:cNvContentPartPr/>
                <p14:nvPr/>
              </p14:nvContentPartPr>
              <p14:xfrm>
                <a:off x="6243051" y="5831039"/>
                <a:ext cx="201600" cy="253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ACFFC72-3A49-4E2B-F6F1-12A2C9BDA1E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234051" y="5822399"/>
                  <a:ext cx="219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8971E74-50FC-4E45-68E3-3F8F056BD3BC}"/>
                    </a:ext>
                  </a:extLst>
                </p14:cNvPr>
                <p14:cNvContentPartPr/>
                <p14:nvPr/>
              </p14:nvContentPartPr>
              <p14:xfrm>
                <a:off x="6406131" y="5945879"/>
                <a:ext cx="158400" cy="75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8971E74-50FC-4E45-68E3-3F8F056BD3B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397131" y="5936879"/>
                  <a:ext cx="176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F9C6CBB-CF46-EF5C-F3CA-52814E87D957}"/>
                    </a:ext>
                  </a:extLst>
                </p14:cNvPr>
                <p14:cNvContentPartPr/>
                <p14:nvPr/>
              </p14:nvContentPartPr>
              <p14:xfrm>
                <a:off x="6504771" y="5826719"/>
                <a:ext cx="195840" cy="230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F9C6CBB-CF46-EF5C-F3CA-52814E87D95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95771" y="5818079"/>
                  <a:ext cx="213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8950454-6C71-69D0-C0B0-50569FC6E373}"/>
                    </a:ext>
                  </a:extLst>
                </p14:cNvPr>
                <p14:cNvContentPartPr/>
                <p14:nvPr/>
              </p14:nvContentPartPr>
              <p14:xfrm>
                <a:off x="6898971" y="5885759"/>
                <a:ext cx="38520" cy="108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8950454-6C71-69D0-C0B0-50569FC6E37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890331" y="5877119"/>
                  <a:ext cx="56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2093CCB-CEB9-68A5-EAFB-8B2BCA65A28D}"/>
                    </a:ext>
                  </a:extLst>
                </p14:cNvPr>
                <p14:cNvContentPartPr/>
                <p14:nvPr/>
              </p14:nvContentPartPr>
              <p14:xfrm>
                <a:off x="6849291" y="5929679"/>
                <a:ext cx="126360" cy="28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2093CCB-CEB9-68A5-EAFB-8B2BCA65A28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40651" y="5921039"/>
                  <a:ext cx="144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72DD33C-0BA3-C809-261A-DABE89B23921}"/>
                    </a:ext>
                  </a:extLst>
                </p14:cNvPr>
                <p14:cNvContentPartPr/>
                <p14:nvPr/>
              </p14:nvContentPartPr>
              <p14:xfrm>
                <a:off x="7063131" y="5887919"/>
                <a:ext cx="206280" cy="101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72DD33C-0BA3-C809-261A-DABE89B2392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054491" y="5878919"/>
                  <a:ext cx="223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8D0215A-15BC-3A84-46D0-813F0CE1D062}"/>
                    </a:ext>
                  </a:extLst>
                </p14:cNvPr>
                <p14:cNvContentPartPr/>
                <p14:nvPr/>
              </p14:nvContentPartPr>
              <p14:xfrm>
                <a:off x="7101291" y="5874959"/>
                <a:ext cx="104400" cy="101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8D0215A-15BC-3A84-46D0-813F0CE1D06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92651" y="5866319"/>
                  <a:ext cx="122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405B5F7-EF17-477E-52EF-1A582950F187}"/>
                    </a:ext>
                  </a:extLst>
                </p14:cNvPr>
                <p14:cNvContentPartPr/>
                <p14:nvPr/>
              </p14:nvContentPartPr>
              <p14:xfrm>
                <a:off x="7347891" y="5989799"/>
                <a:ext cx="25200" cy="74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405B5F7-EF17-477E-52EF-1A582950F18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38891" y="5981159"/>
                  <a:ext cx="4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0A0721-3C9C-D543-8512-892AB9082D72}"/>
                    </a:ext>
                  </a:extLst>
                </p14:cNvPr>
                <p14:cNvContentPartPr/>
                <p14:nvPr/>
              </p14:nvContentPartPr>
              <p14:xfrm>
                <a:off x="7478211" y="5737439"/>
                <a:ext cx="176400" cy="306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0A0721-3C9C-D543-8512-892AB9082D7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69571" y="5728799"/>
                  <a:ext cx="1940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C2DF621-6138-72DF-A009-29C28C44BE39}"/>
                    </a:ext>
                  </a:extLst>
                </p14:cNvPr>
                <p14:cNvContentPartPr/>
                <p14:nvPr/>
              </p14:nvContentPartPr>
              <p14:xfrm>
                <a:off x="7681971" y="5748959"/>
                <a:ext cx="142920" cy="286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C2DF621-6138-72DF-A009-29C28C44BE3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72971" y="5740319"/>
                  <a:ext cx="160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4E74FB6-E857-0261-03B6-6A0A50D4AD27}"/>
                    </a:ext>
                  </a:extLst>
                </p14:cNvPr>
                <p14:cNvContentPartPr/>
                <p14:nvPr/>
              </p14:nvContentPartPr>
              <p14:xfrm>
                <a:off x="7824171" y="5914919"/>
                <a:ext cx="141120" cy="71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4E74FB6-E857-0261-03B6-6A0A50D4AD2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15531" y="5906279"/>
                  <a:ext cx="158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F2FDE75-E51B-2436-59FB-D6271E306A1D}"/>
                    </a:ext>
                  </a:extLst>
                </p14:cNvPr>
                <p14:cNvContentPartPr/>
                <p14:nvPr/>
              </p14:nvContentPartPr>
              <p14:xfrm>
                <a:off x="8057091" y="5906639"/>
                <a:ext cx="68760" cy="31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F2FDE75-E51B-2436-59FB-D6271E306A1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48451" y="5897639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DB93026-0333-9E28-7912-179E8AB139F0}"/>
                    </a:ext>
                  </a:extLst>
                </p14:cNvPr>
                <p14:cNvContentPartPr/>
                <p14:nvPr/>
              </p14:nvContentPartPr>
              <p14:xfrm>
                <a:off x="8202171" y="5814839"/>
                <a:ext cx="55440" cy="126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DB93026-0333-9E28-7912-179E8AB139F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93171" y="5805839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A09ABBA-8778-00F5-BA96-718E06FCB4A2}"/>
                    </a:ext>
                  </a:extLst>
                </p14:cNvPr>
                <p14:cNvContentPartPr/>
                <p14:nvPr/>
              </p14:nvContentPartPr>
              <p14:xfrm>
                <a:off x="8245731" y="5732759"/>
                <a:ext cx="122040" cy="264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A09ABBA-8778-00F5-BA96-718E06FCB4A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37091" y="5723759"/>
                  <a:ext cx="139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AACD4E9-D63A-9E47-12C9-9224FC6FAB33}"/>
                    </a:ext>
                  </a:extLst>
                </p14:cNvPr>
                <p14:cNvContentPartPr/>
                <p14:nvPr/>
              </p14:nvContentPartPr>
              <p14:xfrm>
                <a:off x="8535891" y="5820239"/>
                <a:ext cx="36720" cy="100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AACD4E9-D63A-9E47-12C9-9224FC6FAB3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27251" y="5811239"/>
                  <a:ext cx="54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2E026B9-E9C5-0350-F30C-C8DE26061D7E}"/>
                    </a:ext>
                  </a:extLst>
                </p14:cNvPr>
                <p14:cNvContentPartPr/>
                <p14:nvPr/>
              </p14:nvContentPartPr>
              <p14:xfrm>
                <a:off x="8512851" y="5869559"/>
                <a:ext cx="105480" cy="9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2E026B9-E9C5-0350-F30C-C8DE26061D7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04211" y="5860559"/>
                  <a:ext cx="123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1885B40-4EE4-3A94-4817-D1489A0013DE}"/>
                    </a:ext>
                  </a:extLst>
                </p14:cNvPr>
                <p14:cNvContentPartPr/>
                <p14:nvPr/>
              </p14:nvContentPartPr>
              <p14:xfrm>
                <a:off x="8740011" y="5820239"/>
                <a:ext cx="170640" cy="107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1885B40-4EE4-3A94-4817-D1489A0013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731371" y="5811239"/>
                  <a:ext cx="188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007ACE9-79C2-BD11-A687-9CA219B68E18}"/>
                    </a:ext>
                  </a:extLst>
                </p14:cNvPr>
                <p14:cNvContentPartPr/>
                <p14:nvPr/>
              </p14:nvContentPartPr>
              <p14:xfrm>
                <a:off x="8768811" y="5842199"/>
                <a:ext cx="90720" cy="81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007ACE9-79C2-BD11-A687-9CA219B68E1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760171" y="5833199"/>
                  <a:ext cx="108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E28C5EB-998E-A4E5-5D3F-5445278F2244}"/>
                    </a:ext>
                  </a:extLst>
                </p14:cNvPr>
                <p14:cNvContentPartPr/>
                <p14:nvPr/>
              </p14:nvContentPartPr>
              <p14:xfrm>
                <a:off x="8946651" y="5945519"/>
                <a:ext cx="107280" cy="84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E28C5EB-998E-A4E5-5D3F-5445278F224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938011" y="5936519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2F4D6A8-7909-9B99-3E23-4A1FD594A840}"/>
                    </a:ext>
                  </a:extLst>
                </p14:cNvPr>
                <p14:cNvContentPartPr/>
                <p14:nvPr/>
              </p14:nvContentPartPr>
              <p14:xfrm>
                <a:off x="9078411" y="5749319"/>
                <a:ext cx="142920" cy="242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2F4D6A8-7909-9B99-3E23-4A1FD594A84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69411" y="5740319"/>
                  <a:ext cx="160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D92551-5474-5FE9-C40A-BD5F0312961E}"/>
                    </a:ext>
                  </a:extLst>
                </p14:cNvPr>
                <p14:cNvContentPartPr/>
                <p14:nvPr/>
              </p14:nvContentPartPr>
              <p14:xfrm>
                <a:off x="9230691" y="5703959"/>
                <a:ext cx="169200" cy="308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D92551-5474-5FE9-C40A-BD5F0312961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22051" y="5694959"/>
                  <a:ext cx="186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391811F-1636-CE43-F7FC-9B9EED846368}"/>
                    </a:ext>
                  </a:extLst>
                </p14:cNvPr>
                <p14:cNvContentPartPr/>
                <p14:nvPr/>
              </p14:nvContentPartPr>
              <p14:xfrm>
                <a:off x="9414291" y="5870279"/>
                <a:ext cx="145080" cy="640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391811F-1636-CE43-F7FC-9B9EED84636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05651" y="5861639"/>
                  <a:ext cx="162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D81299F-4A85-1A4E-7C87-1EB6ABCDBD16}"/>
                    </a:ext>
                  </a:extLst>
                </p14:cNvPr>
                <p14:cNvContentPartPr/>
                <p14:nvPr/>
              </p14:nvContentPartPr>
              <p14:xfrm>
                <a:off x="9669891" y="5882519"/>
                <a:ext cx="71280" cy="9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D81299F-4A85-1A4E-7C87-1EB6ABCDBD1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60891" y="5873879"/>
                  <a:ext cx="88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D213F1-9A33-55E1-B8E1-054E349E7980}"/>
                    </a:ext>
                  </a:extLst>
                </p14:cNvPr>
                <p14:cNvContentPartPr/>
                <p14:nvPr/>
              </p14:nvContentPartPr>
              <p14:xfrm>
                <a:off x="9811731" y="5798279"/>
                <a:ext cx="153000" cy="127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D213F1-9A33-55E1-B8E1-054E349E798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803091" y="5789279"/>
                  <a:ext cx="17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93F84FF-EA4C-282D-811B-136AD395FDA7}"/>
                    </a:ext>
                  </a:extLst>
                </p14:cNvPr>
                <p14:cNvContentPartPr/>
                <p14:nvPr/>
              </p14:nvContentPartPr>
              <p14:xfrm>
                <a:off x="9932331" y="5716199"/>
                <a:ext cx="141840" cy="258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93F84FF-EA4C-282D-811B-136AD395FDA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923331" y="5707199"/>
                  <a:ext cx="15948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520319C-0D13-0C2C-E844-5880CA72EFCD}"/>
              </a:ext>
            </a:extLst>
          </p:cNvPr>
          <p:cNvGrpSpPr/>
          <p:nvPr/>
        </p:nvGrpSpPr>
        <p:grpSpPr>
          <a:xfrm>
            <a:off x="749811" y="3969119"/>
            <a:ext cx="6182640" cy="964080"/>
            <a:chOff x="749811" y="3969119"/>
            <a:chExt cx="6182640" cy="9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84F9-1F31-1ECC-B22F-758A214BE72D}"/>
                    </a:ext>
                  </a:extLst>
                </p14:cNvPr>
                <p14:cNvContentPartPr/>
                <p14:nvPr/>
              </p14:nvContentPartPr>
              <p14:xfrm>
                <a:off x="827931" y="3969119"/>
                <a:ext cx="6035760" cy="66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84F9-1F31-1ECC-B22F-758A214BE72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18931" y="3960479"/>
                  <a:ext cx="6053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2A33155-59FC-9DAD-FD26-40B63FA2DD61}"/>
                    </a:ext>
                  </a:extLst>
                </p14:cNvPr>
                <p14:cNvContentPartPr/>
                <p14:nvPr/>
              </p14:nvContentPartPr>
              <p14:xfrm>
                <a:off x="6876651" y="4018799"/>
                <a:ext cx="55800" cy="831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2A33155-59FC-9DAD-FD26-40B63FA2DD6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68011" y="4010159"/>
                  <a:ext cx="7344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20A0EDF-4B13-0252-B135-647DCCE32EB8}"/>
                    </a:ext>
                  </a:extLst>
                </p14:cNvPr>
                <p14:cNvContentPartPr/>
                <p14:nvPr/>
              </p14:nvContentPartPr>
              <p14:xfrm>
                <a:off x="816411" y="4817639"/>
                <a:ext cx="6060960" cy="110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20A0EDF-4B13-0252-B135-647DCCE32EB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07411" y="4808999"/>
                  <a:ext cx="607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E77349D-8356-9F73-9741-9DDFC3758C5A}"/>
                    </a:ext>
                  </a:extLst>
                </p14:cNvPr>
                <p14:cNvContentPartPr/>
                <p14:nvPr/>
              </p14:nvContentPartPr>
              <p14:xfrm>
                <a:off x="749811" y="4013399"/>
                <a:ext cx="38520" cy="919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E77349D-8356-9F73-9741-9DDFC3758C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1171" y="4004399"/>
                  <a:ext cx="56160" cy="9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D855D54-FAD4-B3B1-47D8-6C7D27199B89}"/>
              </a:ext>
            </a:extLst>
          </p:cNvPr>
          <p:cNvGrpSpPr/>
          <p:nvPr/>
        </p:nvGrpSpPr>
        <p:grpSpPr>
          <a:xfrm>
            <a:off x="853851" y="3497879"/>
            <a:ext cx="1532880" cy="390600"/>
            <a:chOff x="853851" y="3497879"/>
            <a:chExt cx="153288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B6C7A44-39B4-5998-E7E9-765F07C875A7}"/>
                    </a:ext>
                  </a:extLst>
                </p14:cNvPr>
                <p14:cNvContentPartPr/>
                <p14:nvPr/>
              </p14:nvContentPartPr>
              <p14:xfrm>
                <a:off x="853851" y="3632159"/>
                <a:ext cx="147960" cy="113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B6C7A44-39B4-5998-E7E9-765F07C875A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45211" y="3623159"/>
                  <a:ext cx="165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EC8EDE9-2F4A-2B21-5629-1A80F783921E}"/>
                    </a:ext>
                  </a:extLst>
                </p14:cNvPr>
                <p14:cNvContentPartPr/>
                <p14:nvPr/>
              </p14:nvContentPartPr>
              <p14:xfrm>
                <a:off x="1028091" y="3650159"/>
                <a:ext cx="123840" cy="70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EC8EDE9-2F4A-2B21-5629-1A80F783921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19451" y="3641159"/>
                  <a:ext cx="141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AFF309-7DCE-7EF7-7C47-D9D0C98711C0}"/>
                    </a:ext>
                  </a:extLst>
                </p14:cNvPr>
                <p14:cNvContentPartPr/>
                <p14:nvPr/>
              </p14:nvContentPartPr>
              <p14:xfrm>
                <a:off x="1040331" y="3641159"/>
                <a:ext cx="82440" cy="83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AFF309-7DCE-7EF7-7C47-D9D0C98711C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31691" y="3632159"/>
                  <a:ext cx="100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D0B6F22-8DF4-C52D-D208-2658B9B1D180}"/>
                    </a:ext>
                  </a:extLst>
                </p14:cNvPr>
                <p14:cNvContentPartPr/>
                <p14:nvPr/>
              </p14:nvContentPartPr>
              <p14:xfrm>
                <a:off x="1231851" y="3633959"/>
                <a:ext cx="84600" cy="163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D0B6F22-8DF4-C52D-D208-2658B9B1D18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223211" y="3624959"/>
                  <a:ext cx="102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C7B77E3-F58C-8C36-DD6D-47884B6C271F}"/>
                    </a:ext>
                  </a:extLst>
                </p14:cNvPr>
                <p14:cNvContentPartPr/>
                <p14:nvPr/>
              </p14:nvContentPartPr>
              <p14:xfrm>
                <a:off x="1443171" y="3652679"/>
                <a:ext cx="303120" cy="72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C7B77E3-F58C-8C36-DD6D-47884B6C271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434171" y="3644039"/>
                  <a:ext cx="320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83C344A-2423-AD78-E450-38C3A731EDE8}"/>
                    </a:ext>
                  </a:extLst>
                </p14:cNvPr>
                <p14:cNvContentPartPr/>
                <p14:nvPr/>
              </p14:nvContentPartPr>
              <p14:xfrm>
                <a:off x="1819011" y="3497879"/>
                <a:ext cx="137520" cy="235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83C344A-2423-AD78-E450-38C3A731EDE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810011" y="3488879"/>
                  <a:ext cx="155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811ADAA-B101-5DEB-E721-C6FBC2FF29CF}"/>
                    </a:ext>
                  </a:extLst>
                </p14:cNvPr>
                <p14:cNvContentPartPr/>
                <p14:nvPr/>
              </p14:nvContentPartPr>
              <p14:xfrm>
                <a:off x="2014851" y="3684719"/>
                <a:ext cx="14040" cy="48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811ADAA-B101-5DEB-E721-C6FBC2FF29C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05851" y="3676079"/>
                  <a:ext cx="31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6C00179-12BE-B25A-6637-BB56BC32CBA2}"/>
                    </a:ext>
                  </a:extLst>
                </p14:cNvPr>
                <p14:cNvContentPartPr/>
                <p14:nvPr/>
              </p14:nvContentPartPr>
              <p14:xfrm>
                <a:off x="1976331" y="3547919"/>
                <a:ext cx="360" cy="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6C00179-12BE-B25A-6637-BB56BC32CBA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967691" y="353891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3896E00-566F-A2CC-1324-0A8A8650BC7B}"/>
                    </a:ext>
                  </a:extLst>
                </p14:cNvPr>
                <p14:cNvContentPartPr/>
                <p14:nvPr/>
              </p14:nvContentPartPr>
              <p14:xfrm>
                <a:off x="2096931" y="3662759"/>
                <a:ext cx="156600" cy="68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3896E00-566F-A2CC-1324-0A8A8650BC7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087931" y="3654119"/>
                  <a:ext cx="174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08E8629-DA4E-A9F3-509C-CDCAABE0EBFB}"/>
                    </a:ext>
                  </a:extLst>
                </p14:cNvPr>
                <p14:cNvContentPartPr/>
                <p14:nvPr/>
              </p14:nvContentPartPr>
              <p14:xfrm>
                <a:off x="2302131" y="3660959"/>
                <a:ext cx="84600" cy="227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08E8629-DA4E-A9F3-509C-CDCAABE0EBF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293491" y="3651959"/>
                  <a:ext cx="10224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AAF264C-3580-EAF7-1252-99F7F1859E3D}"/>
              </a:ext>
            </a:extLst>
          </p:cNvPr>
          <p:cNvGrpSpPr/>
          <p:nvPr/>
        </p:nvGrpSpPr>
        <p:grpSpPr>
          <a:xfrm>
            <a:off x="740451" y="4407239"/>
            <a:ext cx="141480" cy="77400"/>
            <a:chOff x="740451" y="4407239"/>
            <a:chExt cx="141480" cy="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53E54B5-6092-D1DE-446D-C3A35AA7B7A7}"/>
                    </a:ext>
                  </a:extLst>
                </p14:cNvPr>
                <p14:cNvContentPartPr/>
                <p14:nvPr/>
              </p14:nvContentPartPr>
              <p14:xfrm>
                <a:off x="767091" y="4478519"/>
                <a:ext cx="114840" cy="6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53E54B5-6092-D1DE-446D-C3A35AA7B7A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58091" y="4469879"/>
                  <a:ext cx="132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16C777C-277F-DCC8-6D43-7EB67766A911}"/>
                    </a:ext>
                  </a:extLst>
                </p14:cNvPr>
                <p14:cNvContentPartPr/>
                <p14:nvPr/>
              </p14:nvContentPartPr>
              <p14:xfrm>
                <a:off x="740451" y="4407239"/>
                <a:ext cx="91800" cy="9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16C777C-277F-DCC8-6D43-7EB67766A91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31811" y="4398239"/>
                  <a:ext cx="1094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46710D6-4173-D602-DCCE-0197E9939334}"/>
              </a:ext>
            </a:extLst>
          </p:cNvPr>
          <p:cNvGrpSpPr/>
          <p:nvPr/>
        </p:nvGrpSpPr>
        <p:grpSpPr>
          <a:xfrm>
            <a:off x="326811" y="4349279"/>
            <a:ext cx="190440" cy="315720"/>
            <a:chOff x="326811" y="4349279"/>
            <a:chExt cx="1904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65C859D-6A54-5DB8-F23C-DC32145F2D0A}"/>
                    </a:ext>
                  </a:extLst>
                </p14:cNvPr>
                <p14:cNvContentPartPr/>
                <p14:nvPr/>
              </p14:nvContentPartPr>
              <p14:xfrm>
                <a:off x="354891" y="4349279"/>
                <a:ext cx="162360" cy="194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65C859D-6A54-5DB8-F23C-DC32145F2D0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46251" y="4340279"/>
                  <a:ext cx="180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DDAB0A9-B6F6-4E8B-C434-3BF8B363A7B7}"/>
                    </a:ext>
                  </a:extLst>
                </p14:cNvPr>
                <p14:cNvContentPartPr/>
                <p14:nvPr/>
              </p14:nvContentPartPr>
              <p14:xfrm>
                <a:off x="376131" y="4385639"/>
                <a:ext cx="103320" cy="147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DDAB0A9-B6F6-4E8B-C434-3BF8B363A7B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67491" y="4376639"/>
                  <a:ext cx="120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B3D04D0-D3A9-E373-DC39-7F3727E72718}"/>
                    </a:ext>
                  </a:extLst>
                </p14:cNvPr>
                <p14:cNvContentPartPr/>
                <p14:nvPr/>
              </p14:nvContentPartPr>
              <p14:xfrm>
                <a:off x="326811" y="4636559"/>
                <a:ext cx="151200" cy="28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B3D04D0-D3A9-E373-DC39-7F3727E7271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18171" y="4627919"/>
                  <a:ext cx="1688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42424766-B181-6BFA-8B6F-AFA3F1204C9D}"/>
              </a:ext>
            </a:extLst>
          </p:cNvPr>
          <p:cNvGrpSpPr/>
          <p:nvPr/>
        </p:nvGrpSpPr>
        <p:grpSpPr>
          <a:xfrm>
            <a:off x="2683011" y="3498599"/>
            <a:ext cx="1123200" cy="395640"/>
            <a:chOff x="2683011" y="3498599"/>
            <a:chExt cx="11232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74B41C5-41B5-D0B7-04C8-BE638F823C82}"/>
                    </a:ext>
                  </a:extLst>
                </p14:cNvPr>
                <p14:cNvContentPartPr/>
                <p14:nvPr/>
              </p14:nvContentPartPr>
              <p14:xfrm>
                <a:off x="2713971" y="3564839"/>
                <a:ext cx="121680" cy="110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74B41C5-41B5-D0B7-04C8-BE638F823C8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05331" y="3556199"/>
                  <a:ext cx="139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8ED04B5-CCE3-C451-265C-72E4D5612571}"/>
                    </a:ext>
                  </a:extLst>
                </p14:cNvPr>
                <p14:cNvContentPartPr/>
                <p14:nvPr/>
              </p14:nvContentPartPr>
              <p14:xfrm>
                <a:off x="2718651" y="3566639"/>
                <a:ext cx="90360" cy="115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8ED04B5-CCE3-C451-265C-72E4D561257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710011" y="3557639"/>
                  <a:ext cx="108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6905C2D-91FA-ED59-CB95-D239BE4B4BD7}"/>
                    </a:ext>
                  </a:extLst>
                </p14:cNvPr>
                <p14:cNvContentPartPr/>
                <p14:nvPr/>
              </p14:nvContentPartPr>
              <p14:xfrm>
                <a:off x="2683011" y="3739439"/>
                <a:ext cx="197280" cy="6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6905C2D-91FA-ED59-CB95-D239BE4B4BD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674011" y="3730439"/>
                  <a:ext cx="21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8615E4E-FBB0-DCD5-272A-8960DC98E199}"/>
                    </a:ext>
                  </a:extLst>
                </p14:cNvPr>
                <p14:cNvContentPartPr/>
                <p14:nvPr/>
              </p14:nvContentPartPr>
              <p14:xfrm>
                <a:off x="3121491" y="3604439"/>
                <a:ext cx="187200" cy="727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8615E4E-FBB0-DCD5-272A-8960DC98E19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112491" y="3595799"/>
                  <a:ext cx="204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CE222C2-EBF2-30E3-302C-F4AAA29D7EF0}"/>
                    </a:ext>
                  </a:extLst>
                </p14:cNvPr>
                <p14:cNvContentPartPr/>
                <p14:nvPr/>
              </p14:nvContentPartPr>
              <p14:xfrm>
                <a:off x="3322371" y="3564479"/>
                <a:ext cx="96120" cy="1162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CE222C2-EBF2-30E3-302C-F4AAA29D7EF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13371" y="3555479"/>
                  <a:ext cx="113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96971BE-614B-8AA7-6786-9A4AE8891AD3}"/>
                    </a:ext>
                  </a:extLst>
                </p14:cNvPr>
                <p14:cNvContentPartPr/>
                <p14:nvPr/>
              </p14:nvContentPartPr>
              <p14:xfrm>
                <a:off x="3471411" y="3619199"/>
                <a:ext cx="20160" cy="428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96971BE-614B-8AA7-6786-9A4AE8891AD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62411" y="3610199"/>
                  <a:ext cx="37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4E908C5-75B2-D702-14D3-894BAFF68337}"/>
                    </a:ext>
                  </a:extLst>
                </p14:cNvPr>
                <p14:cNvContentPartPr/>
                <p14:nvPr/>
              </p14:nvContentPartPr>
              <p14:xfrm>
                <a:off x="3449451" y="3498599"/>
                <a:ext cx="12600" cy="475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4E908C5-75B2-D702-14D3-894BAFF6833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440451" y="3489959"/>
                  <a:ext cx="30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A3A007B-8682-B76E-7BE5-FCFECE39C5A6}"/>
                    </a:ext>
                  </a:extLst>
                </p14:cNvPr>
                <p14:cNvContentPartPr/>
                <p14:nvPr/>
              </p14:nvContentPartPr>
              <p14:xfrm>
                <a:off x="3536931" y="3629999"/>
                <a:ext cx="131400" cy="37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A3A007B-8682-B76E-7BE5-FCFECE39C5A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528291" y="3621359"/>
                  <a:ext cx="149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0B179EA-3671-562D-D0FA-D0BEA8BAA9F0}"/>
                    </a:ext>
                  </a:extLst>
                </p14:cNvPr>
                <p14:cNvContentPartPr/>
                <p14:nvPr/>
              </p14:nvContentPartPr>
              <p14:xfrm>
                <a:off x="3689571" y="3619559"/>
                <a:ext cx="116640" cy="2746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0B179EA-3671-562D-D0FA-D0BEA8BAA9F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680571" y="3610559"/>
                  <a:ext cx="13428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50F3405-49A4-7508-9D66-05BB9FA6DAD6}"/>
              </a:ext>
            </a:extLst>
          </p:cNvPr>
          <p:cNvGrpSpPr/>
          <p:nvPr/>
        </p:nvGrpSpPr>
        <p:grpSpPr>
          <a:xfrm>
            <a:off x="4083051" y="3397079"/>
            <a:ext cx="2419920" cy="313560"/>
            <a:chOff x="4083051" y="3397079"/>
            <a:chExt cx="24199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1935764-BECB-0BBD-8BA9-93D93869470B}"/>
                    </a:ext>
                  </a:extLst>
                </p14:cNvPr>
                <p14:cNvContentPartPr/>
                <p14:nvPr/>
              </p14:nvContentPartPr>
              <p14:xfrm>
                <a:off x="4083051" y="3591839"/>
                <a:ext cx="245520" cy="907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1935764-BECB-0BBD-8BA9-93D93869470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074411" y="3582839"/>
                  <a:ext cx="263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5CA89EB-38EC-AAF6-C2B2-019D384263BD}"/>
                    </a:ext>
                  </a:extLst>
                </p14:cNvPr>
                <p14:cNvContentPartPr/>
                <p14:nvPr/>
              </p14:nvContentPartPr>
              <p14:xfrm>
                <a:off x="4369251" y="3433799"/>
                <a:ext cx="300600" cy="2671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5CA89EB-38EC-AAF6-C2B2-019D384263B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360251" y="3425159"/>
                  <a:ext cx="3182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C935670-0C6B-88AD-01A5-2DFCC5472E6F}"/>
                    </a:ext>
                  </a:extLst>
                </p14:cNvPr>
                <p14:cNvContentPartPr/>
                <p14:nvPr/>
              </p14:nvContentPartPr>
              <p14:xfrm>
                <a:off x="4685691" y="3405719"/>
                <a:ext cx="192960" cy="246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C935670-0C6B-88AD-01A5-2DFCC5472E6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677051" y="3396719"/>
                  <a:ext cx="210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3A1762D-5E1C-1623-8F91-C806EE93302F}"/>
                    </a:ext>
                  </a:extLst>
                </p14:cNvPr>
                <p14:cNvContentPartPr/>
                <p14:nvPr/>
              </p14:nvContentPartPr>
              <p14:xfrm>
                <a:off x="4833651" y="3491759"/>
                <a:ext cx="6840" cy="14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3A1762D-5E1C-1623-8F91-C806EE93302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825011" y="3483119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F7DC72F-7223-B0C9-C4C2-6CFF4138693C}"/>
                    </a:ext>
                  </a:extLst>
                </p14:cNvPr>
                <p14:cNvContentPartPr/>
                <p14:nvPr/>
              </p14:nvContentPartPr>
              <p14:xfrm>
                <a:off x="4977291" y="3431999"/>
                <a:ext cx="498240" cy="236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F7DC72F-7223-B0C9-C4C2-6CFF4138693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68291" y="3423359"/>
                  <a:ext cx="5158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F044A3A-EF38-D664-924F-09956C6F0F1A}"/>
                    </a:ext>
                  </a:extLst>
                </p14:cNvPr>
                <p14:cNvContentPartPr/>
                <p14:nvPr/>
              </p14:nvContentPartPr>
              <p14:xfrm>
                <a:off x="5511891" y="3599039"/>
                <a:ext cx="238680" cy="69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F044A3A-EF38-D664-924F-09956C6F0F1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503251" y="3590039"/>
                  <a:ext cx="256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1B2D173-5F82-2470-AD1E-FE552FBEFB79}"/>
                    </a:ext>
                  </a:extLst>
                </p14:cNvPr>
                <p14:cNvContentPartPr/>
                <p14:nvPr/>
              </p14:nvContentPartPr>
              <p14:xfrm>
                <a:off x="5787291" y="3557999"/>
                <a:ext cx="104040" cy="133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1B2D173-5F82-2470-AD1E-FE552FBEFB7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778651" y="3549359"/>
                  <a:ext cx="121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B0F5C70-029F-6970-BE80-6A5A40FBE374}"/>
                    </a:ext>
                  </a:extLst>
                </p14:cNvPr>
                <p14:cNvContentPartPr/>
                <p14:nvPr/>
              </p14:nvContentPartPr>
              <p14:xfrm>
                <a:off x="5940651" y="3641159"/>
                <a:ext cx="35640" cy="694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B0F5C70-029F-6970-BE80-6A5A40FBE37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932011" y="3632159"/>
                  <a:ext cx="53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C935376-096D-B2E9-DF8E-119C6A24DEA3}"/>
                    </a:ext>
                  </a:extLst>
                </p14:cNvPr>
                <p14:cNvContentPartPr/>
                <p14:nvPr/>
              </p14:nvContentPartPr>
              <p14:xfrm>
                <a:off x="5918691" y="3509759"/>
                <a:ext cx="36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C935376-096D-B2E9-DF8E-119C6A24DEA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910051" y="350075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3E7F077-A231-7203-1886-02419BC4DC27}"/>
                    </a:ext>
                  </a:extLst>
                </p14:cNvPr>
                <p14:cNvContentPartPr/>
                <p14:nvPr/>
              </p14:nvContentPartPr>
              <p14:xfrm>
                <a:off x="6055491" y="3624599"/>
                <a:ext cx="79200" cy="77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3E7F077-A231-7203-1886-02419BC4DC2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046851" y="3615599"/>
                  <a:ext cx="96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C12461-3342-9FD2-B147-EBCE32D9D716}"/>
                    </a:ext>
                  </a:extLst>
                </p14:cNvPr>
                <p14:cNvContentPartPr/>
                <p14:nvPr/>
              </p14:nvContentPartPr>
              <p14:xfrm>
                <a:off x="6176091" y="3608039"/>
                <a:ext cx="125280" cy="86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C12461-3342-9FD2-B147-EBCE32D9D71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167451" y="3599399"/>
                  <a:ext cx="14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39A1224-3145-F099-E09C-F455E1B4E33E}"/>
                    </a:ext>
                  </a:extLst>
                </p14:cNvPr>
                <p14:cNvContentPartPr/>
                <p14:nvPr/>
              </p14:nvContentPartPr>
              <p14:xfrm>
                <a:off x="6336291" y="3397079"/>
                <a:ext cx="166680" cy="287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39A1224-3145-F099-E09C-F455E1B4E33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327291" y="3388439"/>
                  <a:ext cx="18432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F9FA129-3E45-11B7-FE4A-E1F97469B67D}"/>
              </a:ext>
            </a:extLst>
          </p:cNvPr>
          <p:cNvGrpSpPr/>
          <p:nvPr/>
        </p:nvGrpSpPr>
        <p:grpSpPr>
          <a:xfrm>
            <a:off x="6729051" y="3420839"/>
            <a:ext cx="672120" cy="259920"/>
            <a:chOff x="6729051" y="3420839"/>
            <a:chExt cx="67212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C09723-5BA3-D6DD-5CEC-685FDDBF858F}"/>
                    </a:ext>
                  </a:extLst>
                </p14:cNvPr>
                <p14:cNvContentPartPr/>
                <p14:nvPr/>
              </p14:nvContentPartPr>
              <p14:xfrm>
                <a:off x="6729051" y="3471239"/>
                <a:ext cx="165600" cy="2095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C09723-5BA3-D6DD-5CEC-685FDDBF858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720411" y="3462599"/>
                  <a:ext cx="183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E2B12C6-C9BD-B9BB-1994-47C78FE39DBD}"/>
                    </a:ext>
                  </a:extLst>
                </p14:cNvPr>
                <p14:cNvContentPartPr/>
                <p14:nvPr/>
              </p14:nvContentPartPr>
              <p14:xfrm>
                <a:off x="6908331" y="3581039"/>
                <a:ext cx="109800" cy="608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E2B12C6-C9BD-B9BB-1994-47C78FE39DB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99331" y="3572039"/>
                  <a:ext cx="12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F36BFAC-B5C6-D5FB-A77F-A2901D6556E7}"/>
                    </a:ext>
                  </a:extLst>
                </p14:cNvPr>
                <p14:cNvContentPartPr/>
                <p14:nvPr/>
              </p14:nvContentPartPr>
              <p14:xfrm>
                <a:off x="7084371" y="3540719"/>
                <a:ext cx="82440" cy="129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F36BFAC-B5C6-D5FB-A77F-A2901D6556E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75371" y="3531719"/>
                  <a:ext cx="100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567607C-E2C6-96B3-8661-4030C78BAC70}"/>
                    </a:ext>
                  </a:extLst>
                </p14:cNvPr>
                <p14:cNvContentPartPr/>
                <p14:nvPr/>
              </p14:nvContentPartPr>
              <p14:xfrm>
                <a:off x="7254651" y="3569879"/>
                <a:ext cx="26640" cy="694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567607C-E2C6-96B3-8661-4030C78BAC7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246011" y="3560879"/>
                  <a:ext cx="44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A194DE0-0F14-D43A-4DE1-3230FBFCF118}"/>
                    </a:ext>
                  </a:extLst>
                </p14:cNvPr>
                <p14:cNvContentPartPr/>
                <p14:nvPr/>
              </p14:nvContentPartPr>
              <p14:xfrm>
                <a:off x="7238451" y="3420839"/>
                <a:ext cx="5760" cy="19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A194DE0-0F14-D43A-4DE1-3230FBFCF11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229451" y="3411839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127E807-9035-B95A-0271-C71E392C4BB7}"/>
                    </a:ext>
                  </a:extLst>
                </p14:cNvPr>
                <p14:cNvContentPartPr/>
                <p14:nvPr/>
              </p14:nvContentPartPr>
              <p14:xfrm>
                <a:off x="7314051" y="3525239"/>
                <a:ext cx="87120" cy="127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127E807-9035-B95A-0271-C71E392C4BB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305051" y="3516239"/>
                  <a:ext cx="104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AE27F6B-C115-94A8-05AE-ADB1554B6C2B}"/>
              </a:ext>
            </a:extLst>
          </p:cNvPr>
          <p:cNvGrpSpPr/>
          <p:nvPr/>
        </p:nvGrpSpPr>
        <p:grpSpPr>
          <a:xfrm>
            <a:off x="7676571" y="3383759"/>
            <a:ext cx="1062360" cy="279360"/>
            <a:chOff x="7676571" y="3383759"/>
            <a:chExt cx="10623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6CB8DB2-45A7-FEDA-2D0B-8065B82826F9}"/>
                    </a:ext>
                  </a:extLst>
                </p14:cNvPr>
                <p14:cNvContentPartPr/>
                <p14:nvPr/>
              </p14:nvContentPartPr>
              <p14:xfrm>
                <a:off x="7676571" y="3527759"/>
                <a:ext cx="87120" cy="122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6CB8DB2-45A7-FEDA-2D0B-8065B82826F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667571" y="3518759"/>
                  <a:ext cx="104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3A06B44-A470-9E7C-A85E-5046974619C9}"/>
                    </a:ext>
                  </a:extLst>
                </p14:cNvPr>
                <p14:cNvContentPartPr/>
                <p14:nvPr/>
              </p14:nvContentPartPr>
              <p14:xfrm>
                <a:off x="7808331" y="3520199"/>
                <a:ext cx="169560" cy="1202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3A06B44-A470-9E7C-A85E-5046974619C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799691" y="3511559"/>
                  <a:ext cx="187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E0ADDA3-DF01-F711-F5ED-B06026230E10}"/>
                    </a:ext>
                  </a:extLst>
                </p14:cNvPr>
                <p14:cNvContentPartPr/>
                <p14:nvPr/>
              </p14:nvContentPartPr>
              <p14:xfrm>
                <a:off x="7999851" y="3586079"/>
                <a:ext cx="95040" cy="77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E0ADDA3-DF01-F711-F5ED-B06026230E1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91211" y="3577439"/>
                  <a:ext cx="112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EB5A672-04D2-7C7F-83E5-17CBBAA46220}"/>
                    </a:ext>
                  </a:extLst>
                </p14:cNvPr>
                <p14:cNvContentPartPr/>
                <p14:nvPr/>
              </p14:nvContentPartPr>
              <p14:xfrm>
                <a:off x="8036211" y="3383759"/>
                <a:ext cx="150480" cy="247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EB5A672-04D2-7C7F-83E5-17CBBAA4622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27211" y="3374759"/>
                  <a:ext cx="168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B7A009F-2C10-4405-60A4-C1689EBA9939}"/>
                    </a:ext>
                  </a:extLst>
                </p14:cNvPr>
                <p14:cNvContentPartPr/>
                <p14:nvPr/>
              </p14:nvContentPartPr>
              <p14:xfrm>
                <a:off x="8233491" y="3497879"/>
                <a:ext cx="280080" cy="142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B7A009F-2C10-4405-60A4-C1689EBA993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24851" y="3488879"/>
                  <a:ext cx="297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0742992-3CB1-7798-FFDB-982CE0FF47E1}"/>
                    </a:ext>
                  </a:extLst>
                </p14:cNvPr>
                <p14:cNvContentPartPr/>
                <p14:nvPr/>
              </p14:nvContentPartPr>
              <p14:xfrm>
                <a:off x="8591691" y="3516599"/>
                <a:ext cx="147240" cy="141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0742992-3CB1-7798-FFDB-982CE0FF47E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583051" y="3507599"/>
                  <a:ext cx="1648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BBDE3EF0-C34A-57F8-2F39-67ED9FD70C30}"/>
              </a:ext>
            </a:extLst>
          </p:cNvPr>
          <p:cNvGrpSpPr/>
          <p:nvPr/>
        </p:nvGrpSpPr>
        <p:grpSpPr>
          <a:xfrm>
            <a:off x="9155811" y="3424079"/>
            <a:ext cx="917640" cy="309960"/>
            <a:chOff x="9155811" y="3424079"/>
            <a:chExt cx="91764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76246AF-B342-8F13-8FD6-58281CAD706A}"/>
                    </a:ext>
                  </a:extLst>
                </p14:cNvPr>
                <p14:cNvContentPartPr/>
                <p14:nvPr/>
              </p14:nvContentPartPr>
              <p14:xfrm>
                <a:off x="9155811" y="3457199"/>
                <a:ext cx="130320" cy="218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76246AF-B342-8F13-8FD6-58281CAD706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146811" y="3448199"/>
                  <a:ext cx="147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8579364-0B2A-63E1-E21A-EF92570C2BA8}"/>
                    </a:ext>
                  </a:extLst>
                </p14:cNvPr>
                <p14:cNvContentPartPr/>
                <p14:nvPr/>
              </p14:nvContentPartPr>
              <p14:xfrm>
                <a:off x="9291171" y="3439919"/>
                <a:ext cx="177840" cy="251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8579364-0B2A-63E1-E21A-EF92570C2BA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282171" y="3430919"/>
                  <a:ext cx="195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E6ACB24-A737-20E1-1BEF-27437C84613E}"/>
                    </a:ext>
                  </a:extLst>
                </p14:cNvPr>
                <p14:cNvContentPartPr/>
                <p14:nvPr/>
              </p14:nvContentPartPr>
              <p14:xfrm>
                <a:off x="9461811" y="3596519"/>
                <a:ext cx="105840" cy="52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E6ACB24-A737-20E1-1BEF-27437C84613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452811" y="3587519"/>
                  <a:ext cx="123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3F3AD08-838A-2265-B555-26E6EACBE483}"/>
                    </a:ext>
                  </a:extLst>
                </p14:cNvPr>
                <p14:cNvContentPartPr/>
                <p14:nvPr/>
              </p14:nvContentPartPr>
              <p14:xfrm>
                <a:off x="9660891" y="3601559"/>
                <a:ext cx="63720" cy="10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3F3AD08-838A-2265-B555-26E6EACBE48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51891" y="3592559"/>
                  <a:ext cx="81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59CA8DB-0D82-E074-46F9-BFB7DFEC34F9}"/>
                    </a:ext>
                  </a:extLst>
                </p14:cNvPr>
                <p14:cNvContentPartPr/>
                <p14:nvPr/>
              </p14:nvContentPartPr>
              <p14:xfrm>
                <a:off x="9796611" y="3476639"/>
                <a:ext cx="31320" cy="178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59CA8DB-0D82-E074-46F9-BFB7DFEC34F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787611" y="3467999"/>
                  <a:ext cx="48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385804A-6FB0-0F5D-DED1-000C49040A33}"/>
                    </a:ext>
                  </a:extLst>
                </p14:cNvPr>
                <p14:cNvContentPartPr/>
                <p14:nvPr/>
              </p14:nvContentPartPr>
              <p14:xfrm>
                <a:off x="9819651" y="3580679"/>
                <a:ext cx="149760" cy="50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385804A-6FB0-0F5D-DED1-000C49040A3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811011" y="3572039"/>
                  <a:ext cx="167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AAED8AE-2471-41B3-5F5D-A4C908A71D86}"/>
                    </a:ext>
                  </a:extLst>
                </p14:cNvPr>
                <p14:cNvContentPartPr/>
                <p14:nvPr/>
              </p14:nvContentPartPr>
              <p14:xfrm>
                <a:off x="9959691" y="3424079"/>
                <a:ext cx="113760" cy="3099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AAED8AE-2471-41B3-5F5D-A4C908A71D8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50691" y="3415079"/>
                  <a:ext cx="131400" cy="327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7C1D32-E55A-4AAC-A1A4-A1B4EAA9AE16}"/>
              </a:ext>
            </a:extLst>
          </p:cNvPr>
          <p:cNvGrpSpPr/>
          <p:nvPr/>
        </p:nvGrpSpPr>
        <p:grpSpPr>
          <a:xfrm>
            <a:off x="1128171" y="634079"/>
            <a:ext cx="1364400" cy="1573200"/>
            <a:chOff x="1128171" y="634079"/>
            <a:chExt cx="1364400" cy="15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468A12-4F1C-9FD0-F956-46F80FF2F317}"/>
                    </a:ext>
                  </a:extLst>
                </p14:cNvPr>
                <p14:cNvContentPartPr/>
                <p14:nvPr/>
              </p14:nvContentPartPr>
              <p14:xfrm>
                <a:off x="1128171" y="1380359"/>
                <a:ext cx="163440" cy="138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468A12-4F1C-9FD0-F956-46F80FF2F3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9531" y="1371359"/>
                  <a:ext cx="181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F0FB75-0CC7-BC95-3D8E-C50CD6FB7D7B}"/>
                    </a:ext>
                  </a:extLst>
                </p14:cNvPr>
                <p14:cNvContentPartPr/>
                <p14:nvPr/>
              </p14:nvContentPartPr>
              <p14:xfrm>
                <a:off x="1155891" y="1406999"/>
                <a:ext cx="87120" cy="108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F0FB75-0CC7-BC95-3D8E-C50CD6FB7D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7251" y="1398359"/>
                  <a:ext cx="104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A15A36-2578-29D1-87E9-60DB1026769C}"/>
                    </a:ext>
                  </a:extLst>
                </p14:cNvPr>
                <p14:cNvContentPartPr/>
                <p14:nvPr/>
              </p14:nvContentPartPr>
              <p14:xfrm>
                <a:off x="1347411" y="1280999"/>
                <a:ext cx="175680" cy="285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A15A36-2578-29D1-87E9-60DB102676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8411" y="1272359"/>
                  <a:ext cx="193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25DB819-6504-3D76-802D-48C6526A719C}"/>
                    </a:ext>
                  </a:extLst>
                </p14:cNvPr>
                <p14:cNvContentPartPr/>
                <p14:nvPr/>
              </p14:nvContentPartPr>
              <p14:xfrm>
                <a:off x="1527411" y="1439399"/>
                <a:ext cx="18252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25DB819-6504-3D76-802D-48C6526A71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771" y="1430759"/>
                  <a:ext cx="200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A87D88-05C9-397D-6ADB-4170495534F5}"/>
                    </a:ext>
                  </a:extLst>
                </p14:cNvPr>
                <p14:cNvContentPartPr/>
                <p14:nvPr/>
              </p14:nvContentPartPr>
              <p14:xfrm>
                <a:off x="1653411" y="1257959"/>
                <a:ext cx="165960" cy="336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A87D88-05C9-397D-6ADB-4170495534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4411" y="1249319"/>
                  <a:ext cx="1836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CA9A15-D34A-66F8-A6E8-90B6C000CD01}"/>
                    </a:ext>
                  </a:extLst>
                </p14:cNvPr>
                <p14:cNvContentPartPr/>
                <p14:nvPr/>
              </p14:nvContentPartPr>
              <p14:xfrm>
                <a:off x="1977051" y="1455239"/>
                <a:ext cx="136800" cy="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CA9A15-D34A-66F8-A6E8-90B6C000CD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8051" y="1446599"/>
                  <a:ext cx="154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9F4DF5-90C7-75FF-B1D5-8768653E9289}"/>
                    </a:ext>
                  </a:extLst>
                </p14:cNvPr>
                <p14:cNvContentPartPr/>
                <p14:nvPr/>
              </p14:nvContentPartPr>
              <p14:xfrm>
                <a:off x="1950411" y="1373159"/>
                <a:ext cx="114120" cy="2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9F4DF5-90C7-75FF-B1D5-8768653E92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1411" y="1364519"/>
                  <a:ext cx="13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230D6C-5265-C696-476E-3934613E239B}"/>
                    </a:ext>
                  </a:extLst>
                </p14:cNvPr>
                <p14:cNvContentPartPr/>
                <p14:nvPr/>
              </p14:nvContentPartPr>
              <p14:xfrm>
                <a:off x="2245251" y="634079"/>
                <a:ext cx="247320" cy="157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230D6C-5265-C696-476E-3934613E23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6611" y="625079"/>
                  <a:ext cx="264960" cy="159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5FC0F0-6998-7D87-F0C2-75CA51562B15}"/>
                  </a:ext>
                </a:extLst>
              </p14:cNvPr>
              <p14:cNvContentPartPr/>
              <p14:nvPr/>
            </p14:nvContentPartPr>
            <p14:xfrm>
              <a:off x="2571771" y="729119"/>
              <a:ext cx="204480" cy="159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5FC0F0-6998-7D87-F0C2-75CA51562B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2771" y="720479"/>
                <a:ext cx="22212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7E2DC28-36E6-0ACF-8F06-132F231D72DE}"/>
              </a:ext>
            </a:extLst>
          </p:cNvPr>
          <p:cNvGrpSpPr/>
          <p:nvPr/>
        </p:nvGrpSpPr>
        <p:grpSpPr>
          <a:xfrm>
            <a:off x="3060651" y="700679"/>
            <a:ext cx="585360" cy="157320"/>
            <a:chOff x="3060651" y="700679"/>
            <a:chExt cx="58536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A46D97-0570-9217-7F51-0193CC5E8BAC}"/>
                    </a:ext>
                  </a:extLst>
                </p14:cNvPr>
                <p14:cNvContentPartPr/>
                <p14:nvPr/>
              </p14:nvContentPartPr>
              <p14:xfrm>
                <a:off x="3060651" y="793919"/>
                <a:ext cx="165960" cy="64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A46D97-0570-9217-7F51-0193CC5E8B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51651" y="784919"/>
                  <a:ext cx="183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757257-8D4C-C959-B8BB-B4FAC7ABE5AF}"/>
                    </a:ext>
                  </a:extLst>
                </p14:cNvPr>
                <p14:cNvContentPartPr/>
                <p14:nvPr/>
              </p14:nvContentPartPr>
              <p14:xfrm>
                <a:off x="3313731" y="818759"/>
                <a:ext cx="64800" cy="8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757257-8D4C-C959-B8BB-B4FAC7ABE5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4731" y="809759"/>
                  <a:ext cx="82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CDF4A5-E9ED-66CD-E833-29EC95A63945}"/>
                    </a:ext>
                  </a:extLst>
                </p14:cNvPr>
                <p14:cNvContentPartPr/>
                <p14:nvPr/>
              </p14:nvContentPartPr>
              <p14:xfrm>
                <a:off x="3314451" y="761159"/>
                <a:ext cx="53280" cy="11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CDF4A5-E9ED-66CD-E833-29EC95A639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05451" y="752159"/>
                  <a:ext cx="70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A426FE-985D-183B-BE24-ACEED62782F0}"/>
                    </a:ext>
                  </a:extLst>
                </p14:cNvPr>
                <p14:cNvContentPartPr/>
                <p14:nvPr/>
              </p14:nvContentPartPr>
              <p14:xfrm>
                <a:off x="3489771" y="700679"/>
                <a:ext cx="156240" cy="139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426FE-985D-183B-BE24-ACEED62782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1131" y="691679"/>
                  <a:ext cx="173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8FE928-0E1F-13AE-D1F9-FC57B0D8AB50}"/>
              </a:ext>
            </a:extLst>
          </p:cNvPr>
          <p:cNvGrpSpPr/>
          <p:nvPr/>
        </p:nvGrpSpPr>
        <p:grpSpPr>
          <a:xfrm>
            <a:off x="2505891" y="1148879"/>
            <a:ext cx="251280" cy="157320"/>
            <a:chOff x="2505891" y="1148879"/>
            <a:chExt cx="25128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A28EFB-DE3E-2541-A9AE-8F46AB879AD1}"/>
                    </a:ext>
                  </a:extLst>
                </p14:cNvPr>
                <p14:cNvContentPartPr/>
                <p14:nvPr/>
              </p14:nvContentPartPr>
              <p14:xfrm>
                <a:off x="2505891" y="1215479"/>
                <a:ext cx="105480" cy="18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A28EFB-DE3E-2541-A9AE-8F46AB879A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96891" y="1206479"/>
                  <a:ext cx="123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3F45F6-7A34-E425-10AF-720BF0D2098B}"/>
                    </a:ext>
                  </a:extLst>
                </p14:cNvPr>
                <p14:cNvContentPartPr/>
                <p14:nvPr/>
              </p14:nvContentPartPr>
              <p14:xfrm>
                <a:off x="2682651" y="1148879"/>
                <a:ext cx="74520" cy="15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3F45F6-7A34-E425-10AF-720BF0D209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4011" y="1139879"/>
                  <a:ext cx="9216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46CBE9-C38F-0D74-9DAB-63623189A35C}"/>
              </a:ext>
            </a:extLst>
          </p:cNvPr>
          <p:cNvGrpSpPr/>
          <p:nvPr/>
        </p:nvGrpSpPr>
        <p:grpSpPr>
          <a:xfrm>
            <a:off x="3071451" y="1172639"/>
            <a:ext cx="334440" cy="102240"/>
            <a:chOff x="3071451" y="1172639"/>
            <a:chExt cx="33444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51BAB0-51C6-45CA-D9F8-7D9C8BDC74A0}"/>
                    </a:ext>
                  </a:extLst>
                </p14:cNvPr>
                <p14:cNvContentPartPr/>
                <p14:nvPr/>
              </p14:nvContentPartPr>
              <p14:xfrm>
                <a:off x="3071451" y="1201799"/>
                <a:ext cx="156240" cy="7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51BAB0-51C6-45CA-D9F8-7D9C8BDC74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2811" y="1193159"/>
                  <a:ext cx="173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DE396A-857C-887F-6E30-36EDC8BA8ECD}"/>
                    </a:ext>
                  </a:extLst>
                </p14:cNvPr>
                <p14:cNvContentPartPr/>
                <p14:nvPr/>
              </p14:nvContentPartPr>
              <p14:xfrm>
                <a:off x="3306171" y="1233119"/>
                <a:ext cx="99720" cy="1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DE396A-857C-887F-6E30-36EDC8BA8E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97531" y="1224119"/>
                  <a:ext cx="117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E397CE-4574-5776-4355-F611EA74BC04}"/>
                    </a:ext>
                  </a:extLst>
                </p14:cNvPr>
                <p14:cNvContentPartPr/>
                <p14:nvPr/>
              </p14:nvContentPartPr>
              <p14:xfrm>
                <a:off x="3293931" y="1172639"/>
                <a:ext cx="95760" cy="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E397CE-4574-5776-4355-F611EA74BC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84931" y="1163999"/>
                  <a:ext cx="1134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2F7C33-CCFB-6C90-C6E3-F9C8A65B4B5C}"/>
                  </a:ext>
                </a:extLst>
              </p14:cNvPr>
              <p14:cNvContentPartPr/>
              <p14:nvPr/>
            </p14:nvContentPartPr>
            <p14:xfrm>
              <a:off x="3591651" y="1094879"/>
              <a:ext cx="77760" cy="181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2F7C33-CCFB-6C90-C6E3-F9C8A65B4B5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83011" y="1086239"/>
                <a:ext cx="954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833AC7-60EC-79C5-412A-15FF59D26FA2}"/>
                  </a:ext>
                </a:extLst>
              </p14:cNvPr>
              <p14:cNvContentPartPr/>
              <p14:nvPr/>
            </p14:nvContentPartPr>
            <p14:xfrm>
              <a:off x="2578611" y="1571159"/>
              <a:ext cx="190800" cy="170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833AC7-60EC-79C5-412A-15FF59D26F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69971" y="1562519"/>
                <a:ext cx="20844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A540FA7-0BD7-BFD0-A1E8-08CEFC457C7C}"/>
              </a:ext>
            </a:extLst>
          </p:cNvPr>
          <p:cNvGrpSpPr/>
          <p:nvPr/>
        </p:nvGrpSpPr>
        <p:grpSpPr>
          <a:xfrm>
            <a:off x="3104931" y="1559279"/>
            <a:ext cx="660240" cy="176760"/>
            <a:chOff x="3104931" y="1559279"/>
            <a:chExt cx="6602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BEE367-0575-793D-DFEC-54E96FCD71E9}"/>
                    </a:ext>
                  </a:extLst>
                </p14:cNvPr>
                <p14:cNvContentPartPr/>
                <p14:nvPr/>
              </p14:nvContentPartPr>
              <p14:xfrm>
                <a:off x="3104931" y="1652519"/>
                <a:ext cx="127440" cy="63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BEE367-0575-793D-DFEC-54E96FCD71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95931" y="1643879"/>
                  <a:ext cx="145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0F56B0-1DB9-83E4-8F56-C3B7D0752C95}"/>
                    </a:ext>
                  </a:extLst>
                </p14:cNvPr>
                <p14:cNvContentPartPr/>
                <p14:nvPr/>
              </p14:nvContentPartPr>
              <p14:xfrm>
                <a:off x="3378531" y="1692119"/>
                <a:ext cx="10944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0F56B0-1DB9-83E4-8F56-C3B7D0752C9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69891" y="1683119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E0254D-8123-C89A-6816-369882B36C17}"/>
                    </a:ext>
                  </a:extLst>
                </p14:cNvPr>
                <p14:cNvContentPartPr/>
                <p14:nvPr/>
              </p14:nvContentPartPr>
              <p14:xfrm>
                <a:off x="3382851" y="1653599"/>
                <a:ext cx="8316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E0254D-8123-C89A-6816-369882B36C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73851" y="1644599"/>
                  <a:ext cx="10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3192F9-6835-3DB8-DDBC-AA1F38C05B43}"/>
                    </a:ext>
                  </a:extLst>
                </p14:cNvPr>
                <p14:cNvContentPartPr/>
                <p14:nvPr/>
              </p14:nvContentPartPr>
              <p14:xfrm>
                <a:off x="3597051" y="1559279"/>
                <a:ext cx="168120" cy="176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3192F9-6835-3DB8-DDBC-AA1F38C05B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8411" y="1550639"/>
                  <a:ext cx="18576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D82B353-9151-6F28-4D62-1FD017B90CFC}"/>
                  </a:ext>
                </a:extLst>
              </p14:cNvPr>
              <p14:cNvContentPartPr/>
              <p14:nvPr/>
            </p14:nvContentPartPr>
            <p14:xfrm>
              <a:off x="2587971" y="1998479"/>
              <a:ext cx="160560" cy="138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D82B353-9151-6F28-4D62-1FD017B90C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79331" y="1989479"/>
                <a:ext cx="17820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603BAF4-0C2F-193D-886C-9CC7DB8302E4}"/>
              </a:ext>
            </a:extLst>
          </p:cNvPr>
          <p:cNvGrpSpPr/>
          <p:nvPr/>
        </p:nvGrpSpPr>
        <p:grpSpPr>
          <a:xfrm>
            <a:off x="3165411" y="1937999"/>
            <a:ext cx="1423080" cy="246240"/>
            <a:chOff x="3165411" y="1937999"/>
            <a:chExt cx="142308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062BA4-C070-75C2-587A-16F496571B0E}"/>
                    </a:ext>
                  </a:extLst>
                </p14:cNvPr>
                <p14:cNvContentPartPr/>
                <p14:nvPr/>
              </p14:nvContentPartPr>
              <p14:xfrm>
                <a:off x="3165411" y="2090279"/>
                <a:ext cx="133920" cy="57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062BA4-C070-75C2-587A-16F496571B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56411" y="2081639"/>
                  <a:ext cx="151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000AFC-2197-20B9-6572-2C4912E5889E}"/>
                    </a:ext>
                  </a:extLst>
                </p14:cNvPr>
                <p14:cNvContentPartPr/>
                <p14:nvPr/>
              </p14:nvContentPartPr>
              <p14:xfrm>
                <a:off x="3328851" y="1937999"/>
                <a:ext cx="91800" cy="19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000AFC-2197-20B9-6572-2C4912E588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20211" y="1929359"/>
                  <a:ext cx="109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1FF55D-02F7-4593-8343-ACEE8769C2D5}"/>
                    </a:ext>
                  </a:extLst>
                </p14:cNvPr>
                <p14:cNvContentPartPr/>
                <p14:nvPr/>
              </p14:nvContentPartPr>
              <p14:xfrm>
                <a:off x="3317331" y="2069039"/>
                <a:ext cx="11592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1FF55D-02F7-4593-8343-ACEE8769C2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8691" y="2060399"/>
                  <a:ext cx="133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426833-BE20-7A2B-30EE-E5023FE85E42}"/>
                    </a:ext>
                  </a:extLst>
                </p14:cNvPr>
                <p14:cNvContentPartPr/>
                <p14:nvPr/>
              </p14:nvContentPartPr>
              <p14:xfrm>
                <a:off x="3432891" y="1954559"/>
                <a:ext cx="467280" cy="19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426833-BE20-7A2B-30EE-E5023FE85E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24251" y="1945559"/>
                  <a:ext cx="484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23A65C-8796-9453-84DA-6D263FE98104}"/>
                    </a:ext>
                  </a:extLst>
                </p14:cNvPr>
                <p14:cNvContentPartPr/>
                <p14:nvPr/>
              </p14:nvContentPartPr>
              <p14:xfrm>
                <a:off x="3953091" y="2065439"/>
                <a:ext cx="187200" cy="91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23A65C-8796-9453-84DA-6D263FE981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44451" y="2056439"/>
                  <a:ext cx="204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A9257B-3375-AA11-34D7-08E6BD9383C7}"/>
                    </a:ext>
                  </a:extLst>
                </p14:cNvPr>
                <p14:cNvContentPartPr/>
                <p14:nvPr/>
              </p14:nvContentPartPr>
              <p14:xfrm>
                <a:off x="4243251" y="2118719"/>
                <a:ext cx="38880" cy="65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A9257B-3375-AA11-34D7-08E6BD9383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34611" y="2110079"/>
                  <a:ext cx="56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B74F28-D91C-CEAC-8263-7013F4A6FD64}"/>
                    </a:ext>
                  </a:extLst>
                </p14:cNvPr>
                <p14:cNvContentPartPr/>
                <p14:nvPr/>
              </p14:nvContentPartPr>
              <p14:xfrm>
                <a:off x="4210491" y="1987319"/>
                <a:ext cx="26640" cy="1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B74F28-D91C-CEAC-8263-7013F4A6FD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01491" y="1978679"/>
                  <a:ext cx="44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4FF811-9170-2709-8F50-FD8AEAFE1B56}"/>
                    </a:ext>
                  </a:extLst>
                </p14:cNvPr>
                <p14:cNvContentPartPr/>
                <p14:nvPr/>
              </p14:nvContentPartPr>
              <p14:xfrm>
                <a:off x="4340811" y="2042759"/>
                <a:ext cx="24768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4FF811-9170-2709-8F50-FD8AEAFE1B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32171" y="2033759"/>
                  <a:ext cx="2653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F3F0F3D-2B56-D277-BA78-693B693142E3}"/>
              </a:ext>
            </a:extLst>
          </p:cNvPr>
          <p:cNvGrpSpPr/>
          <p:nvPr/>
        </p:nvGrpSpPr>
        <p:grpSpPr>
          <a:xfrm>
            <a:off x="1093251" y="3169199"/>
            <a:ext cx="883800" cy="292320"/>
            <a:chOff x="1093251" y="3169199"/>
            <a:chExt cx="88380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4F09F0-A24C-1272-3AFC-E6D2EEEF0FB0}"/>
                    </a:ext>
                  </a:extLst>
                </p14:cNvPr>
                <p14:cNvContentPartPr/>
                <p14:nvPr/>
              </p14:nvContentPartPr>
              <p14:xfrm>
                <a:off x="1093251" y="3262439"/>
                <a:ext cx="138960" cy="13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4F09F0-A24C-1272-3AFC-E6D2EEEF0F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4251" y="3253439"/>
                  <a:ext cx="156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9AB2A3-FDEC-35CB-20E8-88E6E013022B}"/>
                    </a:ext>
                  </a:extLst>
                </p14:cNvPr>
                <p14:cNvContentPartPr/>
                <p14:nvPr/>
              </p14:nvContentPartPr>
              <p14:xfrm>
                <a:off x="1115571" y="3290519"/>
                <a:ext cx="89280" cy="9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9AB2A3-FDEC-35CB-20E8-88E6E01302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6931" y="3281879"/>
                  <a:ext cx="106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1DF1EF2-A677-C04C-1E36-57B56FDFCA65}"/>
                    </a:ext>
                  </a:extLst>
                </p14:cNvPr>
                <p14:cNvContentPartPr/>
                <p14:nvPr/>
              </p14:nvContentPartPr>
              <p14:xfrm>
                <a:off x="1208811" y="3169199"/>
                <a:ext cx="231120" cy="282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1DF1EF2-A677-C04C-1E36-57B56FDFCA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00171" y="3160199"/>
                  <a:ext cx="24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DCAF87-F685-D166-1F13-30B1960D94E9}"/>
                    </a:ext>
                  </a:extLst>
                </p14:cNvPr>
                <p14:cNvContentPartPr/>
                <p14:nvPr/>
              </p14:nvContentPartPr>
              <p14:xfrm>
                <a:off x="1434531" y="3345959"/>
                <a:ext cx="146520" cy="38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DCAF87-F685-D166-1F13-30B1960D94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5531" y="3336959"/>
                  <a:ext cx="164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8911B5-6C9D-12A1-967D-89ED6744727A}"/>
                    </a:ext>
                  </a:extLst>
                </p14:cNvPr>
                <p14:cNvContentPartPr/>
                <p14:nvPr/>
              </p14:nvContentPartPr>
              <p14:xfrm>
                <a:off x="1543971" y="3183959"/>
                <a:ext cx="137520" cy="277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8911B5-6C9D-12A1-967D-89ED674472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34971" y="3175319"/>
                  <a:ext cx="155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C6BE734-657F-6270-4D91-A15D2C4D62DC}"/>
                    </a:ext>
                  </a:extLst>
                </p14:cNvPr>
                <p14:cNvContentPartPr/>
                <p14:nvPr/>
              </p14:nvContentPartPr>
              <p14:xfrm>
                <a:off x="1854651" y="3368279"/>
                <a:ext cx="122400" cy="1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C6BE734-657F-6270-4D91-A15D2C4D62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45651" y="3359639"/>
                  <a:ext cx="14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5DD60E-D0C1-8F27-FFE5-F32A0A74EEC7}"/>
                    </a:ext>
                  </a:extLst>
                </p14:cNvPr>
                <p14:cNvContentPartPr/>
                <p14:nvPr/>
              </p14:nvContentPartPr>
              <p14:xfrm>
                <a:off x="1842051" y="3295199"/>
                <a:ext cx="118440" cy="2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5DD60E-D0C1-8F27-FFE5-F32A0A74EE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3051" y="3286199"/>
                  <a:ext cx="1360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8F7F69-8679-6C98-E36C-90345F7C9C4D}"/>
              </a:ext>
            </a:extLst>
          </p:cNvPr>
          <p:cNvGrpSpPr/>
          <p:nvPr/>
        </p:nvGrpSpPr>
        <p:grpSpPr>
          <a:xfrm>
            <a:off x="2298891" y="3542519"/>
            <a:ext cx="159840" cy="167760"/>
            <a:chOff x="2298891" y="3542519"/>
            <a:chExt cx="15984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3B0CBEB-DD68-9570-BD46-C54AAD6905B3}"/>
                    </a:ext>
                  </a:extLst>
                </p14:cNvPr>
                <p14:cNvContentPartPr/>
                <p14:nvPr/>
              </p14:nvContentPartPr>
              <p14:xfrm>
                <a:off x="2298891" y="3542519"/>
                <a:ext cx="23040" cy="167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3B0CBEB-DD68-9570-BD46-C54AAD6905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90251" y="3533519"/>
                  <a:ext cx="40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4FCBFA-5FF4-6662-BB8C-AD6F67B8D63E}"/>
                    </a:ext>
                  </a:extLst>
                </p14:cNvPr>
                <p14:cNvContentPartPr/>
                <p14:nvPr/>
              </p14:nvContentPartPr>
              <p14:xfrm>
                <a:off x="2311131" y="3624599"/>
                <a:ext cx="147600" cy="66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4FCBFA-5FF4-6662-BB8C-AD6F67B8D6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02491" y="3615599"/>
                  <a:ext cx="16524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23FEC16-8BA7-8CD9-1DD5-77B51E4A2AEE}"/>
              </a:ext>
            </a:extLst>
          </p:cNvPr>
          <p:cNvGrpSpPr/>
          <p:nvPr/>
        </p:nvGrpSpPr>
        <p:grpSpPr>
          <a:xfrm>
            <a:off x="2183331" y="3093959"/>
            <a:ext cx="2527560" cy="334800"/>
            <a:chOff x="2183331" y="3093959"/>
            <a:chExt cx="252756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4ECD1A-E2FE-75E5-6D06-9DD0302DC5F7}"/>
                    </a:ext>
                  </a:extLst>
                </p14:cNvPr>
                <p14:cNvContentPartPr/>
                <p14:nvPr/>
              </p14:nvContentPartPr>
              <p14:xfrm>
                <a:off x="2183331" y="3135359"/>
                <a:ext cx="350280" cy="291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4ECD1A-E2FE-75E5-6D06-9DD0302DC5F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4331" y="3126359"/>
                  <a:ext cx="3679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B7AA90-2A91-14BB-A649-72722AAAD1B6}"/>
                    </a:ext>
                  </a:extLst>
                </p14:cNvPr>
                <p14:cNvContentPartPr/>
                <p14:nvPr/>
              </p14:nvContentPartPr>
              <p14:xfrm>
                <a:off x="2671851" y="3279719"/>
                <a:ext cx="155520" cy="10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B7AA90-2A91-14BB-A649-72722AAAD1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2851" y="3270719"/>
                  <a:ext cx="173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AFE244-7101-3700-22B1-C1F9C8DC0F91}"/>
                    </a:ext>
                  </a:extLst>
                </p14:cNvPr>
                <p14:cNvContentPartPr/>
                <p14:nvPr/>
              </p14:nvContentPartPr>
              <p14:xfrm>
                <a:off x="2721891" y="3312479"/>
                <a:ext cx="70920" cy="103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AFE244-7101-3700-22B1-C1F9C8DC0F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12891" y="3303479"/>
                  <a:ext cx="8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AA0FBD-7AB8-4EE9-3F6F-525E6E89BD7A}"/>
                    </a:ext>
                  </a:extLst>
                </p14:cNvPr>
                <p14:cNvContentPartPr/>
                <p14:nvPr/>
              </p14:nvContentPartPr>
              <p14:xfrm>
                <a:off x="2846091" y="3148679"/>
                <a:ext cx="198000" cy="251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AA0FBD-7AB8-4EE9-3F6F-525E6E89BD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37091" y="3140039"/>
                  <a:ext cx="2156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CB8FE2-C1D1-1316-8FDF-AA9250C52B02}"/>
                    </a:ext>
                  </a:extLst>
                </p14:cNvPr>
                <p14:cNvContentPartPr/>
                <p14:nvPr/>
              </p14:nvContentPartPr>
              <p14:xfrm>
                <a:off x="3029331" y="3206279"/>
                <a:ext cx="58320" cy="171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CB8FE2-C1D1-1316-8FDF-AA9250C52B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20331" y="3197639"/>
                  <a:ext cx="75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307312-3C0E-6A72-CF35-DE8A8B836D5A}"/>
                    </a:ext>
                  </a:extLst>
                </p14:cNvPr>
                <p14:cNvContentPartPr/>
                <p14:nvPr/>
              </p14:nvContentPartPr>
              <p14:xfrm>
                <a:off x="3104571" y="3290519"/>
                <a:ext cx="126000" cy="77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307312-3C0E-6A72-CF35-DE8A8B836D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95931" y="3281879"/>
                  <a:ext cx="143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2E6BCF-4B2E-E6B3-DBDA-E62D8E588D7D}"/>
                    </a:ext>
                  </a:extLst>
                </p14:cNvPr>
                <p14:cNvContentPartPr/>
                <p14:nvPr/>
              </p14:nvContentPartPr>
              <p14:xfrm>
                <a:off x="3170091" y="3147959"/>
                <a:ext cx="184680" cy="280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2E6BCF-4B2E-E6B3-DBDA-E62D8E588D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61451" y="3138959"/>
                  <a:ext cx="202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B06389-7FA9-53B1-5078-04503050A0AD}"/>
                    </a:ext>
                  </a:extLst>
                </p14:cNvPr>
                <p14:cNvContentPartPr/>
                <p14:nvPr/>
              </p14:nvContentPartPr>
              <p14:xfrm>
                <a:off x="3448371" y="3317159"/>
                <a:ext cx="1440" cy="1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B06389-7FA9-53B1-5078-04503050A0A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9731" y="3308159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58D15C-7AFF-AB34-6F2D-67BE2EBB80F6}"/>
                    </a:ext>
                  </a:extLst>
                </p14:cNvPr>
                <p14:cNvContentPartPr/>
                <p14:nvPr/>
              </p14:nvContentPartPr>
              <p14:xfrm>
                <a:off x="3542331" y="3093959"/>
                <a:ext cx="160200" cy="280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58D15C-7AFF-AB34-6F2D-67BE2EBB80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33331" y="3085319"/>
                  <a:ext cx="177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2C9006-DBF9-F19F-28A9-724E7028EEFB}"/>
                    </a:ext>
                  </a:extLst>
                </p14:cNvPr>
                <p14:cNvContentPartPr/>
                <p14:nvPr/>
              </p14:nvContentPartPr>
              <p14:xfrm>
                <a:off x="3746091" y="3122399"/>
                <a:ext cx="163080" cy="234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2C9006-DBF9-F19F-28A9-724E7028EEF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37091" y="3113399"/>
                  <a:ext cx="180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12BAA1-B443-1753-9168-4103E7AB47BB}"/>
                    </a:ext>
                  </a:extLst>
                </p14:cNvPr>
                <p14:cNvContentPartPr/>
                <p14:nvPr/>
              </p14:nvContentPartPr>
              <p14:xfrm>
                <a:off x="3925731" y="3274319"/>
                <a:ext cx="175680" cy="59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12BAA1-B443-1753-9168-4103E7AB47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16731" y="3265319"/>
                  <a:ext cx="193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5D68F7-4585-E316-910A-C1BA1001B2C7}"/>
                    </a:ext>
                  </a:extLst>
                </p14:cNvPr>
                <p14:cNvContentPartPr/>
                <p14:nvPr/>
              </p14:nvContentPartPr>
              <p14:xfrm>
                <a:off x="4166211" y="3274319"/>
                <a:ext cx="115920" cy="21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5D68F7-4585-E316-910A-C1BA1001B2C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57571" y="3265679"/>
                  <a:ext cx="13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927290-E3A5-1C2B-8AAF-620E00ED0BA1}"/>
                    </a:ext>
                  </a:extLst>
                </p14:cNvPr>
                <p14:cNvContentPartPr/>
                <p14:nvPr/>
              </p14:nvContentPartPr>
              <p14:xfrm>
                <a:off x="4319931" y="3120959"/>
                <a:ext cx="89640" cy="222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927290-E3A5-1C2B-8AAF-620E00ED0B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11291" y="3111959"/>
                  <a:ext cx="107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175EE6-3323-7985-FF95-1C971400EF62}"/>
                    </a:ext>
                  </a:extLst>
                </p14:cNvPr>
                <p14:cNvContentPartPr/>
                <p14:nvPr/>
              </p14:nvContentPartPr>
              <p14:xfrm>
                <a:off x="4400211" y="3257759"/>
                <a:ext cx="164520" cy="87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175EE6-3323-7985-FF95-1C971400EF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1211" y="3248759"/>
                  <a:ext cx="182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9EF8A6-60AF-503D-2A4F-647CB7AA6581}"/>
                    </a:ext>
                  </a:extLst>
                </p14:cNvPr>
                <p14:cNvContentPartPr/>
                <p14:nvPr/>
              </p14:nvContentPartPr>
              <p14:xfrm>
                <a:off x="4538811" y="3114479"/>
                <a:ext cx="172080" cy="28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9EF8A6-60AF-503D-2A4F-647CB7AA65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30171" y="3105839"/>
                  <a:ext cx="1897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ADE0C2C-5BFB-59CB-AB40-9D1ECF3B6FF9}"/>
              </a:ext>
            </a:extLst>
          </p:cNvPr>
          <p:cNvGrpSpPr/>
          <p:nvPr/>
        </p:nvGrpSpPr>
        <p:grpSpPr>
          <a:xfrm>
            <a:off x="5082771" y="1356959"/>
            <a:ext cx="190080" cy="95040"/>
            <a:chOff x="5082771" y="1356959"/>
            <a:chExt cx="19008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4AF30A-F18A-66AA-8FFF-0FFF39857781}"/>
                    </a:ext>
                  </a:extLst>
                </p14:cNvPr>
                <p14:cNvContentPartPr/>
                <p14:nvPr/>
              </p14:nvContentPartPr>
              <p14:xfrm>
                <a:off x="5096811" y="1430039"/>
                <a:ext cx="176040" cy="21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4AF30A-F18A-66AA-8FFF-0FFF398577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88171" y="1421039"/>
                  <a:ext cx="193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070551-A024-C58F-E19D-9D2A395664EC}"/>
                    </a:ext>
                  </a:extLst>
                </p14:cNvPr>
                <p14:cNvContentPartPr/>
                <p14:nvPr/>
              </p14:nvContentPartPr>
              <p14:xfrm>
                <a:off x="5082771" y="1356959"/>
                <a:ext cx="129960" cy="17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070551-A024-C58F-E19D-9D2A395664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3771" y="1348319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677D08D-8AE0-FEB0-E6E3-C12832AB2D29}"/>
              </a:ext>
            </a:extLst>
          </p:cNvPr>
          <p:cNvGrpSpPr/>
          <p:nvPr/>
        </p:nvGrpSpPr>
        <p:grpSpPr>
          <a:xfrm>
            <a:off x="5404251" y="1249679"/>
            <a:ext cx="969480" cy="278640"/>
            <a:chOff x="5404251" y="1249679"/>
            <a:chExt cx="9694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58F4273-078C-882A-4EA2-FC3FBBBBA018}"/>
                    </a:ext>
                  </a:extLst>
                </p14:cNvPr>
                <p14:cNvContentPartPr/>
                <p14:nvPr/>
              </p14:nvContentPartPr>
              <p14:xfrm>
                <a:off x="5404251" y="1345799"/>
                <a:ext cx="20808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58F4273-078C-882A-4EA2-FC3FBBBBA01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95251" y="1336799"/>
                  <a:ext cx="225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B08B93-7864-5EF9-5D1A-12303214AC26}"/>
                    </a:ext>
                  </a:extLst>
                </p14:cNvPr>
                <p14:cNvContentPartPr/>
                <p14:nvPr/>
              </p14:nvContentPartPr>
              <p14:xfrm>
                <a:off x="5731131" y="1298279"/>
                <a:ext cx="137160" cy="202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B08B93-7864-5EF9-5D1A-12303214AC2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22131" y="1289639"/>
                  <a:ext cx="154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D3CFAFC-247F-52F9-C6A2-39B4F5246FAA}"/>
                    </a:ext>
                  </a:extLst>
                </p14:cNvPr>
                <p14:cNvContentPartPr/>
                <p14:nvPr/>
              </p14:nvContentPartPr>
              <p14:xfrm>
                <a:off x="5895291" y="1262639"/>
                <a:ext cx="152640" cy="242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D3CFAFC-247F-52F9-C6A2-39B4F5246F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86291" y="1253999"/>
                  <a:ext cx="170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CD504D4-0DF9-C118-4C6E-84A3508A04A3}"/>
                    </a:ext>
                  </a:extLst>
                </p14:cNvPr>
                <p14:cNvContentPartPr/>
                <p14:nvPr/>
              </p14:nvContentPartPr>
              <p14:xfrm>
                <a:off x="6055491" y="1407359"/>
                <a:ext cx="149400" cy="52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CD504D4-0DF9-C118-4C6E-84A3508A04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46851" y="1398719"/>
                  <a:ext cx="167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4B1B25-4A05-4CD9-3939-D92E8AFD8FB0}"/>
                    </a:ext>
                  </a:extLst>
                </p14:cNvPr>
                <p14:cNvContentPartPr/>
                <p14:nvPr/>
              </p14:nvContentPartPr>
              <p14:xfrm>
                <a:off x="6181491" y="1249679"/>
                <a:ext cx="192240" cy="27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4B1B25-4A05-4CD9-3939-D92E8AFD8F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72851" y="1240679"/>
                  <a:ext cx="20988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0F1884F-E283-1245-B2FB-51C611BF6498}"/>
                  </a:ext>
                </a:extLst>
              </p14:cNvPr>
              <p14:cNvContentPartPr/>
              <p14:nvPr/>
            </p14:nvContentPartPr>
            <p14:xfrm>
              <a:off x="6570651" y="1423559"/>
              <a:ext cx="104040" cy="46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0F1884F-E283-1245-B2FB-51C611BF64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562011" y="1414559"/>
                <a:ext cx="1216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B134C937-31D6-0DA1-1AB6-14D03251E351}"/>
              </a:ext>
            </a:extLst>
          </p:cNvPr>
          <p:cNvGrpSpPr/>
          <p:nvPr/>
        </p:nvGrpSpPr>
        <p:grpSpPr>
          <a:xfrm>
            <a:off x="6936771" y="1225919"/>
            <a:ext cx="1034640" cy="324000"/>
            <a:chOff x="6936771" y="1225919"/>
            <a:chExt cx="10346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A6BD1D-4807-4915-6AB8-99466383F167}"/>
                    </a:ext>
                  </a:extLst>
                </p14:cNvPr>
                <p14:cNvContentPartPr/>
                <p14:nvPr/>
              </p14:nvContentPartPr>
              <p14:xfrm>
                <a:off x="6936771" y="1289639"/>
                <a:ext cx="155160" cy="226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A6BD1D-4807-4915-6AB8-99466383F1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28131" y="1280639"/>
                  <a:ext cx="172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45FF8B-BFE2-364E-A6DE-1BDBC04484F7}"/>
                    </a:ext>
                  </a:extLst>
                </p14:cNvPr>
                <p14:cNvContentPartPr/>
                <p14:nvPr/>
              </p14:nvContentPartPr>
              <p14:xfrm>
                <a:off x="7143411" y="1246079"/>
                <a:ext cx="162360" cy="260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45FF8B-BFE2-364E-A6DE-1BDBC04484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34771" y="1237439"/>
                  <a:ext cx="1800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1C7C9C0-5753-807D-C025-47A134F544E4}"/>
                    </a:ext>
                  </a:extLst>
                </p14:cNvPr>
                <p14:cNvContentPartPr/>
                <p14:nvPr/>
              </p14:nvContentPartPr>
              <p14:xfrm>
                <a:off x="7298571" y="1414199"/>
                <a:ext cx="160200" cy="52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1C7C9C0-5753-807D-C025-47A134F544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89931" y="1405199"/>
                  <a:ext cx="17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76F926-E01F-5961-7651-1BEDF5EC719C}"/>
                    </a:ext>
                  </a:extLst>
                </p14:cNvPr>
                <p14:cNvContentPartPr/>
                <p14:nvPr/>
              </p14:nvContentPartPr>
              <p14:xfrm>
                <a:off x="7585131" y="1407359"/>
                <a:ext cx="53280" cy="5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76F926-E01F-5961-7651-1BEDF5EC719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76491" y="1398359"/>
                  <a:ext cx="7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B05BE2-475E-E1A3-3716-387A564D1ABE}"/>
                    </a:ext>
                  </a:extLst>
                </p14:cNvPr>
                <p14:cNvContentPartPr/>
                <p14:nvPr/>
              </p14:nvContentPartPr>
              <p14:xfrm>
                <a:off x="7725531" y="1319519"/>
                <a:ext cx="44280" cy="11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B05BE2-475E-E1A3-3716-387A564D1A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6891" y="1310519"/>
                  <a:ext cx="61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8B71C01-5191-E4B3-0CBC-488C334F2A63}"/>
                    </a:ext>
                  </a:extLst>
                </p14:cNvPr>
                <p14:cNvContentPartPr/>
                <p14:nvPr/>
              </p14:nvContentPartPr>
              <p14:xfrm>
                <a:off x="7752891" y="1225919"/>
                <a:ext cx="218520" cy="32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8B71C01-5191-E4B3-0CBC-488C334F2A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44251" y="1216919"/>
                  <a:ext cx="23616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8E82C93-709F-6C3D-DD7E-FE5A974DA417}"/>
              </a:ext>
            </a:extLst>
          </p:cNvPr>
          <p:cNvGrpSpPr/>
          <p:nvPr/>
        </p:nvGrpSpPr>
        <p:grpSpPr>
          <a:xfrm>
            <a:off x="8206851" y="1176239"/>
            <a:ext cx="1758960" cy="368640"/>
            <a:chOff x="8206851" y="1176239"/>
            <a:chExt cx="175896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6E47424-6F3D-40D3-A5BC-709C518F5D3B}"/>
                    </a:ext>
                  </a:extLst>
                </p14:cNvPr>
                <p14:cNvContentPartPr/>
                <p14:nvPr/>
              </p14:nvContentPartPr>
              <p14:xfrm>
                <a:off x="8229171" y="1324919"/>
                <a:ext cx="31320" cy="117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6E47424-6F3D-40D3-A5BC-709C518F5D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0531" y="1315919"/>
                  <a:ext cx="48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6FE5384-9DE5-2CD9-27AF-565CBAC83491}"/>
                    </a:ext>
                  </a:extLst>
                </p14:cNvPr>
                <p14:cNvContentPartPr/>
                <p14:nvPr/>
              </p14:nvContentPartPr>
              <p14:xfrm>
                <a:off x="8206851" y="1378559"/>
                <a:ext cx="99720" cy="1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6FE5384-9DE5-2CD9-27AF-565CBAC834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97851" y="1369559"/>
                  <a:ext cx="11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83B9C9-D2B7-C8E0-6D84-8FA864C3D1BF}"/>
                    </a:ext>
                  </a:extLst>
                </p14:cNvPr>
                <p14:cNvContentPartPr/>
                <p14:nvPr/>
              </p14:nvContentPartPr>
              <p14:xfrm>
                <a:off x="8404491" y="1293599"/>
                <a:ext cx="237960" cy="189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83B9C9-D2B7-C8E0-6D84-8FA864C3D1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95851" y="1284959"/>
                  <a:ext cx="255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EE07E65-29A7-B4D2-B263-E72E1E70EA30}"/>
                    </a:ext>
                  </a:extLst>
                </p14:cNvPr>
                <p14:cNvContentPartPr/>
                <p14:nvPr/>
              </p14:nvContentPartPr>
              <p14:xfrm>
                <a:off x="8765571" y="1242839"/>
                <a:ext cx="144000" cy="253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EE07E65-29A7-B4D2-B263-E72E1E70EA3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56571" y="1234199"/>
                  <a:ext cx="161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33931EC-93F5-4B39-C770-A05A60503092}"/>
                    </a:ext>
                  </a:extLst>
                </p14:cNvPr>
                <p14:cNvContentPartPr/>
                <p14:nvPr/>
              </p14:nvContentPartPr>
              <p14:xfrm>
                <a:off x="9022251" y="1218359"/>
                <a:ext cx="176040" cy="278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33931EC-93F5-4B39-C770-A05A605030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13611" y="1209359"/>
                  <a:ext cx="193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BB481B9-75C0-58CE-05A5-388455944F44}"/>
                    </a:ext>
                  </a:extLst>
                </p14:cNvPr>
                <p14:cNvContentPartPr/>
                <p14:nvPr/>
              </p14:nvContentPartPr>
              <p14:xfrm>
                <a:off x="9187491" y="1401599"/>
                <a:ext cx="175320" cy="83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BB481B9-75C0-58CE-05A5-388455944F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78851" y="1392599"/>
                  <a:ext cx="192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2F4649-67F3-BC0D-CDA4-CF9E3E00C742}"/>
                    </a:ext>
                  </a:extLst>
                </p14:cNvPr>
                <p14:cNvContentPartPr/>
                <p14:nvPr/>
              </p14:nvContentPartPr>
              <p14:xfrm>
                <a:off x="9478011" y="1431119"/>
                <a:ext cx="60480" cy="11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2F4649-67F3-BC0D-CDA4-CF9E3E00C7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69371" y="1422119"/>
                  <a:ext cx="78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0E09E0-4B12-7FD8-4C13-9AFC67998EB8}"/>
                    </a:ext>
                  </a:extLst>
                </p14:cNvPr>
                <p14:cNvContentPartPr/>
                <p14:nvPr/>
              </p14:nvContentPartPr>
              <p14:xfrm>
                <a:off x="9581691" y="1287479"/>
                <a:ext cx="195120" cy="176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0E09E0-4B12-7FD8-4C13-9AFC67998EB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73051" y="1278839"/>
                  <a:ext cx="212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7AF537-3F5F-1735-F012-E3671F8BFDDA}"/>
                    </a:ext>
                  </a:extLst>
                </p14:cNvPr>
                <p14:cNvContentPartPr/>
                <p14:nvPr/>
              </p14:nvContentPartPr>
              <p14:xfrm>
                <a:off x="9789771" y="1176239"/>
                <a:ext cx="176040" cy="368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7AF537-3F5F-1735-F012-E3671F8BFD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81131" y="1167599"/>
                  <a:ext cx="19368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E7A7BC8-352A-98C4-3B9C-6A867D30811D}"/>
              </a:ext>
            </a:extLst>
          </p:cNvPr>
          <p:cNvGrpSpPr/>
          <p:nvPr/>
        </p:nvGrpSpPr>
        <p:grpSpPr>
          <a:xfrm>
            <a:off x="6614211" y="2173439"/>
            <a:ext cx="667800" cy="396000"/>
            <a:chOff x="6614211" y="2173439"/>
            <a:chExt cx="66780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9C4C28-20FB-0182-B474-98EAA9D8C0CD}"/>
                    </a:ext>
                  </a:extLst>
                </p14:cNvPr>
                <p14:cNvContentPartPr/>
                <p14:nvPr/>
              </p14:nvContentPartPr>
              <p14:xfrm>
                <a:off x="6614211" y="2241119"/>
                <a:ext cx="245880" cy="163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9C4C28-20FB-0182-B474-98EAA9D8C0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05571" y="2232479"/>
                  <a:ext cx="263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0559D72-5864-1344-48CE-2990248B2A30}"/>
                    </a:ext>
                  </a:extLst>
                </p14:cNvPr>
                <p14:cNvContentPartPr/>
                <p14:nvPr/>
              </p14:nvContentPartPr>
              <p14:xfrm>
                <a:off x="6849651" y="2173439"/>
                <a:ext cx="432360" cy="39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0559D72-5864-1344-48CE-2990248B2A3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0651" y="2164799"/>
                  <a:ext cx="450000" cy="41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DA96A4-B1A9-5403-238F-F5FCFC0BE393}"/>
              </a:ext>
            </a:extLst>
          </p:cNvPr>
          <p:cNvGrpSpPr/>
          <p:nvPr/>
        </p:nvGrpSpPr>
        <p:grpSpPr>
          <a:xfrm>
            <a:off x="7523211" y="2129879"/>
            <a:ext cx="1202400" cy="311040"/>
            <a:chOff x="7523211" y="2129879"/>
            <a:chExt cx="120240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71CAC5-3EB7-B4AE-AE40-FDB953C03F39}"/>
                    </a:ext>
                  </a:extLst>
                </p14:cNvPr>
                <p14:cNvContentPartPr/>
                <p14:nvPr/>
              </p14:nvContentPartPr>
              <p14:xfrm>
                <a:off x="7583331" y="2359919"/>
                <a:ext cx="46800" cy="81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71CAC5-3EB7-B4AE-AE40-FDB953C03F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74331" y="2350919"/>
                  <a:ext cx="64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183E1B-97FE-DCB8-83C1-78C67187D4CC}"/>
                    </a:ext>
                  </a:extLst>
                </p14:cNvPr>
                <p14:cNvContentPartPr/>
                <p14:nvPr/>
              </p14:nvContentPartPr>
              <p14:xfrm>
                <a:off x="7523211" y="2200799"/>
                <a:ext cx="24840" cy="6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183E1B-97FE-DCB8-83C1-78C67187D4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14211" y="2192159"/>
                  <a:ext cx="42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AF29476-326E-5593-3B16-FCAFCCDA8AC4}"/>
                    </a:ext>
                  </a:extLst>
                </p14:cNvPr>
                <p14:cNvContentPartPr/>
                <p14:nvPr/>
              </p14:nvContentPartPr>
              <p14:xfrm>
                <a:off x="7602771" y="2299439"/>
                <a:ext cx="125280" cy="111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AF29476-326E-5593-3B16-FCAFCCDA8A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94131" y="2290799"/>
                  <a:ext cx="142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3C974F-0883-C950-3CFC-76B64036A1B0}"/>
                    </a:ext>
                  </a:extLst>
                </p14:cNvPr>
                <p14:cNvContentPartPr/>
                <p14:nvPr/>
              </p14:nvContentPartPr>
              <p14:xfrm>
                <a:off x="7982931" y="2129879"/>
                <a:ext cx="68760" cy="23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3C974F-0883-C950-3CFC-76B64036A1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4291" y="2120879"/>
                  <a:ext cx="86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4D2C8D8-77DA-6F74-2EB2-9507B7016963}"/>
                    </a:ext>
                  </a:extLst>
                </p14:cNvPr>
                <p14:cNvContentPartPr/>
                <p14:nvPr/>
              </p14:nvContentPartPr>
              <p14:xfrm>
                <a:off x="7871331" y="2299439"/>
                <a:ext cx="210600" cy="11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4D2C8D8-77DA-6F74-2EB2-9507B70169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62691" y="2290799"/>
                  <a:ext cx="228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6E1468-E320-4E12-A3E8-023A32DFCE25}"/>
                    </a:ext>
                  </a:extLst>
                </p14:cNvPr>
                <p14:cNvContentPartPr/>
                <p14:nvPr/>
              </p14:nvContentPartPr>
              <p14:xfrm>
                <a:off x="8126571" y="2162639"/>
                <a:ext cx="163080" cy="218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6E1468-E320-4E12-A3E8-023A32DFCE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17931" y="2153639"/>
                  <a:ext cx="180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E6E2CD-83AA-7996-A136-692B4FDB7210}"/>
                    </a:ext>
                  </a:extLst>
                </p14:cNvPr>
                <p14:cNvContentPartPr/>
                <p14:nvPr/>
              </p14:nvContentPartPr>
              <p14:xfrm>
                <a:off x="8311971" y="2244359"/>
                <a:ext cx="413640" cy="138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E6E2CD-83AA-7996-A136-692B4FDB721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02971" y="2235359"/>
                  <a:ext cx="43128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8EF48E4-5B21-15E6-CE53-97E32BA14A0E}"/>
                  </a:ext>
                </a:extLst>
              </p14:cNvPr>
              <p14:cNvContentPartPr/>
              <p14:nvPr/>
            </p14:nvContentPartPr>
            <p14:xfrm>
              <a:off x="8990571" y="2269919"/>
              <a:ext cx="378720" cy="1238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8EF48E4-5B21-15E6-CE53-97E32BA14A0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981571" y="2261279"/>
                <a:ext cx="3963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342E71D-6852-B9FE-6EF7-582D1375AA56}"/>
              </a:ext>
            </a:extLst>
          </p:cNvPr>
          <p:cNvGrpSpPr/>
          <p:nvPr/>
        </p:nvGrpSpPr>
        <p:grpSpPr>
          <a:xfrm>
            <a:off x="9724611" y="2057519"/>
            <a:ext cx="1194120" cy="441720"/>
            <a:chOff x="9724611" y="2057519"/>
            <a:chExt cx="119412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E3950CB-F369-D5D1-AF07-B70C95513790}"/>
                    </a:ext>
                  </a:extLst>
                </p14:cNvPr>
                <p14:cNvContentPartPr/>
                <p14:nvPr/>
              </p14:nvContentPartPr>
              <p14:xfrm>
                <a:off x="9724611" y="2099279"/>
                <a:ext cx="142560" cy="272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E3950CB-F369-D5D1-AF07-B70C955137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5971" y="2090639"/>
                  <a:ext cx="160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0C96881-3547-A991-466B-1E479D8537D4}"/>
                    </a:ext>
                  </a:extLst>
                </p14:cNvPr>
                <p14:cNvContentPartPr/>
                <p14:nvPr/>
              </p14:nvContentPartPr>
              <p14:xfrm>
                <a:off x="9904251" y="2057519"/>
                <a:ext cx="174960" cy="353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0C96881-3547-A991-466B-1E479D8537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95251" y="2048879"/>
                  <a:ext cx="1926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F2B6B3-552A-1844-55AE-F31B93866991}"/>
                    </a:ext>
                  </a:extLst>
                </p14:cNvPr>
                <p14:cNvContentPartPr/>
                <p14:nvPr/>
              </p14:nvContentPartPr>
              <p14:xfrm>
                <a:off x="10093971" y="2288639"/>
                <a:ext cx="192240" cy="87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F2B6B3-552A-1844-55AE-F31B9386699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85331" y="2279639"/>
                  <a:ext cx="209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6510215-22C0-5F71-8927-5A10B06C4867}"/>
                    </a:ext>
                  </a:extLst>
                </p14:cNvPr>
                <p14:cNvContentPartPr/>
                <p14:nvPr/>
              </p14:nvContentPartPr>
              <p14:xfrm>
                <a:off x="10421571" y="2315999"/>
                <a:ext cx="146520" cy="22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6510215-22C0-5F71-8927-5A10B06C486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12571" y="2306999"/>
                  <a:ext cx="164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66EE172-7002-EA16-775F-D0011B01DB9E}"/>
                    </a:ext>
                  </a:extLst>
                </p14:cNvPr>
                <p14:cNvContentPartPr/>
                <p14:nvPr/>
              </p14:nvContentPartPr>
              <p14:xfrm>
                <a:off x="10594731" y="2210519"/>
                <a:ext cx="214200" cy="145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66EE172-7002-EA16-775F-D0011B01DB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86091" y="2201519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3396287-A04F-9910-3CCF-1025868C27DC}"/>
                    </a:ext>
                  </a:extLst>
                </p14:cNvPr>
                <p14:cNvContentPartPr/>
                <p14:nvPr/>
              </p14:nvContentPartPr>
              <p14:xfrm>
                <a:off x="10753491" y="2074799"/>
                <a:ext cx="165240" cy="424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3396287-A04F-9910-3CCF-1025868C27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44851" y="2065799"/>
                  <a:ext cx="182880" cy="4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F97AD3D-73B0-9914-91A7-8AFF3629ACD9}"/>
              </a:ext>
            </a:extLst>
          </p:cNvPr>
          <p:cNvGrpSpPr/>
          <p:nvPr/>
        </p:nvGrpSpPr>
        <p:grpSpPr>
          <a:xfrm>
            <a:off x="7649931" y="532559"/>
            <a:ext cx="1693800" cy="361080"/>
            <a:chOff x="7649931" y="532559"/>
            <a:chExt cx="169380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CF67807-2FF4-B7DD-BFE0-6E333AA27746}"/>
                    </a:ext>
                  </a:extLst>
                </p14:cNvPr>
                <p14:cNvContentPartPr/>
                <p14:nvPr/>
              </p14:nvContentPartPr>
              <p14:xfrm>
                <a:off x="7731651" y="787439"/>
                <a:ext cx="30960" cy="106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CF67807-2FF4-B7DD-BFE0-6E333AA277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23011" y="778799"/>
                  <a:ext cx="48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C84429-22CA-DC7C-0514-11C552935962}"/>
                    </a:ext>
                  </a:extLst>
                </p14:cNvPr>
                <p14:cNvContentPartPr/>
                <p14:nvPr/>
              </p14:nvContentPartPr>
              <p14:xfrm>
                <a:off x="7649931" y="820919"/>
                <a:ext cx="152640" cy="1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C84429-22CA-DC7C-0514-11C5529359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41291" y="811919"/>
                  <a:ext cx="170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25731A-56AD-1D3C-7CCD-525AF89D3D08}"/>
                    </a:ext>
                  </a:extLst>
                </p14:cNvPr>
                <p14:cNvContentPartPr/>
                <p14:nvPr/>
              </p14:nvContentPartPr>
              <p14:xfrm>
                <a:off x="7970691" y="641639"/>
                <a:ext cx="150840" cy="19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25731A-56AD-1D3C-7CCD-525AF89D3D0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61691" y="632639"/>
                  <a:ext cx="168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CC3BEF-686D-0E1D-EC58-796E6BCDB751}"/>
                    </a:ext>
                  </a:extLst>
                </p14:cNvPr>
                <p14:cNvContentPartPr/>
                <p14:nvPr/>
              </p14:nvContentPartPr>
              <p14:xfrm>
                <a:off x="8260491" y="771959"/>
                <a:ext cx="21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CC3BEF-686D-0E1D-EC58-796E6BCDB7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51491" y="762959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7AF2162-D9D8-815A-0E76-B1C1A00BF93F}"/>
                    </a:ext>
                  </a:extLst>
                </p14:cNvPr>
                <p14:cNvContentPartPr/>
                <p14:nvPr/>
              </p14:nvContentPartPr>
              <p14:xfrm>
                <a:off x="8311251" y="607439"/>
                <a:ext cx="154080" cy="187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7AF2162-D9D8-815A-0E76-B1C1A00BF93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02611" y="598799"/>
                  <a:ext cx="171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BEF0A30-41E1-CC93-BC43-638061A3CA2A}"/>
                    </a:ext>
                  </a:extLst>
                </p14:cNvPr>
                <p14:cNvContentPartPr/>
                <p14:nvPr/>
              </p14:nvContentPartPr>
              <p14:xfrm>
                <a:off x="8507811" y="546239"/>
                <a:ext cx="170280" cy="265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BEF0A30-41E1-CC93-BC43-638061A3CA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99171" y="537599"/>
                  <a:ext cx="187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03E3281-293E-8D4B-9B5E-F58131C22E2B}"/>
                    </a:ext>
                  </a:extLst>
                </p14:cNvPr>
                <p14:cNvContentPartPr/>
                <p14:nvPr/>
              </p14:nvContentPartPr>
              <p14:xfrm>
                <a:off x="8673051" y="687359"/>
                <a:ext cx="170640" cy="66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03E3281-293E-8D4B-9B5E-F58131C22E2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64051" y="678359"/>
                  <a:ext cx="188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BCCB42E-D2E8-EE08-2E44-45CCBE611546}"/>
                    </a:ext>
                  </a:extLst>
                </p14:cNvPr>
                <p14:cNvContentPartPr/>
                <p14:nvPr/>
              </p14:nvContentPartPr>
              <p14:xfrm>
                <a:off x="8896971" y="680879"/>
                <a:ext cx="83160" cy="10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BCCB42E-D2E8-EE08-2E44-45CCBE6115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87971" y="671879"/>
                  <a:ext cx="100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548407-3027-9069-AA36-EEBB44E3FC0E}"/>
                    </a:ext>
                  </a:extLst>
                </p14:cNvPr>
                <p14:cNvContentPartPr/>
                <p14:nvPr/>
              </p14:nvContentPartPr>
              <p14:xfrm>
                <a:off x="9023331" y="611759"/>
                <a:ext cx="138960" cy="140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548407-3027-9069-AA36-EEBB44E3FC0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14691" y="602759"/>
                  <a:ext cx="156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3DDF69-035B-CADB-9C7F-2AD2D3E93DC2}"/>
                    </a:ext>
                  </a:extLst>
                </p14:cNvPr>
                <p14:cNvContentPartPr/>
                <p14:nvPr/>
              </p14:nvContentPartPr>
              <p14:xfrm>
                <a:off x="9094611" y="532559"/>
                <a:ext cx="249120" cy="308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3DDF69-035B-CADB-9C7F-2AD2D3E93D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85611" y="523919"/>
                  <a:ext cx="266760" cy="32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324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B771008-E5B7-60E5-8CB1-BD38D16C6C38}"/>
                  </a:ext>
                </a:extLst>
              </p14:cNvPr>
              <p14:cNvContentPartPr/>
              <p14:nvPr/>
            </p14:nvContentPartPr>
            <p14:xfrm>
              <a:off x="5748051" y="1800479"/>
              <a:ext cx="28440" cy="1303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B771008-E5B7-60E5-8CB1-BD38D16C6C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9051" y="1791839"/>
                <a:ext cx="46080" cy="13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81A09EB-8691-9FB5-DEA3-0F5EB1395DB6}"/>
                  </a:ext>
                </a:extLst>
              </p14:cNvPr>
              <p14:cNvContentPartPr/>
              <p14:nvPr/>
            </p14:nvContentPartPr>
            <p14:xfrm>
              <a:off x="6165291" y="1818119"/>
              <a:ext cx="36360" cy="1287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81A09EB-8691-9FB5-DEA3-0F5EB1395D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6291" y="1809119"/>
                <a:ext cx="54000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73C8A80-DBF7-7EAB-35FC-43725102DFAF}"/>
                  </a:ext>
                </a:extLst>
              </p14:cNvPr>
              <p14:cNvContentPartPr/>
              <p14:nvPr/>
            </p14:nvContentPartPr>
            <p14:xfrm>
              <a:off x="6602691" y="1785359"/>
              <a:ext cx="47160" cy="1308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73C8A80-DBF7-7EAB-35FC-43725102DF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4051" y="1776719"/>
                <a:ext cx="64800" cy="13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F67116F-9EFF-615E-EFA9-3DA5E19184A2}"/>
                  </a:ext>
                </a:extLst>
              </p14:cNvPr>
              <p14:cNvContentPartPr/>
              <p14:nvPr/>
            </p14:nvContentPartPr>
            <p14:xfrm>
              <a:off x="6953691" y="1793279"/>
              <a:ext cx="39600" cy="1327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F67116F-9EFF-615E-EFA9-3DA5E19184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44691" y="1784639"/>
                <a:ext cx="57240" cy="13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D422E44-BCED-93AD-BD23-B50F45A263D8}"/>
                  </a:ext>
                </a:extLst>
              </p14:cNvPr>
              <p14:cNvContentPartPr/>
              <p14:nvPr/>
            </p14:nvContentPartPr>
            <p14:xfrm>
              <a:off x="5416131" y="1600679"/>
              <a:ext cx="21600" cy="139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D422E44-BCED-93AD-BD23-B50F45A263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07131" y="1592039"/>
                <a:ext cx="3924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B0DCA43-EEFC-AAC7-37FE-DB5D9393B5E6}"/>
              </a:ext>
            </a:extLst>
          </p:cNvPr>
          <p:cNvGrpSpPr/>
          <p:nvPr/>
        </p:nvGrpSpPr>
        <p:grpSpPr>
          <a:xfrm>
            <a:off x="1168131" y="5486879"/>
            <a:ext cx="893880" cy="148680"/>
            <a:chOff x="1168131" y="5486879"/>
            <a:chExt cx="89388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B3A5E5-19EB-9B2F-BB61-B7CCC8B3FA30}"/>
                    </a:ext>
                  </a:extLst>
                </p14:cNvPr>
                <p14:cNvContentPartPr/>
                <p14:nvPr/>
              </p14:nvContentPartPr>
              <p14:xfrm>
                <a:off x="1168131" y="5486879"/>
                <a:ext cx="13104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B3A5E5-19EB-9B2F-BB61-B7CCC8B3FA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9131" y="5477879"/>
                  <a:ext cx="148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8248A0-FD55-1775-AA2C-7ACDCA14A955}"/>
                    </a:ext>
                  </a:extLst>
                </p14:cNvPr>
                <p14:cNvContentPartPr/>
                <p14:nvPr/>
              </p14:nvContentPartPr>
              <p14:xfrm>
                <a:off x="1446051" y="5590199"/>
                <a:ext cx="65520" cy="1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8248A0-FD55-1775-AA2C-7ACDCA14A9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7051" y="5581559"/>
                  <a:ext cx="83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D0D243-3BA2-5495-C29F-AF608ECA8035}"/>
                    </a:ext>
                  </a:extLst>
                </p14:cNvPr>
                <p14:cNvContentPartPr/>
                <p14:nvPr/>
              </p14:nvContentPartPr>
              <p14:xfrm>
                <a:off x="1439211" y="5552039"/>
                <a:ext cx="104760" cy="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D0D243-3BA2-5495-C29F-AF608ECA80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0571" y="5543039"/>
                  <a:ext cx="122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A3EE93-D55C-34A0-6043-3CA87CFFB634}"/>
                    </a:ext>
                  </a:extLst>
                </p14:cNvPr>
                <p14:cNvContentPartPr/>
                <p14:nvPr/>
              </p14:nvContentPartPr>
              <p14:xfrm>
                <a:off x="1669611" y="5557079"/>
                <a:ext cx="137520" cy="6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A3EE93-D55C-34A0-6043-3CA87CFFB6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0611" y="5548439"/>
                  <a:ext cx="155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8BD475-D01F-C7CF-6635-FC14C10CF6B6}"/>
                    </a:ext>
                  </a:extLst>
                </p14:cNvPr>
                <p14:cNvContentPartPr/>
                <p14:nvPr/>
              </p14:nvContentPartPr>
              <p14:xfrm>
                <a:off x="1861491" y="5495879"/>
                <a:ext cx="200520" cy="139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8BD475-D01F-C7CF-6635-FC14C10CF6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52491" y="5486879"/>
                  <a:ext cx="2181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267981-0A31-6418-0B65-2674766D348D}"/>
              </a:ext>
            </a:extLst>
          </p:cNvPr>
          <p:cNvGrpSpPr/>
          <p:nvPr/>
        </p:nvGrpSpPr>
        <p:grpSpPr>
          <a:xfrm>
            <a:off x="6214611" y="4336319"/>
            <a:ext cx="870840" cy="303120"/>
            <a:chOff x="6214611" y="4336319"/>
            <a:chExt cx="87084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A8E891-7109-8475-91E1-F462D2C36BB2}"/>
                    </a:ext>
                  </a:extLst>
                </p14:cNvPr>
                <p14:cNvContentPartPr/>
                <p14:nvPr/>
              </p14:nvContentPartPr>
              <p14:xfrm>
                <a:off x="6214611" y="4479959"/>
                <a:ext cx="180360" cy="120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A8E891-7109-8475-91E1-F462D2C36B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05611" y="4470959"/>
                  <a:ext cx="198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CE357B-EF2C-47E1-D535-E66548FE9BD8}"/>
                    </a:ext>
                  </a:extLst>
                </p14:cNvPr>
                <p14:cNvContentPartPr/>
                <p14:nvPr/>
              </p14:nvContentPartPr>
              <p14:xfrm>
                <a:off x="6438171" y="4336319"/>
                <a:ext cx="186840" cy="303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CE357B-EF2C-47E1-D535-E66548FE9B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29531" y="4327319"/>
                  <a:ext cx="204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B2C9A-D727-B64B-7025-D6FFEAE298C8}"/>
                    </a:ext>
                  </a:extLst>
                </p14:cNvPr>
                <p14:cNvContentPartPr/>
                <p14:nvPr/>
              </p14:nvContentPartPr>
              <p14:xfrm>
                <a:off x="6653091" y="4511639"/>
                <a:ext cx="182160" cy="68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B2C9A-D727-B64B-7025-D6FFEAE298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44091" y="4502639"/>
                  <a:ext cx="199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797717-711F-5E8C-D463-472CA80FA987}"/>
                    </a:ext>
                  </a:extLst>
                </p14:cNvPr>
                <p14:cNvContentPartPr/>
                <p14:nvPr/>
              </p14:nvContentPartPr>
              <p14:xfrm>
                <a:off x="6933171" y="4511639"/>
                <a:ext cx="15228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797717-711F-5E8C-D463-472CA80FA9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24171" y="4502639"/>
                  <a:ext cx="1699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906DFC-949A-695C-EE1C-D197D4FEDD27}"/>
              </a:ext>
            </a:extLst>
          </p:cNvPr>
          <p:cNvGrpSpPr/>
          <p:nvPr/>
        </p:nvGrpSpPr>
        <p:grpSpPr>
          <a:xfrm>
            <a:off x="7249251" y="4312919"/>
            <a:ext cx="338400" cy="317160"/>
            <a:chOff x="7249251" y="4312919"/>
            <a:chExt cx="33840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37788A-5C88-6664-1EA0-EE3ED1C1DD66}"/>
                    </a:ext>
                  </a:extLst>
                </p14:cNvPr>
                <p14:cNvContentPartPr/>
                <p14:nvPr/>
              </p14:nvContentPartPr>
              <p14:xfrm>
                <a:off x="7249251" y="4402199"/>
                <a:ext cx="155880" cy="11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37788A-5C88-6664-1EA0-EE3ED1C1D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40251" y="4393199"/>
                  <a:ext cx="173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3608C8-DA11-98D4-E3F9-CB9D43A12A18}"/>
                    </a:ext>
                  </a:extLst>
                </p14:cNvPr>
                <p14:cNvContentPartPr/>
                <p14:nvPr/>
              </p14:nvContentPartPr>
              <p14:xfrm>
                <a:off x="7353291" y="4462319"/>
                <a:ext cx="34560" cy="104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3608C8-DA11-98D4-E3F9-CB9D43A12A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44651" y="4453319"/>
                  <a:ext cx="52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64CC9F-7A83-F2E9-075B-2F10C38C3641}"/>
                    </a:ext>
                  </a:extLst>
                </p14:cNvPr>
                <p14:cNvContentPartPr/>
                <p14:nvPr/>
              </p14:nvContentPartPr>
              <p14:xfrm>
                <a:off x="7369851" y="4312919"/>
                <a:ext cx="217800" cy="317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64CC9F-7A83-F2E9-075B-2F10C38C36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60851" y="4303919"/>
                  <a:ext cx="23544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50E9506-A3F0-A9D3-879D-CC9ACEA4A8D1}"/>
              </a:ext>
            </a:extLst>
          </p:cNvPr>
          <p:cNvGrpSpPr/>
          <p:nvPr/>
        </p:nvGrpSpPr>
        <p:grpSpPr>
          <a:xfrm>
            <a:off x="8256171" y="4204919"/>
            <a:ext cx="3565440" cy="345600"/>
            <a:chOff x="8256171" y="4204919"/>
            <a:chExt cx="356544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6054CC-CFAA-647D-550E-264601138F97}"/>
                    </a:ext>
                  </a:extLst>
                </p14:cNvPr>
                <p14:cNvContentPartPr/>
                <p14:nvPr/>
              </p14:nvContentPartPr>
              <p14:xfrm>
                <a:off x="8256171" y="4426319"/>
                <a:ext cx="274320" cy="124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6054CC-CFAA-647D-550E-264601138F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47171" y="4417679"/>
                  <a:ext cx="291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88FAA8-6C89-1F62-3630-6521F7EECB56}"/>
                    </a:ext>
                  </a:extLst>
                </p14:cNvPr>
                <p14:cNvContentPartPr/>
                <p14:nvPr/>
              </p14:nvContentPartPr>
              <p14:xfrm>
                <a:off x="8508531" y="4330919"/>
                <a:ext cx="504720" cy="198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88FAA8-6C89-1F62-3630-6521F7EECB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99891" y="4321919"/>
                  <a:ext cx="522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5C99A4-5FDF-35EA-746F-27B4DC52D575}"/>
                    </a:ext>
                  </a:extLst>
                </p14:cNvPr>
                <p14:cNvContentPartPr/>
                <p14:nvPr/>
              </p14:nvContentPartPr>
              <p14:xfrm>
                <a:off x="9076971" y="4401119"/>
                <a:ext cx="171360" cy="122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5C99A4-5FDF-35EA-746F-27B4DC52D5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67971" y="4392479"/>
                  <a:ext cx="189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1FA7558-A6A3-3311-08F4-99642FA039D0}"/>
                    </a:ext>
                  </a:extLst>
                </p14:cNvPr>
                <p14:cNvContentPartPr/>
                <p14:nvPr/>
              </p14:nvContentPartPr>
              <p14:xfrm>
                <a:off x="9388011" y="4248479"/>
                <a:ext cx="140400" cy="24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1FA7558-A6A3-3311-08F4-99642FA039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79371" y="4239839"/>
                  <a:ext cx="158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E3C3F6-5646-DF37-8A6E-02DEB1806567}"/>
                    </a:ext>
                  </a:extLst>
                </p14:cNvPr>
                <p14:cNvContentPartPr/>
                <p14:nvPr/>
              </p14:nvContentPartPr>
              <p14:xfrm>
                <a:off x="9581691" y="4396079"/>
                <a:ext cx="312840" cy="10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E3C3F6-5646-DF37-8A6E-02DEB180656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2691" y="4387439"/>
                  <a:ext cx="330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B850D-D9FE-D6C9-C0B0-61F4A4640465}"/>
                    </a:ext>
                  </a:extLst>
                </p14:cNvPr>
                <p14:cNvContentPartPr/>
                <p14:nvPr/>
              </p14:nvContentPartPr>
              <p14:xfrm>
                <a:off x="9826491" y="4385639"/>
                <a:ext cx="126360" cy="116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3B850D-D9FE-D6C9-C0B0-61F4A46404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17491" y="4376999"/>
                  <a:ext cx="144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2D88F1-3B1F-710C-1287-FB0855E56E39}"/>
                    </a:ext>
                  </a:extLst>
                </p14:cNvPr>
                <p14:cNvContentPartPr/>
                <p14:nvPr/>
              </p14:nvContentPartPr>
              <p14:xfrm>
                <a:off x="10167771" y="4451519"/>
                <a:ext cx="15120" cy="1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2D88F1-3B1F-710C-1287-FB0855E56E3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58771" y="4442519"/>
                  <a:ext cx="32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1F648D-C920-27B8-2A44-CE9292DD52F4}"/>
                    </a:ext>
                  </a:extLst>
                </p14:cNvPr>
                <p14:cNvContentPartPr/>
                <p14:nvPr/>
              </p14:nvContentPartPr>
              <p14:xfrm>
                <a:off x="10096491" y="4243439"/>
                <a:ext cx="6120" cy="3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1F648D-C920-27B8-2A44-CE9292DD52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87491" y="4234799"/>
                  <a:ext cx="23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4CA62A5-A463-B7FA-ED4F-A21D46FE27D5}"/>
                    </a:ext>
                  </a:extLst>
                </p14:cNvPr>
                <p14:cNvContentPartPr/>
                <p14:nvPr/>
              </p14:nvContentPartPr>
              <p14:xfrm>
                <a:off x="10162371" y="4243439"/>
                <a:ext cx="126720" cy="23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4CA62A5-A463-B7FA-ED4F-A21D46FE27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53371" y="4234439"/>
                  <a:ext cx="144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ABB834-7EFF-9634-55B0-11917225C6E4}"/>
                    </a:ext>
                  </a:extLst>
                </p14:cNvPr>
                <p14:cNvContentPartPr/>
                <p14:nvPr/>
              </p14:nvContentPartPr>
              <p14:xfrm>
                <a:off x="10474491" y="4204919"/>
                <a:ext cx="97560" cy="20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ABB834-7EFF-9634-55B0-11917225C6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5491" y="4196279"/>
                  <a:ext cx="115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C23D809-E1D0-EBBB-B029-33FBC9781354}"/>
                    </a:ext>
                  </a:extLst>
                </p14:cNvPr>
                <p14:cNvContentPartPr/>
                <p14:nvPr/>
              </p14:nvContentPartPr>
              <p14:xfrm>
                <a:off x="10414011" y="4341359"/>
                <a:ext cx="186840" cy="11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C23D809-E1D0-EBBB-B029-33FBC97813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05011" y="4332719"/>
                  <a:ext cx="204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5B96175-F9F7-8AC7-698D-F67AEDBC1729}"/>
                    </a:ext>
                  </a:extLst>
                </p14:cNvPr>
                <p14:cNvContentPartPr/>
                <p14:nvPr/>
              </p14:nvContentPartPr>
              <p14:xfrm>
                <a:off x="10663491" y="4369079"/>
                <a:ext cx="14472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5B96175-F9F7-8AC7-698D-F67AEDBC17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4491" y="4360439"/>
                  <a:ext cx="162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A4DB91-343E-8EC5-1698-5DB424C75DB5}"/>
                    </a:ext>
                  </a:extLst>
                </p14:cNvPr>
                <p14:cNvContentPartPr/>
                <p14:nvPr/>
              </p14:nvContentPartPr>
              <p14:xfrm>
                <a:off x="10839891" y="4316159"/>
                <a:ext cx="73080" cy="120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A4DB91-343E-8EC5-1698-5DB424C75D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30891" y="4307159"/>
                  <a:ext cx="90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0D3068-D91A-0BA5-AB54-8E8F8EB25E4F}"/>
                    </a:ext>
                  </a:extLst>
                </p14:cNvPr>
                <p14:cNvContentPartPr/>
                <p14:nvPr/>
              </p14:nvContentPartPr>
              <p14:xfrm>
                <a:off x="10961571" y="4376639"/>
                <a:ext cx="132120" cy="6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0D3068-D91A-0BA5-AB54-8E8F8EB25E4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52931" y="4367999"/>
                  <a:ext cx="149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66E56A-E89A-2466-C451-3BA2C38B1607}"/>
                    </a:ext>
                  </a:extLst>
                </p14:cNvPr>
                <p14:cNvContentPartPr/>
                <p14:nvPr/>
              </p14:nvContentPartPr>
              <p14:xfrm>
                <a:off x="11243811" y="4378439"/>
                <a:ext cx="106920" cy="57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66E56A-E89A-2466-C451-3BA2C38B16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35171" y="4369799"/>
                  <a:ext cx="124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5CEBBB1-EA37-BAB5-2361-DCA2FCD60440}"/>
                    </a:ext>
                  </a:extLst>
                </p14:cNvPr>
                <p14:cNvContentPartPr/>
                <p14:nvPr/>
              </p14:nvContentPartPr>
              <p14:xfrm>
                <a:off x="11432451" y="4396079"/>
                <a:ext cx="225360" cy="77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5CEBBB1-EA37-BAB5-2361-DCA2FCD604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23811" y="4387079"/>
                  <a:ext cx="24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073BC5-DAC4-431B-2DB3-FBF58000F735}"/>
                    </a:ext>
                  </a:extLst>
                </p14:cNvPr>
                <p14:cNvContentPartPr/>
                <p14:nvPr/>
              </p14:nvContentPartPr>
              <p14:xfrm>
                <a:off x="11689851" y="4243439"/>
                <a:ext cx="83880" cy="127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073BC5-DAC4-431B-2DB3-FBF58000F7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81211" y="4234799"/>
                  <a:ext cx="10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2D48B3-7870-6782-B1E8-498CC60A2917}"/>
                    </a:ext>
                  </a:extLst>
                </p14:cNvPr>
                <p14:cNvContentPartPr/>
                <p14:nvPr/>
              </p14:nvContentPartPr>
              <p14:xfrm>
                <a:off x="11819091" y="4478879"/>
                <a:ext cx="252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2D48B3-7870-6782-B1E8-498CC60A29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10451" y="4469879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156B8BE-9283-A047-18E2-9A7C92641F5E}"/>
                  </a:ext>
                </a:extLst>
              </p14:cNvPr>
              <p14:cNvContentPartPr/>
              <p14:nvPr/>
            </p14:nvContentPartPr>
            <p14:xfrm>
              <a:off x="8530851" y="4793519"/>
              <a:ext cx="160920" cy="107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156B8BE-9283-A047-18E2-9A7C92641F5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22211" y="4784519"/>
                <a:ext cx="17856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B22EA24-A487-09C6-1FEC-DD0AADB167CB}"/>
              </a:ext>
            </a:extLst>
          </p:cNvPr>
          <p:cNvGrpSpPr/>
          <p:nvPr/>
        </p:nvGrpSpPr>
        <p:grpSpPr>
          <a:xfrm>
            <a:off x="8863851" y="4681199"/>
            <a:ext cx="456480" cy="224640"/>
            <a:chOff x="8863851" y="4681199"/>
            <a:chExt cx="45648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F2CF286-130D-ECEB-74EE-88A91F26DA74}"/>
                    </a:ext>
                  </a:extLst>
                </p14:cNvPr>
                <p14:cNvContentPartPr/>
                <p14:nvPr/>
              </p14:nvContentPartPr>
              <p14:xfrm>
                <a:off x="8875731" y="4855439"/>
                <a:ext cx="98640" cy="3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F2CF286-130D-ECEB-74EE-88A91F26DA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67091" y="4846799"/>
                  <a:ext cx="11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9DD227-3CB7-834A-0DC1-51BEE6625CF9}"/>
                    </a:ext>
                  </a:extLst>
                </p14:cNvPr>
                <p14:cNvContentPartPr/>
                <p14:nvPr/>
              </p14:nvContentPartPr>
              <p14:xfrm>
                <a:off x="8863851" y="4789559"/>
                <a:ext cx="137880" cy="34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9DD227-3CB7-834A-0DC1-51BEE6625C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55211" y="4780559"/>
                  <a:ext cx="155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2F94166-344B-5FDD-F09E-DAB1281705F0}"/>
                    </a:ext>
                  </a:extLst>
                </p14:cNvPr>
                <p14:cNvContentPartPr/>
                <p14:nvPr/>
              </p14:nvContentPartPr>
              <p14:xfrm>
                <a:off x="9138171" y="4681199"/>
                <a:ext cx="182160" cy="132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2F94166-344B-5FDD-F09E-DAB1281705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29171" y="4672559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26946C-6ED5-A5C1-CC67-8B0B2910A8E5}"/>
                    </a:ext>
                  </a:extLst>
                </p14:cNvPr>
                <p14:cNvContentPartPr/>
                <p14:nvPr/>
              </p14:nvContentPartPr>
              <p14:xfrm>
                <a:off x="9254451" y="4730519"/>
                <a:ext cx="33840" cy="175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26946C-6ED5-A5C1-CC67-8B0B2910A8E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45451" y="4721879"/>
                  <a:ext cx="514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8DA258-07DC-1513-B29E-AB4EBF32A110}"/>
              </a:ext>
            </a:extLst>
          </p:cNvPr>
          <p:cNvGrpSpPr/>
          <p:nvPr/>
        </p:nvGrpSpPr>
        <p:grpSpPr>
          <a:xfrm>
            <a:off x="6312891" y="5193479"/>
            <a:ext cx="1674720" cy="415080"/>
            <a:chOff x="6312891" y="5193479"/>
            <a:chExt cx="167472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E9F031-1A41-717D-69B3-663EDA59FA01}"/>
                    </a:ext>
                  </a:extLst>
                </p14:cNvPr>
                <p14:cNvContentPartPr/>
                <p14:nvPr/>
              </p14:nvContentPartPr>
              <p14:xfrm>
                <a:off x="6312891" y="5398679"/>
                <a:ext cx="176040" cy="159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E9F031-1A41-717D-69B3-663EDA59FA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04251" y="5389679"/>
                  <a:ext cx="193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59EB3F8-B16B-4F4F-FEF2-89EAA3AA5B28}"/>
                    </a:ext>
                  </a:extLst>
                </p14:cNvPr>
                <p14:cNvContentPartPr/>
                <p14:nvPr/>
              </p14:nvContentPartPr>
              <p14:xfrm>
                <a:off x="6602331" y="5239919"/>
                <a:ext cx="166680" cy="368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59EB3F8-B16B-4F4F-FEF2-89EAA3AA5B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93331" y="5230919"/>
                  <a:ext cx="1843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EB0DF9-1C8F-087F-57E4-1500DE8E536F}"/>
                    </a:ext>
                  </a:extLst>
                </p14:cNvPr>
                <p14:cNvContentPartPr/>
                <p14:nvPr/>
              </p14:nvContentPartPr>
              <p14:xfrm>
                <a:off x="6751371" y="5433599"/>
                <a:ext cx="170640" cy="25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EB0DF9-1C8F-087F-57E4-1500DE8E5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42371" y="5424599"/>
                  <a:ext cx="188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461FD4E-AE86-E9A2-F97A-8D5228EFC224}"/>
                    </a:ext>
                  </a:extLst>
                </p14:cNvPr>
                <p14:cNvContentPartPr/>
                <p14:nvPr/>
              </p14:nvContentPartPr>
              <p14:xfrm>
                <a:off x="7019211" y="5377799"/>
                <a:ext cx="174600" cy="11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461FD4E-AE86-E9A2-F97A-8D5228EFC2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10571" y="5368799"/>
                  <a:ext cx="192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D0E44B-E8E8-8721-2786-C71977B191BA}"/>
                    </a:ext>
                  </a:extLst>
                </p14:cNvPr>
                <p14:cNvContentPartPr/>
                <p14:nvPr/>
              </p14:nvContentPartPr>
              <p14:xfrm>
                <a:off x="7386051" y="5332799"/>
                <a:ext cx="35280" cy="167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D0E44B-E8E8-8721-2786-C71977B191B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77051" y="5324159"/>
                  <a:ext cx="52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3E965E7-958C-8970-B757-FAC32F047321}"/>
                    </a:ext>
                  </a:extLst>
                </p14:cNvPr>
                <p14:cNvContentPartPr/>
                <p14:nvPr/>
              </p14:nvContentPartPr>
              <p14:xfrm>
                <a:off x="7358691" y="5426039"/>
                <a:ext cx="164880" cy="8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3E965E7-958C-8970-B757-FAC32F0473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49691" y="5417039"/>
                  <a:ext cx="182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23BCB07-D69E-D4B8-C201-A1FAAF5D2383}"/>
                    </a:ext>
                  </a:extLst>
                </p14:cNvPr>
                <p14:cNvContentPartPr/>
                <p14:nvPr/>
              </p14:nvContentPartPr>
              <p14:xfrm>
                <a:off x="7555971" y="5277719"/>
                <a:ext cx="240480" cy="205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23BCB07-D69E-D4B8-C201-A1FAAF5D23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46971" y="5268719"/>
                  <a:ext cx="258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F26DFA-6477-88D0-E92C-919B57943B13}"/>
                    </a:ext>
                  </a:extLst>
                </p14:cNvPr>
                <p14:cNvContentPartPr/>
                <p14:nvPr/>
              </p14:nvContentPartPr>
              <p14:xfrm>
                <a:off x="7835331" y="5193479"/>
                <a:ext cx="152280" cy="353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F26DFA-6477-88D0-E92C-919B57943B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26331" y="5184839"/>
                  <a:ext cx="169920" cy="37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5E28FF9-0E7E-C708-A296-F15DDF2FB0EE}"/>
              </a:ext>
            </a:extLst>
          </p:cNvPr>
          <p:cNvGrpSpPr/>
          <p:nvPr/>
        </p:nvGrpSpPr>
        <p:grpSpPr>
          <a:xfrm>
            <a:off x="8557491" y="5261879"/>
            <a:ext cx="869760" cy="239760"/>
            <a:chOff x="8557491" y="5261879"/>
            <a:chExt cx="8697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0FDFCF3-ED71-07A6-FC2A-4CE613533CE6}"/>
                    </a:ext>
                  </a:extLst>
                </p14:cNvPr>
                <p14:cNvContentPartPr/>
                <p14:nvPr/>
              </p14:nvContentPartPr>
              <p14:xfrm>
                <a:off x="8557491" y="5406599"/>
                <a:ext cx="221040" cy="9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0FDFCF3-ED71-07A6-FC2A-4CE613533C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48851" y="5397959"/>
                  <a:ext cx="238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41DA29D-49DE-7896-B694-78B1165F0AA7}"/>
                    </a:ext>
                  </a:extLst>
                </p14:cNvPr>
                <p14:cNvContentPartPr/>
                <p14:nvPr/>
              </p14:nvContentPartPr>
              <p14:xfrm>
                <a:off x="8787891" y="5261879"/>
                <a:ext cx="444600" cy="209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41DA29D-49DE-7896-B694-78B1165F0A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79251" y="5252879"/>
                  <a:ext cx="462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92E415-9EA8-BC79-984A-951810E578DA}"/>
                    </a:ext>
                  </a:extLst>
                </p14:cNvPr>
                <p14:cNvContentPartPr/>
                <p14:nvPr/>
              </p14:nvContentPartPr>
              <p14:xfrm>
                <a:off x="9285411" y="5348279"/>
                <a:ext cx="141840" cy="142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92E415-9EA8-BC79-984A-951810E578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76411" y="5339639"/>
                  <a:ext cx="1594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320613A-D42C-B158-BA68-9FA0CE02CA06}"/>
              </a:ext>
            </a:extLst>
          </p:cNvPr>
          <p:cNvGrpSpPr/>
          <p:nvPr/>
        </p:nvGrpSpPr>
        <p:grpSpPr>
          <a:xfrm>
            <a:off x="9648291" y="5124719"/>
            <a:ext cx="2414520" cy="329040"/>
            <a:chOff x="9648291" y="5124719"/>
            <a:chExt cx="241452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6F038D3-6474-02E9-FBD9-08150EE612D7}"/>
                    </a:ext>
                  </a:extLst>
                </p14:cNvPr>
                <p14:cNvContentPartPr/>
                <p14:nvPr/>
              </p14:nvContentPartPr>
              <p14:xfrm>
                <a:off x="9648291" y="5194919"/>
                <a:ext cx="102240" cy="258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6F038D3-6474-02E9-FBD9-08150EE612D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39291" y="5185919"/>
                  <a:ext cx="119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285F9A-75F1-9738-E117-ED0343BDD8F0}"/>
                    </a:ext>
                  </a:extLst>
                </p14:cNvPr>
                <p14:cNvContentPartPr/>
                <p14:nvPr/>
              </p14:nvContentPartPr>
              <p14:xfrm>
                <a:off x="9829731" y="5345759"/>
                <a:ext cx="82440" cy="8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285F9A-75F1-9738-E117-ED0343BDD8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21091" y="5337119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527774-9C35-3CA0-DAFB-BE7D59B67C6A}"/>
                    </a:ext>
                  </a:extLst>
                </p14:cNvPr>
                <p14:cNvContentPartPr/>
                <p14:nvPr/>
              </p14:nvContentPartPr>
              <p14:xfrm>
                <a:off x="9970491" y="5316959"/>
                <a:ext cx="170640" cy="120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527774-9C35-3CA0-DAFB-BE7D59B67C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61851" y="5307959"/>
                  <a:ext cx="188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F1C8FE-7A11-BA61-F4B7-F499083A5114}"/>
                    </a:ext>
                  </a:extLst>
                </p14:cNvPr>
                <p14:cNvContentPartPr/>
                <p14:nvPr/>
              </p14:nvContentPartPr>
              <p14:xfrm>
                <a:off x="10070931" y="5304719"/>
                <a:ext cx="133920" cy="138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F1C8FE-7A11-BA61-F4B7-F499083A51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61931" y="5295719"/>
                  <a:ext cx="151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7D4F487-187F-58D9-46DD-11F1B36D284D}"/>
                    </a:ext>
                  </a:extLst>
                </p14:cNvPr>
                <p14:cNvContentPartPr/>
                <p14:nvPr/>
              </p14:nvContentPartPr>
              <p14:xfrm>
                <a:off x="10456851" y="5382119"/>
                <a:ext cx="16200" cy="22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7D4F487-187F-58D9-46DD-11F1B36D28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47851" y="5373479"/>
                  <a:ext cx="33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3888C5-2F3B-4976-75B4-E996C80ABA92}"/>
                    </a:ext>
                  </a:extLst>
                </p14:cNvPr>
                <p14:cNvContentPartPr/>
                <p14:nvPr/>
              </p14:nvContentPartPr>
              <p14:xfrm>
                <a:off x="10380891" y="5158919"/>
                <a:ext cx="6120" cy="22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3888C5-2F3B-4976-75B4-E996C80ABA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72251" y="5150279"/>
                  <a:ext cx="2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DC464A2-C40D-7F36-E3ED-67171BB3E2F9}"/>
                    </a:ext>
                  </a:extLst>
                </p14:cNvPr>
                <p14:cNvContentPartPr/>
                <p14:nvPr/>
              </p14:nvContentPartPr>
              <p14:xfrm>
                <a:off x="10481691" y="5190599"/>
                <a:ext cx="168840" cy="202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DC464A2-C40D-7F36-E3ED-67171BB3E2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72691" y="5181599"/>
                  <a:ext cx="186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3F25EE-931C-6A89-529C-84136CAF6685}"/>
                    </a:ext>
                  </a:extLst>
                </p14:cNvPr>
                <p14:cNvContentPartPr/>
                <p14:nvPr/>
              </p14:nvContentPartPr>
              <p14:xfrm>
                <a:off x="10830171" y="5146679"/>
                <a:ext cx="114840" cy="227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3F25EE-931C-6A89-529C-84136CAF66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1531" y="5138039"/>
                  <a:ext cx="132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984E140-3CE1-DA85-5FC0-860A53F6B517}"/>
                    </a:ext>
                  </a:extLst>
                </p14:cNvPr>
                <p14:cNvContentPartPr/>
                <p14:nvPr/>
              </p14:nvContentPartPr>
              <p14:xfrm>
                <a:off x="10850691" y="5283479"/>
                <a:ext cx="100440" cy="11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984E140-3CE1-DA85-5FC0-860A53F6B5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41691" y="5274839"/>
                  <a:ext cx="11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960421-52C2-5F6B-F1A5-348A95ADD6B7}"/>
                    </a:ext>
                  </a:extLst>
                </p14:cNvPr>
                <p14:cNvContentPartPr/>
                <p14:nvPr/>
              </p14:nvContentPartPr>
              <p14:xfrm>
                <a:off x="10994691" y="5242799"/>
                <a:ext cx="415800" cy="129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960421-52C2-5F6B-F1A5-348A95ADD6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85691" y="5234159"/>
                  <a:ext cx="433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68F1D9A-9585-C3AC-FEE7-039A01FFE5EA}"/>
                    </a:ext>
                  </a:extLst>
                </p14:cNvPr>
                <p14:cNvContentPartPr/>
                <p14:nvPr/>
              </p14:nvContentPartPr>
              <p14:xfrm>
                <a:off x="11481771" y="5284199"/>
                <a:ext cx="115920" cy="60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68F1D9A-9585-C3AC-FEE7-039A01FFE5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73131" y="5275199"/>
                  <a:ext cx="133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A8396E-9764-03AF-7DBC-43CC34DB7DA3}"/>
                    </a:ext>
                  </a:extLst>
                </p14:cNvPr>
                <p14:cNvContentPartPr/>
                <p14:nvPr/>
              </p14:nvContentPartPr>
              <p14:xfrm>
                <a:off x="11662491" y="5289239"/>
                <a:ext cx="99720" cy="66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A8396E-9764-03AF-7DBC-43CC34DB7D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53851" y="5280239"/>
                  <a:ext cx="117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7A04F16-8B13-8C54-5888-5C9D52ACB54E}"/>
                    </a:ext>
                  </a:extLst>
                </p14:cNvPr>
                <p14:cNvContentPartPr/>
                <p14:nvPr/>
              </p14:nvContentPartPr>
              <p14:xfrm>
                <a:off x="11875971" y="5187359"/>
                <a:ext cx="183600" cy="103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7A04F16-8B13-8C54-5888-5C9D52ACB54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67331" y="5178359"/>
                  <a:ext cx="201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79C5B3-6480-81A7-45BF-3A4911DCD5B9}"/>
                    </a:ext>
                  </a:extLst>
                </p14:cNvPr>
                <p14:cNvContentPartPr/>
                <p14:nvPr/>
              </p14:nvContentPartPr>
              <p14:xfrm>
                <a:off x="12056691" y="5398679"/>
                <a:ext cx="6120" cy="32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79C5B3-6480-81A7-45BF-3A4911DCD5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47691" y="5389679"/>
                  <a:ext cx="23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1B55DF-2602-17EB-958E-1B334697B832}"/>
                    </a:ext>
                  </a:extLst>
                </p14:cNvPr>
                <p14:cNvContentPartPr/>
                <p14:nvPr/>
              </p14:nvContentPartPr>
              <p14:xfrm>
                <a:off x="11696331" y="5315879"/>
                <a:ext cx="144720" cy="51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1B55DF-2602-17EB-958E-1B334697B83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687331" y="5307239"/>
                  <a:ext cx="162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D2C695D-6A9F-15E9-A185-61CC5DF829BE}"/>
                    </a:ext>
                  </a:extLst>
                </p14:cNvPr>
                <p14:cNvContentPartPr/>
                <p14:nvPr/>
              </p14:nvContentPartPr>
              <p14:xfrm>
                <a:off x="11531091" y="5298959"/>
                <a:ext cx="16200" cy="4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D2C695D-6A9F-15E9-A185-61CC5DF829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522451" y="5289959"/>
                  <a:ext cx="33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CECAC5-FA2A-335F-1DB4-15DFAA962D8C}"/>
                    </a:ext>
                  </a:extLst>
                </p14:cNvPr>
                <p14:cNvContentPartPr/>
                <p14:nvPr/>
              </p14:nvContentPartPr>
              <p14:xfrm>
                <a:off x="11366931" y="5124719"/>
                <a:ext cx="437400" cy="298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CECAC5-FA2A-335F-1DB4-15DFAA962D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57931" y="5116079"/>
                  <a:ext cx="45504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C023E25-CFB1-0B6D-59D9-5B6209EACE5C}"/>
              </a:ext>
            </a:extLst>
          </p:cNvPr>
          <p:cNvGrpSpPr/>
          <p:nvPr/>
        </p:nvGrpSpPr>
        <p:grpSpPr>
          <a:xfrm>
            <a:off x="11329491" y="5518199"/>
            <a:ext cx="508680" cy="326880"/>
            <a:chOff x="11329491" y="5518199"/>
            <a:chExt cx="50868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46BC84F-0C40-D7EB-623B-79D99CB14FCC}"/>
                    </a:ext>
                  </a:extLst>
                </p14:cNvPr>
                <p14:cNvContentPartPr/>
                <p14:nvPr/>
              </p14:nvContentPartPr>
              <p14:xfrm>
                <a:off x="11329491" y="5613599"/>
                <a:ext cx="151560" cy="120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46BC84F-0C40-D7EB-623B-79D99CB14F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20851" y="5604959"/>
                  <a:ext cx="169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36E281-B1B8-F294-C00A-84CE0DA94C0D}"/>
                    </a:ext>
                  </a:extLst>
                </p14:cNvPr>
                <p14:cNvContentPartPr/>
                <p14:nvPr/>
              </p14:nvContentPartPr>
              <p14:xfrm>
                <a:off x="11573931" y="5518199"/>
                <a:ext cx="87480" cy="309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36E281-B1B8-F294-C00A-84CE0DA94C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564931" y="5509199"/>
                  <a:ext cx="105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D50D0D-2F12-88C8-99DB-AAA274EE72BD}"/>
                    </a:ext>
                  </a:extLst>
                </p14:cNvPr>
                <p14:cNvContentPartPr/>
                <p14:nvPr/>
              </p14:nvContentPartPr>
              <p14:xfrm>
                <a:off x="11575371" y="5716919"/>
                <a:ext cx="104040" cy="15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D50D0D-2F12-88C8-99DB-AAA274EE72B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66371" y="570827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E15331-DFA1-C11D-50BD-952EEF4AAC72}"/>
                    </a:ext>
                  </a:extLst>
                </p14:cNvPr>
                <p14:cNvContentPartPr/>
                <p14:nvPr/>
              </p14:nvContentPartPr>
              <p14:xfrm>
                <a:off x="11733051" y="5537279"/>
                <a:ext cx="66600" cy="307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E15331-DFA1-C11D-50BD-952EEF4AAC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724051" y="5528279"/>
                  <a:ext cx="84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6C7AB0-E9EC-AE39-C187-94C5159EC123}"/>
                    </a:ext>
                  </a:extLst>
                </p14:cNvPr>
                <p14:cNvContentPartPr/>
                <p14:nvPr/>
              </p14:nvContentPartPr>
              <p14:xfrm>
                <a:off x="11686611" y="5708999"/>
                <a:ext cx="151560" cy="46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6C7AB0-E9EC-AE39-C187-94C5159EC1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677611" y="5699999"/>
                  <a:ext cx="1692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E456599-14CA-B7F2-C867-AF75DEC863E9}"/>
              </a:ext>
            </a:extLst>
          </p:cNvPr>
          <p:cNvGrpSpPr/>
          <p:nvPr/>
        </p:nvGrpSpPr>
        <p:grpSpPr>
          <a:xfrm>
            <a:off x="10205931" y="4675439"/>
            <a:ext cx="648720" cy="212400"/>
            <a:chOff x="10205931" y="4675439"/>
            <a:chExt cx="64872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E92A51E-6BD4-610B-7B16-FD1A0C3546D2}"/>
                    </a:ext>
                  </a:extLst>
                </p14:cNvPr>
                <p14:cNvContentPartPr/>
                <p14:nvPr/>
              </p14:nvContentPartPr>
              <p14:xfrm>
                <a:off x="10205931" y="4760399"/>
                <a:ext cx="122040" cy="10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E92A51E-6BD4-610B-7B16-FD1A0C3546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97291" y="4751399"/>
                  <a:ext cx="139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CEC7BB-EA28-5EA0-39F2-E1BFE635BCDE}"/>
                    </a:ext>
                  </a:extLst>
                </p14:cNvPr>
                <p14:cNvContentPartPr/>
                <p14:nvPr/>
              </p14:nvContentPartPr>
              <p14:xfrm>
                <a:off x="10421571" y="4711439"/>
                <a:ext cx="152280" cy="115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CEC7BB-EA28-5EA0-39F2-E1BFE635BC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12571" y="4702439"/>
                  <a:ext cx="169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E3E1A5E-29CA-ADF0-FCB8-BCDB5449D40F}"/>
                    </a:ext>
                  </a:extLst>
                </p14:cNvPr>
                <p14:cNvContentPartPr/>
                <p14:nvPr/>
              </p14:nvContentPartPr>
              <p14:xfrm>
                <a:off x="10479171" y="4867319"/>
                <a:ext cx="126720" cy="20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E3E1A5E-29CA-ADF0-FCB8-BCDB5449D40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70531" y="4858679"/>
                  <a:ext cx="144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800F1A-789A-F332-378E-85C030E464F6}"/>
                    </a:ext>
                  </a:extLst>
                </p14:cNvPr>
                <p14:cNvContentPartPr/>
                <p14:nvPr/>
              </p14:nvContentPartPr>
              <p14:xfrm>
                <a:off x="10680771" y="4675439"/>
                <a:ext cx="173880" cy="106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800F1A-789A-F332-378E-85C030E464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72131" y="4666439"/>
                  <a:ext cx="191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9EFC643-7987-60C4-1375-65E0B60BE746}"/>
                    </a:ext>
                  </a:extLst>
                </p14:cNvPr>
                <p14:cNvContentPartPr/>
                <p14:nvPr/>
              </p14:nvContentPartPr>
              <p14:xfrm>
                <a:off x="10808571" y="4730519"/>
                <a:ext cx="15840" cy="146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9EFC643-7987-60C4-1375-65E0B60BE7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99931" y="4721879"/>
                  <a:ext cx="3348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188A6E4-6641-39AF-C3B0-0FAC3F3F1961}"/>
              </a:ext>
            </a:extLst>
          </p:cNvPr>
          <p:cNvGrpSpPr/>
          <p:nvPr/>
        </p:nvGrpSpPr>
        <p:grpSpPr>
          <a:xfrm>
            <a:off x="2688411" y="5419559"/>
            <a:ext cx="937440" cy="241560"/>
            <a:chOff x="2688411" y="5419559"/>
            <a:chExt cx="93744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0AE3909-CFB5-5425-8A60-9C913165D5D0}"/>
                    </a:ext>
                  </a:extLst>
                </p14:cNvPr>
                <p14:cNvContentPartPr/>
                <p14:nvPr/>
              </p14:nvContentPartPr>
              <p14:xfrm>
                <a:off x="2688411" y="5557799"/>
                <a:ext cx="153720" cy="64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0AE3909-CFB5-5425-8A60-9C913165D5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9411" y="5549159"/>
                  <a:ext cx="171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4ACCF02-B232-5FBD-C0C1-D0D8CABC1E7F}"/>
                    </a:ext>
                  </a:extLst>
                </p14:cNvPr>
                <p14:cNvContentPartPr/>
                <p14:nvPr/>
              </p14:nvContentPartPr>
              <p14:xfrm>
                <a:off x="2977851" y="5472479"/>
                <a:ext cx="153000" cy="112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4ACCF02-B232-5FBD-C0C1-D0D8CABC1E7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969211" y="5463479"/>
                  <a:ext cx="170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ADB949B-22A3-C15C-470F-3A935A16282D}"/>
                    </a:ext>
                  </a:extLst>
                </p14:cNvPr>
                <p14:cNvContentPartPr/>
                <p14:nvPr/>
              </p14:nvContentPartPr>
              <p14:xfrm>
                <a:off x="3013131" y="5595599"/>
                <a:ext cx="80640" cy="65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ADB949B-22A3-C15C-470F-3A935A1628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04131" y="5586959"/>
                  <a:ext cx="98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9A54695-F5F2-27E9-E39F-432386550946}"/>
                    </a:ext>
                  </a:extLst>
                </p14:cNvPr>
                <p14:cNvContentPartPr/>
                <p14:nvPr/>
              </p14:nvContentPartPr>
              <p14:xfrm>
                <a:off x="3208971" y="5546279"/>
                <a:ext cx="142200" cy="20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9A54695-F5F2-27E9-E39F-4323865509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99971" y="5537639"/>
                  <a:ext cx="159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301921A-55C0-53F7-6607-5E61D53A91DD}"/>
                    </a:ext>
                  </a:extLst>
                </p14:cNvPr>
                <p14:cNvContentPartPr/>
                <p14:nvPr/>
              </p14:nvContentPartPr>
              <p14:xfrm>
                <a:off x="3432891" y="5419559"/>
                <a:ext cx="192960" cy="13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301921A-55C0-53F7-6607-5E61D53A91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24251" y="5410919"/>
                  <a:ext cx="210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5C0364-844D-2D9D-9D67-E6F39F813343}"/>
                    </a:ext>
                  </a:extLst>
                </p14:cNvPr>
                <p14:cNvContentPartPr/>
                <p14:nvPr/>
              </p14:nvContentPartPr>
              <p14:xfrm>
                <a:off x="2999091" y="5589839"/>
                <a:ext cx="11160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5C0364-844D-2D9D-9D67-E6F39F81334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90451" y="5581199"/>
                  <a:ext cx="1292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07DE5A4-BC1F-AB5D-F4CB-FE766F3F3546}"/>
              </a:ext>
            </a:extLst>
          </p:cNvPr>
          <p:cNvGrpSpPr/>
          <p:nvPr/>
        </p:nvGrpSpPr>
        <p:grpSpPr>
          <a:xfrm>
            <a:off x="4626291" y="6010679"/>
            <a:ext cx="1022760" cy="217080"/>
            <a:chOff x="4626291" y="6010679"/>
            <a:chExt cx="102276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D19673F-BDB3-2134-9808-6513856F1E64}"/>
                    </a:ext>
                  </a:extLst>
                </p14:cNvPr>
                <p14:cNvContentPartPr/>
                <p14:nvPr/>
              </p14:nvContentPartPr>
              <p14:xfrm>
                <a:off x="4626291" y="6148919"/>
                <a:ext cx="151920" cy="26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D19673F-BDB3-2134-9808-6513856F1E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7651" y="6139919"/>
                  <a:ext cx="169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C23934F-97DD-418A-F659-AF1467319F4D}"/>
                    </a:ext>
                  </a:extLst>
                </p14:cNvPr>
                <p14:cNvContentPartPr/>
                <p14:nvPr/>
              </p14:nvContentPartPr>
              <p14:xfrm>
                <a:off x="4868931" y="6099599"/>
                <a:ext cx="168480" cy="108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C23934F-97DD-418A-F659-AF1467319F4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59931" y="6090599"/>
                  <a:ext cx="186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3C26423-0EDA-544C-EF4B-032C259CE2E6}"/>
                    </a:ext>
                  </a:extLst>
                </p14:cNvPr>
                <p14:cNvContentPartPr/>
                <p14:nvPr/>
              </p14:nvContentPartPr>
              <p14:xfrm>
                <a:off x="5262051" y="6077639"/>
                <a:ext cx="44280" cy="150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3C26423-0EDA-544C-EF4B-032C259CE2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53411" y="6068639"/>
                  <a:ext cx="6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916EBEA-C1E7-6887-76EA-DADE2DDF5651}"/>
                    </a:ext>
                  </a:extLst>
                </p14:cNvPr>
                <p14:cNvContentPartPr/>
                <p14:nvPr/>
              </p14:nvContentPartPr>
              <p14:xfrm>
                <a:off x="5212011" y="6143159"/>
                <a:ext cx="143280" cy="34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916EBEA-C1E7-6887-76EA-DADE2DDF565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03011" y="6134519"/>
                  <a:ext cx="160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65799C-DB90-AB56-FB79-E4855375D82E}"/>
                    </a:ext>
                  </a:extLst>
                </p14:cNvPr>
                <p14:cNvContentPartPr/>
                <p14:nvPr/>
              </p14:nvContentPartPr>
              <p14:xfrm>
                <a:off x="5458971" y="6010679"/>
                <a:ext cx="190080" cy="209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65799C-DB90-AB56-FB79-E4855375D8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49971" y="6001679"/>
                  <a:ext cx="2077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3B889E2-7506-CAFC-2718-AB6BC97F3E51}"/>
              </a:ext>
            </a:extLst>
          </p:cNvPr>
          <p:cNvGrpSpPr/>
          <p:nvPr/>
        </p:nvGrpSpPr>
        <p:grpSpPr>
          <a:xfrm>
            <a:off x="5910771" y="6026879"/>
            <a:ext cx="431280" cy="162000"/>
            <a:chOff x="5910771" y="6026879"/>
            <a:chExt cx="43128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73E1686-9F58-62D8-1E63-6D0E85D7AC75}"/>
                    </a:ext>
                  </a:extLst>
                </p14:cNvPr>
                <p14:cNvContentPartPr/>
                <p14:nvPr/>
              </p14:nvContentPartPr>
              <p14:xfrm>
                <a:off x="5910771" y="6027959"/>
                <a:ext cx="127080" cy="77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73E1686-9F58-62D8-1E63-6D0E85D7AC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02131" y="6019319"/>
                  <a:ext cx="144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ABEA219-027D-AC03-A5C3-BD367BB20563}"/>
                    </a:ext>
                  </a:extLst>
                </p14:cNvPr>
                <p14:cNvContentPartPr/>
                <p14:nvPr/>
              </p14:nvContentPartPr>
              <p14:xfrm>
                <a:off x="5958291" y="6148919"/>
                <a:ext cx="97920" cy="39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ABEA219-027D-AC03-A5C3-BD367BB2056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49291" y="6139919"/>
                  <a:ext cx="115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6C6E1BD-66D3-E007-F478-1B26FC435590}"/>
                    </a:ext>
                  </a:extLst>
                </p14:cNvPr>
                <p14:cNvContentPartPr/>
                <p14:nvPr/>
              </p14:nvContentPartPr>
              <p14:xfrm>
                <a:off x="6165651" y="6026879"/>
                <a:ext cx="176400" cy="127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6C6E1BD-66D3-E007-F478-1B26FC4355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57011" y="6017879"/>
                  <a:ext cx="1940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330FA1B-9088-FD07-6341-56D566F7EC1C}"/>
                  </a:ext>
                </a:extLst>
              </p14:cNvPr>
              <p14:cNvContentPartPr/>
              <p14:nvPr/>
            </p14:nvContentPartPr>
            <p14:xfrm>
              <a:off x="7095891" y="6072239"/>
              <a:ext cx="193680" cy="964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330FA1B-9088-FD07-6341-56D566F7EC1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087251" y="6063599"/>
                <a:ext cx="2113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A56C372-E89B-CC9E-0806-5DB93D99F168}"/>
              </a:ext>
            </a:extLst>
          </p:cNvPr>
          <p:cNvGrpSpPr/>
          <p:nvPr/>
        </p:nvGrpSpPr>
        <p:grpSpPr>
          <a:xfrm>
            <a:off x="7541211" y="6039839"/>
            <a:ext cx="188640" cy="166680"/>
            <a:chOff x="7541211" y="6039839"/>
            <a:chExt cx="18864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FE5EC9-5069-EAC7-200F-E11A3ABA941D}"/>
                    </a:ext>
                  </a:extLst>
                </p14:cNvPr>
                <p14:cNvContentPartPr/>
                <p14:nvPr/>
              </p14:nvContentPartPr>
              <p14:xfrm>
                <a:off x="7541211" y="6039839"/>
                <a:ext cx="161640" cy="82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FE5EC9-5069-EAC7-200F-E11A3ABA94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32571" y="6031199"/>
                  <a:ext cx="179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6C4C583-18A9-5AF3-05A5-B4D8A10676B4}"/>
                    </a:ext>
                  </a:extLst>
                </p14:cNvPr>
                <p14:cNvContentPartPr/>
                <p14:nvPr/>
              </p14:nvContentPartPr>
              <p14:xfrm>
                <a:off x="7555971" y="6148919"/>
                <a:ext cx="173880" cy="57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6C4C583-18A9-5AF3-05A5-B4D8A10676B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46971" y="6139919"/>
                  <a:ext cx="1915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304C8CC-884F-AE76-F90A-C44FF666385C}"/>
                  </a:ext>
                </a:extLst>
              </p14:cNvPr>
              <p14:cNvContentPartPr/>
              <p14:nvPr/>
            </p14:nvContentPartPr>
            <p14:xfrm>
              <a:off x="7917411" y="5961719"/>
              <a:ext cx="195120" cy="2073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304C8CC-884F-AE76-F90A-C44FF666385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908411" y="5953079"/>
                <a:ext cx="212760" cy="2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0B4C-DE65-E942-C9E6-7D729DB5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D655CC-7C7C-0447-E12C-C7EA2B4903B5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6735B0-6909-12D6-E7A0-61236437F6DF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E1A9F3-2F59-B38A-028F-6685B55EB14D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A8FECC-5B91-D31C-1C08-2967C0102506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D10041D-636D-B2BB-7626-F16E4B0CB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72A3A55-5B64-2802-4AEC-027B3AD760AD}"/>
              </a:ext>
            </a:extLst>
          </p:cNvPr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C4B7CB0-71A1-B099-C64A-22E9514AD419}"/>
              </a:ext>
            </a:extLst>
          </p:cNvPr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8E290C-80E1-5C3B-2FFC-4B71969DE181}"/>
              </a:ext>
            </a:extLst>
          </p:cNvPr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02E15C0-6B2C-C2EF-31ED-154D97010AED}"/>
              </a:ext>
            </a:extLst>
          </p:cNvPr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EA0E93-EDE3-9C14-A7CA-519EFFC9737E}"/>
              </a:ext>
            </a:extLst>
          </p:cNvPr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A1641C8-7579-2F38-DEF2-DB2EA3C83708}"/>
              </a:ext>
            </a:extLst>
          </p:cNvPr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12A565-06C3-C6D2-2003-90BDACC8AE51}"/>
              </a:ext>
            </a:extLst>
          </p:cNvPr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7524A76-9F6D-3A54-BC95-3905A1972AD1}"/>
              </a:ext>
            </a:extLst>
          </p:cNvPr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8AEA9C-BAAB-6C16-8E1C-CBECF72118B2}"/>
              </a:ext>
            </a:extLst>
          </p:cNvPr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3905BBB-7C80-4DFA-6E0B-C5997F23F264}"/>
              </a:ext>
            </a:extLst>
          </p:cNvPr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B7949AA-7AE4-FAF9-F1E0-BC62FD37AC5C}"/>
              </a:ext>
            </a:extLst>
          </p:cNvPr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0492BC1-CE70-AA12-CCE0-4498C29FC436}"/>
              </a:ext>
            </a:extLst>
          </p:cNvPr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591962A-59E5-A609-0E3F-A59DD248120B}"/>
              </a:ext>
            </a:extLst>
          </p:cNvPr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E250C04-4787-F689-5B96-1C928D5EF203}"/>
              </a:ext>
            </a:extLst>
          </p:cNvPr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79934DD-07F8-66E5-3DB2-C51A7F51B489}"/>
              </a:ext>
            </a:extLst>
          </p:cNvPr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8B3A65-8369-3D07-21BC-D0E405443699}"/>
              </a:ext>
            </a:extLst>
          </p:cNvPr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65FF4E5-BD96-052F-9975-C3D8BD698C47}"/>
              </a:ext>
            </a:extLst>
          </p:cNvPr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4CB41D-3618-EA08-F33E-3F4D761F481F}"/>
              </a:ext>
            </a:extLst>
          </p:cNvPr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D0AD34E-698A-7C14-A34F-2FACA21E1723}"/>
              </a:ext>
            </a:extLst>
          </p:cNvPr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A434F33-D9D4-B141-F65B-13661A668F84}"/>
              </a:ext>
            </a:extLst>
          </p:cNvPr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8845616-CF3A-D801-864C-75DCD823E83F}"/>
              </a:ext>
            </a:extLst>
          </p:cNvPr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DF45F39-3CB4-0A22-7FD2-A04FFF237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727A8A1C-18EB-C223-BEB9-4A8F58316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>
            <a:extLst>
              <a:ext uri="{FF2B5EF4-FFF2-40B4-BE49-F238E27FC236}">
                <a16:creationId xmlns:a16="http://schemas.microsoft.com/office/drawing/2014/main" id="{02DEF725-BA0E-C34D-D469-9FD6E726FE40}"/>
              </a:ext>
            </a:extLst>
          </p:cNvPr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9CFBCCB-1405-72D1-5804-4EB00AEDBFFE}"/>
              </a:ext>
            </a:extLst>
          </p:cNvPr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1AD983A0-6381-977A-9081-C12048C5EBDF}"/>
              </a:ext>
            </a:extLst>
          </p:cNvPr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9DC082B-7291-3483-7687-CA72538BEADD}"/>
              </a:ext>
            </a:extLst>
          </p:cNvPr>
          <p:cNvSpPr/>
          <p:nvPr/>
        </p:nvSpPr>
        <p:spPr>
          <a:xfrm>
            <a:off x="5943600" y="4251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E9A74B5-5680-0A81-7ECA-0B6ED4368890}"/>
              </a:ext>
            </a:extLst>
          </p:cNvPr>
          <p:cNvSpPr/>
          <p:nvPr/>
        </p:nvSpPr>
        <p:spPr>
          <a:xfrm>
            <a:off x="6108192" y="4361688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Answer</a:t>
            </a:r>
            <a:endParaRPr lang="en-US" sz="12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8DF2AAB-8B54-250B-E0DE-732530A02694}"/>
              </a:ext>
            </a:extLst>
          </p:cNvPr>
          <p:cNvSpPr/>
          <p:nvPr/>
        </p:nvSpPr>
        <p:spPr>
          <a:xfrm>
            <a:off x="6108192" y="4636008"/>
            <a:ext cx="4334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n = −2. A “+2” inside the brackets shifts the sequence left by 2.</a:t>
            </a:r>
            <a:endParaRPr lang="en-US" sz="13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DCCD5646-FE3A-840B-3CDD-DC9C6D01A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870431-B1E6-CE92-240C-B820065D44D7}"/>
              </a:ext>
            </a:extLst>
          </p:cNvPr>
          <p:cNvGrpSpPr/>
          <p:nvPr/>
        </p:nvGrpSpPr>
        <p:grpSpPr>
          <a:xfrm>
            <a:off x="4530891" y="5832479"/>
            <a:ext cx="708120" cy="307800"/>
            <a:chOff x="4530891" y="5832479"/>
            <a:chExt cx="7081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FD6758-6199-A07F-C89D-96659BCC0820}"/>
                    </a:ext>
                  </a:extLst>
                </p14:cNvPr>
                <p14:cNvContentPartPr/>
                <p14:nvPr/>
              </p14:nvContentPartPr>
              <p14:xfrm>
                <a:off x="4530891" y="5937599"/>
                <a:ext cx="201240" cy="126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FD6758-6199-A07F-C89D-96659BCC08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2251" y="5928959"/>
                  <a:ext cx="218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5C8490-7440-DCDC-5C6D-F6F93BA3A022}"/>
                    </a:ext>
                  </a:extLst>
                </p14:cNvPr>
                <p14:cNvContentPartPr/>
                <p14:nvPr/>
              </p14:nvContentPartPr>
              <p14:xfrm>
                <a:off x="4775691" y="5832479"/>
                <a:ext cx="143640" cy="257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5C8490-7440-DCDC-5C6D-F6F93BA3A02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6691" y="5823479"/>
                  <a:ext cx="161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3B82CD-D9A2-DEBD-A6E8-1E262059CA2B}"/>
                    </a:ext>
                  </a:extLst>
                </p14:cNvPr>
                <p14:cNvContentPartPr/>
                <p14:nvPr/>
              </p14:nvContentPartPr>
              <p14:xfrm>
                <a:off x="4932291" y="5985479"/>
                <a:ext cx="165240" cy="7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3B82CD-D9A2-DEBD-A6E8-1E262059CA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3291" y="5976479"/>
                  <a:ext cx="182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F7D114-18A7-D83B-E582-2D7C220E79F9}"/>
                    </a:ext>
                  </a:extLst>
                </p14:cNvPr>
                <p14:cNvContentPartPr/>
                <p14:nvPr/>
              </p14:nvContentPartPr>
              <p14:xfrm>
                <a:off x="5097531" y="5856599"/>
                <a:ext cx="141480" cy="283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F7D114-18A7-D83B-E582-2D7C220E79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8531" y="5847599"/>
                  <a:ext cx="15912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2BF9B5-B92D-9085-E6C2-E24212A9D33F}"/>
              </a:ext>
            </a:extLst>
          </p:cNvPr>
          <p:cNvGrpSpPr/>
          <p:nvPr/>
        </p:nvGrpSpPr>
        <p:grpSpPr>
          <a:xfrm>
            <a:off x="5465091" y="5951639"/>
            <a:ext cx="136440" cy="69120"/>
            <a:chOff x="5465091" y="5951639"/>
            <a:chExt cx="13644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E08FC6-47BF-5A2D-977A-8B94C1EF37A3}"/>
                    </a:ext>
                  </a:extLst>
                </p14:cNvPr>
                <p14:cNvContentPartPr/>
                <p14:nvPr/>
              </p14:nvContentPartPr>
              <p14:xfrm>
                <a:off x="5465091" y="6017159"/>
                <a:ext cx="98280" cy="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E08FC6-47BF-5A2D-977A-8B94C1EF37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6091" y="6008159"/>
                  <a:ext cx="115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C0A435-F238-628B-F526-72F741E1326E}"/>
                    </a:ext>
                  </a:extLst>
                </p14:cNvPr>
                <p14:cNvContentPartPr/>
                <p14:nvPr/>
              </p14:nvContentPartPr>
              <p14:xfrm>
                <a:off x="5475891" y="5951639"/>
                <a:ext cx="125640" cy="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C0A435-F238-628B-F526-72F741E132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66891" y="5942639"/>
                  <a:ext cx="143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060BC80-05C1-0686-9942-510D40B0507D}"/>
              </a:ext>
            </a:extLst>
          </p:cNvPr>
          <p:cNvGrpSpPr/>
          <p:nvPr/>
        </p:nvGrpSpPr>
        <p:grpSpPr>
          <a:xfrm>
            <a:off x="5847051" y="5702159"/>
            <a:ext cx="4385880" cy="387360"/>
            <a:chOff x="5847051" y="5702159"/>
            <a:chExt cx="43858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0EACC4-20DD-3427-3A53-761DC47A9501}"/>
                    </a:ext>
                  </a:extLst>
                </p14:cNvPr>
                <p14:cNvContentPartPr/>
                <p14:nvPr/>
              </p14:nvContentPartPr>
              <p14:xfrm>
                <a:off x="5847051" y="5814119"/>
                <a:ext cx="121680" cy="252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90EACC4-20DD-3427-3A53-761DC47A95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8411" y="5805479"/>
                  <a:ext cx="139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52DD51-F509-4BCB-B976-EAA4DBD8C2BE}"/>
                    </a:ext>
                  </a:extLst>
                </p14:cNvPr>
                <p14:cNvContentPartPr/>
                <p14:nvPr/>
              </p14:nvContentPartPr>
              <p14:xfrm>
                <a:off x="6038571" y="5784959"/>
                <a:ext cx="157320" cy="28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52DD51-F509-4BCB-B976-EAA4DBD8C2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29571" y="5776319"/>
                  <a:ext cx="174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5ACAAC-653E-A483-F3B1-07FF5B248244}"/>
                    </a:ext>
                  </a:extLst>
                </p14:cNvPr>
                <p14:cNvContentPartPr/>
                <p14:nvPr/>
              </p14:nvContentPartPr>
              <p14:xfrm>
                <a:off x="6194811" y="5983319"/>
                <a:ext cx="169560" cy="8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5ACAAC-653E-A483-F3B1-07FF5B2482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6171" y="5974319"/>
                  <a:ext cx="187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0E4AD8-7C52-1412-81DA-A5E532A97802}"/>
                    </a:ext>
                  </a:extLst>
                </p14:cNvPr>
                <p14:cNvContentPartPr/>
                <p14:nvPr/>
              </p14:nvContentPartPr>
              <p14:xfrm>
                <a:off x="6334851" y="5853719"/>
                <a:ext cx="150840" cy="235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0E4AD8-7C52-1412-81DA-A5E532A978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26211" y="5844719"/>
                  <a:ext cx="168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D8A83B-24E3-72A6-BD8D-0687D4C9E678}"/>
                    </a:ext>
                  </a:extLst>
                </p14:cNvPr>
                <p14:cNvContentPartPr/>
                <p14:nvPr/>
              </p14:nvContentPartPr>
              <p14:xfrm>
                <a:off x="6668931" y="5913479"/>
                <a:ext cx="48960" cy="11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D8A83B-24E3-72A6-BD8D-0687D4C9E6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59931" y="5904479"/>
                  <a:ext cx="66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6E13B9-EF9E-25D7-E2FE-2A473E33D21D}"/>
                    </a:ext>
                  </a:extLst>
                </p14:cNvPr>
                <p14:cNvContentPartPr/>
                <p14:nvPr/>
              </p14:nvContentPartPr>
              <p14:xfrm>
                <a:off x="6630411" y="5962079"/>
                <a:ext cx="126360" cy="1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06E13B9-EF9E-25D7-E2FE-2A473E33D2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21771" y="5953439"/>
                  <a:ext cx="144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FE8AF64-F4FC-E800-2F4C-7B7D7B602F99}"/>
                    </a:ext>
                  </a:extLst>
                </p14:cNvPr>
                <p14:cNvContentPartPr/>
                <p14:nvPr/>
              </p14:nvContentPartPr>
              <p14:xfrm>
                <a:off x="6880611" y="5804039"/>
                <a:ext cx="112320" cy="231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FE8AF64-F4FC-E800-2F4C-7B7D7B602F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71971" y="5795039"/>
                  <a:ext cx="129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CF2DFC-37EB-FD85-74D0-33923EA3B9AE}"/>
                    </a:ext>
                  </a:extLst>
                </p14:cNvPr>
                <p14:cNvContentPartPr/>
                <p14:nvPr/>
              </p14:nvContentPartPr>
              <p14:xfrm>
                <a:off x="7028931" y="5745359"/>
                <a:ext cx="172080" cy="295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CF2DFC-37EB-FD85-74D0-33923EA3B9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291" y="5736719"/>
                  <a:ext cx="189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A96BB4-BBD7-ECE1-37A6-83770C1E1D66}"/>
                    </a:ext>
                  </a:extLst>
                </p14:cNvPr>
                <p14:cNvContentPartPr/>
                <p14:nvPr/>
              </p14:nvContentPartPr>
              <p14:xfrm>
                <a:off x="7185531" y="5929679"/>
                <a:ext cx="15372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A96BB4-BBD7-ECE1-37A6-83770C1E1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76531" y="5921039"/>
                  <a:ext cx="171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FFB79B-FCBC-DA17-4F35-AE8D6131A4B6}"/>
                    </a:ext>
                  </a:extLst>
                </p14:cNvPr>
                <p14:cNvContentPartPr/>
                <p14:nvPr/>
              </p14:nvContentPartPr>
              <p14:xfrm>
                <a:off x="7459131" y="5946959"/>
                <a:ext cx="53280" cy="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FFB79B-FCBC-DA17-4F35-AE8D6131A4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50491" y="5938319"/>
                  <a:ext cx="70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85B7EE-6B78-D808-0C38-001A04784B0A}"/>
                    </a:ext>
                  </a:extLst>
                </p14:cNvPr>
                <p14:cNvContentPartPr/>
                <p14:nvPr/>
              </p14:nvContentPartPr>
              <p14:xfrm>
                <a:off x="7621491" y="5864159"/>
                <a:ext cx="41400" cy="132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85B7EE-6B78-D808-0C38-001A04784B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12851" y="5855159"/>
                  <a:ext cx="59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9A60FB-9ACB-E72B-DC22-65B5CEE15CDF}"/>
                    </a:ext>
                  </a:extLst>
                </p14:cNvPr>
                <p14:cNvContentPartPr/>
                <p14:nvPr/>
              </p14:nvContentPartPr>
              <p14:xfrm>
                <a:off x="7725531" y="5729159"/>
                <a:ext cx="154080" cy="316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9A60FB-9ACB-E72B-DC22-65B5CEE15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16891" y="5720159"/>
                  <a:ext cx="171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19104D-F9E5-9B0D-A423-5B0B63E999F8}"/>
                    </a:ext>
                  </a:extLst>
                </p14:cNvPr>
                <p14:cNvContentPartPr/>
                <p14:nvPr/>
              </p14:nvContentPartPr>
              <p14:xfrm>
                <a:off x="8086971" y="5847599"/>
                <a:ext cx="23040" cy="87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19104D-F9E5-9B0D-A423-5B0B63E999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78331" y="5838959"/>
                  <a:ext cx="40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AADF988-C405-95AB-C6BD-517DBBC38221}"/>
                    </a:ext>
                  </a:extLst>
                </p14:cNvPr>
                <p14:cNvContentPartPr/>
                <p14:nvPr/>
              </p14:nvContentPartPr>
              <p14:xfrm>
                <a:off x="8036931" y="5890799"/>
                <a:ext cx="110880" cy="17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AADF988-C405-95AB-C6BD-517DBBC382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27931" y="5881799"/>
                  <a:ext cx="128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5A28EC-60A0-E60A-540B-EE73EF0A02A1}"/>
                    </a:ext>
                  </a:extLst>
                </p14:cNvPr>
                <p14:cNvContentPartPr/>
                <p14:nvPr/>
              </p14:nvContentPartPr>
              <p14:xfrm>
                <a:off x="8287491" y="5730959"/>
                <a:ext cx="122400" cy="222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5A28EC-60A0-E60A-540B-EE73EF0A02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8851" y="5722319"/>
                  <a:ext cx="140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EDFE05-86A9-46AE-818A-4427E6347D7F}"/>
                    </a:ext>
                  </a:extLst>
                </p14:cNvPr>
                <p14:cNvContentPartPr/>
                <p14:nvPr/>
              </p14:nvContentPartPr>
              <p14:xfrm>
                <a:off x="8453451" y="5702159"/>
                <a:ext cx="175680" cy="30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EDFE05-86A9-46AE-818A-4427E6347D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4451" y="5693519"/>
                  <a:ext cx="193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CF80EE-03BB-3516-4097-04D9D5535A47}"/>
                    </a:ext>
                  </a:extLst>
                </p14:cNvPr>
                <p14:cNvContentPartPr/>
                <p14:nvPr/>
              </p14:nvContentPartPr>
              <p14:xfrm>
                <a:off x="8645691" y="5896919"/>
                <a:ext cx="178200" cy="87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CF80EE-03BB-3516-4097-04D9D5535A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36691" y="5887919"/>
                  <a:ext cx="195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CC9782-D3D4-A97F-390C-B7D2B6EBF7D6}"/>
                    </a:ext>
                  </a:extLst>
                </p14:cNvPr>
                <p14:cNvContentPartPr/>
                <p14:nvPr/>
              </p14:nvContentPartPr>
              <p14:xfrm>
                <a:off x="8887251" y="5916719"/>
                <a:ext cx="97920" cy="29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CC9782-D3D4-A97F-390C-B7D2B6EBF7D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78611" y="5908079"/>
                  <a:ext cx="115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B62CDE-FDE9-E2EE-5579-AB244A4DFB7A}"/>
                    </a:ext>
                  </a:extLst>
                </p14:cNvPr>
                <p14:cNvContentPartPr/>
                <p14:nvPr/>
              </p14:nvContentPartPr>
              <p14:xfrm>
                <a:off x="9039891" y="5833199"/>
                <a:ext cx="191880" cy="140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B62CDE-FDE9-E2EE-5579-AB244A4DFB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30891" y="5824559"/>
                  <a:ext cx="209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940786-9A39-B480-5E4F-582AB26E9D44}"/>
                    </a:ext>
                  </a:extLst>
                </p14:cNvPr>
                <p14:cNvContentPartPr/>
                <p14:nvPr/>
              </p14:nvContentPartPr>
              <p14:xfrm>
                <a:off x="9198651" y="5760119"/>
                <a:ext cx="130680" cy="28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940786-9A39-B480-5E4F-582AB26E9D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89651" y="5751119"/>
                  <a:ext cx="148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6CFC13-580F-5A9D-0794-4671A5A1B87F}"/>
                    </a:ext>
                  </a:extLst>
                </p14:cNvPr>
                <p14:cNvContentPartPr/>
                <p14:nvPr/>
              </p14:nvContentPartPr>
              <p14:xfrm>
                <a:off x="9466851" y="5852999"/>
                <a:ext cx="29880" cy="121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6CFC13-580F-5A9D-0794-4671A5A1B8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58211" y="5844359"/>
                  <a:ext cx="47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A3353-239C-9E52-3231-6F71F1F400C5}"/>
                    </a:ext>
                  </a:extLst>
                </p14:cNvPr>
                <p14:cNvContentPartPr/>
                <p14:nvPr/>
              </p14:nvContentPartPr>
              <p14:xfrm>
                <a:off x="9427251" y="5935079"/>
                <a:ext cx="133200" cy="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A3353-239C-9E52-3231-6F71F1F400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18251" y="5926079"/>
                  <a:ext cx="150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DC595B-C7C7-D78D-6BA0-C01F4590AC79}"/>
                    </a:ext>
                  </a:extLst>
                </p14:cNvPr>
                <p14:cNvContentPartPr/>
                <p14:nvPr/>
              </p14:nvContentPartPr>
              <p14:xfrm>
                <a:off x="9658371" y="5968199"/>
                <a:ext cx="574560" cy="44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DC595B-C7C7-D78D-6BA0-C01F4590AC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9731" y="5959199"/>
                  <a:ext cx="59220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91B828E-44D7-89A2-7B8C-33B8F0AC0FD9}"/>
                  </a:ext>
                </a:extLst>
              </p14:cNvPr>
              <p14:cNvContentPartPr/>
              <p14:nvPr/>
            </p14:nvContentPartPr>
            <p14:xfrm>
              <a:off x="5715651" y="1921799"/>
              <a:ext cx="50040" cy="1166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91B828E-44D7-89A2-7B8C-33B8F0AC0F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06651" y="1912799"/>
                <a:ext cx="67680" cy="11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AB7FEEF-B5A0-06D0-6DD3-0B6CA5AE170F}"/>
                  </a:ext>
                </a:extLst>
              </p14:cNvPr>
              <p14:cNvContentPartPr/>
              <p14:nvPr/>
            </p14:nvContentPartPr>
            <p14:xfrm>
              <a:off x="6153771" y="1847279"/>
              <a:ext cx="39240" cy="1215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AB7FEEF-B5A0-06D0-6DD3-0B6CA5AE17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44771" y="1838639"/>
                <a:ext cx="56880" cy="12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CAEF28E-4E0A-6D92-C692-91F21C6FD3C3}"/>
                  </a:ext>
                </a:extLst>
              </p14:cNvPr>
              <p14:cNvContentPartPr/>
              <p14:nvPr/>
            </p14:nvContentPartPr>
            <p14:xfrm>
              <a:off x="6537531" y="1828559"/>
              <a:ext cx="55080" cy="12729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CAEF28E-4E0A-6D92-C692-91F21C6FD3C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28531" y="1819919"/>
                <a:ext cx="72720" cy="12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31213F1-CF9E-FAEB-0065-A4D7FE673A02}"/>
                  </a:ext>
                </a:extLst>
              </p14:cNvPr>
              <p14:cNvContentPartPr/>
              <p14:nvPr/>
            </p14:nvContentPartPr>
            <p14:xfrm>
              <a:off x="6909771" y="1838279"/>
              <a:ext cx="56160" cy="11869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31213F1-CF9E-FAEB-0065-A4D7FE673A0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00771" y="1829639"/>
                <a:ext cx="73800" cy="12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C90E466-A50D-6C69-F15D-C113EC1C9565}"/>
                  </a:ext>
                </a:extLst>
              </p14:cNvPr>
              <p14:cNvContentPartPr/>
              <p14:nvPr/>
            </p14:nvContentPartPr>
            <p14:xfrm>
              <a:off x="7270131" y="3088559"/>
              <a:ext cx="132480" cy="99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C90E466-A50D-6C69-F15D-C113EC1C956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61491" y="3079919"/>
                <a:ext cx="15012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0B7F1ACC-4262-74A8-F79D-6FA303F1962E}"/>
              </a:ext>
            </a:extLst>
          </p:cNvPr>
          <p:cNvGrpSpPr/>
          <p:nvPr/>
        </p:nvGrpSpPr>
        <p:grpSpPr>
          <a:xfrm>
            <a:off x="5448531" y="6340439"/>
            <a:ext cx="732960" cy="302400"/>
            <a:chOff x="5448531" y="6340439"/>
            <a:chExt cx="73296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B7F39A-C658-539A-D561-C80887DEE4BD}"/>
                    </a:ext>
                  </a:extLst>
                </p14:cNvPr>
                <p14:cNvContentPartPr/>
                <p14:nvPr/>
              </p14:nvContentPartPr>
              <p14:xfrm>
                <a:off x="5448531" y="6536639"/>
                <a:ext cx="112320" cy="17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CB7F39A-C658-539A-D561-C80887DEE4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39531" y="6527999"/>
                  <a:ext cx="12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3A70EA-850D-1BA8-CF69-857D22808015}"/>
                    </a:ext>
                  </a:extLst>
                </p14:cNvPr>
                <p14:cNvContentPartPr/>
                <p14:nvPr/>
              </p14:nvContentPartPr>
              <p14:xfrm>
                <a:off x="5448891" y="6480479"/>
                <a:ext cx="136080" cy="8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3A70EA-850D-1BA8-CF69-857D2280801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39891" y="6471479"/>
                  <a:ext cx="153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333F91-41EB-0420-B940-98AE9354B1B3}"/>
                    </a:ext>
                  </a:extLst>
                </p14:cNvPr>
                <p14:cNvContentPartPr/>
                <p14:nvPr/>
              </p14:nvContentPartPr>
              <p14:xfrm>
                <a:off x="5714931" y="6340439"/>
                <a:ext cx="466560" cy="302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333F91-41EB-0420-B940-98AE9354B1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05931" y="6331439"/>
                  <a:ext cx="48420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050681A-B4D6-8B75-DEE3-D123F12D43ED}"/>
              </a:ext>
            </a:extLst>
          </p:cNvPr>
          <p:cNvGrpSpPr/>
          <p:nvPr/>
        </p:nvGrpSpPr>
        <p:grpSpPr>
          <a:xfrm>
            <a:off x="5775771" y="6678119"/>
            <a:ext cx="450360" cy="138240"/>
            <a:chOff x="5775771" y="6678119"/>
            <a:chExt cx="4503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3F1121-B453-D176-5724-5E317DD6F03B}"/>
                    </a:ext>
                  </a:extLst>
                </p14:cNvPr>
                <p14:cNvContentPartPr/>
                <p14:nvPr/>
              </p14:nvContentPartPr>
              <p14:xfrm>
                <a:off x="5775771" y="6678119"/>
                <a:ext cx="59040" cy="138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3F1121-B453-D176-5724-5E317DD6F0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67131" y="6669119"/>
                  <a:ext cx="76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93661B6-4333-79C4-F3FA-D27659F67A2E}"/>
                    </a:ext>
                  </a:extLst>
                </p14:cNvPr>
                <p14:cNvContentPartPr/>
                <p14:nvPr/>
              </p14:nvContentPartPr>
              <p14:xfrm>
                <a:off x="5822211" y="6761999"/>
                <a:ext cx="131040" cy="43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93661B6-4333-79C4-F3FA-D27659F67A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13571" y="6753359"/>
                  <a:ext cx="14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14C433-9C18-14F9-08EB-255D0205485F}"/>
                    </a:ext>
                  </a:extLst>
                </p14:cNvPr>
                <p14:cNvContentPartPr/>
                <p14:nvPr/>
              </p14:nvContentPartPr>
              <p14:xfrm>
                <a:off x="5994651" y="6774599"/>
                <a:ext cx="105120" cy="25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14C433-9C18-14F9-08EB-255D020548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6011" y="6765959"/>
                  <a:ext cx="122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8423AF-5773-077B-4B48-C1FA6E75ED9A}"/>
                    </a:ext>
                  </a:extLst>
                </p14:cNvPr>
                <p14:cNvContentPartPr/>
                <p14:nvPr/>
              </p14:nvContentPartPr>
              <p14:xfrm>
                <a:off x="5984931" y="6717719"/>
                <a:ext cx="109440" cy="11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8423AF-5773-077B-4B48-C1FA6E75ED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76291" y="6709079"/>
                  <a:ext cx="127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5B361AA-8531-A27E-BF69-8ECAE6ECBECF}"/>
                    </a:ext>
                  </a:extLst>
                </p14:cNvPr>
                <p14:cNvContentPartPr/>
                <p14:nvPr/>
              </p14:nvContentPartPr>
              <p14:xfrm>
                <a:off x="6127851" y="6707279"/>
                <a:ext cx="98280" cy="83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5B361AA-8531-A27E-BF69-8ECAE6ECBE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18851" y="6698279"/>
                  <a:ext cx="11592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8F7ED45-6AC2-7690-9633-40F32A8F25AF}"/>
                  </a:ext>
                </a:extLst>
              </p14:cNvPr>
              <p14:cNvContentPartPr/>
              <p14:nvPr/>
            </p14:nvContentPartPr>
            <p14:xfrm>
              <a:off x="5792691" y="6209039"/>
              <a:ext cx="205560" cy="838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8F7ED45-6AC2-7690-9633-40F32A8F25A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83691" y="6200399"/>
                <a:ext cx="22320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C09EFFAE-80B8-B0F8-CEF0-169262B4308E}"/>
              </a:ext>
            </a:extLst>
          </p:cNvPr>
          <p:cNvGrpSpPr/>
          <p:nvPr/>
        </p:nvGrpSpPr>
        <p:grpSpPr>
          <a:xfrm>
            <a:off x="6362571" y="6295799"/>
            <a:ext cx="1143000" cy="304200"/>
            <a:chOff x="6362571" y="6295799"/>
            <a:chExt cx="1143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D8A504-5B98-5030-8B24-45F32380C363}"/>
                    </a:ext>
                  </a:extLst>
                </p14:cNvPr>
                <p14:cNvContentPartPr/>
                <p14:nvPr/>
              </p14:nvContentPartPr>
              <p14:xfrm>
                <a:off x="6362571" y="6333599"/>
                <a:ext cx="137160" cy="226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8A504-5B98-5030-8B24-45F32380C3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53571" y="6324959"/>
                  <a:ext cx="154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44CA5F3-8D51-7C23-4254-9EAA840A97BD}"/>
                    </a:ext>
                  </a:extLst>
                </p14:cNvPr>
                <p14:cNvContentPartPr/>
                <p14:nvPr/>
              </p14:nvContentPartPr>
              <p14:xfrm>
                <a:off x="6531771" y="6307679"/>
                <a:ext cx="145080" cy="292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44CA5F3-8D51-7C23-4254-9EAA840A97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22771" y="6298679"/>
                  <a:ext cx="1627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5CEE66-E9C0-15AF-AA87-FE4460FD9E2E}"/>
                    </a:ext>
                  </a:extLst>
                </p14:cNvPr>
                <p14:cNvContentPartPr/>
                <p14:nvPr/>
              </p14:nvContentPartPr>
              <p14:xfrm>
                <a:off x="6701691" y="6466439"/>
                <a:ext cx="157680" cy="73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5CEE66-E9C0-15AF-AA87-FE4460FD9E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93051" y="6457439"/>
                  <a:ext cx="175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889B40-8880-6812-43F3-112FDD7E8850}"/>
                    </a:ext>
                  </a:extLst>
                </p14:cNvPr>
                <p14:cNvContentPartPr/>
                <p14:nvPr/>
              </p14:nvContentPartPr>
              <p14:xfrm>
                <a:off x="6983571" y="6499199"/>
                <a:ext cx="112680" cy="17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889B40-8880-6812-43F3-112FDD7E88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74931" y="6490199"/>
                  <a:ext cx="130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B59019A-619B-D03B-A6BC-DD9989EC6538}"/>
                    </a:ext>
                  </a:extLst>
                </p14:cNvPr>
                <p14:cNvContentPartPr/>
                <p14:nvPr/>
              </p14:nvContentPartPr>
              <p14:xfrm>
                <a:off x="7167891" y="6325679"/>
                <a:ext cx="65160" cy="217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B59019A-619B-D03B-A6BC-DD9989EC653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59251" y="6317039"/>
                  <a:ext cx="82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DFE7154-BF55-C9E5-CDDC-399A95F25D16}"/>
                    </a:ext>
                  </a:extLst>
                </p14:cNvPr>
                <p14:cNvContentPartPr/>
                <p14:nvPr/>
              </p14:nvContentPartPr>
              <p14:xfrm>
                <a:off x="7230891" y="6433319"/>
                <a:ext cx="145080" cy="82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DFE7154-BF55-C9E5-CDDC-399A95F25D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1891" y="6424679"/>
                  <a:ext cx="162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4D613C-C8E5-2404-05BE-125BF99B9648}"/>
                    </a:ext>
                  </a:extLst>
                </p14:cNvPr>
                <p14:cNvContentPartPr/>
                <p14:nvPr/>
              </p14:nvContentPartPr>
              <p14:xfrm>
                <a:off x="7352211" y="6295799"/>
                <a:ext cx="153360" cy="286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4D613C-C8E5-2404-05BE-125BF99B96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43571" y="6286799"/>
                  <a:ext cx="17100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BC8D2EE-4050-FA63-2F3D-FF209B002EC6}"/>
              </a:ext>
            </a:extLst>
          </p:cNvPr>
          <p:cNvGrpSpPr/>
          <p:nvPr/>
        </p:nvGrpSpPr>
        <p:grpSpPr>
          <a:xfrm>
            <a:off x="8821371" y="3589679"/>
            <a:ext cx="104040" cy="62640"/>
            <a:chOff x="8821371" y="3589679"/>
            <a:chExt cx="104040" cy="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0576B7-797E-9338-5EC8-E2128F119A2F}"/>
                    </a:ext>
                  </a:extLst>
                </p14:cNvPr>
                <p14:cNvContentPartPr/>
                <p14:nvPr/>
              </p14:nvContentPartPr>
              <p14:xfrm>
                <a:off x="8821371" y="3651959"/>
                <a:ext cx="9828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0576B7-797E-9338-5EC8-E2128F119A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12731" y="3642959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E2EB63-4AF6-9158-5F03-6C82631F9E12}"/>
                    </a:ext>
                  </a:extLst>
                </p14:cNvPr>
                <p14:cNvContentPartPr/>
                <p14:nvPr/>
              </p14:nvContentPartPr>
              <p14:xfrm>
                <a:off x="8827131" y="3589679"/>
                <a:ext cx="98280" cy="2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E2EB63-4AF6-9158-5F03-6C82631F9E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8131" y="3580679"/>
                  <a:ext cx="1159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21ACEC7-3EE7-A87F-3D0B-764265CF59F2}"/>
              </a:ext>
            </a:extLst>
          </p:cNvPr>
          <p:cNvGrpSpPr/>
          <p:nvPr/>
        </p:nvGrpSpPr>
        <p:grpSpPr>
          <a:xfrm>
            <a:off x="9164451" y="3323999"/>
            <a:ext cx="502200" cy="666720"/>
            <a:chOff x="9164451" y="3323999"/>
            <a:chExt cx="50220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A50A5C-E716-21E1-5F49-7BCC13ECB0B0}"/>
                    </a:ext>
                  </a:extLst>
                </p14:cNvPr>
                <p14:cNvContentPartPr/>
                <p14:nvPr/>
              </p14:nvContentPartPr>
              <p14:xfrm>
                <a:off x="9164451" y="3454679"/>
                <a:ext cx="498240" cy="280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A50A5C-E716-21E1-5F49-7BCC13ECB0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55811" y="3445679"/>
                  <a:ext cx="5158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9B8683-26C4-BD1D-7937-5FBD26BD3469}"/>
                    </a:ext>
                  </a:extLst>
                </p14:cNvPr>
                <p14:cNvContentPartPr/>
                <p14:nvPr/>
              </p14:nvContentPartPr>
              <p14:xfrm>
                <a:off x="9609411" y="3701279"/>
                <a:ext cx="15120" cy="34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9B8683-26C4-BD1D-7937-5FBD26BD34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00411" y="3692279"/>
                  <a:ext cx="32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5836C54-11C5-9070-78CD-78BA03C3AB83}"/>
                    </a:ext>
                  </a:extLst>
                </p14:cNvPr>
                <p14:cNvContentPartPr/>
                <p14:nvPr/>
              </p14:nvContentPartPr>
              <p14:xfrm>
                <a:off x="9609411" y="3449279"/>
                <a:ext cx="44640" cy="70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5836C54-11C5-9070-78CD-78BA03C3AB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00411" y="3440639"/>
                  <a:ext cx="62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50DC4B9-C1A9-0258-A4EF-67365534C8AE}"/>
                    </a:ext>
                  </a:extLst>
                </p14:cNvPr>
                <p14:cNvContentPartPr/>
                <p14:nvPr/>
              </p14:nvContentPartPr>
              <p14:xfrm>
                <a:off x="9171291" y="3793439"/>
                <a:ext cx="54720" cy="197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50DC4B9-C1A9-0258-A4EF-67365534C8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2651" y="3784439"/>
                  <a:ext cx="72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133879-EE94-5288-C8C8-C944C99BACE4}"/>
                    </a:ext>
                  </a:extLst>
                </p14:cNvPr>
                <p14:cNvContentPartPr/>
                <p14:nvPr/>
              </p14:nvContentPartPr>
              <p14:xfrm>
                <a:off x="9217371" y="3925559"/>
                <a:ext cx="105120" cy="60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133879-EE94-5288-C8C8-C944C99BACE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08731" y="3916919"/>
                  <a:ext cx="122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429A1A6-1BDF-23C2-11C7-28F1AD98BF0F}"/>
                    </a:ext>
                  </a:extLst>
                </p14:cNvPr>
                <p14:cNvContentPartPr/>
                <p14:nvPr/>
              </p14:nvContentPartPr>
              <p14:xfrm>
                <a:off x="9384771" y="3957599"/>
                <a:ext cx="82440" cy="12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429A1A6-1BDF-23C2-11C7-28F1AD98BF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76131" y="3948599"/>
                  <a:ext cx="100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F0E6FC-395D-17AA-CBA5-7E7D54335567}"/>
                    </a:ext>
                  </a:extLst>
                </p14:cNvPr>
                <p14:cNvContentPartPr/>
                <p14:nvPr/>
              </p14:nvContentPartPr>
              <p14:xfrm>
                <a:off x="9330051" y="3914759"/>
                <a:ext cx="1371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F0E6FC-395D-17AA-CBA5-7E7D5433556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21411" y="3906119"/>
                  <a:ext cx="154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9B0B7E-102B-F77C-C130-09F1DBE0C234}"/>
                    </a:ext>
                  </a:extLst>
                </p14:cNvPr>
                <p14:cNvContentPartPr/>
                <p14:nvPr/>
              </p14:nvContentPartPr>
              <p14:xfrm>
                <a:off x="9582051" y="3902519"/>
                <a:ext cx="84600" cy="78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9B0B7E-102B-F77C-C130-09F1DBE0C2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73411" y="3893879"/>
                  <a:ext cx="102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C6EEB2-30CA-1616-8BFC-F1B39B211820}"/>
                    </a:ext>
                  </a:extLst>
                </p14:cNvPr>
                <p14:cNvContentPartPr/>
                <p14:nvPr/>
              </p14:nvContentPartPr>
              <p14:xfrm>
                <a:off x="9279651" y="3323999"/>
                <a:ext cx="265320" cy="93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C6EEB2-30CA-1616-8BFC-F1B39B2118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71011" y="3314999"/>
                  <a:ext cx="2829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9A9A108-854D-A675-F908-A79E987880A8}"/>
              </a:ext>
            </a:extLst>
          </p:cNvPr>
          <p:cNvGrpSpPr/>
          <p:nvPr/>
        </p:nvGrpSpPr>
        <p:grpSpPr>
          <a:xfrm>
            <a:off x="9926571" y="3422639"/>
            <a:ext cx="1058040" cy="293040"/>
            <a:chOff x="9926571" y="3422639"/>
            <a:chExt cx="10580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DA1A8B-85AB-6454-74BB-70C8D63824CC}"/>
                    </a:ext>
                  </a:extLst>
                </p14:cNvPr>
                <p14:cNvContentPartPr/>
                <p14:nvPr/>
              </p14:nvContentPartPr>
              <p14:xfrm>
                <a:off x="9926571" y="3464399"/>
                <a:ext cx="126720" cy="221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DA1A8B-85AB-6454-74BB-70C8D63824C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17571" y="3455759"/>
                  <a:ext cx="144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CAF0263-781F-1C89-F83C-E73784E68189}"/>
                    </a:ext>
                  </a:extLst>
                </p14:cNvPr>
                <p14:cNvContentPartPr/>
                <p14:nvPr/>
              </p14:nvContentPartPr>
              <p14:xfrm>
                <a:off x="10088931" y="3422639"/>
                <a:ext cx="11340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CAF0263-781F-1C89-F83C-E73784E681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0291" y="3413999"/>
                  <a:ext cx="131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3B5D807-861C-23E7-2E81-88F4A58C4400}"/>
                    </a:ext>
                  </a:extLst>
                </p14:cNvPr>
                <p14:cNvContentPartPr/>
                <p14:nvPr/>
              </p14:nvContentPartPr>
              <p14:xfrm>
                <a:off x="10233291" y="3587879"/>
                <a:ext cx="159840" cy="62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3B5D807-861C-23E7-2E81-88F4A58C44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24651" y="3579239"/>
                  <a:ext cx="177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E79BDC-10D4-7046-763D-B59C0FA5FD71}"/>
                    </a:ext>
                  </a:extLst>
                </p14:cNvPr>
                <p14:cNvContentPartPr/>
                <p14:nvPr/>
              </p14:nvContentPartPr>
              <p14:xfrm>
                <a:off x="10452531" y="3591479"/>
                <a:ext cx="99000" cy="1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E79BDC-10D4-7046-763D-B59C0FA5FD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43531" y="3582839"/>
                  <a:ext cx="11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A2575E5-EC6A-5FBA-1014-A43E9B37D7B4}"/>
                    </a:ext>
                  </a:extLst>
                </p14:cNvPr>
                <p14:cNvContentPartPr/>
                <p14:nvPr/>
              </p14:nvContentPartPr>
              <p14:xfrm>
                <a:off x="10620291" y="3443879"/>
                <a:ext cx="57960" cy="20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A2575E5-EC6A-5FBA-1014-A43E9B37D7B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11651" y="3434879"/>
                  <a:ext cx="75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80A662A-A61C-150D-4260-0C584A76C05E}"/>
                    </a:ext>
                  </a:extLst>
                </p14:cNvPr>
                <p14:cNvContentPartPr/>
                <p14:nvPr/>
              </p14:nvContentPartPr>
              <p14:xfrm>
                <a:off x="10679331" y="3569879"/>
                <a:ext cx="121680" cy="6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80A662A-A61C-150D-4260-0C584A76C0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70331" y="3560879"/>
                  <a:ext cx="139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09CAD8-9C2C-1938-4272-6D64DE014085}"/>
                    </a:ext>
                  </a:extLst>
                </p14:cNvPr>
                <p14:cNvContentPartPr/>
                <p14:nvPr/>
              </p14:nvContentPartPr>
              <p14:xfrm>
                <a:off x="10841331" y="3431999"/>
                <a:ext cx="143280" cy="28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09CAD8-9C2C-1938-4272-6D64DE0140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32331" y="3423359"/>
                  <a:ext cx="160920" cy="30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081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the “natural modes” of LTI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Today: recognize them. Lecture 2: prove the eigenfunction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457200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331720"/>
            <a:ext cx="493776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each factor does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Why DSP cares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sets scale / phase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αⁿ gives growth or decay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e^{jω₀n} gives rotation / oscillation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Sinusoids probe frequency response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Exponentials diagonalize convolution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Spectra decompose signals into modes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2918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BB5AAB-7E31-6B4C-8032-F9291F65912B}"/>
              </a:ext>
            </a:extLst>
          </p:cNvPr>
          <p:cNvGrpSpPr/>
          <p:nvPr/>
        </p:nvGrpSpPr>
        <p:grpSpPr>
          <a:xfrm>
            <a:off x="6192651" y="2422690"/>
            <a:ext cx="1080720" cy="312480"/>
            <a:chOff x="6192651" y="2422690"/>
            <a:chExt cx="10807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25AEEB-982A-A3C7-600F-23353298B448}"/>
                    </a:ext>
                  </a:extLst>
                </p14:cNvPr>
                <p14:cNvContentPartPr/>
                <p14:nvPr/>
              </p14:nvContentPartPr>
              <p14:xfrm>
                <a:off x="6235851" y="2518450"/>
                <a:ext cx="40320" cy="216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25AEEB-982A-A3C7-600F-23353298B4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27211" y="2509810"/>
                  <a:ext cx="57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37548A-6797-2C7A-8BCC-BE037566750D}"/>
                    </a:ext>
                  </a:extLst>
                </p14:cNvPr>
                <p14:cNvContentPartPr/>
                <p14:nvPr/>
              </p14:nvContentPartPr>
              <p14:xfrm>
                <a:off x="6192651" y="2485330"/>
                <a:ext cx="159840" cy="3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37548A-6797-2C7A-8BCC-BE03756675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83651" y="2476690"/>
                  <a:ext cx="177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14B9CF-5478-3F77-B654-191A0F2F8A00}"/>
                    </a:ext>
                  </a:extLst>
                </p14:cNvPr>
                <p14:cNvContentPartPr/>
                <p14:nvPr/>
              </p14:nvContentPartPr>
              <p14:xfrm>
                <a:off x="6258171" y="2600530"/>
                <a:ext cx="100440" cy="6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14B9CF-5478-3F77-B654-191A0F2F8A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49531" y="2591530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094DA3-0D3C-D34C-9AA8-627E93187C53}"/>
                    </a:ext>
                  </a:extLst>
                </p14:cNvPr>
                <p14:cNvContentPartPr/>
                <p14:nvPr/>
              </p14:nvContentPartPr>
              <p14:xfrm>
                <a:off x="6263571" y="2661010"/>
                <a:ext cx="81000" cy="3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094DA3-0D3C-D34C-9AA8-627E93187C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54931" y="2652010"/>
                  <a:ext cx="98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2C6EF3-68B1-9AF1-4B20-80753F1500A3}"/>
                    </a:ext>
                  </a:extLst>
                </p14:cNvPr>
                <p14:cNvContentPartPr/>
                <p14:nvPr/>
              </p14:nvContentPartPr>
              <p14:xfrm>
                <a:off x="6475251" y="2644450"/>
                <a:ext cx="137160" cy="8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2C6EF3-68B1-9AF1-4B20-80753F1500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66251" y="2635810"/>
                  <a:ext cx="15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A6D856-3EF7-D916-09AE-D8D5F040BB10}"/>
                    </a:ext>
                  </a:extLst>
                </p14:cNvPr>
                <p14:cNvContentPartPr/>
                <p14:nvPr/>
              </p14:nvContentPartPr>
              <p14:xfrm>
                <a:off x="6647331" y="2422690"/>
                <a:ext cx="394200" cy="29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A6D856-3EF7-D916-09AE-D8D5F040BB1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38331" y="2414050"/>
                  <a:ext cx="411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B601E9-CF98-4523-33AB-78DBA95137DB}"/>
                    </a:ext>
                  </a:extLst>
                </p14:cNvPr>
                <p14:cNvContentPartPr/>
                <p14:nvPr/>
              </p14:nvContentPartPr>
              <p14:xfrm>
                <a:off x="7107051" y="2425570"/>
                <a:ext cx="9000" cy="69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B601E9-CF98-4523-33AB-78DBA95137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98051" y="2416570"/>
                  <a:ext cx="26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12E333-A9E1-6DB0-FD14-B2505E018CE5}"/>
                    </a:ext>
                  </a:extLst>
                </p14:cNvPr>
                <p14:cNvContentPartPr/>
                <p14:nvPr/>
              </p14:nvContentPartPr>
              <p14:xfrm>
                <a:off x="7155291" y="2576050"/>
                <a:ext cx="118080" cy="136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12E333-A9E1-6DB0-FD14-B2505E018C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46651" y="2567050"/>
                  <a:ext cx="13572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FCA746-6B43-256B-C282-1C3FEB2E2A2A}"/>
              </a:ext>
            </a:extLst>
          </p:cNvPr>
          <p:cNvGrpSpPr/>
          <p:nvPr/>
        </p:nvGrpSpPr>
        <p:grpSpPr>
          <a:xfrm>
            <a:off x="7523211" y="2469490"/>
            <a:ext cx="1066680" cy="554040"/>
            <a:chOff x="7523211" y="2469490"/>
            <a:chExt cx="1066680" cy="55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8B3C9B-178D-4FE7-1FDC-FA2BBC08FBB8}"/>
                    </a:ext>
                  </a:extLst>
                </p14:cNvPr>
                <p14:cNvContentPartPr/>
                <p14:nvPr/>
              </p14:nvContentPartPr>
              <p14:xfrm>
                <a:off x="7550571" y="2639050"/>
                <a:ext cx="43920" cy="8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8B3C9B-178D-4FE7-1FDC-FA2BBC08FB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41571" y="2630050"/>
                  <a:ext cx="61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A9490C-3A0A-4DE2-0D7E-BC983527284C}"/>
                    </a:ext>
                  </a:extLst>
                </p14:cNvPr>
                <p14:cNvContentPartPr/>
                <p14:nvPr/>
              </p14:nvContentPartPr>
              <p14:xfrm>
                <a:off x="7523211" y="2545810"/>
                <a:ext cx="360" cy="1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A9490C-3A0A-4DE2-0D7E-BC98352728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14211" y="253717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62CFCF-71C8-98B0-42AB-42A574EE18BE}"/>
                    </a:ext>
                  </a:extLst>
                </p14:cNvPr>
                <p14:cNvContentPartPr/>
                <p14:nvPr/>
              </p14:nvContentPartPr>
              <p14:xfrm>
                <a:off x="7642731" y="2469490"/>
                <a:ext cx="498600" cy="276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62CFCF-71C8-98B0-42AB-42A574EE18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34091" y="2460490"/>
                  <a:ext cx="516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9B0876C-43A4-B636-43F3-94692E2B94CA}"/>
                    </a:ext>
                  </a:extLst>
                </p14:cNvPr>
                <p14:cNvContentPartPr/>
                <p14:nvPr/>
              </p14:nvContentPartPr>
              <p14:xfrm>
                <a:off x="8108931" y="2480290"/>
                <a:ext cx="174600" cy="25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9B0876C-43A4-B636-43F3-94692E2B94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00291" y="2471290"/>
                  <a:ext cx="192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683C43-CFDB-CFE3-2062-468BE0F802E4}"/>
                    </a:ext>
                  </a:extLst>
                </p14:cNvPr>
                <p14:cNvContentPartPr/>
                <p14:nvPr/>
              </p14:nvContentPartPr>
              <p14:xfrm>
                <a:off x="8204691" y="2507650"/>
                <a:ext cx="8640" cy="1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683C43-CFDB-CFE3-2062-468BE0F802E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95691" y="2498650"/>
                  <a:ext cx="26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750E9E-E196-3E2D-367F-E3375E176248}"/>
                    </a:ext>
                  </a:extLst>
                </p14:cNvPr>
                <p14:cNvContentPartPr/>
                <p14:nvPr/>
              </p14:nvContentPartPr>
              <p14:xfrm>
                <a:off x="8317011" y="2485690"/>
                <a:ext cx="66600" cy="22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750E9E-E196-3E2D-367F-E3375E17624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08371" y="2476690"/>
                  <a:ext cx="84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F5E0FA-40FF-2EFC-F80C-3B6045078451}"/>
                    </a:ext>
                  </a:extLst>
                </p14:cNvPr>
                <p14:cNvContentPartPr/>
                <p14:nvPr/>
              </p14:nvContentPartPr>
              <p14:xfrm>
                <a:off x="8305131" y="2633650"/>
                <a:ext cx="110880" cy="27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F5E0FA-40FF-2EFC-F80C-3B604507845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96131" y="2625010"/>
                  <a:ext cx="128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3288DD-5244-13E4-B456-37484DCB69B5}"/>
                    </a:ext>
                  </a:extLst>
                </p14:cNvPr>
                <p14:cNvContentPartPr/>
                <p14:nvPr/>
              </p14:nvContentPartPr>
              <p14:xfrm>
                <a:off x="8480451" y="2655250"/>
                <a:ext cx="109440" cy="368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3288DD-5244-13E4-B456-37484DCB69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71811" y="2646610"/>
                  <a:ext cx="12708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A9CA26-93BD-CF38-740D-98A746ADB4D9}"/>
              </a:ext>
            </a:extLst>
          </p:cNvPr>
          <p:cNvGrpSpPr/>
          <p:nvPr/>
        </p:nvGrpSpPr>
        <p:grpSpPr>
          <a:xfrm>
            <a:off x="847731" y="4691770"/>
            <a:ext cx="691200" cy="255600"/>
            <a:chOff x="847731" y="4691770"/>
            <a:chExt cx="69120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673052-B0D2-5721-1D12-0A4BA1F7504C}"/>
                    </a:ext>
                  </a:extLst>
                </p14:cNvPr>
                <p14:cNvContentPartPr/>
                <p14:nvPr/>
              </p14:nvContentPartPr>
              <p14:xfrm>
                <a:off x="991011" y="4752610"/>
                <a:ext cx="170280" cy="15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673052-B0D2-5721-1D12-0A4BA1F7504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2371" y="4743610"/>
                  <a:ext cx="187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9DF29D-EA0D-FDEE-62C8-5540646DF490}"/>
                    </a:ext>
                  </a:extLst>
                </p14:cNvPr>
                <p14:cNvContentPartPr/>
                <p14:nvPr/>
              </p14:nvContentPartPr>
              <p14:xfrm>
                <a:off x="1258131" y="4705450"/>
                <a:ext cx="23400" cy="241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9DF29D-EA0D-FDEE-62C8-5540646DF49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49491" y="4696450"/>
                  <a:ext cx="41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1297FC-7B90-D835-14CD-672A37DC047B}"/>
                    </a:ext>
                  </a:extLst>
                </p14:cNvPr>
                <p14:cNvContentPartPr/>
                <p14:nvPr/>
              </p14:nvContentPartPr>
              <p14:xfrm>
                <a:off x="847731" y="4691770"/>
                <a:ext cx="33840" cy="248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1297FC-7B90-D835-14CD-672A37DC047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9091" y="4682770"/>
                  <a:ext cx="51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083575-3B34-8E9D-1AF4-9B9F179B8C9F}"/>
                    </a:ext>
                  </a:extLst>
                </p14:cNvPr>
                <p14:cNvContentPartPr/>
                <p14:nvPr/>
              </p14:nvContentPartPr>
              <p14:xfrm>
                <a:off x="1401411" y="4756570"/>
                <a:ext cx="137520" cy="115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083575-3B34-8E9D-1AF4-9B9F179B8C9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92411" y="4747930"/>
                  <a:ext cx="1551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9A69980-802D-374C-FB88-AE41878FA6AD}"/>
                  </a:ext>
                </a:extLst>
              </p14:cNvPr>
              <p14:cNvContentPartPr/>
              <p14:nvPr/>
            </p14:nvContentPartPr>
            <p14:xfrm>
              <a:off x="1767891" y="4728850"/>
              <a:ext cx="34560" cy="167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9A69980-802D-374C-FB88-AE41878FA6A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759251" y="4719850"/>
                <a:ext cx="522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6299F3-517B-0948-0A52-A543A30BEB92}"/>
                  </a:ext>
                </a:extLst>
              </p14:cNvPr>
              <p14:cNvContentPartPr/>
              <p14:nvPr/>
            </p14:nvContentPartPr>
            <p14:xfrm>
              <a:off x="2344251" y="4642090"/>
              <a:ext cx="324360" cy="237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6299F3-517B-0948-0A52-A543A30BEB9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335251" y="4633090"/>
                <a:ext cx="3420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BABDAA6-7641-5923-5D3B-6F46B783F354}"/>
                  </a:ext>
                </a:extLst>
              </p14:cNvPr>
              <p14:cNvContentPartPr/>
              <p14:nvPr/>
            </p14:nvContentPartPr>
            <p14:xfrm>
              <a:off x="2713611" y="4769170"/>
              <a:ext cx="164160" cy="92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BABDAA6-7641-5923-5D3B-6F46B783F3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704971" y="4760530"/>
                <a:ext cx="1818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EA1C1A3B-8393-3B20-2C0D-93D3EEE09BCB}"/>
              </a:ext>
            </a:extLst>
          </p:cNvPr>
          <p:cNvGrpSpPr/>
          <p:nvPr/>
        </p:nvGrpSpPr>
        <p:grpSpPr>
          <a:xfrm>
            <a:off x="2928531" y="4626610"/>
            <a:ext cx="2278440" cy="389520"/>
            <a:chOff x="2928531" y="4626610"/>
            <a:chExt cx="227844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02EF70-B7E2-9A5F-D20D-3698A7AE7DF3}"/>
                    </a:ext>
                  </a:extLst>
                </p14:cNvPr>
                <p14:cNvContentPartPr/>
                <p14:nvPr/>
              </p14:nvContentPartPr>
              <p14:xfrm>
                <a:off x="2928531" y="4775650"/>
                <a:ext cx="134280" cy="90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02EF70-B7E2-9A5F-D20D-3698A7AE7DF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19531" y="4767010"/>
                  <a:ext cx="15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C8F7226-9BE1-D678-C917-10E700E5FF84}"/>
                    </a:ext>
                  </a:extLst>
                </p14:cNvPr>
                <p14:cNvContentPartPr/>
                <p14:nvPr/>
              </p14:nvContentPartPr>
              <p14:xfrm>
                <a:off x="3117891" y="4787890"/>
                <a:ext cx="144720" cy="212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C8F7226-9BE1-D678-C917-10E700E5FF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09251" y="4778890"/>
                  <a:ext cx="162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28865C-2CCD-EF38-B1A7-D765C0E3A0BC}"/>
                    </a:ext>
                  </a:extLst>
                </p14:cNvPr>
                <p14:cNvContentPartPr/>
                <p14:nvPr/>
              </p14:nvContentPartPr>
              <p14:xfrm>
                <a:off x="3345411" y="4807330"/>
                <a:ext cx="2520" cy="2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28865C-2CCD-EF38-B1A7-D765C0E3A0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36411" y="4798330"/>
                  <a:ext cx="20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98FFE-10E0-F280-D2B0-5DAB8878083E}"/>
                    </a:ext>
                  </a:extLst>
                </p14:cNvPr>
                <p14:cNvContentPartPr/>
                <p14:nvPr/>
              </p14:nvContentPartPr>
              <p14:xfrm>
                <a:off x="3318051" y="4685650"/>
                <a:ext cx="5760" cy="1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98FFE-10E0-F280-D2B0-5DAB887808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09051" y="4676650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B74BD13-14F2-7E8B-52A3-3BBB85AADB5F}"/>
                    </a:ext>
                  </a:extLst>
                </p14:cNvPr>
                <p14:cNvContentPartPr/>
                <p14:nvPr/>
              </p14:nvContentPartPr>
              <p14:xfrm>
                <a:off x="3410931" y="4803010"/>
                <a:ext cx="166320" cy="53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B74BD13-14F2-7E8B-52A3-3BBB85AADB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02291" y="4794010"/>
                  <a:ext cx="183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2C449A-A348-C7EF-7CC8-39F9F78B6BA6}"/>
                    </a:ext>
                  </a:extLst>
                </p14:cNvPr>
                <p14:cNvContentPartPr/>
                <p14:nvPr/>
              </p14:nvContentPartPr>
              <p14:xfrm>
                <a:off x="3568971" y="4768450"/>
                <a:ext cx="180360" cy="24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2C449A-A348-C7EF-7CC8-39F9F78B6B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60331" y="4759810"/>
                  <a:ext cx="198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B4E10C0-6939-C62E-0193-E1A80DD81A69}"/>
                    </a:ext>
                  </a:extLst>
                </p14:cNvPr>
                <p14:cNvContentPartPr/>
                <p14:nvPr/>
              </p14:nvContentPartPr>
              <p14:xfrm>
                <a:off x="3941211" y="4639210"/>
                <a:ext cx="127080" cy="362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B4E10C0-6939-C62E-0193-E1A80DD81A6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32571" y="4630210"/>
                  <a:ext cx="144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2C595F-3866-0141-10B7-0DE40A337583}"/>
                    </a:ext>
                  </a:extLst>
                </p14:cNvPr>
                <p14:cNvContentPartPr/>
                <p14:nvPr/>
              </p14:nvContentPartPr>
              <p14:xfrm>
                <a:off x="3909171" y="4833970"/>
                <a:ext cx="164880" cy="55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2C595F-3866-0141-10B7-0DE40A3375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00171" y="4825330"/>
                  <a:ext cx="182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146C06F-DA38-2695-6603-97EDE0E937BA}"/>
                    </a:ext>
                  </a:extLst>
                </p14:cNvPr>
                <p14:cNvContentPartPr/>
                <p14:nvPr/>
              </p14:nvContentPartPr>
              <p14:xfrm>
                <a:off x="4110051" y="4830010"/>
                <a:ext cx="176760" cy="65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146C06F-DA38-2695-6603-97EDE0E937B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01051" y="4821010"/>
                  <a:ext cx="194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AF4D93-770A-3F5D-68B9-CDD3DF098197}"/>
                    </a:ext>
                  </a:extLst>
                </p14:cNvPr>
                <p14:cNvContentPartPr/>
                <p14:nvPr/>
              </p14:nvContentPartPr>
              <p14:xfrm>
                <a:off x="4297971" y="4823530"/>
                <a:ext cx="153000" cy="43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AF4D93-770A-3F5D-68B9-CDD3DF0981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89331" y="4814890"/>
                  <a:ext cx="170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2F9E0B2-C52F-301C-7A32-AA63D375C85F}"/>
                    </a:ext>
                  </a:extLst>
                </p14:cNvPr>
                <p14:cNvContentPartPr/>
                <p14:nvPr/>
              </p14:nvContentPartPr>
              <p14:xfrm>
                <a:off x="4464291" y="4807330"/>
                <a:ext cx="124920" cy="10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2F9E0B2-C52F-301C-7A32-AA63D375C8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55291" y="4798330"/>
                  <a:ext cx="142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98946F-4C63-D1F3-CFD3-FDBFE833D736}"/>
                    </a:ext>
                  </a:extLst>
                </p14:cNvPr>
                <p14:cNvContentPartPr/>
                <p14:nvPr/>
              </p14:nvContentPartPr>
              <p14:xfrm>
                <a:off x="4566171" y="4626610"/>
                <a:ext cx="190800" cy="256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98946F-4C63-D1F3-CFD3-FDBFE833D7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57531" y="4617610"/>
                  <a:ext cx="208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C8E9EAE-5D2E-8006-D8D8-F1CD408037EC}"/>
                    </a:ext>
                  </a:extLst>
                </p14:cNvPr>
                <p14:cNvContentPartPr/>
                <p14:nvPr/>
              </p14:nvContentPartPr>
              <p14:xfrm>
                <a:off x="4708731" y="4648570"/>
                <a:ext cx="13320" cy="42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C8E9EAE-5D2E-8006-D8D8-F1CD408037E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699731" y="4639570"/>
                  <a:ext cx="30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F0E010-673D-97D2-8DE9-6F1F2148916C}"/>
                    </a:ext>
                  </a:extLst>
                </p14:cNvPr>
                <p14:cNvContentPartPr/>
                <p14:nvPr/>
              </p14:nvContentPartPr>
              <p14:xfrm>
                <a:off x="4847331" y="4786810"/>
                <a:ext cx="359640" cy="92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F0E010-673D-97D2-8DE9-6F1F2148916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38331" y="4777810"/>
                  <a:ext cx="37728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713B2D-70C1-DE7D-7FA1-9FD936A1D199}"/>
              </a:ext>
            </a:extLst>
          </p:cNvPr>
          <p:cNvGrpSpPr/>
          <p:nvPr/>
        </p:nvGrpSpPr>
        <p:grpSpPr>
          <a:xfrm>
            <a:off x="778251" y="5360290"/>
            <a:ext cx="716760" cy="267480"/>
            <a:chOff x="778251" y="5360290"/>
            <a:chExt cx="71676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935DBC-92AB-D2D2-5FE2-D5EF32F3AA32}"/>
                    </a:ext>
                  </a:extLst>
                </p14:cNvPr>
                <p14:cNvContentPartPr/>
                <p14:nvPr/>
              </p14:nvContentPartPr>
              <p14:xfrm>
                <a:off x="778251" y="5510770"/>
                <a:ext cx="228240" cy="117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935DBC-92AB-D2D2-5FE2-D5EF32F3AA3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9611" y="5501770"/>
                  <a:ext cx="245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717586-73F3-D70A-3BE2-79F149DE5DE4}"/>
                    </a:ext>
                  </a:extLst>
                </p14:cNvPr>
                <p14:cNvContentPartPr/>
                <p14:nvPr/>
              </p14:nvContentPartPr>
              <p14:xfrm>
                <a:off x="1095051" y="5431570"/>
                <a:ext cx="196920" cy="170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717586-73F3-D70A-3BE2-79F149DE5DE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86051" y="5422570"/>
                  <a:ext cx="21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9C0D9F-8789-356F-921E-4BBF5EB8D244}"/>
                    </a:ext>
                  </a:extLst>
                </p14:cNvPr>
                <p14:cNvContentPartPr/>
                <p14:nvPr/>
              </p14:nvContentPartPr>
              <p14:xfrm>
                <a:off x="1310691" y="5541010"/>
                <a:ext cx="82440" cy="65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9C0D9F-8789-356F-921E-4BBF5EB8D24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01691" y="5532010"/>
                  <a:ext cx="100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489521-3F35-E108-E63C-2C6226C68059}"/>
                    </a:ext>
                  </a:extLst>
                </p14:cNvPr>
                <p14:cNvContentPartPr/>
                <p14:nvPr/>
              </p14:nvContentPartPr>
              <p14:xfrm>
                <a:off x="1373691" y="5360290"/>
                <a:ext cx="121320" cy="240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489521-3F35-E108-E63C-2C6226C6805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64691" y="5351290"/>
                  <a:ext cx="1389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5831575-8BC9-DF03-49B0-9EBED9ECE86C}"/>
              </a:ext>
            </a:extLst>
          </p:cNvPr>
          <p:cNvGrpSpPr/>
          <p:nvPr/>
        </p:nvGrpSpPr>
        <p:grpSpPr>
          <a:xfrm>
            <a:off x="1768251" y="5360290"/>
            <a:ext cx="1152720" cy="279000"/>
            <a:chOff x="1768251" y="5360290"/>
            <a:chExt cx="11527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D9E9C1-4D3B-2EFD-1D78-48749A0735C0}"/>
                    </a:ext>
                  </a:extLst>
                </p14:cNvPr>
                <p14:cNvContentPartPr/>
                <p14:nvPr/>
              </p14:nvContentPartPr>
              <p14:xfrm>
                <a:off x="1768251" y="5360290"/>
                <a:ext cx="267120" cy="218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D9E9C1-4D3B-2EFD-1D78-48749A0735C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759611" y="5351290"/>
                  <a:ext cx="284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10C59C-F20E-2287-3566-B0A0C9823B42}"/>
                    </a:ext>
                  </a:extLst>
                </p14:cNvPr>
                <p14:cNvContentPartPr/>
                <p14:nvPr/>
              </p14:nvContentPartPr>
              <p14:xfrm>
                <a:off x="2024571" y="5507170"/>
                <a:ext cx="137520" cy="84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10C59C-F20E-2287-3566-B0A0C9823B4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15571" y="5498530"/>
                  <a:ext cx="155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4E07BD-06A1-FC26-2E19-1CE77524F6D9}"/>
                    </a:ext>
                  </a:extLst>
                </p14:cNvPr>
                <p14:cNvContentPartPr/>
                <p14:nvPr/>
              </p14:nvContentPartPr>
              <p14:xfrm>
                <a:off x="2225451" y="5479090"/>
                <a:ext cx="74520" cy="160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4E07BD-06A1-FC26-2E19-1CE77524F6D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16811" y="5470090"/>
                  <a:ext cx="92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06EF51-36DB-9C71-BF24-B9A9FC854DD6}"/>
                    </a:ext>
                  </a:extLst>
                </p14:cNvPr>
                <p14:cNvContentPartPr/>
                <p14:nvPr/>
              </p14:nvContentPartPr>
              <p14:xfrm>
                <a:off x="2342811" y="5476930"/>
                <a:ext cx="51480" cy="160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06EF51-36DB-9C71-BF24-B9A9FC854DD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333811" y="5468290"/>
                  <a:ext cx="69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993FB7-AB3F-1B5F-376E-8ACE158CD19D}"/>
                    </a:ext>
                  </a:extLst>
                </p14:cNvPr>
                <p14:cNvContentPartPr/>
                <p14:nvPr/>
              </p14:nvContentPartPr>
              <p14:xfrm>
                <a:off x="2464491" y="5459650"/>
                <a:ext cx="344520" cy="125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993FB7-AB3F-1B5F-376E-8ACE158CD19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55851" y="5450650"/>
                  <a:ext cx="362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0574DB-AF11-E639-ABA3-FF58DAED1DA2}"/>
                    </a:ext>
                  </a:extLst>
                </p14:cNvPr>
                <p14:cNvContentPartPr/>
                <p14:nvPr/>
              </p14:nvContentPartPr>
              <p14:xfrm>
                <a:off x="2746371" y="5436970"/>
                <a:ext cx="174600" cy="164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0574DB-AF11-E639-ABA3-FF58DAED1DA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737371" y="5427970"/>
                  <a:ext cx="192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DCC2304-6446-0B4C-4F77-C849DD30BC90}"/>
              </a:ext>
            </a:extLst>
          </p:cNvPr>
          <p:cNvGrpSpPr/>
          <p:nvPr/>
        </p:nvGrpSpPr>
        <p:grpSpPr>
          <a:xfrm>
            <a:off x="3188811" y="5299810"/>
            <a:ext cx="239760" cy="385560"/>
            <a:chOff x="3188811" y="5299810"/>
            <a:chExt cx="2397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BE4518-BC1C-F5B7-00B5-201F75680715}"/>
                    </a:ext>
                  </a:extLst>
                </p14:cNvPr>
                <p14:cNvContentPartPr/>
                <p14:nvPr/>
              </p14:nvContentPartPr>
              <p14:xfrm>
                <a:off x="3214011" y="5502490"/>
                <a:ext cx="38880" cy="4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BE4518-BC1C-F5B7-00B5-201F7568071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05011" y="549385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C0B00A-2D30-4B0D-6533-8937300F713E}"/>
                    </a:ext>
                  </a:extLst>
                </p14:cNvPr>
                <p14:cNvContentPartPr/>
                <p14:nvPr/>
              </p14:nvContentPartPr>
              <p14:xfrm>
                <a:off x="3188811" y="5386570"/>
                <a:ext cx="3960" cy="38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C0B00A-2D30-4B0D-6533-8937300F71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79811" y="5377570"/>
                  <a:ext cx="21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49DDF0-01B7-D3E5-3A83-60535D6C68A1}"/>
                    </a:ext>
                  </a:extLst>
                </p14:cNvPr>
                <p14:cNvContentPartPr/>
                <p14:nvPr/>
              </p14:nvContentPartPr>
              <p14:xfrm>
                <a:off x="3286731" y="5299810"/>
                <a:ext cx="141840" cy="385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49DDF0-01B7-D3E5-3A83-60535D6C68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77731" y="5291170"/>
                  <a:ext cx="159480" cy="40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B1BC330-E00C-D092-AFA9-5CD224FC1C5B}"/>
              </a:ext>
            </a:extLst>
          </p:cNvPr>
          <p:cNvGrpSpPr/>
          <p:nvPr/>
        </p:nvGrpSpPr>
        <p:grpSpPr>
          <a:xfrm>
            <a:off x="3772371" y="5316010"/>
            <a:ext cx="652320" cy="229320"/>
            <a:chOff x="3772371" y="5316010"/>
            <a:chExt cx="6523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6457BA-348B-AF27-BAD8-74273F117579}"/>
                    </a:ext>
                  </a:extLst>
                </p14:cNvPr>
                <p14:cNvContentPartPr/>
                <p14:nvPr/>
              </p14:nvContentPartPr>
              <p14:xfrm>
                <a:off x="3772371" y="5404210"/>
                <a:ext cx="207720" cy="141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6457BA-348B-AF27-BAD8-74273F1175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763371" y="5395210"/>
                  <a:ext cx="225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AB34B5E-D929-2772-199A-2F9E4A60BF82}"/>
                    </a:ext>
                  </a:extLst>
                </p14:cNvPr>
                <p14:cNvContentPartPr/>
                <p14:nvPr/>
              </p14:nvContentPartPr>
              <p14:xfrm>
                <a:off x="4116531" y="5449570"/>
                <a:ext cx="113400" cy="26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AB34B5E-D929-2772-199A-2F9E4A60BF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07531" y="5440570"/>
                  <a:ext cx="13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7E12306-9CED-95E3-A012-3932D7DEE1D2}"/>
                    </a:ext>
                  </a:extLst>
                </p14:cNvPr>
                <p14:cNvContentPartPr/>
                <p14:nvPr/>
              </p14:nvContentPartPr>
              <p14:xfrm>
                <a:off x="4107171" y="5403850"/>
                <a:ext cx="114840" cy="17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7E12306-9CED-95E3-A012-3932D7DEE1D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98171" y="5394850"/>
                  <a:ext cx="132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9E8196-04A5-8DC9-E474-EF5B562F3906}"/>
                    </a:ext>
                  </a:extLst>
                </p14:cNvPr>
                <p14:cNvContentPartPr/>
                <p14:nvPr/>
              </p14:nvContentPartPr>
              <p14:xfrm>
                <a:off x="4378251" y="5316010"/>
                <a:ext cx="46440" cy="209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9E8196-04A5-8DC9-E474-EF5B562F390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69611" y="5307010"/>
                  <a:ext cx="6408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435B475-C08C-A607-7C64-5B45752FAC29}"/>
                  </a:ext>
                </a:extLst>
              </p14:cNvPr>
              <p14:cNvContentPartPr/>
              <p14:nvPr/>
            </p14:nvContentPartPr>
            <p14:xfrm>
              <a:off x="4741491" y="5232130"/>
              <a:ext cx="147600" cy="165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435B475-C08C-A607-7C64-5B45752FAC2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732851" y="5223130"/>
                <a:ext cx="165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33B6305-6C10-0FE1-243A-B3A0534721B2}"/>
                  </a:ext>
                </a:extLst>
              </p14:cNvPr>
              <p14:cNvContentPartPr/>
              <p14:nvPr/>
            </p14:nvContentPartPr>
            <p14:xfrm>
              <a:off x="4866051" y="5531290"/>
              <a:ext cx="39960" cy="10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33B6305-6C10-0FE1-243A-B3A0534721B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857411" y="5522290"/>
                <a:ext cx="5760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25BCB1D-E060-F293-ADA8-58F7F3DB0A4D}"/>
              </a:ext>
            </a:extLst>
          </p:cNvPr>
          <p:cNvGrpSpPr/>
          <p:nvPr/>
        </p:nvGrpSpPr>
        <p:grpSpPr>
          <a:xfrm>
            <a:off x="6932091" y="4943410"/>
            <a:ext cx="339480" cy="377640"/>
            <a:chOff x="6932091" y="4943410"/>
            <a:chExt cx="33948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C028A2-8CA6-B387-162F-77C48565B6CC}"/>
                    </a:ext>
                  </a:extLst>
                </p14:cNvPr>
                <p14:cNvContentPartPr/>
                <p14:nvPr/>
              </p14:nvContentPartPr>
              <p14:xfrm>
                <a:off x="7013091" y="5058970"/>
                <a:ext cx="17640" cy="111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C028A2-8CA6-B387-162F-77C48565B6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04091" y="5050330"/>
                  <a:ext cx="35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16D29E-DB03-F339-009E-3F8EB6743564}"/>
                    </a:ext>
                  </a:extLst>
                </p14:cNvPr>
                <p14:cNvContentPartPr/>
                <p14:nvPr/>
              </p14:nvContentPartPr>
              <p14:xfrm>
                <a:off x="6932091" y="4943410"/>
                <a:ext cx="120600" cy="55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16D29E-DB03-F339-009E-3F8EB674356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23091" y="4934770"/>
                  <a:ext cx="13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DB27A2-3812-B201-CFE4-3B0918AD9AA4}"/>
                    </a:ext>
                  </a:extLst>
                </p14:cNvPr>
                <p14:cNvContentPartPr/>
                <p14:nvPr/>
              </p14:nvContentPartPr>
              <p14:xfrm>
                <a:off x="6981051" y="5168050"/>
                <a:ext cx="120960" cy="22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DB27A2-3812-B201-CFE4-3B0918AD9A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72051" y="5159410"/>
                  <a:ext cx="138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9BAD28-B593-4102-677C-23FF44076E14}"/>
                    </a:ext>
                  </a:extLst>
                </p14:cNvPr>
                <p14:cNvContentPartPr/>
                <p14:nvPr/>
              </p14:nvContentPartPr>
              <p14:xfrm>
                <a:off x="7134051" y="4946650"/>
                <a:ext cx="123480" cy="374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9BAD28-B593-4102-677C-23FF44076E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25051" y="4938010"/>
                  <a:ext cx="1411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CE94E8-9741-8A8E-41E4-4E35369D14D0}"/>
                    </a:ext>
                  </a:extLst>
                </p14:cNvPr>
                <p14:cNvContentPartPr/>
                <p14:nvPr/>
              </p14:nvContentPartPr>
              <p14:xfrm>
                <a:off x="7096971" y="5178490"/>
                <a:ext cx="174600" cy="39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CE94E8-9741-8A8E-41E4-4E35369D14D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87971" y="5169490"/>
                  <a:ext cx="19224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B16218E-73CE-FC74-BE14-71AC263301B8}"/>
              </a:ext>
            </a:extLst>
          </p:cNvPr>
          <p:cNvGrpSpPr/>
          <p:nvPr/>
        </p:nvGrpSpPr>
        <p:grpSpPr>
          <a:xfrm>
            <a:off x="7564971" y="4926490"/>
            <a:ext cx="900360" cy="296640"/>
            <a:chOff x="7564971" y="4926490"/>
            <a:chExt cx="9003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DD38F8-87CF-9A87-D44C-D2D2F638A486}"/>
                    </a:ext>
                  </a:extLst>
                </p14:cNvPr>
                <p14:cNvContentPartPr/>
                <p14:nvPr/>
              </p14:nvContentPartPr>
              <p14:xfrm>
                <a:off x="7566771" y="5075530"/>
                <a:ext cx="123840" cy="109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DD38F8-87CF-9A87-D44C-D2D2F638A48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58131" y="5066890"/>
                  <a:ext cx="141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DA7774-8281-F92A-7F98-ECC61A50A034}"/>
                    </a:ext>
                  </a:extLst>
                </p14:cNvPr>
                <p14:cNvContentPartPr/>
                <p14:nvPr/>
              </p14:nvContentPartPr>
              <p14:xfrm>
                <a:off x="7564971" y="5086690"/>
                <a:ext cx="106200" cy="97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DA7774-8281-F92A-7F98-ECC61A50A03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56331" y="5077690"/>
                  <a:ext cx="123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00A8EA-C024-F1E7-CF78-358D4CDC71AE}"/>
                    </a:ext>
                  </a:extLst>
                </p14:cNvPr>
                <p14:cNvContentPartPr/>
                <p14:nvPr/>
              </p14:nvContentPartPr>
              <p14:xfrm>
                <a:off x="7701051" y="4957450"/>
                <a:ext cx="153360" cy="245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00A8EA-C024-F1E7-CF78-358D4CDC71A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92051" y="4948810"/>
                  <a:ext cx="171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3563C8-7FC1-72C9-9ACA-CAA547B6F4F7}"/>
                    </a:ext>
                  </a:extLst>
                </p14:cNvPr>
                <p14:cNvContentPartPr/>
                <p14:nvPr/>
              </p14:nvContentPartPr>
              <p14:xfrm>
                <a:off x="7873491" y="5102890"/>
                <a:ext cx="196200" cy="60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3563C8-7FC1-72C9-9ACA-CAA547B6F4F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64851" y="5094250"/>
                  <a:ext cx="213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7DF4A7E-E3DF-85B4-9067-1A58FFBBABE4}"/>
                    </a:ext>
                  </a:extLst>
                </p14:cNvPr>
                <p14:cNvContentPartPr/>
                <p14:nvPr/>
              </p14:nvContentPartPr>
              <p14:xfrm>
                <a:off x="8021451" y="4926490"/>
                <a:ext cx="150120" cy="29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7DF4A7E-E3DF-85B4-9067-1A58FFBBAB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12451" y="4917850"/>
                  <a:ext cx="167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CC5579-6631-2296-19E8-F4176082E705}"/>
                    </a:ext>
                  </a:extLst>
                </p14:cNvPr>
                <p14:cNvContentPartPr/>
                <p14:nvPr/>
              </p14:nvContentPartPr>
              <p14:xfrm>
                <a:off x="8341491" y="5111170"/>
                <a:ext cx="118440" cy="19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CC5579-6631-2296-19E8-F4176082E70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32491" y="5102530"/>
                  <a:ext cx="136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02FD47-2873-A427-8241-B695AE3CA2F3}"/>
                    </a:ext>
                  </a:extLst>
                </p14:cNvPr>
                <p14:cNvContentPartPr/>
                <p14:nvPr/>
              </p14:nvContentPartPr>
              <p14:xfrm>
                <a:off x="8340411" y="5047090"/>
                <a:ext cx="124920" cy="34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02FD47-2873-A427-8241-B695AE3CA2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31771" y="5038450"/>
                  <a:ext cx="1425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5025143-75CA-8FCB-4F5E-0D3F097A7F62}"/>
              </a:ext>
            </a:extLst>
          </p:cNvPr>
          <p:cNvGrpSpPr/>
          <p:nvPr/>
        </p:nvGrpSpPr>
        <p:grpSpPr>
          <a:xfrm>
            <a:off x="8727411" y="4834690"/>
            <a:ext cx="612000" cy="340920"/>
            <a:chOff x="8727411" y="4834690"/>
            <a:chExt cx="61200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AE647EA-24E6-19C6-D12F-97AACC10003B}"/>
                    </a:ext>
                  </a:extLst>
                </p14:cNvPr>
                <p14:cNvContentPartPr/>
                <p14:nvPr/>
              </p14:nvContentPartPr>
              <p14:xfrm>
                <a:off x="8727411" y="4912810"/>
                <a:ext cx="153720" cy="262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AE647EA-24E6-19C6-D12F-97AACC10003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18411" y="4903810"/>
                  <a:ext cx="171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63A374-966A-5AFE-F265-D5BAC44B1616}"/>
                    </a:ext>
                  </a:extLst>
                </p14:cNvPr>
                <p14:cNvContentPartPr/>
                <p14:nvPr/>
              </p14:nvContentPartPr>
              <p14:xfrm>
                <a:off x="9011451" y="5031610"/>
                <a:ext cx="155880" cy="93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63A374-966A-5AFE-F265-D5BAC44B161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02811" y="5022970"/>
                  <a:ext cx="173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C75BC10-A92F-5F3B-6717-87C1A540A8C3}"/>
                    </a:ext>
                  </a:extLst>
                </p14:cNvPr>
                <p14:cNvContentPartPr/>
                <p14:nvPr/>
              </p14:nvContentPartPr>
              <p14:xfrm>
                <a:off x="9178851" y="4834690"/>
                <a:ext cx="160560" cy="81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C75BC10-A92F-5F3B-6717-87C1A540A8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170211" y="4825690"/>
                  <a:ext cx="1782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6DA07B9-0268-3E43-6241-854EFB0703E3}"/>
              </a:ext>
            </a:extLst>
          </p:cNvPr>
          <p:cNvGrpSpPr/>
          <p:nvPr/>
        </p:nvGrpSpPr>
        <p:grpSpPr>
          <a:xfrm>
            <a:off x="9534171" y="4691770"/>
            <a:ext cx="889200" cy="510480"/>
            <a:chOff x="9534171" y="4691770"/>
            <a:chExt cx="88920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DCFB55-B475-F256-3F89-C84FFD44A5A6}"/>
                    </a:ext>
                  </a:extLst>
                </p14:cNvPr>
                <p14:cNvContentPartPr/>
                <p14:nvPr/>
              </p14:nvContentPartPr>
              <p14:xfrm>
                <a:off x="9534171" y="5057890"/>
                <a:ext cx="167400" cy="144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DCFB55-B475-F256-3F89-C84FFD44A5A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25171" y="5049250"/>
                  <a:ext cx="185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B89A4E7-272F-4562-AAB9-C56CC6D1121C}"/>
                    </a:ext>
                  </a:extLst>
                </p14:cNvPr>
                <p14:cNvContentPartPr/>
                <p14:nvPr/>
              </p14:nvContentPartPr>
              <p14:xfrm>
                <a:off x="9665211" y="4818130"/>
                <a:ext cx="106200" cy="232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B89A4E7-272F-4562-AAB9-C56CC6D112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56211" y="4809490"/>
                  <a:ext cx="123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A645304-6E4B-605A-0984-833EEF71CA12}"/>
                    </a:ext>
                  </a:extLst>
                </p14:cNvPr>
                <p14:cNvContentPartPr/>
                <p14:nvPr/>
              </p14:nvContentPartPr>
              <p14:xfrm>
                <a:off x="9645771" y="4691770"/>
                <a:ext cx="29520" cy="28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A645304-6E4B-605A-0984-833EEF71CA1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37131" y="4682770"/>
                  <a:ext cx="47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7BD8200-21BE-B160-A1DC-DC2D56D219C1}"/>
                    </a:ext>
                  </a:extLst>
                </p14:cNvPr>
                <p14:cNvContentPartPr/>
                <p14:nvPr/>
              </p14:nvContentPartPr>
              <p14:xfrm>
                <a:off x="9784011" y="4739650"/>
                <a:ext cx="181440" cy="101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7BD8200-21BE-B160-A1DC-DC2D56D219C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75011" y="4730650"/>
                  <a:ext cx="199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CB4B7C4-ED2A-50B5-D7C5-02F1746A41B3}"/>
                    </a:ext>
                  </a:extLst>
                </p14:cNvPr>
                <p14:cNvContentPartPr/>
                <p14:nvPr/>
              </p14:nvContentPartPr>
              <p14:xfrm>
                <a:off x="10057251" y="4816330"/>
                <a:ext cx="72360" cy="84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CB4B7C4-ED2A-50B5-D7C5-02F1746A41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48251" y="4807690"/>
                  <a:ext cx="90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6D1CE6-3F6C-7BAD-FAF0-77D8C2C33EC2}"/>
                    </a:ext>
                  </a:extLst>
                </p14:cNvPr>
                <p14:cNvContentPartPr/>
                <p14:nvPr/>
              </p14:nvContentPartPr>
              <p14:xfrm>
                <a:off x="10189731" y="4714810"/>
                <a:ext cx="233640" cy="66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6D1CE6-3F6C-7BAD-FAF0-77D8C2C33E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80731" y="4705810"/>
                  <a:ext cx="25128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F8983BE-FE3C-D841-BABA-D4305F93A2EB}"/>
              </a:ext>
            </a:extLst>
          </p:cNvPr>
          <p:cNvGrpSpPr/>
          <p:nvPr/>
        </p:nvGrpSpPr>
        <p:grpSpPr>
          <a:xfrm>
            <a:off x="7182291" y="5557570"/>
            <a:ext cx="624600" cy="301320"/>
            <a:chOff x="7182291" y="5557570"/>
            <a:chExt cx="62460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097BE8-E15A-238C-2467-CC14C6D301FD}"/>
                    </a:ext>
                  </a:extLst>
                </p14:cNvPr>
                <p14:cNvContentPartPr/>
                <p14:nvPr/>
              </p14:nvContentPartPr>
              <p14:xfrm>
                <a:off x="7182291" y="5583850"/>
                <a:ext cx="193680" cy="275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097BE8-E15A-238C-2467-CC14C6D301F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73651" y="5574850"/>
                  <a:ext cx="211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678EC2-BA71-AFD3-6A32-7DCE39B6376B}"/>
                    </a:ext>
                  </a:extLst>
                </p14:cNvPr>
                <p14:cNvContentPartPr/>
                <p14:nvPr/>
              </p14:nvContentPartPr>
              <p14:xfrm>
                <a:off x="7393251" y="5631730"/>
                <a:ext cx="11448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678EC2-BA71-AFD3-6A32-7DCE39B6376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84251" y="5623090"/>
                  <a:ext cx="132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9C5029-224B-A7B3-CDC6-BE04F96D2043}"/>
                    </a:ext>
                  </a:extLst>
                </p14:cNvPr>
                <p14:cNvContentPartPr/>
                <p14:nvPr/>
              </p14:nvContentPartPr>
              <p14:xfrm>
                <a:off x="7560291" y="5570530"/>
                <a:ext cx="115920" cy="124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9C5029-224B-A7B3-CDC6-BE04F96D204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551651" y="5561530"/>
                  <a:ext cx="133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957E98-4457-640C-48AD-1BD8BF7CBFB1}"/>
                    </a:ext>
                  </a:extLst>
                </p14:cNvPr>
                <p14:cNvContentPartPr/>
                <p14:nvPr/>
              </p14:nvContentPartPr>
              <p14:xfrm>
                <a:off x="7715811" y="5557570"/>
                <a:ext cx="91080" cy="137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957E98-4457-640C-48AD-1BD8BF7CBFB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06811" y="5548570"/>
                  <a:ext cx="10872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DB7E0E4-5A9B-A70F-D970-B1A20A841306}"/>
              </a:ext>
            </a:extLst>
          </p:cNvPr>
          <p:cNvGrpSpPr/>
          <p:nvPr/>
        </p:nvGrpSpPr>
        <p:grpSpPr>
          <a:xfrm>
            <a:off x="8099931" y="5414290"/>
            <a:ext cx="566280" cy="263520"/>
            <a:chOff x="8099931" y="5414290"/>
            <a:chExt cx="56628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668835-5B4B-63E1-B3C3-00A3F980FE20}"/>
                    </a:ext>
                  </a:extLst>
                </p14:cNvPr>
                <p14:cNvContentPartPr/>
                <p14:nvPr/>
              </p14:nvContentPartPr>
              <p14:xfrm>
                <a:off x="8099931" y="5479450"/>
                <a:ext cx="9360" cy="19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668835-5B4B-63E1-B3C3-00A3F980FE2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91291" y="5470450"/>
                  <a:ext cx="27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FFF72C1-A370-E402-6F9E-0BF288B842F6}"/>
                    </a:ext>
                  </a:extLst>
                </p14:cNvPr>
                <p14:cNvContentPartPr/>
                <p14:nvPr/>
              </p14:nvContentPartPr>
              <p14:xfrm>
                <a:off x="8120091" y="5617690"/>
                <a:ext cx="28440" cy="60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FFF72C1-A370-E402-6F9E-0BF288B842F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11091" y="5608690"/>
                  <a:ext cx="4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799F97-246C-7597-E8E0-34341F383794}"/>
                    </a:ext>
                  </a:extLst>
                </p14:cNvPr>
                <p14:cNvContentPartPr/>
                <p14:nvPr/>
              </p14:nvContentPartPr>
              <p14:xfrm>
                <a:off x="8185611" y="5595730"/>
                <a:ext cx="182880" cy="43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799F97-246C-7597-E8E0-34341F38379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176971" y="5586730"/>
                  <a:ext cx="20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84B2A1-441B-62C2-7709-499346E60AF8}"/>
                    </a:ext>
                  </a:extLst>
                </p14:cNvPr>
                <p14:cNvContentPartPr/>
                <p14:nvPr/>
              </p14:nvContentPartPr>
              <p14:xfrm>
                <a:off x="8394051" y="5414290"/>
                <a:ext cx="42480" cy="247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84B2A1-441B-62C2-7709-499346E60AF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85411" y="5405290"/>
                  <a:ext cx="60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13195F-9AEB-DDD2-D9C9-BD2F4FF1D48D}"/>
                    </a:ext>
                  </a:extLst>
                </p14:cNvPr>
                <p14:cNvContentPartPr/>
                <p14:nvPr/>
              </p14:nvContentPartPr>
              <p14:xfrm>
                <a:off x="8347251" y="5568370"/>
                <a:ext cx="150840" cy="4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13195F-9AEB-DDD2-D9C9-BD2F4FF1D48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338251" y="5559370"/>
                  <a:ext cx="168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E0ACDA-7CA3-BA1F-5F72-F741F8F0AD70}"/>
                    </a:ext>
                  </a:extLst>
                </p14:cNvPr>
                <p14:cNvContentPartPr/>
                <p14:nvPr/>
              </p14:nvContentPartPr>
              <p14:xfrm>
                <a:off x="8523651" y="5556850"/>
                <a:ext cx="142560" cy="68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E0ACDA-7CA3-BA1F-5F72-F741F8F0AD7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515011" y="5548210"/>
                  <a:ext cx="1602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888829C-BD88-5097-6E94-0D25579DF90B}"/>
              </a:ext>
            </a:extLst>
          </p:cNvPr>
          <p:cNvGrpSpPr/>
          <p:nvPr/>
        </p:nvGrpSpPr>
        <p:grpSpPr>
          <a:xfrm>
            <a:off x="9016851" y="5416450"/>
            <a:ext cx="570960" cy="229320"/>
            <a:chOff x="9016851" y="5416450"/>
            <a:chExt cx="57096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CF441D-F8BE-B1CC-6A16-62643BC6BF75}"/>
                    </a:ext>
                  </a:extLst>
                </p14:cNvPr>
                <p14:cNvContentPartPr/>
                <p14:nvPr/>
              </p14:nvContentPartPr>
              <p14:xfrm>
                <a:off x="9016851" y="5463250"/>
                <a:ext cx="190440" cy="182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CF441D-F8BE-B1CC-6A16-62643BC6BF7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008211" y="5454250"/>
                  <a:ext cx="208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197ABC-7AD3-A47B-4407-A61CAB389E26}"/>
                    </a:ext>
                  </a:extLst>
                </p14:cNvPr>
                <p14:cNvContentPartPr/>
                <p14:nvPr/>
              </p14:nvContentPartPr>
              <p14:xfrm>
                <a:off x="9275331" y="5501770"/>
                <a:ext cx="13320" cy="114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197ABC-7AD3-A47B-4407-A61CAB389E2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66331" y="5492770"/>
                  <a:ext cx="30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BEB45B-FB45-29DE-961D-853D3F15E7B2}"/>
                    </a:ext>
                  </a:extLst>
                </p14:cNvPr>
                <p14:cNvContentPartPr/>
                <p14:nvPr/>
              </p14:nvContentPartPr>
              <p14:xfrm>
                <a:off x="9171651" y="5447050"/>
                <a:ext cx="158760" cy="28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BEB45B-FB45-29DE-961D-853D3F15E7B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162651" y="5438410"/>
                  <a:ext cx="176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8AB3330-BCFF-E78E-B3CB-59418FEA0EBE}"/>
                    </a:ext>
                  </a:extLst>
                </p14:cNvPr>
                <p14:cNvContentPartPr/>
                <p14:nvPr/>
              </p14:nvContentPartPr>
              <p14:xfrm>
                <a:off x="9520491" y="5486290"/>
                <a:ext cx="15840" cy="93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8AB3330-BCFF-E78E-B3CB-59418FEA0EB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511491" y="5477290"/>
                  <a:ext cx="33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9FB416F-87EE-E8ED-8C4B-4083F63AEBBF}"/>
                    </a:ext>
                  </a:extLst>
                </p14:cNvPr>
                <p14:cNvContentPartPr/>
                <p14:nvPr/>
              </p14:nvContentPartPr>
              <p14:xfrm>
                <a:off x="9425091" y="5416450"/>
                <a:ext cx="113040" cy="31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9FB416F-87EE-E8ED-8C4B-4083F63AEBB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416451" y="5407450"/>
                  <a:ext cx="13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805402-4E5F-10BC-98F4-81B356BEBDA4}"/>
                    </a:ext>
                  </a:extLst>
                </p14:cNvPr>
                <p14:cNvContentPartPr/>
                <p14:nvPr/>
              </p14:nvContentPartPr>
              <p14:xfrm>
                <a:off x="9442011" y="5595730"/>
                <a:ext cx="145800" cy="16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805402-4E5F-10BC-98F4-81B356BEBDA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433011" y="5586730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32A26F2-E76D-11DF-E32C-D73A5E8D61C2}"/>
              </a:ext>
            </a:extLst>
          </p:cNvPr>
          <p:cNvGrpSpPr/>
          <p:nvPr/>
        </p:nvGrpSpPr>
        <p:grpSpPr>
          <a:xfrm>
            <a:off x="9766371" y="5310970"/>
            <a:ext cx="1064160" cy="446040"/>
            <a:chOff x="9766371" y="5310970"/>
            <a:chExt cx="10641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24D7051-A24C-2A92-E11D-2AE30F05A5F6}"/>
                    </a:ext>
                  </a:extLst>
                </p14:cNvPr>
                <p14:cNvContentPartPr/>
                <p14:nvPr/>
              </p14:nvContentPartPr>
              <p14:xfrm>
                <a:off x="9766371" y="5456050"/>
                <a:ext cx="88920" cy="146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24D7051-A24C-2A92-E11D-2AE30F05A5F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57731" y="5447410"/>
                  <a:ext cx="106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C79EC74-8258-DE81-4738-478248542F92}"/>
                    </a:ext>
                  </a:extLst>
                </p14:cNvPr>
                <p14:cNvContentPartPr/>
                <p14:nvPr/>
              </p14:nvContentPartPr>
              <p14:xfrm>
                <a:off x="9904971" y="5519050"/>
                <a:ext cx="124920" cy="237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C79EC74-8258-DE81-4738-478248542F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895971" y="5510410"/>
                  <a:ext cx="142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E46EAB-4F84-110E-C28F-9B47D4DA2088}"/>
                    </a:ext>
                  </a:extLst>
                </p14:cNvPr>
                <p14:cNvContentPartPr/>
                <p14:nvPr/>
              </p14:nvContentPartPr>
              <p14:xfrm>
                <a:off x="10038171" y="5471890"/>
                <a:ext cx="135360" cy="141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E46EAB-4F84-110E-C28F-9B47D4DA208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29531" y="5462890"/>
                  <a:ext cx="153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F0F40A-CA04-5614-F586-544339D632B7}"/>
                    </a:ext>
                  </a:extLst>
                </p14:cNvPr>
                <p14:cNvContentPartPr/>
                <p14:nvPr/>
              </p14:nvContentPartPr>
              <p14:xfrm>
                <a:off x="10233291" y="5310970"/>
                <a:ext cx="18000" cy="277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F0F40A-CA04-5614-F586-544339D632B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24651" y="5302330"/>
                  <a:ext cx="35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183E405-DFCB-2059-98CB-2BF6D80FFFD4}"/>
                    </a:ext>
                  </a:extLst>
                </p14:cNvPr>
                <p14:cNvContentPartPr/>
                <p14:nvPr/>
              </p14:nvContentPartPr>
              <p14:xfrm>
                <a:off x="10205931" y="5461450"/>
                <a:ext cx="624600" cy="12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183E405-DFCB-2059-98CB-2BF6D80FFFD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97291" y="5452450"/>
                  <a:ext cx="642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F0BA9AC-25D3-56AE-3E5D-5391AFF21344}"/>
              </a:ext>
            </a:extLst>
          </p:cNvPr>
          <p:cNvGrpSpPr/>
          <p:nvPr/>
        </p:nvGrpSpPr>
        <p:grpSpPr>
          <a:xfrm>
            <a:off x="6636171" y="5901730"/>
            <a:ext cx="4713480" cy="871560"/>
            <a:chOff x="6636171" y="5901730"/>
            <a:chExt cx="4713480" cy="87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F41738E-DB60-831E-FE2D-8BB2347B343E}"/>
                    </a:ext>
                  </a:extLst>
                </p14:cNvPr>
                <p14:cNvContentPartPr/>
                <p14:nvPr/>
              </p14:nvContentPartPr>
              <p14:xfrm>
                <a:off x="6937131" y="6147970"/>
                <a:ext cx="126000" cy="88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F41738E-DB60-831E-FE2D-8BB2347B34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28491" y="6138970"/>
                  <a:ext cx="143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8B8DC67-7884-53E4-9A7A-668AB5F1FE7D}"/>
                    </a:ext>
                  </a:extLst>
                </p14:cNvPr>
                <p14:cNvContentPartPr/>
                <p14:nvPr/>
              </p14:nvContentPartPr>
              <p14:xfrm>
                <a:off x="7136211" y="6176050"/>
                <a:ext cx="119160" cy="39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8B8DC67-7884-53E4-9A7A-668AB5F1FE7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27211" y="6167410"/>
                  <a:ext cx="136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1C8246-34F3-4B48-E96B-BBEA18804B0B}"/>
                    </a:ext>
                  </a:extLst>
                </p14:cNvPr>
                <p14:cNvContentPartPr/>
                <p14:nvPr/>
              </p14:nvContentPartPr>
              <p14:xfrm>
                <a:off x="7248891" y="5984530"/>
                <a:ext cx="131040" cy="263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1C8246-34F3-4B48-E96B-BBEA18804B0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40251" y="5975530"/>
                  <a:ext cx="148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81A854-10E5-672E-454D-9C133C36A958}"/>
                    </a:ext>
                  </a:extLst>
                </p14:cNvPr>
                <p14:cNvContentPartPr/>
                <p14:nvPr/>
              </p14:nvContentPartPr>
              <p14:xfrm>
                <a:off x="7568931" y="6120610"/>
                <a:ext cx="72360" cy="205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81A854-10E5-672E-454D-9C133C36A95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560291" y="6111610"/>
                  <a:ext cx="90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794F7C-FDB3-BBE5-3D7C-BED427E6450B}"/>
                    </a:ext>
                  </a:extLst>
                </p14:cNvPr>
                <p14:cNvContentPartPr/>
                <p14:nvPr/>
              </p14:nvContentPartPr>
              <p14:xfrm>
                <a:off x="7692771" y="6151570"/>
                <a:ext cx="129600" cy="65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794F7C-FDB3-BBE5-3D7C-BED427E6450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684131" y="6142570"/>
                  <a:ext cx="147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E9F251-B7E4-1232-88B2-9D72369ED568}"/>
                    </a:ext>
                  </a:extLst>
                </p14:cNvPr>
                <p14:cNvContentPartPr/>
                <p14:nvPr/>
              </p14:nvContentPartPr>
              <p14:xfrm>
                <a:off x="7873491" y="5979130"/>
                <a:ext cx="57600" cy="249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E9F251-B7E4-1232-88B2-9D72369ED56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864851" y="5970130"/>
                  <a:ext cx="752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9B505FB-144F-BAAA-874F-B9B47F55CEE4}"/>
                    </a:ext>
                  </a:extLst>
                </p14:cNvPr>
                <p14:cNvContentPartPr/>
                <p14:nvPr/>
              </p14:nvContentPartPr>
              <p14:xfrm>
                <a:off x="7795731" y="6118810"/>
                <a:ext cx="171000" cy="79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9B505FB-144F-BAAA-874F-B9B47F55CEE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787091" y="6110170"/>
                  <a:ext cx="188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FC58B1-8AD0-D715-8CF9-F0F6899A9CE8}"/>
                    </a:ext>
                  </a:extLst>
                </p14:cNvPr>
                <p14:cNvContentPartPr/>
                <p14:nvPr/>
              </p14:nvContentPartPr>
              <p14:xfrm>
                <a:off x="8299371" y="6137890"/>
                <a:ext cx="19080" cy="70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FC58B1-8AD0-D715-8CF9-F0F6899A9CE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90371" y="6128890"/>
                  <a:ext cx="36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BA632FB-E271-BF2F-9540-B65AD2B711D1}"/>
                    </a:ext>
                  </a:extLst>
                </p14:cNvPr>
                <p14:cNvContentPartPr/>
                <p14:nvPr/>
              </p14:nvContentPartPr>
              <p14:xfrm>
                <a:off x="8273091" y="6001090"/>
                <a:ext cx="4680" cy="40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BA632FB-E271-BF2F-9540-B65AD2B711D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264451" y="5992090"/>
                  <a:ext cx="22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EFC98DB-FC50-3401-1897-7CE32B2AED29}"/>
                    </a:ext>
                  </a:extLst>
                </p14:cNvPr>
                <p14:cNvContentPartPr/>
                <p14:nvPr/>
              </p14:nvContentPartPr>
              <p14:xfrm>
                <a:off x="8376051" y="6079930"/>
                <a:ext cx="61920" cy="114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EFC98DB-FC50-3401-1897-7CE32B2AED2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367051" y="6070930"/>
                  <a:ext cx="79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BFE1178-5822-2400-6094-4D21718C008B}"/>
                    </a:ext>
                  </a:extLst>
                </p14:cNvPr>
                <p14:cNvContentPartPr/>
                <p14:nvPr/>
              </p14:nvContentPartPr>
              <p14:xfrm>
                <a:off x="8676291" y="6089650"/>
                <a:ext cx="120960" cy="110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BFE1178-5822-2400-6094-4D21718C008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667651" y="6081010"/>
                  <a:ext cx="13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8228BAC-89A7-0266-FB83-C18329DB6B9B}"/>
                    </a:ext>
                  </a:extLst>
                </p14:cNvPr>
                <p14:cNvContentPartPr/>
                <p14:nvPr/>
              </p14:nvContentPartPr>
              <p14:xfrm>
                <a:off x="8809851" y="5924410"/>
                <a:ext cx="63720" cy="209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8228BAC-89A7-0266-FB83-C18329DB6B9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00851" y="5915410"/>
                  <a:ext cx="81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DC3B058-1E14-7951-02CF-26DB36458011}"/>
                    </a:ext>
                  </a:extLst>
                </p14:cNvPr>
                <p14:cNvContentPartPr/>
                <p14:nvPr/>
              </p14:nvContentPartPr>
              <p14:xfrm>
                <a:off x="8811291" y="6044650"/>
                <a:ext cx="102960" cy="5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DC3B058-1E14-7951-02CF-26DB3645801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802291" y="6036010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E603CF-9C06-AC06-9B77-3B2281C70002}"/>
                    </a:ext>
                  </a:extLst>
                </p14:cNvPr>
                <p14:cNvContentPartPr/>
                <p14:nvPr/>
              </p14:nvContentPartPr>
              <p14:xfrm>
                <a:off x="9136371" y="6019090"/>
                <a:ext cx="120240" cy="164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E603CF-9C06-AC06-9B77-3B2281C7000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127371" y="6010090"/>
                  <a:ext cx="137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456008-84F6-B4E9-0E43-F2F33921F938}"/>
                    </a:ext>
                  </a:extLst>
                </p14:cNvPr>
                <p14:cNvContentPartPr/>
                <p14:nvPr/>
              </p14:nvContentPartPr>
              <p14:xfrm>
                <a:off x="9273171" y="6024490"/>
                <a:ext cx="569160" cy="158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456008-84F6-B4E9-0E43-F2F33921F93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264531" y="6015850"/>
                  <a:ext cx="586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521070-900C-D9A2-D4E4-F3714AB0CCAF}"/>
                    </a:ext>
                  </a:extLst>
                </p14:cNvPr>
                <p14:cNvContentPartPr/>
                <p14:nvPr/>
              </p14:nvContentPartPr>
              <p14:xfrm>
                <a:off x="10046811" y="5901730"/>
                <a:ext cx="159840" cy="402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521070-900C-D9A2-D4E4-F3714AB0CCA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037811" y="5893090"/>
                  <a:ext cx="1774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BA0096-5B98-C1B5-6828-FF0B6728D680}"/>
                    </a:ext>
                  </a:extLst>
                </p14:cNvPr>
                <p14:cNvContentPartPr/>
                <p14:nvPr/>
              </p14:nvContentPartPr>
              <p14:xfrm>
                <a:off x="10060851" y="6146890"/>
                <a:ext cx="140040" cy="11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BA0096-5B98-C1B5-6828-FF0B6728D6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52211" y="6138250"/>
                  <a:ext cx="157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5FCCBB9-C86D-453E-D824-17D95EF4F5A6}"/>
                    </a:ext>
                  </a:extLst>
                </p14:cNvPr>
                <p14:cNvContentPartPr/>
                <p14:nvPr/>
              </p14:nvContentPartPr>
              <p14:xfrm>
                <a:off x="10193691" y="6025210"/>
                <a:ext cx="270000" cy="163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5FCCBB9-C86D-453E-D824-17D95EF4F5A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84691" y="6016210"/>
                  <a:ext cx="287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A8E7EBF-4BA7-C3C8-3BB5-686D0F726A76}"/>
                    </a:ext>
                  </a:extLst>
                </p14:cNvPr>
                <p14:cNvContentPartPr/>
                <p14:nvPr/>
              </p14:nvContentPartPr>
              <p14:xfrm>
                <a:off x="10506531" y="6054370"/>
                <a:ext cx="167040" cy="191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A8E7EBF-4BA7-C3C8-3BB5-686D0F726A7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97891" y="6045730"/>
                  <a:ext cx="184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FF2468-EE8B-EA24-867E-7AD5C6C5C53A}"/>
                    </a:ext>
                  </a:extLst>
                </p14:cNvPr>
                <p14:cNvContentPartPr/>
                <p14:nvPr/>
              </p14:nvContentPartPr>
              <p14:xfrm>
                <a:off x="10671411" y="6151570"/>
                <a:ext cx="91440" cy="25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EFF2468-EE8B-EA24-867E-7AD5C6C5C5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62771" y="6142570"/>
                  <a:ext cx="109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BF3E5F3-1EBF-9165-1B5F-42F15B74DC18}"/>
                    </a:ext>
                  </a:extLst>
                </p14:cNvPr>
                <p14:cNvContentPartPr/>
                <p14:nvPr/>
              </p14:nvContentPartPr>
              <p14:xfrm>
                <a:off x="10934211" y="5994610"/>
                <a:ext cx="240840" cy="122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BF3E5F3-1EBF-9165-1B5F-42F15B74DC1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925571" y="5985610"/>
                  <a:ext cx="258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D77892-0D95-DA12-72B5-9089AAC280F9}"/>
                    </a:ext>
                  </a:extLst>
                </p14:cNvPr>
                <p14:cNvContentPartPr/>
                <p14:nvPr/>
              </p14:nvContentPartPr>
              <p14:xfrm>
                <a:off x="11249571" y="6048970"/>
                <a:ext cx="100080" cy="110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D77892-0D95-DA12-72B5-9089AAC280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40931" y="6040330"/>
                  <a:ext cx="11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47DA50B-90AD-A797-0F06-4A7EFB6F210D}"/>
                    </a:ext>
                  </a:extLst>
                </p14:cNvPr>
                <p14:cNvContentPartPr/>
                <p14:nvPr/>
              </p14:nvContentPartPr>
              <p14:xfrm>
                <a:off x="6636171" y="6576010"/>
                <a:ext cx="214920" cy="131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47DA50B-90AD-A797-0F06-4A7EFB6F210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627171" y="6567010"/>
                  <a:ext cx="232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418951B-F321-F6C9-6F24-CB37A362323F}"/>
                    </a:ext>
                  </a:extLst>
                </p14:cNvPr>
                <p14:cNvContentPartPr/>
                <p14:nvPr/>
              </p14:nvContentPartPr>
              <p14:xfrm>
                <a:off x="6877011" y="6488170"/>
                <a:ext cx="147240" cy="218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418951B-F321-F6C9-6F24-CB37A362323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68011" y="6479530"/>
                  <a:ext cx="164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0F7652A-9CA6-F1A7-32E7-3F05E82AA75A}"/>
                    </a:ext>
                  </a:extLst>
                </p14:cNvPr>
                <p14:cNvContentPartPr/>
                <p14:nvPr/>
              </p14:nvContentPartPr>
              <p14:xfrm>
                <a:off x="6915171" y="6624970"/>
                <a:ext cx="44280" cy="71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0F7652A-9CA6-F1A7-32E7-3F05E82AA75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06531" y="6616330"/>
                  <a:ext cx="61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D05ACC0-60E6-817B-0546-D5FB0FBA8CE0}"/>
                    </a:ext>
                  </a:extLst>
                </p14:cNvPr>
                <p14:cNvContentPartPr/>
                <p14:nvPr/>
              </p14:nvContentPartPr>
              <p14:xfrm>
                <a:off x="6857931" y="6450730"/>
                <a:ext cx="63720" cy="50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D05ACC0-60E6-817B-0546-D5FB0FBA8CE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48931" y="6441730"/>
                  <a:ext cx="81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74839C8-3980-9083-AB8B-0D8484344C60}"/>
                    </a:ext>
                  </a:extLst>
                </p14:cNvPr>
                <p14:cNvContentPartPr/>
                <p14:nvPr/>
              </p14:nvContentPartPr>
              <p14:xfrm>
                <a:off x="6986811" y="6474490"/>
                <a:ext cx="27000" cy="186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74839C8-3980-9083-AB8B-0D8484344C6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78171" y="6465850"/>
                  <a:ext cx="44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7D0CDB-6321-5CC9-EFD7-76FA910AB81D}"/>
                    </a:ext>
                  </a:extLst>
                </p14:cNvPr>
                <p14:cNvContentPartPr/>
                <p14:nvPr/>
              </p14:nvContentPartPr>
              <p14:xfrm>
                <a:off x="6969891" y="6416170"/>
                <a:ext cx="331920" cy="284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7D0CDB-6321-5CC9-EFD7-76FA910AB81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961251" y="6407170"/>
                  <a:ext cx="349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650F8D-E041-1AC2-62F2-0C3E7728E1E0}"/>
                    </a:ext>
                  </a:extLst>
                </p14:cNvPr>
                <p14:cNvContentPartPr/>
                <p14:nvPr/>
              </p14:nvContentPartPr>
              <p14:xfrm>
                <a:off x="7459131" y="6559810"/>
                <a:ext cx="442440" cy="114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650F8D-E041-1AC2-62F2-0C3E7728E1E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450491" y="6550810"/>
                  <a:ext cx="46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C05B480-C2FE-6298-84AD-8B3E33A4C061}"/>
                    </a:ext>
                  </a:extLst>
                </p14:cNvPr>
                <p14:cNvContentPartPr/>
                <p14:nvPr/>
              </p14:nvContentPartPr>
              <p14:xfrm>
                <a:off x="7948371" y="6590770"/>
                <a:ext cx="115920" cy="168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C05B480-C2FE-6298-84AD-8B3E33A4C06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39731" y="6582130"/>
                  <a:ext cx="133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C8F4C39-BF2F-6C64-5338-3946E18AE7D2}"/>
                    </a:ext>
                  </a:extLst>
                </p14:cNvPr>
                <p14:cNvContentPartPr/>
                <p14:nvPr/>
              </p14:nvContentPartPr>
              <p14:xfrm>
                <a:off x="8086251" y="6405730"/>
                <a:ext cx="213840" cy="262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C8F4C39-BF2F-6C64-5338-3946E18AE7D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7251" y="6397090"/>
                  <a:ext cx="231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6776D4-0CC8-5D9B-D11C-A82F7CC5E334}"/>
                    </a:ext>
                  </a:extLst>
                </p14:cNvPr>
                <p14:cNvContentPartPr/>
                <p14:nvPr/>
              </p14:nvContentPartPr>
              <p14:xfrm>
                <a:off x="8240331" y="6419050"/>
                <a:ext cx="5400" cy="12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6776D4-0CC8-5D9B-D11C-A82F7CC5E33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31691" y="6410050"/>
                  <a:ext cx="23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04FECF-8A84-D40B-EBEC-648BE7B1874C}"/>
                    </a:ext>
                  </a:extLst>
                </p14:cNvPr>
                <p14:cNvContentPartPr/>
                <p14:nvPr/>
              </p14:nvContentPartPr>
              <p14:xfrm>
                <a:off x="8295051" y="6400690"/>
                <a:ext cx="143640" cy="219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04FECF-8A84-D40B-EBEC-648BE7B1874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286411" y="6391690"/>
                  <a:ext cx="161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6AF30C2-D6FA-AE3C-D466-6D5E4081E0D7}"/>
                    </a:ext>
                  </a:extLst>
                </p14:cNvPr>
                <p14:cNvContentPartPr/>
                <p14:nvPr/>
              </p14:nvContentPartPr>
              <p14:xfrm>
                <a:off x="8475771" y="6564850"/>
                <a:ext cx="82800" cy="43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6AF30C2-D6FA-AE3C-D466-6D5E4081E0D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467131" y="6556210"/>
                  <a:ext cx="100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DE184F9-6626-174D-0485-34E4ACE56EBD}"/>
                    </a:ext>
                  </a:extLst>
                </p14:cNvPr>
                <p14:cNvContentPartPr/>
                <p14:nvPr/>
              </p14:nvContentPartPr>
              <p14:xfrm>
                <a:off x="8622651" y="6375130"/>
                <a:ext cx="278280" cy="299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DE184F9-6626-174D-0485-34E4ACE56EB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614011" y="6366490"/>
                  <a:ext cx="295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DC9F863-B773-EE2E-289D-80FC82E746DA}"/>
                    </a:ext>
                  </a:extLst>
                </p14:cNvPr>
                <p14:cNvContentPartPr/>
                <p14:nvPr/>
              </p14:nvContentPartPr>
              <p14:xfrm>
                <a:off x="8964291" y="6345610"/>
                <a:ext cx="115200" cy="427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DC9F863-B773-EE2E-289D-80FC82E746D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955291" y="6336970"/>
                  <a:ext cx="1328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64F8CA7-6D78-43E0-E744-E8EDE6373C29}"/>
                    </a:ext>
                  </a:extLst>
                </p14:cNvPr>
                <p14:cNvContentPartPr/>
                <p14:nvPr/>
              </p14:nvContentPartPr>
              <p14:xfrm>
                <a:off x="9105411" y="6552970"/>
                <a:ext cx="141840" cy="171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64F8CA7-6D78-43E0-E744-E8EDE6373C2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096771" y="6544330"/>
                  <a:ext cx="159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54C6C72-999A-18CB-FE43-654C552DEE25}"/>
                    </a:ext>
                  </a:extLst>
                </p14:cNvPr>
                <p14:cNvContentPartPr/>
                <p14:nvPr/>
              </p14:nvContentPartPr>
              <p14:xfrm>
                <a:off x="9280011" y="6438850"/>
                <a:ext cx="148680" cy="193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54C6C72-999A-18CB-FE43-654C552DEE2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71011" y="6430210"/>
                  <a:ext cx="166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2D32FAB-C48F-D24E-F337-37BA2397DF73}"/>
                    </a:ext>
                  </a:extLst>
                </p14:cNvPr>
                <p14:cNvContentPartPr/>
                <p14:nvPr/>
              </p14:nvContentPartPr>
              <p14:xfrm>
                <a:off x="9436971" y="6562330"/>
                <a:ext cx="89640" cy="75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2D32FAB-C48F-D24E-F337-37BA2397DF7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427971" y="6553690"/>
                  <a:ext cx="107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CDA37D6-1DBD-BF1E-C9C4-957CEDBFE0C2}"/>
                    </a:ext>
                  </a:extLst>
                </p14:cNvPr>
                <p14:cNvContentPartPr/>
                <p14:nvPr/>
              </p14:nvContentPartPr>
              <p14:xfrm>
                <a:off x="9658371" y="6499330"/>
                <a:ext cx="257040" cy="197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CDA37D6-1DBD-BF1E-C9C4-957CEDBFE0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649731" y="6490690"/>
                  <a:ext cx="274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420081E-712C-84B2-C834-12BCE7C5CE1D}"/>
                    </a:ext>
                  </a:extLst>
                </p14:cNvPr>
                <p14:cNvContentPartPr/>
                <p14:nvPr/>
              </p14:nvContentPartPr>
              <p14:xfrm>
                <a:off x="10115211" y="6506170"/>
                <a:ext cx="91440" cy="124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420081E-712C-84B2-C834-12BCE7C5CE1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106571" y="6497170"/>
                  <a:ext cx="109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4D34D8D-4E49-0B2C-7CE9-E5BB5B1B7BE7}"/>
                    </a:ext>
                  </a:extLst>
                </p14:cNvPr>
                <p14:cNvContentPartPr/>
                <p14:nvPr/>
              </p14:nvContentPartPr>
              <p14:xfrm>
                <a:off x="10162371" y="6329410"/>
                <a:ext cx="196200" cy="244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4D34D8D-4E49-0B2C-7CE9-E5BB5B1B7BE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153371" y="6320770"/>
                  <a:ext cx="213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ADFD20D-C227-5B6B-DFF8-62DC837D1A44}"/>
                    </a:ext>
                  </a:extLst>
                </p14:cNvPr>
                <p14:cNvContentPartPr/>
                <p14:nvPr/>
              </p14:nvContentPartPr>
              <p14:xfrm>
                <a:off x="10392411" y="6452530"/>
                <a:ext cx="300600" cy="122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ADFD20D-C227-5B6B-DFF8-62DC837D1A4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383771" y="6443530"/>
                  <a:ext cx="31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E8EB773-6B9D-644E-699E-A77806D068B9}"/>
                    </a:ext>
                  </a:extLst>
                </p14:cNvPr>
                <p14:cNvContentPartPr/>
                <p14:nvPr/>
              </p14:nvContentPartPr>
              <p14:xfrm>
                <a:off x="10768251" y="6399610"/>
                <a:ext cx="258840" cy="221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E8EB773-6B9D-644E-699E-A77806D068B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759611" y="6390970"/>
                  <a:ext cx="276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7BF0D8-76B8-DC79-F5F4-9C136C53F032}"/>
                    </a:ext>
                  </a:extLst>
                </p14:cNvPr>
                <p14:cNvContentPartPr/>
                <p14:nvPr/>
              </p14:nvContentPartPr>
              <p14:xfrm>
                <a:off x="11173611" y="6272530"/>
                <a:ext cx="58320" cy="227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7BF0D8-76B8-DC79-F5F4-9C136C53F03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164611" y="6263530"/>
                  <a:ext cx="75960" cy="244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discrete-time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rule that maps an input sequence to an output sequence.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29718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Examples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Nonlinear / time-varying examples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Gain: y[n]=2x[n]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Delay: y[n]=x[n−3]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Moving average: y[n]=(x[n]+x[n−1])/2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Squaring: y[n]=x²[n]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Compressor / limiter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 that changes with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2860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53035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99232" y="541324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5687568"/>
            <a:ext cx="6163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Which properties let us predict behavior without simulating every possible input?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0692AFB-586D-4FB9-9951-6798129D4469}"/>
              </a:ext>
            </a:extLst>
          </p:cNvPr>
          <p:cNvGrpSpPr/>
          <p:nvPr/>
        </p:nvGrpSpPr>
        <p:grpSpPr>
          <a:xfrm>
            <a:off x="6618171" y="827759"/>
            <a:ext cx="1678320" cy="672480"/>
            <a:chOff x="6618171" y="827759"/>
            <a:chExt cx="167832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87BA01-CE90-154A-A965-0B23CF082324}"/>
                    </a:ext>
                  </a:extLst>
                </p14:cNvPr>
                <p14:cNvContentPartPr/>
                <p14:nvPr/>
              </p14:nvContentPartPr>
              <p14:xfrm>
                <a:off x="8257611" y="926759"/>
                <a:ext cx="38880" cy="474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87BA01-CE90-154A-A965-0B23CF0823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8611" y="918119"/>
                  <a:ext cx="5652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41AFE7-559A-90FE-703D-94B98726F092}"/>
                    </a:ext>
                  </a:extLst>
                </p14:cNvPr>
                <p14:cNvContentPartPr/>
                <p14:nvPr/>
              </p14:nvContentPartPr>
              <p14:xfrm>
                <a:off x="7357611" y="827759"/>
                <a:ext cx="795600" cy="26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41AFE7-559A-90FE-703D-94B98726F0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48611" y="819119"/>
                  <a:ext cx="813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270194-72B6-671C-2E9D-BEEA22633120}"/>
                    </a:ext>
                  </a:extLst>
                </p14:cNvPr>
                <p14:cNvContentPartPr/>
                <p14:nvPr/>
              </p14:nvContentPartPr>
              <p14:xfrm>
                <a:off x="7260411" y="864479"/>
                <a:ext cx="49320" cy="570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270194-72B6-671C-2E9D-BEEA226331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51411" y="855839"/>
                  <a:ext cx="669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5ED2F72-D52F-D3CD-678F-A5746D1D3D64}"/>
                    </a:ext>
                  </a:extLst>
                </p14:cNvPr>
                <p14:cNvContentPartPr/>
                <p14:nvPr/>
              </p14:nvContentPartPr>
              <p14:xfrm>
                <a:off x="7266171" y="1450559"/>
                <a:ext cx="930600" cy="49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5ED2F72-D52F-D3CD-678F-A5746D1D3D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7531" y="1441919"/>
                  <a:ext cx="948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97FD67-599D-9552-3C23-3E09DA348BFA}"/>
                    </a:ext>
                  </a:extLst>
                </p14:cNvPr>
                <p14:cNvContentPartPr/>
                <p14:nvPr/>
              </p14:nvContentPartPr>
              <p14:xfrm>
                <a:off x="7577931" y="1072199"/>
                <a:ext cx="55080" cy="181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97FD67-599D-9552-3C23-3E09DA348B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68931" y="1063559"/>
                  <a:ext cx="72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FB6428-E699-B679-3758-9DA2DBE440E9}"/>
                    </a:ext>
                  </a:extLst>
                </p14:cNvPr>
                <p14:cNvContentPartPr/>
                <p14:nvPr/>
              </p14:nvContentPartPr>
              <p14:xfrm>
                <a:off x="7458051" y="1050959"/>
                <a:ext cx="235080" cy="1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FB6428-E699-B679-3758-9DA2DBE440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49051" y="1041959"/>
                  <a:ext cx="252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706540-7080-6860-5375-92A140F46A2A}"/>
                    </a:ext>
                  </a:extLst>
                </p14:cNvPr>
                <p14:cNvContentPartPr/>
                <p14:nvPr/>
              </p14:nvContentPartPr>
              <p14:xfrm>
                <a:off x="7775571" y="992279"/>
                <a:ext cx="70920" cy="311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706540-7080-6860-5375-92A140F46A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66931" y="983279"/>
                  <a:ext cx="885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498296-8BAE-0803-0477-E6EC16A3C3BF}"/>
                    </a:ext>
                  </a:extLst>
                </p14:cNvPr>
                <p14:cNvContentPartPr/>
                <p14:nvPr/>
              </p14:nvContentPartPr>
              <p14:xfrm>
                <a:off x="8031531" y="1028999"/>
                <a:ext cx="105480" cy="282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498296-8BAE-0803-0477-E6EC16A3C3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22531" y="1020359"/>
                  <a:ext cx="1231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C5258D3-DD3E-BFA8-4E01-716BAF7D0802}"/>
                    </a:ext>
                  </a:extLst>
                </p14:cNvPr>
                <p14:cNvContentPartPr/>
                <p14:nvPr/>
              </p14:nvContentPartPr>
              <p14:xfrm>
                <a:off x="6618171" y="1156439"/>
                <a:ext cx="628560" cy="10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C5258D3-DD3E-BFA8-4E01-716BAF7D08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09531" y="1147439"/>
                  <a:ext cx="646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B069A4-ABDE-7DF6-8F54-42A304204327}"/>
                    </a:ext>
                  </a:extLst>
                </p14:cNvPr>
                <p14:cNvContentPartPr/>
                <p14:nvPr/>
              </p14:nvContentPartPr>
              <p14:xfrm>
                <a:off x="7157451" y="1115399"/>
                <a:ext cx="174240" cy="9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B069A4-ABDE-7DF6-8F54-42A3042043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48451" y="1106399"/>
                  <a:ext cx="19188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793F705-609B-22EC-681D-02A245A6712A}"/>
                  </a:ext>
                </a:extLst>
              </p14:cNvPr>
              <p14:cNvContentPartPr/>
              <p14:nvPr/>
            </p14:nvContentPartPr>
            <p14:xfrm>
              <a:off x="8283171" y="1151759"/>
              <a:ext cx="772560" cy="698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793F705-609B-22EC-681D-02A245A6712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74531" y="1142759"/>
                <a:ext cx="790200" cy="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F9A2F5A-B796-5EA6-3542-1402B22A07EA}"/>
              </a:ext>
            </a:extLst>
          </p:cNvPr>
          <p:cNvGrpSpPr/>
          <p:nvPr/>
        </p:nvGrpSpPr>
        <p:grpSpPr>
          <a:xfrm>
            <a:off x="6274731" y="691319"/>
            <a:ext cx="662040" cy="257040"/>
            <a:chOff x="6274731" y="691319"/>
            <a:chExt cx="66204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E073AB-9D0D-C8DC-C02D-636F4016DC00}"/>
                    </a:ext>
                  </a:extLst>
                </p14:cNvPr>
                <p14:cNvContentPartPr/>
                <p14:nvPr/>
              </p14:nvContentPartPr>
              <p14:xfrm>
                <a:off x="6274731" y="815519"/>
                <a:ext cx="167400" cy="123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E073AB-9D0D-C8DC-C02D-636F4016DC0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65731" y="806879"/>
                  <a:ext cx="185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633E85-A897-4137-256A-D3E7CCA3D866}"/>
                    </a:ext>
                  </a:extLst>
                </p14:cNvPr>
                <p14:cNvContentPartPr/>
                <p14:nvPr/>
              </p14:nvContentPartPr>
              <p14:xfrm>
                <a:off x="6341331" y="837479"/>
                <a:ext cx="54360" cy="97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633E85-A897-4137-256A-D3E7CCA3D8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32331" y="828839"/>
                  <a:ext cx="72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523A80-AFA6-D3D6-CE73-9387B0483076}"/>
                    </a:ext>
                  </a:extLst>
                </p14:cNvPr>
                <p14:cNvContentPartPr/>
                <p14:nvPr/>
              </p14:nvContentPartPr>
              <p14:xfrm>
                <a:off x="6482451" y="710399"/>
                <a:ext cx="176400" cy="237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523A80-AFA6-D3D6-CE73-9387B04830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73451" y="701759"/>
                  <a:ext cx="194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45E180-5FAC-F824-C8DC-BB75CD370BED}"/>
                    </a:ext>
                  </a:extLst>
                </p14:cNvPr>
                <p14:cNvContentPartPr/>
                <p14:nvPr/>
              </p14:nvContentPartPr>
              <p14:xfrm>
                <a:off x="6630411" y="821279"/>
                <a:ext cx="186480" cy="86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45E180-5FAC-F824-C8DC-BB75CD370B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21771" y="812279"/>
                  <a:ext cx="204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026784-6882-72F2-CD4D-41115542325E}"/>
                    </a:ext>
                  </a:extLst>
                </p14:cNvPr>
                <p14:cNvContentPartPr/>
                <p14:nvPr/>
              </p14:nvContentPartPr>
              <p14:xfrm>
                <a:off x="6772971" y="691319"/>
                <a:ext cx="163800" cy="234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026784-6882-72F2-CD4D-4111554232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63971" y="682679"/>
                  <a:ext cx="18144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0CB0C4-E5A8-4BD4-B1FF-5194AC606682}"/>
              </a:ext>
            </a:extLst>
          </p:cNvPr>
          <p:cNvGrpSpPr/>
          <p:nvPr/>
        </p:nvGrpSpPr>
        <p:grpSpPr>
          <a:xfrm>
            <a:off x="8732811" y="724799"/>
            <a:ext cx="538200" cy="338400"/>
            <a:chOff x="8732811" y="724799"/>
            <a:chExt cx="53820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311251-8370-4D43-A4C5-8A947A44DA52}"/>
                    </a:ext>
                  </a:extLst>
                </p14:cNvPr>
                <p14:cNvContentPartPr/>
                <p14:nvPr/>
              </p14:nvContentPartPr>
              <p14:xfrm>
                <a:off x="8732811" y="870959"/>
                <a:ext cx="136800" cy="192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311251-8370-4D43-A4C5-8A947A44DA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24171" y="861959"/>
                  <a:ext cx="154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E27D80-A3BB-4F59-D168-5BA6CCF874A8}"/>
                    </a:ext>
                  </a:extLst>
                </p14:cNvPr>
                <p14:cNvContentPartPr/>
                <p14:nvPr/>
              </p14:nvContentPartPr>
              <p14:xfrm>
                <a:off x="8891571" y="735959"/>
                <a:ext cx="132480" cy="235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E27D80-A3BB-4F59-D168-5BA6CCF874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82931" y="726959"/>
                  <a:ext cx="1501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61961C-2854-37A8-4F24-9FEC09907F4F}"/>
                    </a:ext>
                  </a:extLst>
                </p14:cNvPr>
                <p14:cNvContentPartPr/>
                <p14:nvPr/>
              </p14:nvContentPartPr>
              <p14:xfrm>
                <a:off x="9017931" y="870239"/>
                <a:ext cx="127800" cy="64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61961C-2854-37A8-4F24-9FEC09907F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08931" y="861599"/>
                  <a:ext cx="145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AB3EB2-A0DC-2B0E-30E8-F512E28B0A2D}"/>
                    </a:ext>
                  </a:extLst>
                </p14:cNvPr>
                <p14:cNvContentPartPr/>
                <p14:nvPr/>
              </p14:nvContentPartPr>
              <p14:xfrm>
                <a:off x="9127371" y="724799"/>
                <a:ext cx="143640" cy="269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AB3EB2-A0DC-2B0E-30E8-F512E28B0A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18731" y="715799"/>
                  <a:ext cx="16128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B5180B6-FAEC-2CAF-7329-F367F2CC6344}"/>
              </a:ext>
            </a:extLst>
          </p:cNvPr>
          <p:cNvGrpSpPr/>
          <p:nvPr/>
        </p:nvGrpSpPr>
        <p:grpSpPr>
          <a:xfrm>
            <a:off x="9510051" y="765119"/>
            <a:ext cx="1452600" cy="346320"/>
            <a:chOff x="9510051" y="765119"/>
            <a:chExt cx="145260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26A5B8-CE28-6E24-5C64-CBD5A7E132ED}"/>
                    </a:ext>
                  </a:extLst>
                </p14:cNvPr>
                <p14:cNvContentPartPr/>
                <p14:nvPr/>
              </p14:nvContentPartPr>
              <p14:xfrm>
                <a:off x="9533091" y="963479"/>
                <a:ext cx="83880" cy="11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326A5B8-CE28-6E24-5C64-CBD5A7E132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524451" y="954839"/>
                  <a:ext cx="101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3D6E3F-56C4-A5B9-071F-CCD50EFDDBDA}"/>
                    </a:ext>
                  </a:extLst>
                </p14:cNvPr>
                <p14:cNvContentPartPr/>
                <p14:nvPr/>
              </p14:nvContentPartPr>
              <p14:xfrm>
                <a:off x="9510051" y="918839"/>
                <a:ext cx="88560" cy="23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3D6E3F-56C4-A5B9-071F-CCD50EFDDB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01051" y="909839"/>
                  <a:ext cx="106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C16BAC-58F1-0076-87E1-1F0AA7F92222}"/>
                    </a:ext>
                  </a:extLst>
                </p14:cNvPr>
                <p14:cNvContentPartPr/>
                <p14:nvPr/>
              </p14:nvContentPartPr>
              <p14:xfrm>
                <a:off x="9850251" y="864839"/>
                <a:ext cx="81000" cy="19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C16BAC-58F1-0076-87E1-1F0AA7F922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41251" y="856199"/>
                  <a:ext cx="986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A48F0FD-BF55-DC4D-DA49-9C78C1944F36}"/>
                    </a:ext>
                  </a:extLst>
                </p14:cNvPr>
                <p14:cNvContentPartPr/>
                <p14:nvPr/>
              </p14:nvContentPartPr>
              <p14:xfrm>
                <a:off x="9746931" y="828479"/>
                <a:ext cx="246960" cy="15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A48F0FD-BF55-DC4D-DA49-9C78C1944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37931" y="819479"/>
                  <a:ext cx="264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1C4FA5-5699-3770-ABEF-952EEB1B23B0}"/>
                    </a:ext>
                  </a:extLst>
                </p14:cNvPr>
                <p14:cNvContentPartPr/>
                <p14:nvPr/>
              </p14:nvContentPartPr>
              <p14:xfrm>
                <a:off x="10080651" y="805079"/>
                <a:ext cx="104760" cy="306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1C4FA5-5699-3770-ABEF-952EEB1B23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71651" y="796079"/>
                  <a:ext cx="1224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A06399-5DB3-C4D2-8C94-534C0DDB9BBE}"/>
                    </a:ext>
                  </a:extLst>
                </p14:cNvPr>
                <p14:cNvContentPartPr/>
                <p14:nvPr/>
              </p14:nvContentPartPr>
              <p14:xfrm>
                <a:off x="10249851" y="936119"/>
                <a:ext cx="162360" cy="107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A06399-5DB3-C4D2-8C94-534C0DDB9BB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41211" y="927479"/>
                  <a:ext cx="180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08108E6-E37B-C505-DF84-CE492501E9B5}"/>
                    </a:ext>
                  </a:extLst>
                </p14:cNvPr>
                <p14:cNvContentPartPr/>
                <p14:nvPr/>
              </p14:nvContentPartPr>
              <p14:xfrm>
                <a:off x="10319331" y="968879"/>
                <a:ext cx="67680" cy="8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08108E6-E37B-C505-DF84-CE492501E9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10691" y="960239"/>
                  <a:ext cx="85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623D76D-39B9-5575-B42A-AE191F888F99}"/>
                    </a:ext>
                  </a:extLst>
                </p14:cNvPr>
                <p14:cNvContentPartPr/>
                <p14:nvPr/>
              </p14:nvContentPartPr>
              <p14:xfrm>
                <a:off x="10451811" y="832799"/>
                <a:ext cx="134280" cy="224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623D76D-39B9-5575-B42A-AE191F888F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42811" y="823799"/>
                  <a:ext cx="151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882531F-0532-73CE-E27A-01870C62CFD5}"/>
                    </a:ext>
                  </a:extLst>
                </p14:cNvPr>
                <p14:cNvContentPartPr/>
                <p14:nvPr/>
              </p14:nvContentPartPr>
              <p14:xfrm>
                <a:off x="10611291" y="985439"/>
                <a:ext cx="145440" cy="70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882531F-0532-73CE-E27A-01870C62CF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02291" y="976439"/>
                  <a:ext cx="163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DCA33F-53A8-B660-5A4D-C6EE9F3C7427}"/>
                    </a:ext>
                  </a:extLst>
                </p14:cNvPr>
                <p14:cNvContentPartPr/>
                <p14:nvPr/>
              </p14:nvContentPartPr>
              <p14:xfrm>
                <a:off x="10698771" y="824519"/>
                <a:ext cx="151560" cy="271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DCA33F-53A8-B660-5A4D-C6EE9F3C74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90131" y="815519"/>
                  <a:ext cx="169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E753B17-3846-D778-B96B-84F407391525}"/>
                    </a:ext>
                  </a:extLst>
                </p14:cNvPr>
                <p14:cNvContentPartPr/>
                <p14:nvPr/>
              </p14:nvContentPartPr>
              <p14:xfrm>
                <a:off x="10835571" y="765119"/>
                <a:ext cx="127080" cy="312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E753B17-3846-D778-B96B-84F4073915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26931" y="756119"/>
                  <a:ext cx="14472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D33BD0A-2659-FB78-29DA-CF8322EDD133}"/>
              </a:ext>
            </a:extLst>
          </p:cNvPr>
          <p:cNvGrpSpPr/>
          <p:nvPr/>
        </p:nvGrpSpPr>
        <p:grpSpPr>
          <a:xfrm>
            <a:off x="6226131" y="1642799"/>
            <a:ext cx="2377800" cy="381960"/>
            <a:chOff x="6226131" y="1642799"/>
            <a:chExt cx="237780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C89E4CF-6B5F-6367-8E90-2A469A36BE0A}"/>
                    </a:ext>
                  </a:extLst>
                </p14:cNvPr>
                <p14:cNvContentPartPr/>
                <p14:nvPr/>
              </p14:nvContentPartPr>
              <p14:xfrm>
                <a:off x="6454731" y="1779239"/>
                <a:ext cx="54000" cy="168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C89E4CF-6B5F-6367-8E90-2A469A36BE0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46091" y="1770239"/>
                  <a:ext cx="71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665EBF-1291-186E-23D7-439E67974293}"/>
                    </a:ext>
                  </a:extLst>
                </p14:cNvPr>
                <p14:cNvContentPartPr/>
                <p14:nvPr/>
              </p14:nvContentPartPr>
              <p14:xfrm>
                <a:off x="6226131" y="1719119"/>
                <a:ext cx="276480" cy="2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665EBF-1291-186E-23D7-439E679742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7491" y="1710119"/>
                  <a:ext cx="294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2CCE3E-FE92-0EFB-49B6-C61FA8ED09DD}"/>
                    </a:ext>
                  </a:extLst>
                </p14:cNvPr>
                <p14:cNvContentPartPr/>
                <p14:nvPr/>
              </p14:nvContentPartPr>
              <p14:xfrm>
                <a:off x="6569571" y="1811639"/>
                <a:ext cx="63000" cy="99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2CCE3E-FE92-0EFB-49B6-C61FA8ED09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60931" y="1802639"/>
                  <a:ext cx="80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2940DB-997F-EABB-C448-A9830F9C0801}"/>
                    </a:ext>
                  </a:extLst>
                </p14:cNvPr>
                <p14:cNvContentPartPr/>
                <p14:nvPr/>
              </p14:nvContentPartPr>
              <p14:xfrm>
                <a:off x="6714291" y="1845839"/>
                <a:ext cx="145800" cy="72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2940DB-997F-EABB-C448-A9830F9C08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05651" y="1837199"/>
                  <a:ext cx="163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9A1724F-D0C6-89C1-744E-BECB3FAE374A}"/>
                    </a:ext>
                  </a:extLst>
                </p14:cNvPr>
                <p14:cNvContentPartPr/>
                <p14:nvPr/>
              </p14:nvContentPartPr>
              <p14:xfrm>
                <a:off x="6955131" y="1837199"/>
                <a:ext cx="20880" cy="2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9A1724F-D0C6-89C1-744E-BECB3FAE374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46131" y="1828199"/>
                  <a:ext cx="38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053D245-9B73-0003-82DC-E427F5CF04F4}"/>
                    </a:ext>
                  </a:extLst>
                </p14:cNvPr>
                <p14:cNvContentPartPr/>
                <p14:nvPr/>
              </p14:nvContentPartPr>
              <p14:xfrm>
                <a:off x="6926331" y="1843319"/>
                <a:ext cx="125640" cy="60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053D245-9B73-0003-82DC-E427F5CF04F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17331" y="1834319"/>
                  <a:ext cx="143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6DC829-6154-45EF-C01F-8249213DEA7F}"/>
                    </a:ext>
                  </a:extLst>
                </p14:cNvPr>
                <p14:cNvContentPartPr/>
                <p14:nvPr/>
              </p14:nvContentPartPr>
              <p14:xfrm>
                <a:off x="7046931" y="1794719"/>
                <a:ext cx="110520" cy="117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6DC829-6154-45EF-C01F-8249213DEA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37931" y="1786079"/>
                  <a:ext cx="128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5C7D43B-95A4-E6CB-99C5-F77A23072504}"/>
                    </a:ext>
                  </a:extLst>
                </p14:cNvPr>
                <p14:cNvContentPartPr/>
                <p14:nvPr/>
              </p14:nvContentPartPr>
              <p14:xfrm>
                <a:off x="7215771" y="1642799"/>
                <a:ext cx="127440" cy="38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5C7D43B-95A4-E6CB-99C5-F77A2307250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07131" y="1633799"/>
                  <a:ext cx="1450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3309BC-7317-4A2D-E82A-19A5519555A7}"/>
                    </a:ext>
                  </a:extLst>
                </p14:cNvPr>
                <p14:cNvContentPartPr/>
                <p14:nvPr/>
              </p14:nvContentPartPr>
              <p14:xfrm>
                <a:off x="7250331" y="1882559"/>
                <a:ext cx="92520" cy="39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3309BC-7317-4A2D-E82A-19A5519555A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41331" y="1873919"/>
                  <a:ext cx="110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86BAE8F-E180-6062-9112-59BE07BCB86E}"/>
                    </a:ext>
                  </a:extLst>
                </p14:cNvPr>
                <p14:cNvContentPartPr/>
                <p14:nvPr/>
              </p14:nvContentPartPr>
              <p14:xfrm>
                <a:off x="7372371" y="1835399"/>
                <a:ext cx="108360" cy="98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86BAE8F-E180-6062-9112-59BE07BCB86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63371" y="1826759"/>
                  <a:ext cx="126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6C86F3-D99F-E0F9-CCFF-F5780ADDED5E}"/>
                    </a:ext>
                  </a:extLst>
                </p14:cNvPr>
                <p14:cNvContentPartPr/>
                <p14:nvPr/>
              </p14:nvContentPartPr>
              <p14:xfrm>
                <a:off x="7576851" y="1798319"/>
                <a:ext cx="31320" cy="124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6C86F3-D99F-E0F9-CCFF-F5780ADDED5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68211" y="1789319"/>
                  <a:ext cx="48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90B231-AC21-3FCE-C61D-FB24244247DB}"/>
                    </a:ext>
                  </a:extLst>
                </p14:cNvPr>
                <p14:cNvContentPartPr/>
                <p14:nvPr/>
              </p14:nvContentPartPr>
              <p14:xfrm>
                <a:off x="7687371" y="1855919"/>
                <a:ext cx="207360" cy="55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90B231-AC21-3FCE-C61D-FB24244247D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78371" y="1847279"/>
                  <a:ext cx="225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D382663-AF5E-CF25-DEA6-CF7333CE7837}"/>
                    </a:ext>
                  </a:extLst>
                </p14:cNvPr>
                <p14:cNvContentPartPr/>
                <p14:nvPr/>
              </p14:nvContentPartPr>
              <p14:xfrm>
                <a:off x="7960251" y="1888319"/>
                <a:ext cx="105840" cy="81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D382663-AF5E-CF25-DEA6-CF7333CE78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1611" y="1879319"/>
                  <a:ext cx="123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BE5E3A-E8C1-3B53-FDCC-650A54235B87}"/>
                    </a:ext>
                  </a:extLst>
                </p14:cNvPr>
                <p14:cNvContentPartPr/>
                <p14:nvPr/>
              </p14:nvContentPartPr>
              <p14:xfrm>
                <a:off x="8076171" y="1680959"/>
                <a:ext cx="174960" cy="242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BE5E3A-E8C1-3B53-FDCC-650A54235B8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67171" y="1671959"/>
                  <a:ext cx="192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B54799D-8035-D96C-E8FC-23D35CF73F53}"/>
                    </a:ext>
                  </a:extLst>
                </p14:cNvPr>
                <p14:cNvContentPartPr/>
                <p14:nvPr/>
              </p14:nvContentPartPr>
              <p14:xfrm>
                <a:off x="8186691" y="1691759"/>
                <a:ext cx="4680" cy="23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B54799D-8035-D96C-E8FC-23D35CF73F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8051" y="1682759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E6E1060-3ED3-42A0-CCBC-6E59DA5C667C}"/>
                    </a:ext>
                  </a:extLst>
                </p14:cNvPr>
                <p14:cNvContentPartPr/>
                <p14:nvPr/>
              </p14:nvContentPartPr>
              <p14:xfrm>
                <a:off x="8315931" y="1850519"/>
                <a:ext cx="72720" cy="91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E6E1060-3ED3-42A0-CCBC-6E59DA5C667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07291" y="1841879"/>
                  <a:ext cx="90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27B244-8DC2-2C44-7905-E8E0F1C94D04}"/>
                    </a:ext>
                  </a:extLst>
                </p14:cNvPr>
                <p14:cNvContentPartPr/>
                <p14:nvPr/>
              </p14:nvContentPartPr>
              <p14:xfrm>
                <a:off x="8443011" y="1846199"/>
                <a:ext cx="160920" cy="5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27B244-8DC2-2C44-7905-E8E0F1C94D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34011" y="1837559"/>
                  <a:ext cx="17856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5C473C5-98A6-3FD2-B24D-2949147D0935}"/>
              </a:ext>
            </a:extLst>
          </p:cNvPr>
          <p:cNvGrpSpPr/>
          <p:nvPr/>
        </p:nvGrpSpPr>
        <p:grpSpPr>
          <a:xfrm>
            <a:off x="9003531" y="1627679"/>
            <a:ext cx="633600" cy="312480"/>
            <a:chOff x="9003531" y="1627679"/>
            <a:chExt cx="63360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1F5355-50D0-716C-7C10-DFD6D8FEFD15}"/>
                    </a:ext>
                  </a:extLst>
                </p14:cNvPr>
                <p14:cNvContentPartPr/>
                <p14:nvPr/>
              </p14:nvContentPartPr>
              <p14:xfrm>
                <a:off x="9003531" y="1795799"/>
                <a:ext cx="145800" cy="82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1F5355-50D0-716C-7C10-DFD6D8FEFD1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94531" y="1787159"/>
                  <a:ext cx="163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AA1959-DCA1-3BB8-1BB4-FB1D8E3B62B3}"/>
                    </a:ext>
                  </a:extLst>
                </p14:cNvPr>
                <p14:cNvContentPartPr/>
                <p14:nvPr/>
              </p14:nvContentPartPr>
              <p14:xfrm>
                <a:off x="9051051" y="1790399"/>
                <a:ext cx="60480" cy="104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AA1959-DCA1-3BB8-1BB4-FB1D8E3B62B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42051" y="1781399"/>
                  <a:ext cx="78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8FB88F8-553E-6981-3ABD-F7E0C14884AD}"/>
                    </a:ext>
                  </a:extLst>
                </p14:cNvPr>
                <p14:cNvContentPartPr/>
                <p14:nvPr/>
              </p14:nvContentPartPr>
              <p14:xfrm>
                <a:off x="9170931" y="1650719"/>
                <a:ext cx="194760" cy="289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8FB88F8-553E-6981-3ABD-F7E0C14884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61931" y="1641719"/>
                  <a:ext cx="212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2501499-553E-538A-0EA1-7AB5DB03BA2B}"/>
                    </a:ext>
                  </a:extLst>
                </p14:cNvPr>
                <p14:cNvContentPartPr/>
                <p14:nvPr/>
              </p14:nvContentPartPr>
              <p14:xfrm>
                <a:off x="9330051" y="1806599"/>
                <a:ext cx="178200" cy="64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2501499-553E-538A-0EA1-7AB5DB03BA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21051" y="1797959"/>
                  <a:ext cx="1958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42F1A5-76DE-79EE-632A-EC3B17F72FA6}"/>
                    </a:ext>
                  </a:extLst>
                </p14:cNvPr>
                <p14:cNvContentPartPr/>
                <p14:nvPr/>
              </p14:nvContentPartPr>
              <p14:xfrm>
                <a:off x="9439491" y="1627679"/>
                <a:ext cx="197640" cy="30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42F1A5-76DE-79EE-632A-EC3B17F72F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30851" y="1618679"/>
                  <a:ext cx="21528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4E350FC-6CA1-32B7-69A9-603AA24D30E2}"/>
              </a:ext>
            </a:extLst>
          </p:cNvPr>
          <p:cNvGrpSpPr/>
          <p:nvPr/>
        </p:nvGrpSpPr>
        <p:grpSpPr>
          <a:xfrm>
            <a:off x="9866451" y="1586639"/>
            <a:ext cx="1293120" cy="388440"/>
            <a:chOff x="9866451" y="1586639"/>
            <a:chExt cx="129312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D672CB5-5B3B-895B-DA01-E33D27B2F60B}"/>
                    </a:ext>
                  </a:extLst>
                </p14:cNvPr>
                <p14:cNvContentPartPr/>
                <p14:nvPr/>
              </p14:nvContentPartPr>
              <p14:xfrm>
                <a:off x="9866451" y="1708319"/>
                <a:ext cx="40320" cy="147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D672CB5-5B3B-895B-DA01-E33D27B2F6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57811" y="1699319"/>
                  <a:ext cx="57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85EA35A-E483-B0CC-C23B-A74419DA0ABE}"/>
                    </a:ext>
                  </a:extLst>
                </p14:cNvPr>
                <p14:cNvContentPartPr/>
                <p14:nvPr/>
              </p14:nvContentPartPr>
              <p14:xfrm>
                <a:off x="9883011" y="1733159"/>
                <a:ext cx="418680" cy="94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85EA35A-E483-B0CC-C23B-A74419DA0AB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74011" y="1724519"/>
                  <a:ext cx="436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76D783B-ADDA-CD08-69C8-DAE0AE8FA2BE}"/>
                    </a:ext>
                  </a:extLst>
                </p14:cNvPr>
                <p14:cNvContentPartPr/>
                <p14:nvPr/>
              </p14:nvContentPartPr>
              <p14:xfrm>
                <a:off x="10510131" y="1750799"/>
                <a:ext cx="145800" cy="224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76D783B-ADDA-CD08-69C8-DAE0AE8FA2B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01131" y="1742159"/>
                  <a:ext cx="163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2CA02A-54E9-38C3-11C0-47575667CB02}"/>
                    </a:ext>
                  </a:extLst>
                </p14:cNvPr>
                <p14:cNvContentPartPr/>
                <p14:nvPr/>
              </p14:nvContentPartPr>
              <p14:xfrm>
                <a:off x="10681131" y="1586639"/>
                <a:ext cx="158760" cy="28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2CA02A-54E9-38C3-11C0-47575667CB0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72131" y="1577639"/>
                  <a:ext cx="176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1375E2C-8C21-2005-AB23-6E70EA5225FF}"/>
                    </a:ext>
                  </a:extLst>
                </p14:cNvPr>
                <p14:cNvContentPartPr/>
                <p14:nvPr/>
              </p14:nvContentPartPr>
              <p14:xfrm>
                <a:off x="10813971" y="1746479"/>
                <a:ext cx="179280" cy="84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1375E2C-8C21-2005-AB23-6E70EA5225F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04971" y="1737839"/>
                  <a:ext cx="196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B71D47-2B22-3C8C-52B7-5010305FE133}"/>
                    </a:ext>
                  </a:extLst>
                </p14:cNvPr>
                <p14:cNvContentPartPr/>
                <p14:nvPr/>
              </p14:nvContentPartPr>
              <p14:xfrm>
                <a:off x="10994691" y="1594559"/>
                <a:ext cx="164880" cy="29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B71D47-2B22-3C8C-52B7-5010305FE13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85691" y="1585919"/>
                  <a:ext cx="18252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046B90D-9E0F-3925-37B0-58FE641914F1}"/>
              </a:ext>
            </a:extLst>
          </p:cNvPr>
          <p:cNvGrpSpPr/>
          <p:nvPr/>
        </p:nvGrpSpPr>
        <p:grpSpPr>
          <a:xfrm>
            <a:off x="1938171" y="5570039"/>
            <a:ext cx="484560" cy="160200"/>
            <a:chOff x="1938171" y="5570039"/>
            <a:chExt cx="48456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04512EA-9EE2-71F0-D7B9-436632983EED}"/>
                    </a:ext>
                  </a:extLst>
                </p14:cNvPr>
                <p14:cNvContentPartPr/>
                <p14:nvPr/>
              </p14:nvContentPartPr>
              <p14:xfrm>
                <a:off x="1938171" y="5650319"/>
                <a:ext cx="445320" cy="28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04512EA-9EE2-71F0-D7B9-436632983EE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29531" y="5641319"/>
                  <a:ext cx="462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EDCB79-0003-7F93-0C32-28C4CAE63318}"/>
                    </a:ext>
                  </a:extLst>
                </p14:cNvPr>
                <p14:cNvContentPartPr/>
                <p14:nvPr/>
              </p14:nvContentPartPr>
              <p14:xfrm>
                <a:off x="2185851" y="5570039"/>
                <a:ext cx="236880" cy="160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EDCB79-0003-7F93-0C32-28C4CAE6331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76851" y="5561399"/>
                  <a:ext cx="2545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0027E9F-21D6-E0A2-E70C-9C0049AC3B02}"/>
              </a:ext>
            </a:extLst>
          </p:cNvPr>
          <p:cNvGrpSpPr/>
          <p:nvPr/>
        </p:nvGrpSpPr>
        <p:grpSpPr>
          <a:xfrm>
            <a:off x="2858331" y="6258359"/>
            <a:ext cx="1332000" cy="445320"/>
            <a:chOff x="2858331" y="6258359"/>
            <a:chExt cx="133200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063761B-860B-0A71-731D-5DD1B6A7BFDA}"/>
                    </a:ext>
                  </a:extLst>
                </p14:cNvPr>
                <p14:cNvContentPartPr/>
                <p14:nvPr/>
              </p14:nvContentPartPr>
              <p14:xfrm>
                <a:off x="2858331" y="6288959"/>
                <a:ext cx="115560" cy="227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063761B-860B-0A71-731D-5DD1B6A7BFD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49331" y="6279959"/>
                  <a:ext cx="133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69F68DD-03A1-B4E3-3AB2-6CC890753ABA}"/>
                    </a:ext>
                  </a:extLst>
                </p14:cNvPr>
                <p14:cNvContentPartPr/>
                <p14:nvPr/>
              </p14:nvContentPartPr>
              <p14:xfrm>
                <a:off x="3005931" y="6444479"/>
                <a:ext cx="42840" cy="63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69F68DD-03A1-B4E3-3AB2-6CC890753AB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96931" y="6435479"/>
                  <a:ext cx="60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524B0A3-DED1-7BAB-2943-20542C495E8B}"/>
                    </a:ext>
                  </a:extLst>
                </p14:cNvPr>
                <p14:cNvContentPartPr/>
                <p14:nvPr/>
              </p14:nvContentPartPr>
              <p14:xfrm>
                <a:off x="2994771" y="6304079"/>
                <a:ext cx="360" cy="12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524B0A3-DED1-7BAB-2943-20542C495E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86131" y="6295079"/>
                  <a:ext cx="18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56F1600-72AA-60D0-E585-6CB1F877CB96}"/>
                    </a:ext>
                  </a:extLst>
                </p14:cNvPr>
                <p14:cNvContentPartPr/>
                <p14:nvPr/>
              </p14:nvContentPartPr>
              <p14:xfrm>
                <a:off x="3060651" y="6390479"/>
                <a:ext cx="396000" cy="132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56F1600-72AA-60D0-E585-6CB1F877CB9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51651" y="6381839"/>
                  <a:ext cx="413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617E0FF-3042-B464-5874-FBC3BA2DD40C}"/>
                    </a:ext>
                  </a:extLst>
                </p14:cNvPr>
                <p14:cNvContentPartPr/>
                <p14:nvPr/>
              </p14:nvContentPartPr>
              <p14:xfrm>
                <a:off x="3490491" y="6396599"/>
                <a:ext cx="330840" cy="162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617E0FF-3042-B464-5874-FBC3BA2DD40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81851" y="6387599"/>
                  <a:ext cx="348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D7060E0-969C-C3DA-EE9B-601544B43003}"/>
                    </a:ext>
                  </a:extLst>
                </p14:cNvPr>
                <p14:cNvContentPartPr/>
                <p14:nvPr/>
              </p14:nvContentPartPr>
              <p14:xfrm>
                <a:off x="3865611" y="6433319"/>
                <a:ext cx="52560" cy="80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D7060E0-969C-C3DA-EE9B-601544B430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56611" y="6424679"/>
                  <a:ext cx="70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B0A7303-ECF6-8C50-9561-49EE956E9190}"/>
                    </a:ext>
                  </a:extLst>
                </p14:cNvPr>
                <p14:cNvContentPartPr/>
                <p14:nvPr/>
              </p14:nvContentPartPr>
              <p14:xfrm>
                <a:off x="3826731" y="6274919"/>
                <a:ext cx="1800" cy="11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B0A7303-ECF6-8C50-9561-49EE956E91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18091" y="6265919"/>
                  <a:ext cx="19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069EB00-44FF-803F-95E2-087611D291F2}"/>
                    </a:ext>
                  </a:extLst>
                </p14:cNvPr>
                <p14:cNvContentPartPr/>
                <p14:nvPr/>
              </p14:nvContentPartPr>
              <p14:xfrm>
                <a:off x="3953091" y="6258359"/>
                <a:ext cx="82800" cy="223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069EB00-44FF-803F-95E2-087611D291F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44451" y="6249359"/>
                  <a:ext cx="100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A4A7A15-F4A1-7969-93DB-E22AC177B23C}"/>
                    </a:ext>
                  </a:extLst>
                </p14:cNvPr>
                <p14:cNvContentPartPr/>
                <p14:nvPr/>
              </p14:nvContentPartPr>
              <p14:xfrm>
                <a:off x="3931491" y="6389039"/>
                <a:ext cx="131400" cy="39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A4A7A15-F4A1-7969-93DB-E22AC177B2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22851" y="6380399"/>
                  <a:ext cx="149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204B17-5D77-EA34-61C0-90A882262C9D}"/>
                    </a:ext>
                  </a:extLst>
                </p14:cNvPr>
                <p14:cNvContentPartPr/>
                <p14:nvPr/>
              </p14:nvContentPartPr>
              <p14:xfrm>
                <a:off x="4084491" y="6405599"/>
                <a:ext cx="105840" cy="298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204B17-5D77-EA34-61C0-90A882262C9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75851" y="6396959"/>
                  <a:ext cx="12348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1304834-9802-EB7D-09C1-34E4B0DCFAE6}"/>
              </a:ext>
            </a:extLst>
          </p:cNvPr>
          <p:cNvGrpSpPr/>
          <p:nvPr/>
        </p:nvGrpSpPr>
        <p:grpSpPr>
          <a:xfrm>
            <a:off x="4387971" y="6274559"/>
            <a:ext cx="2462400" cy="361800"/>
            <a:chOff x="4387971" y="6274559"/>
            <a:chExt cx="246240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A3DA425-73FE-C385-A615-05FCADEE974C}"/>
                    </a:ext>
                  </a:extLst>
                </p14:cNvPr>
                <p14:cNvContentPartPr/>
                <p14:nvPr/>
              </p14:nvContentPartPr>
              <p14:xfrm>
                <a:off x="4387971" y="6581279"/>
                <a:ext cx="58320" cy="55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A3DA425-73FE-C385-A615-05FCADEE97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78971" y="6572639"/>
                  <a:ext cx="75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D383FF2-A22D-F416-D8BD-1CC2520E615D}"/>
                    </a:ext>
                  </a:extLst>
                </p14:cNvPr>
                <p14:cNvContentPartPr/>
                <p14:nvPr/>
              </p14:nvContentPartPr>
              <p14:xfrm>
                <a:off x="4500651" y="6274559"/>
                <a:ext cx="72720" cy="235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D383FF2-A22D-F416-D8BD-1CC2520E61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91651" y="6265919"/>
                  <a:ext cx="90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DA494DF-35F7-255A-9E11-4D860C0C46D6}"/>
                    </a:ext>
                  </a:extLst>
                </p14:cNvPr>
                <p14:cNvContentPartPr/>
                <p14:nvPr/>
              </p14:nvContentPartPr>
              <p14:xfrm>
                <a:off x="4450971" y="6410999"/>
                <a:ext cx="148320" cy="28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DA494DF-35F7-255A-9E11-4D860C0C46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42331" y="6401999"/>
                  <a:ext cx="165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492ACF-98F9-7721-DB9B-3084FF8CD0B1}"/>
                    </a:ext>
                  </a:extLst>
                </p14:cNvPr>
                <p14:cNvContentPartPr/>
                <p14:nvPr/>
              </p14:nvContentPartPr>
              <p14:xfrm>
                <a:off x="4655091" y="6460679"/>
                <a:ext cx="5400" cy="35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492ACF-98F9-7721-DB9B-3084FF8CD0B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46451" y="6452039"/>
                  <a:ext cx="23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426058D-B09F-2A24-E93F-C8D767A1F283}"/>
                    </a:ext>
                  </a:extLst>
                </p14:cNvPr>
                <p14:cNvContentPartPr/>
                <p14:nvPr/>
              </p14:nvContentPartPr>
              <p14:xfrm>
                <a:off x="4628811" y="6313079"/>
                <a:ext cx="3600" cy="12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426058D-B09F-2A24-E93F-C8D767A1F2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19811" y="6304079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8AE274A-180A-8C63-52B6-EE437532A475}"/>
                    </a:ext>
                  </a:extLst>
                </p14:cNvPr>
                <p14:cNvContentPartPr/>
                <p14:nvPr/>
              </p14:nvContentPartPr>
              <p14:xfrm>
                <a:off x="4741491" y="6415319"/>
                <a:ext cx="453600" cy="106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8AE274A-180A-8C63-52B6-EE437532A47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32851" y="6406319"/>
                  <a:ext cx="471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44931C-8F8F-CE1F-4086-7DECC9240C1E}"/>
                    </a:ext>
                  </a:extLst>
                </p14:cNvPr>
                <p14:cNvContentPartPr/>
                <p14:nvPr/>
              </p14:nvContentPartPr>
              <p14:xfrm>
                <a:off x="5307051" y="6449159"/>
                <a:ext cx="130320" cy="23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44931C-8F8F-CE1F-4086-7DECC9240C1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98051" y="6440519"/>
                  <a:ext cx="147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9CC9407-8039-7D30-AB08-D81FB3068B0E}"/>
                    </a:ext>
                  </a:extLst>
                </p14:cNvPr>
                <p14:cNvContentPartPr/>
                <p14:nvPr/>
              </p14:nvContentPartPr>
              <p14:xfrm>
                <a:off x="5497131" y="6449879"/>
                <a:ext cx="18000" cy="64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9CC9407-8039-7D30-AB08-D81FB3068B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88491" y="6441239"/>
                  <a:ext cx="35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1AA87E0-8206-3AA8-67B9-EFC531D7F413}"/>
                    </a:ext>
                  </a:extLst>
                </p14:cNvPr>
                <p14:cNvContentPartPr/>
                <p14:nvPr/>
              </p14:nvContentPartPr>
              <p14:xfrm>
                <a:off x="5491731" y="6301919"/>
                <a:ext cx="360" cy="9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1AA87E0-8206-3AA8-67B9-EFC531D7F41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82731" y="6293279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C7936B-28B1-D9C5-5A62-7E237FABB3CE}"/>
                    </a:ext>
                  </a:extLst>
                </p14:cNvPr>
                <p14:cNvContentPartPr/>
                <p14:nvPr/>
              </p14:nvContentPartPr>
              <p14:xfrm>
                <a:off x="5573811" y="6433319"/>
                <a:ext cx="136800" cy="64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C7936B-28B1-D9C5-5A62-7E237FABB3C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65171" y="6424679"/>
                  <a:ext cx="154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75DBDB6-CCC8-85E3-7011-F28F6C467082}"/>
                    </a:ext>
                  </a:extLst>
                </p14:cNvPr>
                <p14:cNvContentPartPr/>
                <p14:nvPr/>
              </p14:nvContentPartPr>
              <p14:xfrm>
                <a:off x="5749131" y="6378959"/>
                <a:ext cx="127440" cy="118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75DBDB6-CCC8-85E3-7011-F28F6C46708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40131" y="6370319"/>
                  <a:ext cx="145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12A32F3-E3C2-CA18-59F7-C67C30A90978}"/>
                    </a:ext>
                  </a:extLst>
                </p14:cNvPr>
                <p14:cNvContentPartPr/>
                <p14:nvPr/>
              </p14:nvContentPartPr>
              <p14:xfrm>
                <a:off x="5917971" y="6398759"/>
                <a:ext cx="106200" cy="89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12A32F3-E3C2-CA18-59F7-C67C30A909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09331" y="6390119"/>
                  <a:ext cx="123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479E12C-FD50-924C-44E1-51EE78AA2242}"/>
                    </a:ext>
                  </a:extLst>
                </p14:cNvPr>
                <p14:cNvContentPartPr/>
                <p14:nvPr/>
              </p14:nvContentPartPr>
              <p14:xfrm>
                <a:off x="6050811" y="6367439"/>
                <a:ext cx="60120" cy="154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479E12C-FD50-924C-44E1-51EE78AA224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41811" y="6358439"/>
                  <a:ext cx="77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70B4B3D-2DED-F178-1580-4523C6B72411}"/>
                    </a:ext>
                  </a:extLst>
                </p14:cNvPr>
                <p14:cNvContentPartPr/>
                <p14:nvPr/>
              </p14:nvContentPartPr>
              <p14:xfrm>
                <a:off x="6176091" y="6449879"/>
                <a:ext cx="37800" cy="59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70B4B3D-2DED-F178-1580-4523C6B724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67451" y="6441239"/>
                  <a:ext cx="55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F6D17BF-9DD4-3262-6338-C230FC87D4F6}"/>
                    </a:ext>
                  </a:extLst>
                </p14:cNvPr>
                <p14:cNvContentPartPr/>
                <p14:nvPr/>
              </p14:nvContentPartPr>
              <p14:xfrm>
                <a:off x="6154131" y="6291119"/>
                <a:ext cx="360" cy="18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F6D17BF-9DD4-3262-6338-C230FC87D4F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45491" y="6282119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D986282-8611-4904-EBA5-2225074114BE}"/>
                    </a:ext>
                  </a:extLst>
                </p14:cNvPr>
                <p14:cNvContentPartPr/>
                <p14:nvPr/>
              </p14:nvContentPartPr>
              <p14:xfrm>
                <a:off x="6273291" y="6425039"/>
                <a:ext cx="263880" cy="97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D986282-8611-4904-EBA5-2225074114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64291" y="6416399"/>
                  <a:ext cx="281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981B536-5262-D3BE-351F-594D976DB1D2}"/>
                    </a:ext>
                  </a:extLst>
                </p14:cNvPr>
                <p14:cNvContentPartPr/>
                <p14:nvPr/>
              </p14:nvContentPartPr>
              <p14:xfrm>
                <a:off x="6568851" y="6414239"/>
                <a:ext cx="281520" cy="128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981B536-5262-D3BE-351F-594D976DB1D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60211" y="6405599"/>
                  <a:ext cx="2991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D381CB2-2587-1A4D-AC9C-571B742E1590}"/>
              </a:ext>
            </a:extLst>
          </p:cNvPr>
          <p:cNvGrpSpPr/>
          <p:nvPr/>
        </p:nvGrpSpPr>
        <p:grpSpPr>
          <a:xfrm>
            <a:off x="7015971" y="6266279"/>
            <a:ext cx="1353240" cy="429480"/>
            <a:chOff x="7015971" y="6266279"/>
            <a:chExt cx="135324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8D2FE58-70D4-5D24-E4E3-B80FF10AA006}"/>
                    </a:ext>
                  </a:extLst>
                </p14:cNvPr>
                <p14:cNvContentPartPr/>
                <p14:nvPr/>
              </p14:nvContentPartPr>
              <p14:xfrm>
                <a:off x="7015971" y="6564719"/>
                <a:ext cx="3600" cy="59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8D2FE58-70D4-5D24-E4E3-B80FF10AA0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07331" y="6556079"/>
                  <a:ext cx="21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E721F3A-9BD0-BDEA-D94C-5A42600AE604}"/>
                    </a:ext>
                  </a:extLst>
                </p14:cNvPr>
                <p14:cNvContentPartPr/>
                <p14:nvPr/>
              </p14:nvContentPartPr>
              <p14:xfrm>
                <a:off x="7116771" y="6378239"/>
                <a:ext cx="119160" cy="122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E721F3A-9BD0-BDEA-D94C-5A42600AE60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07771" y="6369239"/>
                  <a:ext cx="136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EAE3927-0C90-1208-3B30-D0729E281CB1}"/>
                    </a:ext>
                  </a:extLst>
                </p14:cNvPr>
                <p14:cNvContentPartPr/>
                <p14:nvPr/>
              </p14:nvContentPartPr>
              <p14:xfrm>
                <a:off x="7279851" y="6400559"/>
                <a:ext cx="333720" cy="115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EAE3927-0C90-1208-3B30-D0729E281CB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71211" y="6391559"/>
                  <a:ext cx="351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E0DA28C-6C22-96EF-5D5C-81BEC32CF444}"/>
                    </a:ext>
                  </a:extLst>
                </p14:cNvPr>
                <p14:cNvContentPartPr/>
                <p14:nvPr/>
              </p14:nvContentPartPr>
              <p14:xfrm>
                <a:off x="7643811" y="6390119"/>
                <a:ext cx="95400" cy="136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E0DA28C-6C22-96EF-5D5C-81BEC32CF44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34811" y="6381119"/>
                  <a:ext cx="113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95BDB69-E651-57BA-9868-F5C0483BA5E9}"/>
                    </a:ext>
                  </a:extLst>
                </p14:cNvPr>
                <p14:cNvContentPartPr/>
                <p14:nvPr/>
              </p14:nvContentPartPr>
              <p14:xfrm>
                <a:off x="7796091" y="6266279"/>
                <a:ext cx="304920" cy="277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95BDB69-E651-57BA-9868-F5C0483BA5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87091" y="6257279"/>
                  <a:ext cx="322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4E8774E-2184-F338-81E0-2A3117415651}"/>
                    </a:ext>
                  </a:extLst>
                </p14:cNvPr>
                <p14:cNvContentPartPr/>
                <p14:nvPr/>
              </p14:nvContentPartPr>
              <p14:xfrm>
                <a:off x="8052771" y="6295079"/>
                <a:ext cx="6120" cy="19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4E8774E-2184-F338-81E0-2A31174156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44131" y="6286439"/>
                  <a:ext cx="23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E5F57C-3011-25EC-FF6E-DDB66FCFEE42}"/>
                    </a:ext>
                  </a:extLst>
                </p14:cNvPr>
                <p14:cNvContentPartPr/>
                <p14:nvPr/>
              </p14:nvContentPartPr>
              <p14:xfrm>
                <a:off x="8180211" y="6285719"/>
                <a:ext cx="35640" cy="247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E5F57C-3011-25EC-FF6E-DDB66FCFEE4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71211" y="6276719"/>
                  <a:ext cx="532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1394000-E3F5-0230-A30C-073AD6486BD7}"/>
                    </a:ext>
                  </a:extLst>
                </p14:cNvPr>
                <p14:cNvContentPartPr/>
                <p14:nvPr/>
              </p14:nvContentPartPr>
              <p14:xfrm>
                <a:off x="8120811" y="6443039"/>
                <a:ext cx="109080" cy="34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1394000-E3F5-0230-A30C-073AD6486B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11811" y="6434039"/>
                  <a:ext cx="126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681C471-14DF-CD94-EA38-6DF409C3A9BD}"/>
                    </a:ext>
                  </a:extLst>
                </p14:cNvPr>
                <p14:cNvContentPartPr/>
                <p14:nvPr/>
              </p14:nvContentPartPr>
              <p14:xfrm>
                <a:off x="8262291" y="6460679"/>
                <a:ext cx="106920" cy="235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681C471-14DF-CD94-EA38-6DF409C3A9B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53291" y="6451679"/>
                  <a:ext cx="12456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7C3EF82-DB28-6026-1583-8117B4F3D0E1}"/>
              </a:ext>
            </a:extLst>
          </p:cNvPr>
          <p:cNvGrpSpPr/>
          <p:nvPr/>
        </p:nvGrpSpPr>
        <p:grpSpPr>
          <a:xfrm>
            <a:off x="8622651" y="6204719"/>
            <a:ext cx="1399320" cy="502200"/>
            <a:chOff x="8622651" y="6204719"/>
            <a:chExt cx="139932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56D5935-64A7-02A9-E372-01C497CC8BB6}"/>
                    </a:ext>
                  </a:extLst>
                </p14:cNvPr>
                <p14:cNvContentPartPr/>
                <p14:nvPr/>
              </p14:nvContentPartPr>
              <p14:xfrm>
                <a:off x="8622651" y="6592439"/>
                <a:ext cx="45360" cy="32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56D5935-64A7-02A9-E372-01C497CC8BB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13651" y="6583439"/>
                  <a:ext cx="63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43A82AA-F1C0-2126-034E-2E079990554F}"/>
                    </a:ext>
                  </a:extLst>
                </p14:cNvPr>
                <p14:cNvContentPartPr/>
                <p14:nvPr/>
              </p14:nvContentPartPr>
              <p14:xfrm>
                <a:off x="8804091" y="6391919"/>
                <a:ext cx="128880" cy="157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43A82AA-F1C0-2126-034E-2E079990554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95451" y="6382919"/>
                  <a:ext cx="146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FE1718-90F6-AE32-A5C0-41D40D152869}"/>
                    </a:ext>
                  </a:extLst>
                </p14:cNvPr>
                <p14:cNvContentPartPr/>
                <p14:nvPr/>
              </p14:nvContentPartPr>
              <p14:xfrm>
                <a:off x="9034491" y="6296519"/>
                <a:ext cx="42840" cy="252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FE1718-90F6-AE32-A5C0-41D40D15286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25491" y="6287879"/>
                  <a:ext cx="60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6A14C40-E584-03E4-5AEA-DB80599ABA89}"/>
                    </a:ext>
                  </a:extLst>
                </p14:cNvPr>
                <p14:cNvContentPartPr/>
                <p14:nvPr/>
              </p14:nvContentPartPr>
              <p14:xfrm>
                <a:off x="8935851" y="6454559"/>
                <a:ext cx="164520" cy="50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6A14C40-E584-03E4-5AEA-DB80599ABA8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26851" y="6445559"/>
                  <a:ext cx="182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9690B03-91D2-49BF-BCD3-5014E0B61CE2}"/>
                    </a:ext>
                  </a:extLst>
                </p14:cNvPr>
                <p14:cNvContentPartPr/>
                <p14:nvPr/>
              </p14:nvContentPartPr>
              <p14:xfrm>
                <a:off x="9174891" y="6490919"/>
                <a:ext cx="97920" cy="75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9690B03-91D2-49BF-BCD3-5014E0B61CE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65891" y="6482279"/>
                  <a:ext cx="115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F722B13-EA57-5F50-7745-4EA8F1E2E2B6}"/>
                    </a:ext>
                  </a:extLst>
                </p14:cNvPr>
                <p14:cNvContentPartPr/>
                <p14:nvPr/>
              </p14:nvContentPartPr>
              <p14:xfrm>
                <a:off x="9297291" y="6301919"/>
                <a:ext cx="138600" cy="247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F722B13-EA57-5F50-7745-4EA8F1E2E2B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288291" y="6293279"/>
                  <a:ext cx="156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A32FF8A-6140-3689-CDDB-7AEF95F00230}"/>
                    </a:ext>
                  </a:extLst>
                </p14:cNvPr>
                <p14:cNvContentPartPr/>
                <p14:nvPr/>
              </p14:nvContentPartPr>
              <p14:xfrm>
                <a:off x="9494211" y="6493799"/>
                <a:ext cx="24120" cy="87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A32FF8A-6140-3689-CDDB-7AEF95F0023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85571" y="6484799"/>
                  <a:ext cx="4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1912EE-D594-FB3D-2D04-65956172014A}"/>
                    </a:ext>
                  </a:extLst>
                </p14:cNvPr>
                <p14:cNvContentPartPr/>
                <p14:nvPr/>
              </p14:nvContentPartPr>
              <p14:xfrm>
                <a:off x="9472251" y="6329279"/>
                <a:ext cx="360" cy="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1912EE-D594-FB3D-2D04-65956172014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463611" y="632063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2FE88DF-616F-5E06-8E9A-53076A350F14}"/>
                    </a:ext>
                  </a:extLst>
                </p14:cNvPr>
                <p14:cNvContentPartPr/>
                <p14:nvPr/>
              </p14:nvContentPartPr>
              <p14:xfrm>
                <a:off x="9534531" y="6204719"/>
                <a:ext cx="193680" cy="338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2FE88DF-616F-5E06-8E9A-53076A350F1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25891" y="6195719"/>
                  <a:ext cx="2113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3957705-924B-0FBF-3B46-D11A5C386522}"/>
                    </a:ext>
                  </a:extLst>
                </p14:cNvPr>
                <p14:cNvContentPartPr/>
                <p14:nvPr/>
              </p14:nvContentPartPr>
              <p14:xfrm>
                <a:off x="9666291" y="6258359"/>
                <a:ext cx="3600" cy="25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3957705-924B-0FBF-3B46-D11A5C3865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57291" y="6249359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4584C04-5D52-8F43-E289-CDE4B78F3CCE}"/>
                    </a:ext>
                  </a:extLst>
                </p14:cNvPr>
                <p14:cNvContentPartPr/>
                <p14:nvPr/>
              </p14:nvContentPartPr>
              <p14:xfrm>
                <a:off x="9817131" y="6280319"/>
                <a:ext cx="48960" cy="233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4584C04-5D52-8F43-E289-CDE4B78F3CC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08491" y="6271319"/>
                  <a:ext cx="66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DD973F5-A0CE-88E2-5CC7-CF59F54F4798}"/>
                    </a:ext>
                  </a:extLst>
                </p14:cNvPr>
                <p14:cNvContentPartPr/>
                <p14:nvPr/>
              </p14:nvContentPartPr>
              <p14:xfrm>
                <a:off x="9746211" y="6383279"/>
                <a:ext cx="137160" cy="39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DD973F5-A0CE-88E2-5CC7-CF59F54F479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37211" y="6374279"/>
                  <a:ext cx="154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DCA4B2B-45F1-E800-0A01-122B6FD8C912}"/>
                    </a:ext>
                  </a:extLst>
                </p14:cNvPr>
                <p14:cNvContentPartPr/>
                <p14:nvPr/>
              </p14:nvContentPartPr>
              <p14:xfrm>
                <a:off x="9895251" y="6422519"/>
                <a:ext cx="126720" cy="284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DCA4B2B-45F1-E800-0A01-122B6FD8C91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86251" y="6413879"/>
                  <a:ext cx="144360" cy="302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= superposition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Scale inputs → scale outputs. Add inputs → add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65836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Linear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Not linear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y[n]=3x[n]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y[n]=x[n]+0.5x[n−1]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convolution with fixed h[n]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y[n]=|x[n]|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Dynamic-range compressor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1663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91272" y="52760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Fast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91272" y="5550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linear system must map zero input to zero output.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0C6853-B2C3-B989-8768-F5F54EDE913A}"/>
              </a:ext>
            </a:extLst>
          </p:cNvPr>
          <p:cNvGrpSpPr/>
          <p:nvPr/>
        </p:nvGrpSpPr>
        <p:grpSpPr>
          <a:xfrm>
            <a:off x="532731" y="3835360"/>
            <a:ext cx="2593800" cy="469440"/>
            <a:chOff x="532731" y="3835360"/>
            <a:chExt cx="259380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9913D3-C639-1AC8-9A9D-926B69D52520}"/>
                    </a:ext>
                  </a:extLst>
                </p14:cNvPr>
                <p14:cNvContentPartPr/>
                <p14:nvPr/>
              </p14:nvContentPartPr>
              <p14:xfrm>
                <a:off x="532731" y="3948760"/>
                <a:ext cx="135000" cy="233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9913D3-C639-1AC8-9A9D-926B69D525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4091" y="3940120"/>
                  <a:ext cx="152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D20FBEE-8AE4-351A-FA5C-A8EED01628DF}"/>
                    </a:ext>
                  </a:extLst>
                </p14:cNvPr>
                <p14:cNvContentPartPr/>
                <p14:nvPr/>
              </p14:nvContentPartPr>
              <p14:xfrm>
                <a:off x="689691" y="4084480"/>
                <a:ext cx="48240" cy="75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D20FBEE-8AE4-351A-FA5C-A8EED01628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1051" y="4075840"/>
                  <a:ext cx="65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6F7D9A-BD0E-7D35-12F9-8899E0D2F55C}"/>
                    </a:ext>
                  </a:extLst>
                </p14:cNvPr>
                <p14:cNvContentPartPr/>
                <p14:nvPr/>
              </p14:nvContentPartPr>
              <p14:xfrm>
                <a:off x="656931" y="3931120"/>
                <a:ext cx="10080" cy="54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6F7D9A-BD0E-7D35-12F9-8899E0D2F5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7931" y="3922480"/>
                  <a:ext cx="27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D60EFB-D5E7-5196-B51A-897789FB7AB7}"/>
                    </a:ext>
                  </a:extLst>
                </p14:cNvPr>
                <p14:cNvContentPartPr/>
                <p14:nvPr/>
              </p14:nvContentPartPr>
              <p14:xfrm>
                <a:off x="755571" y="4059280"/>
                <a:ext cx="397440" cy="10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D60EFB-D5E7-5196-B51A-897789FB7A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6571" y="4050640"/>
                  <a:ext cx="415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BCD951-9773-3638-5BF2-FAB447E21C6D}"/>
                    </a:ext>
                  </a:extLst>
                </p14:cNvPr>
                <p14:cNvContentPartPr/>
                <p14:nvPr/>
              </p14:nvContentPartPr>
              <p14:xfrm>
                <a:off x="1185051" y="4051000"/>
                <a:ext cx="226440" cy="11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BCD951-9773-3638-5BF2-FAB447E21C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6411" y="4042360"/>
                  <a:ext cx="244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0CB09BD-31B6-20FA-AB56-E55B6A2374D0}"/>
                    </a:ext>
                  </a:extLst>
                </p14:cNvPr>
                <p14:cNvContentPartPr/>
                <p14:nvPr/>
              </p14:nvContentPartPr>
              <p14:xfrm>
                <a:off x="1494651" y="4073680"/>
                <a:ext cx="39600" cy="74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0CB09BD-31B6-20FA-AB56-E55B6A2374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5651" y="4064680"/>
                  <a:ext cx="57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776904B-32C1-9E78-F410-7ACFF36E78E6}"/>
                    </a:ext>
                  </a:extLst>
                </p14:cNvPr>
                <p14:cNvContentPartPr/>
                <p14:nvPr/>
              </p14:nvContentPartPr>
              <p14:xfrm>
                <a:off x="1460811" y="3862720"/>
                <a:ext cx="6840" cy="1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776904B-32C1-9E78-F410-7ACFF36E78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51811" y="3853720"/>
                  <a:ext cx="24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490713-F88E-7619-4B9B-28075BE41571}"/>
                    </a:ext>
                  </a:extLst>
                </p14:cNvPr>
                <p14:cNvContentPartPr/>
                <p14:nvPr/>
              </p14:nvContentPartPr>
              <p14:xfrm>
                <a:off x="1593291" y="3914920"/>
                <a:ext cx="70920" cy="198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490713-F88E-7619-4B9B-28075BE415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84291" y="3905920"/>
                  <a:ext cx="88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5A5EA7-4A38-5DD1-3374-2C8886B6B5C0}"/>
                    </a:ext>
                  </a:extLst>
                </p14:cNvPr>
                <p14:cNvContentPartPr/>
                <p14:nvPr/>
              </p14:nvContentPartPr>
              <p14:xfrm>
                <a:off x="1549731" y="4017160"/>
                <a:ext cx="120600" cy="40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5A5EA7-4A38-5DD1-3374-2C8886B6B5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40731" y="4008160"/>
                  <a:ext cx="138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4E2675-F85C-C495-D3CD-9580FCA58470}"/>
                    </a:ext>
                  </a:extLst>
                </p14:cNvPr>
                <p14:cNvContentPartPr/>
                <p14:nvPr/>
              </p14:nvContentPartPr>
              <p14:xfrm>
                <a:off x="1697331" y="4040560"/>
                <a:ext cx="120960" cy="264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4E2675-F85C-C495-D3CD-9580FCA584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8331" y="4031920"/>
                  <a:ext cx="138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D93F44-8B25-F5CD-09AD-958148C3B8CD}"/>
                    </a:ext>
                  </a:extLst>
                </p14:cNvPr>
                <p14:cNvContentPartPr/>
                <p14:nvPr/>
              </p14:nvContentPartPr>
              <p14:xfrm>
                <a:off x="1888851" y="4018960"/>
                <a:ext cx="360" cy="1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D93F44-8B25-F5CD-09AD-958148C3B8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79851" y="4009960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8B64DE1-9B74-8042-D831-558E236B1415}"/>
                    </a:ext>
                  </a:extLst>
                </p14:cNvPr>
                <p14:cNvContentPartPr/>
                <p14:nvPr/>
              </p14:nvContentPartPr>
              <p14:xfrm>
                <a:off x="1910811" y="4117240"/>
                <a:ext cx="360" cy="1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8B64DE1-9B74-8042-D831-558E236B14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1811" y="410860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EB6F56-D81D-54CB-BAAD-C6D22BDF6AE2}"/>
                    </a:ext>
                  </a:extLst>
                </p14:cNvPr>
                <p14:cNvContentPartPr/>
                <p14:nvPr/>
              </p14:nvContentPartPr>
              <p14:xfrm>
                <a:off x="2062731" y="3907360"/>
                <a:ext cx="652680" cy="228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EB6F56-D81D-54CB-BAAD-C6D22BDF6A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53731" y="3898360"/>
                  <a:ext cx="6703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837DBD-1DEF-533C-7A58-260B88611BD5}"/>
                    </a:ext>
                  </a:extLst>
                </p14:cNvPr>
                <p14:cNvContentPartPr/>
                <p14:nvPr/>
              </p14:nvContentPartPr>
              <p14:xfrm>
                <a:off x="2730891" y="3871000"/>
                <a:ext cx="57960" cy="221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837DBD-1DEF-533C-7A58-260B88611B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21891" y="3862000"/>
                  <a:ext cx="75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103D5D6-37AD-5B7E-5D24-43087A4566A3}"/>
                    </a:ext>
                  </a:extLst>
                </p14:cNvPr>
                <p14:cNvContentPartPr/>
                <p14:nvPr/>
              </p14:nvContentPartPr>
              <p14:xfrm>
                <a:off x="2701731" y="4006360"/>
                <a:ext cx="129600" cy="56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103D5D6-37AD-5B7E-5D24-43087A4566A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2731" y="3997720"/>
                  <a:ext cx="147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7F09099-2E15-1B4F-3699-FAFD445DF38E}"/>
                    </a:ext>
                  </a:extLst>
                </p14:cNvPr>
                <p14:cNvContentPartPr/>
                <p14:nvPr/>
              </p14:nvContentPartPr>
              <p14:xfrm>
                <a:off x="2890011" y="3835360"/>
                <a:ext cx="236520" cy="24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7F09099-2E15-1B4F-3699-FAFD445DF3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81011" y="3826720"/>
                  <a:ext cx="25416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A15A245-F86D-6752-E222-415931777C05}"/>
              </a:ext>
            </a:extLst>
          </p:cNvPr>
          <p:cNvGrpSpPr/>
          <p:nvPr/>
        </p:nvGrpSpPr>
        <p:grpSpPr>
          <a:xfrm>
            <a:off x="3332811" y="3783520"/>
            <a:ext cx="2312640" cy="406080"/>
            <a:chOff x="3332811" y="3783520"/>
            <a:chExt cx="231264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5D816C-3DD3-5E0F-81DB-6926F6CA63F3}"/>
                    </a:ext>
                  </a:extLst>
                </p14:cNvPr>
                <p14:cNvContentPartPr/>
                <p14:nvPr/>
              </p14:nvContentPartPr>
              <p14:xfrm>
                <a:off x="3332811" y="3887200"/>
                <a:ext cx="351000" cy="21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5D816C-3DD3-5E0F-81DB-6926F6CA63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24171" y="3878560"/>
                  <a:ext cx="368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FF73EE-D607-59D2-0708-86542DCAAE8F}"/>
                    </a:ext>
                  </a:extLst>
                </p14:cNvPr>
                <p14:cNvContentPartPr/>
                <p14:nvPr/>
              </p14:nvContentPartPr>
              <p14:xfrm>
                <a:off x="3770931" y="4002760"/>
                <a:ext cx="125640" cy="104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FF73EE-D607-59D2-0708-86542DCAAE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61931" y="3993760"/>
                  <a:ext cx="143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E4227F-39EB-53F0-EB9A-158C3E3BD619}"/>
                    </a:ext>
                  </a:extLst>
                </p14:cNvPr>
                <p14:cNvContentPartPr/>
                <p14:nvPr/>
              </p14:nvContentPartPr>
              <p14:xfrm>
                <a:off x="3950931" y="3985120"/>
                <a:ext cx="108000" cy="111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E4227F-39EB-53F0-EB9A-158C3E3BD61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41931" y="3976120"/>
                  <a:ext cx="125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A5B16C-714B-E386-2AFB-8DFE1096067E}"/>
                    </a:ext>
                  </a:extLst>
                </p14:cNvPr>
                <p14:cNvContentPartPr/>
                <p14:nvPr/>
              </p14:nvContentPartPr>
              <p14:xfrm>
                <a:off x="4105011" y="4027960"/>
                <a:ext cx="209880" cy="42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A5B16C-714B-E386-2AFB-8DFE109606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96371" y="4018960"/>
                  <a:ext cx="2275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5859EA-ACF7-FC03-DCCD-CEE04472592A}"/>
                    </a:ext>
                  </a:extLst>
                </p14:cNvPr>
                <p14:cNvContentPartPr/>
                <p14:nvPr/>
              </p14:nvContentPartPr>
              <p14:xfrm>
                <a:off x="4385811" y="3969640"/>
                <a:ext cx="75960" cy="21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5859EA-ACF7-FC03-DCCD-CEE0447259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76811" y="3960640"/>
                  <a:ext cx="93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1C0FFE-0570-15B1-6CB5-4158E2278085}"/>
                    </a:ext>
                  </a:extLst>
                </p14:cNvPr>
                <p14:cNvContentPartPr/>
                <p14:nvPr/>
              </p14:nvContentPartPr>
              <p14:xfrm>
                <a:off x="4478331" y="3991600"/>
                <a:ext cx="102960" cy="75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1C0FFE-0570-15B1-6CB5-4158E22780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69691" y="3982600"/>
                  <a:ext cx="120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D47EAC-0FF4-03EE-5DD2-E3CCDBF210E0}"/>
                    </a:ext>
                  </a:extLst>
                </p14:cNvPr>
                <p14:cNvContentPartPr/>
                <p14:nvPr/>
              </p14:nvContentPartPr>
              <p14:xfrm>
                <a:off x="4660851" y="3954160"/>
                <a:ext cx="110880" cy="124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D47EAC-0FF4-03EE-5DD2-E3CCDBF210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2211" y="3945520"/>
                  <a:ext cx="128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45F6CD-F719-2C89-BEC9-31267AE32EE1}"/>
                    </a:ext>
                  </a:extLst>
                </p14:cNvPr>
                <p14:cNvContentPartPr/>
                <p14:nvPr/>
              </p14:nvContentPartPr>
              <p14:xfrm>
                <a:off x="4801611" y="3985840"/>
                <a:ext cx="59400" cy="71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45F6CD-F719-2C89-BEC9-31267AE32E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92971" y="3977200"/>
                  <a:ext cx="77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95FDC71-8D97-07FC-D8C4-18E26AF3B3AF}"/>
                    </a:ext>
                  </a:extLst>
                </p14:cNvPr>
                <p14:cNvContentPartPr/>
                <p14:nvPr/>
              </p14:nvContentPartPr>
              <p14:xfrm>
                <a:off x="4807731" y="3882880"/>
                <a:ext cx="10800" cy="1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95FDC71-8D97-07FC-D8C4-18E26AF3B3A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98731" y="3873880"/>
                  <a:ext cx="284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6DA31B9-9525-8C46-4DFA-14FC99604978}"/>
                    </a:ext>
                  </a:extLst>
                </p14:cNvPr>
                <p14:cNvContentPartPr/>
                <p14:nvPr/>
              </p14:nvContentPartPr>
              <p14:xfrm>
                <a:off x="4900251" y="3783520"/>
                <a:ext cx="167400" cy="282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6DA31B9-9525-8C46-4DFA-14FC996049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1611" y="3774520"/>
                  <a:ext cx="185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94E960F-D6E8-71B6-E963-A660D7C90B18}"/>
                    </a:ext>
                  </a:extLst>
                </p14:cNvPr>
                <p14:cNvContentPartPr/>
                <p14:nvPr/>
              </p14:nvContentPartPr>
              <p14:xfrm>
                <a:off x="4999251" y="3830320"/>
                <a:ext cx="5400" cy="24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94E960F-D6E8-71B6-E963-A660D7C90B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90611" y="3821680"/>
                  <a:ext cx="23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72D294-7680-0578-6022-1B9F13554D6E}"/>
                    </a:ext>
                  </a:extLst>
                </p14:cNvPr>
                <p14:cNvContentPartPr/>
                <p14:nvPr/>
              </p14:nvContentPartPr>
              <p14:xfrm>
                <a:off x="5126691" y="3969640"/>
                <a:ext cx="362880" cy="106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72D294-7680-0578-6022-1B9F13554D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18051" y="3960640"/>
                  <a:ext cx="380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27D0B9-12E2-7A53-79A3-437B937A45FA}"/>
                    </a:ext>
                  </a:extLst>
                </p14:cNvPr>
                <p14:cNvContentPartPr/>
                <p14:nvPr/>
              </p14:nvContentPartPr>
              <p14:xfrm>
                <a:off x="5564091" y="3973600"/>
                <a:ext cx="4680" cy="3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27D0B9-12E2-7A53-79A3-437B937A45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5091" y="3964960"/>
                  <a:ext cx="2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93980A-C8DA-8932-8694-CBC3F7021C04}"/>
                    </a:ext>
                  </a:extLst>
                </p14:cNvPr>
                <p14:cNvContentPartPr/>
                <p14:nvPr/>
              </p14:nvContentPartPr>
              <p14:xfrm>
                <a:off x="5638611" y="4123000"/>
                <a:ext cx="6840" cy="4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93980A-C8DA-8932-8694-CBC3F7021C0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29611" y="4114000"/>
                  <a:ext cx="2448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F3E867F-4351-2455-CA4C-E32180F275CA}"/>
              </a:ext>
            </a:extLst>
          </p:cNvPr>
          <p:cNvGrpSpPr/>
          <p:nvPr/>
        </p:nvGrpSpPr>
        <p:grpSpPr>
          <a:xfrm>
            <a:off x="689331" y="4421080"/>
            <a:ext cx="1139760" cy="360000"/>
            <a:chOff x="689331" y="4421080"/>
            <a:chExt cx="113976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EFD32F-A582-0BA4-ED4E-263F7753762A}"/>
                    </a:ext>
                  </a:extLst>
                </p14:cNvPr>
                <p14:cNvContentPartPr/>
                <p14:nvPr/>
              </p14:nvContentPartPr>
              <p14:xfrm>
                <a:off x="689331" y="4478680"/>
                <a:ext cx="126360" cy="176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EFD32F-A582-0BA4-ED4E-263F775376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0331" y="4470040"/>
                  <a:ext cx="144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C07C2D0-1643-E618-02CA-7B881879EDD4}"/>
                    </a:ext>
                  </a:extLst>
                </p14:cNvPr>
                <p14:cNvContentPartPr/>
                <p14:nvPr/>
              </p14:nvContentPartPr>
              <p14:xfrm>
                <a:off x="860691" y="4567600"/>
                <a:ext cx="117360" cy="98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C07C2D0-1643-E618-02CA-7B881879EDD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2051" y="4558960"/>
                  <a:ext cx="135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6F38DC-D889-6B25-1429-5AD49914FFDF}"/>
                    </a:ext>
                  </a:extLst>
                </p14:cNvPr>
                <p14:cNvContentPartPr/>
                <p14:nvPr/>
              </p14:nvContentPartPr>
              <p14:xfrm>
                <a:off x="1005771" y="4441240"/>
                <a:ext cx="346680" cy="214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6F38DC-D889-6B25-1429-5AD49914FF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7131" y="4432240"/>
                  <a:ext cx="364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BB324D9-1FDB-A7C0-4E5A-B0233217DB31}"/>
                    </a:ext>
                  </a:extLst>
                </p14:cNvPr>
                <p14:cNvContentPartPr/>
                <p14:nvPr/>
              </p14:nvContentPartPr>
              <p14:xfrm>
                <a:off x="1308531" y="4421080"/>
                <a:ext cx="360" cy="19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BB324D9-1FDB-A7C0-4E5A-B0233217DB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99531" y="4412080"/>
                  <a:ext cx="1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349B039-D24A-79BF-5CDB-25DC4DE36BED}"/>
                    </a:ext>
                  </a:extLst>
                </p14:cNvPr>
                <p14:cNvContentPartPr/>
                <p14:nvPr/>
              </p14:nvContentPartPr>
              <p14:xfrm>
                <a:off x="1456131" y="4518640"/>
                <a:ext cx="247320" cy="262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349B039-D24A-79BF-5CDB-25DC4DE36BE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7491" y="4510000"/>
                  <a:ext cx="264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4E9E6A-2BC2-588D-12AF-2561D207C14B}"/>
                    </a:ext>
                  </a:extLst>
                </p14:cNvPr>
                <p14:cNvContentPartPr/>
                <p14:nvPr/>
              </p14:nvContentPartPr>
              <p14:xfrm>
                <a:off x="1801371" y="4521160"/>
                <a:ext cx="4680" cy="7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4E9E6A-2BC2-588D-12AF-2561D207C14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92371" y="4512160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D35523-7067-721B-CFDE-DAB238197ACF}"/>
                    </a:ext>
                  </a:extLst>
                </p14:cNvPr>
                <p14:cNvContentPartPr/>
                <p14:nvPr/>
              </p14:nvContentPartPr>
              <p14:xfrm>
                <a:off x="1827651" y="4632040"/>
                <a:ext cx="1440" cy="3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D35523-7067-721B-CFDE-DAB238197A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19011" y="4623400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28B3F1E-4491-F679-82DA-1028371AF622}"/>
              </a:ext>
            </a:extLst>
          </p:cNvPr>
          <p:cNvGrpSpPr/>
          <p:nvPr/>
        </p:nvGrpSpPr>
        <p:grpSpPr>
          <a:xfrm>
            <a:off x="2118891" y="4344040"/>
            <a:ext cx="1727640" cy="397080"/>
            <a:chOff x="2118891" y="4344040"/>
            <a:chExt cx="172764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5C68D9E-DBE5-DB92-7E7F-6C8C18138BF1}"/>
                    </a:ext>
                  </a:extLst>
                </p14:cNvPr>
                <p14:cNvContentPartPr/>
                <p14:nvPr/>
              </p14:nvContentPartPr>
              <p14:xfrm>
                <a:off x="2118891" y="4547440"/>
                <a:ext cx="142920" cy="102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5C68D9E-DBE5-DB92-7E7F-6C8C18138BF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09891" y="4538800"/>
                  <a:ext cx="160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DC194E0-2DB3-2721-CDD5-385644549CD7}"/>
                    </a:ext>
                  </a:extLst>
                </p14:cNvPr>
                <p14:cNvContentPartPr/>
                <p14:nvPr/>
              </p14:nvContentPartPr>
              <p14:xfrm>
                <a:off x="2149491" y="4560040"/>
                <a:ext cx="68040" cy="7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DC194E0-2DB3-2721-CDD5-385644549C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40851" y="4551040"/>
                  <a:ext cx="85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7709056-3DF6-FD56-A4CF-0DF471CE6E8E}"/>
                    </a:ext>
                  </a:extLst>
                </p14:cNvPr>
                <p14:cNvContentPartPr/>
                <p14:nvPr/>
              </p14:nvContentPartPr>
              <p14:xfrm>
                <a:off x="2250291" y="4387240"/>
                <a:ext cx="128880" cy="252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7709056-3DF6-FD56-A4CF-0DF471CE6E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41651" y="4378240"/>
                  <a:ext cx="146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27168B-1DAA-C6C7-918D-F0CEE3E16591}"/>
                    </a:ext>
                  </a:extLst>
                </p14:cNvPr>
                <p14:cNvContentPartPr/>
                <p14:nvPr/>
              </p14:nvContentPartPr>
              <p14:xfrm>
                <a:off x="2392491" y="4555360"/>
                <a:ext cx="136440" cy="55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27168B-1DAA-C6C7-918D-F0CEE3E165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83851" y="4546720"/>
                  <a:ext cx="154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6C9556-5724-12D2-B00A-5A1BCAE8CDC1}"/>
                    </a:ext>
                  </a:extLst>
                </p14:cNvPr>
                <p14:cNvContentPartPr/>
                <p14:nvPr/>
              </p14:nvContentPartPr>
              <p14:xfrm>
                <a:off x="2523891" y="4414240"/>
                <a:ext cx="131760" cy="273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6C9556-5724-12D2-B00A-5A1BCAE8CDC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15251" y="4405240"/>
                  <a:ext cx="149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AC786F5-BA70-0087-514E-4620FDA300B1}"/>
                    </a:ext>
                  </a:extLst>
                </p14:cNvPr>
                <p14:cNvContentPartPr/>
                <p14:nvPr/>
              </p14:nvContentPartPr>
              <p14:xfrm>
                <a:off x="2793891" y="4511440"/>
                <a:ext cx="32760" cy="92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AC786F5-BA70-0087-514E-4620FDA300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85251" y="4502440"/>
                  <a:ext cx="50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6B5C69B-7857-3A2D-1685-E7E6F23F5E03}"/>
                    </a:ext>
                  </a:extLst>
                </p14:cNvPr>
                <p14:cNvContentPartPr/>
                <p14:nvPr/>
              </p14:nvContentPartPr>
              <p14:xfrm>
                <a:off x="2830611" y="4519360"/>
                <a:ext cx="273960" cy="6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B5C69B-7857-3A2D-1685-E7E6F23F5E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21971" y="4510360"/>
                  <a:ext cx="291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926D1E-8C03-2355-5A28-AD00D22618B1}"/>
                    </a:ext>
                  </a:extLst>
                </p14:cNvPr>
                <p14:cNvContentPartPr/>
                <p14:nvPr/>
              </p14:nvContentPartPr>
              <p14:xfrm>
                <a:off x="3235971" y="4523680"/>
                <a:ext cx="141840" cy="217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926D1E-8C03-2355-5A28-AD00D22618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6971" y="4514680"/>
                  <a:ext cx="159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606771-7377-80CC-0854-47F426D793F1}"/>
                    </a:ext>
                  </a:extLst>
                </p14:cNvPr>
                <p14:cNvContentPartPr/>
                <p14:nvPr/>
              </p14:nvContentPartPr>
              <p14:xfrm>
                <a:off x="3394011" y="4355200"/>
                <a:ext cx="156960" cy="255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606771-7377-80CC-0854-47F426D793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5011" y="4346560"/>
                  <a:ext cx="174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556FB82-3C08-8217-3F89-DEE5CE021032}"/>
                    </a:ext>
                  </a:extLst>
                </p14:cNvPr>
                <p14:cNvContentPartPr/>
                <p14:nvPr/>
              </p14:nvContentPartPr>
              <p14:xfrm>
                <a:off x="3564291" y="4522600"/>
                <a:ext cx="167400" cy="6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556FB82-3C08-8217-3F89-DEE5CE02103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55651" y="4513600"/>
                  <a:ext cx="185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904E63-76F5-9E38-253E-C6154C9CD1F6}"/>
                    </a:ext>
                  </a:extLst>
                </p14:cNvPr>
                <p14:cNvContentPartPr/>
                <p14:nvPr/>
              </p14:nvContentPartPr>
              <p14:xfrm>
                <a:off x="3695691" y="4344040"/>
                <a:ext cx="150840" cy="337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904E63-76F5-9E38-253E-C6154C9CD1F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87051" y="4335040"/>
                  <a:ext cx="168480" cy="35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6E13EFF-0394-5F9C-664A-96F76E9AFC7F}"/>
              </a:ext>
            </a:extLst>
          </p:cNvPr>
          <p:cNvGrpSpPr/>
          <p:nvPr/>
        </p:nvGrpSpPr>
        <p:grpSpPr>
          <a:xfrm>
            <a:off x="4018251" y="4462480"/>
            <a:ext cx="368640" cy="152640"/>
            <a:chOff x="4018251" y="4462480"/>
            <a:chExt cx="36864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51712E6-BFF8-414A-E341-B30BEB6CA93F}"/>
                    </a:ext>
                  </a:extLst>
                </p14:cNvPr>
                <p14:cNvContentPartPr/>
                <p14:nvPr/>
              </p14:nvContentPartPr>
              <p14:xfrm>
                <a:off x="4050291" y="4555360"/>
                <a:ext cx="170640" cy="11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1712E6-BFF8-414A-E341-B30BEB6CA9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41291" y="4546720"/>
                  <a:ext cx="188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D90555-E272-0095-84CE-6A4FAB0EB574}"/>
                    </a:ext>
                  </a:extLst>
                </p14:cNvPr>
                <p14:cNvContentPartPr/>
                <p14:nvPr/>
              </p14:nvContentPartPr>
              <p14:xfrm>
                <a:off x="4018251" y="4501720"/>
                <a:ext cx="159840" cy="21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D90555-E272-0095-84CE-6A4FAB0EB5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09251" y="4492720"/>
                  <a:ext cx="177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3F1032-C864-D3EC-73ED-85AC3FCA58AE}"/>
                    </a:ext>
                  </a:extLst>
                </p14:cNvPr>
                <p14:cNvContentPartPr/>
                <p14:nvPr/>
              </p14:nvContentPartPr>
              <p14:xfrm>
                <a:off x="4193931" y="4462480"/>
                <a:ext cx="192960" cy="152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3F1032-C864-D3EC-73ED-85AC3FCA58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85291" y="4453480"/>
                  <a:ext cx="2106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E9375AC-E8D1-0838-1ED3-A72B83D77926}"/>
              </a:ext>
            </a:extLst>
          </p:cNvPr>
          <p:cNvGrpSpPr/>
          <p:nvPr/>
        </p:nvGrpSpPr>
        <p:grpSpPr>
          <a:xfrm>
            <a:off x="4597851" y="4340080"/>
            <a:ext cx="1980360" cy="329760"/>
            <a:chOff x="4597851" y="4340080"/>
            <a:chExt cx="19803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22BC076-2769-D12A-86D7-C2D42A44DFB5}"/>
                    </a:ext>
                  </a:extLst>
                </p14:cNvPr>
                <p14:cNvContentPartPr/>
                <p14:nvPr/>
              </p14:nvContentPartPr>
              <p14:xfrm>
                <a:off x="4597851" y="4467160"/>
                <a:ext cx="145440" cy="11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22BC076-2769-D12A-86D7-C2D42A44DFB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88851" y="4458160"/>
                  <a:ext cx="163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E8A75A1-4A70-4AAE-D567-90D811E9B5C1}"/>
                    </a:ext>
                  </a:extLst>
                </p14:cNvPr>
                <p14:cNvContentPartPr/>
                <p14:nvPr/>
              </p14:nvContentPartPr>
              <p14:xfrm>
                <a:off x="4807371" y="4472200"/>
                <a:ext cx="158760" cy="92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E8A75A1-4A70-4AAE-D567-90D811E9B5C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98371" y="4463200"/>
                  <a:ext cx="176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75F558-5EB9-7A0D-CB59-EC44580F0A57}"/>
                    </a:ext>
                  </a:extLst>
                </p14:cNvPr>
                <p14:cNvContentPartPr/>
                <p14:nvPr/>
              </p14:nvContentPartPr>
              <p14:xfrm>
                <a:off x="4879731" y="4484080"/>
                <a:ext cx="59400" cy="84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75F558-5EB9-7A0D-CB59-EC44580F0A5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70731" y="4475440"/>
                  <a:ext cx="77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CF8EF2-3CA9-D449-D8BD-9D86F553F584}"/>
                    </a:ext>
                  </a:extLst>
                </p14:cNvPr>
                <p14:cNvContentPartPr/>
                <p14:nvPr/>
              </p14:nvContentPartPr>
              <p14:xfrm>
                <a:off x="4992411" y="4361320"/>
                <a:ext cx="110520" cy="259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CF8EF2-3CA9-D449-D8BD-9D86F553F58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83771" y="4352320"/>
                  <a:ext cx="1281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39DE70-BB58-381D-F91A-FAD507690A43}"/>
                    </a:ext>
                  </a:extLst>
                </p14:cNvPr>
                <p14:cNvContentPartPr/>
                <p14:nvPr/>
              </p14:nvContentPartPr>
              <p14:xfrm>
                <a:off x="5113731" y="4513240"/>
                <a:ext cx="149760" cy="57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39DE70-BB58-381D-F91A-FAD507690A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05091" y="4504600"/>
                  <a:ext cx="167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5059BD-609B-50E6-0F23-3B4034E1DB66}"/>
                    </a:ext>
                  </a:extLst>
                </p14:cNvPr>
                <p14:cNvContentPartPr/>
                <p14:nvPr/>
              </p14:nvContentPartPr>
              <p14:xfrm>
                <a:off x="5217771" y="4359160"/>
                <a:ext cx="145080" cy="261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5059BD-609B-50E6-0F23-3B4034E1DB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09131" y="4350520"/>
                  <a:ext cx="162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3EB98A-A8F4-D22E-85EE-E07F67DEC14C}"/>
                    </a:ext>
                  </a:extLst>
                </p14:cNvPr>
                <p14:cNvContentPartPr/>
                <p14:nvPr/>
              </p14:nvContentPartPr>
              <p14:xfrm>
                <a:off x="5541411" y="4522600"/>
                <a:ext cx="236880" cy="1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3EB98A-A8F4-D22E-85EE-E07F67DEC14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32411" y="4513960"/>
                  <a:ext cx="254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63FC6C-AB8A-3694-97DF-8D75E538C70F}"/>
                    </a:ext>
                  </a:extLst>
                </p14:cNvPr>
                <p14:cNvContentPartPr/>
                <p14:nvPr/>
              </p14:nvContentPartPr>
              <p14:xfrm>
                <a:off x="5475171" y="4484080"/>
                <a:ext cx="36720" cy="87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63FC6C-AB8A-3694-97DF-8D75E538C7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66531" y="4475440"/>
                  <a:ext cx="54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60159F-CEAA-2397-7839-675BC20FDC50}"/>
                    </a:ext>
                  </a:extLst>
                </p14:cNvPr>
                <p14:cNvContentPartPr/>
                <p14:nvPr/>
              </p14:nvContentPartPr>
              <p14:xfrm>
                <a:off x="5683971" y="4479040"/>
                <a:ext cx="101520" cy="90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60159F-CEAA-2397-7839-675BC20FDC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74971" y="4470040"/>
                  <a:ext cx="119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CCC3ECB-F1B8-3F5E-CB11-302EFFADC0AC}"/>
                    </a:ext>
                  </a:extLst>
                </p14:cNvPr>
                <p14:cNvContentPartPr/>
                <p14:nvPr/>
              </p14:nvContentPartPr>
              <p14:xfrm>
                <a:off x="5896011" y="4466440"/>
                <a:ext cx="140760" cy="101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CCC3ECB-F1B8-3F5E-CB11-302EFFADC0A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87371" y="4457440"/>
                  <a:ext cx="158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70C0A7-FA82-5A82-3CC1-8F7A979E1372}"/>
                    </a:ext>
                  </a:extLst>
                </p14:cNvPr>
                <p14:cNvContentPartPr/>
                <p14:nvPr/>
              </p14:nvContentPartPr>
              <p14:xfrm>
                <a:off x="6098691" y="4495240"/>
                <a:ext cx="85680" cy="174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70C0A7-FA82-5A82-3CC1-8F7A979E137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90051" y="4486240"/>
                  <a:ext cx="103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591914-E774-B152-F20E-856AFD3BFD02}"/>
                    </a:ext>
                  </a:extLst>
                </p14:cNvPr>
                <p14:cNvContentPartPr/>
                <p14:nvPr/>
              </p14:nvContentPartPr>
              <p14:xfrm>
                <a:off x="6202731" y="4340080"/>
                <a:ext cx="126360" cy="259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591914-E774-B152-F20E-856AFD3BFD0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93731" y="4331440"/>
                  <a:ext cx="144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82AC5A-6C64-4404-EE36-B4C6E1A48AF9}"/>
                    </a:ext>
                  </a:extLst>
                </p14:cNvPr>
                <p14:cNvContentPartPr/>
                <p14:nvPr/>
              </p14:nvContentPartPr>
              <p14:xfrm>
                <a:off x="6330891" y="4499560"/>
                <a:ext cx="140400" cy="76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82AC5A-6C64-4404-EE36-B4C6E1A48AF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22251" y="4490920"/>
                  <a:ext cx="158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76BB606-53DE-022D-E166-84C38792E66D}"/>
                    </a:ext>
                  </a:extLst>
                </p14:cNvPr>
                <p14:cNvContentPartPr/>
                <p14:nvPr/>
              </p14:nvContentPartPr>
              <p14:xfrm>
                <a:off x="6438891" y="4348360"/>
                <a:ext cx="139320" cy="286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76BB606-53DE-022D-E166-84C38792E6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30251" y="4339360"/>
                  <a:ext cx="15696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BBD19D7-4FA2-1F68-52AD-06DE563AC5AB}"/>
              </a:ext>
            </a:extLst>
          </p:cNvPr>
          <p:cNvGrpSpPr/>
          <p:nvPr/>
        </p:nvGrpSpPr>
        <p:grpSpPr>
          <a:xfrm>
            <a:off x="476931" y="4906000"/>
            <a:ext cx="1247760" cy="308880"/>
            <a:chOff x="476931" y="4906000"/>
            <a:chExt cx="124776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35E1A82-DEC7-FACF-30AE-700AB6E7E436}"/>
                    </a:ext>
                  </a:extLst>
                </p14:cNvPr>
                <p14:cNvContentPartPr/>
                <p14:nvPr/>
              </p14:nvContentPartPr>
              <p14:xfrm>
                <a:off x="476931" y="5020840"/>
                <a:ext cx="199440" cy="194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35E1A82-DEC7-FACF-30AE-700AB6E7E43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8291" y="5011840"/>
                  <a:ext cx="217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3E398F-87B3-ABB3-31D3-68267FA5E4B3}"/>
                    </a:ext>
                  </a:extLst>
                </p14:cNvPr>
                <p14:cNvContentPartPr/>
                <p14:nvPr/>
              </p14:nvContentPartPr>
              <p14:xfrm>
                <a:off x="736131" y="4982680"/>
                <a:ext cx="118800" cy="212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3E398F-87B3-ABB3-31D3-68267FA5E4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7491" y="4974040"/>
                  <a:ext cx="1364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F1CCB1B-4AB7-1666-FD32-EC02EF40A496}"/>
                    </a:ext>
                  </a:extLst>
                </p14:cNvPr>
                <p14:cNvContentPartPr/>
                <p14:nvPr/>
              </p14:nvContentPartPr>
              <p14:xfrm>
                <a:off x="911811" y="4967560"/>
                <a:ext cx="216000" cy="238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F1CCB1B-4AB7-1666-FD32-EC02EF40A4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3171" y="4958560"/>
                  <a:ext cx="233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DB8F1CA-A233-064B-17AD-9CBF5487386A}"/>
                    </a:ext>
                  </a:extLst>
                </p14:cNvPr>
                <p14:cNvContentPartPr/>
                <p14:nvPr/>
              </p14:nvContentPartPr>
              <p14:xfrm>
                <a:off x="1058691" y="4989160"/>
                <a:ext cx="3600" cy="15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DB8F1CA-A233-064B-17AD-9CBF548738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9691" y="4980520"/>
                  <a:ext cx="21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C864DCC-2AC8-4CA0-2471-9FA38694C463}"/>
                    </a:ext>
                  </a:extLst>
                </p14:cNvPr>
                <p14:cNvContentPartPr/>
                <p14:nvPr/>
              </p14:nvContentPartPr>
              <p14:xfrm>
                <a:off x="1127811" y="4906000"/>
                <a:ext cx="221400" cy="251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C864DCC-2AC8-4CA0-2471-9FA38694C4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8811" y="4897000"/>
                  <a:ext cx="239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6EF1719-8156-2F64-0C07-36CA1484F380}"/>
                    </a:ext>
                  </a:extLst>
                </p14:cNvPr>
                <p14:cNvContentPartPr/>
                <p14:nvPr/>
              </p14:nvContentPartPr>
              <p14:xfrm>
                <a:off x="1275771" y="4960720"/>
                <a:ext cx="29160" cy="36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6EF1719-8156-2F64-0C07-36CA1484F38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66771" y="4951720"/>
                  <a:ext cx="46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30CF2D-EF02-15BF-B383-650E368BC94C}"/>
                    </a:ext>
                  </a:extLst>
                </p14:cNvPr>
                <p14:cNvContentPartPr/>
                <p14:nvPr/>
              </p14:nvContentPartPr>
              <p14:xfrm>
                <a:off x="1439571" y="5086360"/>
                <a:ext cx="285120" cy="94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30CF2D-EF02-15BF-B383-650E368BC9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30571" y="5077720"/>
                  <a:ext cx="30276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AF57C69-4C79-275D-271B-28854CEF389D}"/>
              </a:ext>
            </a:extLst>
          </p:cNvPr>
          <p:cNvGrpSpPr/>
          <p:nvPr/>
        </p:nvGrpSpPr>
        <p:grpSpPr>
          <a:xfrm>
            <a:off x="2037531" y="4927240"/>
            <a:ext cx="1992600" cy="428760"/>
            <a:chOff x="2037531" y="4927240"/>
            <a:chExt cx="199260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77B3FA-4B6C-2628-3754-BBBA397F693E}"/>
                    </a:ext>
                  </a:extLst>
                </p14:cNvPr>
                <p14:cNvContentPartPr/>
                <p14:nvPr/>
              </p14:nvContentPartPr>
              <p14:xfrm>
                <a:off x="2037531" y="5062600"/>
                <a:ext cx="151560" cy="97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77B3FA-4B6C-2628-3754-BBBA397F693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28531" y="5053960"/>
                  <a:ext cx="169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7540817-EA23-FC15-DF71-FE60BA6CA252}"/>
                    </a:ext>
                  </a:extLst>
                </p14:cNvPr>
                <p14:cNvContentPartPr/>
                <p14:nvPr/>
              </p14:nvContentPartPr>
              <p14:xfrm>
                <a:off x="2069571" y="5071960"/>
                <a:ext cx="71640" cy="107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7540817-EA23-FC15-DF71-FE60BA6CA25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60571" y="5063320"/>
                  <a:ext cx="89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608A74-9AEA-123E-91C0-3F6871585BD4}"/>
                    </a:ext>
                  </a:extLst>
                </p14:cNvPr>
                <p14:cNvContentPartPr/>
                <p14:nvPr/>
              </p14:nvContentPartPr>
              <p14:xfrm>
                <a:off x="2256051" y="5185000"/>
                <a:ext cx="20520" cy="77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608A74-9AEA-123E-91C0-3F6871585B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47051" y="5176360"/>
                  <a:ext cx="38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395C6A-A4B0-872B-D14C-B3655AC18D2A}"/>
                    </a:ext>
                  </a:extLst>
                </p14:cNvPr>
                <p14:cNvContentPartPr/>
                <p14:nvPr/>
              </p14:nvContentPartPr>
              <p14:xfrm>
                <a:off x="2271891" y="4953520"/>
                <a:ext cx="155880" cy="232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395C6A-A4B0-872B-D14C-B3655AC18D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62891" y="4944520"/>
                  <a:ext cx="173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BCC3382-BC7D-FE89-875E-EDDE7B39CF44}"/>
                    </a:ext>
                  </a:extLst>
                </p14:cNvPr>
                <p14:cNvContentPartPr/>
                <p14:nvPr/>
              </p14:nvContentPartPr>
              <p14:xfrm>
                <a:off x="2436411" y="5084920"/>
                <a:ext cx="156240" cy="51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BCC3382-BC7D-FE89-875E-EDDE7B39CF4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27411" y="5075920"/>
                  <a:ext cx="173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5C8264B-9904-2C94-AB2D-EACFF01F95DA}"/>
                    </a:ext>
                  </a:extLst>
                </p14:cNvPr>
                <p14:cNvContentPartPr/>
                <p14:nvPr/>
              </p14:nvContentPartPr>
              <p14:xfrm>
                <a:off x="2523891" y="4927240"/>
                <a:ext cx="168120" cy="319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5C8264B-9904-2C94-AB2D-EACFF01F95D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15251" y="4918600"/>
                  <a:ext cx="1857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1C99FA-6A35-58C3-4540-48419E3ECA3C}"/>
                    </a:ext>
                  </a:extLst>
                </p14:cNvPr>
                <p14:cNvContentPartPr/>
                <p14:nvPr/>
              </p14:nvContentPartPr>
              <p14:xfrm>
                <a:off x="2803251" y="4988080"/>
                <a:ext cx="42480" cy="138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1C99FA-6A35-58C3-4540-48419E3ECA3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94251" y="4979080"/>
                  <a:ext cx="60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0E07633-FC55-1DCA-BEC1-09F891B73230}"/>
                    </a:ext>
                  </a:extLst>
                </p14:cNvPr>
                <p14:cNvContentPartPr/>
                <p14:nvPr/>
              </p14:nvContentPartPr>
              <p14:xfrm>
                <a:off x="2814051" y="5007880"/>
                <a:ext cx="291240" cy="83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0E07633-FC55-1DCA-BEC1-09F891B732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05411" y="4998880"/>
                  <a:ext cx="308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E08F8DC-B0DE-6C5C-B985-15A21E569498}"/>
                    </a:ext>
                  </a:extLst>
                </p14:cNvPr>
                <p14:cNvContentPartPr/>
                <p14:nvPr/>
              </p14:nvContentPartPr>
              <p14:xfrm>
                <a:off x="3234891" y="5045320"/>
                <a:ext cx="148320" cy="233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E08F8DC-B0DE-6C5C-B985-15A21E5694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26251" y="5036680"/>
                  <a:ext cx="165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6CA6BEC-DFBC-BDE1-2BA3-07DB2625A51B}"/>
                    </a:ext>
                  </a:extLst>
                </p14:cNvPr>
                <p14:cNvContentPartPr/>
                <p14:nvPr/>
              </p14:nvContentPartPr>
              <p14:xfrm>
                <a:off x="3449451" y="5163040"/>
                <a:ext cx="37080" cy="89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6CA6BEC-DFBC-BDE1-2BA3-07DB2625A51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40451" y="5154400"/>
                  <a:ext cx="54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2AE341-940D-7474-88C9-24CD1DE5D27F}"/>
                    </a:ext>
                  </a:extLst>
                </p14:cNvPr>
                <p14:cNvContentPartPr/>
                <p14:nvPr/>
              </p14:nvContentPartPr>
              <p14:xfrm>
                <a:off x="3488691" y="4944160"/>
                <a:ext cx="111240" cy="268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2AE341-940D-7474-88C9-24CD1DE5D27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80051" y="4935160"/>
                  <a:ext cx="128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D10C732-2BAD-E9A7-F338-E8FDFC7C3C82}"/>
                    </a:ext>
                  </a:extLst>
                </p14:cNvPr>
                <p14:cNvContentPartPr/>
                <p14:nvPr/>
              </p14:nvContentPartPr>
              <p14:xfrm>
                <a:off x="3635571" y="5102920"/>
                <a:ext cx="141840" cy="73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D10C732-2BAD-E9A7-F338-E8FDFC7C3C8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626571" y="5094280"/>
                  <a:ext cx="159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565799C-0EFD-D108-8040-4E6997DD0E62}"/>
                    </a:ext>
                  </a:extLst>
                </p14:cNvPr>
                <p14:cNvContentPartPr/>
                <p14:nvPr/>
              </p14:nvContentPartPr>
              <p14:xfrm>
                <a:off x="3717651" y="4973320"/>
                <a:ext cx="196200" cy="285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565799C-0EFD-D108-8040-4E6997DD0E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08651" y="4964320"/>
                  <a:ext cx="2138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DCB8DBC-6C1B-3C82-24F0-2F6124C1221B}"/>
                    </a:ext>
                  </a:extLst>
                </p14:cNvPr>
                <p14:cNvContentPartPr/>
                <p14:nvPr/>
              </p14:nvContentPartPr>
              <p14:xfrm>
                <a:off x="4009251" y="5250880"/>
                <a:ext cx="20880" cy="105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DCB8DBC-6C1B-3C82-24F0-2F6124C1221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00611" y="5241880"/>
                  <a:ext cx="385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CBCA8F2-D45A-458A-4C54-B323FAB88057}"/>
              </a:ext>
            </a:extLst>
          </p:cNvPr>
          <p:cNvGrpSpPr/>
          <p:nvPr/>
        </p:nvGrpSpPr>
        <p:grpSpPr>
          <a:xfrm>
            <a:off x="4199331" y="4889440"/>
            <a:ext cx="2076480" cy="358920"/>
            <a:chOff x="4199331" y="4889440"/>
            <a:chExt cx="207648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8A372C1-9136-AC1B-5C2D-7578FE9FE760}"/>
                    </a:ext>
                  </a:extLst>
                </p14:cNvPr>
                <p14:cNvContentPartPr/>
                <p14:nvPr/>
              </p14:nvContentPartPr>
              <p14:xfrm>
                <a:off x="4199331" y="5053600"/>
                <a:ext cx="147960" cy="99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8A372C1-9136-AC1B-5C2D-7578FE9FE7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90691" y="5044960"/>
                  <a:ext cx="165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0FB05F7-3F88-D628-0EA6-61A0D1785F9C}"/>
                    </a:ext>
                  </a:extLst>
                </p14:cNvPr>
                <p14:cNvContentPartPr/>
                <p14:nvPr/>
              </p14:nvContentPartPr>
              <p14:xfrm>
                <a:off x="4275291" y="5059000"/>
                <a:ext cx="45360" cy="82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0FB05F7-3F88-D628-0EA6-61A0D1785F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66291" y="5050360"/>
                  <a:ext cx="63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00415CC-C4EC-1DD2-30BA-CF12EB4885B4}"/>
                    </a:ext>
                  </a:extLst>
                </p14:cNvPr>
                <p14:cNvContentPartPr/>
                <p14:nvPr/>
              </p14:nvContentPartPr>
              <p14:xfrm>
                <a:off x="4385811" y="5135320"/>
                <a:ext cx="144360" cy="106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00415CC-C4EC-1DD2-30BA-CF12EB4885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76811" y="5126680"/>
                  <a:ext cx="162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83340C6-7285-0913-0D19-A375804C7411}"/>
                    </a:ext>
                  </a:extLst>
                </p14:cNvPr>
                <p14:cNvContentPartPr/>
                <p14:nvPr/>
              </p14:nvContentPartPr>
              <p14:xfrm>
                <a:off x="4526571" y="4933000"/>
                <a:ext cx="133200" cy="275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83340C6-7285-0913-0D19-A375804C741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17931" y="4924000"/>
                  <a:ext cx="1508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D62B331-4A7E-0AE9-D612-695F8177BD9E}"/>
                    </a:ext>
                  </a:extLst>
                </p14:cNvPr>
                <p14:cNvContentPartPr/>
                <p14:nvPr/>
              </p14:nvContentPartPr>
              <p14:xfrm>
                <a:off x="4664811" y="5108320"/>
                <a:ext cx="143280" cy="53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D62B331-4A7E-0AE9-D612-695F8177BD9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56171" y="5099680"/>
                  <a:ext cx="160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CC57CDB-286A-ECAF-07A0-2E7573185C31}"/>
                    </a:ext>
                  </a:extLst>
                </p14:cNvPr>
                <p14:cNvContentPartPr/>
                <p14:nvPr/>
              </p14:nvContentPartPr>
              <p14:xfrm>
                <a:off x="4763451" y="4947400"/>
                <a:ext cx="180000" cy="297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CC57CDB-286A-ECAF-07A0-2E7573185C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54811" y="4938760"/>
                  <a:ext cx="1976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638BD40-2706-3227-A7E6-956588291B2D}"/>
                    </a:ext>
                  </a:extLst>
                </p14:cNvPr>
                <p14:cNvContentPartPr/>
                <p14:nvPr/>
              </p14:nvContentPartPr>
              <p14:xfrm>
                <a:off x="5035611" y="5074480"/>
                <a:ext cx="393120" cy="12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638BD40-2706-3227-A7E6-956588291B2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026971" y="5065840"/>
                  <a:ext cx="410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20D5E4C-241B-9EA6-C697-F58D2D208FAE}"/>
                    </a:ext>
                  </a:extLst>
                </p14:cNvPr>
                <p14:cNvContentPartPr/>
                <p14:nvPr/>
              </p14:nvContentPartPr>
              <p14:xfrm>
                <a:off x="5057931" y="5026240"/>
                <a:ext cx="21600" cy="95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20D5E4C-241B-9EA6-C697-F58D2D208FA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49291" y="5017600"/>
                  <a:ext cx="39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BE17954-487D-9D50-F229-88403833855B}"/>
                    </a:ext>
                  </a:extLst>
                </p14:cNvPr>
                <p14:cNvContentPartPr/>
                <p14:nvPr/>
              </p14:nvContentPartPr>
              <p14:xfrm>
                <a:off x="5302371" y="5017600"/>
                <a:ext cx="205920" cy="126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BE17954-487D-9D50-F229-88403833855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93731" y="5008960"/>
                  <a:ext cx="223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3FCCF49-2EFE-2ADC-16EE-0B4DC774A346}"/>
                    </a:ext>
                  </a:extLst>
                </p14:cNvPr>
                <p14:cNvContentPartPr/>
                <p14:nvPr/>
              </p14:nvContentPartPr>
              <p14:xfrm>
                <a:off x="5628531" y="5021200"/>
                <a:ext cx="141840" cy="227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3FCCF49-2EFE-2ADC-16EE-0B4DC774A3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19891" y="5012560"/>
                  <a:ext cx="159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98A421B-A3EF-B3FC-51E7-F64A6B3F9A00}"/>
                    </a:ext>
                  </a:extLst>
                </p14:cNvPr>
                <p14:cNvContentPartPr/>
                <p14:nvPr/>
              </p14:nvContentPartPr>
              <p14:xfrm>
                <a:off x="5792691" y="5101840"/>
                <a:ext cx="126360" cy="100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98A421B-A3EF-B3FC-51E7-F64A6B3F9A0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84051" y="5093200"/>
                  <a:ext cx="144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32082AB-CFCA-1FA2-A083-0CA3FA99DE07}"/>
                    </a:ext>
                  </a:extLst>
                </p14:cNvPr>
                <p14:cNvContentPartPr/>
                <p14:nvPr/>
              </p14:nvContentPartPr>
              <p14:xfrm>
                <a:off x="5897451" y="4895920"/>
                <a:ext cx="151920" cy="27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32082AB-CFCA-1FA2-A083-0CA3FA99DE0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88451" y="4887280"/>
                  <a:ext cx="169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5DAFF44-2AEA-0AFB-0001-DC507FB10964}"/>
                    </a:ext>
                  </a:extLst>
                </p14:cNvPr>
                <p14:cNvContentPartPr/>
                <p14:nvPr/>
              </p14:nvContentPartPr>
              <p14:xfrm>
                <a:off x="6050091" y="5086360"/>
                <a:ext cx="159120" cy="72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5DAFF44-2AEA-0AFB-0001-DC507FB1096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41451" y="5077720"/>
                  <a:ext cx="176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92F2345-CC9E-3FFB-B704-8928DB22018C}"/>
                    </a:ext>
                  </a:extLst>
                </p14:cNvPr>
                <p14:cNvContentPartPr/>
                <p14:nvPr/>
              </p14:nvContentPartPr>
              <p14:xfrm>
                <a:off x="6115971" y="4889440"/>
                <a:ext cx="159840" cy="317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92F2345-CC9E-3FFB-B704-8928DB22018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06971" y="4880440"/>
                  <a:ext cx="177480" cy="33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487943F-2DBC-C612-475F-DD2138C2A652}"/>
              </a:ext>
            </a:extLst>
          </p:cNvPr>
          <p:cNvGrpSpPr/>
          <p:nvPr/>
        </p:nvGrpSpPr>
        <p:grpSpPr>
          <a:xfrm>
            <a:off x="696171" y="5633920"/>
            <a:ext cx="336240" cy="222120"/>
            <a:chOff x="696171" y="5633920"/>
            <a:chExt cx="33624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4B8053F-7609-8548-4127-00BE5652DCA3}"/>
                    </a:ext>
                  </a:extLst>
                </p14:cNvPr>
                <p14:cNvContentPartPr/>
                <p14:nvPr/>
              </p14:nvContentPartPr>
              <p14:xfrm>
                <a:off x="728571" y="5776480"/>
                <a:ext cx="191520" cy="11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4B8053F-7609-8548-4127-00BE5652DCA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19571" y="5767480"/>
                  <a:ext cx="20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544388F-53E7-6F7F-EF44-4B83B9E9BDCA}"/>
                    </a:ext>
                  </a:extLst>
                </p14:cNvPr>
                <p14:cNvContentPartPr/>
                <p14:nvPr/>
              </p14:nvContentPartPr>
              <p14:xfrm>
                <a:off x="696171" y="5713840"/>
                <a:ext cx="141840" cy="18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544388F-53E7-6F7F-EF44-4B83B9E9BDC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7531" y="5704840"/>
                  <a:ext cx="159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282D37-FE26-224C-626E-1AF5147F64D6}"/>
                    </a:ext>
                  </a:extLst>
                </p14:cNvPr>
                <p14:cNvContentPartPr/>
                <p14:nvPr/>
              </p14:nvContentPartPr>
              <p14:xfrm>
                <a:off x="793731" y="5633920"/>
                <a:ext cx="238680" cy="222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C282D37-FE26-224C-626E-1AF5147F64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5091" y="5625280"/>
                  <a:ext cx="25632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3827F31-F645-7679-C668-C9D5B440A067}"/>
              </a:ext>
            </a:extLst>
          </p:cNvPr>
          <p:cNvGrpSpPr/>
          <p:nvPr/>
        </p:nvGrpSpPr>
        <p:grpSpPr>
          <a:xfrm>
            <a:off x="1242651" y="5561920"/>
            <a:ext cx="2319120" cy="346320"/>
            <a:chOff x="1242651" y="5561920"/>
            <a:chExt cx="231912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F221ACD-6600-49C5-0D3A-7D084F3C57BF}"/>
                    </a:ext>
                  </a:extLst>
                </p14:cNvPr>
                <p14:cNvContentPartPr/>
                <p14:nvPr/>
              </p14:nvContentPartPr>
              <p14:xfrm>
                <a:off x="1242651" y="5716360"/>
                <a:ext cx="207720" cy="93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F221ACD-6600-49C5-0D3A-7D084F3C57B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234011" y="5707360"/>
                  <a:ext cx="225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046C1FF-69D1-FEBA-F6CC-2CC43B8D0F6B}"/>
                    </a:ext>
                  </a:extLst>
                </p14:cNvPr>
                <p14:cNvContentPartPr/>
                <p14:nvPr/>
              </p14:nvContentPartPr>
              <p14:xfrm>
                <a:off x="1324731" y="5727160"/>
                <a:ext cx="71640" cy="117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046C1FF-69D1-FEBA-F6CC-2CC43B8D0F6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316091" y="5718160"/>
                  <a:ext cx="89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C0CB5C-8FF0-D348-0820-6A717E45E7D4}"/>
                    </a:ext>
                  </a:extLst>
                </p14:cNvPr>
                <p14:cNvContentPartPr/>
                <p14:nvPr/>
              </p14:nvContentPartPr>
              <p14:xfrm>
                <a:off x="1527411" y="5847760"/>
                <a:ext cx="9000" cy="60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C0CB5C-8FF0-D348-0820-6A717E45E7D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18771" y="5838760"/>
                  <a:ext cx="26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DB80518-A5AA-B085-FBAF-0A22DFDA9592}"/>
                    </a:ext>
                  </a:extLst>
                </p14:cNvPr>
                <p14:cNvContentPartPr/>
                <p14:nvPr/>
              </p14:nvContentPartPr>
              <p14:xfrm>
                <a:off x="1552611" y="5617360"/>
                <a:ext cx="108360" cy="187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DB80518-A5AA-B085-FBAF-0A22DFDA95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43971" y="5608360"/>
                  <a:ext cx="126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845744A-CB2E-AAC0-F336-ECA12FDE8DC3}"/>
                    </a:ext>
                  </a:extLst>
                </p14:cNvPr>
                <p14:cNvContentPartPr/>
                <p14:nvPr/>
              </p14:nvContentPartPr>
              <p14:xfrm>
                <a:off x="1669971" y="5732560"/>
                <a:ext cx="108000" cy="54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845744A-CB2E-AAC0-F336-ECA12FDE8DC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660971" y="5723920"/>
                  <a:ext cx="125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9C610F7-1827-F1E8-6090-417724874383}"/>
                    </a:ext>
                  </a:extLst>
                </p14:cNvPr>
                <p14:cNvContentPartPr/>
                <p14:nvPr/>
              </p14:nvContentPartPr>
              <p14:xfrm>
                <a:off x="1746651" y="5600800"/>
                <a:ext cx="163800" cy="231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9C610F7-1827-F1E8-6090-41772487438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737651" y="5592160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E45CC7A-D053-AD64-8777-47672AC39C6C}"/>
                    </a:ext>
                  </a:extLst>
                </p14:cNvPr>
                <p14:cNvContentPartPr/>
                <p14:nvPr/>
              </p14:nvContentPartPr>
              <p14:xfrm>
                <a:off x="2069571" y="5710600"/>
                <a:ext cx="13680" cy="109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E45CC7A-D053-AD64-8777-47672AC39C6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60931" y="5701960"/>
                  <a:ext cx="31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E6FF105-877B-B8FB-38E5-20BEB85225FF}"/>
                    </a:ext>
                  </a:extLst>
                </p14:cNvPr>
                <p14:cNvContentPartPr/>
                <p14:nvPr/>
              </p14:nvContentPartPr>
              <p14:xfrm>
                <a:off x="2014131" y="5743720"/>
                <a:ext cx="116280" cy="1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E6FF105-877B-B8FB-38E5-20BEB85225F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005131" y="5735080"/>
                  <a:ext cx="13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75E554C-5C36-BBF5-976D-C04C63165954}"/>
                    </a:ext>
                  </a:extLst>
                </p14:cNvPr>
                <p14:cNvContentPartPr/>
                <p14:nvPr/>
              </p14:nvContentPartPr>
              <p14:xfrm>
                <a:off x="2189091" y="5692600"/>
                <a:ext cx="182520" cy="99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75E554C-5C36-BBF5-976D-C04C6316595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80091" y="5683960"/>
                  <a:ext cx="20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69B8EFC-A512-72EB-4119-6480A1ABBD99}"/>
                    </a:ext>
                  </a:extLst>
                </p14:cNvPr>
                <p14:cNvContentPartPr/>
                <p14:nvPr/>
              </p14:nvContentPartPr>
              <p14:xfrm>
                <a:off x="2248851" y="5710600"/>
                <a:ext cx="73080" cy="87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69B8EFC-A512-72EB-4119-6480A1ABBD9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239851" y="5701960"/>
                  <a:ext cx="90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0C8687A-9673-8A1D-A753-647B7BC7C686}"/>
                    </a:ext>
                  </a:extLst>
                </p14:cNvPr>
                <p14:cNvContentPartPr/>
                <p14:nvPr/>
              </p14:nvContentPartPr>
              <p14:xfrm>
                <a:off x="2387091" y="5820400"/>
                <a:ext cx="114840" cy="82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0C8687A-9673-8A1D-A753-647B7BC7C68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78451" y="5811400"/>
                  <a:ext cx="132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DE4881E-F500-33C3-D659-EB11F78A8DD7}"/>
                    </a:ext>
                  </a:extLst>
                </p14:cNvPr>
                <p14:cNvContentPartPr/>
                <p14:nvPr/>
              </p14:nvContentPartPr>
              <p14:xfrm>
                <a:off x="2495811" y="5595040"/>
                <a:ext cx="139680" cy="221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DE4881E-F500-33C3-D659-EB11F78A8DD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86811" y="5586400"/>
                  <a:ext cx="157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EECED5-674C-9427-5639-21349D4AC0CC}"/>
                    </a:ext>
                  </a:extLst>
                </p14:cNvPr>
                <p14:cNvContentPartPr/>
                <p14:nvPr/>
              </p14:nvContentPartPr>
              <p14:xfrm>
                <a:off x="2666451" y="5732560"/>
                <a:ext cx="134640" cy="61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EECED5-674C-9427-5639-21349D4AC0C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57451" y="5723920"/>
                  <a:ext cx="152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B8BA4FE-2977-B7B8-2200-01480592B1B7}"/>
                    </a:ext>
                  </a:extLst>
                </p14:cNvPr>
                <p14:cNvContentPartPr/>
                <p14:nvPr/>
              </p14:nvContentPartPr>
              <p14:xfrm>
                <a:off x="2759331" y="5561920"/>
                <a:ext cx="177480" cy="259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B8BA4FE-2977-B7B8-2200-01480592B1B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50691" y="5552920"/>
                  <a:ext cx="195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D8AB224-47E7-5AE6-2B10-40B7174D3D27}"/>
                    </a:ext>
                  </a:extLst>
                </p14:cNvPr>
                <p14:cNvContentPartPr/>
                <p14:nvPr/>
              </p14:nvContentPartPr>
              <p14:xfrm>
                <a:off x="3095931" y="5622760"/>
                <a:ext cx="28800" cy="111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D8AB224-47E7-5AE6-2B10-40B7174D3D2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86931" y="5614120"/>
                  <a:ext cx="46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1B99D0E-B882-54A4-DA91-F9C9385ABE64}"/>
                    </a:ext>
                  </a:extLst>
                </p14:cNvPr>
                <p14:cNvContentPartPr/>
                <p14:nvPr/>
              </p14:nvContentPartPr>
              <p14:xfrm>
                <a:off x="3118611" y="5604040"/>
                <a:ext cx="443160" cy="101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1B99D0E-B882-54A4-DA91-F9C9385ABE6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09611" y="5595040"/>
                  <a:ext cx="46080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75F76263-9B20-F0A9-FAAA-68BDD60CE917}"/>
              </a:ext>
            </a:extLst>
          </p:cNvPr>
          <p:cNvGrpSpPr/>
          <p:nvPr/>
        </p:nvGrpSpPr>
        <p:grpSpPr>
          <a:xfrm>
            <a:off x="3763731" y="5544280"/>
            <a:ext cx="1724040" cy="360000"/>
            <a:chOff x="3763731" y="5544280"/>
            <a:chExt cx="172404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C14A763-00CC-836F-2F52-6A7D9B28E6EB}"/>
                    </a:ext>
                  </a:extLst>
                </p14:cNvPr>
                <p14:cNvContentPartPr/>
                <p14:nvPr/>
              </p14:nvContentPartPr>
              <p14:xfrm>
                <a:off x="3763731" y="5626720"/>
                <a:ext cx="160560" cy="277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C14A763-00CC-836F-2F52-6A7D9B28E6E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55091" y="5617720"/>
                  <a:ext cx="178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F5061C-F788-7E39-754C-97A5BFB1FFC5}"/>
                    </a:ext>
                  </a:extLst>
                </p14:cNvPr>
                <p14:cNvContentPartPr/>
                <p14:nvPr/>
              </p14:nvContentPartPr>
              <p14:xfrm>
                <a:off x="3997011" y="5765320"/>
                <a:ext cx="39960" cy="88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F5061C-F788-7E39-754C-97A5BFB1FFC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88011" y="5756680"/>
                  <a:ext cx="576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F7F5352-DA30-4F39-641A-50C46B41AA46}"/>
                    </a:ext>
                  </a:extLst>
                </p14:cNvPr>
                <p14:cNvContentPartPr/>
                <p14:nvPr/>
              </p14:nvContentPartPr>
              <p14:xfrm>
                <a:off x="4045611" y="5555080"/>
                <a:ext cx="102240" cy="225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F7F5352-DA30-4F39-641A-50C46B41AA4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36971" y="5546080"/>
                  <a:ext cx="119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5253AFA-5AAC-3DD5-CC3F-7E364FCB0347}"/>
                    </a:ext>
                  </a:extLst>
                </p14:cNvPr>
                <p14:cNvContentPartPr/>
                <p14:nvPr/>
              </p14:nvContentPartPr>
              <p14:xfrm>
                <a:off x="4177731" y="5710600"/>
                <a:ext cx="115560" cy="49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5253AFA-5AAC-3DD5-CC3F-7E364FCB034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168731" y="5701960"/>
                  <a:ext cx="133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9598E1C-DCB5-6280-3354-C5AC53025C6C}"/>
                    </a:ext>
                  </a:extLst>
                </p14:cNvPr>
                <p14:cNvContentPartPr/>
                <p14:nvPr/>
              </p14:nvContentPartPr>
              <p14:xfrm>
                <a:off x="4270611" y="5544280"/>
                <a:ext cx="137520" cy="293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9598E1C-DCB5-6280-3354-C5AC53025C6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61971" y="5535280"/>
                  <a:ext cx="155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902D09A-E360-6DB9-506A-39E4673521FB}"/>
                    </a:ext>
                  </a:extLst>
                </p14:cNvPr>
                <p14:cNvContentPartPr/>
                <p14:nvPr/>
              </p14:nvContentPartPr>
              <p14:xfrm>
                <a:off x="4591731" y="5667040"/>
                <a:ext cx="28800" cy="117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902D09A-E360-6DB9-506A-39E4673521F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83091" y="5658040"/>
                  <a:ext cx="46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E2891C2-9A58-3973-8B0B-48DB27F4F582}"/>
                    </a:ext>
                  </a:extLst>
                </p14:cNvPr>
                <p14:cNvContentPartPr/>
                <p14:nvPr/>
              </p14:nvContentPartPr>
              <p14:xfrm>
                <a:off x="4551411" y="5704480"/>
                <a:ext cx="124920" cy="17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E2891C2-9A58-3973-8B0B-48DB27F4F58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42771" y="5695840"/>
                  <a:ext cx="142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B35C6BF-22CC-FF94-6103-F32F0FBE2949}"/>
                    </a:ext>
                  </a:extLst>
                </p14:cNvPr>
                <p14:cNvContentPartPr/>
                <p14:nvPr/>
              </p14:nvContentPartPr>
              <p14:xfrm>
                <a:off x="4783251" y="5675680"/>
                <a:ext cx="107280" cy="200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B35C6BF-22CC-FF94-6103-F32F0FBE294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74251" y="5666680"/>
                  <a:ext cx="124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0413040-09C4-6880-9825-CAE829E1900D}"/>
                    </a:ext>
                  </a:extLst>
                </p14:cNvPr>
                <p14:cNvContentPartPr/>
                <p14:nvPr/>
              </p14:nvContentPartPr>
              <p14:xfrm>
                <a:off x="4965051" y="5781520"/>
                <a:ext cx="101160" cy="88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0413040-09C4-6880-9825-CAE829E1900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56051" y="5772880"/>
                  <a:ext cx="118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F1D7D8A-DD36-E917-F7F3-60ADB545712A}"/>
                    </a:ext>
                  </a:extLst>
                </p14:cNvPr>
                <p14:cNvContentPartPr/>
                <p14:nvPr/>
              </p14:nvContentPartPr>
              <p14:xfrm>
                <a:off x="5117691" y="5563000"/>
                <a:ext cx="119520" cy="213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F1D7D8A-DD36-E917-F7F3-60ADB545712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09051" y="5554000"/>
                  <a:ext cx="137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B787D00-6190-3D86-B206-6D57D9200ACD}"/>
                    </a:ext>
                  </a:extLst>
                </p14:cNvPr>
                <p14:cNvContentPartPr/>
                <p14:nvPr/>
              </p14:nvContentPartPr>
              <p14:xfrm>
                <a:off x="5267091" y="5710600"/>
                <a:ext cx="144000" cy="59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B787D00-6190-3D86-B206-6D57D9200AC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58451" y="5701960"/>
                  <a:ext cx="161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32566A-A15B-4EB0-CFE8-85FB54BCE3EB}"/>
                    </a:ext>
                  </a:extLst>
                </p14:cNvPr>
                <p14:cNvContentPartPr/>
                <p14:nvPr/>
              </p14:nvContentPartPr>
              <p14:xfrm>
                <a:off x="5360331" y="5552920"/>
                <a:ext cx="127440" cy="291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32566A-A15B-4EB0-CFE8-85FB54BCE3E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51331" y="5543920"/>
                  <a:ext cx="14508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C7C8EE3-2A7A-ECD0-0E98-BAA1541E3E43}"/>
                  </a:ext>
                </a:extLst>
              </p14:cNvPr>
              <p14:cNvContentPartPr/>
              <p14:nvPr/>
            </p14:nvContentPartPr>
            <p14:xfrm>
              <a:off x="815691" y="6186160"/>
              <a:ext cx="179640" cy="231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C7C8EE3-2A7A-ECD0-0E98-BAA1541E3E4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06691" y="6177520"/>
                <a:ext cx="197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320CD9A-DA48-2E37-87EA-4FA3D191B3C6}"/>
                  </a:ext>
                </a:extLst>
              </p14:cNvPr>
              <p14:cNvContentPartPr/>
              <p14:nvPr/>
            </p14:nvContentPartPr>
            <p14:xfrm>
              <a:off x="1034931" y="6335200"/>
              <a:ext cx="149040" cy="777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320CD9A-DA48-2E37-87EA-4FA3D191B3C6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25931" y="6326560"/>
                <a:ext cx="16668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B1E442E-0084-53CF-586F-B9F8729EA40F}"/>
              </a:ext>
            </a:extLst>
          </p:cNvPr>
          <p:cNvGrpSpPr/>
          <p:nvPr/>
        </p:nvGrpSpPr>
        <p:grpSpPr>
          <a:xfrm>
            <a:off x="1291251" y="6165280"/>
            <a:ext cx="1845360" cy="446040"/>
            <a:chOff x="1291251" y="6165280"/>
            <a:chExt cx="184536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5C79A4D-96EC-32D4-A0E2-989F37697891}"/>
                    </a:ext>
                  </a:extLst>
                </p14:cNvPr>
                <p14:cNvContentPartPr/>
                <p14:nvPr/>
              </p14:nvContentPartPr>
              <p14:xfrm>
                <a:off x="1291251" y="6350320"/>
                <a:ext cx="117000" cy="261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5C79A4D-96EC-32D4-A0E2-989F3769789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282251" y="6341680"/>
                  <a:ext cx="1346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9A0AB22-C574-04D7-0784-003B4678E6CB}"/>
                    </a:ext>
                  </a:extLst>
                </p14:cNvPr>
                <p14:cNvContentPartPr/>
                <p14:nvPr/>
              </p14:nvContentPartPr>
              <p14:xfrm>
                <a:off x="1478091" y="6263560"/>
                <a:ext cx="214200" cy="198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9A0AB22-C574-04D7-0784-003B4678E6C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469451" y="6254920"/>
                  <a:ext cx="231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83F3971-7959-A88C-5834-096EB304BFDA}"/>
                    </a:ext>
                  </a:extLst>
                </p14:cNvPr>
                <p14:cNvContentPartPr/>
                <p14:nvPr/>
              </p14:nvContentPartPr>
              <p14:xfrm>
                <a:off x="1835211" y="6311800"/>
                <a:ext cx="109440" cy="242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83F3971-7959-A88C-5834-096EB304BFD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826211" y="6302800"/>
                  <a:ext cx="127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72E64BC-8509-6A8E-29C3-0147ED8D848F}"/>
                    </a:ext>
                  </a:extLst>
                </p14:cNvPr>
                <p14:cNvContentPartPr/>
                <p14:nvPr/>
              </p14:nvContentPartPr>
              <p14:xfrm>
                <a:off x="1993611" y="6333400"/>
                <a:ext cx="136800" cy="90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72E64BC-8509-6A8E-29C3-0147ED8D848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984611" y="6324760"/>
                  <a:ext cx="154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C5A3560-450A-58C1-F390-0F458B66C6AB}"/>
                    </a:ext>
                  </a:extLst>
                </p14:cNvPr>
                <p14:cNvContentPartPr/>
                <p14:nvPr/>
              </p14:nvContentPartPr>
              <p14:xfrm>
                <a:off x="2187651" y="6273640"/>
                <a:ext cx="142560" cy="160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C5A3560-450A-58C1-F390-0F458B66C6A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179011" y="6265000"/>
                  <a:ext cx="160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FC1B92A-11B4-EB5D-61E2-69746A7013B0}"/>
                    </a:ext>
                  </a:extLst>
                </p14:cNvPr>
                <p14:cNvContentPartPr/>
                <p14:nvPr/>
              </p14:nvContentPartPr>
              <p14:xfrm>
                <a:off x="2392491" y="6378760"/>
                <a:ext cx="6840" cy="38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FC1B92A-11B4-EB5D-61E2-69746A7013B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383851" y="6369760"/>
                  <a:ext cx="24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5471B02-3A24-4E38-2839-57662BE9FE89}"/>
                    </a:ext>
                  </a:extLst>
                </p14:cNvPr>
                <p14:cNvContentPartPr/>
                <p14:nvPr/>
              </p14:nvContentPartPr>
              <p14:xfrm>
                <a:off x="2337771" y="6203440"/>
                <a:ext cx="360" cy="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5471B02-3A24-4E38-2839-57662BE9FE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9131" y="6194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10B6367-CFBB-C877-06CD-E24AAAA85B51}"/>
                    </a:ext>
                  </a:extLst>
                </p14:cNvPr>
                <p14:cNvContentPartPr/>
                <p14:nvPr/>
              </p14:nvContentPartPr>
              <p14:xfrm>
                <a:off x="2461611" y="6165280"/>
                <a:ext cx="180360" cy="223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10B6367-CFBB-C877-06CD-E24AAAA85B5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52971" y="6156280"/>
                  <a:ext cx="198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BAC0B3E-D380-7435-DE22-2D736CF0F149}"/>
                    </a:ext>
                  </a:extLst>
                </p14:cNvPr>
                <p14:cNvContentPartPr/>
                <p14:nvPr/>
              </p14:nvContentPartPr>
              <p14:xfrm>
                <a:off x="2557011" y="6170680"/>
                <a:ext cx="21240" cy="30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BAC0B3E-D380-7435-DE22-2D736CF0F14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548011" y="6161680"/>
                  <a:ext cx="3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A683ECF-B1ED-DFAF-8C99-E645AD051B1D}"/>
                    </a:ext>
                  </a:extLst>
                </p14:cNvPr>
                <p14:cNvContentPartPr/>
                <p14:nvPr/>
              </p14:nvContentPartPr>
              <p14:xfrm>
                <a:off x="2765811" y="6298840"/>
                <a:ext cx="94320" cy="102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A683ECF-B1ED-DFAF-8C99-E645AD051B1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756811" y="6290200"/>
                  <a:ext cx="111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6B5DE22-8F15-2DDA-48FA-DE59695F0F19}"/>
                    </a:ext>
                  </a:extLst>
                </p14:cNvPr>
                <p14:cNvContentPartPr/>
                <p14:nvPr/>
              </p14:nvContentPartPr>
              <p14:xfrm>
                <a:off x="2945451" y="6346000"/>
                <a:ext cx="191160" cy="87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6B5DE22-8F15-2DDA-48FA-DE59695F0F1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36811" y="6337000"/>
                  <a:ext cx="208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7EED397-8F5A-8CB2-9F07-37E01745A99B}"/>
                    </a:ext>
                  </a:extLst>
                </p14:cNvPr>
                <p14:cNvContentPartPr/>
                <p14:nvPr/>
              </p14:nvContentPartPr>
              <p14:xfrm>
                <a:off x="2474571" y="6356800"/>
                <a:ext cx="24480" cy="48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7EED397-8F5A-8CB2-9F07-37E01745A9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465931" y="6348160"/>
                  <a:ext cx="42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DA80C47-2BDF-A9AF-C126-E33FB7CCBBA5}"/>
                    </a:ext>
                  </a:extLst>
                </p14:cNvPr>
                <p14:cNvContentPartPr/>
                <p14:nvPr/>
              </p14:nvContentPartPr>
              <p14:xfrm>
                <a:off x="2616771" y="6304960"/>
                <a:ext cx="14760" cy="69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DA80C47-2BDF-A9AF-C126-E33FB7CCBBA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607771" y="6296320"/>
                  <a:ext cx="3240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D8F5EA6-AFC3-BB4B-0266-6F213D1CEC83}"/>
              </a:ext>
            </a:extLst>
          </p:cNvPr>
          <p:cNvGrpSpPr/>
          <p:nvPr/>
        </p:nvGrpSpPr>
        <p:grpSpPr>
          <a:xfrm>
            <a:off x="8890851" y="1383040"/>
            <a:ext cx="1024920" cy="331200"/>
            <a:chOff x="8890851" y="1383040"/>
            <a:chExt cx="102492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A8D8160-6447-ED8D-B246-72C9D328B48A}"/>
                    </a:ext>
                  </a:extLst>
                </p14:cNvPr>
                <p14:cNvContentPartPr/>
                <p14:nvPr/>
              </p14:nvContentPartPr>
              <p14:xfrm>
                <a:off x="8890851" y="1471600"/>
                <a:ext cx="176760" cy="172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A8D8160-6447-ED8D-B246-72C9D328B48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882211" y="1462600"/>
                  <a:ext cx="194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7DE0450-7179-8CA5-4D3F-0723561A5497}"/>
                    </a:ext>
                  </a:extLst>
                </p14:cNvPr>
                <p14:cNvContentPartPr/>
                <p14:nvPr/>
              </p14:nvContentPartPr>
              <p14:xfrm>
                <a:off x="9132771" y="1571320"/>
                <a:ext cx="7560" cy="48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7DE0450-7179-8CA5-4D3F-0723561A549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24131" y="1562320"/>
                  <a:ext cx="25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1F7240A-4E53-2ED6-56B9-4BAC3D09664D}"/>
                    </a:ext>
                  </a:extLst>
                </p14:cNvPr>
                <p14:cNvContentPartPr/>
                <p14:nvPr/>
              </p14:nvContentPartPr>
              <p14:xfrm>
                <a:off x="9138171" y="1456120"/>
                <a:ext cx="7560" cy="18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1F7240A-4E53-2ED6-56B9-4BAC3D09664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29531" y="1447480"/>
                  <a:ext cx="25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ABD7C1D-0355-7289-11FB-07B39B4FB9ED}"/>
                    </a:ext>
                  </a:extLst>
                </p14:cNvPr>
                <p14:cNvContentPartPr/>
                <p14:nvPr/>
              </p14:nvContentPartPr>
              <p14:xfrm>
                <a:off x="9226011" y="1570600"/>
                <a:ext cx="182520" cy="460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ABD7C1D-0355-7289-11FB-07B39B4FB9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217011" y="1561600"/>
                  <a:ext cx="200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8E62B56-03CF-0304-5752-D6F032BD0FA6}"/>
                    </a:ext>
                  </a:extLst>
                </p14:cNvPr>
                <p14:cNvContentPartPr/>
                <p14:nvPr/>
              </p14:nvContentPartPr>
              <p14:xfrm>
                <a:off x="9543891" y="1532080"/>
                <a:ext cx="110160" cy="182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8E62B56-03CF-0304-5752-D6F032BD0FA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534891" y="1523440"/>
                  <a:ext cx="127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B319CFD-ABA7-EC86-274E-31044156A9EF}"/>
                    </a:ext>
                  </a:extLst>
                </p14:cNvPr>
                <p14:cNvContentPartPr/>
                <p14:nvPr/>
              </p14:nvContentPartPr>
              <p14:xfrm>
                <a:off x="9680331" y="1383040"/>
                <a:ext cx="235440" cy="280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B319CFD-ABA7-EC86-274E-31044156A9E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671691" y="1374400"/>
                  <a:ext cx="25308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1600D01-17A8-8608-0752-5E1B41D89A86}"/>
              </a:ext>
            </a:extLst>
          </p:cNvPr>
          <p:cNvGrpSpPr/>
          <p:nvPr/>
        </p:nvGrpSpPr>
        <p:grpSpPr>
          <a:xfrm>
            <a:off x="10091091" y="1412560"/>
            <a:ext cx="482400" cy="267120"/>
            <a:chOff x="10091091" y="1412560"/>
            <a:chExt cx="48240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CAA4A86-F891-BF4C-07DC-0DC6028699D6}"/>
                    </a:ext>
                  </a:extLst>
                </p14:cNvPr>
                <p14:cNvContentPartPr/>
                <p14:nvPr/>
              </p14:nvContentPartPr>
              <p14:xfrm>
                <a:off x="10129251" y="1412560"/>
                <a:ext cx="66600" cy="267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CAA4A86-F891-BF4C-07DC-0DC6028699D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20611" y="1403560"/>
                  <a:ext cx="842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B6B5A03-5D65-B45F-E4CA-11F6CBE5FE56}"/>
                    </a:ext>
                  </a:extLst>
                </p14:cNvPr>
                <p14:cNvContentPartPr/>
                <p14:nvPr/>
              </p14:nvContentPartPr>
              <p14:xfrm>
                <a:off x="10091091" y="1538560"/>
                <a:ext cx="236520" cy="95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B6B5A03-5D65-B45F-E4CA-11F6CBE5FE5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082091" y="1529560"/>
                  <a:ext cx="254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653FC02-8DD3-399E-5AC8-33A5EBA4A219}"/>
                    </a:ext>
                  </a:extLst>
                </p14:cNvPr>
                <p14:cNvContentPartPr/>
                <p14:nvPr/>
              </p14:nvContentPartPr>
              <p14:xfrm>
                <a:off x="10356411" y="1508320"/>
                <a:ext cx="115560" cy="124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653FC02-8DD3-399E-5AC8-33A5EBA4A21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47411" y="1499680"/>
                  <a:ext cx="133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5709884-F7AC-5E60-D63C-F3685B92BC32}"/>
                    </a:ext>
                  </a:extLst>
                </p14:cNvPr>
                <p14:cNvContentPartPr/>
                <p14:nvPr/>
              </p14:nvContentPartPr>
              <p14:xfrm>
                <a:off x="10512651" y="1412560"/>
                <a:ext cx="57600" cy="250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5709884-F7AC-5E60-D63C-F3685B92BC3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4011" y="1403560"/>
                  <a:ext cx="75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6A77ABA-7D42-EBFF-481F-3624AFB5E7F6}"/>
                    </a:ext>
                  </a:extLst>
                </p14:cNvPr>
                <p14:cNvContentPartPr/>
                <p14:nvPr/>
              </p14:nvContentPartPr>
              <p14:xfrm>
                <a:off x="10471971" y="1541080"/>
                <a:ext cx="101520" cy="25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6A77ABA-7D42-EBFF-481F-3624AFB5E7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462971" y="1532080"/>
                  <a:ext cx="1191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1C4378A-E377-4C77-50D0-1EDBA80E9A31}"/>
              </a:ext>
            </a:extLst>
          </p:cNvPr>
          <p:cNvGrpSpPr/>
          <p:nvPr/>
        </p:nvGrpSpPr>
        <p:grpSpPr>
          <a:xfrm>
            <a:off x="10741971" y="1350280"/>
            <a:ext cx="521280" cy="353160"/>
            <a:chOff x="10741971" y="1350280"/>
            <a:chExt cx="52128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26F2B01-E7A4-37FE-1A2A-9DAEC3781B74}"/>
                    </a:ext>
                  </a:extLst>
                </p14:cNvPr>
                <p14:cNvContentPartPr/>
                <p14:nvPr/>
              </p14:nvContentPartPr>
              <p14:xfrm>
                <a:off x="10741971" y="1350280"/>
                <a:ext cx="120960" cy="353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26F2B01-E7A4-37FE-1A2A-9DAEC3781B7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733331" y="1341640"/>
                  <a:ext cx="138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B082D50-6532-066C-6A72-DFE30BC5CC46}"/>
                    </a:ext>
                  </a:extLst>
                </p14:cNvPr>
                <p14:cNvContentPartPr/>
                <p14:nvPr/>
              </p14:nvContentPartPr>
              <p14:xfrm>
                <a:off x="10852131" y="1532800"/>
                <a:ext cx="158400" cy="1105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B082D50-6532-066C-6A72-DFE30BC5CC4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843491" y="1524160"/>
                  <a:ext cx="17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DD11995-AEDE-545C-0B23-0AC88DE38AC9}"/>
                    </a:ext>
                  </a:extLst>
                </p14:cNvPr>
                <p14:cNvContentPartPr/>
                <p14:nvPr/>
              </p14:nvContentPartPr>
              <p14:xfrm>
                <a:off x="11043651" y="1539280"/>
                <a:ext cx="73800" cy="82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DD11995-AEDE-545C-0B23-0AC88DE38AC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034651" y="1530640"/>
                  <a:ext cx="91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0C4BFEB-01E6-685C-C6A2-9FD66A6590DA}"/>
                    </a:ext>
                  </a:extLst>
                </p14:cNvPr>
                <p14:cNvContentPartPr/>
                <p14:nvPr/>
              </p14:nvContentPartPr>
              <p14:xfrm>
                <a:off x="11202411" y="1396000"/>
                <a:ext cx="46440" cy="263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0C4BFEB-01E6-685C-C6A2-9FD66A6590D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93771" y="1387360"/>
                  <a:ext cx="64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056E105-0FA4-958A-97EF-FD2C8A8731A9}"/>
                    </a:ext>
                  </a:extLst>
                </p14:cNvPr>
                <p14:cNvContentPartPr/>
                <p14:nvPr/>
              </p14:nvContentPartPr>
              <p14:xfrm>
                <a:off x="11139411" y="1528480"/>
                <a:ext cx="123840" cy="37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056E105-0FA4-958A-97EF-FD2C8A8731A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130771" y="1519840"/>
                  <a:ext cx="1414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7E37A0A5-F7CB-717D-9AB4-D7C902BD840D}"/>
              </a:ext>
            </a:extLst>
          </p:cNvPr>
          <p:cNvGrpSpPr/>
          <p:nvPr/>
        </p:nvGrpSpPr>
        <p:grpSpPr>
          <a:xfrm>
            <a:off x="11459091" y="1401400"/>
            <a:ext cx="572400" cy="384120"/>
            <a:chOff x="11459091" y="1401400"/>
            <a:chExt cx="57240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1C5D81B-4989-C32B-E8A5-9D9B3D400F19}"/>
                    </a:ext>
                  </a:extLst>
                </p14:cNvPr>
                <p14:cNvContentPartPr/>
                <p14:nvPr/>
              </p14:nvContentPartPr>
              <p14:xfrm>
                <a:off x="11459091" y="1537480"/>
                <a:ext cx="105480" cy="227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1C5D81B-4989-C32B-E8A5-9D9B3D400F1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50451" y="1528480"/>
                  <a:ext cx="123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233D6B7-F14B-3FC3-6F8E-8C6310A854B7}"/>
                    </a:ext>
                  </a:extLst>
                </p14:cNvPr>
                <p14:cNvContentPartPr/>
                <p14:nvPr/>
              </p14:nvContentPartPr>
              <p14:xfrm>
                <a:off x="11579691" y="1550080"/>
                <a:ext cx="39600" cy="98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233D6B7-F14B-3FC3-6F8E-8C6310A854B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570691" y="1541080"/>
                  <a:ext cx="57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982A79D-F6B5-3304-B37B-48EA428A582C}"/>
                    </a:ext>
                  </a:extLst>
                </p14:cNvPr>
                <p14:cNvContentPartPr/>
                <p14:nvPr/>
              </p14:nvContentPartPr>
              <p14:xfrm>
                <a:off x="11672211" y="1570240"/>
                <a:ext cx="69120" cy="89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982A79D-F6B5-3304-B37B-48EA428A582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663211" y="1561240"/>
                  <a:ext cx="86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A4DB0FF-5641-99D6-31CA-C9DEB5D63925}"/>
                    </a:ext>
                  </a:extLst>
                </p14:cNvPr>
                <p14:cNvContentPartPr/>
                <p14:nvPr/>
              </p14:nvContentPartPr>
              <p14:xfrm>
                <a:off x="11799291" y="1566640"/>
                <a:ext cx="31680" cy="54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A4DB0FF-5641-99D6-31CA-C9DEB5D6392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790291" y="1557640"/>
                  <a:ext cx="49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D6DA988-721E-63D6-6D31-B1FA988CF805}"/>
                    </a:ext>
                  </a:extLst>
                </p14:cNvPr>
                <p14:cNvContentPartPr/>
                <p14:nvPr/>
              </p14:nvContentPartPr>
              <p14:xfrm>
                <a:off x="11878851" y="1447840"/>
                <a:ext cx="51840" cy="337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D6DA988-721E-63D6-6D31-B1FA988CF80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869851" y="1438840"/>
                  <a:ext cx="694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01BA31E-8735-ABFE-764E-79EA4A472375}"/>
                    </a:ext>
                  </a:extLst>
                </p14:cNvPr>
                <p14:cNvContentPartPr/>
                <p14:nvPr/>
              </p14:nvContentPartPr>
              <p14:xfrm>
                <a:off x="11892171" y="1664200"/>
                <a:ext cx="28080" cy="11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01BA31E-8735-ABFE-764E-79EA4A47237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883531" y="1655560"/>
                  <a:ext cx="45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9D7ADA5-D901-E68B-4C73-49DB88258693}"/>
                    </a:ext>
                  </a:extLst>
                </p14:cNvPr>
                <p14:cNvContentPartPr/>
                <p14:nvPr/>
              </p14:nvContentPartPr>
              <p14:xfrm>
                <a:off x="11788491" y="1584280"/>
                <a:ext cx="39960" cy="26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9D7ADA5-D901-E68B-4C73-49DB8825869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779491" y="1575640"/>
                  <a:ext cx="57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C05D15-B767-11E7-FDC8-C95C1B77F5A1}"/>
                    </a:ext>
                  </a:extLst>
                </p14:cNvPr>
                <p14:cNvContentPartPr/>
                <p14:nvPr/>
              </p14:nvContentPartPr>
              <p14:xfrm>
                <a:off x="11914491" y="1401400"/>
                <a:ext cx="117000" cy="331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C05D15-B767-11E7-FDC8-C95C1B77F5A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905491" y="1392760"/>
                  <a:ext cx="13464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25D7FBF-4C45-5EC7-8E12-BBC3A542AD28}"/>
              </a:ext>
            </a:extLst>
          </p:cNvPr>
          <p:cNvGrpSpPr/>
          <p:nvPr/>
        </p:nvGrpSpPr>
        <p:grpSpPr>
          <a:xfrm>
            <a:off x="8541651" y="1933120"/>
            <a:ext cx="405360" cy="263880"/>
            <a:chOff x="8541651" y="1933120"/>
            <a:chExt cx="40536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8F3CBE8-7DDF-E02A-F644-4C229BB9F19E}"/>
                    </a:ext>
                  </a:extLst>
                </p14:cNvPr>
                <p14:cNvContentPartPr/>
                <p14:nvPr/>
              </p14:nvContentPartPr>
              <p14:xfrm>
                <a:off x="8541651" y="1933120"/>
                <a:ext cx="316440" cy="249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8F3CBE8-7DDF-E02A-F644-4C229BB9F19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532651" y="1924120"/>
                  <a:ext cx="334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0FA75E6-C603-B646-42CC-9281094878E0}"/>
                    </a:ext>
                  </a:extLst>
                </p14:cNvPr>
                <p14:cNvContentPartPr/>
                <p14:nvPr/>
              </p14:nvContentPartPr>
              <p14:xfrm>
                <a:off x="8826411" y="1943560"/>
                <a:ext cx="109800" cy="253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0FA75E6-C603-B646-42CC-9281094878E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17411" y="1934920"/>
                  <a:ext cx="127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F19CEF7-97FD-30FC-5F96-5336A26FEAA7}"/>
                    </a:ext>
                  </a:extLst>
                </p14:cNvPr>
                <p14:cNvContentPartPr/>
                <p14:nvPr/>
              </p14:nvContentPartPr>
              <p14:xfrm>
                <a:off x="8835771" y="2081440"/>
                <a:ext cx="111240" cy="43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F19CEF7-97FD-30FC-5F96-5336A26FEAA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827131" y="2072800"/>
                  <a:ext cx="12888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FFA1C4EC-FB55-21C6-730B-A235A0BD1690}"/>
              </a:ext>
            </a:extLst>
          </p:cNvPr>
          <p:cNvGrpSpPr/>
          <p:nvPr/>
        </p:nvGrpSpPr>
        <p:grpSpPr>
          <a:xfrm>
            <a:off x="9116571" y="1923760"/>
            <a:ext cx="1002240" cy="310680"/>
            <a:chOff x="9116571" y="1923760"/>
            <a:chExt cx="100224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94F5AA5-ECE8-6F82-2727-425F5FC02116}"/>
                    </a:ext>
                  </a:extLst>
                </p14:cNvPr>
                <p14:cNvContentPartPr/>
                <p14:nvPr/>
              </p14:nvContentPartPr>
              <p14:xfrm>
                <a:off x="9116571" y="2053000"/>
                <a:ext cx="187920" cy="120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94F5AA5-ECE8-6F82-2727-425F5FC0211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107571" y="2044360"/>
                  <a:ext cx="205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E02D959-35A7-5E42-198A-F671E4C4037F}"/>
                    </a:ext>
                  </a:extLst>
                </p14:cNvPr>
                <p14:cNvContentPartPr/>
                <p14:nvPr/>
              </p14:nvContentPartPr>
              <p14:xfrm>
                <a:off x="9188571" y="2053000"/>
                <a:ext cx="43200" cy="1101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E02D959-35A7-5E42-198A-F671E4C4037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179931" y="2044360"/>
                  <a:ext cx="60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3B87CEB-C260-7151-EFCD-9CF34049DE07}"/>
                    </a:ext>
                  </a:extLst>
                </p14:cNvPr>
                <p14:cNvContentPartPr/>
                <p14:nvPr/>
              </p14:nvContentPartPr>
              <p14:xfrm>
                <a:off x="9323211" y="1923760"/>
                <a:ext cx="111600" cy="289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3B87CEB-C260-7151-EFCD-9CF34049DE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314211" y="1914760"/>
                  <a:ext cx="1292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14F500-D321-A1A0-7572-A9313A91C89C}"/>
                    </a:ext>
                  </a:extLst>
                </p14:cNvPr>
                <p14:cNvContentPartPr/>
                <p14:nvPr/>
              </p14:nvContentPartPr>
              <p14:xfrm>
                <a:off x="9428691" y="2091520"/>
                <a:ext cx="127440" cy="853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14F500-D321-A1A0-7572-A9313A91C89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419691" y="2082520"/>
                  <a:ext cx="145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6E0058F-48E2-0548-E4F0-B07103A39B9D}"/>
                    </a:ext>
                  </a:extLst>
                </p14:cNvPr>
                <p14:cNvContentPartPr/>
                <p14:nvPr/>
              </p14:nvContentPartPr>
              <p14:xfrm>
                <a:off x="9494211" y="1946080"/>
                <a:ext cx="174600" cy="288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6E0058F-48E2-0548-E4F0-B07103A39B9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485571" y="1937080"/>
                  <a:ext cx="192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5ECD7F2-A564-BC3F-7C98-112B53CBB226}"/>
                    </a:ext>
                  </a:extLst>
                </p14:cNvPr>
                <p14:cNvContentPartPr/>
                <p14:nvPr/>
              </p14:nvContentPartPr>
              <p14:xfrm>
                <a:off x="9769611" y="2115640"/>
                <a:ext cx="102960" cy="24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5ECD7F2-A564-BC3F-7C98-112B53CBB22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760611" y="2107000"/>
                  <a:ext cx="120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B1985BE-AB08-CFE1-C1EF-11A0AACBFCC2}"/>
                    </a:ext>
                  </a:extLst>
                </p14:cNvPr>
                <p14:cNvContentPartPr/>
                <p14:nvPr/>
              </p14:nvContentPartPr>
              <p14:xfrm>
                <a:off x="9752331" y="2037520"/>
                <a:ext cx="109080" cy="15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B1985BE-AB08-CFE1-C1EF-11A0AACBFCC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743691" y="2028880"/>
                  <a:ext cx="126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9882767-12A7-1A30-FFF6-CB68E7009A10}"/>
                    </a:ext>
                  </a:extLst>
                </p14:cNvPr>
                <p14:cNvContentPartPr/>
                <p14:nvPr/>
              </p14:nvContentPartPr>
              <p14:xfrm>
                <a:off x="9986691" y="1986760"/>
                <a:ext cx="132120" cy="177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9882767-12A7-1A30-FFF6-CB68E7009A1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977691" y="1978120"/>
                  <a:ext cx="14976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6F2A47D-9DBD-E32E-BBAA-A67CE10D0F5E}"/>
              </a:ext>
            </a:extLst>
          </p:cNvPr>
          <p:cNvGrpSpPr/>
          <p:nvPr/>
        </p:nvGrpSpPr>
        <p:grpSpPr>
          <a:xfrm>
            <a:off x="10414371" y="1932760"/>
            <a:ext cx="682200" cy="240120"/>
            <a:chOff x="10414371" y="1932760"/>
            <a:chExt cx="68220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C8325DA-B327-B990-7CB7-66752F4A09F6}"/>
                    </a:ext>
                  </a:extLst>
                </p14:cNvPr>
                <p14:cNvContentPartPr/>
                <p14:nvPr/>
              </p14:nvContentPartPr>
              <p14:xfrm>
                <a:off x="10474491" y="1934920"/>
                <a:ext cx="79560" cy="231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C8325DA-B327-B990-7CB7-66752F4A09F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65491" y="1925920"/>
                  <a:ext cx="97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AFE223E-D13D-13BB-19F6-8C83DA8FEBC0}"/>
                    </a:ext>
                  </a:extLst>
                </p14:cNvPr>
                <p14:cNvContentPartPr/>
                <p14:nvPr/>
              </p14:nvContentPartPr>
              <p14:xfrm>
                <a:off x="10414371" y="2080360"/>
                <a:ext cx="147960" cy="11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AFE223E-D13D-13BB-19F6-8C83DA8FEBC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405371" y="2071360"/>
                  <a:ext cx="165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843F406-9530-0151-3E6A-A36DBD2BF5C8}"/>
                    </a:ext>
                  </a:extLst>
                </p14:cNvPr>
                <p14:cNvContentPartPr/>
                <p14:nvPr/>
              </p14:nvContentPartPr>
              <p14:xfrm>
                <a:off x="10551171" y="1932760"/>
                <a:ext cx="545400" cy="2401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843F406-9530-0151-3E6A-A36DBD2BF5C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542171" y="1923760"/>
                  <a:ext cx="5630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76C95A1-1855-8E9D-9F47-941EA9E229F2}"/>
              </a:ext>
            </a:extLst>
          </p:cNvPr>
          <p:cNvGrpSpPr/>
          <p:nvPr/>
        </p:nvGrpSpPr>
        <p:grpSpPr>
          <a:xfrm>
            <a:off x="9545331" y="2376280"/>
            <a:ext cx="1329120" cy="392040"/>
            <a:chOff x="9545331" y="2376280"/>
            <a:chExt cx="132912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5842EE8-4349-1CA9-F3BB-F11D6D98E925}"/>
                    </a:ext>
                  </a:extLst>
                </p14:cNvPr>
                <p14:cNvContentPartPr/>
                <p14:nvPr/>
              </p14:nvContentPartPr>
              <p14:xfrm>
                <a:off x="9545331" y="2480320"/>
                <a:ext cx="162360" cy="2880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5842EE8-4349-1CA9-F3BB-F11D6D98E92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536691" y="2471320"/>
                  <a:ext cx="1800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B2A5D7F-72B9-A7C5-5474-273BC592F711}"/>
                    </a:ext>
                  </a:extLst>
                </p14:cNvPr>
                <p14:cNvContentPartPr/>
                <p14:nvPr/>
              </p14:nvContentPartPr>
              <p14:xfrm>
                <a:off x="9741891" y="2388880"/>
                <a:ext cx="129960" cy="244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B2A5D7F-72B9-A7C5-5474-273BC592F71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732891" y="2379880"/>
                  <a:ext cx="147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59CD4FD-39CC-C705-EDF6-7B9DBC126D00}"/>
                    </a:ext>
                  </a:extLst>
                </p14:cNvPr>
                <p14:cNvContentPartPr/>
                <p14:nvPr/>
              </p14:nvContentPartPr>
              <p14:xfrm>
                <a:off x="9855651" y="2548000"/>
                <a:ext cx="140400" cy="57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59CD4FD-39CC-C705-EDF6-7B9DBC126D0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46651" y="2539000"/>
                  <a:ext cx="158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D039DAA-7A30-29D9-7F64-26535CAE8D8F}"/>
                    </a:ext>
                  </a:extLst>
                </p14:cNvPr>
                <p14:cNvContentPartPr/>
                <p14:nvPr/>
              </p14:nvContentPartPr>
              <p14:xfrm>
                <a:off x="9976251" y="2413720"/>
                <a:ext cx="146520" cy="275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D039DAA-7A30-29D9-7F64-26535CAE8D8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967251" y="2404720"/>
                  <a:ext cx="164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9455B33-CF55-2A1D-4E76-B2331D0801BA}"/>
                    </a:ext>
                  </a:extLst>
                </p14:cNvPr>
                <p14:cNvContentPartPr/>
                <p14:nvPr/>
              </p14:nvContentPartPr>
              <p14:xfrm>
                <a:off x="10260651" y="2540440"/>
                <a:ext cx="257400" cy="59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9455B33-CF55-2A1D-4E76-B2331D0801B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252011" y="2531440"/>
                  <a:ext cx="275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459E0D-E1BA-23B5-B991-948395185403}"/>
                    </a:ext>
                  </a:extLst>
                </p14:cNvPr>
                <p14:cNvContentPartPr/>
                <p14:nvPr/>
              </p14:nvContentPartPr>
              <p14:xfrm>
                <a:off x="10538931" y="2555560"/>
                <a:ext cx="142920" cy="669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459E0D-E1BA-23B5-B991-94839518540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529931" y="2546560"/>
                  <a:ext cx="160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CA6C0D5-3509-469F-849B-DB01A880A800}"/>
                    </a:ext>
                  </a:extLst>
                </p14:cNvPr>
                <p14:cNvContentPartPr/>
                <p14:nvPr/>
              </p14:nvContentPartPr>
              <p14:xfrm>
                <a:off x="10644051" y="2494360"/>
                <a:ext cx="108360" cy="1357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CA6C0D5-3509-469F-849B-DB01A880A80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635411" y="2485720"/>
                  <a:ext cx="126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8AE99A2-8D2A-F076-C38B-8240160A8087}"/>
                    </a:ext>
                  </a:extLst>
                </p14:cNvPr>
                <p14:cNvContentPartPr/>
                <p14:nvPr/>
              </p14:nvContentPartPr>
              <p14:xfrm>
                <a:off x="10789491" y="2376280"/>
                <a:ext cx="45720" cy="219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8AE99A2-8D2A-F076-C38B-8240160A8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780851" y="2367280"/>
                  <a:ext cx="63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CB30A24-E0B4-3E3B-CEEF-62E27A818000}"/>
                    </a:ext>
                  </a:extLst>
                </p14:cNvPr>
                <p14:cNvContentPartPr/>
                <p14:nvPr/>
              </p14:nvContentPartPr>
              <p14:xfrm>
                <a:off x="10750251" y="2513800"/>
                <a:ext cx="124200" cy="32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CB30A24-E0B4-3E3B-CEEF-62E27A81800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741611" y="2504800"/>
                  <a:ext cx="1418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969024D-C791-3588-EF70-8D024700A421}"/>
              </a:ext>
            </a:extLst>
          </p:cNvPr>
          <p:cNvGrpSpPr/>
          <p:nvPr/>
        </p:nvGrpSpPr>
        <p:grpSpPr>
          <a:xfrm>
            <a:off x="11059851" y="2435680"/>
            <a:ext cx="429480" cy="158760"/>
            <a:chOff x="11059851" y="2435680"/>
            <a:chExt cx="42948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B50B619-F5DC-4513-BD91-E37E828368C3}"/>
                    </a:ext>
                  </a:extLst>
                </p14:cNvPr>
                <p14:cNvContentPartPr/>
                <p14:nvPr/>
              </p14:nvContentPartPr>
              <p14:xfrm>
                <a:off x="11099091" y="2578600"/>
                <a:ext cx="120240" cy="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B50B619-F5DC-4513-BD91-E37E828368C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090451" y="2569960"/>
                  <a:ext cx="137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B85D83B-3390-491E-027D-4FBE99613D48}"/>
                    </a:ext>
                  </a:extLst>
                </p14:cNvPr>
                <p14:cNvContentPartPr/>
                <p14:nvPr/>
              </p14:nvContentPartPr>
              <p14:xfrm>
                <a:off x="11059851" y="2516320"/>
                <a:ext cx="120960" cy="8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B85D83B-3390-491E-027D-4FBE99613D4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051211" y="2507320"/>
                  <a:ext cx="138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C41731C-82A1-333D-5CB9-8DFBB66C3066}"/>
                    </a:ext>
                  </a:extLst>
                </p14:cNvPr>
                <p14:cNvContentPartPr/>
                <p14:nvPr/>
              </p14:nvContentPartPr>
              <p14:xfrm>
                <a:off x="11338491" y="2435680"/>
                <a:ext cx="150840" cy="158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C41731C-82A1-333D-5CB9-8DFBB66C306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329851" y="2427040"/>
                  <a:ext cx="1684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53F50393-D6DE-FEF1-6A25-FE84664CA317}"/>
              </a:ext>
            </a:extLst>
          </p:cNvPr>
          <p:cNvGrpSpPr/>
          <p:nvPr/>
        </p:nvGrpSpPr>
        <p:grpSpPr>
          <a:xfrm>
            <a:off x="10025211" y="2850400"/>
            <a:ext cx="277560" cy="329040"/>
            <a:chOff x="10025211" y="2850400"/>
            <a:chExt cx="27756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56478B9-6097-1407-1939-0A2955A88A30}"/>
                    </a:ext>
                  </a:extLst>
                </p14:cNvPr>
                <p14:cNvContentPartPr/>
                <p14:nvPr/>
              </p14:nvContentPartPr>
              <p14:xfrm>
                <a:off x="10085691" y="3000520"/>
                <a:ext cx="12600" cy="55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56478B9-6097-1407-1939-0A2955A88A3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076691" y="2991520"/>
                  <a:ext cx="30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B32E846-9F05-5CEC-BCFE-F2BE824873CE}"/>
                    </a:ext>
                  </a:extLst>
                </p14:cNvPr>
                <p14:cNvContentPartPr/>
                <p14:nvPr/>
              </p14:nvContentPartPr>
              <p14:xfrm>
                <a:off x="10025211" y="2878840"/>
                <a:ext cx="360" cy="162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B32E846-9F05-5CEC-BCFE-F2BE824873C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016571" y="2869840"/>
                  <a:ext cx="18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AB818AE-3492-493D-562C-92DDE3E1E025}"/>
                    </a:ext>
                  </a:extLst>
                </p14:cNvPr>
                <p14:cNvContentPartPr/>
                <p14:nvPr/>
              </p14:nvContentPartPr>
              <p14:xfrm>
                <a:off x="10171371" y="2850400"/>
                <a:ext cx="131400" cy="3290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AB818AE-3492-493D-562C-92DDE3E1E02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162371" y="2841760"/>
                  <a:ext cx="1490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3658D09-B665-C090-2F8F-6468C1F82D0E}"/>
                    </a:ext>
                  </a:extLst>
                </p14:cNvPr>
                <p14:cNvContentPartPr/>
                <p14:nvPr/>
              </p14:nvContentPartPr>
              <p14:xfrm>
                <a:off x="10158411" y="3069640"/>
                <a:ext cx="119160" cy="46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3658D09-B665-C090-2F8F-6468C1F82D0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149771" y="3060640"/>
                  <a:ext cx="1368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A106C56-C348-86CA-6C5A-7596C5A347FC}"/>
              </a:ext>
            </a:extLst>
          </p:cNvPr>
          <p:cNvGrpSpPr/>
          <p:nvPr/>
        </p:nvGrpSpPr>
        <p:grpSpPr>
          <a:xfrm>
            <a:off x="10512291" y="2824840"/>
            <a:ext cx="925200" cy="314280"/>
            <a:chOff x="10512291" y="2824840"/>
            <a:chExt cx="92520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E0BDAC3-05AB-4183-51BC-E2846501DDF8}"/>
                    </a:ext>
                  </a:extLst>
                </p14:cNvPr>
                <p14:cNvContentPartPr/>
                <p14:nvPr/>
              </p14:nvContentPartPr>
              <p14:xfrm>
                <a:off x="10512291" y="2824840"/>
                <a:ext cx="175680" cy="3142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E0BDAC3-05AB-4183-51BC-E2846501DDF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503651" y="2816200"/>
                  <a:ext cx="1933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77AAA09-CB19-0D56-1F07-BFF38DA05266}"/>
                    </a:ext>
                  </a:extLst>
                </p14:cNvPr>
                <p14:cNvContentPartPr/>
                <p14:nvPr/>
              </p14:nvContentPartPr>
              <p14:xfrm>
                <a:off x="10720731" y="3033280"/>
                <a:ext cx="42480" cy="65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77AAA09-CB19-0D56-1F07-BFF38DA0526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712091" y="3024280"/>
                  <a:ext cx="60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6D3B634-6411-3A7F-03DF-3F315C92743F}"/>
                    </a:ext>
                  </a:extLst>
                </p14:cNvPr>
                <p14:cNvContentPartPr/>
                <p14:nvPr/>
              </p14:nvContentPartPr>
              <p14:xfrm>
                <a:off x="10693371" y="2877040"/>
                <a:ext cx="360" cy="198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6D3B634-6411-3A7F-03DF-3F315C9274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684731" y="2868040"/>
                  <a:ext cx="1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D8CFB7A-0EF9-CEE0-FEB9-52FE0CD7A04A}"/>
                    </a:ext>
                  </a:extLst>
                </p14:cNvPr>
                <p14:cNvContentPartPr/>
                <p14:nvPr/>
              </p14:nvContentPartPr>
              <p14:xfrm>
                <a:off x="10759251" y="2989360"/>
                <a:ext cx="196560" cy="943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D8CFB7A-0EF9-CEE0-FEB9-52FE0CD7A04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50251" y="2980720"/>
                  <a:ext cx="214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EAFA3B9-311F-B1CB-1404-346DDD6650D8}"/>
                    </a:ext>
                  </a:extLst>
                </p14:cNvPr>
                <p14:cNvContentPartPr/>
                <p14:nvPr/>
              </p14:nvContentPartPr>
              <p14:xfrm>
                <a:off x="10996131" y="2981080"/>
                <a:ext cx="145080" cy="1126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EAFA3B9-311F-B1CB-1404-346DDD6650D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987491" y="2972440"/>
                  <a:ext cx="162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A34D13E-464E-B1B5-5DDC-73FFC9962D34}"/>
                    </a:ext>
                  </a:extLst>
                </p14:cNvPr>
                <p14:cNvContentPartPr/>
                <p14:nvPr/>
              </p14:nvContentPartPr>
              <p14:xfrm>
                <a:off x="11142651" y="2950840"/>
                <a:ext cx="294840" cy="1216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A34D13E-464E-B1B5-5DDC-73FFC9962D3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133651" y="2942200"/>
                  <a:ext cx="312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AC3685-ADF2-FCBB-91D5-BA425022AB09}"/>
                    </a:ext>
                  </a:extLst>
                </p14:cNvPr>
                <p14:cNvContentPartPr/>
                <p14:nvPr/>
              </p14:nvContentPartPr>
              <p14:xfrm>
                <a:off x="11186211" y="2985760"/>
                <a:ext cx="45720" cy="511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AC3685-ADF2-FCBB-91D5-BA425022AB0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177211" y="2977120"/>
                  <a:ext cx="63360" cy="68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invariance = “the clock does not matter”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Shift the input; the output shifts by exactly the same amount.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80160"/>
            <a:ext cx="71323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 invariant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Time varying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delay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FIR / IIR filter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Static gain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y[n]=n 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Daily adaptive equalizer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rule using absolute sample index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212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3218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analogy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9612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echo with a fixed 100 ms delay is time invariant. An echo whose delay sweeps over time is not.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FAEA820-59EA-6A60-49A3-F9E8EE32BBB0}"/>
              </a:ext>
            </a:extLst>
          </p:cNvPr>
          <p:cNvGrpSpPr/>
          <p:nvPr/>
        </p:nvGrpSpPr>
        <p:grpSpPr>
          <a:xfrm>
            <a:off x="7709331" y="2725480"/>
            <a:ext cx="562320" cy="203400"/>
            <a:chOff x="7709331" y="2725480"/>
            <a:chExt cx="56232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BD1F0A-6A85-9880-9885-A1783F5CA741}"/>
                    </a:ext>
                  </a:extLst>
                </p14:cNvPr>
                <p14:cNvContentPartPr/>
                <p14:nvPr/>
              </p14:nvContentPartPr>
              <p14:xfrm>
                <a:off x="7709331" y="2725480"/>
                <a:ext cx="562320" cy="187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BD1F0A-6A85-9880-9885-A1783F5CA7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00331" y="2716840"/>
                  <a:ext cx="579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8CBD0B-49FE-3EED-EBE5-A812DBA13C52}"/>
                    </a:ext>
                  </a:extLst>
                </p14:cNvPr>
                <p14:cNvContentPartPr/>
                <p14:nvPr/>
              </p14:nvContentPartPr>
              <p14:xfrm>
                <a:off x="7710051" y="2798920"/>
                <a:ext cx="147600" cy="129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8CBD0B-49FE-3EED-EBE5-A812DBA13C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01411" y="2789920"/>
                  <a:ext cx="1652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A229C68-16B1-B950-4399-473CD5186EA5}"/>
              </a:ext>
            </a:extLst>
          </p:cNvPr>
          <p:cNvGrpSpPr/>
          <p:nvPr/>
        </p:nvGrpSpPr>
        <p:grpSpPr>
          <a:xfrm>
            <a:off x="8405211" y="2507680"/>
            <a:ext cx="1730880" cy="401040"/>
            <a:chOff x="8405211" y="2507680"/>
            <a:chExt cx="173088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23CF74A-6D82-B5C3-F92D-0B67E33455BB}"/>
                    </a:ext>
                  </a:extLst>
                </p14:cNvPr>
                <p14:cNvContentPartPr/>
                <p14:nvPr/>
              </p14:nvContentPartPr>
              <p14:xfrm>
                <a:off x="8405211" y="2637640"/>
                <a:ext cx="173160" cy="271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23CF74A-6D82-B5C3-F92D-0B67E33455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6571" y="2628640"/>
                  <a:ext cx="1908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271877-0B4E-E785-71D0-C76FB11BB8E7}"/>
                    </a:ext>
                  </a:extLst>
                </p14:cNvPr>
                <p14:cNvContentPartPr/>
                <p14:nvPr/>
              </p14:nvContentPartPr>
              <p14:xfrm>
                <a:off x="8585211" y="2534320"/>
                <a:ext cx="171000" cy="232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271877-0B4E-E785-71D0-C76FB11BB8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76211" y="2525320"/>
                  <a:ext cx="188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2FE41E-F627-0A5C-2CC3-B9104E8F989F}"/>
                    </a:ext>
                  </a:extLst>
                </p14:cNvPr>
                <p14:cNvContentPartPr/>
                <p14:nvPr/>
              </p14:nvContentPartPr>
              <p14:xfrm>
                <a:off x="8743971" y="2661040"/>
                <a:ext cx="158760" cy="71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2FE41E-F627-0A5C-2CC3-B9104E8F98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35331" y="2652040"/>
                  <a:ext cx="176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E37279-7F62-D4FE-0D25-6D544295D7A1}"/>
                    </a:ext>
                  </a:extLst>
                </p14:cNvPr>
                <p14:cNvContentPartPr/>
                <p14:nvPr/>
              </p14:nvContentPartPr>
              <p14:xfrm>
                <a:off x="8859171" y="2535040"/>
                <a:ext cx="132840" cy="264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E37279-7F62-D4FE-0D25-6D544295D7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50171" y="2526040"/>
                  <a:ext cx="150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F788D28-B00D-C07F-EBF2-B62ADF5E8609}"/>
                    </a:ext>
                  </a:extLst>
                </p14:cNvPr>
                <p14:cNvContentPartPr/>
                <p14:nvPr/>
              </p14:nvContentPartPr>
              <p14:xfrm>
                <a:off x="9082371" y="2700640"/>
                <a:ext cx="105840" cy="26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F788D28-B00D-C07F-EBF2-B62ADF5E86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73371" y="2691640"/>
                  <a:ext cx="123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4E1E9BB-C43C-1D71-0028-05C5D856EC31}"/>
                    </a:ext>
                  </a:extLst>
                </p14:cNvPr>
                <p14:cNvContentPartPr/>
                <p14:nvPr/>
              </p14:nvContentPartPr>
              <p14:xfrm>
                <a:off x="9066891" y="2647000"/>
                <a:ext cx="110160" cy="14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4E1E9BB-C43C-1D71-0028-05C5D856EC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57891" y="2638000"/>
                  <a:ext cx="127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E74DFA4-349F-B26E-4736-7BE853E737D0}"/>
                    </a:ext>
                  </a:extLst>
                </p14:cNvPr>
                <p14:cNvContentPartPr/>
                <p14:nvPr/>
              </p14:nvContentPartPr>
              <p14:xfrm>
                <a:off x="9278931" y="2644480"/>
                <a:ext cx="173520" cy="9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E74DFA4-349F-B26E-4736-7BE853E737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70291" y="2635480"/>
                  <a:ext cx="191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B5C2408-9526-29C5-489B-4605CCF2AE02}"/>
                    </a:ext>
                  </a:extLst>
                </p14:cNvPr>
                <p14:cNvContentPartPr/>
                <p14:nvPr/>
              </p14:nvContentPartPr>
              <p14:xfrm>
                <a:off x="9516171" y="2627920"/>
                <a:ext cx="126360" cy="75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B5C2408-9526-29C5-489B-4605CCF2AE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07171" y="2619280"/>
                  <a:ext cx="144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02C010-FFE5-4CEE-44E8-C022F8FBD33A}"/>
                    </a:ext>
                  </a:extLst>
                </p14:cNvPr>
                <p14:cNvContentPartPr/>
                <p14:nvPr/>
              </p14:nvContentPartPr>
              <p14:xfrm>
                <a:off x="9577371" y="2639080"/>
                <a:ext cx="75960" cy="93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02C010-FFE5-4CEE-44E8-C022F8FBD3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68371" y="2630080"/>
                  <a:ext cx="93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73CF0B-6501-361B-CF92-A1278ABB984E}"/>
                    </a:ext>
                  </a:extLst>
                </p14:cNvPr>
                <p14:cNvContentPartPr/>
                <p14:nvPr/>
              </p14:nvContentPartPr>
              <p14:xfrm>
                <a:off x="9717771" y="2507680"/>
                <a:ext cx="135360" cy="236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73CF0B-6501-361B-CF92-A1278ABB98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09131" y="2498680"/>
                  <a:ext cx="153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AEEAE32-3860-3664-5314-C25B14FB023A}"/>
                    </a:ext>
                  </a:extLst>
                </p14:cNvPr>
                <p14:cNvContentPartPr/>
                <p14:nvPr/>
              </p14:nvContentPartPr>
              <p14:xfrm>
                <a:off x="9861051" y="2661040"/>
                <a:ext cx="125640" cy="65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AEEAE32-3860-3664-5314-C25B14FB02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52411" y="2652040"/>
                  <a:ext cx="143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48D136-3781-6F0B-224E-2635EDE028B7}"/>
                    </a:ext>
                  </a:extLst>
                </p14:cNvPr>
                <p14:cNvContentPartPr/>
                <p14:nvPr/>
              </p14:nvContentPartPr>
              <p14:xfrm>
                <a:off x="9915771" y="2521000"/>
                <a:ext cx="220320" cy="288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48D136-3781-6F0B-224E-2635EDE028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07131" y="2512000"/>
                  <a:ext cx="237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480AF41-20BE-8ECF-653C-C6A05272D63D}"/>
                    </a:ext>
                  </a:extLst>
                </p14:cNvPr>
                <p14:cNvContentPartPr/>
                <p14:nvPr/>
              </p14:nvContentPartPr>
              <p14:xfrm>
                <a:off x="9609411" y="2688400"/>
                <a:ext cx="53640" cy="16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480AF41-20BE-8ECF-653C-C6A05272D6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00411" y="2679400"/>
                  <a:ext cx="712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B0292A4-077C-DC28-99E1-DD99A8BAED2A}"/>
              </a:ext>
            </a:extLst>
          </p:cNvPr>
          <p:cNvGrpSpPr/>
          <p:nvPr/>
        </p:nvGrpSpPr>
        <p:grpSpPr>
          <a:xfrm>
            <a:off x="514731" y="3619000"/>
            <a:ext cx="2430720" cy="853560"/>
            <a:chOff x="514731" y="3619000"/>
            <a:chExt cx="2430720" cy="85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126B4E-9CA1-0C53-5B33-7D816A39B5F3}"/>
                    </a:ext>
                  </a:extLst>
                </p14:cNvPr>
                <p14:cNvContentPartPr/>
                <p14:nvPr/>
              </p14:nvContentPartPr>
              <p14:xfrm>
                <a:off x="514731" y="3773440"/>
                <a:ext cx="208440" cy="173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126B4E-9CA1-0C53-5B33-7D816A39B5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6091" y="3764800"/>
                  <a:ext cx="226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4F7F53-F057-FAE7-FDA4-824E2A1798B6}"/>
                    </a:ext>
                  </a:extLst>
                </p14:cNvPr>
                <p14:cNvContentPartPr/>
                <p14:nvPr/>
              </p14:nvContentPartPr>
              <p14:xfrm>
                <a:off x="754491" y="3807640"/>
                <a:ext cx="300240" cy="16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4F7F53-F057-FAE7-FDA4-824E2A1798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5851" y="3798640"/>
                  <a:ext cx="317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2DD658-2F03-F64A-CE32-6040793BEDE2}"/>
                    </a:ext>
                  </a:extLst>
                </p14:cNvPr>
                <p14:cNvContentPartPr/>
                <p14:nvPr/>
              </p14:nvContentPartPr>
              <p14:xfrm>
                <a:off x="1178211" y="3815200"/>
                <a:ext cx="184320" cy="11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2DD658-2F03-F64A-CE32-6040793BED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69571" y="3806200"/>
                  <a:ext cx="201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816DB5-128E-1147-A838-553F2BC8066D}"/>
                    </a:ext>
                  </a:extLst>
                </p14:cNvPr>
                <p14:cNvContentPartPr/>
                <p14:nvPr/>
              </p14:nvContentPartPr>
              <p14:xfrm>
                <a:off x="1516611" y="3706840"/>
                <a:ext cx="158040" cy="242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816DB5-128E-1147-A838-553F2BC806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7611" y="3697840"/>
                  <a:ext cx="175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199588-067C-9E80-BB18-94C2E875A457}"/>
                    </a:ext>
                  </a:extLst>
                </p14:cNvPr>
                <p14:cNvContentPartPr/>
                <p14:nvPr/>
              </p14:nvContentPartPr>
              <p14:xfrm>
                <a:off x="1516971" y="3826360"/>
                <a:ext cx="142200" cy="2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199588-067C-9E80-BB18-94C2E875A4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07971" y="3817360"/>
                  <a:ext cx="159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F9F656E-67A0-D80F-F984-620D0AF9E590}"/>
                    </a:ext>
                  </a:extLst>
                </p14:cNvPr>
                <p14:cNvContentPartPr/>
                <p14:nvPr/>
              </p14:nvContentPartPr>
              <p14:xfrm>
                <a:off x="1702731" y="3820960"/>
                <a:ext cx="198000" cy="73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F9F656E-67A0-D80F-F984-620D0AF9E5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3731" y="3812320"/>
                  <a:ext cx="215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861A3C-D8C7-FC0B-5514-5A007FB1DB57}"/>
                    </a:ext>
                  </a:extLst>
                </p14:cNvPr>
                <p14:cNvContentPartPr/>
                <p14:nvPr/>
              </p14:nvContentPartPr>
              <p14:xfrm>
                <a:off x="1996491" y="3820960"/>
                <a:ext cx="85320" cy="10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861A3C-D8C7-FC0B-5514-5A007FB1DB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87851" y="3812320"/>
                  <a:ext cx="102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AD91F58-191C-6194-D0DF-50B10A9F2FBF}"/>
                    </a:ext>
                  </a:extLst>
                </p14:cNvPr>
                <p14:cNvContentPartPr/>
                <p14:nvPr/>
              </p14:nvContentPartPr>
              <p14:xfrm>
                <a:off x="2370891" y="3760840"/>
                <a:ext cx="105840" cy="192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AD91F58-191C-6194-D0DF-50B10A9F2F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61891" y="3752200"/>
                  <a:ext cx="123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5D964C-B5BF-39AD-5D93-8A7FAA3057AF}"/>
                    </a:ext>
                  </a:extLst>
                </p14:cNvPr>
                <p14:cNvContentPartPr/>
                <p14:nvPr/>
              </p14:nvContentPartPr>
              <p14:xfrm>
                <a:off x="2528571" y="3815560"/>
                <a:ext cx="132840" cy="55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5D964C-B5BF-39AD-5D93-8A7FAA3057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19571" y="3806920"/>
                  <a:ext cx="150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593E848-F55C-7576-5F65-054C77D39E09}"/>
                    </a:ext>
                  </a:extLst>
                </p14:cNvPr>
                <p14:cNvContentPartPr/>
                <p14:nvPr/>
              </p14:nvContentPartPr>
              <p14:xfrm>
                <a:off x="2666451" y="3619000"/>
                <a:ext cx="121320" cy="261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593E848-F55C-7576-5F65-054C77D39E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57451" y="3610360"/>
                  <a:ext cx="1389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DEBECC-E4FD-3D36-C0DC-666C6E169C07}"/>
                    </a:ext>
                  </a:extLst>
                </p14:cNvPr>
                <p14:cNvContentPartPr/>
                <p14:nvPr/>
              </p14:nvContentPartPr>
              <p14:xfrm>
                <a:off x="2672211" y="3821320"/>
                <a:ext cx="126000" cy="11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DEBECC-E4FD-3D36-C0DC-666C6E169C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63211" y="3812320"/>
                  <a:ext cx="143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20C0C5-7FDF-814A-A34B-3A6F769CD4D1}"/>
                    </a:ext>
                  </a:extLst>
                </p14:cNvPr>
                <p14:cNvContentPartPr/>
                <p14:nvPr/>
              </p14:nvContentPartPr>
              <p14:xfrm>
                <a:off x="2808651" y="3646360"/>
                <a:ext cx="136800" cy="213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20C0C5-7FDF-814A-A34B-3A6F769CD4D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00011" y="3637720"/>
                  <a:ext cx="154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9C022BB-684B-69E9-3727-94A35861BE28}"/>
                    </a:ext>
                  </a:extLst>
                </p14:cNvPr>
                <p14:cNvContentPartPr/>
                <p14:nvPr/>
              </p14:nvContentPartPr>
              <p14:xfrm>
                <a:off x="552531" y="4231000"/>
                <a:ext cx="137520" cy="241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9C022BB-684B-69E9-3727-94A35861BE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3891" y="4222360"/>
                  <a:ext cx="155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ED56D8-454C-4328-F7DE-A95FC5635E48}"/>
                    </a:ext>
                  </a:extLst>
                </p14:cNvPr>
                <p14:cNvContentPartPr/>
                <p14:nvPr/>
              </p14:nvContentPartPr>
              <p14:xfrm>
                <a:off x="709491" y="4265560"/>
                <a:ext cx="171720" cy="83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ED56D8-454C-4328-F7DE-A95FC5635E4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0851" y="4256920"/>
                  <a:ext cx="189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4D7964D-4C29-2A0D-FFA6-523C7ED9C3AD}"/>
                    </a:ext>
                  </a:extLst>
                </p14:cNvPr>
                <p14:cNvContentPartPr/>
                <p14:nvPr/>
              </p14:nvContentPartPr>
              <p14:xfrm>
                <a:off x="832251" y="4128400"/>
                <a:ext cx="122040" cy="216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D7964D-4C29-2A0D-FFA6-523C7ED9C3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3251" y="4119400"/>
                  <a:ext cx="139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04E594B-9F12-4893-0591-A556AC7DF243}"/>
                    </a:ext>
                  </a:extLst>
                </p14:cNvPr>
                <p14:cNvContentPartPr/>
                <p14:nvPr/>
              </p14:nvContentPartPr>
              <p14:xfrm>
                <a:off x="858171" y="4282840"/>
                <a:ext cx="105840" cy="15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04E594B-9F12-4893-0591-A556AC7DF2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9171" y="4273840"/>
                  <a:ext cx="123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CB195F5-CE4F-DA1C-0B0A-CBE4F4383265}"/>
                    </a:ext>
                  </a:extLst>
                </p14:cNvPr>
                <p14:cNvContentPartPr/>
                <p14:nvPr/>
              </p14:nvContentPartPr>
              <p14:xfrm>
                <a:off x="941691" y="4143880"/>
                <a:ext cx="191520" cy="161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CB195F5-CE4F-DA1C-0B0A-CBE4F43832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2691" y="4135240"/>
                  <a:ext cx="209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DDB6ECF-D79A-F17A-CDD3-698F5D9EB4F6}"/>
                    </a:ext>
                  </a:extLst>
                </p14:cNvPr>
                <p14:cNvContentPartPr/>
                <p14:nvPr/>
              </p14:nvContentPartPr>
              <p14:xfrm>
                <a:off x="1234731" y="4156840"/>
                <a:ext cx="63360" cy="165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DDB6ECF-D79A-F17A-CDD3-698F5D9EB4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25731" y="4148200"/>
                  <a:ext cx="81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3DBBED-0D2A-DDE7-EFC4-FB2885E51AF5}"/>
                    </a:ext>
                  </a:extLst>
                </p14:cNvPr>
                <p14:cNvContentPartPr/>
                <p14:nvPr/>
              </p14:nvContentPartPr>
              <p14:xfrm>
                <a:off x="1407171" y="4183840"/>
                <a:ext cx="360" cy="5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3DBBED-0D2A-DDE7-EFC4-FB2885E51AF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98171" y="4175200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91A912-9B41-7BE2-AD9F-57AC08FC25FE}"/>
                    </a:ext>
                  </a:extLst>
                </p14:cNvPr>
                <p14:cNvContentPartPr/>
                <p14:nvPr/>
              </p14:nvContentPartPr>
              <p14:xfrm>
                <a:off x="1444251" y="4287160"/>
                <a:ext cx="1440" cy="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91A912-9B41-7BE2-AD9F-57AC08FC25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35611" y="4278160"/>
                  <a:ext cx="19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1BAF2CE-6750-7A25-9787-E8525806ABD4}"/>
                    </a:ext>
                  </a:extLst>
                </p14:cNvPr>
                <p14:cNvContentPartPr/>
                <p14:nvPr/>
              </p14:nvContentPartPr>
              <p14:xfrm>
                <a:off x="1713531" y="4116880"/>
                <a:ext cx="153720" cy="122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1BAF2CE-6750-7A25-9787-E8525806AB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04891" y="4108240"/>
                  <a:ext cx="171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3EA6B05-7160-CDE2-8EE7-AE154720FD9A}"/>
                    </a:ext>
                  </a:extLst>
                </p14:cNvPr>
                <p14:cNvContentPartPr/>
                <p14:nvPr/>
              </p14:nvContentPartPr>
              <p14:xfrm>
                <a:off x="1866891" y="4153600"/>
                <a:ext cx="125280" cy="85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3EA6B05-7160-CDE2-8EE7-AE154720FD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58251" y="4144600"/>
                  <a:ext cx="142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99BC78-DDC5-528A-F9A4-E94FE9AEE0C5}"/>
                    </a:ext>
                  </a:extLst>
                </p14:cNvPr>
                <p14:cNvContentPartPr/>
                <p14:nvPr/>
              </p14:nvContentPartPr>
              <p14:xfrm>
                <a:off x="2025651" y="4177720"/>
                <a:ext cx="245880" cy="3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99BC78-DDC5-528A-F9A4-E94FE9AEE0C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17011" y="4168720"/>
                  <a:ext cx="263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6C5BBE9-6C32-FA45-1C3D-9F80E824A085}"/>
                    </a:ext>
                  </a:extLst>
                </p14:cNvPr>
                <p14:cNvContentPartPr/>
                <p14:nvPr/>
              </p14:nvContentPartPr>
              <p14:xfrm>
                <a:off x="2355051" y="4160080"/>
                <a:ext cx="102600" cy="151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6C5BBE9-6C32-FA45-1C3D-9F80E824A08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46411" y="4151080"/>
                  <a:ext cx="120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BFDD86-0D4A-2FAD-D257-5D007657FD22}"/>
                    </a:ext>
                  </a:extLst>
                </p14:cNvPr>
                <p14:cNvContentPartPr/>
                <p14:nvPr/>
              </p14:nvContentPartPr>
              <p14:xfrm>
                <a:off x="2529651" y="4188520"/>
                <a:ext cx="94320" cy="42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BFDD86-0D4A-2FAD-D257-5D007657FD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20651" y="4179880"/>
                  <a:ext cx="111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BDF35E-4AF2-DEE4-FDC5-D2934DEE2909}"/>
                    </a:ext>
                  </a:extLst>
                </p14:cNvPr>
                <p14:cNvContentPartPr/>
                <p14:nvPr/>
              </p14:nvContentPartPr>
              <p14:xfrm>
                <a:off x="2677251" y="4002400"/>
                <a:ext cx="93960" cy="246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BDF35E-4AF2-DEE4-FDC5-D2934DEE290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68611" y="3993400"/>
                  <a:ext cx="111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C0AA64E-5457-E6B9-3257-15200F02D189}"/>
                    </a:ext>
                  </a:extLst>
                </p14:cNvPr>
                <p14:cNvContentPartPr/>
                <p14:nvPr/>
              </p14:nvContentPartPr>
              <p14:xfrm>
                <a:off x="2715771" y="4111840"/>
                <a:ext cx="196920" cy="105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C0AA64E-5457-E6B9-3257-15200F02D18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06771" y="4102840"/>
                  <a:ext cx="2145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18FBDD3-03EC-B4EA-DC69-AC848BAA073B}"/>
              </a:ext>
            </a:extLst>
          </p:cNvPr>
          <p:cNvGrpSpPr/>
          <p:nvPr/>
        </p:nvGrpSpPr>
        <p:grpSpPr>
          <a:xfrm>
            <a:off x="3134811" y="3624400"/>
            <a:ext cx="1796400" cy="692640"/>
            <a:chOff x="3134811" y="3624400"/>
            <a:chExt cx="1796400" cy="69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4112B2-C509-4622-6C20-4D212223A112}"/>
                    </a:ext>
                  </a:extLst>
                </p14:cNvPr>
                <p14:cNvContentPartPr/>
                <p14:nvPr/>
              </p14:nvContentPartPr>
              <p14:xfrm>
                <a:off x="3134811" y="3624400"/>
                <a:ext cx="83160" cy="247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4112B2-C509-4622-6C20-4D212223A11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25811" y="3615760"/>
                  <a:ext cx="100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9A5A96-2E95-473A-6DBF-5BD66E4E15CA}"/>
                    </a:ext>
                  </a:extLst>
                </p14:cNvPr>
                <p14:cNvContentPartPr/>
                <p14:nvPr/>
              </p14:nvContentPartPr>
              <p14:xfrm>
                <a:off x="3148131" y="3755080"/>
                <a:ext cx="258480" cy="12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9A5A96-2E95-473A-6DBF-5BD66E4E15C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39491" y="3746440"/>
                  <a:ext cx="276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BB2302-6E82-5F31-3610-AD74A33BE7D6}"/>
                    </a:ext>
                  </a:extLst>
                </p14:cNvPr>
                <p14:cNvContentPartPr/>
                <p14:nvPr/>
              </p14:nvContentPartPr>
              <p14:xfrm>
                <a:off x="3444411" y="3761560"/>
                <a:ext cx="87840" cy="15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BB2302-6E82-5F31-3610-AD74A33BE7D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35411" y="3752560"/>
                  <a:ext cx="105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7BCC23-7C06-60C6-8F31-D09F780E4446}"/>
                    </a:ext>
                  </a:extLst>
                </p14:cNvPr>
                <p14:cNvContentPartPr/>
                <p14:nvPr/>
              </p14:nvContentPartPr>
              <p14:xfrm>
                <a:off x="3434331" y="3764080"/>
                <a:ext cx="92160" cy="147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7BCC23-7C06-60C6-8F31-D09F780E444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25331" y="3755080"/>
                  <a:ext cx="109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B6AE3A-B626-1EEA-E81E-1A6F89290A02}"/>
                    </a:ext>
                  </a:extLst>
                </p14:cNvPr>
                <p14:cNvContentPartPr/>
                <p14:nvPr/>
              </p14:nvContentPartPr>
              <p14:xfrm>
                <a:off x="3564291" y="3667600"/>
                <a:ext cx="105480" cy="21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B6AE3A-B626-1EEA-E81E-1A6F89290A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55651" y="3658960"/>
                  <a:ext cx="123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4CA7B0-04E5-FABD-08EF-BC3F14AD9902}"/>
                    </a:ext>
                  </a:extLst>
                </p14:cNvPr>
                <p14:cNvContentPartPr/>
                <p14:nvPr/>
              </p14:nvContentPartPr>
              <p14:xfrm>
                <a:off x="3539091" y="3778840"/>
                <a:ext cx="151560" cy="14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4CA7B0-04E5-FABD-08EF-BC3F14AD99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30091" y="3770200"/>
                  <a:ext cx="16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25E2D0-9E24-D03A-E9DA-443B9B263366}"/>
                    </a:ext>
                  </a:extLst>
                </p14:cNvPr>
                <p14:cNvContentPartPr/>
                <p14:nvPr/>
              </p14:nvContentPartPr>
              <p14:xfrm>
                <a:off x="3651771" y="389296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25E2D0-9E24-D03A-E9DA-443B9B2633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43131" y="38839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E018A88-AA6C-3960-E9B8-19584AB6120D}"/>
                    </a:ext>
                  </a:extLst>
                </p14:cNvPr>
                <p14:cNvContentPartPr/>
                <p14:nvPr/>
              </p14:nvContentPartPr>
              <p14:xfrm>
                <a:off x="3152811" y="4161520"/>
                <a:ext cx="136800" cy="88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E018A88-AA6C-3960-E9B8-19584AB6120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44171" y="4152880"/>
                  <a:ext cx="154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169089-5DEF-C3FB-AF05-2D1B209484B4}"/>
                    </a:ext>
                  </a:extLst>
                </p14:cNvPr>
                <p14:cNvContentPartPr/>
                <p14:nvPr/>
              </p14:nvContentPartPr>
              <p14:xfrm>
                <a:off x="3312291" y="4171960"/>
                <a:ext cx="159480" cy="42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6169089-5DEF-C3FB-AF05-2D1B209484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03651" y="4163320"/>
                  <a:ext cx="177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1A79C59-3EC9-8A4D-29AE-E444EE73EFF9}"/>
                    </a:ext>
                  </a:extLst>
                </p14:cNvPr>
                <p14:cNvContentPartPr/>
                <p14:nvPr/>
              </p14:nvContentPartPr>
              <p14:xfrm>
                <a:off x="3460251" y="3997000"/>
                <a:ext cx="107280" cy="209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1A79C59-3EC9-8A4D-29AE-E444EE73EF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51611" y="3988000"/>
                  <a:ext cx="124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8D59A0D-82B6-295E-B1DE-D42778F277DC}"/>
                    </a:ext>
                  </a:extLst>
                </p14:cNvPr>
                <p14:cNvContentPartPr/>
                <p14:nvPr/>
              </p14:nvContentPartPr>
              <p14:xfrm>
                <a:off x="3463131" y="4139560"/>
                <a:ext cx="123120" cy="27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8D59A0D-82B6-295E-B1DE-D42778F277D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54491" y="4130560"/>
                  <a:ext cx="140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FAD4ED3-3F12-0F56-4E99-41257810E065}"/>
                    </a:ext>
                  </a:extLst>
                </p14:cNvPr>
                <p14:cNvContentPartPr/>
                <p14:nvPr/>
              </p14:nvContentPartPr>
              <p14:xfrm>
                <a:off x="3590931" y="4107880"/>
                <a:ext cx="117000" cy="19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FAD4ED3-3F12-0F56-4E99-41257810E06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81931" y="4099240"/>
                  <a:ext cx="134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362675-0268-F152-1722-2B554CC021CE}"/>
                    </a:ext>
                  </a:extLst>
                </p14:cNvPr>
                <p14:cNvContentPartPr/>
                <p14:nvPr/>
              </p14:nvContentPartPr>
              <p14:xfrm>
                <a:off x="3750411" y="4139200"/>
                <a:ext cx="131400" cy="54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362675-0268-F152-1722-2B554CC021C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41771" y="4130560"/>
                  <a:ext cx="149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39ED3FC-CBF6-16CF-E7F1-7B32C267F55D}"/>
                    </a:ext>
                  </a:extLst>
                </p14:cNvPr>
                <p14:cNvContentPartPr/>
                <p14:nvPr/>
              </p14:nvContentPartPr>
              <p14:xfrm>
                <a:off x="3887211" y="3985840"/>
                <a:ext cx="93240" cy="224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39ED3FC-CBF6-16CF-E7F1-7B32C267F55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78571" y="3977200"/>
                  <a:ext cx="110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2EA265E-7A9C-66C6-C55B-15822999366E}"/>
                    </a:ext>
                  </a:extLst>
                </p14:cNvPr>
                <p14:cNvContentPartPr/>
                <p14:nvPr/>
              </p14:nvContentPartPr>
              <p14:xfrm>
                <a:off x="3876771" y="4131640"/>
                <a:ext cx="115200" cy="5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2EA265E-7A9C-66C6-C55B-15822999366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67771" y="4122640"/>
                  <a:ext cx="132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5A07D92-6351-A8C6-FDAB-5433CC6CAEC4}"/>
                    </a:ext>
                  </a:extLst>
                </p14:cNvPr>
                <p14:cNvContentPartPr/>
                <p14:nvPr/>
              </p14:nvContentPartPr>
              <p14:xfrm>
                <a:off x="4114731" y="4248640"/>
                <a:ext cx="41400" cy="68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5A07D92-6351-A8C6-FDAB-5433CC6CAEC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06091" y="4240000"/>
                  <a:ext cx="59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BDA7C1-3F1E-9E3B-4857-F27A26871FE8}"/>
                    </a:ext>
                  </a:extLst>
                </p14:cNvPr>
                <p14:cNvContentPartPr/>
                <p14:nvPr/>
              </p14:nvContentPartPr>
              <p14:xfrm>
                <a:off x="4325331" y="3969640"/>
                <a:ext cx="90360" cy="234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BDA7C1-3F1E-9E3B-4857-F27A26871FE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16691" y="3960640"/>
                  <a:ext cx="108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491E5FE-BC93-7345-23A3-8FAD2AC11371}"/>
                    </a:ext>
                  </a:extLst>
                </p14:cNvPr>
                <p14:cNvContentPartPr/>
                <p14:nvPr/>
              </p14:nvContentPartPr>
              <p14:xfrm>
                <a:off x="4294011" y="4117240"/>
                <a:ext cx="146880" cy="2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491E5FE-BC93-7345-23A3-8FAD2AC113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85011" y="4108600"/>
                  <a:ext cx="164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523775-54E2-88BB-41BD-C12AFE4F6C5F}"/>
                    </a:ext>
                  </a:extLst>
                </p14:cNvPr>
                <p14:cNvContentPartPr/>
                <p14:nvPr/>
              </p14:nvContentPartPr>
              <p14:xfrm>
                <a:off x="4385811" y="3985840"/>
                <a:ext cx="545400" cy="203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523775-54E2-88BB-41BD-C12AFE4F6C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76811" y="3977200"/>
                  <a:ext cx="56304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5638B1A-FF97-D350-603E-FE6E85896272}"/>
              </a:ext>
            </a:extLst>
          </p:cNvPr>
          <p:cNvGrpSpPr/>
          <p:nvPr/>
        </p:nvGrpSpPr>
        <p:grpSpPr>
          <a:xfrm>
            <a:off x="5145411" y="3954520"/>
            <a:ext cx="675000" cy="300960"/>
            <a:chOff x="5145411" y="3954520"/>
            <a:chExt cx="67500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C048D05-EBC4-BAC0-A093-C33748A55EAC}"/>
                    </a:ext>
                  </a:extLst>
                </p14:cNvPr>
                <p14:cNvContentPartPr/>
                <p14:nvPr/>
              </p14:nvContentPartPr>
              <p14:xfrm>
                <a:off x="5145411" y="4101400"/>
                <a:ext cx="127800" cy="120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C048D05-EBC4-BAC0-A093-C33748A55EA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36411" y="4092400"/>
                  <a:ext cx="145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2C795FB-883E-79A6-DD6D-36DB4C736961}"/>
                    </a:ext>
                  </a:extLst>
                </p14:cNvPr>
                <p14:cNvContentPartPr/>
                <p14:nvPr/>
              </p14:nvContentPartPr>
              <p14:xfrm>
                <a:off x="5228931" y="3958480"/>
                <a:ext cx="349920" cy="230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2C795FB-883E-79A6-DD6D-36DB4C7369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19931" y="3949840"/>
                  <a:ext cx="367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22A021-33CF-D2F9-F1C9-EF2A993FD1E1}"/>
                    </a:ext>
                  </a:extLst>
                </p14:cNvPr>
                <p14:cNvContentPartPr/>
                <p14:nvPr/>
              </p14:nvContentPartPr>
              <p14:xfrm>
                <a:off x="5449611" y="3997360"/>
                <a:ext cx="26280" cy="21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22A021-33CF-D2F9-F1C9-EF2A993FD1E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40611" y="3988720"/>
                  <a:ext cx="43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9087294-53D9-22C9-899E-434C10CA5914}"/>
                    </a:ext>
                  </a:extLst>
                </p14:cNvPr>
                <p14:cNvContentPartPr/>
                <p14:nvPr/>
              </p14:nvContentPartPr>
              <p14:xfrm>
                <a:off x="5616651" y="3954520"/>
                <a:ext cx="116280" cy="300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9087294-53D9-22C9-899E-434C10CA59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07651" y="3945520"/>
                  <a:ext cx="1339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B43FB69-3FFB-478C-E480-58EC7F059AA7}"/>
                    </a:ext>
                  </a:extLst>
                </p14:cNvPr>
                <p14:cNvContentPartPr/>
                <p14:nvPr/>
              </p14:nvContentPartPr>
              <p14:xfrm>
                <a:off x="5583531" y="4175560"/>
                <a:ext cx="94680" cy="1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B43FB69-3FFB-478C-E480-58EC7F059A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74531" y="4166920"/>
                  <a:ext cx="112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F1C6DF-BF07-8CEB-87A9-320890F67A83}"/>
                    </a:ext>
                  </a:extLst>
                </p14:cNvPr>
                <p14:cNvContentPartPr/>
                <p14:nvPr/>
              </p14:nvContentPartPr>
              <p14:xfrm>
                <a:off x="5754531" y="3975040"/>
                <a:ext cx="56520" cy="214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F1C6DF-BF07-8CEB-87A9-320890F67A8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45531" y="3966040"/>
                  <a:ext cx="74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A30CE2A-94A8-001E-AA2D-FC03E970CA00}"/>
                    </a:ext>
                  </a:extLst>
                </p14:cNvPr>
                <p14:cNvContentPartPr/>
                <p14:nvPr/>
              </p14:nvContentPartPr>
              <p14:xfrm>
                <a:off x="5709531" y="4106080"/>
                <a:ext cx="110880" cy="17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A30CE2A-94A8-001E-AA2D-FC03E970CA0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00891" y="4097080"/>
                  <a:ext cx="128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BA64FC8-628E-62FB-E160-5011492FB6BF}"/>
              </a:ext>
            </a:extLst>
          </p:cNvPr>
          <p:cNvGrpSpPr/>
          <p:nvPr/>
        </p:nvGrpSpPr>
        <p:grpSpPr>
          <a:xfrm>
            <a:off x="6509451" y="3908440"/>
            <a:ext cx="1214640" cy="379440"/>
            <a:chOff x="6509451" y="3908440"/>
            <a:chExt cx="121464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91CC15A-45EB-3B10-7DD1-6278F056D7B9}"/>
                    </a:ext>
                  </a:extLst>
                </p14:cNvPr>
                <p14:cNvContentPartPr/>
                <p14:nvPr/>
              </p14:nvContentPartPr>
              <p14:xfrm>
                <a:off x="6509451" y="4053880"/>
                <a:ext cx="176040" cy="234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91CC15A-45EB-3B10-7DD1-6278F056D7B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00451" y="4045240"/>
                  <a:ext cx="193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A911336-F51D-5F65-AA52-A261562BFD71}"/>
                    </a:ext>
                  </a:extLst>
                </p14:cNvPr>
                <p14:cNvContentPartPr/>
                <p14:nvPr/>
              </p14:nvContentPartPr>
              <p14:xfrm>
                <a:off x="6706731" y="3936520"/>
                <a:ext cx="120960" cy="226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A911336-F51D-5F65-AA52-A261562BFD7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97731" y="3927880"/>
                  <a:ext cx="138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6F9C6A-2F7D-A1F8-FC1E-64A3F87D5758}"/>
                    </a:ext>
                  </a:extLst>
                </p14:cNvPr>
                <p14:cNvContentPartPr/>
                <p14:nvPr/>
              </p14:nvContentPartPr>
              <p14:xfrm>
                <a:off x="6827691" y="4054600"/>
                <a:ext cx="141480" cy="57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6F9C6A-2F7D-A1F8-FC1E-64A3F87D57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19051" y="4045960"/>
                  <a:ext cx="159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E191298-4362-82E1-ECF8-6757C7FBDC87}"/>
                    </a:ext>
                  </a:extLst>
                </p14:cNvPr>
                <p14:cNvContentPartPr/>
                <p14:nvPr/>
              </p14:nvContentPartPr>
              <p14:xfrm>
                <a:off x="7112811" y="4062520"/>
                <a:ext cx="82080" cy="15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E191298-4362-82E1-ECF8-6757C7FBDC8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04171" y="4053520"/>
                  <a:ext cx="99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3787CD-F765-A0BE-E9D6-024036FE51A7}"/>
                    </a:ext>
                  </a:extLst>
                </p14:cNvPr>
                <p14:cNvContentPartPr/>
                <p14:nvPr/>
              </p14:nvContentPartPr>
              <p14:xfrm>
                <a:off x="7303971" y="4029760"/>
                <a:ext cx="178560" cy="81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3787CD-F765-A0BE-E9D6-024036FE51A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95331" y="4020760"/>
                  <a:ext cx="196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AFD33F6-D49E-94D1-9720-47166A23CB32}"/>
                    </a:ext>
                  </a:extLst>
                </p14:cNvPr>
                <p14:cNvContentPartPr/>
                <p14:nvPr/>
              </p14:nvContentPartPr>
              <p14:xfrm>
                <a:off x="7550211" y="4083760"/>
                <a:ext cx="67320" cy="78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AFD33F6-D49E-94D1-9720-47166A23CB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41571" y="4074760"/>
                  <a:ext cx="84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379B95F-FEFE-32CC-4275-0544C3D981CD}"/>
                    </a:ext>
                  </a:extLst>
                </p14:cNvPr>
                <p14:cNvContentPartPr/>
                <p14:nvPr/>
              </p14:nvContentPartPr>
              <p14:xfrm>
                <a:off x="7577931" y="3908440"/>
                <a:ext cx="146160" cy="249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379B95F-FEFE-32CC-4275-0544C3D981C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68931" y="3899800"/>
                  <a:ext cx="16380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581097A-C794-74A3-5D0F-B74C62E9AA9C}"/>
              </a:ext>
            </a:extLst>
          </p:cNvPr>
          <p:cNvGrpSpPr/>
          <p:nvPr/>
        </p:nvGrpSpPr>
        <p:grpSpPr>
          <a:xfrm>
            <a:off x="7890411" y="3861640"/>
            <a:ext cx="2540880" cy="367560"/>
            <a:chOff x="7890411" y="3861640"/>
            <a:chExt cx="254088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BEB87A3-91C9-9E9C-0B22-F0F695C1BA6A}"/>
                    </a:ext>
                  </a:extLst>
                </p14:cNvPr>
                <p14:cNvContentPartPr/>
                <p14:nvPr/>
              </p14:nvContentPartPr>
              <p14:xfrm>
                <a:off x="7900131" y="4129480"/>
                <a:ext cx="102960" cy="10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BEB87A3-91C9-9E9C-0B22-F0F695C1BA6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91131" y="4120840"/>
                  <a:ext cx="120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497805F-61CF-5E21-50CD-DE24AF866E85}"/>
                    </a:ext>
                  </a:extLst>
                </p14:cNvPr>
                <p14:cNvContentPartPr/>
                <p14:nvPr/>
              </p14:nvContentPartPr>
              <p14:xfrm>
                <a:off x="7890411" y="4072960"/>
                <a:ext cx="109080" cy="17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497805F-61CF-5E21-50CD-DE24AF866E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81771" y="4063960"/>
                  <a:ext cx="126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22E4B7D-B2C5-2CE7-2C85-958DE0186DE4}"/>
                    </a:ext>
                  </a:extLst>
                </p14:cNvPr>
                <p14:cNvContentPartPr/>
                <p14:nvPr/>
              </p14:nvContentPartPr>
              <p14:xfrm>
                <a:off x="8136291" y="4040560"/>
                <a:ext cx="164160" cy="98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22E4B7D-B2C5-2CE7-2C85-958DE0186DE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127651" y="4031920"/>
                  <a:ext cx="181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649931E-4709-F1C2-2CD0-FD6E4996F14A}"/>
                    </a:ext>
                  </a:extLst>
                </p14:cNvPr>
                <p14:cNvContentPartPr/>
                <p14:nvPr/>
              </p14:nvContentPartPr>
              <p14:xfrm>
                <a:off x="8385411" y="4083400"/>
                <a:ext cx="129240" cy="6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649931E-4709-F1C2-2CD0-FD6E4996F1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376411" y="4074760"/>
                  <a:ext cx="146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F88389-E2DD-5339-457A-FDC730CB6980}"/>
                    </a:ext>
                  </a:extLst>
                </p14:cNvPr>
                <p14:cNvContentPartPr/>
                <p14:nvPr/>
              </p14:nvContentPartPr>
              <p14:xfrm>
                <a:off x="8585211" y="4033000"/>
                <a:ext cx="158040" cy="86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F88389-E2DD-5339-457A-FDC730CB698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76571" y="4024000"/>
                  <a:ext cx="175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CD4FEC-59C0-7EFD-74BB-DCF6E22D2D1B}"/>
                    </a:ext>
                  </a:extLst>
                </p14:cNvPr>
                <p14:cNvContentPartPr/>
                <p14:nvPr/>
              </p14:nvContentPartPr>
              <p14:xfrm>
                <a:off x="8807691" y="4105360"/>
                <a:ext cx="112680" cy="78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CD4FEC-59C0-7EFD-74BB-DCF6E22D2D1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799051" y="4096360"/>
                  <a:ext cx="130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49C7801-9969-28DB-5643-51F798DE89A0}"/>
                    </a:ext>
                  </a:extLst>
                </p14:cNvPr>
                <p14:cNvContentPartPr/>
                <p14:nvPr/>
              </p14:nvContentPartPr>
              <p14:xfrm>
                <a:off x="8941251" y="3925720"/>
                <a:ext cx="159840" cy="279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49C7801-9969-28DB-5643-51F798DE89A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32251" y="3916720"/>
                  <a:ext cx="177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307560-89EA-4CB0-844C-F904A51E678A}"/>
                    </a:ext>
                  </a:extLst>
                </p14:cNvPr>
                <p14:cNvContentPartPr/>
                <p14:nvPr/>
              </p14:nvContentPartPr>
              <p14:xfrm>
                <a:off x="8026851" y="3910600"/>
                <a:ext cx="114840" cy="318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307560-89EA-4CB0-844C-F904A51E678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17851" y="3901600"/>
                  <a:ext cx="1324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AAE79AA-DF22-CAAA-F871-43E8B0EED149}"/>
                    </a:ext>
                  </a:extLst>
                </p14:cNvPr>
                <p14:cNvContentPartPr/>
                <p14:nvPr/>
              </p14:nvContentPartPr>
              <p14:xfrm>
                <a:off x="9199731" y="4001680"/>
                <a:ext cx="141480" cy="102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AAE79AA-DF22-CAAA-F871-43E8B0EED1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90731" y="3992680"/>
                  <a:ext cx="159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5C0BB6-7ACA-8986-BF48-808E3E31AF72}"/>
                    </a:ext>
                  </a:extLst>
                </p14:cNvPr>
                <p14:cNvContentPartPr/>
                <p14:nvPr/>
              </p14:nvContentPartPr>
              <p14:xfrm>
                <a:off x="9236451" y="4012480"/>
                <a:ext cx="82800" cy="104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5C0BB6-7ACA-8986-BF48-808E3E31AF7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27811" y="4003480"/>
                  <a:ext cx="1004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8FE950E-5AFF-7420-3FE6-F8D45146662D}"/>
                    </a:ext>
                  </a:extLst>
                </p14:cNvPr>
                <p14:cNvContentPartPr/>
                <p14:nvPr/>
              </p14:nvContentPartPr>
              <p14:xfrm>
                <a:off x="9379371" y="3876760"/>
                <a:ext cx="145080" cy="297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8FE950E-5AFF-7420-3FE6-F8D45146662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70731" y="3867760"/>
                  <a:ext cx="1627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26BE41B-308C-3CD9-564A-8B04D757ECA4}"/>
                    </a:ext>
                  </a:extLst>
                </p14:cNvPr>
                <p14:cNvContentPartPr/>
                <p14:nvPr/>
              </p14:nvContentPartPr>
              <p14:xfrm>
                <a:off x="9521571" y="4073680"/>
                <a:ext cx="150840" cy="57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26BE41B-308C-3CD9-564A-8B04D757EC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12931" y="4064680"/>
                  <a:ext cx="168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69AF772-D6A0-7E48-A22F-F40EAD7B06BF}"/>
                    </a:ext>
                  </a:extLst>
                </p14:cNvPr>
                <p14:cNvContentPartPr/>
                <p14:nvPr/>
              </p14:nvContentPartPr>
              <p14:xfrm>
                <a:off x="9781851" y="4067920"/>
                <a:ext cx="96120" cy="10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69AF772-D6A0-7E48-A22F-F40EAD7B06B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72851" y="4058920"/>
                  <a:ext cx="113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A22738E-A412-1582-7AA7-BEAE41A6D72B}"/>
                    </a:ext>
                  </a:extLst>
                </p14:cNvPr>
                <p14:cNvContentPartPr/>
                <p14:nvPr/>
              </p14:nvContentPartPr>
              <p14:xfrm>
                <a:off x="9959691" y="4029760"/>
                <a:ext cx="171720" cy="87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A22738E-A412-1582-7AA7-BEAE41A6D72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50691" y="4020760"/>
                  <a:ext cx="189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AE3ACD3-0203-EF73-4D80-0E2C5C787901}"/>
                    </a:ext>
                  </a:extLst>
                </p14:cNvPr>
                <p14:cNvContentPartPr/>
                <p14:nvPr/>
              </p14:nvContentPartPr>
              <p14:xfrm>
                <a:off x="10200891" y="4101400"/>
                <a:ext cx="93240" cy="87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AE3ACD3-0203-EF73-4D80-0E2C5C7879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91891" y="4092400"/>
                  <a:ext cx="110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929ECF3-2960-CC3D-5FE9-479442E6FADD}"/>
                    </a:ext>
                  </a:extLst>
                </p14:cNvPr>
                <p14:cNvContentPartPr/>
                <p14:nvPr/>
              </p14:nvContentPartPr>
              <p14:xfrm>
                <a:off x="10277211" y="3861640"/>
                <a:ext cx="154080" cy="326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929ECF3-2960-CC3D-5FE9-479442E6FAD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68571" y="3853000"/>
                  <a:ext cx="171720" cy="34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11A3DD4-B641-625B-F981-F261AE818C62}"/>
              </a:ext>
            </a:extLst>
          </p:cNvPr>
          <p:cNvGrpSpPr/>
          <p:nvPr/>
        </p:nvGrpSpPr>
        <p:grpSpPr>
          <a:xfrm>
            <a:off x="601851" y="4593880"/>
            <a:ext cx="969840" cy="351360"/>
            <a:chOff x="601851" y="4593880"/>
            <a:chExt cx="96984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5FDC02-FB00-C9E6-FDE2-7FA167354A93}"/>
                    </a:ext>
                  </a:extLst>
                </p14:cNvPr>
                <p14:cNvContentPartPr/>
                <p14:nvPr/>
              </p14:nvContentPartPr>
              <p14:xfrm>
                <a:off x="601851" y="4720600"/>
                <a:ext cx="105480" cy="224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5FDC02-FB00-C9E6-FDE2-7FA167354A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3211" y="4711600"/>
                  <a:ext cx="123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8DDF8A8-C97B-9657-D044-90971A727B2D}"/>
                    </a:ext>
                  </a:extLst>
                </p14:cNvPr>
                <p14:cNvContentPartPr/>
                <p14:nvPr/>
              </p14:nvContentPartPr>
              <p14:xfrm>
                <a:off x="769971" y="4744000"/>
                <a:ext cx="162360" cy="57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8DDF8A8-C97B-9657-D044-90971A727B2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1331" y="4735360"/>
                  <a:ext cx="180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E47A5BF-24E4-75F0-1BAE-BF1AFE9433D8}"/>
                    </a:ext>
                  </a:extLst>
                </p14:cNvPr>
                <p14:cNvContentPartPr/>
                <p14:nvPr/>
              </p14:nvContentPartPr>
              <p14:xfrm>
                <a:off x="936291" y="4593880"/>
                <a:ext cx="125640" cy="198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E47A5BF-24E4-75F0-1BAE-BF1AFE9433D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7291" y="4584880"/>
                  <a:ext cx="143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2D187E8-CA11-350D-2991-EF36209096BE}"/>
                    </a:ext>
                  </a:extLst>
                </p14:cNvPr>
                <p14:cNvContentPartPr/>
                <p14:nvPr/>
              </p14:nvContentPartPr>
              <p14:xfrm>
                <a:off x="920811" y="4746160"/>
                <a:ext cx="141840" cy="23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2D187E8-CA11-350D-2991-EF36209096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1811" y="4737520"/>
                  <a:ext cx="159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D5BFDA6-F59A-0D53-91FF-782716124D77}"/>
                    </a:ext>
                  </a:extLst>
                </p14:cNvPr>
                <p14:cNvContentPartPr/>
                <p14:nvPr/>
              </p14:nvContentPartPr>
              <p14:xfrm>
                <a:off x="1029171" y="4610080"/>
                <a:ext cx="177120" cy="228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D5BFDA6-F59A-0D53-91FF-782716124D7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0531" y="4601440"/>
                  <a:ext cx="194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0434FD0-3F4D-88ED-2E15-5D8807C683FD}"/>
                    </a:ext>
                  </a:extLst>
                </p14:cNvPr>
                <p14:cNvContentPartPr/>
                <p14:nvPr/>
              </p14:nvContentPartPr>
              <p14:xfrm>
                <a:off x="1264611" y="4636360"/>
                <a:ext cx="180000" cy="150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0434FD0-3F4D-88ED-2E15-5D8807C683F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5971" y="4627360"/>
                  <a:ext cx="197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6C2D5A2-7460-D4E5-5389-C413A27E98EC}"/>
                    </a:ext>
                  </a:extLst>
                </p14:cNvPr>
                <p14:cNvContentPartPr/>
                <p14:nvPr/>
              </p14:nvContentPartPr>
              <p14:xfrm>
                <a:off x="1511211" y="4659400"/>
                <a:ext cx="2520" cy="20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6C2D5A2-7460-D4E5-5389-C413A27E98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02211" y="4650760"/>
                  <a:ext cx="20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A3F8766-989C-5A75-38C0-FC2855295F44}"/>
                    </a:ext>
                  </a:extLst>
                </p14:cNvPr>
                <p14:cNvContentPartPr/>
                <p14:nvPr/>
              </p14:nvContentPartPr>
              <p14:xfrm>
                <a:off x="1570251" y="4763440"/>
                <a:ext cx="1440" cy="1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A3F8766-989C-5A75-38C0-FC2855295F4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61611" y="4754800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25D6C2F-54E6-AB7B-BE26-8BF136D5E1D2}"/>
              </a:ext>
            </a:extLst>
          </p:cNvPr>
          <p:cNvGrpSpPr/>
          <p:nvPr/>
        </p:nvGrpSpPr>
        <p:grpSpPr>
          <a:xfrm>
            <a:off x="1817931" y="4478680"/>
            <a:ext cx="673560" cy="314280"/>
            <a:chOff x="1817931" y="4478680"/>
            <a:chExt cx="67356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CFA0DB2-7112-5131-133C-036C874A4292}"/>
                    </a:ext>
                  </a:extLst>
                </p14:cNvPr>
                <p14:cNvContentPartPr/>
                <p14:nvPr/>
              </p14:nvContentPartPr>
              <p14:xfrm>
                <a:off x="1817931" y="4584160"/>
                <a:ext cx="112320" cy="125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CFA0DB2-7112-5131-133C-036C874A42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09291" y="4575520"/>
                  <a:ext cx="129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34531FE-AAC6-C992-886E-E5552EBDB182}"/>
                    </a:ext>
                  </a:extLst>
                </p14:cNvPr>
                <p14:cNvContentPartPr/>
                <p14:nvPr/>
              </p14:nvContentPartPr>
              <p14:xfrm>
                <a:off x="1872291" y="4478680"/>
                <a:ext cx="346680" cy="217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34531FE-AAC6-C992-886E-E5552EBDB18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63651" y="4470040"/>
                  <a:ext cx="364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2AD948-64AB-278D-BE4D-017BA4C13281}"/>
                    </a:ext>
                  </a:extLst>
                </p14:cNvPr>
                <p14:cNvContentPartPr/>
                <p14:nvPr/>
              </p14:nvContentPartPr>
              <p14:xfrm>
                <a:off x="2091531" y="4523680"/>
                <a:ext cx="12240" cy="10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2AD948-64AB-278D-BE4D-017BA4C132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82531" y="4515040"/>
                  <a:ext cx="29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7A4ADF9-8923-31DF-99DB-BF34CFB6BFC6}"/>
                    </a:ext>
                  </a:extLst>
                </p14:cNvPr>
                <p14:cNvContentPartPr/>
                <p14:nvPr/>
              </p14:nvContentPartPr>
              <p14:xfrm>
                <a:off x="2286291" y="4502080"/>
                <a:ext cx="89280" cy="290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7A4ADF9-8923-31DF-99DB-BF34CFB6BFC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77291" y="4493440"/>
                  <a:ext cx="1069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0EC8DB8-C23E-72AD-9C1A-3AA4DEE11435}"/>
                    </a:ext>
                  </a:extLst>
                </p14:cNvPr>
                <p14:cNvContentPartPr/>
                <p14:nvPr/>
              </p14:nvContentPartPr>
              <p14:xfrm>
                <a:off x="2277651" y="4686040"/>
                <a:ext cx="71640" cy="23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0EC8DB8-C23E-72AD-9C1A-3AA4DEE1143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68651" y="4677040"/>
                  <a:ext cx="89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786B3C8-5CC9-A03A-158C-D584B118367C}"/>
                    </a:ext>
                  </a:extLst>
                </p14:cNvPr>
                <p14:cNvContentPartPr/>
                <p14:nvPr/>
              </p14:nvContentPartPr>
              <p14:xfrm>
                <a:off x="2409051" y="4500640"/>
                <a:ext cx="68760" cy="194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786B3C8-5CC9-A03A-158C-D584B118367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00051" y="4491640"/>
                  <a:ext cx="86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625B5B0-4CE2-3398-DE40-743678A085E6}"/>
                    </a:ext>
                  </a:extLst>
                </p14:cNvPr>
                <p14:cNvContentPartPr/>
                <p14:nvPr/>
              </p14:nvContentPartPr>
              <p14:xfrm>
                <a:off x="2370891" y="4625200"/>
                <a:ext cx="120600" cy="18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625B5B0-4CE2-3398-DE40-743678A085E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61891" y="4616560"/>
                  <a:ext cx="1382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C780619-5D47-58BE-D35C-BBDCBE096B6A}"/>
              </a:ext>
            </a:extLst>
          </p:cNvPr>
          <p:cNvGrpSpPr/>
          <p:nvPr/>
        </p:nvGrpSpPr>
        <p:grpSpPr>
          <a:xfrm>
            <a:off x="2688411" y="4440520"/>
            <a:ext cx="1678680" cy="376920"/>
            <a:chOff x="2688411" y="4440520"/>
            <a:chExt cx="167868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DF1B0EA-39A7-A1A3-753C-B055307BDCA2}"/>
                    </a:ext>
                  </a:extLst>
                </p14:cNvPr>
                <p14:cNvContentPartPr/>
                <p14:nvPr/>
              </p14:nvContentPartPr>
              <p14:xfrm>
                <a:off x="2721171" y="4637440"/>
                <a:ext cx="56520" cy="81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DF1B0EA-39A7-A1A3-753C-B055307BDCA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12171" y="4628800"/>
                  <a:ext cx="74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F046E4A-2C09-7A0E-AAFC-1CB63227DB58}"/>
                    </a:ext>
                  </a:extLst>
                </p14:cNvPr>
                <p14:cNvContentPartPr/>
                <p14:nvPr/>
              </p14:nvContentPartPr>
              <p14:xfrm>
                <a:off x="2688411" y="4519000"/>
                <a:ext cx="12240" cy="29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F046E4A-2C09-7A0E-AAFC-1CB63227DB5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79411" y="4510360"/>
                  <a:ext cx="29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F9F896D-6CF2-CE01-A909-5E8F609B091B}"/>
                    </a:ext>
                  </a:extLst>
                </p14:cNvPr>
                <p14:cNvContentPartPr/>
                <p14:nvPr/>
              </p14:nvContentPartPr>
              <p14:xfrm>
                <a:off x="2803251" y="4632040"/>
                <a:ext cx="156240" cy="77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F9F896D-6CF2-CE01-A909-5E8F609B091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94251" y="4623400"/>
                  <a:ext cx="173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8AFC97D-B678-09A8-6B09-1921D92FCED7}"/>
                    </a:ext>
                  </a:extLst>
                </p14:cNvPr>
                <p14:cNvContentPartPr/>
                <p14:nvPr/>
              </p14:nvContentPartPr>
              <p14:xfrm>
                <a:off x="3033291" y="4630600"/>
                <a:ext cx="93240" cy="186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8AFC97D-B678-09A8-6B09-1921D92FCED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024291" y="4621960"/>
                  <a:ext cx="110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B46D70A-D4BE-AC9F-DFEA-33EF15F6AA2C}"/>
                    </a:ext>
                  </a:extLst>
                </p14:cNvPr>
                <p14:cNvContentPartPr/>
                <p14:nvPr/>
              </p14:nvContentPartPr>
              <p14:xfrm>
                <a:off x="3180891" y="4621240"/>
                <a:ext cx="147600" cy="70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B46D70A-D4BE-AC9F-DFEA-33EF15F6AA2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72251" y="4612600"/>
                  <a:ext cx="165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034B270-84B6-3D47-BEA2-AF4661FFE1B3}"/>
                    </a:ext>
                  </a:extLst>
                </p14:cNvPr>
                <p14:cNvContentPartPr/>
                <p14:nvPr/>
              </p14:nvContentPartPr>
              <p14:xfrm>
                <a:off x="3296091" y="4440520"/>
                <a:ext cx="155520" cy="274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034B270-84B6-3D47-BEA2-AF4661FFE1B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87091" y="4431520"/>
                  <a:ext cx="1731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AF9F83F-397B-6624-AF93-01C1540B991F}"/>
                    </a:ext>
                  </a:extLst>
                </p14:cNvPr>
                <p14:cNvContentPartPr/>
                <p14:nvPr/>
              </p14:nvContentPartPr>
              <p14:xfrm>
                <a:off x="3360891" y="4589200"/>
                <a:ext cx="61200" cy="16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AF9F83F-397B-6624-AF93-01C1540B991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52251" y="4580200"/>
                  <a:ext cx="78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7539645-3455-28BB-0AD9-D8F3663A64A6}"/>
                    </a:ext>
                  </a:extLst>
                </p14:cNvPr>
                <p14:cNvContentPartPr/>
                <p14:nvPr/>
              </p14:nvContentPartPr>
              <p14:xfrm>
                <a:off x="3608931" y="4714120"/>
                <a:ext cx="10440" cy="86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7539645-3455-28BB-0AD9-D8F3663A64A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00291" y="4705480"/>
                  <a:ext cx="28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1BA333B-55AE-D789-30A0-5F275013191D}"/>
                    </a:ext>
                  </a:extLst>
                </p14:cNvPr>
                <p14:cNvContentPartPr/>
                <p14:nvPr/>
              </p14:nvContentPartPr>
              <p14:xfrm>
                <a:off x="3750411" y="4511080"/>
                <a:ext cx="123840" cy="201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1BA333B-55AE-D789-30A0-5F275013191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41771" y="4502080"/>
                  <a:ext cx="141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CD79764-699C-B2D7-868D-550E192B6E51}"/>
                    </a:ext>
                  </a:extLst>
                </p14:cNvPr>
                <p14:cNvContentPartPr/>
                <p14:nvPr/>
              </p14:nvContentPartPr>
              <p14:xfrm>
                <a:off x="3750411" y="4472200"/>
                <a:ext cx="616680" cy="231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CD79764-699C-B2D7-868D-550E192B6E5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41771" y="4463560"/>
                  <a:ext cx="63432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92EC355-FA26-3DC5-8C6E-FA66434D63C5}"/>
              </a:ext>
            </a:extLst>
          </p:cNvPr>
          <p:cNvGrpSpPr/>
          <p:nvPr/>
        </p:nvGrpSpPr>
        <p:grpSpPr>
          <a:xfrm>
            <a:off x="5889171" y="4445920"/>
            <a:ext cx="856800" cy="349200"/>
            <a:chOff x="5889171" y="4445920"/>
            <a:chExt cx="85680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B518049-5F15-7A7B-2D37-AB2AE3C92D1C}"/>
                    </a:ext>
                  </a:extLst>
                </p14:cNvPr>
                <p14:cNvContentPartPr/>
                <p14:nvPr/>
              </p14:nvContentPartPr>
              <p14:xfrm>
                <a:off x="5889171" y="4602520"/>
                <a:ext cx="145800" cy="102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B518049-5F15-7A7B-2D37-AB2AE3C92D1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80171" y="4593520"/>
                  <a:ext cx="163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DBB7CB3-A2D3-45E3-E9D2-D56FAC894FD4}"/>
                    </a:ext>
                  </a:extLst>
                </p14:cNvPr>
                <p14:cNvContentPartPr/>
                <p14:nvPr/>
              </p14:nvContentPartPr>
              <p14:xfrm>
                <a:off x="6077451" y="4637440"/>
                <a:ext cx="157320" cy="71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DBB7CB3-A2D3-45E3-E9D2-D56FAC894FD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68811" y="4628800"/>
                  <a:ext cx="174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76F35B1-3BFB-C73C-6E56-67B7EB214642}"/>
                    </a:ext>
                  </a:extLst>
                </p14:cNvPr>
                <p14:cNvContentPartPr/>
                <p14:nvPr/>
              </p14:nvContentPartPr>
              <p14:xfrm>
                <a:off x="6187251" y="4445920"/>
                <a:ext cx="176400" cy="271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76F35B1-3BFB-C73C-6E56-67B7EB21464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178251" y="4436920"/>
                  <a:ext cx="194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F5484F9-EBC9-508E-6A5F-85C970F30500}"/>
                    </a:ext>
                  </a:extLst>
                </p14:cNvPr>
                <p14:cNvContentPartPr/>
                <p14:nvPr/>
              </p14:nvContentPartPr>
              <p14:xfrm>
                <a:off x="6373731" y="4592080"/>
                <a:ext cx="131040" cy="20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F5484F9-EBC9-508E-6A5F-85C970F3050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64731" y="4583440"/>
                  <a:ext cx="148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016A3A6-08B3-4189-0161-0F38F5E15AF0}"/>
                    </a:ext>
                  </a:extLst>
                </p14:cNvPr>
                <p14:cNvContentPartPr/>
                <p14:nvPr/>
              </p14:nvContentPartPr>
              <p14:xfrm>
                <a:off x="6542931" y="4648600"/>
                <a:ext cx="115920" cy="26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016A3A6-08B3-4189-0161-0F38F5E15AF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33931" y="4639600"/>
                  <a:ext cx="133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ECCBC94-A5E2-6514-8809-77DA875C894C}"/>
                    </a:ext>
                  </a:extLst>
                </p14:cNvPr>
                <p14:cNvContentPartPr/>
                <p14:nvPr/>
              </p14:nvContentPartPr>
              <p14:xfrm>
                <a:off x="6630411" y="4462480"/>
                <a:ext cx="97200" cy="219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ECCBC94-A5E2-6514-8809-77DA875C894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21771" y="4453480"/>
                  <a:ext cx="114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1FDF8F5-BB43-2EB0-CC8B-DD9B556F6A69}"/>
                    </a:ext>
                  </a:extLst>
                </p14:cNvPr>
                <p14:cNvContentPartPr/>
                <p14:nvPr/>
              </p14:nvContentPartPr>
              <p14:xfrm>
                <a:off x="6648051" y="4597840"/>
                <a:ext cx="97920" cy="7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1FDF8F5-BB43-2EB0-CC8B-DD9B556F6A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39051" y="4588840"/>
                  <a:ext cx="1155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602A748-0A88-98A6-BF16-7B8897BD1EE7}"/>
              </a:ext>
            </a:extLst>
          </p:cNvPr>
          <p:cNvGrpSpPr/>
          <p:nvPr/>
        </p:nvGrpSpPr>
        <p:grpSpPr>
          <a:xfrm>
            <a:off x="4546371" y="4434760"/>
            <a:ext cx="1153440" cy="385920"/>
            <a:chOff x="4546371" y="4434760"/>
            <a:chExt cx="115344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7BACB8-11BF-5E82-BA89-3B46F4FA57EF}"/>
                    </a:ext>
                  </a:extLst>
                </p14:cNvPr>
                <p14:cNvContentPartPr/>
                <p14:nvPr/>
              </p14:nvContentPartPr>
              <p14:xfrm>
                <a:off x="4546371" y="4632040"/>
                <a:ext cx="85680" cy="99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7BACB8-11BF-5E82-BA89-3B46F4FA57E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37731" y="4623400"/>
                  <a:ext cx="1033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CC606C3-1684-9A37-6649-F3698C7467E4}"/>
                    </a:ext>
                  </a:extLst>
                </p14:cNvPr>
                <p14:cNvContentPartPr/>
                <p14:nvPr/>
              </p14:nvContentPartPr>
              <p14:xfrm>
                <a:off x="4672011" y="4631680"/>
                <a:ext cx="81000" cy="66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CC606C3-1684-9A37-6649-F3698C7467E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663011" y="4623040"/>
                  <a:ext cx="98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3249B8E-68C8-2956-BB40-612CFC8E745E}"/>
                    </a:ext>
                  </a:extLst>
                </p14:cNvPr>
                <p14:cNvContentPartPr/>
                <p14:nvPr/>
              </p14:nvContentPartPr>
              <p14:xfrm>
                <a:off x="4790811" y="4642840"/>
                <a:ext cx="210960" cy="36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3249B8E-68C8-2956-BB40-612CFC8E745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82171" y="4634200"/>
                  <a:ext cx="228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580933-CE75-078D-68B3-6A15A6C610D3}"/>
                    </a:ext>
                  </a:extLst>
                </p14:cNvPr>
                <p14:cNvContentPartPr/>
                <p14:nvPr/>
              </p14:nvContentPartPr>
              <p14:xfrm>
                <a:off x="5091051" y="4597480"/>
                <a:ext cx="87840" cy="223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580933-CE75-078D-68B3-6A15A6C610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82051" y="4588480"/>
                  <a:ext cx="1054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A44DE02-C236-7F6C-54CF-949BB70070C7}"/>
                    </a:ext>
                  </a:extLst>
                </p14:cNvPr>
                <p14:cNvContentPartPr/>
                <p14:nvPr/>
              </p14:nvContentPartPr>
              <p14:xfrm>
                <a:off x="5108331" y="4609000"/>
                <a:ext cx="47520" cy="56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A44DE02-C236-7F6C-54CF-949BB70070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099691" y="4600000"/>
                  <a:ext cx="65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512A135-FCA2-E916-FADE-DEE892280C30}"/>
                    </a:ext>
                  </a:extLst>
                </p14:cNvPr>
                <p14:cNvContentPartPr/>
                <p14:nvPr/>
              </p14:nvContentPartPr>
              <p14:xfrm>
                <a:off x="5294811" y="4627360"/>
                <a:ext cx="135000" cy="48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512A135-FCA2-E916-FADE-DEE892280C3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86171" y="4618360"/>
                  <a:ext cx="152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80CCBBB-863F-4470-1C9F-35574C5DBF7C}"/>
                    </a:ext>
                  </a:extLst>
                </p14:cNvPr>
                <p14:cNvContentPartPr/>
                <p14:nvPr/>
              </p14:nvContentPartPr>
              <p14:xfrm>
                <a:off x="5393091" y="4434760"/>
                <a:ext cx="306720" cy="279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80CCBBB-863F-4470-1C9F-35574C5DBF7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84451" y="4426120"/>
                  <a:ext cx="3243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F919624-C0CB-657B-3C01-BA310FEEF0A5}"/>
                    </a:ext>
                  </a:extLst>
                </p14:cNvPr>
                <p14:cNvContentPartPr/>
                <p14:nvPr/>
              </p14:nvContentPartPr>
              <p14:xfrm>
                <a:off x="5250891" y="4584880"/>
                <a:ext cx="160920" cy="90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F919624-C0CB-657B-3C01-BA310FEEF0A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242251" y="4575880"/>
                  <a:ext cx="17856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F4316B0-F1CB-571B-314A-6C9F494DA2CB}"/>
              </a:ext>
            </a:extLst>
          </p:cNvPr>
          <p:cNvGrpSpPr/>
          <p:nvPr/>
        </p:nvGrpSpPr>
        <p:grpSpPr>
          <a:xfrm>
            <a:off x="7265811" y="4472920"/>
            <a:ext cx="1155960" cy="282240"/>
            <a:chOff x="7265811" y="4472920"/>
            <a:chExt cx="115596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8A04FD6-D7D9-544A-4AC2-063FAA91B8BC}"/>
                    </a:ext>
                  </a:extLst>
                </p14:cNvPr>
                <p14:cNvContentPartPr/>
                <p14:nvPr/>
              </p14:nvContentPartPr>
              <p14:xfrm>
                <a:off x="7265811" y="4582720"/>
                <a:ext cx="137520" cy="121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8A04FD6-D7D9-544A-4AC2-063FAA91B8B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256811" y="4574080"/>
                  <a:ext cx="155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A837DB7-9344-9951-1649-9A1CFB3E6741}"/>
                    </a:ext>
                  </a:extLst>
                </p14:cNvPr>
                <p14:cNvContentPartPr/>
                <p14:nvPr/>
              </p14:nvContentPartPr>
              <p14:xfrm>
                <a:off x="7285251" y="4616200"/>
                <a:ext cx="106920" cy="83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A837DB7-9344-9951-1649-9A1CFB3E674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76611" y="4607200"/>
                  <a:ext cx="124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1C296E3-38CD-E82C-1970-17ABA74AD58A}"/>
                    </a:ext>
                  </a:extLst>
                </p14:cNvPr>
                <p14:cNvContentPartPr/>
                <p14:nvPr/>
              </p14:nvContentPartPr>
              <p14:xfrm>
                <a:off x="7441131" y="4472920"/>
                <a:ext cx="126720" cy="269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1C296E3-38CD-E82C-1970-17ABA74AD58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32131" y="4464280"/>
                  <a:ext cx="144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955F439-C88D-2B64-D862-FDC9FE60F34A}"/>
                    </a:ext>
                  </a:extLst>
                </p14:cNvPr>
                <p14:cNvContentPartPr/>
                <p14:nvPr/>
              </p14:nvContentPartPr>
              <p14:xfrm>
                <a:off x="7572171" y="4619800"/>
                <a:ext cx="153720" cy="75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955F439-C88D-2B64-D862-FDC9FE60F34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63531" y="4611160"/>
                  <a:ext cx="171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34E06FE-01C2-EBF6-C2AC-F8A8124255D5}"/>
                    </a:ext>
                  </a:extLst>
                </p14:cNvPr>
                <p14:cNvContentPartPr/>
                <p14:nvPr/>
              </p14:nvContentPartPr>
              <p14:xfrm>
                <a:off x="7823451" y="4637800"/>
                <a:ext cx="115920" cy="17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34E06FE-01C2-EBF6-C2AC-F8A8124255D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814811" y="4628800"/>
                  <a:ext cx="133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7E0B1F6-6C1A-9B3C-FB94-CD0DB473F143}"/>
                    </a:ext>
                  </a:extLst>
                </p14:cNvPr>
                <p14:cNvContentPartPr/>
                <p14:nvPr/>
              </p14:nvContentPartPr>
              <p14:xfrm>
                <a:off x="7999491" y="4605040"/>
                <a:ext cx="182880" cy="76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7E0B1F6-6C1A-9B3C-FB94-CD0DB473F14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90491" y="4596040"/>
                  <a:ext cx="200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A3B7FCD-DE83-D12E-9860-69EFC007358C}"/>
                    </a:ext>
                  </a:extLst>
                </p14:cNvPr>
                <p14:cNvContentPartPr/>
                <p14:nvPr/>
              </p14:nvContentPartPr>
              <p14:xfrm>
                <a:off x="8216571" y="4658320"/>
                <a:ext cx="90360" cy="66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A3B7FCD-DE83-D12E-9860-69EFC007358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07931" y="4649680"/>
                  <a:ext cx="108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D350B95-1A3A-376D-45EB-5BB4C6FFE9F3}"/>
                    </a:ext>
                  </a:extLst>
                </p14:cNvPr>
                <p14:cNvContentPartPr/>
                <p14:nvPr/>
              </p14:nvContentPartPr>
              <p14:xfrm>
                <a:off x="8267691" y="4473280"/>
                <a:ext cx="154080" cy="281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D350B95-1A3A-376D-45EB-5BB4C6FFE9F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59051" y="4464280"/>
                  <a:ext cx="171720" cy="29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C7C7B2D-4F24-9E81-148F-1E8E76E7AA72}"/>
                  </a:ext>
                </a:extLst>
              </p14:cNvPr>
              <p14:cNvContentPartPr/>
              <p14:nvPr/>
            </p14:nvContentPartPr>
            <p14:xfrm>
              <a:off x="8552091" y="4552480"/>
              <a:ext cx="365760" cy="1627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C7C7B2D-4F24-9E81-148F-1E8E76E7AA7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543091" y="4543840"/>
                <a:ext cx="38340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3222D41-D518-5FA9-09C3-209A548FE986}"/>
              </a:ext>
            </a:extLst>
          </p:cNvPr>
          <p:cNvGrpSpPr/>
          <p:nvPr/>
        </p:nvGrpSpPr>
        <p:grpSpPr>
          <a:xfrm>
            <a:off x="9280731" y="4461760"/>
            <a:ext cx="1686960" cy="369360"/>
            <a:chOff x="9280731" y="4461760"/>
            <a:chExt cx="168696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CCDA779-F9B6-26DB-75F1-42B5B777F13F}"/>
                    </a:ext>
                  </a:extLst>
                </p14:cNvPr>
                <p14:cNvContentPartPr/>
                <p14:nvPr/>
              </p14:nvContentPartPr>
              <p14:xfrm>
                <a:off x="9280731" y="4576600"/>
                <a:ext cx="177120" cy="141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CCDA779-F9B6-26DB-75F1-42B5B777F13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271731" y="4567600"/>
                  <a:ext cx="194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37DF285-0DE6-7164-6C28-1A3132692AA0}"/>
                    </a:ext>
                  </a:extLst>
                </p14:cNvPr>
                <p14:cNvContentPartPr/>
                <p14:nvPr/>
              </p14:nvContentPartPr>
              <p14:xfrm>
                <a:off x="9585291" y="4658320"/>
                <a:ext cx="2520" cy="1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37DF285-0DE6-7164-6C28-1A3132692AA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576291" y="4649680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522CAF1-C594-66EB-1596-850EB0666074}"/>
                    </a:ext>
                  </a:extLst>
                </p14:cNvPr>
                <p14:cNvContentPartPr/>
                <p14:nvPr/>
              </p14:nvContentPartPr>
              <p14:xfrm>
                <a:off x="9652971" y="4571200"/>
                <a:ext cx="195480" cy="135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522CAF1-C594-66EB-1596-850EB066607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644331" y="4562560"/>
                  <a:ext cx="213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6F31173-CDAE-2F79-0276-FFCB1E21711C}"/>
                    </a:ext>
                  </a:extLst>
                </p14:cNvPr>
                <p14:cNvContentPartPr/>
                <p14:nvPr/>
              </p14:nvContentPartPr>
              <p14:xfrm>
                <a:off x="9714171" y="4606120"/>
                <a:ext cx="81720" cy="108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6F31173-CDAE-2F79-0276-FFCB1E2171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705171" y="4597480"/>
                  <a:ext cx="99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C4B034D-25AE-0597-A8D7-4151EC553F56}"/>
                    </a:ext>
                  </a:extLst>
                </p14:cNvPr>
                <p14:cNvContentPartPr/>
                <p14:nvPr/>
              </p14:nvContentPartPr>
              <p14:xfrm>
                <a:off x="9854931" y="4463560"/>
                <a:ext cx="140400" cy="279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C4B034D-25AE-0597-A8D7-4151EC553F5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846291" y="4454920"/>
                  <a:ext cx="158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5E92D2-32B3-E7C7-D2CD-5913AE2E3B2F}"/>
                    </a:ext>
                  </a:extLst>
                </p14:cNvPr>
                <p14:cNvContentPartPr/>
                <p14:nvPr/>
              </p14:nvContentPartPr>
              <p14:xfrm>
                <a:off x="9976251" y="4628440"/>
                <a:ext cx="178560" cy="75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5E92D2-32B3-E7C7-D2CD-5913AE2E3B2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67251" y="4619800"/>
                  <a:ext cx="196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C58FBC2-06DA-6622-D099-4E14BC42DD09}"/>
                    </a:ext>
                  </a:extLst>
                </p14:cNvPr>
                <p14:cNvContentPartPr/>
                <p14:nvPr/>
              </p14:nvContentPartPr>
              <p14:xfrm>
                <a:off x="10260651" y="4651480"/>
                <a:ext cx="77040" cy="20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C58FBC2-06DA-6622-D099-4E14BC42DD0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52011" y="4642840"/>
                  <a:ext cx="94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BEDC0EC-DBA0-4C0B-ED0E-E1BE5E04AA49}"/>
                    </a:ext>
                  </a:extLst>
                </p14:cNvPr>
                <p14:cNvContentPartPr/>
                <p14:nvPr/>
              </p14:nvContentPartPr>
              <p14:xfrm>
                <a:off x="10397811" y="4592800"/>
                <a:ext cx="186120" cy="113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BEDC0EC-DBA0-4C0B-ED0E-E1BE5E04AA4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388811" y="4584160"/>
                  <a:ext cx="203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B8842F2-4E00-E55A-C82A-7273BBC903CA}"/>
                    </a:ext>
                  </a:extLst>
                </p14:cNvPr>
                <p14:cNvContentPartPr/>
                <p14:nvPr/>
              </p14:nvContentPartPr>
              <p14:xfrm>
                <a:off x="10664571" y="4691080"/>
                <a:ext cx="96480" cy="84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B8842F2-4E00-E55A-C82A-7273BBC903C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655931" y="4682440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852DDC0-768C-9387-386A-CD91A38DE5F2}"/>
                    </a:ext>
                  </a:extLst>
                </p14:cNvPr>
                <p14:cNvContentPartPr/>
                <p14:nvPr/>
              </p14:nvContentPartPr>
              <p14:xfrm>
                <a:off x="10759251" y="4461760"/>
                <a:ext cx="208440" cy="369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852DDC0-768C-9387-386A-CD91A38DE5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50251" y="4452760"/>
                  <a:ext cx="2260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C70AA4B-9E57-260F-4019-0BE8A1FD6B12}"/>
                    </a:ext>
                  </a:extLst>
                </p14:cNvPr>
                <p14:cNvContentPartPr/>
                <p14:nvPr/>
              </p14:nvContentPartPr>
              <p14:xfrm>
                <a:off x="10671411" y="4727080"/>
                <a:ext cx="36720" cy="4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C70AA4B-9E57-260F-4019-0BE8A1FD6B1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62771" y="4718080"/>
                  <a:ext cx="5436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C76FF61A-CEE5-154B-F59F-0981735E7376}"/>
                  </a:ext>
                </a:extLst>
              </p14:cNvPr>
              <p14:cNvContentPartPr/>
              <p14:nvPr/>
            </p14:nvContentPartPr>
            <p14:xfrm>
              <a:off x="10700211" y="4044880"/>
              <a:ext cx="302040" cy="1159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C76FF61A-CEE5-154B-F59F-0981735E737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691571" y="4036240"/>
                <a:ext cx="3196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685EB8C-4D36-9A60-F66F-28B108D956DC}"/>
                  </a:ext>
                </a:extLst>
              </p14:cNvPr>
              <p14:cNvContentPartPr/>
              <p14:nvPr/>
            </p14:nvContentPartPr>
            <p14:xfrm>
              <a:off x="11009811" y="4378960"/>
              <a:ext cx="160560" cy="979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685EB8C-4D36-9A60-F66F-28B108D956D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000811" y="4369960"/>
                <a:ext cx="17820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7A4BCB8-22C5-BC59-B638-8F7FB19B22C1}"/>
              </a:ext>
            </a:extLst>
          </p:cNvPr>
          <p:cNvGrpSpPr/>
          <p:nvPr/>
        </p:nvGrpSpPr>
        <p:grpSpPr>
          <a:xfrm>
            <a:off x="11383491" y="3949840"/>
            <a:ext cx="220320" cy="486000"/>
            <a:chOff x="11383491" y="3949840"/>
            <a:chExt cx="22032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0973744-8353-E780-60C7-073F728DD6B6}"/>
                    </a:ext>
                  </a:extLst>
                </p14:cNvPr>
                <p14:cNvContentPartPr/>
                <p14:nvPr/>
              </p14:nvContentPartPr>
              <p14:xfrm>
                <a:off x="11429571" y="4212280"/>
                <a:ext cx="174240" cy="208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0973744-8353-E780-60C7-073F728DD6B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420571" y="4203640"/>
                  <a:ext cx="191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D29293A-2554-4F98-A2B1-719DF90AC329}"/>
                    </a:ext>
                  </a:extLst>
                </p14:cNvPr>
                <p14:cNvContentPartPr/>
                <p14:nvPr/>
              </p14:nvContentPartPr>
              <p14:xfrm>
                <a:off x="11383491" y="4138840"/>
                <a:ext cx="208440" cy="17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D29293A-2554-4F98-A2B1-719DF90AC32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374491" y="4130200"/>
                  <a:ext cx="226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4BD5CE7-71EE-41BF-E7CF-615D9A6F5312}"/>
                    </a:ext>
                  </a:extLst>
                </p14:cNvPr>
                <p14:cNvContentPartPr/>
                <p14:nvPr/>
              </p14:nvContentPartPr>
              <p14:xfrm>
                <a:off x="11418411" y="3949840"/>
                <a:ext cx="168480" cy="486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4BD5CE7-71EE-41BF-E7CF-615D9A6F531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409771" y="3941200"/>
                  <a:ext cx="186120" cy="50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BEDF489-12E5-1DDF-7041-9D8CBDBEC3CE}"/>
              </a:ext>
            </a:extLst>
          </p:cNvPr>
          <p:cNvGrpSpPr/>
          <p:nvPr/>
        </p:nvGrpSpPr>
        <p:grpSpPr>
          <a:xfrm>
            <a:off x="11330211" y="4826800"/>
            <a:ext cx="234000" cy="374400"/>
            <a:chOff x="11330211" y="4826800"/>
            <a:chExt cx="23400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396CDF3-BC46-8910-4DD1-D20548A65A39}"/>
                    </a:ext>
                  </a:extLst>
                </p14:cNvPr>
                <p14:cNvContentPartPr/>
                <p14:nvPr/>
              </p14:nvContentPartPr>
              <p14:xfrm>
                <a:off x="11421651" y="4826800"/>
                <a:ext cx="14040" cy="210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396CDF3-BC46-8910-4DD1-D20548A65A3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12651" y="4818160"/>
                  <a:ext cx="31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9556633-AEEC-2ADC-FB52-48D47C721D78}"/>
                    </a:ext>
                  </a:extLst>
                </p14:cNvPr>
                <p14:cNvContentPartPr/>
                <p14:nvPr/>
              </p14:nvContentPartPr>
              <p14:xfrm>
                <a:off x="11476371" y="4872520"/>
                <a:ext cx="15480" cy="200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9556633-AEEC-2ADC-FB52-48D47C721D7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467371" y="4863880"/>
                  <a:ext cx="33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E2BEDF4-9C92-45E2-9FE0-6F87409CCEA4}"/>
                    </a:ext>
                  </a:extLst>
                </p14:cNvPr>
                <p14:cNvContentPartPr/>
                <p14:nvPr/>
              </p14:nvContentPartPr>
              <p14:xfrm>
                <a:off x="11330211" y="5037760"/>
                <a:ext cx="234000" cy="1634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E2BEDF4-9C92-45E2-9FE0-6F87409CCEA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21571" y="5028760"/>
                  <a:ext cx="2516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69AF29E-3105-A370-A833-D37BB804C123}"/>
              </a:ext>
            </a:extLst>
          </p:cNvPr>
          <p:cNvGrpSpPr/>
          <p:nvPr/>
        </p:nvGrpSpPr>
        <p:grpSpPr>
          <a:xfrm>
            <a:off x="10737291" y="5318920"/>
            <a:ext cx="1029600" cy="320760"/>
            <a:chOff x="10737291" y="5318920"/>
            <a:chExt cx="102960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E116814-4C60-9A1A-70C5-C8794878049A}"/>
                    </a:ext>
                  </a:extLst>
                </p14:cNvPr>
                <p14:cNvContentPartPr/>
                <p14:nvPr/>
              </p14:nvContentPartPr>
              <p14:xfrm>
                <a:off x="10737291" y="5409640"/>
                <a:ext cx="159480" cy="153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E116814-4C60-9A1A-70C5-C8794878049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28291" y="5400640"/>
                  <a:ext cx="177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47AD01A-4210-0188-B76A-7D2E74AC29A4}"/>
                    </a:ext>
                  </a:extLst>
                </p14:cNvPr>
                <p14:cNvContentPartPr/>
                <p14:nvPr/>
              </p14:nvContentPartPr>
              <p14:xfrm>
                <a:off x="10914051" y="5459680"/>
                <a:ext cx="99000" cy="93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47AD01A-4210-0188-B76A-7D2E74AC29A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905051" y="5450680"/>
                  <a:ext cx="116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302DE45-3F68-7A56-2EC3-7D2D797CD0FF}"/>
                    </a:ext>
                  </a:extLst>
                </p14:cNvPr>
                <p14:cNvContentPartPr/>
                <p14:nvPr/>
              </p14:nvContentPartPr>
              <p14:xfrm>
                <a:off x="11060211" y="5318920"/>
                <a:ext cx="97200" cy="273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302DE45-3F68-7A56-2EC3-7D2D797CD0F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51571" y="5309920"/>
                  <a:ext cx="114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80248AA-E728-C8C9-F48B-2D8483C3D370}"/>
                    </a:ext>
                  </a:extLst>
                </p14:cNvPr>
                <p14:cNvContentPartPr/>
                <p14:nvPr/>
              </p14:nvContentPartPr>
              <p14:xfrm>
                <a:off x="11040411" y="5456440"/>
                <a:ext cx="107640" cy="6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80248AA-E728-C8C9-F48B-2D8483C3D37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031771" y="5447440"/>
                  <a:ext cx="125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B9BDCDA-F646-790B-E275-8959D2D192FD}"/>
                    </a:ext>
                  </a:extLst>
                </p14:cNvPr>
                <p14:cNvContentPartPr/>
                <p14:nvPr/>
              </p14:nvContentPartPr>
              <p14:xfrm>
                <a:off x="11317611" y="5387680"/>
                <a:ext cx="164520" cy="185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B9BDCDA-F646-790B-E275-8959D2D192F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308611" y="5378680"/>
                  <a:ext cx="182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5EFCF28-FD62-65F4-FE97-86338F272935}"/>
                    </a:ext>
                  </a:extLst>
                </p14:cNvPr>
                <p14:cNvContentPartPr/>
                <p14:nvPr/>
              </p14:nvContentPartPr>
              <p14:xfrm>
                <a:off x="11498331" y="5463280"/>
                <a:ext cx="42480" cy="135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5EFCF28-FD62-65F4-FE97-86338F27293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489331" y="5454640"/>
                  <a:ext cx="60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2E7D290-277D-E948-F02C-9CBF4389C45B}"/>
                    </a:ext>
                  </a:extLst>
                </p14:cNvPr>
                <p14:cNvContentPartPr/>
                <p14:nvPr/>
              </p14:nvContentPartPr>
              <p14:xfrm>
                <a:off x="11408331" y="5398480"/>
                <a:ext cx="177840" cy="33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2E7D290-277D-E948-F02C-9CBF4389C45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399691" y="5389840"/>
                  <a:ext cx="195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DD5C5C9-8285-7B26-83B8-078888F0C421}"/>
                    </a:ext>
                  </a:extLst>
                </p14:cNvPr>
                <p14:cNvContentPartPr/>
                <p14:nvPr/>
              </p14:nvContentPartPr>
              <p14:xfrm>
                <a:off x="11706051" y="5459320"/>
                <a:ext cx="6120" cy="87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DD5C5C9-8285-7B26-83B8-078888F0C42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697411" y="5450320"/>
                  <a:ext cx="23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5044C3A-BDF0-CE09-88C7-18829ED9B4CF}"/>
                    </a:ext>
                  </a:extLst>
                </p14:cNvPr>
                <p14:cNvContentPartPr/>
                <p14:nvPr/>
              </p14:nvContentPartPr>
              <p14:xfrm>
                <a:off x="11628651" y="5377240"/>
                <a:ext cx="111240" cy="32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5044C3A-BDF0-CE09-88C7-18829ED9B4C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619651" y="5368600"/>
                  <a:ext cx="128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41ACB58-17A2-1E62-C399-3776C4A6A51D}"/>
                    </a:ext>
                  </a:extLst>
                </p14:cNvPr>
                <p14:cNvContentPartPr/>
                <p14:nvPr/>
              </p14:nvContentPartPr>
              <p14:xfrm>
                <a:off x="11666091" y="5617000"/>
                <a:ext cx="100800" cy="22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41ACB58-17A2-1E62-C399-3776C4A6A51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657451" y="5608360"/>
                  <a:ext cx="118440" cy="4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Causality and BIBO stability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Two properties with direct implementation consequences.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Causal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BIBO stable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y[n₀] depends only on x[n] for n≤n₀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Can operate in real time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h[n]=0 for n&lt;0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Every bounded input gives bounded output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Σ |h[n]| &lt; ∞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Rules out runaway responses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54880"/>
            <a:ext cx="4754880" cy="658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80760" y="46177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472744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stretch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5352" y="5001768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prove the LTI stability condition using |x*h| ≤ Bx Σ|h|.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0B40CDE-A9D6-A4D5-BF02-3FD4A2E3457F}"/>
                  </a:ext>
                </a:extLst>
              </p14:cNvPr>
              <p14:cNvContentPartPr/>
              <p14:nvPr/>
            </p14:nvContentPartPr>
            <p14:xfrm>
              <a:off x="2228331" y="2997119"/>
              <a:ext cx="6840" cy="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0B40CDE-A9D6-A4D5-BF02-3FD4A2E345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9331" y="2988479"/>
                <a:ext cx="244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ECF149C9-81D9-4E5B-2709-E03B9F25428E}"/>
              </a:ext>
            </a:extLst>
          </p:cNvPr>
          <p:cNvGrpSpPr/>
          <p:nvPr/>
        </p:nvGrpSpPr>
        <p:grpSpPr>
          <a:xfrm>
            <a:off x="787251" y="2797679"/>
            <a:ext cx="828360" cy="271440"/>
            <a:chOff x="787251" y="2797679"/>
            <a:chExt cx="82836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B3ED86-B24E-A10F-770C-119DB2233977}"/>
                    </a:ext>
                  </a:extLst>
                </p14:cNvPr>
                <p14:cNvContentPartPr/>
                <p14:nvPr/>
              </p14:nvContentPartPr>
              <p14:xfrm>
                <a:off x="787251" y="2928719"/>
                <a:ext cx="145440" cy="11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B3ED86-B24E-A10F-770C-119DB22339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8251" y="2920079"/>
                  <a:ext cx="163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C0B7B9-52A8-D16B-3B0F-E24CD9218307}"/>
                    </a:ext>
                  </a:extLst>
                </p14:cNvPr>
                <p14:cNvContentPartPr/>
                <p14:nvPr/>
              </p14:nvContentPartPr>
              <p14:xfrm>
                <a:off x="921531" y="2967599"/>
                <a:ext cx="169200" cy="55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C0B7B9-52A8-D16B-3B0F-E24CD92183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2891" y="2958599"/>
                  <a:ext cx="186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31E16B-1528-1485-C477-72F2DBD366A2}"/>
                    </a:ext>
                  </a:extLst>
                </p14:cNvPr>
                <p14:cNvContentPartPr/>
                <p14:nvPr/>
              </p14:nvContentPartPr>
              <p14:xfrm>
                <a:off x="1078491" y="2797679"/>
                <a:ext cx="103680" cy="212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31E16B-1528-1485-C477-72F2DBD366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9491" y="2789039"/>
                  <a:ext cx="121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A03E69-1343-92E0-1F8C-8199BE6284AE}"/>
                    </a:ext>
                  </a:extLst>
                </p14:cNvPr>
                <p14:cNvContentPartPr/>
                <p14:nvPr/>
              </p14:nvContentPartPr>
              <p14:xfrm>
                <a:off x="1050411" y="2933399"/>
                <a:ext cx="143280" cy="4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A03E69-1343-92E0-1F8C-8199BE6284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1771" y="2924399"/>
                  <a:ext cx="160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AE2BCC-229A-F51F-D2E2-1B3B7BC3697A}"/>
                    </a:ext>
                  </a:extLst>
                </p14:cNvPr>
                <p14:cNvContentPartPr/>
                <p14:nvPr/>
              </p14:nvContentPartPr>
              <p14:xfrm>
                <a:off x="1242291" y="2900999"/>
                <a:ext cx="80280" cy="168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AE2BCC-229A-F51F-D2E2-1B3B7BC369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33651" y="2892359"/>
                  <a:ext cx="97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305A60-FE2C-5C92-7F91-746496FAACBF}"/>
                    </a:ext>
                  </a:extLst>
                </p14:cNvPr>
                <p14:cNvContentPartPr/>
                <p14:nvPr/>
              </p14:nvContentPartPr>
              <p14:xfrm>
                <a:off x="1400331" y="2968679"/>
                <a:ext cx="134640" cy="51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305A60-FE2C-5C92-7F91-746496FAAC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91691" y="2960039"/>
                  <a:ext cx="1522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815471-6EFC-8DC0-DF6F-92381CFDDC50}"/>
                    </a:ext>
                  </a:extLst>
                </p14:cNvPr>
                <p14:cNvContentPartPr/>
                <p14:nvPr/>
              </p14:nvContentPartPr>
              <p14:xfrm>
                <a:off x="1511211" y="2814239"/>
                <a:ext cx="63360" cy="173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815471-6EFC-8DC0-DF6F-92381CFDDC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02211" y="2805239"/>
                  <a:ext cx="81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3DCB1A-2C2F-260E-2C42-3A32AC244189}"/>
                    </a:ext>
                  </a:extLst>
                </p14:cNvPr>
                <p14:cNvContentPartPr/>
                <p14:nvPr/>
              </p14:nvContentPartPr>
              <p14:xfrm>
                <a:off x="1483851" y="2955719"/>
                <a:ext cx="131760" cy="28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3DCB1A-2C2F-260E-2C42-3A32AC2441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74851" y="2947079"/>
                  <a:ext cx="1494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29514B-42C6-46EC-6840-9064AF5D1372}"/>
              </a:ext>
            </a:extLst>
          </p:cNvPr>
          <p:cNvGrpSpPr/>
          <p:nvPr/>
        </p:nvGrpSpPr>
        <p:grpSpPr>
          <a:xfrm>
            <a:off x="1828731" y="2902439"/>
            <a:ext cx="492120" cy="134640"/>
            <a:chOff x="1828731" y="2902439"/>
            <a:chExt cx="49212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049E95-D3B5-A09E-155A-DE6ED4ABD7BA}"/>
                    </a:ext>
                  </a:extLst>
                </p14:cNvPr>
                <p14:cNvContentPartPr/>
                <p14:nvPr/>
              </p14:nvContentPartPr>
              <p14:xfrm>
                <a:off x="1828731" y="2934839"/>
                <a:ext cx="187200" cy="102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049E95-D3B5-A09E-155A-DE6ED4ABD7B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9731" y="2925839"/>
                  <a:ext cx="204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C4C63A-B29D-75F7-43C7-690CFBE4BE11}"/>
                    </a:ext>
                  </a:extLst>
                </p14:cNvPr>
                <p14:cNvContentPartPr/>
                <p14:nvPr/>
              </p14:nvContentPartPr>
              <p14:xfrm>
                <a:off x="2050491" y="2939159"/>
                <a:ext cx="78120" cy="95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C4C63A-B29D-75F7-43C7-690CFBE4BE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41491" y="2930519"/>
                  <a:ext cx="95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3D2EE9-BD2C-4B63-552C-21E8A1974C7C}"/>
                    </a:ext>
                  </a:extLst>
                </p14:cNvPr>
                <p14:cNvContentPartPr/>
                <p14:nvPr/>
              </p14:nvContentPartPr>
              <p14:xfrm>
                <a:off x="2146251" y="2902439"/>
                <a:ext cx="174600" cy="11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3D2EE9-BD2C-4B63-552C-21E8A1974C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37251" y="2893439"/>
                  <a:ext cx="1922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01C0F0-CF30-CBEA-A709-69A6C7FE731B}"/>
              </a:ext>
            </a:extLst>
          </p:cNvPr>
          <p:cNvGrpSpPr/>
          <p:nvPr/>
        </p:nvGrpSpPr>
        <p:grpSpPr>
          <a:xfrm>
            <a:off x="2624331" y="2748359"/>
            <a:ext cx="966600" cy="279000"/>
            <a:chOff x="2624331" y="2748359"/>
            <a:chExt cx="96660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7378A8-A3BE-C4F2-7FDB-4D581B962E82}"/>
                    </a:ext>
                  </a:extLst>
                </p14:cNvPr>
                <p14:cNvContentPartPr/>
                <p14:nvPr/>
              </p14:nvContentPartPr>
              <p14:xfrm>
                <a:off x="2624331" y="2917919"/>
                <a:ext cx="138240" cy="10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7378A8-A3BE-C4F2-7FDB-4D581B962E8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15691" y="2908919"/>
                  <a:ext cx="155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7BC62D-4CE1-30E0-A756-C2AE0EA3DAC0}"/>
                    </a:ext>
                  </a:extLst>
                </p14:cNvPr>
                <p14:cNvContentPartPr/>
                <p14:nvPr/>
              </p14:nvContentPartPr>
              <p14:xfrm>
                <a:off x="2803971" y="2943839"/>
                <a:ext cx="155520" cy="83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7BC62D-4CE1-30E0-A756-C2AE0EA3DA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95331" y="2934839"/>
                  <a:ext cx="173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35CDD8-A9D4-DBD2-56E3-0D73FFCA39C5}"/>
                    </a:ext>
                  </a:extLst>
                </p14:cNvPr>
                <p14:cNvContentPartPr/>
                <p14:nvPr/>
              </p14:nvContentPartPr>
              <p14:xfrm>
                <a:off x="2989371" y="2962919"/>
                <a:ext cx="143280" cy="37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35CDD8-A9D4-DBD2-56E3-0D73FFCA39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80731" y="2954279"/>
                  <a:ext cx="160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05ED93-171A-DDCE-E501-D446ACDDCCF4}"/>
                    </a:ext>
                  </a:extLst>
                </p14:cNvPr>
                <p14:cNvContentPartPr/>
                <p14:nvPr/>
              </p14:nvContentPartPr>
              <p14:xfrm>
                <a:off x="3148131" y="2940239"/>
                <a:ext cx="164520" cy="57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05ED93-171A-DDCE-E501-D446ACDDCC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39491" y="2931239"/>
                  <a:ext cx="182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D1463A1-BC5C-5AE7-F29C-EDCD3D2F0836}"/>
                    </a:ext>
                  </a:extLst>
                </p14:cNvPr>
                <p14:cNvContentPartPr/>
                <p14:nvPr/>
              </p14:nvContentPartPr>
              <p14:xfrm>
                <a:off x="3356931" y="2896679"/>
                <a:ext cx="82080" cy="86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D1463A1-BC5C-5AE7-F29C-EDCD3D2F083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48291" y="2888039"/>
                  <a:ext cx="99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B249D0-B52A-52CA-73E8-0BC2C2663D47}"/>
                    </a:ext>
                  </a:extLst>
                </p14:cNvPr>
                <p14:cNvContentPartPr/>
                <p14:nvPr/>
              </p14:nvContentPartPr>
              <p14:xfrm>
                <a:off x="3462411" y="2748359"/>
                <a:ext cx="128520" cy="212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B249D0-B52A-52CA-73E8-0BC2C2663D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53771" y="2739719"/>
                  <a:ext cx="14616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FF425CC-103C-AC5B-0E48-F45F032E3B58}"/>
              </a:ext>
            </a:extLst>
          </p:cNvPr>
          <p:cNvGrpSpPr/>
          <p:nvPr/>
        </p:nvGrpSpPr>
        <p:grpSpPr>
          <a:xfrm>
            <a:off x="3825291" y="2728199"/>
            <a:ext cx="893160" cy="326880"/>
            <a:chOff x="3825291" y="2728199"/>
            <a:chExt cx="89316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223007-331E-B49D-F65F-613985A75E16}"/>
                    </a:ext>
                  </a:extLst>
                </p14:cNvPr>
                <p14:cNvContentPartPr/>
                <p14:nvPr/>
              </p14:nvContentPartPr>
              <p14:xfrm>
                <a:off x="3825291" y="2742959"/>
                <a:ext cx="308160" cy="246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223007-331E-B49D-F65F-613985A75E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16651" y="2734319"/>
                  <a:ext cx="3258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E5860B-C405-5E57-8082-A6D7BBE81372}"/>
                    </a:ext>
                  </a:extLst>
                </p14:cNvPr>
                <p14:cNvContentPartPr/>
                <p14:nvPr/>
              </p14:nvContentPartPr>
              <p14:xfrm>
                <a:off x="4192851" y="2864279"/>
                <a:ext cx="360360" cy="19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E5860B-C405-5E57-8082-A6D7BBE813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84211" y="2855639"/>
                  <a:ext cx="378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139410-AA13-29EC-BFBD-F2B2931A6381}"/>
                    </a:ext>
                  </a:extLst>
                </p14:cNvPr>
                <p14:cNvContentPartPr/>
                <p14:nvPr/>
              </p14:nvContentPartPr>
              <p14:xfrm>
                <a:off x="4620531" y="2728199"/>
                <a:ext cx="97920" cy="255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139410-AA13-29EC-BFBD-F2B2931A63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11891" y="2719199"/>
                  <a:ext cx="11556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7A9A526-217C-A090-3B58-39F2B928EEE3}"/>
              </a:ext>
            </a:extLst>
          </p:cNvPr>
          <p:cNvGrpSpPr/>
          <p:nvPr/>
        </p:nvGrpSpPr>
        <p:grpSpPr>
          <a:xfrm>
            <a:off x="1691211" y="3246599"/>
            <a:ext cx="367200" cy="95400"/>
            <a:chOff x="1691211" y="3246599"/>
            <a:chExt cx="36720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F714416-31E3-4ECA-E4D8-0218099D0C26}"/>
                    </a:ext>
                  </a:extLst>
                </p14:cNvPr>
                <p14:cNvContentPartPr/>
                <p14:nvPr/>
              </p14:nvContentPartPr>
              <p14:xfrm>
                <a:off x="1691211" y="3246599"/>
                <a:ext cx="149040" cy="83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F714416-31E3-4ECA-E4D8-0218099D0C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2571" y="3237959"/>
                  <a:ext cx="166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D7D7C7-30E8-CA48-F7EB-2A6B450BE228}"/>
                    </a:ext>
                  </a:extLst>
                </p14:cNvPr>
                <p14:cNvContentPartPr/>
                <p14:nvPr/>
              </p14:nvContentPartPr>
              <p14:xfrm>
                <a:off x="1866891" y="3279719"/>
                <a:ext cx="191520" cy="62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D7D7C7-30E8-CA48-F7EB-2A6B450BE2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58251" y="3270719"/>
                  <a:ext cx="20916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61AE795-86EE-DAA0-CBB5-F833EF4309D1}"/>
              </a:ext>
            </a:extLst>
          </p:cNvPr>
          <p:cNvGrpSpPr/>
          <p:nvPr/>
        </p:nvGrpSpPr>
        <p:grpSpPr>
          <a:xfrm>
            <a:off x="2262171" y="3102959"/>
            <a:ext cx="911520" cy="352800"/>
            <a:chOff x="2262171" y="3102959"/>
            <a:chExt cx="91152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46F302-7EC9-1D7D-2315-E9500B1A3A1C}"/>
                    </a:ext>
                  </a:extLst>
                </p14:cNvPr>
                <p14:cNvContentPartPr/>
                <p14:nvPr/>
              </p14:nvContentPartPr>
              <p14:xfrm>
                <a:off x="2300331" y="3102959"/>
                <a:ext cx="115920" cy="352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46F302-7EC9-1D7D-2315-E9500B1A3A1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91691" y="3093959"/>
                  <a:ext cx="133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EEA37E-CBF5-1141-A9C7-C83FC0831376}"/>
                    </a:ext>
                  </a:extLst>
                </p14:cNvPr>
                <p14:cNvContentPartPr/>
                <p14:nvPr/>
              </p14:nvContentPartPr>
              <p14:xfrm>
                <a:off x="2262171" y="3295199"/>
                <a:ext cx="130680" cy="3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EEA37E-CBF5-1141-A9C7-C83FC08313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3531" y="3286559"/>
                  <a:ext cx="148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6B1110-6DE6-5D6B-C23B-1EA011BEFEA7}"/>
                    </a:ext>
                  </a:extLst>
                </p14:cNvPr>
                <p14:cNvContentPartPr/>
                <p14:nvPr/>
              </p14:nvContentPartPr>
              <p14:xfrm>
                <a:off x="2406891" y="3274319"/>
                <a:ext cx="127800" cy="50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6B1110-6DE6-5D6B-C23B-1EA011BEFEA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97891" y="3265319"/>
                  <a:ext cx="145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AD530A-24EA-F32F-2795-AA6A900C2EF1}"/>
                    </a:ext>
                  </a:extLst>
                </p14:cNvPr>
                <p14:cNvContentPartPr/>
                <p14:nvPr/>
              </p14:nvContentPartPr>
              <p14:xfrm>
                <a:off x="2567811" y="3137159"/>
                <a:ext cx="80280" cy="186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AD530A-24EA-F32F-2795-AA6A900C2EF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58811" y="3128519"/>
                  <a:ext cx="97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8ADE6A1-F29C-10E8-BC0E-E2A86633DED9}"/>
                    </a:ext>
                  </a:extLst>
                </p14:cNvPr>
                <p14:cNvContentPartPr/>
                <p14:nvPr/>
              </p14:nvContentPartPr>
              <p14:xfrm>
                <a:off x="2572131" y="3264599"/>
                <a:ext cx="105840" cy="26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8ADE6A1-F29C-10E8-BC0E-E2A86633DED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63131" y="3255599"/>
                  <a:ext cx="123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1946E5C-41C6-500E-9965-DF05C55BE25E}"/>
                    </a:ext>
                  </a:extLst>
                </p14:cNvPr>
                <p14:cNvContentPartPr/>
                <p14:nvPr/>
              </p14:nvContentPartPr>
              <p14:xfrm>
                <a:off x="2715771" y="3246599"/>
                <a:ext cx="104760" cy="60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1946E5C-41C6-500E-9965-DF05C55BE2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06771" y="3237959"/>
                  <a:ext cx="122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2D4A725-E77E-1FDB-F5AA-2A66AC1317F7}"/>
                    </a:ext>
                  </a:extLst>
                </p14:cNvPr>
                <p14:cNvContentPartPr/>
                <p14:nvPr/>
              </p14:nvContentPartPr>
              <p14:xfrm>
                <a:off x="2909091" y="3197999"/>
                <a:ext cx="264600" cy="130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2D4A725-E77E-1FDB-F5AA-2A66AC1317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00091" y="3189359"/>
                  <a:ext cx="28224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7AAE422-BB4A-F4D0-9AB4-3231BA14480F}"/>
              </a:ext>
            </a:extLst>
          </p:cNvPr>
          <p:cNvGrpSpPr/>
          <p:nvPr/>
        </p:nvGrpSpPr>
        <p:grpSpPr>
          <a:xfrm>
            <a:off x="815691" y="3721799"/>
            <a:ext cx="396360" cy="199080"/>
            <a:chOff x="815691" y="3721799"/>
            <a:chExt cx="39636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735D3C-8D6D-73B8-219D-E700D79AD724}"/>
                    </a:ext>
                  </a:extLst>
                </p14:cNvPr>
                <p14:cNvContentPartPr/>
                <p14:nvPr/>
              </p14:nvContentPartPr>
              <p14:xfrm>
                <a:off x="837291" y="3735479"/>
                <a:ext cx="23040" cy="185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735D3C-8D6D-73B8-219D-E700D79AD7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8291" y="3726479"/>
                  <a:ext cx="40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3BC53BC-0AC2-CFEB-DB6B-29BA7BA77D8B}"/>
                    </a:ext>
                  </a:extLst>
                </p14:cNvPr>
                <p14:cNvContentPartPr/>
                <p14:nvPr/>
              </p14:nvContentPartPr>
              <p14:xfrm>
                <a:off x="815691" y="3721799"/>
                <a:ext cx="87840" cy="39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3BC53BC-0AC2-CFEB-DB6B-29BA7BA77D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6691" y="3712799"/>
                  <a:ext cx="105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FB83B41-30DE-4523-E9B5-BC248D5A9A8D}"/>
                    </a:ext>
                  </a:extLst>
                </p14:cNvPr>
                <p14:cNvContentPartPr/>
                <p14:nvPr/>
              </p14:nvContentPartPr>
              <p14:xfrm>
                <a:off x="843051" y="3799559"/>
                <a:ext cx="71280" cy="8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FB83B41-30DE-4523-E9B5-BC248D5A9A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4051" y="3790559"/>
                  <a:ext cx="88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24641D-A867-3EB1-BA3B-464FFEAEF676}"/>
                    </a:ext>
                  </a:extLst>
                </p14:cNvPr>
                <p14:cNvContentPartPr/>
                <p14:nvPr/>
              </p14:nvContentPartPr>
              <p14:xfrm>
                <a:off x="948531" y="3813239"/>
                <a:ext cx="98280" cy="9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24641D-A867-3EB1-BA3B-464FFEAEF67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9531" y="3804239"/>
                  <a:ext cx="115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C5FEF4-6C71-A6E1-F3CF-7BD9679C77BB}"/>
                    </a:ext>
                  </a:extLst>
                </p14:cNvPr>
                <p14:cNvContentPartPr/>
                <p14:nvPr/>
              </p14:nvContentPartPr>
              <p14:xfrm>
                <a:off x="1105851" y="3809639"/>
                <a:ext cx="106200" cy="73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C5FEF4-6C71-A6E1-F3CF-7BD9679C77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211" y="3800999"/>
                  <a:ext cx="12384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D4672ED-1E98-A768-A6DC-B066310F492C}"/>
              </a:ext>
            </a:extLst>
          </p:cNvPr>
          <p:cNvGrpSpPr/>
          <p:nvPr/>
        </p:nvGrpSpPr>
        <p:grpSpPr>
          <a:xfrm>
            <a:off x="1407171" y="3635399"/>
            <a:ext cx="1515240" cy="396000"/>
            <a:chOff x="1407171" y="3635399"/>
            <a:chExt cx="15152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BE73D3-C32A-79D4-4333-8BB42816BAF3}"/>
                    </a:ext>
                  </a:extLst>
                </p14:cNvPr>
                <p14:cNvContentPartPr/>
                <p14:nvPr/>
              </p14:nvContentPartPr>
              <p14:xfrm>
                <a:off x="1407171" y="3740159"/>
                <a:ext cx="144360" cy="17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BE73D3-C32A-79D4-4333-8BB42816BA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98171" y="3731519"/>
                  <a:ext cx="162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8906F5-F29E-FB93-0D2F-F363AFA06108}"/>
                    </a:ext>
                  </a:extLst>
                </p14:cNvPr>
                <p14:cNvContentPartPr/>
                <p14:nvPr/>
              </p14:nvContentPartPr>
              <p14:xfrm>
                <a:off x="1609491" y="3804599"/>
                <a:ext cx="45720" cy="9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8906F5-F29E-FB93-0D2F-F363AFA0610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00851" y="3795599"/>
                  <a:ext cx="63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157620-511D-D01F-4C57-A77A8D985AFA}"/>
                    </a:ext>
                  </a:extLst>
                </p14:cNvPr>
                <p14:cNvContentPartPr/>
                <p14:nvPr/>
              </p14:nvContentPartPr>
              <p14:xfrm>
                <a:off x="1527411" y="3746279"/>
                <a:ext cx="142920" cy="1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157620-511D-D01F-4C57-A77A8D985A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18411" y="3737279"/>
                  <a:ext cx="160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D62B97-11B9-8691-A3FC-CE8C46C840AA}"/>
                    </a:ext>
                  </a:extLst>
                </p14:cNvPr>
                <p14:cNvContentPartPr/>
                <p14:nvPr/>
              </p14:nvContentPartPr>
              <p14:xfrm>
                <a:off x="1730091" y="3755999"/>
                <a:ext cx="68040" cy="122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D62B97-11B9-8691-A3FC-CE8C46C840A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21091" y="3746999"/>
                  <a:ext cx="85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A21ED4F-EE3A-8B9F-C383-AE6492CE0FBC}"/>
                    </a:ext>
                  </a:extLst>
                </p14:cNvPr>
                <p14:cNvContentPartPr/>
                <p14:nvPr/>
              </p14:nvContentPartPr>
              <p14:xfrm>
                <a:off x="1686531" y="3712079"/>
                <a:ext cx="76680" cy="11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A21ED4F-EE3A-8B9F-C383-AE6492CE0F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7531" y="3703439"/>
                  <a:ext cx="94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4392442-55E2-167E-7429-39004C8AFABF}"/>
                    </a:ext>
                  </a:extLst>
                </p14:cNvPr>
                <p14:cNvContentPartPr/>
                <p14:nvPr/>
              </p14:nvContentPartPr>
              <p14:xfrm>
                <a:off x="1741611" y="3881999"/>
                <a:ext cx="104040" cy="38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4392442-55E2-167E-7429-39004C8AFA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32611" y="3872999"/>
                  <a:ext cx="121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D13B452-D777-00F3-B0E7-7AE53E498676}"/>
                    </a:ext>
                  </a:extLst>
                </p14:cNvPr>
                <p14:cNvContentPartPr/>
                <p14:nvPr/>
              </p14:nvContentPartPr>
              <p14:xfrm>
                <a:off x="1995771" y="3748079"/>
                <a:ext cx="114840" cy="135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D13B452-D777-00F3-B0E7-7AE53E4986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87131" y="3739079"/>
                  <a:ext cx="132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7A45170-154E-DF5F-EF8C-28FEDC71F6A5}"/>
                    </a:ext>
                  </a:extLst>
                </p14:cNvPr>
                <p14:cNvContentPartPr/>
                <p14:nvPr/>
              </p14:nvContentPartPr>
              <p14:xfrm>
                <a:off x="2124291" y="3832319"/>
                <a:ext cx="157680" cy="19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7A45170-154E-DF5F-EF8C-28FEDC71F6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15651" y="3823679"/>
                  <a:ext cx="175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D00627-10C0-EC22-E4A5-355D4832EC72}"/>
                    </a:ext>
                  </a:extLst>
                </p14:cNvPr>
                <p14:cNvContentPartPr/>
                <p14:nvPr/>
              </p14:nvContentPartPr>
              <p14:xfrm>
                <a:off x="2245971" y="3797039"/>
                <a:ext cx="155160" cy="124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D00627-10C0-EC22-E4A5-355D4832EC7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37331" y="3788039"/>
                  <a:ext cx="172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BF8E90-4142-C61D-A2CE-89289FDB6D22}"/>
                    </a:ext>
                  </a:extLst>
                </p14:cNvPr>
                <p14:cNvContentPartPr/>
                <p14:nvPr/>
              </p14:nvContentPartPr>
              <p14:xfrm>
                <a:off x="2365131" y="3635399"/>
                <a:ext cx="86760" cy="266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BF8E90-4142-C61D-A2CE-89289FDB6D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56491" y="3626759"/>
                  <a:ext cx="1044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24972E-A7BD-14FF-8833-B612BC03D566}"/>
                    </a:ext>
                  </a:extLst>
                </p14:cNvPr>
                <p14:cNvContentPartPr/>
                <p14:nvPr/>
              </p14:nvContentPartPr>
              <p14:xfrm>
                <a:off x="2392491" y="3749159"/>
                <a:ext cx="524880" cy="148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424972E-A7BD-14FF-8833-B612BC03D5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83851" y="3740159"/>
                  <a:ext cx="54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EF114C9-2841-BE6B-376E-C2C3E565732D}"/>
                    </a:ext>
                  </a:extLst>
                </p14:cNvPr>
                <p14:cNvContentPartPr/>
                <p14:nvPr/>
              </p14:nvContentPartPr>
              <p14:xfrm>
                <a:off x="2345331" y="3732959"/>
                <a:ext cx="91440" cy="6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EF114C9-2841-BE6B-376E-C2C3E565732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36331" y="3724319"/>
                  <a:ext cx="109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CE22ED-6A5D-F6DE-F834-119192EDF7A3}"/>
                    </a:ext>
                  </a:extLst>
                </p14:cNvPr>
                <p14:cNvContentPartPr/>
                <p14:nvPr/>
              </p14:nvContentPartPr>
              <p14:xfrm>
                <a:off x="2681211" y="3837719"/>
                <a:ext cx="241200" cy="68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CE22ED-6A5D-F6DE-F834-119192EDF7A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72571" y="3829079"/>
                  <a:ext cx="25884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4E6B46A-BAF4-5AF0-40C2-67A53C91CBBB}"/>
              </a:ext>
            </a:extLst>
          </p:cNvPr>
          <p:cNvGrpSpPr/>
          <p:nvPr/>
        </p:nvGrpSpPr>
        <p:grpSpPr>
          <a:xfrm>
            <a:off x="3192051" y="3651239"/>
            <a:ext cx="598680" cy="264240"/>
            <a:chOff x="3192051" y="3651239"/>
            <a:chExt cx="59868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0D9A00-21B7-1F65-2C59-A4D1CA4BB49F}"/>
                    </a:ext>
                  </a:extLst>
                </p14:cNvPr>
                <p14:cNvContentPartPr/>
                <p14:nvPr/>
              </p14:nvContentPartPr>
              <p14:xfrm>
                <a:off x="3192051" y="3783359"/>
                <a:ext cx="474120" cy="132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0D9A00-21B7-1F65-2C59-A4D1CA4BB4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83051" y="3774359"/>
                  <a:ext cx="491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58D49C0-CB05-5CDD-FFA3-92CC4F2B9B74}"/>
                    </a:ext>
                  </a:extLst>
                </p14:cNvPr>
                <p14:cNvContentPartPr/>
                <p14:nvPr/>
              </p14:nvContentPartPr>
              <p14:xfrm>
                <a:off x="3711891" y="3651239"/>
                <a:ext cx="78840" cy="220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58D49C0-CB05-5CDD-FFA3-92CC4F2B9B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03251" y="3642239"/>
                  <a:ext cx="964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D1CFD62-E627-77CB-B291-B09946C4EEA8}"/>
              </a:ext>
            </a:extLst>
          </p:cNvPr>
          <p:cNvGrpSpPr/>
          <p:nvPr/>
        </p:nvGrpSpPr>
        <p:grpSpPr>
          <a:xfrm>
            <a:off x="4060371" y="3634319"/>
            <a:ext cx="1065240" cy="292680"/>
            <a:chOff x="4060371" y="3634319"/>
            <a:chExt cx="106524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A6E486-1403-A14C-0BE5-5DFA9BFA7A3D}"/>
                    </a:ext>
                  </a:extLst>
                </p14:cNvPr>
                <p14:cNvContentPartPr/>
                <p14:nvPr/>
              </p14:nvContentPartPr>
              <p14:xfrm>
                <a:off x="4060371" y="3665279"/>
                <a:ext cx="176040" cy="223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A6E486-1403-A14C-0BE5-5DFA9BFA7A3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51731" y="3656639"/>
                  <a:ext cx="193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228CBC-DBB7-567E-E3A8-348417616934}"/>
                    </a:ext>
                  </a:extLst>
                </p14:cNvPr>
                <p14:cNvContentPartPr/>
                <p14:nvPr/>
              </p14:nvContentPartPr>
              <p14:xfrm>
                <a:off x="4224891" y="3636839"/>
                <a:ext cx="135000" cy="251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228CBC-DBB7-567E-E3A8-3484176169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16251" y="3628199"/>
                  <a:ext cx="1526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B006AF-829A-3121-1206-018414AE742A}"/>
                    </a:ext>
                  </a:extLst>
                </p14:cNvPr>
                <p14:cNvContentPartPr/>
                <p14:nvPr/>
              </p14:nvContentPartPr>
              <p14:xfrm>
                <a:off x="4407771" y="3793439"/>
                <a:ext cx="147600" cy="72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B006AF-829A-3121-1206-018414AE74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98771" y="3784439"/>
                  <a:ext cx="165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AD0B001-4750-BDC5-C229-4CB2B7FD8E1B}"/>
                    </a:ext>
                  </a:extLst>
                </p14:cNvPr>
                <p14:cNvContentPartPr/>
                <p14:nvPr/>
              </p14:nvContentPartPr>
              <p14:xfrm>
                <a:off x="4528011" y="3634319"/>
                <a:ext cx="174600" cy="292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AD0B001-4750-BDC5-C229-4CB2B7FD8E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19371" y="3625319"/>
                  <a:ext cx="1922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063073D-9893-85FD-0130-2FDC99DF1B3C}"/>
                    </a:ext>
                  </a:extLst>
                </p14:cNvPr>
                <p14:cNvContentPartPr/>
                <p14:nvPr/>
              </p14:nvContentPartPr>
              <p14:xfrm>
                <a:off x="4723851" y="3804959"/>
                <a:ext cx="105840" cy="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063073D-9893-85FD-0130-2FDC99DF1B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14851" y="3796319"/>
                  <a:ext cx="123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3C29CE-2249-D207-0C33-051EDDCDDDE7}"/>
                    </a:ext>
                  </a:extLst>
                </p14:cNvPr>
                <p14:cNvContentPartPr/>
                <p14:nvPr/>
              </p14:nvContentPartPr>
              <p14:xfrm>
                <a:off x="4709091" y="3737639"/>
                <a:ext cx="98640" cy="1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3C29CE-2249-D207-0C33-051EDDCDDDE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00091" y="3728999"/>
                  <a:ext cx="116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F43468-0426-5361-6036-2D3DF48BEEAD}"/>
                    </a:ext>
                  </a:extLst>
                </p14:cNvPr>
                <p14:cNvContentPartPr/>
                <p14:nvPr/>
              </p14:nvContentPartPr>
              <p14:xfrm>
                <a:off x="4959651" y="3673199"/>
                <a:ext cx="165960" cy="172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F43468-0426-5361-6036-2D3DF48BEEA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50651" y="3664199"/>
                  <a:ext cx="18360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C76E3CA-9A3E-ED54-64DA-57CCC9392728}"/>
              </a:ext>
            </a:extLst>
          </p:cNvPr>
          <p:cNvGrpSpPr/>
          <p:nvPr/>
        </p:nvGrpSpPr>
        <p:grpSpPr>
          <a:xfrm>
            <a:off x="5257371" y="3673559"/>
            <a:ext cx="864720" cy="332280"/>
            <a:chOff x="5257371" y="3673559"/>
            <a:chExt cx="8647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9386A5-024D-FC5E-D0BA-2964E4BEE339}"/>
                    </a:ext>
                  </a:extLst>
                </p14:cNvPr>
                <p14:cNvContentPartPr/>
                <p14:nvPr/>
              </p14:nvContentPartPr>
              <p14:xfrm>
                <a:off x="5257371" y="3925559"/>
                <a:ext cx="59400" cy="80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9386A5-024D-FC5E-D0BA-2964E4BEE3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48371" y="3916919"/>
                  <a:ext cx="77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3FF7568-9D14-77C6-E23A-7E03C2481EE6}"/>
                    </a:ext>
                  </a:extLst>
                </p14:cNvPr>
                <p14:cNvContentPartPr/>
                <p14:nvPr/>
              </p14:nvContentPartPr>
              <p14:xfrm>
                <a:off x="5447811" y="3805319"/>
                <a:ext cx="202680" cy="114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3FF7568-9D14-77C6-E23A-7E03C2481E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39171" y="3796319"/>
                  <a:ext cx="220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26D9FFE-514A-1C44-2398-B9A69B30D07D}"/>
                    </a:ext>
                  </a:extLst>
                </p14:cNvPr>
                <p14:cNvContentPartPr/>
                <p14:nvPr/>
              </p14:nvContentPartPr>
              <p14:xfrm>
                <a:off x="5720331" y="3720359"/>
                <a:ext cx="198000" cy="123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26D9FFE-514A-1C44-2398-B9A69B30D07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11691" y="3711719"/>
                  <a:ext cx="215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F23F24-9377-34E5-A4CE-B573037BAF61}"/>
                    </a:ext>
                  </a:extLst>
                </p14:cNvPr>
                <p14:cNvContentPartPr/>
                <p14:nvPr/>
              </p14:nvContentPartPr>
              <p14:xfrm>
                <a:off x="5969451" y="3673559"/>
                <a:ext cx="152640" cy="159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F23F24-9377-34E5-A4CE-B573037BAF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60811" y="3664919"/>
                  <a:ext cx="17028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C422D97-27C5-1366-BB05-CB2BC46DCE1A}"/>
              </a:ext>
            </a:extLst>
          </p:cNvPr>
          <p:cNvGrpSpPr/>
          <p:nvPr/>
        </p:nvGrpSpPr>
        <p:grpSpPr>
          <a:xfrm>
            <a:off x="3247131" y="4090799"/>
            <a:ext cx="1958400" cy="448920"/>
            <a:chOff x="3247131" y="4090799"/>
            <a:chExt cx="195840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8781611-9A9F-5E0E-20E9-3078EC9ACBE6}"/>
                    </a:ext>
                  </a:extLst>
                </p14:cNvPr>
                <p14:cNvContentPartPr/>
                <p14:nvPr/>
              </p14:nvContentPartPr>
              <p14:xfrm>
                <a:off x="3247131" y="4129679"/>
                <a:ext cx="146520" cy="318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8781611-9A9F-5E0E-20E9-3078EC9ACBE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38491" y="4120679"/>
                  <a:ext cx="1641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785C74-DDBC-EB88-64CF-32EC7A0280C0}"/>
                    </a:ext>
                  </a:extLst>
                </p14:cNvPr>
                <p14:cNvContentPartPr/>
                <p14:nvPr/>
              </p14:nvContentPartPr>
              <p14:xfrm>
                <a:off x="3275931" y="4338119"/>
                <a:ext cx="47880" cy="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785C74-DDBC-EB88-64CF-32EC7A0280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66931" y="4329479"/>
                  <a:ext cx="65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8EB043A-84A0-E848-A3DE-7B540FA6C8B5}"/>
                    </a:ext>
                  </a:extLst>
                </p14:cNvPr>
                <p14:cNvContentPartPr/>
                <p14:nvPr/>
              </p14:nvContentPartPr>
              <p14:xfrm>
                <a:off x="3465291" y="4299599"/>
                <a:ext cx="94680" cy="90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8EB043A-84A0-E848-A3DE-7B540FA6C8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56291" y="4290599"/>
                  <a:ext cx="112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262B53-2A3F-5AD8-0604-A3F66F030BBA}"/>
                    </a:ext>
                  </a:extLst>
                </p14:cNvPr>
                <p14:cNvContentPartPr/>
                <p14:nvPr/>
              </p14:nvContentPartPr>
              <p14:xfrm>
                <a:off x="3613611" y="4231199"/>
                <a:ext cx="85320" cy="117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262B53-2A3F-5AD8-0604-A3F66F030BB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04971" y="4222199"/>
                  <a:ext cx="102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E6A7768-185B-E5DA-3DF1-AC3E2332C322}"/>
                    </a:ext>
                  </a:extLst>
                </p14:cNvPr>
                <p14:cNvContentPartPr/>
                <p14:nvPr/>
              </p14:nvContentPartPr>
              <p14:xfrm>
                <a:off x="3886491" y="4267919"/>
                <a:ext cx="159840" cy="118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E6A7768-185B-E5DA-3DF1-AC3E2332C32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77851" y="4258919"/>
                  <a:ext cx="177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FC3E42-5C69-25E3-47B7-C26DEB6A24D9}"/>
                    </a:ext>
                  </a:extLst>
                </p14:cNvPr>
                <p14:cNvContentPartPr/>
                <p14:nvPr/>
              </p14:nvContentPartPr>
              <p14:xfrm>
                <a:off x="4052451" y="4312919"/>
                <a:ext cx="285120" cy="57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FC3E42-5C69-25E3-47B7-C26DEB6A24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43451" y="4303919"/>
                  <a:ext cx="302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E96CC80-E282-FB10-581D-D158246424CE}"/>
                    </a:ext>
                  </a:extLst>
                </p14:cNvPr>
                <p14:cNvContentPartPr/>
                <p14:nvPr/>
              </p14:nvContentPartPr>
              <p14:xfrm>
                <a:off x="4416411" y="4247399"/>
                <a:ext cx="104040" cy="117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E96CC80-E282-FB10-581D-D158246424C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07771" y="4238759"/>
                  <a:ext cx="121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4DFAEF7-371A-302A-6DD6-A816F6998B42}"/>
                    </a:ext>
                  </a:extLst>
                </p14:cNvPr>
                <p14:cNvContentPartPr/>
                <p14:nvPr/>
              </p14:nvContentPartPr>
              <p14:xfrm>
                <a:off x="4570851" y="4090799"/>
                <a:ext cx="295200" cy="252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4DFAEF7-371A-302A-6DD6-A816F6998B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62211" y="4081799"/>
                  <a:ext cx="3128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67B38CC-5E32-6357-7B77-39D9B3299BD1}"/>
                    </a:ext>
                  </a:extLst>
                </p14:cNvPr>
                <p14:cNvContentPartPr/>
                <p14:nvPr/>
              </p14:nvContentPartPr>
              <p14:xfrm>
                <a:off x="4836891" y="4123199"/>
                <a:ext cx="3600" cy="14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67B38CC-5E32-6357-7B77-39D9B3299BD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27891" y="4114199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ED06FE3-9CFA-3C4A-F9D7-4BF6FDC6FD4D}"/>
                    </a:ext>
                  </a:extLst>
                </p14:cNvPr>
                <p14:cNvContentPartPr/>
                <p14:nvPr/>
              </p14:nvContentPartPr>
              <p14:xfrm>
                <a:off x="4884411" y="4122839"/>
                <a:ext cx="101880" cy="19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ED06FE3-9CFA-3C4A-F9D7-4BF6FDC6FD4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75771" y="4113839"/>
                  <a:ext cx="119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3EBE0C2-D3CD-93A9-B01F-3AEC132DF987}"/>
                    </a:ext>
                  </a:extLst>
                </p14:cNvPr>
                <p14:cNvContentPartPr/>
                <p14:nvPr/>
              </p14:nvContentPartPr>
              <p14:xfrm>
                <a:off x="5086371" y="4233359"/>
                <a:ext cx="119160" cy="306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3EBE0C2-D3CD-93A9-B01F-3AEC132DF98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7731" y="4224719"/>
                  <a:ext cx="13680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96E9D3C-7300-9056-12C0-A3C769FE706C}"/>
              </a:ext>
            </a:extLst>
          </p:cNvPr>
          <p:cNvGrpSpPr/>
          <p:nvPr/>
        </p:nvGrpSpPr>
        <p:grpSpPr>
          <a:xfrm>
            <a:off x="678531" y="5565719"/>
            <a:ext cx="1911600" cy="388800"/>
            <a:chOff x="678531" y="5565719"/>
            <a:chExt cx="191160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71BDB8-C1F5-8595-728A-8F6D0E4E06DB}"/>
                    </a:ext>
                  </a:extLst>
                </p14:cNvPr>
                <p14:cNvContentPartPr/>
                <p14:nvPr/>
              </p14:nvContentPartPr>
              <p14:xfrm>
                <a:off x="678531" y="5716559"/>
                <a:ext cx="433800" cy="208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71BDB8-C1F5-8595-728A-8F6D0E4E06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9531" y="5707919"/>
                  <a:ext cx="451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4198253-790E-D59E-E4FC-62D91A8E135F}"/>
                    </a:ext>
                  </a:extLst>
                </p14:cNvPr>
                <p14:cNvContentPartPr/>
                <p14:nvPr/>
              </p14:nvContentPartPr>
              <p14:xfrm>
                <a:off x="1122411" y="5864159"/>
                <a:ext cx="240120" cy="90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4198253-790E-D59E-E4FC-62D91A8E135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3411" y="5855159"/>
                  <a:ext cx="257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CDC8C6-03C1-8F35-5E52-D7701B347973}"/>
                    </a:ext>
                  </a:extLst>
                </p14:cNvPr>
                <p14:cNvContentPartPr/>
                <p14:nvPr/>
              </p14:nvContentPartPr>
              <p14:xfrm>
                <a:off x="1551891" y="5774519"/>
                <a:ext cx="156240" cy="127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CDC8C6-03C1-8F35-5E52-D7701B3479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42891" y="5765879"/>
                  <a:ext cx="173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74397C6-9504-878F-B7AD-BB865AC742E7}"/>
                    </a:ext>
                  </a:extLst>
                </p14:cNvPr>
                <p14:cNvContentPartPr/>
                <p14:nvPr/>
              </p14:nvContentPartPr>
              <p14:xfrm>
                <a:off x="1748811" y="5821319"/>
                <a:ext cx="357480" cy="87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74397C6-9504-878F-B7AD-BB865AC742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40171" y="5812319"/>
                  <a:ext cx="375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C4FE876-7741-05F9-0CE1-65F268ED9FC2}"/>
                    </a:ext>
                  </a:extLst>
                </p14:cNvPr>
                <p14:cNvContentPartPr/>
                <p14:nvPr/>
              </p14:nvContentPartPr>
              <p14:xfrm>
                <a:off x="2151651" y="5752919"/>
                <a:ext cx="99000" cy="151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C4FE876-7741-05F9-0CE1-65F268ED9F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42651" y="5743919"/>
                  <a:ext cx="116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DF938F6-94EF-7E03-54B6-EB51463076BF}"/>
                    </a:ext>
                  </a:extLst>
                </p14:cNvPr>
                <p14:cNvContentPartPr/>
                <p14:nvPr/>
              </p14:nvContentPartPr>
              <p14:xfrm>
                <a:off x="2293131" y="5565719"/>
                <a:ext cx="297000" cy="325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DF938F6-94EF-7E03-54B6-EB51463076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84491" y="5557079"/>
                  <a:ext cx="31464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466909A-5932-A768-6A82-0E0D28B067CC}"/>
              </a:ext>
            </a:extLst>
          </p:cNvPr>
          <p:cNvGrpSpPr/>
          <p:nvPr/>
        </p:nvGrpSpPr>
        <p:grpSpPr>
          <a:xfrm>
            <a:off x="2825211" y="5601359"/>
            <a:ext cx="810720" cy="312480"/>
            <a:chOff x="2825211" y="5601359"/>
            <a:chExt cx="81072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2AF7A15-4448-B000-7142-5EC23E782083}"/>
                    </a:ext>
                  </a:extLst>
                </p14:cNvPr>
                <p14:cNvContentPartPr/>
                <p14:nvPr/>
              </p14:nvContentPartPr>
              <p14:xfrm>
                <a:off x="2825211" y="5803679"/>
                <a:ext cx="220680" cy="109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2AF7A15-4448-B000-7142-5EC23E7820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16211" y="5794679"/>
                  <a:ext cx="238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26B554A-0783-3ACD-6977-B1A8614C71E3}"/>
                    </a:ext>
                  </a:extLst>
                </p14:cNvPr>
                <p14:cNvContentPartPr/>
                <p14:nvPr/>
              </p14:nvContentPartPr>
              <p14:xfrm>
                <a:off x="3092331" y="5749679"/>
                <a:ext cx="198360" cy="142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26B554A-0783-3ACD-6977-B1A8614C71E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83691" y="5741039"/>
                  <a:ext cx="216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6D7B649-1B80-3D06-3AE2-67FD4CBC424F}"/>
                    </a:ext>
                  </a:extLst>
                </p14:cNvPr>
                <p14:cNvContentPartPr/>
                <p14:nvPr/>
              </p14:nvContentPartPr>
              <p14:xfrm>
                <a:off x="3367371" y="5601359"/>
                <a:ext cx="81000" cy="312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6D7B649-1B80-3D06-3AE2-67FD4CBC424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58371" y="5592359"/>
                  <a:ext cx="98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AE73A0F-94CC-56B7-7818-3D23ABD28F90}"/>
                    </a:ext>
                  </a:extLst>
                </p14:cNvPr>
                <p14:cNvContentPartPr/>
                <p14:nvPr/>
              </p14:nvContentPartPr>
              <p14:xfrm>
                <a:off x="3412011" y="5765519"/>
                <a:ext cx="140760" cy="93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AE73A0F-94CC-56B7-7818-3D23ABD28F9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03011" y="5756519"/>
                  <a:ext cx="158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8FFD82F-0173-AA22-0539-28BF1856F070}"/>
                    </a:ext>
                  </a:extLst>
                </p14:cNvPr>
                <p14:cNvContentPartPr/>
                <p14:nvPr/>
              </p14:nvContentPartPr>
              <p14:xfrm>
                <a:off x="3476451" y="5751839"/>
                <a:ext cx="159480" cy="141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8FFD82F-0173-AA22-0539-28BF1856F07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67811" y="5742839"/>
                  <a:ext cx="17712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9682187-7FC7-DD09-29C1-0442D6A100B0}"/>
              </a:ext>
            </a:extLst>
          </p:cNvPr>
          <p:cNvGrpSpPr/>
          <p:nvPr/>
        </p:nvGrpSpPr>
        <p:grpSpPr>
          <a:xfrm>
            <a:off x="3966771" y="5651759"/>
            <a:ext cx="441000" cy="417600"/>
            <a:chOff x="3966771" y="5651759"/>
            <a:chExt cx="44100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43CAD17-56F1-161C-69E7-D37AA5287EA4}"/>
                    </a:ext>
                  </a:extLst>
                </p14:cNvPr>
                <p14:cNvContentPartPr/>
                <p14:nvPr/>
              </p14:nvContentPartPr>
              <p14:xfrm>
                <a:off x="3966771" y="5651759"/>
                <a:ext cx="204840" cy="417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43CAD17-56F1-161C-69E7-D37AA5287EA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58131" y="5642759"/>
                  <a:ext cx="2224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1697442-8DF5-7FEE-2E13-76A4BB97A9F3}"/>
                    </a:ext>
                  </a:extLst>
                </p14:cNvPr>
                <p14:cNvContentPartPr/>
                <p14:nvPr/>
              </p14:nvContentPartPr>
              <p14:xfrm>
                <a:off x="3988371" y="5847599"/>
                <a:ext cx="151200" cy="60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1697442-8DF5-7FEE-2E13-76A4BB97A9F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79731" y="5838599"/>
                  <a:ext cx="168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101C0D-6331-1794-EB30-35C4A9CE8AC6}"/>
                    </a:ext>
                  </a:extLst>
                </p14:cNvPr>
                <p14:cNvContentPartPr/>
                <p14:nvPr/>
              </p14:nvContentPartPr>
              <p14:xfrm>
                <a:off x="4120131" y="5722679"/>
                <a:ext cx="287640" cy="174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101C0D-6331-1794-EB30-35C4A9CE8AC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11131" y="5713679"/>
                  <a:ext cx="3052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E5B165D-4310-4FE8-3056-40CA03098E79}"/>
              </a:ext>
            </a:extLst>
          </p:cNvPr>
          <p:cNvGrpSpPr/>
          <p:nvPr/>
        </p:nvGrpSpPr>
        <p:grpSpPr>
          <a:xfrm>
            <a:off x="4701531" y="5590199"/>
            <a:ext cx="1178280" cy="340560"/>
            <a:chOff x="4701531" y="5590199"/>
            <a:chExt cx="117828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8CCEB25-FCCB-11E5-47E0-0AF574B8EA80}"/>
                    </a:ext>
                  </a:extLst>
                </p14:cNvPr>
                <p14:cNvContentPartPr/>
                <p14:nvPr/>
              </p14:nvContentPartPr>
              <p14:xfrm>
                <a:off x="4701531" y="5732039"/>
                <a:ext cx="278640" cy="175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8CCEB25-FCCB-11E5-47E0-0AF574B8EA8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92891" y="5723039"/>
                  <a:ext cx="296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EAE5673-3F39-E330-43E2-4F0B0867FEE8}"/>
                    </a:ext>
                  </a:extLst>
                </p14:cNvPr>
                <p14:cNvContentPartPr/>
                <p14:nvPr/>
              </p14:nvContentPartPr>
              <p14:xfrm>
                <a:off x="5053611" y="5814119"/>
                <a:ext cx="142200" cy="11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EAE5673-3F39-E330-43E2-4F0B0867FEE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44971" y="5805479"/>
                  <a:ext cx="159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2868007-DEAD-D0E5-2584-B66A3ED687E7}"/>
                    </a:ext>
                  </a:extLst>
                </p14:cNvPr>
                <p14:cNvContentPartPr/>
                <p14:nvPr/>
              </p14:nvContentPartPr>
              <p14:xfrm>
                <a:off x="5205891" y="5798639"/>
                <a:ext cx="95400" cy="109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2868007-DEAD-D0E5-2584-B66A3ED687E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96891" y="5789639"/>
                  <a:ext cx="113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3418656-9EDB-1BF3-6F4D-1A73A2379338}"/>
                    </a:ext>
                  </a:extLst>
                </p14:cNvPr>
                <p14:cNvContentPartPr/>
                <p14:nvPr/>
              </p14:nvContentPartPr>
              <p14:xfrm>
                <a:off x="5337291" y="5745719"/>
                <a:ext cx="38160" cy="124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3418656-9EDB-1BF3-6F4D-1A73A237933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28651" y="5737079"/>
                  <a:ext cx="55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896B766-FD3A-ABBB-47D0-BA3558622C81}"/>
                    </a:ext>
                  </a:extLst>
                </p14:cNvPr>
                <p14:cNvContentPartPr/>
                <p14:nvPr/>
              </p14:nvContentPartPr>
              <p14:xfrm>
                <a:off x="5462211" y="5614319"/>
                <a:ext cx="237600" cy="300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896B766-FD3A-ABBB-47D0-BA3558622C8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53211" y="5605319"/>
                  <a:ext cx="255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F3876AC-E5D7-7383-03B4-0B581E8AFCA2}"/>
                    </a:ext>
                  </a:extLst>
                </p14:cNvPr>
                <p14:cNvContentPartPr/>
                <p14:nvPr/>
              </p14:nvContentPartPr>
              <p14:xfrm>
                <a:off x="5776131" y="5590199"/>
                <a:ext cx="103680" cy="309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F3876AC-E5D7-7383-03B4-0B581E8AFCA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67131" y="5581559"/>
                  <a:ext cx="12132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E368D02-A577-18C5-3EFC-E4DE727FDC25}"/>
              </a:ext>
            </a:extLst>
          </p:cNvPr>
          <p:cNvGrpSpPr/>
          <p:nvPr/>
        </p:nvGrpSpPr>
        <p:grpSpPr>
          <a:xfrm>
            <a:off x="6104091" y="5771279"/>
            <a:ext cx="1432800" cy="352800"/>
            <a:chOff x="6104091" y="5771279"/>
            <a:chExt cx="143280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26E08E0-3C07-BED9-139B-A2F424B6B6F5}"/>
                    </a:ext>
                  </a:extLst>
                </p14:cNvPr>
                <p14:cNvContentPartPr/>
                <p14:nvPr/>
              </p14:nvContentPartPr>
              <p14:xfrm>
                <a:off x="6104091" y="5771279"/>
                <a:ext cx="439200" cy="352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26E08E0-3C07-BED9-139B-A2F424B6B6F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95451" y="5762279"/>
                  <a:ext cx="4568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30C3F35-0932-48D9-188C-748C1FAA4A13}"/>
                    </a:ext>
                  </a:extLst>
                </p14:cNvPr>
                <p14:cNvContentPartPr/>
                <p14:nvPr/>
              </p14:nvContentPartPr>
              <p14:xfrm>
                <a:off x="6569211" y="5788199"/>
                <a:ext cx="463680" cy="136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30C3F35-0932-48D9-188C-748C1FAA4A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60211" y="5779199"/>
                  <a:ext cx="481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C805C5D-3B9A-88D9-9467-39CD8DA3BBF7}"/>
                    </a:ext>
                  </a:extLst>
                </p14:cNvPr>
                <p14:cNvContentPartPr/>
                <p14:nvPr/>
              </p14:nvContentPartPr>
              <p14:xfrm>
                <a:off x="7105611" y="5787839"/>
                <a:ext cx="347400" cy="148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C805C5D-3B9A-88D9-9467-39CD8DA3BBF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096611" y="5779199"/>
                  <a:ext cx="365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303C1CE-D96F-95F6-8D1F-3DB9CE55E90F}"/>
                    </a:ext>
                  </a:extLst>
                </p14:cNvPr>
                <p14:cNvContentPartPr/>
                <p14:nvPr/>
              </p14:nvContentPartPr>
              <p14:xfrm>
                <a:off x="7414851" y="5782079"/>
                <a:ext cx="122040" cy="175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303C1CE-D96F-95F6-8D1F-3DB9CE55E90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05851" y="5773439"/>
                  <a:ext cx="13968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93DBD04-6268-D4C1-48A3-34FF5A99B946}"/>
              </a:ext>
            </a:extLst>
          </p:cNvPr>
          <p:cNvGrpSpPr/>
          <p:nvPr/>
        </p:nvGrpSpPr>
        <p:grpSpPr>
          <a:xfrm>
            <a:off x="793371" y="6146399"/>
            <a:ext cx="912600" cy="308520"/>
            <a:chOff x="793371" y="6146399"/>
            <a:chExt cx="91260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2AF3087-B111-6847-0753-EE1128936362}"/>
                    </a:ext>
                  </a:extLst>
                </p14:cNvPr>
                <p14:cNvContentPartPr/>
                <p14:nvPr/>
              </p14:nvContentPartPr>
              <p14:xfrm>
                <a:off x="793371" y="6203639"/>
                <a:ext cx="242280" cy="251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2AF3087-B111-6847-0753-EE11289363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4731" y="6194639"/>
                  <a:ext cx="259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E685264-9259-8541-76DB-7B47E316772F}"/>
                    </a:ext>
                  </a:extLst>
                </p14:cNvPr>
                <p14:cNvContentPartPr/>
                <p14:nvPr/>
              </p14:nvContentPartPr>
              <p14:xfrm>
                <a:off x="1001811" y="6334319"/>
                <a:ext cx="205920" cy="61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E685264-9259-8541-76DB-7B47E31677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3171" y="6325679"/>
                  <a:ext cx="223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B83FA2-B3B1-F6FF-CBE9-5AC60E34C155}"/>
                    </a:ext>
                  </a:extLst>
                </p14:cNvPr>
                <p14:cNvContentPartPr/>
                <p14:nvPr/>
              </p14:nvContentPartPr>
              <p14:xfrm>
                <a:off x="1270731" y="6146399"/>
                <a:ext cx="126360" cy="255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B83FA2-B3B1-F6FF-CBE9-5AC60E34C1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61731" y="6137759"/>
                  <a:ext cx="1440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14B79BD-E90E-86B1-8CCB-16CA639BAAA9}"/>
                    </a:ext>
                  </a:extLst>
                </p14:cNvPr>
                <p14:cNvContentPartPr/>
                <p14:nvPr/>
              </p14:nvContentPartPr>
              <p14:xfrm>
                <a:off x="1516611" y="6323879"/>
                <a:ext cx="29160" cy="46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14B79BD-E90E-86B1-8CCB-16CA639BAAA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507611" y="6315239"/>
                  <a:ext cx="46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EF09FF5-BF65-52AE-011C-F4960F95C6E3}"/>
                    </a:ext>
                  </a:extLst>
                </p14:cNvPr>
                <p14:cNvContentPartPr/>
                <p14:nvPr/>
              </p14:nvContentPartPr>
              <p14:xfrm>
                <a:off x="1455051" y="6223799"/>
                <a:ext cx="1440" cy="7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EF09FF5-BF65-52AE-011C-F4960F95C6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46411" y="6215159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DDE5743-6D3A-58AC-ACAA-B3CB3E7B38A3}"/>
                    </a:ext>
                  </a:extLst>
                </p14:cNvPr>
                <p14:cNvContentPartPr/>
                <p14:nvPr/>
              </p14:nvContentPartPr>
              <p14:xfrm>
                <a:off x="1610211" y="6301919"/>
                <a:ext cx="95760" cy="83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DDE5743-6D3A-58AC-ACAA-B3CB3E7B38A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01571" y="6293279"/>
                  <a:ext cx="113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2CFE167-F5DC-4EB6-46EC-73246AAA2374}"/>
              </a:ext>
            </a:extLst>
          </p:cNvPr>
          <p:cNvGrpSpPr/>
          <p:nvPr/>
        </p:nvGrpSpPr>
        <p:grpSpPr>
          <a:xfrm>
            <a:off x="1952931" y="6148919"/>
            <a:ext cx="767160" cy="302400"/>
            <a:chOff x="1952931" y="6148919"/>
            <a:chExt cx="76716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5C514D4-6C6E-14F4-6EC5-5EF99B1B2B20}"/>
                    </a:ext>
                  </a:extLst>
                </p14:cNvPr>
                <p14:cNvContentPartPr/>
                <p14:nvPr/>
              </p14:nvContentPartPr>
              <p14:xfrm>
                <a:off x="1952931" y="6324239"/>
                <a:ext cx="139320" cy="127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5C514D4-6C6E-14F4-6EC5-5EF99B1B2B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44291" y="6315599"/>
                  <a:ext cx="156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99C8AC0-FC47-968D-14C0-0639288564D8}"/>
                    </a:ext>
                  </a:extLst>
                </p14:cNvPr>
                <p14:cNvContentPartPr/>
                <p14:nvPr/>
              </p14:nvContentPartPr>
              <p14:xfrm>
                <a:off x="2111331" y="6170519"/>
                <a:ext cx="206280" cy="253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99C8AC0-FC47-968D-14C0-0639288564D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02331" y="6161879"/>
                  <a:ext cx="223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EF601C4-46C2-DC82-40DB-F34E7F2270BC}"/>
                    </a:ext>
                  </a:extLst>
                </p14:cNvPr>
                <p14:cNvContentPartPr/>
                <p14:nvPr/>
              </p14:nvContentPartPr>
              <p14:xfrm>
                <a:off x="2244891" y="6229559"/>
                <a:ext cx="2880" cy="3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EF601C4-46C2-DC82-40DB-F34E7F2270B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35891" y="6220919"/>
                  <a:ext cx="20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DB2B8F-D2D8-DAF6-F986-D414D49AFBFA}"/>
                    </a:ext>
                  </a:extLst>
                </p14:cNvPr>
                <p14:cNvContentPartPr/>
                <p14:nvPr/>
              </p14:nvContentPartPr>
              <p14:xfrm>
                <a:off x="2359731" y="6148919"/>
                <a:ext cx="80640" cy="225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DB2B8F-D2D8-DAF6-F986-D414D49AFBF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51091" y="6139919"/>
                  <a:ext cx="98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A6B1BDB-0D2F-6D1A-FCE7-F2800C6D3665}"/>
                    </a:ext>
                  </a:extLst>
                </p14:cNvPr>
                <p14:cNvContentPartPr/>
                <p14:nvPr/>
              </p14:nvContentPartPr>
              <p14:xfrm>
                <a:off x="2336331" y="6291479"/>
                <a:ext cx="100440" cy="1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A6B1BDB-0D2F-6D1A-FCE7-F2800C6D36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27331" y="6282479"/>
                  <a:ext cx="11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451B54D-2208-91C6-CDBF-D114D1175D8E}"/>
                    </a:ext>
                  </a:extLst>
                </p14:cNvPr>
                <p14:cNvContentPartPr/>
                <p14:nvPr/>
              </p14:nvContentPartPr>
              <p14:xfrm>
                <a:off x="2509131" y="6301559"/>
                <a:ext cx="86040" cy="86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451B54D-2208-91C6-CDBF-D114D1175D8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00491" y="6292919"/>
                  <a:ext cx="1036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2C255C5-B573-BC7D-1A81-4812DEBA95CB}"/>
                    </a:ext>
                  </a:extLst>
                </p14:cNvPr>
                <p14:cNvContentPartPr/>
                <p14:nvPr/>
              </p14:nvContentPartPr>
              <p14:xfrm>
                <a:off x="2639091" y="6247199"/>
                <a:ext cx="81000" cy="125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2C255C5-B573-BC7D-1A81-4812DEBA95C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30091" y="6238199"/>
                  <a:ext cx="986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4B48AC3-7691-7532-81AB-DCB1FBE0455F}"/>
              </a:ext>
            </a:extLst>
          </p:cNvPr>
          <p:cNvGrpSpPr/>
          <p:nvPr/>
        </p:nvGrpSpPr>
        <p:grpSpPr>
          <a:xfrm>
            <a:off x="3115731" y="6187439"/>
            <a:ext cx="596160" cy="252360"/>
            <a:chOff x="3115731" y="6187439"/>
            <a:chExt cx="59616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AD090A5-5F2A-F87E-07FE-1226C41CE486}"/>
                    </a:ext>
                  </a:extLst>
                </p14:cNvPr>
                <p14:cNvContentPartPr/>
                <p14:nvPr/>
              </p14:nvContentPartPr>
              <p14:xfrm>
                <a:off x="3115731" y="6187439"/>
                <a:ext cx="147600" cy="235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AD090A5-5F2A-F87E-07FE-1226C41CE48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06731" y="6178799"/>
                  <a:ext cx="165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AEBA876-8301-8722-39DB-882710D3D476}"/>
                    </a:ext>
                  </a:extLst>
                </p14:cNvPr>
                <p14:cNvContentPartPr/>
                <p14:nvPr/>
              </p14:nvContentPartPr>
              <p14:xfrm>
                <a:off x="3296451" y="6331799"/>
                <a:ext cx="116280" cy="81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AEBA876-8301-8722-39DB-882710D3D4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87811" y="6322799"/>
                  <a:ext cx="13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306F27E-E154-E05B-2AFB-3D41D767B879}"/>
                    </a:ext>
                  </a:extLst>
                </p14:cNvPr>
                <p14:cNvContentPartPr/>
                <p14:nvPr/>
              </p14:nvContentPartPr>
              <p14:xfrm>
                <a:off x="3471411" y="6306599"/>
                <a:ext cx="147960" cy="133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306F27E-E154-E05B-2AFB-3D41D767B87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462411" y="6297959"/>
                  <a:ext cx="165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742D956-3AF5-0731-8E25-F8DA420464AB}"/>
                    </a:ext>
                  </a:extLst>
                </p14:cNvPr>
                <p14:cNvContentPartPr/>
                <p14:nvPr/>
              </p14:nvContentPartPr>
              <p14:xfrm>
                <a:off x="3578331" y="6313079"/>
                <a:ext cx="133560" cy="1267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742D956-3AF5-0731-8E25-F8DA420464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69691" y="6304079"/>
                  <a:ext cx="1512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4B657F9-A53A-40D7-32D3-97C4A7DF343F}"/>
              </a:ext>
            </a:extLst>
          </p:cNvPr>
          <p:cNvGrpSpPr/>
          <p:nvPr/>
        </p:nvGrpSpPr>
        <p:grpSpPr>
          <a:xfrm>
            <a:off x="3958491" y="6101759"/>
            <a:ext cx="3445560" cy="353880"/>
            <a:chOff x="3958491" y="6101759"/>
            <a:chExt cx="344556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8CC9A32-ECE8-E740-4944-30E486B3405B}"/>
                    </a:ext>
                  </a:extLst>
                </p14:cNvPr>
                <p14:cNvContentPartPr/>
                <p14:nvPr/>
              </p14:nvContentPartPr>
              <p14:xfrm>
                <a:off x="3958491" y="6329279"/>
                <a:ext cx="296640" cy="75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8CC9A32-ECE8-E740-4944-30E486B340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49851" y="6320639"/>
                  <a:ext cx="3142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32CF415-F19E-9FEE-CAF3-254A13507881}"/>
                    </a:ext>
                  </a:extLst>
                </p14:cNvPr>
                <p14:cNvContentPartPr/>
                <p14:nvPr/>
              </p14:nvContentPartPr>
              <p14:xfrm>
                <a:off x="4281771" y="6214439"/>
                <a:ext cx="77760" cy="192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32CF415-F19E-9FEE-CAF3-254A1350788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72771" y="6205799"/>
                  <a:ext cx="95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89E1019-00A5-F502-92E9-6BF2E2B36710}"/>
                    </a:ext>
                  </a:extLst>
                </p14:cNvPr>
                <p14:cNvContentPartPr/>
                <p14:nvPr/>
              </p14:nvContentPartPr>
              <p14:xfrm>
                <a:off x="4208331" y="6330719"/>
                <a:ext cx="172080" cy="37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89E1019-00A5-F502-92E9-6BF2E2B3671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99331" y="6322079"/>
                  <a:ext cx="189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D9B2C2-5D14-D986-12B2-BE3E86635438}"/>
                    </a:ext>
                  </a:extLst>
                </p14:cNvPr>
                <p14:cNvContentPartPr/>
                <p14:nvPr/>
              </p14:nvContentPartPr>
              <p14:xfrm>
                <a:off x="4588131" y="6291119"/>
                <a:ext cx="452520" cy="128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D9B2C2-5D14-D986-12B2-BE3E8663543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579491" y="6282479"/>
                  <a:ext cx="470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ABC58D-C3FA-30B3-91C1-A5A778402860}"/>
                    </a:ext>
                  </a:extLst>
                </p14:cNvPr>
                <p14:cNvContentPartPr/>
                <p14:nvPr/>
              </p14:nvContentPartPr>
              <p14:xfrm>
                <a:off x="5094291" y="6181679"/>
                <a:ext cx="123840" cy="234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ABC58D-C3FA-30B3-91C1-A5A7784028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085291" y="6173039"/>
                  <a:ext cx="141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56D35CC-5AB7-1072-E9AD-8E22A1BF4DE6}"/>
                    </a:ext>
                  </a:extLst>
                </p14:cNvPr>
                <p14:cNvContentPartPr/>
                <p14:nvPr/>
              </p14:nvContentPartPr>
              <p14:xfrm>
                <a:off x="5425851" y="6176279"/>
                <a:ext cx="97920" cy="243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56D35CC-5AB7-1072-E9AD-8E22A1BF4DE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417211" y="6167279"/>
                  <a:ext cx="115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BA304B3-6EC4-DF4B-0D97-FFD8BE76ED8D}"/>
                    </a:ext>
                  </a:extLst>
                </p14:cNvPr>
                <p14:cNvContentPartPr/>
                <p14:nvPr/>
              </p14:nvContentPartPr>
              <p14:xfrm>
                <a:off x="5438811" y="6323519"/>
                <a:ext cx="108000" cy="17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BA304B3-6EC4-DF4B-0D97-FFD8BE76ED8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29811" y="6314879"/>
                  <a:ext cx="125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FB495B5-1893-BC2D-AF2B-A7DD2E0A674A}"/>
                    </a:ext>
                  </a:extLst>
                </p14:cNvPr>
                <p14:cNvContentPartPr/>
                <p14:nvPr/>
              </p14:nvContentPartPr>
              <p14:xfrm>
                <a:off x="5599371" y="6314519"/>
                <a:ext cx="83160" cy="70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FB495B5-1893-BC2D-AF2B-A7DD2E0A67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90731" y="6305879"/>
                  <a:ext cx="100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1768C8-C467-7865-23CC-7D0F69BA1C45}"/>
                    </a:ext>
                  </a:extLst>
                </p14:cNvPr>
                <p14:cNvContentPartPr/>
                <p14:nvPr/>
              </p14:nvContentPartPr>
              <p14:xfrm>
                <a:off x="5860731" y="6197879"/>
                <a:ext cx="343440" cy="192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1768C8-C467-7865-23CC-7D0F69BA1C4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52091" y="6189239"/>
                  <a:ext cx="361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31B9306-2203-15EA-E6D1-401CED65F41D}"/>
                    </a:ext>
                  </a:extLst>
                </p14:cNvPr>
                <p14:cNvContentPartPr/>
                <p14:nvPr/>
              </p14:nvContentPartPr>
              <p14:xfrm>
                <a:off x="6357531" y="6311279"/>
                <a:ext cx="159480" cy="89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31B9306-2203-15EA-E6D1-401CED65F41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348531" y="6302279"/>
                  <a:ext cx="177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B0EF0AD-B4FF-700D-0629-0B443E13AB94}"/>
                    </a:ext>
                  </a:extLst>
                </p14:cNvPr>
                <p14:cNvContentPartPr/>
                <p14:nvPr/>
              </p14:nvContentPartPr>
              <p14:xfrm>
                <a:off x="6514851" y="6301919"/>
                <a:ext cx="345960" cy="89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B0EF0AD-B4FF-700D-0629-0B443E13AB9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06211" y="6292919"/>
                  <a:ext cx="363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D306B05-2A26-DD47-E377-626EBA881319}"/>
                    </a:ext>
                  </a:extLst>
                </p14:cNvPr>
                <p14:cNvContentPartPr/>
                <p14:nvPr/>
              </p14:nvContentPartPr>
              <p14:xfrm>
                <a:off x="6992931" y="6325319"/>
                <a:ext cx="103320" cy="37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D306B05-2A26-DD47-E377-626EBA88131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84291" y="6316679"/>
                  <a:ext cx="120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3A5E395-C4DC-290B-49EF-4078D4FD1755}"/>
                    </a:ext>
                  </a:extLst>
                </p14:cNvPr>
                <p14:cNvContentPartPr/>
                <p14:nvPr/>
              </p14:nvContentPartPr>
              <p14:xfrm>
                <a:off x="6874131" y="6260159"/>
                <a:ext cx="72720" cy="146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3A5E395-C4DC-290B-49EF-4078D4FD175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65131" y="6251519"/>
                  <a:ext cx="90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832080A-A7EC-4F81-F317-04293BDF534E}"/>
                    </a:ext>
                  </a:extLst>
                </p14:cNvPr>
                <p14:cNvContentPartPr/>
                <p14:nvPr/>
              </p14:nvContentPartPr>
              <p14:xfrm>
                <a:off x="7013451" y="6296159"/>
                <a:ext cx="243720" cy="110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832080A-A7EC-4F81-F317-04293BDF534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004811" y="6287159"/>
                  <a:ext cx="261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4D1C087-F446-89C0-838A-5E8D822297B9}"/>
                    </a:ext>
                  </a:extLst>
                </p14:cNvPr>
                <p14:cNvContentPartPr/>
                <p14:nvPr/>
              </p14:nvContentPartPr>
              <p14:xfrm>
                <a:off x="7180851" y="6101759"/>
                <a:ext cx="223200" cy="353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4D1C087-F446-89C0-838A-5E8D822297B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71851" y="6093119"/>
                  <a:ext cx="24084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11685A2-897F-786C-5692-7A406E120A1F}"/>
              </a:ext>
            </a:extLst>
          </p:cNvPr>
          <p:cNvGrpSpPr/>
          <p:nvPr/>
        </p:nvGrpSpPr>
        <p:grpSpPr>
          <a:xfrm>
            <a:off x="6785571" y="2864999"/>
            <a:ext cx="1210320" cy="159120"/>
            <a:chOff x="6785571" y="2864999"/>
            <a:chExt cx="121032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BBC9EA1-C49E-DD6D-186C-23FB777951B1}"/>
                    </a:ext>
                  </a:extLst>
                </p14:cNvPr>
                <p14:cNvContentPartPr/>
                <p14:nvPr/>
              </p14:nvContentPartPr>
              <p14:xfrm>
                <a:off x="6785571" y="2869319"/>
                <a:ext cx="211680" cy="141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BBC9EA1-C49E-DD6D-186C-23FB777951B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76931" y="2860679"/>
                  <a:ext cx="229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C42E807-B5A8-F34D-3EFF-1D8143F66BD7}"/>
                    </a:ext>
                  </a:extLst>
                </p14:cNvPr>
                <p14:cNvContentPartPr/>
                <p14:nvPr/>
              </p14:nvContentPartPr>
              <p14:xfrm>
                <a:off x="7015971" y="2890919"/>
                <a:ext cx="117360" cy="132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C42E807-B5A8-F34D-3EFF-1D8143F66BD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07331" y="2881919"/>
                  <a:ext cx="135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EBB24B-2411-3271-EA12-BF9EFC3C3EEE}"/>
                    </a:ext>
                  </a:extLst>
                </p14:cNvPr>
                <p14:cNvContentPartPr/>
                <p14:nvPr/>
              </p14:nvContentPartPr>
              <p14:xfrm>
                <a:off x="7161771" y="2864999"/>
                <a:ext cx="150480" cy="153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EBB24B-2411-3271-EA12-BF9EFC3C3EE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152771" y="2856359"/>
                  <a:ext cx="168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F213265-5EF4-A412-73D8-E374C3D55B3D}"/>
                    </a:ext>
                  </a:extLst>
                </p14:cNvPr>
                <p14:cNvContentPartPr/>
                <p14:nvPr/>
              </p14:nvContentPartPr>
              <p14:xfrm>
                <a:off x="7327731" y="2886599"/>
                <a:ext cx="668160" cy="137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F213265-5EF4-A412-73D8-E374C3D55B3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319091" y="2877599"/>
                  <a:ext cx="68580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BE16933-E863-D3B3-35A9-EB08B135F04E}"/>
              </a:ext>
            </a:extLst>
          </p:cNvPr>
          <p:cNvGrpSpPr/>
          <p:nvPr/>
        </p:nvGrpSpPr>
        <p:grpSpPr>
          <a:xfrm>
            <a:off x="8295051" y="2720999"/>
            <a:ext cx="727560" cy="383040"/>
            <a:chOff x="8295051" y="2720999"/>
            <a:chExt cx="72756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3A93315-A643-BEDA-B804-07712183EBAC}"/>
                    </a:ext>
                  </a:extLst>
                </p14:cNvPr>
                <p14:cNvContentPartPr/>
                <p14:nvPr/>
              </p14:nvContentPartPr>
              <p14:xfrm>
                <a:off x="8335371" y="2934839"/>
                <a:ext cx="31680" cy="71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3A93315-A643-BEDA-B804-07712183EBA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26731" y="2925839"/>
                  <a:ext cx="49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CE3501-0C4E-A8D4-BD41-54B012F0436E}"/>
                    </a:ext>
                  </a:extLst>
                </p14:cNvPr>
                <p14:cNvContentPartPr/>
                <p14:nvPr/>
              </p14:nvContentPartPr>
              <p14:xfrm>
                <a:off x="8295051" y="2797679"/>
                <a:ext cx="360" cy="9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CE3501-0C4E-A8D4-BD41-54B012F0436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286411" y="2789039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5102B56-1539-B37B-0E08-AB73AE12AC92}"/>
                    </a:ext>
                  </a:extLst>
                </p14:cNvPr>
                <p14:cNvContentPartPr/>
                <p14:nvPr/>
              </p14:nvContentPartPr>
              <p14:xfrm>
                <a:off x="8393691" y="2945639"/>
                <a:ext cx="122400" cy="52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5102B56-1539-B37B-0E08-AB73AE12AC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384691" y="2936639"/>
                  <a:ext cx="140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F3148DC-DB56-96F2-241D-DCC889F22510}"/>
                    </a:ext>
                  </a:extLst>
                </p14:cNvPr>
                <p14:cNvContentPartPr/>
                <p14:nvPr/>
              </p14:nvContentPartPr>
              <p14:xfrm>
                <a:off x="8580531" y="2900279"/>
                <a:ext cx="147240" cy="203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F3148DC-DB56-96F2-241D-DCC889F2251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71891" y="2891639"/>
                  <a:ext cx="164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4B81309-7B4D-78B3-489E-5ADB3507CD93}"/>
                    </a:ext>
                  </a:extLst>
                </p14:cNvPr>
                <p14:cNvContentPartPr/>
                <p14:nvPr/>
              </p14:nvContentPartPr>
              <p14:xfrm>
                <a:off x="8797611" y="2934839"/>
                <a:ext cx="137880" cy="77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4B81309-7B4D-78B3-489E-5ADB3507CD9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88971" y="2925839"/>
                  <a:ext cx="155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01DBF9C-7972-5C25-BAA6-1E76FAEFEB62}"/>
                    </a:ext>
                  </a:extLst>
                </p14:cNvPr>
                <p14:cNvContentPartPr/>
                <p14:nvPr/>
              </p14:nvContentPartPr>
              <p14:xfrm>
                <a:off x="8913891" y="2720999"/>
                <a:ext cx="108720" cy="255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01DBF9C-7972-5C25-BAA6-1E76FAEFEB6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904891" y="2712359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EAA5F97-F675-F42D-D55B-2B5F97536DA2}"/>
                    </a:ext>
                  </a:extLst>
                </p14:cNvPr>
                <p14:cNvContentPartPr/>
                <p14:nvPr/>
              </p14:nvContentPartPr>
              <p14:xfrm>
                <a:off x="8962491" y="2927999"/>
                <a:ext cx="39240" cy="1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EAA5F97-F675-F42D-D55B-2B5F97536DA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953491" y="2918999"/>
                  <a:ext cx="5688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D6824A3-35D8-59E6-2419-DF9F0C43AD99}"/>
              </a:ext>
            </a:extLst>
          </p:cNvPr>
          <p:cNvGrpSpPr/>
          <p:nvPr/>
        </p:nvGrpSpPr>
        <p:grpSpPr>
          <a:xfrm>
            <a:off x="9366411" y="2686079"/>
            <a:ext cx="861840" cy="372240"/>
            <a:chOff x="9366411" y="2686079"/>
            <a:chExt cx="86184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0E8C406-ADF4-9DF1-C261-413398748582}"/>
                    </a:ext>
                  </a:extLst>
                </p14:cNvPr>
                <p14:cNvContentPartPr/>
                <p14:nvPr/>
              </p14:nvContentPartPr>
              <p14:xfrm>
                <a:off x="9499611" y="2879759"/>
                <a:ext cx="196560" cy="126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0E8C406-ADF4-9DF1-C261-41339874858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490971" y="2871119"/>
                  <a:ext cx="214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8DE0944-4C24-B2CD-8FA7-75E1D0AB5DE0}"/>
                    </a:ext>
                  </a:extLst>
                </p14:cNvPr>
                <p14:cNvContentPartPr/>
                <p14:nvPr/>
              </p14:nvContentPartPr>
              <p14:xfrm>
                <a:off x="9533811" y="2890919"/>
                <a:ext cx="81360" cy="85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8DE0944-4C24-B2CD-8FA7-75E1D0AB5DE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524811" y="2881919"/>
                  <a:ext cx="99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592902C-AB63-F642-9A92-C2D81AC71F48}"/>
                    </a:ext>
                  </a:extLst>
                </p14:cNvPr>
                <p14:cNvContentPartPr/>
                <p14:nvPr/>
              </p14:nvContentPartPr>
              <p14:xfrm>
                <a:off x="9701571" y="2750519"/>
                <a:ext cx="137520" cy="244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592902C-AB63-F642-9A92-C2D81AC71F4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92931" y="2741519"/>
                  <a:ext cx="155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8BFEA13-813B-DAFF-2EE7-DBDE854CEE97}"/>
                    </a:ext>
                  </a:extLst>
                </p14:cNvPr>
                <p14:cNvContentPartPr/>
                <p14:nvPr/>
              </p14:nvContentPartPr>
              <p14:xfrm>
                <a:off x="9828291" y="2918279"/>
                <a:ext cx="181800" cy="87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8BFEA13-813B-DAFF-2EE7-DBDE854CEE9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819291" y="2909279"/>
                  <a:ext cx="199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02404C4-DF2C-CEDB-BF7F-DCF92B4FBF31}"/>
                    </a:ext>
                  </a:extLst>
                </p14:cNvPr>
                <p14:cNvContentPartPr/>
                <p14:nvPr/>
              </p14:nvContentPartPr>
              <p14:xfrm>
                <a:off x="9959691" y="2764199"/>
                <a:ext cx="156960" cy="248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02404C4-DF2C-CEDB-BF7F-DCF92B4FBF3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950691" y="2755199"/>
                  <a:ext cx="174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E37EC6E-F3F4-F04A-66E5-CFCA397DBB2C}"/>
                    </a:ext>
                  </a:extLst>
                </p14:cNvPr>
                <p14:cNvContentPartPr/>
                <p14:nvPr/>
              </p14:nvContentPartPr>
              <p14:xfrm>
                <a:off x="10183251" y="2686079"/>
                <a:ext cx="45000" cy="369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E37EC6E-F3F4-F04A-66E5-CFCA397DBB2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74251" y="2677079"/>
                  <a:ext cx="626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F68F497-41F8-9B9F-1994-4CD5AA887B79}"/>
                    </a:ext>
                  </a:extLst>
                </p14:cNvPr>
                <p14:cNvContentPartPr/>
                <p14:nvPr/>
              </p14:nvContentPartPr>
              <p14:xfrm>
                <a:off x="9366411" y="2754119"/>
                <a:ext cx="101160" cy="304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F68F497-41F8-9B9F-1994-4CD5AA887B7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57411" y="2745479"/>
                  <a:ext cx="11880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AB470081-A4BF-A59A-97A1-D6CE76309729}"/>
              </a:ext>
            </a:extLst>
          </p:cNvPr>
          <p:cNvGrpSpPr/>
          <p:nvPr/>
        </p:nvGrpSpPr>
        <p:grpSpPr>
          <a:xfrm>
            <a:off x="10403211" y="2784359"/>
            <a:ext cx="815760" cy="270720"/>
            <a:chOff x="10403211" y="2784359"/>
            <a:chExt cx="81576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F20F4B4-E12D-B3AB-77E0-648700F20949}"/>
                    </a:ext>
                  </a:extLst>
                </p14:cNvPr>
                <p14:cNvContentPartPr/>
                <p14:nvPr/>
              </p14:nvContentPartPr>
              <p14:xfrm>
                <a:off x="10422651" y="2825039"/>
                <a:ext cx="222120" cy="125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F20F4B4-E12D-B3AB-77E0-648700F2094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414011" y="2816399"/>
                  <a:ext cx="239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B1DE5D9-DB9B-C428-A5F8-443DCAE4F59F}"/>
                    </a:ext>
                  </a:extLst>
                </p14:cNvPr>
                <p14:cNvContentPartPr/>
                <p14:nvPr/>
              </p14:nvContentPartPr>
              <p14:xfrm>
                <a:off x="10403211" y="2951039"/>
                <a:ext cx="152640" cy="49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B1DE5D9-DB9B-C428-A5F8-443DCAE4F5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394211" y="2942399"/>
                  <a:ext cx="170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B53E432-3ED3-788A-7538-E60A3B5ED27F}"/>
                    </a:ext>
                  </a:extLst>
                </p14:cNvPr>
                <p14:cNvContentPartPr/>
                <p14:nvPr/>
              </p14:nvContentPartPr>
              <p14:xfrm>
                <a:off x="10837011" y="2863559"/>
                <a:ext cx="48600" cy="119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B53E432-3ED3-788A-7538-E60A3B5ED27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828371" y="2854559"/>
                  <a:ext cx="66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08DB07B-73DC-1BEA-C2AB-EE112920BD24}"/>
                    </a:ext>
                  </a:extLst>
                </p14:cNvPr>
                <p14:cNvContentPartPr/>
                <p14:nvPr/>
              </p14:nvContentPartPr>
              <p14:xfrm>
                <a:off x="10780851" y="2784359"/>
                <a:ext cx="217080" cy="208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08DB07B-73DC-1BEA-C2AB-EE112920BD2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72211" y="2775359"/>
                  <a:ext cx="234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F720023-F579-10E4-08CC-496B9D438033}"/>
                    </a:ext>
                  </a:extLst>
                </p14:cNvPr>
                <p14:cNvContentPartPr/>
                <p14:nvPr/>
              </p14:nvContentPartPr>
              <p14:xfrm>
                <a:off x="11071011" y="2956079"/>
                <a:ext cx="147960" cy="928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F720023-F579-10E4-08CC-496B9D43803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062371" y="2947439"/>
                  <a:ext cx="165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EA4A91C-ADFE-BB7E-EE9C-974E2FB34746}"/>
                    </a:ext>
                  </a:extLst>
                </p14:cNvPr>
                <p14:cNvContentPartPr/>
                <p14:nvPr/>
              </p14:nvContentPartPr>
              <p14:xfrm>
                <a:off x="11107011" y="2972999"/>
                <a:ext cx="84960" cy="82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EA4A91C-ADFE-BB7E-EE9C-974E2FB3474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098371" y="2963999"/>
                  <a:ext cx="1026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4873CAE-53FD-29B5-D8C6-165A68F49707}"/>
              </a:ext>
            </a:extLst>
          </p:cNvPr>
          <p:cNvGrpSpPr/>
          <p:nvPr/>
        </p:nvGrpSpPr>
        <p:grpSpPr>
          <a:xfrm>
            <a:off x="6198051" y="3257759"/>
            <a:ext cx="1736280" cy="199080"/>
            <a:chOff x="6198051" y="3257759"/>
            <a:chExt cx="17362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B0FD9A1-9CD0-C85D-1E3E-5A48D64F0985}"/>
                    </a:ext>
                  </a:extLst>
                </p14:cNvPr>
                <p14:cNvContentPartPr/>
                <p14:nvPr/>
              </p14:nvContentPartPr>
              <p14:xfrm>
                <a:off x="6274371" y="3317879"/>
                <a:ext cx="9720" cy="96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B0FD9A1-9CD0-C85D-1E3E-5A48D64F098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265731" y="3309239"/>
                  <a:ext cx="27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2107692-C24B-F3A1-C614-A10C90D2F2CB}"/>
                    </a:ext>
                  </a:extLst>
                </p14:cNvPr>
                <p14:cNvContentPartPr/>
                <p14:nvPr/>
              </p14:nvContentPartPr>
              <p14:xfrm>
                <a:off x="6198051" y="3286199"/>
                <a:ext cx="210240" cy="164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2107692-C24B-F3A1-C614-A10C90D2F2C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189051" y="3277559"/>
                  <a:ext cx="227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C79B94E-FD01-AFFA-673E-A633B33E7C0B}"/>
                    </a:ext>
                  </a:extLst>
                </p14:cNvPr>
                <p14:cNvContentPartPr/>
                <p14:nvPr/>
              </p14:nvContentPartPr>
              <p14:xfrm>
                <a:off x="6461211" y="3361799"/>
                <a:ext cx="25920" cy="65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C79B94E-FD01-AFFA-673E-A633B33E7C0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452571" y="3352799"/>
                  <a:ext cx="43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4BA7891-A57A-8DCC-140A-BAC151556A1B}"/>
                    </a:ext>
                  </a:extLst>
                </p14:cNvPr>
                <p14:cNvContentPartPr/>
                <p14:nvPr/>
              </p14:nvContentPartPr>
              <p14:xfrm>
                <a:off x="6547971" y="3290159"/>
                <a:ext cx="154080" cy="159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4BA7891-A57A-8DCC-140A-BAC151556A1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538971" y="3281159"/>
                  <a:ext cx="171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342607F-04BD-9EDC-5D7F-BE114D1139EE}"/>
                    </a:ext>
                  </a:extLst>
                </p14:cNvPr>
                <p14:cNvContentPartPr/>
                <p14:nvPr/>
              </p14:nvContentPartPr>
              <p14:xfrm>
                <a:off x="6746691" y="3356759"/>
                <a:ext cx="135720" cy="82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342607F-04BD-9EDC-5D7F-BE114D1139E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737691" y="3347759"/>
                  <a:ext cx="153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B0CD337-8259-A50A-E564-55B5B9DD577B}"/>
                    </a:ext>
                  </a:extLst>
                </p14:cNvPr>
                <p14:cNvContentPartPr/>
                <p14:nvPr/>
              </p14:nvContentPartPr>
              <p14:xfrm>
                <a:off x="7080051" y="3307079"/>
                <a:ext cx="143280" cy="138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B0CD337-8259-A50A-E564-55B5B9DD577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71411" y="3298439"/>
                  <a:ext cx="160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DA0F0D4-270B-1FBE-141A-6CFEBFEE4948}"/>
                    </a:ext>
                  </a:extLst>
                </p14:cNvPr>
                <p14:cNvContentPartPr/>
                <p14:nvPr/>
              </p14:nvContentPartPr>
              <p14:xfrm>
                <a:off x="7227291" y="3279719"/>
                <a:ext cx="73080" cy="164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DA0F0D4-270B-1FBE-141A-6CFEBFEE494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218651" y="3270719"/>
                  <a:ext cx="90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797C8CF-2891-FAA3-2793-A26082B95B2A}"/>
                    </a:ext>
                  </a:extLst>
                </p14:cNvPr>
                <p14:cNvContentPartPr/>
                <p14:nvPr/>
              </p14:nvContentPartPr>
              <p14:xfrm>
                <a:off x="7200651" y="3365399"/>
                <a:ext cx="125640" cy="24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797C8CF-2891-FAA3-2793-A26082B95B2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191651" y="3356759"/>
                  <a:ext cx="143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4B68CA-1FEC-87C0-3195-152A4A7CDA05}"/>
                    </a:ext>
                  </a:extLst>
                </p14:cNvPr>
                <p14:cNvContentPartPr/>
                <p14:nvPr/>
              </p14:nvContentPartPr>
              <p14:xfrm>
                <a:off x="7395411" y="3374399"/>
                <a:ext cx="109800" cy="82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4B68CA-1FEC-87C0-3195-152A4A7CDA0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386411" y="3365399"/>
                  <a:ext cx="127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39ED11E-BA4A-3AC8-2E65-168B24B20709}"/>
                    </a:ext>
                  </a:extLst>
                </p14:cNvPr>
                <p14:cNvContentPartPr/>
                <p14:nvPr/>
              </p14:nvContentPartPr>
              <p14:xfrm>
                <a:off x="7523211" y="3257759"/>
                <a:ext cx="119520" cy="177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39ED11E-BA4A-3AC8-2E65-168B24B2070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14211" y="3248759"/>
                  <a:ext cx="137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BA29FFB-515A-63D4-72A3-A1D06671BB20}"/>
                    </a:ext>
                  </a:extLst>
                </p14:cNvPr>
                <p14:cNvContentPartPr/>
                <p14:nvPr/>
              </p14:nvContentPartPr>
              <p14:xfrm>
                <a:off x="7692771" y="3272879"/>
                <a:ext cx="241560" cy="176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BA29FFB-515A-63D4-72A3-A1D06671BB2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84131" y="3264239"/>
                  <a:ext cx="25920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C590ECBD-7133-8ED1-83D8-D47179C6120F}"/>
              </a:ext>
            </a:extLst>
          </p:cNvPr>
          <p:cNvGrpSpPr/>
          <p:nvPr/>
        </p:nvGrpSpPr>
        <p:grpSpPr>
          <a:xfrm>
            <a:off x="8170131" y="3339839"/>
            <a:ext cx="451440" cy="117360"/>
            <a:chOff x="8170131" y="3339839"/>
            <a:chExt cx="451440" cy="11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58B98CF-206F-70F7-5A27-4F0B1A798475}"/>
                    </a:ext>
                  </a:extLst>
                </p14:cNvPr>
                <p14:cNvContentPartPr/>
                <p14:nvPr/>
              </p14:nvContentPartPr>
              <p14:xfrm>
                <a:off x="8170131" y="3345599"/>
                <a:ext cx="246960" cy="1116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58B98CF-206F-70F7-5A27-4F0B1A79847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61491" y="3336599"/>
                  <a:ext cx="2646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F281B82-22AC-3B90-CEA9-24962AAC55F5}"/>
                    </a:ext>
                  </a:extLst>
                </p14:cNvPr>
                <p14:cNvContentPartPr/>
                <p14:nvPr/>
              </p14:nvContentPartPr>
              <p14:xfrm>
                <a:off x="8475771" y="3339839"/>
                <a:ext cx="145800" cy="1058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F281B82-22AC-3B90-CEA9-24962AAC55F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467131" y="3330839"/>
                  <a:ext cx="16344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AF42D3BD-6B58-3DB0-830C-02C2AEFA31A6}"/>
              </a:ext>
            </a:extLst>
          </p:cNvPr>
          <p:cNvGrpSpPr/>
          <p:nvPr/>
        </p:nvGrpSpPr>
        <p:grpSpPr>
          <a:xfrm>
            <a:off x="8864571" y="3207719"/>
            <a:ext cx="630360" cy="264240"/>
            <a:chOff x="8864571" y="3207719"/>
            <a:chExt cx="63036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879255C-EFE3-0D82-4BCD-C0573663372C}"/>
                    </a:ext>
                  </a:extLst>
                </p14:cNvPr>
                <p14:cNvContentPartPr/>
                <p14:nvPr/>
              </p14:nvContentPartPr>
              <p14:xfrm>
                <a:off x="8864571" y="3367919"/>
                <a:ext cx="449280" cy="104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879255C-EFE3-0D82-4BCD-C0573663372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55931" y="3358919"/>
                  <a:ext cx="466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82BBE38-C946-C333-A2DC-1E145575D8A1}"/>
                    </a:ext>
                  </a:extLst>
                </p14:cNvPr>
                <p14:cNvContentPartPr/>
                <p14:nvPr/>
              </p14:nvContentPartPr>
              <p14:xfrm>
                <a:off x="9362811" y="3207719"/>
                <a:ext cx="132120" cy="245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82BBE38-C946-C333-A2DC-1E145575D8A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353811" y="3199079"/>
                  <a:ext cx="1497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0DAB0F7-EA3F-4D88-70DB-2B48D1EDF3C7}"/>
              </a:ext>
            </a:extLst>
          </p:cNvPr>
          <p:cNvGrpSpPr/>
          <p:nvPr/>
        </p:nvGrpSpPr>
        <p:grpSpPr>
          <a:xfrm>
            <a:off x="6690531" y="3658439"/>
            <a:ext cx="965160" cy="388080"/>
            <a:chOff x="6690531" y="3658439"/>
            <a:chExt cx="96516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AD07DB3-50E6-8DBF-E6B4-4815F1D3F545}"/>
                    </a:ext>
                  </a:extLst>
                </p14:cNvPr>
                <p14:cNvContentPartPr/>
                <p14:nvPr/>
              </p14:nvContentPartPr>
              <p14:xfrm>
                <a:off x="6937131" y="3759959"/>
                <a:ext cx="171000" cy="2865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AD07DB3-50E6-8DBF-E6B4-4815F1D3F54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928131" y="3751319"/>
                  <a:ext cx="188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39D87E0-42CE-B3BC-0782-50E6CA15ABA0}"/>
                    </a:ext>
                  </a:extLst>
                </p14:cNvPr>
                <p14:cNvContentPartPr/>
                <p14:nvPr/>
              </p14:nvContentPartPr>
              <p14:xfrm>
                <a:off x="6881691" y="3774719"/>
                <a:ext cx="137880" cy="101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39D87E0-42CE-B3BC-0782-50E6CA15ABA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873051" y="3766079"/>
                  <a:ext cx="155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E2E55A5-0CD3-75B9-7E67-C459E04E4E44}"/>
                    </a:ext>
                  </a:extLst>
                </p14:cNvPr>
                <p14:cNvContentPartPr/>
                <p14:nvPr/>
              </p14:nvContentPartPr>
              <p14:xfrm>
                <a:off x="7084371" y="3658439"/>
                <a:ext cx="133920" cy="247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E2E55A5-0CD3-75B9-7E67-C459E04E4E4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075371" y="3649439"/>
                  <a:ext cx="1515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35AF69A-7289-29B4-5BFC-074CD4DDC4B5}"/>
                    </a:ext>
                  </a:extLst>
                </p14:cNvPr>
                <p14:cNvContentPartPr/>
                <p14:nvPr/>
              </p14:nvContentPartPr>
              <p14:xfrm>
                <a:off x="7227291" y="3817559"/>
                <a:ext cx="177120" cy="63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35AF69A-7289-29B4-5BFC-074CD4DDC4B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218651" y="3808919"/>
                  <a:ext cx="194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F16F273-591B-BBC1-5915-FDC040FDFBBB}"/>
                    </a:ext>
                  </a:extLst>
                </p14:cNvPr>
                <p14:cNvContentPartPr/>
                <p14:nvPr/>
              </p14:nvContentPartPr>
              <p14:xfrm>
                <a:off x="7364451" y="3704879"/>
                <a:ext cx="116280" cy="227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F16F273-591B-BBC1-5915-FDC040FDFBB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355451" y="3695879"/>
                  <a:ext cx="133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D3F5AB5-C5FA-68D4-96BD-D8D5A262CC9A}"/>
                    </a:ext>
                  </a:extLst>
                </p14:cNvPr>
                <p14:cNvContentPartPr/>
                <p14:nvPr/>
              </p14:nvContentPartPr>
              <p14:xfrm>
                <a:off x="7605291" y="3717479"/>
                <a:ext cx="50400" cy="222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D3F5AB5-C5FA-68D4-96BD-D8D5A262CC9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596291" y="3708839"/>
                  <a:ext cx="68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C5D1611-217C-803C-404D-8C541255739D}"/>
                    </a:ext>
                  </a:extLst>
                </p14:cNvPr>
                <p14:cNvContentPartPr/>
                <p14:nvPr/>
              </p14:nvContentPartPr>
              <p14:xfrm>
                <a:off x="6690531" y="3678959"/>
                <a:ext cx="81000" cy="3405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C5D1611-217C-803C-404D-8C541255739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681891" y="3669959"/>
                  <a:ext cx="9864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CCCAB10-056C-4579-035A-8CAB1116A456}"/>
              </a:ext>
            </a:extLst>
          </p:cNvPr>
          <p:cNvGrpSpPr/>
          <p:nvPr/>
        </p:nvGrpSpPr>
        <p:grpSpPr>
          <a:xfrm>
            <a:off x="7923171" y="3710639"/>
            <a:ext cx="685440" cy="496440"/>
            <a:chOff x="7923171" y="3710639"/>
            <a:chExt cx="685440" cy="4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619F549-77A7-77A9-562C-4087CC9C24B9}"/>
                    </a:ext>
                  </a:extLst>
                </p14:cNvPr>
                <p14:cNvContentPartPr/>
                <p14:nvPr/>
              </p14:nvContentPartPr>
              <p14:xfrm>
                <a:off x="8021451" y="3770039"/>
                <a:ext cx="13320" cy="13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619F549-77A7-77A9-562C-4087CC9C24B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012451" y="3761399"/>
                  <a:ext cx="30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5056FCE-21FB-A17C-2618-069235D738C9}"/>
                    </a:ext>
                  </a:extLst>
                </p14:cNvPr>
                <p14:cNvContentPartPr/>
                <p14:nvPr/>
              </p14:nvContentPartPr>
              <p14:xfrm>
                <a:off x="7923171" y="3799559"/>
                <a:ext cx="122040" cy="6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5056FCE-21FB-A17C-2618-069235D738C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914171" y="3790559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7FE0568-8A17-B57D-DE76-282ED2EA108C}"/>
                    </a:ext>
                  </a:extLst>
                </p14:cNvPr>
                <p14:cNvContentPartPr/>
                <p14:nvPr/>
              </p14:nvContentPartPr>
              <p14:xfrm>
                <a:off x="7930731" y="3876239"/>
                <a:ext cx="86760" cy="6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7FE0568-8A17-B57D-DE76-282ED2EA108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922091" y="3867239"/>
                  <a:ext cx="104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5DB73E6-A8BF-4EA0-245B-B18DB6F74A5C}"/>
                    </a:ext>
                  </a:extLst>
                </p14:cNvPr>
                <p14:cNvContentPartPr/>
                <p14:nvPr/>
              </p14:nvContentPartPr>
              <p14:xfrm>
                <a:off x="8229891" y="3710639"/>
                <a:ext cx="378720" cy="229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5DB73E6-A8BF-4EA0-245B-B18DB6F74A5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220891" y="3701999"/>
                  <a:ext cx="3963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7E36F51-9D99-E848-B117-4BEA3EDBA503}"/>
                    </a:ext>
                  </a:extLst>
                </p14:cNvPr>
                <p14:cNvContentPartPr/>
                <p14:nvPr/>
              </p14:nvContentPartPr>
              <p14:xfrm>
                <a:off x="8343651" y="4016999"/>
                <a:ext cx="27360" cy="190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7E36F51-9D99-E848-B117-4BEA3EDBA50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335011" y="4007999"/>
                  <a:ext cx="45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203850F-CC21-D3C1-8ADC-F3D77BB79E9C}"/>
                    </a:ext>
                  </a:extLst>
                </p14:cNvPr>
                <p14:cNvContentPartPr/>
                <p14:nvPr/>
              </p14:nvContentPartPr>
              <p14:xfrm>
                <a:off x="8376771" y="4117439"/>
                <a:ext cx="115200" cy="66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203850F-CC21-D3C1-8ADC-F3D77BB79E9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367771" y="4108439"/>
                  <a:ext cx="1328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F0A1EA06-C7B6-CFEA-EED6-CB0A9662E312}"/>
              </a:ext>
            </a:extLst>
          </p:cNvPr>
          <p:cNvGrpSpPr/>
          <p:nvPr/>
        </p:nvGrpSpPr>
        <p:grpSpPr>
          <a:xfrm>
            <a:off x="8667291" y="3668519"/>
            <a:ext cx="910080" cy="308880"/>
            <a:chOff x="8667291" y="3668519"/>
            <a:chExt cx="91008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14B8534-499D-0D3E-52C9-8CA21DC11EBE}"/>
                    </a:ext>
                  </a:extLst>
                </p14:cNvPr>
                <p14:cNvContentPartPr/>
                <p14:nvPr/>
              </p14:nvContentPartPr>
              <p14:xfrm>
                <a:off x="8771331" y="3804959"/>
                <a:ext cx="171000" cy="1260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14B8534-499D-0D3E-52C9-8CA21DC11EB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762691" y="3796319"/>
                  <a:ext cx="188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04D8061-CD62-74FF-C06D-95784396DC29}"/>
                    </a:ext>
                  </a:extLst>
                </p14:cNvPr>
                <p14:cNvContentPartPr/>
                <p14:nvPr/>
              </p14:nvContentPartPr>
              <p14:xfrm>
                <a:off x="8832531" y="3852479"/>
                <a:ext cx="81720" cy="68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04D8061-CD62-74FF-C06D-95784396DC2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823531" y="3843839"/>
                  <a:ext cx="99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9AFD494-4EE7-1FA4-3D6A-C81C5E5C4221}"/>
                    </a:ext>
                  </a:extLst>
                </p14:cNvPr>
                <p14:cNvContentPartPr/>
                <p14:nvPr/>
              </p14:nvContentPartPr>
              <p14:xfrm>
                <a:off x="8994531" y="3727919"/>
                <a:ext cx="102960" cy="191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9AFD494-4EE7-1FA4-3D6A-C81C5E5C422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985891" y="3719279"/>
                  <a:ext cx="120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B3AD7A3-C1F6-E1BC-C730-9C13037CD089}"/>
                    </a:ext>
                  </a:extLst>
                </p14:cNvPr>
                <p14:cNvContentPartPr/>
                <p14:nvPr/>
              </p14:nvContentPartPr>
              <p14:xfrm>
                <a:off x="9140331" y="3734039"/>
                <a:ext cx="35640" cy="1652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B3AD7A3-C1F6-E1BC-C730-9C13037CD08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31691" y="3725399"/>
                  <a:ext cx="53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9BD70A8-5C84-EEB9-7D71-CEF50C807A3A}"/>
                    </a:ext>
                  </a:extLst>
                </p14:cNvPr>
                <p14:cNvContentPartPr/>
                <p14:nvPr/>
              </p14:nvContentPartPr>
              <p14:xfrm>
                <a:off x="9192891" y="3843479"/>
                <a:ext cx="96480" cy="66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9BD70A8-5C84-EEB9-7D71-CEF50C807A3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184251" y="3834839"/>
                  <a:ext cx="114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A505CD4-FE5B-7616-63B9-CEF2215B2501}"/>
                    </a:ext>
                  </a:extLst>
                </p14:cNvPr>
                <p14:cNvContentPartPr/>
                <p14:nvPr/>
              </p14:nvContentPartPr>
              <p14:xfrm>
                <a:off x="9264171" y="3676439"/>
                <a:ext cx="140400" cy="288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A505CD4-FE5B-7616-63B9-CEF2215B250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255531" y="3667799"/>
                  <a:ext cx="1580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0A47009-07A6-654D-83F8-DECD0038E357}"/>
                    </a:ext>
                  </a:extLst>
                </p14:cNvPr>
                <p14:cNvContentPartPr/>
                <p14:nvPr/>
              </p14:nvContentPartPr>
              <p14:xfrm>
                <a:off x="9554691" y="3668519"/>
                <a:ext cx="22680" cy="281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0A47009-07A6-654D-83F8-DECD0038E35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545691" y="3659519"/>
                  <a:ext cx="403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36941ED-52C9-7B01-6ECB-3C0E7C24EA5A}"/>
                    </a:ext>
                  </a:extLst>
                </p14:cNvPr>
                <p14:cNvContentPartPr/>
                <p14:nvPr/>
              </p14:nvContentPartPr>
              <p14:xfrm>
                <a:off x="8667291" y="3698759"/>
                <a:ext cx="44640" cy="278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36941ED-52C9-7B01-6ECB-3C0E7C24EA5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658651" y="3689759"/>
                  <a:ext cx="6228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2830116-44D3-366B-D10B-D9573AEC4C70}"/>
              </a:ext>
            </a:extLst>
          </p:cNvPr>
          <p:cNvGrpSpPr/>
          <p:nvPr/>
        </p:nvGrpSpPr>
        <p:grpSpPr>
          <a:xfrm>
            <a:off x="9653691" y="3621359"/>
            <a:ext cx="1434600" cy="402480"/>
            <a:chOff x="9653691" y="3621359"/>
            <a:chExt cx="143460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8A12256-4F4C-B0CC-F506-C94DF1131E77}"/>
                    </a:ext>
                  </a:extLst>
                </p14:cNvPr>
                <p14:cNvContentPartPr/>
                <p14:nvPr/>
              </p14:nvContentPartPr>
              <p14:xfrm>
                <a:off x="9653691" y="3650879"/>
                <a:ext cx="49320" cy="264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8A12256-4F4C-B0CC-F506-C94DF1131E7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45051" y="3642239"/>
                  <a:ext cx="66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910B45E-014B-2B1C-359A-226048A05EEC}"/>
                    </a:ext>
                  </a:extLst>
                </p14:cNvPr>
                <p14:cNvContentPartPr/>
                <p14:nvPr/>
              </p14:nvContentPartPr>
              <p14:xfrm>
                <a:off x="9769971" y="3696599"/>
                <a:ext cx="167400" cy="2149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910B45E-014B-2B1C-359A-226048A05EE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760971" y="3687959"/>
                  <a:ext cx="185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AC6E64B-BB79-A3FF-2630-F4BA551F95C1}"/>
                    </a:ext>
                  </a:extLst>
                </p14:cNvPr>
                <p14:cNvContentPartPr/>
                <p14:nvPr/>
              </p14:nvContentPartPr>
              <p14:xfrm>
                <a:off x="9990291" y="3703799"/>
                <a:ext cx="146520" cy="234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AC6E64B-BB79-A3FF-2630-F4BA551F95C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81291" y="3695159"/>
                  <a:ext cx="164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73F4707-FEAE-392D-8830-55D3B4EDD13A}"/>
                    </a:ext>
                  </a:extLst>
                </p14:cNvPr>
                <p14:cNvContentPartPr/>
                <p14:nvPr/>
              </p14:nvContentPartPr>
              <p14:xfrm>
                <a:off x="10140411" y="3838079"/>
                <a:ext cx="186120" cy="666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73F4707-FEAE-392D-8830-55D3B4EDD13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131411" y="3829439"/>
                  <a:ext cx="203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763F6B6-341F-97D3-3C07-5FF15ECBC757}"/>
                    </a:ext>
                  </a:extLst>
                </p14:cNvPr>
                <p14:cNvContentPartPr/>
                <p14:nvPr/>
              </p14:nvContentPartPr>
              <p14:xfrm>
                <a:off x="10397451" y="3828359"/>
                <a:ext cx="93600" cy="15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763F6B6-341F-97D3-3C07-5FF15ECBC75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88811" y="3819359"/>
                  <a:ext cx="111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BA0434A-2EC9-578A-2DE4-F7A83CC93785}"/>
                    </a:ext>
                  </a:extLst>
                </p14:cNvPr>
                <p14:cNvContentPartPr/>
                <p14:nvPr/>
              </p14:nvContentPartPr>
              <p14:xfrm>
                <a:off x="10565211" y="3695159"/>
                <a:ext cx="39960" cy="1890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BA0434A-2EC9-578A-2DE4-F7A83CC9378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556571" y="3686519"/>
                  <a:ext cx="57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01404F0-5D95-5C38-1E75-A620E808C5FF}"/>
                    </a:ext>
                  </a:extLst>
                </p14:cNvPr>
                <p14:cNvContentPartPr/>
                <p14:nvPr/>
              </p14:nvContentPartPr>
              <p14:xfrm>
                <a:off x="10639011" y="3832679"/>
                <a:ext cx="129240" cy="61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01404F0-5D95-5C38-1E75-A620E808C5F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630011" y="3823679"/>
                  <a:ext cx="146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890D5D5-0E26-85C9-23F5-DC1194863F10}"/>
                    </a:ext>
                  </a:extLst>
                </p14:cNvPr>
                <p14:cNvContentPartPr/>
                <p14:nvPr/>
              </p14:nvContentPartPr>
              <p14:xfrm>
                <a:off x="10737291" y="3663119"/>
                <a:ext cx="153720" cy="2905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890D5D5-0E26-85C9-23F5-DC1194863F1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728291" y="3654479"/>
                  <a:ext cx="171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2CC760C-8F94-F1C2-B5C9-A9EF217C24F5}"/>
                    </a:ext>
                  </a:extLst>
                </p14:cNvPr>
                <p14:cNvContentPartPr/>
                <p14:nvPr/>
              </p14:nvContentPartPr>
              <p14:xfrm>
                <a:off x="11038251" y="3621359"/>
                <a:ext cx="50040" cy="402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2CC760C-8F94-F1C2-B5C9-A9EF217C24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29251" y="3612359"/>
                  <a:ext cx="6768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42CE3CC-E2E5-B6DC-A5F6-C5B3DD50F598}"/>
              </a:ext>
            </a:extLst>
          </p:cNvPr>
          <p:cNvGrpSpPr/>
          <p:nvPr/>
        </p:nvGrpSpPr>
        <p:grpSpPr>
          <a:xfrm>
            <a:off x="11268291" y="3717119"/>
            <a:ext cx="673920" cy="482760"/>
            <a:chOff x="11268291" y="3717119"/>
            <a:chExt cx="67392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02362C9-26CA-7A1D-88F0-F111968D1104}"/>
                    </a:ext>
                  </a:extLst>
                </p14:cNvPr>
                <p14:cNvContentPartPr/>
                <p14:nvPr/>
              </p14:nvContentPartPr>
              <p14:xfrm>
                <a:off x="11272251" y="3721439"/>
                <a:ext cx="153000" cy="136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02362C9-26CA-7A1D-88F0-F111968D110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263611" y="3712799"/>
                  <a:ext cx="170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E8269AB-FAC0-7E91-F947-99DE69112549}"/>
                    </a:ext>
                  </a:extLst>
                </p14:cNvPr>
                <p14:cNvContentPartPr/>
                <p14:nvPr/>
              </p14:nvContentPartPr>
              <p14:xfrm>
                <a:off x="11268291" y="3887399"/>
                <a:ext cx="170280" cy="291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E8269AB-FAC0-7E91-F947-99DE6911254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259651" y="3878399"/>
                  <a:ext cx="187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58636BE-42CF-B7A8-B218-BC7EBCF56B7F}"/>
                    </a:ext>
                  </a:extLst>
                </p14:cNvPr>
                <p14:cNvContentPartPr/>
                <p14:nvPr/>
              </p14:nvContentPartPr>
              <p14:xfrm>
                <a:off x="11618571" y="3763559"/>
                <a:ext cx="17640" cy="1443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58636BE-42CF-B7A8-B218-BC7EBCF56B7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609571" y="3754919"/>
                  <a:ext cx="35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60A6B5E-059D-7C43-8F5B-79BC73FF95FD}"/>
                    </a:ext>
                  </a:extLst>
                </p14:cNvPr>
                <p14:cNvContentPartPr/>
                <p14:nvPr/>
              </p14:nvContentPartPr>
              <p14:xfrm>
                <a:off x="11563851" y="3717119"/>
                <a:ext cx="189360" cy="216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60A6B5E-059D-7C43-8F5B-79BC73FF95F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555211" y="3708119"/>
                  <a:ext cx="207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A198E5D-FEA7-B63C-6EDE-C723F90963BE}"/>
                    </a:ext>
                  </a:extLst>
                </p14:cNvPr>
                <p14:cNvContentPartPr/>
                <p14:nvPr/>
              </p14:nvContentPartPr>
              <p14:xfrm>
                <a:off x="11837811" y="3935999"/>
                <a:ext cx="104400" cy="263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A198E5D-FEA7-B63C-6EDE-C723F90963B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828811" y="3927359"/>
                  <a:ext cx="12204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863FFAC-964B-E548-77FD-836687979846}"/>
              </a:ext>
            </a:extLst>
          </p:cNvPr>
          <p:cNvGrpSpPr/>
          <p:nvPr/>
        </p:nvGrpSpPr>
        <p:grpSpPr>
          <a:xfrm>
            <a:off x="10726131" y="4228679"/>
            <a:ext cx="1035360" cy="399240"/>
            <a:chOff x="10726131" y="4228679"/>
            <a:chExt cx="103536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4D86941-19EC-C47C-003D-B9101226944F}"/>
                    </a:ext>
                  </a:extLst>
                </p14:cNvPr>
                <p14:cNvContentPartPr/>
                <p14:nvPr/>
              </p14:nvContentPartPr>
              <p14:xfrm>
                <a:off x="10779411" y="4248839"/>
                <a:ext cx="35640" cy="169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4D86941-19EC-C47C-003D-B9101226944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770771" y="4239839"/>
                  <a:ext cx="53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9980430-4660-183D-B80D-FF0EF6248DBB}"/>
                    </a:ext>
                  </a:extLst>
                </p14:cNvPr>
                <p14:cNvContentPartPr/>
                <p14:nvPr/>
              </p14:nvContentPartPr>
              <p14:xfrm>
                <a:off x="10726131" y="4228679"/>
                <a:ext cx="223200" cy="1900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9980430-4660-183D-B80D-FF0EF6248DB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17491" y="4220039"/>
                  <a:ext cx="240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D4B48CF-7D84-A777-905C-B82EAD044DF9}"/>
                    </a:ext>
                  </a:extLst>
                </p14:cNvPr>
                <p14:cNvContentPartPr/>
                <p14:nvPr/>
              </p14:nvContentPartPr>
              <p14:xfrm>
                <a:off x="10988931" y="4407599"/>
                <a:ext cx="130680" cy="220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D4B48CF-7D84-A777-905C-B82EAD044DF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980291" y="4398599"/>
                  <a:ext cx="148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B30A324-F8D5-D1CE-57EF-EE27D8DF5C2A}"/>
                    </a:ext>
                  </a:extLst>
                </p14:cNvPr>
                <p14:cNvContentPartPr/>
                <p14:nvPr/>
              </p14:nvContentPartPr>
              <p14:xfrm>
                <a:off x="11244891" y="4275479"/>
                <a:ext cx="175320" cy="1072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B30A324-F8D5-D1CE-57EF-EE27D8DF5C2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235891" y="4266839"/>
                  <a:ext cx="192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C8C8CB0-2DD7-8CDC-7A6E-641B960BC189}"/>
                    </a:ext>
                  </a:extLst>
                </p14:cNvPr>
                <p14:cNvContentPartPr/>
                <p14:nvPr/>
              </p14:nvContentPartPr>
              <p14:xfrm>
                <a:off x="11500131" y="4281599"/>
                <a:ext cx="261360" cy="126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C8C8CB0-2DD7-8CDC-7A6E-641B960BC18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491491" y="4272599"/>
                  <a:ext cx="27900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14AF6414-FDB1-5F45-EC65-DF9AC81FCC8D}"/>
                  </a:ext>
                </a:extLst>
              </p14:cNvPr>
              <p14:cNvContentPartPr/>
              <p14:nvPr/>
            </p14:nvContentPartPr>
            <p14:xfrm>
              <a:off x="7041171" y="2031239"/>
              <a:ext cx="1353600" cy="3193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14AF6414-FDB1-5F45-EC65-DF9AC81FCC8D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7032171" y="2022239"/>
                <a:ext cx="1371240" cy="33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check: classify these audio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Think → vote → justify.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For each system: linear? time invariant? causal? BIBO stable?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y[n]=x[n−4800]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Fixed 100 ms delay at 48 kHz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798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y[n]=0.8x[n]+0.2x[n−1]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779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Two-tap smoother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621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y[n]=|x[n]|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Full-wave rectifier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y[n]=n x[n]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Index-dependent 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3E1E9FB-CCD3-0231-58F0-D409A3FEF848}"/>
                  </a:ext>
                </a:extLst>
              </p14:cNvPr>
              <p14:cNvContentPartPr/>
              <p14:nvPr/>
            </p14:nvContentPartPr>
            <p14:xfrm>
              <a:off x="3159291" y="-120481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3E1E9FB-CCD3-0231-58F0-D409A3FEF8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0291" y="-12948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80F7956-1CAE-0FF0-9178-029AD8AAA605}"/>
              </a:ext>
            </a:extLst>
          </p:cNvPr>
          <p:cNvGrpSpPr/>
          <p:nvPr/>
        </p:nvGrpSpPr>
        <p:grpSpPr>
          <a:xfrm>
            <a:off x="7783851" y="1303679"/>
            <a:ext cx="732600" cy="176400"/>
            <a:chOff x="7783851" y="1303679"/>
            <a:chExt cx="73260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873B27-4E6E-A6D3-4AB8-0A7D4844A118}"/>
                    </a:ext>
                  </a:extLst>
                </p14:cNvPr>
                <p14:cNvContentPartPr/>
                <p14:nvPr/>
              </p14:nvContentPartPr>
              <p14:xfrm>
                <a:off x="7783851" y="1303679"/>
                <a:ext cx="34920" cy="145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873B27-4E6E-A6D3-4AB8-0A7D4844A1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74851" y="1295039"/>
                  <a:ext cx="52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D4E871-992C-A781-7429-9AE8B8F458D7}"/>
                    </a:ext>
                  </a:extLst>
                </p14:cNvPr>
                <p14:cNvContentPartPr/>
                <p14:nvPr/>
              </p14:nvContentPartPr>
              <p14:xfrm>
                <a:off x="7885011" y="1401599"/>
                <a:ext cx="5400" cy="45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D4E871-992C-A781-7429-9AE8B8F458D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76011" y="1392599"/>
                  <a:ext cx="23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A6AE80-D7B2-4B0C-4F7E-A4776661DEEB}"/>
                    </a:ext>
                  </a:extLst>
                </p14:cNvPr>
                <p14:cNvContentPartPr/>
                <p14:nvPr/>
              </p14:nvContentPartPr>
              <p14:xfrm>
                <a:off x="7883931" y="1329239"/>
                <a:ext cx="6120" cy="6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A6AE80-D7B2-4B0C-4F7E-A4776661DE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75291" y="1320239"/>
                  <a:ext cx="23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D912F5-DF6A-080D-AD9E-675DED49FD41}"/>
                    </a:ext>
                  </a:extLst>
                </p14:cNvPr>
                <p14:cNvContentPartPr/>
                <p14:nvPr/>
              </p14:nvContentPartPr>
              <p14:xfrm>
                <a:off x="7944771" y="1391159"/>
                <a:ext cx="337320" cy="88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D912F5-DF6A-080D-AD9E-675DED49FD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35771" y="1382519"/>
                  <a:ext cx="354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5C1296-FA34-E265-9567-86FCBB12228A}"/>
                    </a:ext>
                  </a:extLst>
                </p14:cNvPr>
                <p14:cNvContentPartPr/>
                <p14:nvPr/>
              </p14:nvContentPartPr>
              <p14:xfrm>
                <a:off x="8260131" y="1355519"/>
                <a:ext cx="256320" cy="90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5C1296-FA34-E265-9567-86FCBB1222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51491" y="1346519"/>
                  <a:ext cx="2739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207325-6251-F7BA-2F91-C1629F7618DF}"/>
              </a:ext>
            </a:extLst>
          </p:cNvPr>
          <p:cNvGrpSpPr/>
          <p:nvPr/>
        </p:nvGrpSpPr>
        <p:grpSpPr>
          <a:xfrm>
            <a:off x="8722371" y="1058879"/>
            <a:ext cx="930960" cy="423720"/>
            <a:chOff x="8722371" y="1058879"/>
            <a:chExt cx="93096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BAFEAA-8277-B0A0-131D-D652993B3164}"/>
                    </a:ext>
                  </a:extLst>
                </p14:cNvPr>
                <p14:cNvContentPartPr/>
                <p14:nvPr/>
              </p14:nvContentPartPr>
              <p14:xfrm>
                <a:off x="8765931" y="1058879"/>
                <a:ext cx="60120" cy="213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BAFEAA-8277-B0A0-131D-D652993B31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57291" y="1050239"/>
                  <a:ext cx="77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542D21-19E5-A9BB-3D6E-08E96A50D9CF}"/>
                    </a:ext>
                  </a:extLst>
                </p14:cNvPr>
                <p14:cNvContentPartPr/>
                <p14:nvPr/>
              </p14:nvContentPartPr>
              <p14:xfrm>
                <a:off x="8722371" y="1175879"/>
                <a:ext cx="137160" cy="34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542D21-19E5-A9BB-3D6E-08E96A50D9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13371" y="1166879"/>
                  <a:ext cx="154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D594E4-4975-B3FA-08AE-123BE18D9A00}"/>
                    </a:ext>
                  </a:extLst>
                </p14:cNvPr>
                <p14:cNvContentPartPr/>
                <p14:nvPr/>
              </p14:nvContentPartPr>
              <p14:xfrm>
                <a:off x="8897331" y="1193519"/>
                <a:ext cx="9000" cy="45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D594E4-4975-B3FA-08AE-123BE18D9A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88691" y="1184519"/>
                  <a:ext cx="26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D3CA55-168C-C85C-850B-D8CB402D67EA}"/>
                    </a:ext>
                  </a:extLst>
                </p14:cNvPr>
                <p14:cNvContentPartPr/>
                <p14:nvPr/>
              </p14:nvContentPartPr>
              <p14:xfrm>
                <a:off x="8869971" y="1078319"/>
                <a:ext cx="10440" cy="32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D3CA55-168C-C85C-850B-D8CB402D67E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61331" y="1069679"/>
                  <a:ext cx="28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ED83FF7-16F5-295F-37FF-21BE978BD9EE}"/>
                    </a:ext>
                  </a:extLst>
                </p14:cNvPr>
                <p14:cNvContentPartPr/>
                <p14:nvPr/>
              </p14:nvContentPartPr>
              <p14:xfrm>
                <a:off x="8985171" y="1138439"/>
                <a:ext cx="406080" cy="10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ED83FF7-16F5-295F-37FF-21BE978BD9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76171" y="1129439"/>
                  <a:ext cx="423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AF28744-07D3-2504-6A3E-B9AC8EA33B1C}"/>
                    </a:ext>
                  </a:extLst>
                </p14:cNvPr>
                <p14:cNvContentPartPr/>
                <p14:nvPr/>
              </p14:nvContentPartPr>
              <p14:xfrm>
                <a:off x="8826411" y="1450919"/>
                <a:ext cx="2520" cy="31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AF28744-07D3-2504-6A3E-B9AC8EA33B1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17411" y="1441919"/>
                  <a:ext cx="20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F8CBB7-E859-1FB0-56C8-460F421DA56C}"/>
                    </a:ext>
                  </a:extLst>
                </p14:cNvPr>
                <p14:cNvContentPartPr/>
                <p14:nvPr/>
              </p14:nvContentPartPr>
              <p14:xfrm>
                <a:off x="8798691" y="1319519"/>
                <a:ext cx="360" cy="6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F8CBB7-E859-1FB0-56C8-460F421DA5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90051" y="1310519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B2C83D-B7B5-D5B9-B05D-3D2E2F4759E0}"/>
                    </a:ext>
                  </a:extLst>
                </p14:cNvPr>
                <p14:cNvContentPartPr/>
                <p14:nvPr/>
              </p14:nvContentPartPr>
              <p14:xfrm>
                <a:off x="8886531" y="1396199"/>
                <a:ext cx="101520" cy="65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B2C83D-B7B5-D5B9-B05D-3D2E2F4759E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77531" y="1387199"/>
                  <a:ext cx="119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B54DF7-41AF-E77F-A924-2A4199B68D3E}"/>
                    </a:ext>
                  </a:extLst>
                </p14:cNvPr>
                <p14:cNvContentPartPr/>
                <p14:nvPr/>
              </p14:nvContentPartPr>
              <p14:xfrm>
                <a:off x="9017931" y="1378919"/>
                <a:ext cx="76680" cy="86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B54DF7-41AF-E77F-A924-2A4199B68D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08931" y="1370279"/>
                  <a:ext cx="94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67423AB-C56D-A53F-D2E0-7C606F9C9644}"/>
                    </a:ext>
                  </a:extLst>
                </p14:cNvPr>
                <p14:cNvContentPartPr/>
                <p14:nvPr/>
              </p14:nvContentPartPr>
              <p14:xfrm>
                <a:off x="9131331" y="1393679"/>
                <a:ext cx="150120" cy="86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67423AB-C56D-A53F-D2E0-7C606F9C964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22691" y="1384679"/>
                  <a:ext cx="167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96E256-0DAF-D86E-22C6-0FDB192A15F5}"/>
                    </a:ext>
                  </a:extLst>
                </p14:cNvPr>
                <p14:cNvContentPartPr/>
                <p14:nvPr/>
              </p14:nvContentPartPr>
              <p14:xfrm>
                <a:off x="9383331" y="1428959"/>
                <a:ext cx="17640" cy="51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96E256-0DAF-D86E-22C6-0FDB192A15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74691" y="1419959"/>
                  <a:ext cx="35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342934-59D9-316D-168E-7590D721C61D}"/>
                    </a:ext>
                  </a:extLst>
                </p14:cNvPr>
                <p14:cNvContentPartPr/>
                <p14:nvPr/>
              </p14:nvContentPartPr>
              <p14:xfrm>
                <a:off x="9357411" y="1340399"/>
                <a:ext cx="8640" cy="10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342934-59D9-316D-168E-7590D721C61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48411" y="1331399"/>
                  <a:ext cx="26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54E7A9-240C-8CE1-266C-75E1EB3E7F85}"/>
                    </a:ext>
                  </a:extLst>
                </p14:cNvPr>
                <p14:cNvContentPartPr/>
                <p14:nvPr/>
              </p14:nvContentPartPr>
              <p14:xfrm>
                <a:off x="9459651" y="1415999"/>
                <a:ext cx="124200" cy="52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54E7A9-240C-8CE1-266C-75E1EB3E7F8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50651" y="1406999"/>
                  <a:ext cx="141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F6F88A-440B-1BF2-F2C5-B8E6FF0A7597}"/>
                    </a:ext>
                  </a:extLst>
                </p14:cNvPr>
                <p14:cNvContentPartPr/>
                <p14:nvPr/>
              </p14:nvContentPartPr>
              <p14:xfrm>
                <a:off x="9609411" y="1259039"/>
                <a:ext cx="35640" cy="192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F6F88A-440B-1BF2-F2C5-B8E6FF0A759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00411" y="1250399"/>
                  <a:ext cx="53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2FAB9A-F9DD-C371-C367-251B9E5C2C36}"/>
                    </a:ext>
                  </a:extLst>
                </p14:cNvPr>
                <p14:cNvContentPartPr/>
                <p14:nvPr/>
              </p14:nvContentPartPr>
              <p14:xfrm>
                <a:off x="9606531" y="1399799"/>
                <a:ext cx="46800" cy="18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2FAB9A-F9DD-C371-C367-251B9E5C2C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7891" y="1391159"/>
                  <a:ext cx="644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DA7A11A-C177-3C9F-C264-C00791047469}"/>
              </a:ext>
            </a:extLst>
          </p:cNvPr>
          <p:cNvGrpSpPr/>
          <p:nvPr/>
        </p:nvGrpSpPr>
        <p:grpSpPr>
          <a:xfrm>
            <a:off x="9875451" y="1102799"/>
            <a:ext cx="796320" cy="262080"/>
            <a:chOff x="9875451" y="1102799"/>
            <a:chExt cx="7963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14896F-F848-7A59-AF6E-92FD274FBD40}"/>
                    </a:ext>
                  </a:extLst>
                </p14:cNvPr>
                <p14:cNvContentPartPr/>
                <p14:nvPr/>
              </p14:nvContentPartPr>
              <p14:xfrm>
                <a:off x="9875451" y="1293959"/>
                <a:ext cx="90000" cy="70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14896F-F848-7A59-AF6E-92FD274FBD4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66811" y="1285319"/>
                  <a:ext cx="107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51C1816-80B0-0FD9-AD09-67F1C492E10E}"/>
                    </a:ext>
                  </a:extLst>
                </p14:cNvPr>
                <p14:cNvContentPartPr/>
                <p14:nvPr/>
              </p14:nvContentPartPr>
              <p14:xfrm>
                <a:off x="10008651" y="1292159"/>
                <a:ext cx="281160" cy="67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51C1816-80B0-0FD9-AD09-67F1C492E10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000011" y="1283159"/>
                  <a:ext cx="298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C136B64-9CD0-046E-C8FD-B85175A22DEF}"/>
                    </a:ext>
                  </a:extLst>
                </p14:cNvPr>
                <p14:cNvContentPartPr/>
                <p14:nvPr/>
              </p14:nvContentPartPr>
              <p14:xfrm>
                <a:off x="10312491" y="1279199"/>
                <a:ext cx="96480" cy="79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C136B64-9CD0-046E-C8FD-B85175A22DE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03491" y="1270559"/>
                  <a:ext cx="114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C13307-2E67-9032-0EB1-FCAC1C86734F}"/>
                    </a:ext>
                  </a:extLst>
                </p14:cNvPr>
                <p14:cNvContentPartPr/>
                <p14:nvPr/>
              </p14:nvContentPartPr>
              <p14:xfrm>
                <a:off x="10463691" y="1102799"/>
                <a:ext cx="208080" cy="248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C13307-2E67-9032-0EB1-FCAC1C86734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55051" y="1094159"/>
                  <a:ext cx="22572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FFC9DA8-A08B-AF94-DC29-5A256AD249F6}"/>
              </a:ext>
            </a:extLst>
          </p:cNvPr>
          <p:cNvGrpSpPr/>
          <p:nvPr/>
        </p:nvGrpSpPr>
        <p:grpSpPr>
          <a:xfrm>
            <a:off x="10874091" y="1125839"/>
            <a:ext cx="753480" cy="408600"/>
            <a:chOff x="10874091" y="1125839"/>
            <a:chExt cx="75348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6C70412-4603-7124-0D98-961A19058013}"/>
                    </a:ext>
                  </a:extLst>
                </p14:cNvPr>
                <p14:cNvContentPartPr/>
                <p14:nvPr/>
              </p14:nvContentPartPr>
              <p14:xfrm>
                <a:off x="10928811" y="1193519"/>
                <a:ext cx="24120" cy="104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6C70412-4603-7124-0D98-961A1905801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20171" y="1184519"/>
                  <a:ext cx="417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D36FDFC-E7A1-3465-680E-A1BF67976C25}"/>
                    </a:ext>
                  </a:extLst>
                </p14:cNvPr>
                <p14:cNvContentPartPr/>
                <p14:nvPr/>
              </p14:nvContentPartPr>
              <p14:xfrm>
                <a:off x="10874091" y="1148879"/>
                <a:ext cx="180720" cy="160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D36FDFC-E7A1-3465-680E-A1BF67976C2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65091" y="1140239"/>
                  <a:ext cx="198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83FED6E-DE2D-12D8-3148-7D6C9F2B6C8E}"/>
                    </a:ext>
                  </a:extLst>
                </p14:cNvPr>
                <p14:cNvContentPartPr/>
                <p14:nvPr/>
              </p14:nvContentPartPr>
              <p14:xfrm>
                <a:off x="11060211" y="1176239"/>
                <a:ext cx="48960" cy="111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83FED6E-DE2D-12D8-3148-7D6C9F2B6C8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051571" y="1167599"/>
                  <a:ext cx="66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A2152F2-456A-A787-32B3-B5F8C8EE8C71}"/>
                    </a:ext>
                  </a:extLst>
                </p14:cNvPr>
                <p14:cNvContentPartPr/>
                <p14:nvPr/>
              </p14:nvContentPartPr>
              <p14:xfrm>
                <a:off x="11175051" y="1188119"/>
                <a:ext cx="25560" cy="76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A2152F2-456A-A787-32B3-B5F8C8EE8C7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66411" y="1179119"/>
                  <a:ext cx="43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B2F79D9-702E-B8F0-2A5E-FC3004E20A49}"/>
                    </a:ext>
                  </a:extLst>
                </p14:cNvPr>
                <p14:cNvContentPartPr/>
                <p14:nvPr/>
              </p14:nvContentPartPr>
              <p14:xfrm>
                <a:off x="11131491" y="1125839"/>
                <a:ext cx="174240" cy="161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B2F79D9-702E-B8F0-2A5E-FC3004E20A4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122491" y="1116839"/>
                  <a:ext cx="191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7F3D884-FC95-3599-89C0-53F803D2DDF6}"/>
                    </a:ext>
                  </a:extLst>
                </p14:cNvPr>
                <p14:cNvContentPartPr/>
                <p14:nvPr/>
              </p14:nvContentPartPr>
              <p14:xfrm>
                <a:off x="11371611" y="1162199"/>
                <a:ext cx="85320" cy="8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7F3D884-FC95-3599-89C0-53F803D2DDF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362611" y="1153559"/>
                  <a:ext cx="102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389064-B898-017B-D63D-E2B52B103E82}"/>
                    </a:ext>
                  </a:extLst>
                </p14:cNvPr>
                <p14:cNvContentPartPr/>
                <p14:nvPr/>
              </p14:nvContentPartPr>
              <p14:xfrm>
                <a:off x="10936731" y="1428959"/>
                <a:ext cx="88200" cy="10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389064-B898-017B-D63D-E2B52B103E8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27731" y="1419959"/>
                  <a:ext cx="105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35B64C-3347-3CF7-ECD9-C459D43161FD}"/>
                    </a:ext>
                  </a:extLst>
                </p14:cNvPr>
                <p14:cNvContentPartPr/>
                <p14:nvPr/>
              </p14:nvContentPartPr>
              <p14:xfrm>
                <a:off x="11065611" y="1330319"/>
                <a:ext cx="62640" cy="171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35B64C-3347-3CF7-ECD9-C459D43161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56971" y="1321679"/>
                  <a:ext cx="80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3C67C9-8C12-5C92-081D-B3129DE55688}"/>
                    </a:ext>
                  </a:extLst>
                </p14:cNvPr>
                <p14:cNvContentPartPr/>
                <p14:nvPr/>
              </p14:nvContentPartPr>
              <p14:xfrm>
                <a:off x="11037171" y="1427879"/>
                <a:ext cx="94680" cy="23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3C67C9-8C12-5C92-081D-B3129DE5568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28171" y="1419239"/>
                  <a:ext cx="112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B452A2A-5EC2-EDF6-2397-4A6964EB1981}"/>
                    </a:ext>
                  </a:extLst>
                </p14:cNvPr>
                <p14:cNvContentPartPr/>
                <p14:nvPr/>
              </p14:nvContentPartPr>
              <p14:xfrm>
                <a:off x="11205651" y="1453799"/>
                <a:ext cx="90360" cy="56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B452A2A-5EC2-EDF6-2397-4A6964EB198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196651" y="1445159"/>
                  <a:ext cx="108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4768D05-5358-9D9A-4A8F-9D6B3B12E636}"/>
                    </a:ext>
                  </a:extLst>
                </p14:cNvPr>
                <p14:cNvContentPartPr/>
                <p14:nvPr/>
              </p14:nvContentPartPr>
              <p14:xfrm>
                <a:off x="11307171" y="1350479"/>
                <a:ext cx="109080" cy="139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4768D05-5358-9D9A-4A8F-9D6B3B12E6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98531" y="1341479"/>
                  <a:ext cx="126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E869A5-BC3C-0570-983B-C8A5E95BB32A}"/>
                    </a:ext>
                  </a:extLst>
                </p14:cNvPr>
                <p14:cNvContentPartPr/>
                <p14:nvPr/>
              </p14:nvContentPartPr>
              <p14:xfrm>
                <a:off x="11454411" y="1343639"/>
                <a:ext cx="173160" cy="153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E869A5-BC3C-0570-983B-C8A5E95BB3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45411" y="1334639"/>
                  <a:ext cx="1908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1018CFB-1BDC-484D-9C8A-B4065909E4E9}"/>
                  </a:ext>
                </a:extLst>
              </p14:cNvPr>
              <p14:cNvContentPartPr/>
              <p14:nvPr/>
            </p14:nvContentPartPr>
            <p14:xfrm>
              <a:off x="7938651" y="3777599"/>
              <a:ext cx="272880" cy="226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1018CFB-1BDC-484D-9C8A-B4065909E4E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930011" y="3768599"/>
                <a:ext cx="290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87D9C6A-4455-EEF0-6D1F-4ECF94B2865E}"/>
                  </a:ext>
                </a:extLst>
              </p14:cNvPr>
              <p14:cNvContentPartPr/>
              <p14:nvPr/>
            </p14:nvContentPartPr>
            <p14:xfrm>
              <a:off x="7966731" y="2969399"/>
              <a:ext cx="172440" cy="2008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87D9C6A-4455-EEF0-6D1F-4ECF94B2865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957731" y="2960399"/>
                <a:ext cx="1900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4F11170-607E-EE6C-7882-44F71FA2B1C3}"/>
                  </a:ext>
                </a:extLst>
              </p14:cNvPr>
              <p14:cNvContentPartPr/>
              <p14:nvPr/>
            </p14:nvContentPartPr>
            <p14:xfrm>
              <a:off x="8081571" y="1986959"/>
              <a:ext cx="109440" cy="225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4F11170-607E-EE6C-7882-44F71FA2B1C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072931" y="1978319"/>
                <a:ext cx="1270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3D59CC8-BE60-9E50-8BF4-160BE8A88771}"/>
                  </a:ext>
                </a:extLst>
              </p14:cNvPr>
              <p14:cNvContentPartPr/>
              <p14:nvPr/>
            </p14:nvContentPartPr>
            <p14:xfrm>
              <a:off x="8065011" y="4500119"/>
              <a:ext cx="115560" cy="2278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3D59CC8-BE60-9E50-8BF4-160BE8A8877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056371" y="4491479"/>
                <a:ext cx="1332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E64255C-A883-0E20-88DC-E28510BBF75D}"/>
                  </a:ext>
                </a:extLst>
              </p14:cNvPr>
              <p14:cNvContentPartPr/>
              <p14:nvPr/>
            </p14:nvContentPartPr>
            <p14:xfrm>
              <a:off x="9060051" y="4654199"/>
              <a:ext cx="214560" cy="378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E64255C-A883-0E20-88DC-E28510BBF75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051411" y="4645559"/>
                <a:ext cx="2322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15DFC5D-B7D7-24E9-F020-528D79633940}"/>
                  </a:ext>
                </a:extLst>
              </p14:cNvPr>
              <p14:cNvContentPartPr/>
              <p14:nvPr/>
            </p14:nvContentPartPr>
            <p14:xfrm>
              <a:off x="9001371" y="3657359"/>
              <a:ext cx="104760" cy="1753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15DFC5D-B7D7-24E9-F020-528D7963394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992731" y="3648719"/>
                <a:ext cx="1224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ACF9044-379E-D1FA-46D1-9E6982B193AA}"/>
                  </a:ext>
                </a:extLst>
              </p14:cNvPr>
              <p14:cNvContentPartPr/>
              <p14:nvPr/>
            </p14:nvContentPartPr>
            <p14:xfrm>
              <a:off x="8930451" y="2822879"/>
              <a:ext cx="116280" cy="2106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ACF9044-379E-D1FA-46D1-9E6982B193A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921451" y="2814239"/>
                <a:ext cx="1339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E070F56-E5DB-4BF6-79A1-9353D77EFEC2}"/>
                  </a:ext>
                </a:extLst>
              </p14:cNvPr>
              <p14:cNvContentPartPr/>
              <p14:nvPr/>
            </p14:nvContentPartPr>
            <p14:xfrm>
              <a:off x="9008571" y="2124119"/>
              <a:ext cx="114480" cy="1688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E070F56-E5DB-4BF6-79A1-9353D77EFEC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999931" y="2115479"/>
                <a:ext cx="1321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D418D4A-9AE1-BA5E-AFEB-2A24595D0647}"/>
                  </a:ext>
                </a:extLst>
              </p14:cNvPr>
              <p14:cNvContentPartPr/>
              <p14:nvPr/>
            </p14:nvContentPartPr>
            <p14:xfrm>
              <a:off x="9997851" y="1981199"/>
              <a:ext cx="108000" cy="204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D418D4A-9AE1-BA5E-AFEB-2A24595D064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989211" y="1972199"/>
                <a:ext cx="1256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F32A92E-CDE2-6307-EF7C-D83B3D5EAE5F}"/>
                  </a:ext>
                </a:extLst>
              </p14:cNvPr>
              <p14:cNvContentPartPr/>
              <p14:nvPr/>
            </p14:nvContentPartPr>
            <p14:xfrm>
              <a:off x="10009011" y="2856719"/>
              <a:ext cx="121680" cy="167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F32A92E-CDE2-6307-EF7C-D83B3D5EAE5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000011" y="2848079"/>
                <a:ext cx="1393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39DCCD9-8212-32AE-EA28-B925E5F21C46}"/>
                  </a:ext>
                </a:extLst>
              </p14:cNvPr>
              <p14:cNvContentPartPr/>
              <p14:nvPr/>
            </p14:nvContentPartPr>
            <p14:xfrm>
              <a:off x="9965091" y="3689759"/>
              <a:ext cx="99360" cy="1810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39DCCD9-8212-32AE-EA28-B925E5F21C4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956451" y="3681119"/>
                <a:ext cx="1170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5DB8E41-01D4-EBDF-B7A6-25E379F66E81}"/>
                  </a:ext>
                </a:extLst>
              </p14:cNvPr>
              <p14:cNvContentPartPr/>
              <p14:nvPr/>
            </p14:nvContentPartPr>
            <p14:xfrm>
              <a:off x="10030971" y="4455839"/>
              <a:ext cx="66600" cy="2152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5DB8E41-01D4-EBDF-B7A6-25E379F66E8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021971" y="4447199"/>
                <a:ext cx="842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8894980-194D-117C-0516-8DDFC9EB9C9C}"/>
                  </a:ext>
                </a:extLst>
              </p14:cNvPr>
              <p14:cNvContentPartPr/>
              <p14:nvPr/>
            </p14:nvContentPartPr>
            <p14:xfrm>
              <a:off x="10967331" y="4628999"/>
              <a:ext cx="213480" cy="201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8894980-194D-117C-0516-8DDFC9EB9C9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958331" y="4619999"/>
                <a:ext cx="231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B5A90D1-0C09-C1BF-37E2-C7242FCD994B}"/>
                  </a:ext>
                </a:extLst>
              </p14:cNvPr>
              <p14:cNvContentPartPr/>
              <p14:nvPr/>
            </p14:nvContentPartPr>
            <p14:xfrm>
              <a:off x="10950771" y="3643319"/>
              <a:ext cx="129240" cy="216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B5A90D1-0C09-C1BF-37E2-C7242FCD994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941771" y="3634319"/>
                <a:ext cx="1468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C5B1FE2-98C5-6160-85B6-0ABE0BC857D9}"/>
                  </a:ext>
                </a:extLst>
              </p14:cNvPr>
              <p14:cNvContentPartPr/>
              <p14:nvPr/>
            </p14:nvContentPartPr>
            <p14:xfrm>
              <a:off x="10918011" y="2832599"/>
              <a:ext cx="126360" cy="2174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C5B1FE2-98C5-6160-85B6-0ABE0BC857D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909011" y="2823599"/>
                <a:ext cx="144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09A7979-AC52-8170-3ECF-39686879E0E6}"/>
                  </a:ext>
                </a:extLst>
              </p14:cNvPr>
              <p14:cNvContentPartPr/>
              <p14:nvPr/>
            </p14:nvContentPartPr>
            <p14:xfrm>
              <a:off x="10923411" y="2019719"/>
              <a:ext cx="115560" cy="2041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09A7979-AC52-8170-3ECF-39686879E0E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914411" y="2010719"/>
                <a:ext cx="133200" cy="22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Impulse response: one experiment characterizes an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Feed δ[n]; call the output h[n].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δ[n]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757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6176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T{·}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908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6240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7680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5968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880360"/>
            <a:ext cx="42976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Linearity tells us how scaled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Time invariance tells us how shifted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Since any x[n] is a sum of scaled, shifted impulses, h[n] tells us the response to any x[n].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0530160-8B4C-C20D-6430-8E9406A4A105}"/>
              </a:ext>
            </a:extLst>
          </p:cNvPr>
          <p:cNvGrpSpPr/>
          <p:nvPr/>
        </p:nvGrpSpPr>
        <p:grpSpPr>
          <a:xfrm>
            <a:off x="875091" y="4634399"/>
            <a:ext cx="2728080" cy="660600"/>
            <a:chOff x="875091" y="4634399"/>
            <a:chExt cx="2728080" cy="66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B7A98D-A1CF-813D-8C35-AA21A814FDA7}"/>
                    </a:ext>
                  </a:extLst>
                </p14:cNvPr>
                <p14:cNvContentPartPr/>
                <p14:nvPr/>
              </p14:nvContentPartPr>
              <p14:xfrm>
                <a:off x="2721171" y="4794959"/>
                <a:ext cx="6480" cy="390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B7A98D-A1CF-813D-8C35-AA21A814FD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12171" y="4786319"/>
                  <a:ext cx="241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27EB54-65B4-8CE9-647F-51605EEFA721}"/>
                    </a:ext>
                  </a:extLst>
                </p14:cNvPr>
                <p14:cNvContentPartPr/>
                <p14:nvPr/>
              </p14:nvContentPartPr>
              <p14:xfrm>
                <a:off x="1994691" y="4739519"/>
                <a:ext cx="580680" cy="22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27EB54-65B4-8CE9-647F-51605EEFA7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85691" y="4730519"/>
                  <a:ext cx="598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43E1BCC-7BCF-5485-1E49-D5B57623B811}"/>
                    </a:ext>
                  </a:extLst>
                </p14:cNvPr>
                <p14:cNvContentPartPr/>
                <p14:nvPr/>
              </p14:nvContentPartPr>
              <p14:xfrm>
                <a:off x="1955811" y="4761479"/>
                <a:ext cx="54000" cy="49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43E1BCC-7BCF-5485-1E49-D5B57623B8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6811" y="4752479"/>
                  <a:ext cx="716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17F72D8-E654-6572-5BD6-9B4008AFB751}"/>
                    </a:ext>
                  </a:extLst>
                </p14:cNvPr>
                <p14:cNvContentPartPr/>
                <p14:nvPr/>
              </p14:nvContentPartPr>
              <p14:xfrm>
                <a:off x="1845291" y="5266919"/>
                <a:ext cx="846000" cy="28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17F72D8-E654-6572-5BD6-9B4008AFB7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36651" y="5257919"/>
                  <a:ext cx="863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1D1DD0-2489-663D-3D33-B5FEFF5DF8EC}"/>
                    </a:ext>
                  </a:extLst>
                </p14:cNvPr>
                <p14:cNvContentPartPr/>
                <p14:nvPr/>
              </p14:nvContentPartPr>
              <p14:xfrm>
                <a:off x="2151651" y="4951919"/>
                <a:ext cx="107280" cy="141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1D1DD0-2489-663D-3D33-B5FEFF5DF8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3011" y="4943279"/>
                  <a:ext cx="124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97E3FA3-7BA5-9C3A-66BE-CC076D38A182}"/>
                    </a:ext>
                  </a:extLst>
                </p14:cNvPr>
                <p14:cNvContentPartPr/>
                <p14:nvPr/>
              </p14:nvContentPartPr>
              <p14:xfrm>
                <a:off x="2310411" y="5015279"/>
                <a:ext cx="38880" cy="81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97E3FA3-7BA5-9C3A-66BE-CC076D38A1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01771" y="5006639"/>
                  <a:ext cx="56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AB6282-D1AF-299F-4578-7329007AB1E4}"/>
                    </a:ext>
                  </a:extLst>
                </p14:cNvPr>
                <p14:cNvContentPartPr/>
                <p14:nvPr/>
              </p14:nvContentPartPr>
              <p14:xfrm>
                <a:off x="2239491" y="4971719"/>
                <a:ext cx="126000" cy="12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AB6282-D1AF-299F-4578-7329007AB1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0851" y="4962719"/>
                  <a:ext cx="143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9900CA-B66E-83C5-B5BC-B7AC05EA4E79}"/>
                    </a:ext>
                  </a:extLst>
                </p14:cNvPr>
                <p14:cNvContentPartPr/>
                <p14:nvPr/>
              </p14:nvContentPartPr>
              <p14:xfrm>
                <a:off x="2458371" y="5009879"/>
                <a:ext cx="20880" cy="90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9900CA-B66E-83C5-B5BC-B7AC05EA4E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49371" y="5000879"/>
                  <a:ext cx="38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360FE8-003F-0F86-0EC1-ABCE39D813F2}"/>
                    </a:ext>
                  </a:extLst>
                </p14:cNvPr>
                <p14:cNvContentPartPr/>
                <p14:nvPr/>
              </p14:nvContentPartPr>
              <p14:xfrm>
                <a:off x="2401491" y="4931399"/>
                <a:ext cx="57240" cy="2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360FE8-003F-0F86-0EC1-ABCE39D813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92851" y="4922759"/>
                  <a:ext cx="74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E57FF1-1884-DC1E-09E4-938975825E2B}"/>
                    </a:ext>
                  </a:extLst>
                </p14:cNvPr>
                <p14:cNvContentPartPr/>
                <p14:nvPr/>
              </p14:nvContentPartPr>
              <p14:xfrm>
                <a:off x="2458731" y="5130119"/>
                <a:ext cx="109440" cy="6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E57FF1-1884-DC1E-09E4-938975825E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49731" y="5121119"/>
                  <a:ext cx="127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CAB671D-9A28-2C86-2E4C-FB8B6005269B}"/>
                    </a:ext>
                  </a:extLst>
                </p14:cNvPr>
                <p14:cNvContentPartPr/>
                <p14:nvPr/>
              </p14:nvContentPartPr>
              <p14:xfrm>
                <a:off x="1045731" y="4997279"/>
                <a:ext cx="844920" cy="34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CAB671D-9A28-2C86-2E4C-FB8B600526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6731" y="4988639"/>
                  <a:ext cx="862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844FEC-1B11-D436-1201-B7F2D8F08759}"/>
                    </a:ext>
                  </a:extLst>
                </p14:cNvPr>
                <p14:cNvContentPartPr/>
                <p14:nvPr/>
              </p14:nvContentPartPr>
              <p14:xfrm>
                <a:off x="1768971" y="4928879"/>
                <a:ext cx="133560" cy="115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844FEC-1B11-D436-1201-B7F2D8F087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59971" y="4919879"/>
                  <a:ext cx="151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1AE4B23-551F-3641-98DC-670B2A1CC837}"/>
                    </a:ext>
                  </a:extLst>
                </p14:cNvPr>
                <p14:cNvContentPartPr/>
                <p14:nvPr/>
              </p14:nvContentPartPr>
              <p14:xfrm>
                <a:off x="875091" y="4653839"/>
                <a:ext cx="155520" cy="24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1AE4B23-551F-3641-98DC-670B2A1CC8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6091" y="4644839"/>
                  <a:ext cx="173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FBC200-6150-23D2-6E61-D1611EC6DAAE}"/>
                    </a:ext>
                  </a:extLst>
                </p14:cNvPr>
                <p14:cNvContentPartPr/>
                <p14:nvPr/>
              </p14:nvContentPartPr>
              <p14:xfrm>
                <a:off x="1056531" y="4634759"/>
                <a:ext cx="98640" cy="205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FBC200-6150-23D2-6E61-D1611EC6DA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7531" y="4626119"/>
                  <a:ext cx="116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0757FB-95CB-8431-055A-CEAF0AD63272}"/>
                    </a:ext>
                  </a:extLst>
                </p14:cNvPr>
                <p14:cNvContentPartPr/>
                <p14:nvPr/>
              </p14:nvContentPartPr>
              <p14:xfrm>
                <a:off x="1187931" y="4766519"/>
                <a:ext cx="149040" cy="45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0757FB-95CB-8431-055A-CEAF0AD632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78931" y="4757879"/>
                  <a:ext cx="166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64A4DF-09C0-43E0-A697-A8B0148A689B}"/>
                    </a:ext>
                  </a:extLst>
                </p14:cNvPr>
                <p14:cNvContentPartPr/>
                <p14:nvPr/>
              </p14:nvContentPartPr>
              <p14:xfrm>
                <a:off x="1319331" y="4634399"/>
                <a:ext cx="124560" cy="259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64A4DF-09C0-43E0-A697-A8B0148A68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10691" y="4625399"/>
                  <a:ext cx="14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93424C-2572-033A-CE52-8A962CA8B53B}"/>
                    </a:ext>
                  </a:extLst>
                </p14:cNvPr>
                <p14:cNvContentPartPr/>
                <p14:nvPr/>
              </p14:nvContentPartPr>
              <p14:xfrm>
                <a:off x="2736291" y="4958039"/>
                <a:ext cx="866880" cy="104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93424C-2572-033A-CE52-8A962CA8B5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27291" y="4949039"/>
                  <a:ext cx="88452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4F9BBDB-2EC3-C8CB-BD7E-4966A7F6E82A}"/>
              </a:ext>
            </a:extLst>
          </p:cNvPr>
          <p:cNvGrpSpPr/>
          <p:nvPr/>
        </p:nvGrpSpPr>
        <p:grpSpPr>
          <a:xfrm>
            <a:off x="3175491" y="4578239"/>
            <a:ext cx="673920" cy="250200"/>
            <a:chOff x="3175491" y="4578239"/>
            <a:chExt cx="67392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0BC688-3DE1-0DE2-36CF-5A6775A73927}"/>
                    </a:ext>
                  </a:extLst>
                </p14:cNvPr>
                <p14:cNvContentPartPr/>
                <p14:nvPr/>
              </p14:nvContentPartPr>
              <p14:xfrm>
                <a:off x="3175491" y="4611359"/>
                <a:ext cx="164160" cy="194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0BC688-3DE1-0DE2-36CF-5A6775A739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66851" y="4602719"/>
                  <a:ext cx="181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6AFB657-136F-D6D6-E783-E00B08EED2F3}"/>
                    </a:ext>
                  </a:extLst>
                </p14:cNvPr>
                <p14:cNvContentPartPr/>
                <p14:nvPr/>
              </p14:nvContentPartPr>
              <p14:xfrm>
                <a:off x="3410211" y="4607039"/>
                <a:ext cx="129960" cy="193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6AFB657-136F-D6D6-E783-E00B08EED2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01211" y="4598399"/>
                  <a:ext cx="147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5058CDB-1841-DFB2-CF45-9CD312834E37}"/>
                    </a:ext>
                  </a:extLst>
                </p14:cNvPr>
                <p14:cNvContentPartPr/>
                <p14:nvPr/>
              </p14:nvContentPartPr>
              <p14:xfrm>
                <a:off x="3547731" y="4728359"/>
                <a:ext cx="153360" cy="59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5058CDB-1841-DFB2-CF45-9CD312834E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39091" y="4719359"/>
                  <a:ext cx="171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DEA5183-060D-78E9-C5C0-6AC4250D121E}"/>
                    </a:ext>
                  </a:extLst>
                </p14:cNvPr>
                <p14:cNvContentPartPr/>
                <p14:nvPr/>
              </p14:nvContentPartPr>
              <p14:xfrm>
                <a:off x="3723051" y="4578239"/>
                <a:ext cx="126360" cy="250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DEA5183-060D-78E9-C5C0-6AC4250D12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14411" y="4569599"/>
                  <a:ext cx="14400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9629371-20AA-FE71-13CC-A692DC71E7B9}"/>
              </a:ext>
            </a:extLst>
          </p:cNvPr>
          <p:cNvGrpSpPr/>
          <p:nvPr/>
        </p:nvGrpSpPr>
        <p:grpSpPr>
          <a:xfrm>
            <a:off x="913611" y="5376719"/>
            <a:ext cx="2026800" cy="318240"/>
            <a:chOff x="913611" y="5376719"/>
            <a:chExt cx="20268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256959-AA15-E6AB-913F-DA831D6E9752}"/>
                    </a:ext>
                  </a:extLst>
                </p14:cNvPr>
                <p14:cNvContentPartPr/>
                <p14:nvPr/>
              </p14:nvContentPartPr>
              <p14:xfrm>
                <a:off x="919731" y="5491559"/>
                <a:ext cx="77400" cy="19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256959-AA15-E6AB-913F-DA831D6E97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0731" y="5482919"/>
                  <a:ext cx="95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72EF919-CE61-1D48-ADC3-CEB5C9B16919}"/>
                    </a:ext>
                  </a:extLst>
                </p14:cNvPr>
                <p14:cNvContentPartPr/>
                <p14:nvPr/>
              </p14:nvContentPartPr>
              <p14:xfrm>
                <a:off x="913611" y="5634119"/>
                <a:ext cx="11592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72EF919-CE61-1D48-ADC3-CEB5C9B169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4971" y="5625119"/>
                  <a:ext cx="133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A9D0031-1BAA-8CBC-27B7-D0890124F73A}"/>
                    </a:ext>
                  </a:extLst>
                </p14:cNvPr>
                <p14:cNvContentPartPr/>
                <p14:nvPr/>
              </p14:nvContentPartPr>
              <p14:xfrm>
                <a:off x="1095051" y="5644919"/>
                <a:ext cx="7920" cy="37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A9D0031-1BAA-8CBC-27B7-D0890124F7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6051" y="5636279"/>
                  <a:ext cx="25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52A8F2-0AC2-A8D3-A8FD-5D9A52A11CC4}"/>
                    </a:ext>
                  </a:extLst>
                </p14:cNvPr>
                <p14:cNvContentPartPr/>
                <p14:nvPr/>
              </p14:nvContentPartPr>
              <p14:xfrm>
                <a:off x="1061931" y="5531879"/>
                <a:ext cx="14400" cy="12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52A8F2-0AC2-A8D3-A8FD-5D9A52A11C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3291" y="5523239"/>
                  <a:ext cx="32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1D9636E-8714-0149-38E7-079DB31CA95C}"/>
                    </a:ext>
                  </a:extLst>
                </p14:cNvPr>
                <p14:cNvContentPartPr/>
                <p14:nvPr/>
              </p14:nvContentPartPr>
              <p14:xfrm>
                <a:off x="1165971" y="5576159"/>
                <a:ext cx="415080" cy="118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1D9636E-8714-0149-38E7-079DB31CA9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57331" y="5567519"/>
                  <a:ext cx="432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92A905-F8B9-C54A-A068-1A125EF1A3D3}"/>
                    </a:ext>
                  </a:extLst>
                </p14:cNvPr>
                <p14:cNvContentPartPr/>
                <p14:nvPr/>
              </p14:nvContentPartPr>
              <p14:xfrm>
                <a:off x="1740891" y="5612159"/>
                <a:ext cx="65520" cy="68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92A905-F8B9-C54A-A068-1A125EF1A3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32251" y="5603159"/>
                  <a:ext cx="83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9412299-C6AF-8682-5FC4-F6D8DC888DC4}"/>
                    </a:ext>
                  </a:extLst>
                </p14:cNvPr>
                <p14:cNvContentPartPr/>
                <p14:nvPr/>
              </p14:nvContentPartPr>
              <p14:xfrm>
                <a:off x="1746651" y="5513519"/>
                <a:ext cx="2520" cy="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9412299-C6AF-8682-5FC4-F6D8DC888D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37651" y="5504879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267DF1C-4234-1704-DD71-7EBB3BF06638}"/>
                    </a:ext>
                  </a:extLst>
                </p14:cNvPr>
                <p14:cNvContentPartPr/>
                <p14:nvPr/>
              </p14:nvContentPartPr>
              <p14:xfrm>
                <a:off x="1850691" y="5596319"/>
                <a:ext cx="132480" cy="78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267DF1C-4234-1704-DD71-7EBB3BF0663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41691" y="5587679"/>
                  <a:ext cx="150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D4B883-66C2-726B-6326-DD49B2BD2F55}"/>
                    </a:ext>
                  </a:extLst>
                </p14:cNvPr>
                <p14:cNvContentPartPr/>
                <p14:nvPr/>
              </p14:nvContentPartPr>
              <p14:xfrm>
                <a:off x="2036811" y="5547719"/>
                <a:ext cx="99000" cy="101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D4B883-66C2-726B-6326-DD49B2BD2F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27811" y="5539079"/>
                  <a:ext cx="116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8826B9-C34F-1B81-E513-7A20ED5F0AC1}"/>
                    </a:ext>
                  </a:extLst>
                </p14:cNvPr>
                <p14:cNvContentPartPr/>
                <p14:nvPr/>
              </p14:nvContentPartPr>
              <p14:xfrm>
                <a:off x="2188731" y="5564639"/>
                <a:ext cx="264600" cy="75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8826B9-C34F-1B81-E513-7A20ED5F0AC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80091" y="5555639"/>
                  <a:ext cx="282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6C3D19-0C65-68A0-EF89-1B152A006D75}"/>
                    </a:ext>
                  </a:extLst>
                </p14:cNvPr>
                <p14:cNvContentPartPr/>
                <p14:nvPr/>
              </p14:nvContentPartPr>
              <p14:xfrm>
                <a:off x="2419851" y="5455559"/>
                <a:ext cx="15480" cy="34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6C3D19-0C65-68A0-EF89-1B152A006D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11211" y="5446559"/>
                  <a:ext cx="33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50481E0-2DCD-3ED7-E9E6-64C4B5A9DB3D}"/>
                    </a:ext>
                  </a:extLst>
                </p14:cNvPr>
                <p14:cNvContentPartPr/>
                <p14:nvPr/>
              </p14:nvContentPartPr>
              <p14:xfrm>
                <a:off x="2570331" y="5541239"/>
                <a:ext cx="234720" cy="60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50481E0-2DCD-3ED7-E9E6-64C4B5A9DB3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61691" y="5532599"/>
                  <a:ext cx="2523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AB34037-C731-A1F3-6EB1-A5C402C56D74}"/>
                    </a:ext>
                  </a:extLst>
                </p14:cNvPr>
                <p14:cNvContentPartPr/>
                <p14:nvPr/>
              </p14:nvContentPartPr>
              <p14:xfrm>
                <a:off x="2861571" y="5376719"/>
                <a:ext cx="69840" cy="208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AB34037-C731-A1F3-6EB1-A5C402C56D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52931" y="5367719"/>
                  <a:ext cx="87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B171D6-8F25-A85B-656A-BBA10C57D7B2}"/>
                    </a:ext>
                  </a:extLst>
                </p14:cNvPr>
                <p14:cNvContentPartPr/>
                <p14:nvPr/>
              </p14:nvContentPartPr>
              <p14:xfrm>
                <a:off x="2863011" y="5499119"/>
                <a:ext cx="77400" cy="20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B171D6-8F25-A85B-656A-BBA10C57D7B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54011" y="5490479"/>
                  <a:ext cx="950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21D67E4-CCA3-5B8B-FB6D-68C6A2A7DBAE}"/>
              </a:ext>
            </a:extLst>
          </p:cNvPr>
          <p:cNvGrpSpPr/>
          <p:nvPr/>
        </p:nvGrpSpPr>
        <p:grpSpPr>
          <a:xfrm>
            <a:off x="945651" y="5909879"/>
            <a:ext cx="1616040" cy="527400"/>
            <a:chOff x="945651" y="5909879"/>
            <a:chExt cx="1616040" cy="5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E2FAE2-E7AC-4C2B-01D2-B7C2F06B91C0}"/>
                    </a:ext>
                  </a:extLst>
                </p14:cNvPr>
                <p14:cNvContentPartPr/>
                <p14:nvPr/>
              </p14:nvContentPartPr>
              <p14:xfrm>
                <a:off x="945651" y="6005639"/>
                <a:ext cx="145440" cy="265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BE2FAE2-E7AC-4C2B-01D2-B7C2F06B91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6651" y="5996999"/>
                  <a:ext cx="163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A413D3-ADEB-8A3A-784D-4CFCA8B6E1F5}"/>
                    </a:ext>
                  </a:extLst>
                </p14:cNvPr>
                <p14:cNvContentPartPr/>
                <p14:nvPr/>
              </p14:nvContentPartPr>
              <p14:xfrm>
                <a:off x="1126011" y="5957399"/>
                <a:ext cx="147600" cy="297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A413D3-ADEB-8A3A-784D-4CFCA8B6E1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7371" y="5948399"/>
                  <a:ext cx="1652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4F629B-314D-C4BB-4B5A-FE8AC3C0D38D}"/>
                    </a:ext>
                  </a:extLst>
                </p14:cNvPr>
                <p14:cNvContentPartPr/>
                <p14:nvPr/>
              </p14:nvContentPartPr>
              <p14:xfrm>
                <a:off x="1228611" y="6133799"/>
                <a:ext cx="148320" cy="66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4F629B-314D-C4BB-4B5A-FE8AC3C0D38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19971" y="6124799"/>
                  <a:ext cx="165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E68AE0F-2CA1-79F6-454D-B9005F6A5D9C}"/>
                    </a:ext>
                  </a:extLst>
                </p14:cNvPr>
                <p14:cNvContentPartPr/>
                <p14:nvPr/>
              </p14:nvContentPartPr>
              <p14:xfrm>
                <a:off x="1467651" y="6121199"/>
                <a:ext cx="98640" cy="1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E68AE0F-2CA1-79F6-454D-B9005F6A5D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59011" y="6112559"/>
                  <a:ext cx="116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9EF02F-04D3-788F-A022-2D10550E4AB2}"/>
                    </a:ext>
                  </a:extLst>
                </p14:cNvPr>
                <p14:cNvContentPartPr/>
                <p14:nvPr/>
              </p14:nvContentPartPr>
              <p14:xfrm>
                <a:off x="1632171" y="6095639"/>
                <a:ext cx="169560" cy="87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9EF02F-04D3-788F-A022-2D10550E4A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23171" y="6086639"/>
                  <a:ext cx="187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3F5F24-636C-A19C-C1E1-00C93EEFD391}"/>
                    </a:ext>
                  </a:extLst>
                </p14:cNvPr>
                <p14:cNvContentPartPr/>
                <p14:nvPr/>
              </p14:nvContentPartPr>
              <p14:xfrm>
                <a:off x="1866171" y="6148559"/>
                <a:ext cx="90000" cy="89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3F5F24-636C-A19C-C1E1-00C93EEFD3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57171" y="6139919"/>
                  <a:ext cx="107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9858544-D786-DB49-7B83-2312A3AA6670}"/>
                    </a:ext>
                  </a:extLst>
                </p14:cNvPr>
                <p14:cNvContentPartPr/>
                <p14:nvPr/>
              </p14:nvContentPartPr>
              <p14:xfrm>
                <a:off x="1938171" y="5909879"/>
                <a:ext cx="158040" cy="326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9858544-D786-DB49-7B83-2312A3AA667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29171" y="5900879"/>
                  <a:ext cx="1756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60F93F-9E76-CE01-1968-27685A728DCC}"/>
                    </a:ext>
                  </a:extLst>
                </p14:cNvPr>
                <p14:cNvContentPartPr/>
                <p14:nvPr/>
              </p14:nvContentPartPr>
              <p14:xfrm>
                <a:off x="1225371" y="6305879"/>
                <a:ext cx="1336320" cy="131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60F93F-9E76-CE01-1968-27685A728DC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16731" y="6297239"/>
                  <a:ext cx="135396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2B2F3C2-CCB4-DB00-5A5E-4CB9756CEA1D}"/>
              </a:ext>
            </a:extLst>
          </p:cNvPr>
          <p:cNvGrpSpPr/>
          <p:nvPr/>
        </p:nvGrpSpPr>
        <p:grpSpPr>
          <a:xfrm>
            <a:off x="2562051" y="5903039"/>
            <a:ext cx="1738080" cy="706680"/>
            <a:chOff x="2562051" y="5903039"/>
            <a:chExt cx="1738080" cy="70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884E9B9-7FF2-7401-0B10-D1CC0021F2A9}"/>
                    </a:ext>
                  </a:extLst>
                </p14:cNvPr>
                <p14:cNvContentPartPr/>
                <p14:nvPr/>
              </p14:nvContentPartPr>
              <p14:xfrm>
                <a:off x="2562051" y="6034799"/>
                <a:ext cx="75960" cy="524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884E9B9-7FF2-7401-0B10-D1CC0021F2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53051" y="6026159"/>
                  <a:ext cx="9360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5B00E4C-9277-1345-2570-D898C54D5D0B}"/>
                    </a:ext>
                  </a:extLst>
                </p14:cNvPr>
                <p14:cNvContentPartPr/>
                <p14:nvPr/>
              </p14:nvContentPartPr>
              <p14:xfrm>
                <a:off x="2592651" y="5903039"/>
                <a:ext cx="796320" cy="92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5B00E4C-9277-1345-2570-D898C54D5D0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84011" y="5894039"/>
                  <a:ext cx="8139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1330DB-A2D7-AC64-D096-3C7048591C36}"/>
                    </a:ext>
                  </a:extLst>
                </p14:cNvPr>
                <p14:cNvContentPartPr/>
                <p14:nvPr/>
              </p14:nvContentPartPr>
              <p14:xfrm>
                <a:off x="3421371" y="5956319"/>
                <a:ext cx="87480" cy="552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1330DB-A2D7-AC64-D096-3C7048591C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12731" y="5947319"/>
                  <a:ext cx="1051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E4816-2C5F-4981-180B-6014F5156BE8}"/>
                    </a:ext>
                  </a:extLst>
                </p14:cNvPr>
                <p14:cNvContentPartPr/>
                <p14:nvPr/>
              </p14:nvContentPartPr>
              <p14:xfrm>
                <a:off x="2721171" y="6592439"/>
                <a:ext cx="748440" cy="17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EE4816-2C5F-4981-180B-6014F5156BE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12171" y="6583439"/>
                  <a:ext cx="766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B8712F-A666-A938-2C60-AE72ADB5A9A0}"/>
                    </a:ext>
                  </a:extLst>
                </p14:cNvPr>
                <p14:cNvContentPartPr/>
                <p14:nvPr/>
              </p14:nvContentPartPr>
              <p14:xfrm>
                <a:off x="2731971" y="6214439"/>
                <a:ext cx="181080" cy="19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B8712F-A666-A938-2C60-AE72ADB5A9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23331" y="6205799"/>
                  <a:ext cx="198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44DF46-0297-2305-7399-E8F565F4CAB2}"/>
                    </a:ext>
                  </a:extLst>
                </p14:cNvPr>
                <p14:cNvContentPartPr/>
                <p14:nvPr/>
              </p14:nvContentPartPr>
              <p14:xfrm>
                <a:off x="2940051" y="6274559"/>
                <a:ext cx="41400" cy="87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44DF46-0297-2305-7399-E8F565F4CA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31411" y="6265919"/>
                  <a:ext cx="59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AEE2A2E-8BF6-AB4B-7FEC-E17A64369C28}"/>
                    </a:ext>
                  </a:extLst>
                </p14:cNvPr>
                <p14:cNvContentPartPr/>
                <p14:nvPr/>
              </p14:nvContentPartPr>
              <p14:xfrm>
                <a:off x="2854011" y="6208319"/>
                <a:ext cx="141120" cy="34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AEE2A2E-8BF6-AB4B-7FEC-E17A64369C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45371" y="6199319"/>
                  <a:ext cx="158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2A4521A-40E1-E2FF-002E-D48821539BAD}"/>
                    </a:ext>
                  </a:extLst>
                </p14:cNvPr>
                <p14:cNvContentPartPr/>
                <p14:nvPr/>
              </p14:nvContentPartPr>
              <p14:xfrm>
                <a:off x="3109971" y="6241799"/>
                <a:ext cx="48960" cy="79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2A4521A-40E1-E2FF-002E-D48821539B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00971" y="6233159"/>
                  <a:ext cx="66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45ED416-61C6-E66E-BC24-58F87B3CB2DB}"/>
                    </a:ext>
                  </a:extLst>
                </p14:cNvPr>
                <p14:cNvContentPartPr/>
                <p14:nvPr/>
              </p14:nvContentPartPr>
              <p14:xfrm>
                <a:off x="3063891" y="6179519"/>
                <a:ext cx="62640" cy="7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45ED416-61C6-E66E-BC24-58F87B3CB2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55251" y="6170879"/>
                  <a:ext cx="80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8FED5B-147B-6ACD-3F3D-149B1AD19588}"/>
                    </a:ext>
                  </a:extLst>
                </p14:cNvPr>
                <p14:cNvContentPartPr/>
                <p14:nvPr/>
              </p14:nvContentPartPr>
              <p14:xfrm>
                <a:off x="3136251" y="6362399"/>
                <a:ext cx="110880" cy="19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8FED5B-147B-6ACD-3F3D-149B1AD195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27611" y="6353399"/>
                  <a:ext cx="128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5A5A1D-BFBF-AB85-DC3B-1179DA60EB73}"/>
                    </a:ext>
                  </a:extLst>
                </p14:cNvPr>
                <p14:cNvContentPartPr/>
                <p14:nvPr/>
              </p14:nvContentPartPr>
              <p14:xfrm>
                <a:off x="2833491" y="6209039"/>
                <a:ext cx="145440" cy="19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5A5A1D-BFBF-AB85-DC3B-1179DA60EB7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24851" y="6200039"/>
                  <a:ext cx="163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145B406-52EB-6AA2-E032-31C59BFF680F}"/>
                    </a:ext>
                  </a:extLst>
                </p14:cNvPr>
                <p14:cNvContentPartPr/>
                <p14:nvPr/>
              </p14:nvContentPartPr>
              <p14:xfrm>
                <a:off x="3438291" y="6230279"/>
                <a:ext cx="861840" cy="11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145B406-52EB-6AA2-E032-31C59BFF68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29651" y="6221279"/>
                  <a:ext cx="87948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84333F-F783-D960-7DC5-0FF5141A3048}"/>
              </a:ext>
            </a:extLst>
          </p:cNvPr>
          <p:cNvGrpSpPr/>
          <p:nvPr/>
        </p:nvGrpSpPr>
        <p:grpSpPr>
          <a:xfrm>
            <a:off x="3711171" y="5783519"/>
            <a:ext cx="1282320" cy="308160"/>
            <a:chOff x="3711171" y="5783519"/>
            <a:chExt cx="128232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C23B945-0AE4-E0E6-CB7D-C4ABED3683B4}"/>
                    </a:ext>
                  </a:extLst>
                </p14:cNvPr>
                <p14:cNvContentPartPr/>
                <p14:nvPr/>
              </p14:nvContentPartPr>
              <p14:xfrm>
                <a:off x="3711171" y="5835719"/>
                <a:ext cx="163800" cy="218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C23B945-0AE4-E0E6-CB7D-C4ABED3683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02171" y="5827079"/>
                  <a:ext cx="1814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CF9254-A0BA-019B-2EA3-86CD18982BA6}"/>
                    </a:ext>
                  </a:extLst>
                </p14:cNvPr>
                <p14:cNvContentPartPr/>
                <p14:nvPr/>
              </p14:nvContentPartPr>
              <p14:xfrm>
                <a:off x="3973251" y="5783519"/>
                <a:ext cx="160200" cy="278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CF9254-A0BA-019B-2EA3-86CD18982B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64611" y="5774519"/>
                  <a:ext cx="1778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2EAB9F-2A59-8D6B-4702-1AAF0BA5BEF0}"/>
                    </a:ext>
                  </a:extLst>
                </p14:cNvPr>
                <p14:cNvContentPartPr/>
                <p14:nvPr/>
              </p14:nvContentPartPr>
              <p14:xfrm>
                <a:off x="4128411" y="5951639"/>
                <a:ext cx="149400" cy="60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2EAB9F-2A59-8D6B-4702-1AAF0BA5BE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19411" y="5942639"/>
                  <a:ext cx="167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737D77-9F9A-C062-9752-70A1A1C07EDC}"/>
                    </a:ext>
                  </a:extLst>
                </p14:cNvPr>
                <p14:cNvContentPartPr/>
                <p14:nvPr/>
              </p14:nvContentPartPr>
              <p14:xfrm>
                <a:off x="4376811" y="5963159"/>
                <a:ext cx="113400" cy="16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737D77-9F9A-C062-9752-70A1A1C07ED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68171" y="5954159"/>
                  <a:ext cx="131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8C0C09-0610-570A-E382-FF3A337B83A8}"/>
                    </a:ext>
                  </a:extLst>
                </p14:cNvPr>
                <p14:cNvContentPartPr/>
                <p14:nvPr/>
              </p14:nvContentPartPr>
              <p14:xfrm>
                <a:off x="4571931" y="5913479"/>
                <a:ext cx="160560" cy="102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8C0C09-0610-570A-E382-FF3A337B83A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2931" y="5904479"/>
                  <a:ext cx="178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C1E0AE-DF47-CC30-137A-0434A648C838}"/>
                    </a:ext>
                  </a:extLst>
                </p14:cNvPr>
                <p14:cNvContentPartPr/>
                <p14:nvPr/>
              </p14:nvContentPartPr>
              <p14:xfrm>
                <a:off x="4785051" y="6002399"/>
                <a:ext cx="78480" cy="8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C1E0AE-DF47-CC30-137A-0434A648C8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76051" y="5993399"/>
                  <a:ext cx="96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A528A49-D894-6C3A-9EAA-4E36B08A8E91}"/>
                    </a:ext>
                  </a:extLst>
                </p14:cNvPr>
                <p14:cNvContentPartPr/>
                <p14:nvPr/>
              </p14:nvContentPartPr>
              <p14:xfrm>
                <a:off x="4812771" y="5796119"/>
                <a:ext cx="180720" cy="295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A528A49-D894-6C3A-9EAA-4E36B08A8E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03771" y="5787119"/>
                  <a:ext cx="19836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7C82E38-5418-E6D9-D775-71FF7B0C5D15}"/>
              </a:ext>
            </a:extLst>
          </p:cNvPr>
          <p:cNvGrpSpPr/>
          <p:nvPr/>
        </p:nvGrpSpPr>
        <p:grpSpPr>
          <a:xfrm>
            <a:off x="5687571" y="4636559"/>
            <a:ext cx="5770440" cy="1913760"/>
            <a:chOff x="5687571" y="4636559"/>
            <a:chExt cx="5770440" cy="19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DA9C49D-5164-3EE6-3B17-3D0C8D6D5F16}"/>
                    </a:ext>
                  </a:extLst>
                </p14:cNvPr>
                <p14:cNvContentPartPr/>
                <p14:nvPr/>
              </p14:nvContentPartPr>
              <p14:xfrm>
                <a:off x="8150331" y="5551679"/>
                <a:ext cx="944280" cy="30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DA9C49D-5164-3EE6-3B17-3D0C8D6D5F1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41691" y="5542679"/>
                  <a:ext cx="961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F8B6D60-6DD9-87D7-7B90-94ED77405442}"/>
                    </a:ext>
                  </a:extLst>
                </p14:cNvPr>
                <p14:cNvContentPartPr/>
                <p14:nvPr/>
              </p14:nvContentPartPr>
              <p14:xfrm>
                <a:off x="5687571" y="4884959"/>
                <a:ext cx="173160" cy="146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F8B6D60-6DD9-87D7-7B90-94ED7740544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78571" y="4876319"/>
                  <a:ext cx="190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CDF91C-DFEF-E0BD-4FD3-F420EEDC1689}"/>
                    </a:ext>
                  </a:extLst>
                </p14:cNvPr>
                <p14:cNvContentPartPr/>
                <p14:nvPr/>
              </p14:nvContentPartPr>
              <p14:xfrm>
                <a:off x="5709531" y="4905839"/>
                <a:ext cx="68040" cy="97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CDF91C-DFEF-E0BD-4FD3-F420EEDC168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00531" y="4896839"/>
                  <a:ext cx="85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5A6598-E5FD-E5C9-67D2-F47CEAF47E65}"/>
                    </a:ext>
                  </a:extLst>
                </p14:cNvPr>
                <p14:cNvContentPartPr/>
                <p14:nvPr/>
              </p14:nvContentPartPr>
              <p14:xfrm>
                <a:off x="5858571" y="4773719"/>
                <a:ext cx="186120" cy="298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5A6598-E5FD-E5C9-67D2-F47CEAF47E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49931" y="4764719"/>
                  <a:ext cx="2037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801964-405B-D868-CCCD-F86E6D3E4653}"/>
                    </a:ext>
                  </a:extLst>
                </p14:cNvPr>
                <p14:cNvContentPartPr/>
                <p14:nvPr/>
              </p14:nvContentPartPr>
              <p14:xfrm>
                <a:off x="6028131" y="4825559"/>
                <a:ext cx="82080" cy="19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801964-405B-D868-CCCD-F86E6D3E465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19491" y="4816559"/>
                  <a:ext cx="9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F937E70-B517-6B18-E216-2A6A9D74FB4A}"/>
                    </a:ext>
                  </a:extLst>
                </p14:cNvPr>
                <p14:cNvContentPartPr/>
                <p14:nvPr/>
              </p14:nvContentPartPr>
              <p14:xfrm>
                <a:off x="6107691" y="4922399"/>
                <a:ext cx="130680" cy="71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F937E70-B517-6B18-E216-2A6A9D74FB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98691" y="4913399"/>
                  <a:ext cx="148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45B3091-708D-6D74-E814-485FA119A0CA}"/>
                    </a:ext>
                  </a:extLst>
                </p14:cNvPr>
                <p14:cNvContentPartPr/>
                <p14:nvPr/>
              </p14:nvContentPartPr>
              <p14:xfrm>
                <a:off x="6154131" y="4749239"/>
                <a:ext cx="229320" cy="322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45B3091-708D-6D74-E814-485FA119A0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45491" y="4740599"/>
                  <a:ext cx="2469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A905BAC-C657-6132-77B5-64404AF28B59}"/>
                    </a:ext>
                  </a:extLst>
                </p14:cNvPr>
                <p14:cNvContentPartPr/>
                <p14:nvPr/>
              </p14:nvContentPartPr>
              <p14:xfrm>
                <a:off x="6457971" y="4920959"/>
                <a:ext cx="19800" cy="11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A905BAC-C657-6132-77B5-64404AF28B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48971" y="4912319"/>
                  <a:ext cx="37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482B2BD-5D68-AA9F-78AE-866560250C3D}"/>
                    </a:ext>
                  </a:extLst>
                </p14:cNvPr>
                <p14:cNvContentPartPr/>
                <p14:nvPr/>
              </p14:nvContentPartPr>
              <p14:xfrm>
                <a:off x="6559851" y="4772279"/>
                <a:ext cx="174960" cy="255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482B2BD-5D68-AA9F-78AE-866560250C3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51211" y="4763279"/>
                  <a:ext cx="192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FB8CE13-7924-391B-E6EF-5EC634F26209}"/>
                    </a:ext>
                  </a:extLst>
                </p14:cNvPr>
                <p14:cNvContentPartPr/>
                <p14:nvPr/>
              </p14:nvContentPartPr>
              <p14:xfrm>
                <a:off x="6771891" y="4752479"/>
                <a:ext cx="187200" cy="299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FB8CE13-7924-391B-E6EF-5EC634F262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62891" y="4743839"/>
                  <a:ext cx="2048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CA94E7-0960-FEC1-D25A-2CBB425308F4}"/>
                    </a:ext>
                  </a:extLst>
                </p14:cNvPr>
                <p14:cNvContentPartPr/>
                <p14:nvPr/>
              </p14:nvContentPartPr>
              <p14:xfrm>
                <a:off x="6959091" y="4943999"/>
                <a:ext cx="183600" cy="56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CA94E7-0960-FEC1-D25A-2CBB425308F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50451" y="4935359"/>
                  <a:ext cx="201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75D2930-2494-7622-27F7-2C6CBE11F68F}"/>
                    </a:ext>
                  </a:extLst>
                </p14:cNvPr>
                <p14:cNvContentPartPr/>
                <p14:nvPr/>
              </p14:nvContentPartPr>
              <p14:xfrm>
                <a:off x="7231971" y="4911599"/>
                <a:ext cx="154440" cy="27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75D2930-2494-7622-27F7-2C6CBE11F6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22971" y="4902959"/>
                  <a:ext cx="172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221D21-21F3-EB53-B5A2-B7B8719927C7}"/>
                    </a:ext>
                  </a:extLst>
                </p14:cNvPr>
                <p14:cNvContentPartPr/>
                <p14:nvPr/>
              </p14:nvContentPartPr>
              <p14:xfrm>
                <a:off x="7358691" y="4769039"/>
                <a:ext cx="69840" cy="219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3221D21-21F3-EB53-B5A2-B7B8719927C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350051" y="4760039"/>
                  <a:ext cx="87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A8690DF-AC8D-8505-1AF0-2D38B267C7EF}"/>
                    </a:ext>
                  </a:extLst>
                </p14:cNvPr>
                <p14:cNvContentPartPr/>
                <p14:nvPr/>
              </p14:nvContentPartPr>
              <p14:xfrm>
                <a:off x="7435371" y="4903679"/>
                <a:ext cx="142920" cy="64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A8690DF-AC8D-8505-1AF0-2D38B267C7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26731" y="4895039"/>
                  <a:ext cx="160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D089DF1-D31B-355F-6E7F-05BB739F93B2}"/>
                    </a:ext>
                  </a:extLst>
                </p14:cNvPr>
                <p14:cNvContentPartPr/>
                <p14:nvPr/>
              </p14:nvContentPartPr>
              <p14:xfrm>
                <a:off x="7528611" y="4740959"/>
                <a:ext cx="189000" cy="288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D089DF1-D31B-355F-6E7F-05BB739F93B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19611" y="4731959"/>
                  <a:ext cx="2066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C278FE9-CD42-33F8-126E-C0958AAE368B}"/>
                    </a:ext>
                  </a:extLst>
                </p14:cNvPr>
                <p14:cNvContentPartPr/>
                <p14:nvPr/>
              </p14:nvContentPartPr>
              <p14:xfrm>
                <a:off x="7234851" y="4896119"/>
                <a:ext cx="82440" cy="26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C278FE9-CD42-33F8-126E-C0958AAE368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25851" y="4887479"/>
                  <a:ext cx="100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4C3B05E-FEAA-6E05-D6B5-B21FD96F5043}"/>
                    </a:ext>
                  </a:extLst>
                </p14:cNvPr>
                <p14:cNvContentPartPr/>
                <p14:nvPr/>
              </p14:nvContentPartPr>
              <p14:xfrm>
                <a:off x="7188411" y="4901159"/>
                <a:ext cx="101880" cy="21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4C3B05E-FEAA-6E05-D6B5-B21FD96F504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79771" y="4892519"/>
                  <a:ext cx="119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4AE7450-E1A8-F48D-1AED-119841318CDB}"/>
                    </a:ext>
                  </a:extLst>
                </p14:cNvPr>
                <p14:cNvContentPartPr/>
                <p14:nvPr/>
              </p14:nvContentPartPr>
              <p14:xfrm>
                <a:off x="6275451" y="5190239"/>
                <a:ext cx="1696680" cy="28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4AE7450-E1A8-F48D-1AED-119841318CD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66811" y="5181599"/>
                  <a:ext cx="1714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0A7BDE-DF2D-E06F-E5D9-E47306AB94AB}"/>
                    </a:ext>
                  </a:extLst>
                </p14:cNvPr>
                <p14:cNvContentPartPr/>
                <p14:nvPr/>
              </p14:nvContentPartPr>
              <p14:xfrm>
                <a:off x="7857651" y="5123279"/>
                <a:ext cx="169560" cy="126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0A7BDE-DF2D-E06F-E5D9-E47306AB94A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49011" y="5114279"/>
                  <a:ext cx="187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7E8DE77-6B2E-1759-74A0-1469165618AF}"/>
                    </a:ext>
                  </a:extLst>
                </p14:cNvPr>
                <p14:cNvContentPartPr/>
                <p14:nvPr/>
              </p14:nvContentPartPr>
              <p14:xfrm>
                <a:off x="8093451" y="4972079"/>
                <a:ext cx="59760" cy="446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7E8DE77-6B2E-1759-74A0-1469165618A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84811" y="4963079"/>
                  <a:ext cx="774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151B94-CF6F-C860-902A-9F1824489717}"/>
                    </a:ext>
                  </a:extLst>
                </p14:cNvPr>
                <p14:cNvContentPartPr/>
                <p14:nvPr/>
              </p14:nvContentPartPr>
              <p14:xfrm>
                <a:off x="8072211" y="4862279"/>
                <a:ext cx="836640" cy="38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151B94-CF6F-C860-902A-9F182448971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63211" y="4853639"/>
                  <a:ext cx="854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530361C-4AD9-D65E-9443-460936C293FA}"/>
                    </a:ext>
                  </a:extLst>
                </p14:cNvPr>
                <p14:cNvContentPartPr/>
                <p14:nvPr/>
              </p14:nvContentPartPr>
              <p14:xfrm>
                <a:off x="9034491" y="4879919"/>
                <a:ext cx="38880" cy="579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530361C-4AD9-D65E-9443-460936C293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25491" y="4870919"/>
                  <a:ext cx="565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134854B-7335-3977-B0C4-756BE675F17C}"/>
                    </a:ext>
                  </a:extLst>
                </p14:cNvPr>
                <p14:cNvContentPartPr/>
                <p14:nvPr/>
              </p14:nvContentPartPr>
              <p14:xfrm>
                <a:off x="8284251" y="5157119"/>
                <a:ext cx="151200" cy="165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134854B-7335-3977-B0C4-756BE675F17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75251" y="5148119"/>
                  <a:ext cx="168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EC26206-4A2B-7023-D648-2974A0500041}"/>
                    </a:ext>
                  </a:extLst>
                </p14:cNvPr>
                <p14:cNvContentPartPr/>
                <p14:nvPr/>
              </p14:nvContentPartPr>
              <p14:xfrm>
                <a:off x="8453811" y="5226239"/>
                <a:ext cx="65160" cy="108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EC26206-4A2B-7023-D648-2974A05000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445171" y="5217239"/>
                  <a:ext cx="82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1899C7C-86DA-E19F-6B8F-3D4086F2B035}"/>
                    </a:ext>
                  </a:extLst>
                </p14:cNvPr>
                <p14:cNvContentPartPr/>
                <p14:nvPr/>
              </p14:nvContentPartPr>
              <p14:xfrm>
                <a:off x="8377491" y="5146319"/>
                <a:ext cx="181080" cy="28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1899C7C-86DA-E19F-6B8F-3D4086F2B03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68491" y="5137319"/>
                  <a:ext cx="198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57CCF65-4618-7FCB-5B2D-174978A97FFD}"/>
                    </a:ext>
                  </a:extLst>
                </p14:cNvPr>
                <p14:cNvContentPartPr/>
                <p14:nvPr/>
              </p14:nvContentPartPr>
              <p14:xfrm>
                <a:off x="8727771" y="5190599"/>
                <a:ext cx="19440" cy="97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57CCF65-4618-7FCB-5B2D-174978A97F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18771" y="5181599"/>
                  <a:ext cx="37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BEB1971-BC02-F2AD-48E6-0E48CD45D36C}"/>
                    </a:ext>
                  </a:extLst>
                </p14:cNvPr>
                <p14:cNvContentPartPr/>
                <p14:nvPr/>
              </p14:nvContentPartPr>
              <p14:xfrm>
                <a:off x="8655771" y="5128319"/>
                <a:ext cx="99720" cy="18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BEB1971-BC02-F2AD-48E6-0E48CD45D36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46771" y="5119679"/>
                  <a:ext cx="117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BE90338-94EF-696B-724C-D4B5BAAE87AF}"/>
                    </a:ext>
                  </a:extLst>
                </p14:cNvPr>
                <p14:cNvContentPartPr/>
                <p14:nvPr/>
              </p14:nvContentPartPr>
              <p14:xfrm>
                <a:off x="8689971" y="5316599"/>
                <a:ext cx="120240" cy="21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BE90338-94EF-696B-724C-D4B5BAAE87A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81331" y="5307599"/>
                  <a:ext cx="137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9C271C-20B9-C243-7366-6234FCE8F3A0}"/>
                    </a:ext>
                  </a:extLst>
                </p14:cNvPr>
                <p14:cNvContentPartPr/>
                <p14:nvPr/>
              </p14:nvContentPartPr>
              <p14:xfrm>
                <a:off x="9045291" y="5168279"/>
                <a:ext cx="1421280" cy="39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9C271C-20B9-C243-7366-6234FCE8F3A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36291" y="5159279"/>
                  <a:ext cx="1438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E065AA0-DA65-7028-EA29-1A624C4737BA}"/>
                    </a:ext>
                  </a:extLst>
                </p14:cNvPr>
                <p14:cNvContentPartPr/>
                <p14:nvPr/>
              </p14:nvContentPartPr>
              <p14:xfrm>
                <a:off x="9313491" y="4834559"/>
                <a:ext cx="149760" cy="110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E065AA0-DA65-7028-EA29-1A624C4737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04851" y="4825919"/>
                  <a:ext cx="167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42C9EE0-5141-4C3E-660B-901BB0E289E9}"/>
                    </a:ext>
                  </a:extLst>
                </p14:cNvPr>
                <p14:cNvContentPartPr/>
                <p14:nvPr/>
              </p14:nvContentPartPr>
              <p14:xfrm>
                <a:off x="9379371" y="4867319"/>
                <a:ext cx="65880" cy="103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42C9EE0-5141-4C3E-660B-901BB0E289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70371" y="4858679"/>
                  <a:ext cx="83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A62BC7F-2559-DF2F-5722-674590FD930D}"/>
                    </a:ext>
                  </a:extLst>
                </p14:cNvPr>
                <p14:cNvContentPartPr/>
                <p14:nvPr/>
              </p14:nvContentPartPr>
              <p14:xfrm>
                <a:off x="9504651" y="4708919"/>
                <a:ext cx="106920" cy="290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A62BC7F-2559-DF2F-5722-674590FD930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495651" y="4699919"/>
                  <a:ext cx="1245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45E3A8A-D41B-7EBE-17CC-D0BF2A331C21}"/>
                    </a:ext>
                  </a:extLst>
                </p14:cNvPr>
                <p14:cNvContentPartPr/>
                <p14:nvPr/>
              </p14:nvContentPartPr>
              <p14:xfrm>
                <a:off x="9592851" y="4729079"/>
                <a:ext cx="56520" cy="202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45E3A8A-D41B-7EBE-17CC-D0BF2A331C2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83851" y="4720079"/>
                  <a:ext cx="74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85C6AC8-4099-443D-8277-5104118E28E8}"/>
                    </a:ext>
                  </a:extLst>
                </p14:cNvPr>
                <p14:cNvContentPartPr/>
                <p14:nvPr/>
              </p14:nvContentPartPr>
              <p14:xfrm>
                <a:off x="9658371" y="4867319"/>
                <a:ext cx="140400" cy="56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85C6AC8-4099-443D-8277-5104118E28E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49731" y="4858679"/>
                  <a:ext cx="158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AD234FD-7E32-A019-9990-FEA131D17705}"/>
                    </a:ext>
                  </a:extLst>
                </p14:cNvPr>
                <p14:cNvContentPartPr/>
                <p14:nvPr/>
              </p14:nvContentPartPr>
              <p14:xfrm>
                <a:off x="9751611" y="4682639"/>
                <a:ext cx="169560" cy="301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AD234FD-7E32-A019-9990-FEA131D1770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742611" y="4673639"/>
                  <a:ext cx="187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61801B3-8C6C-8757-EA69-AD8374815E53}"/>
                    </a:ext>
                  </a:extLst>
                </p14:cNvPr>
                <p14:cNvContentPartPr/>
                <p14:nvPr/>
              </p14:nvContentPartPr>
              <p14:xfrm>
                <a:off x="10030971" y="4823759"/>
                <a:ext cx="3600" cy="3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61801B3-8C6C-8757-EA69-AD8374815E5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21971" y="4814759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E29F68F-FDCF-8571-D1B9-59CFB3D2813B}"/>
                    </a:ext>
                  </a:extLst>
                </p14:cNvPr>
                <p14:cNvContentPartPr/>
                <p14:nvPr/>
              </p14:nvContentPartPr>
              <p14:xfrm>
                <a:off x="10111611" y="4698479"/>
                <a:ext cx="155160" cy="251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E29F68F-FDCF-8571-D1B9-59CFB3D2813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02971" y="4689839"/>
                  <a:ext cx="172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5E610A4-3851-F47F-8F10-2CEAF12BEC61}"/>
                    </a:ext>
                  </a:extLst>
                </p14:cNvPr>
                <p14:cNvContentPartPr/>
                <p14:nvPr/>
              </p14:nvContentPartPr>
              <p14:xfrm>
                <a:off x="10327611" y="4654199"/>
                <a:ext cx="110160" cy="300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5E610A4-3851-F47F-8F10-2CEAF12BEC6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18611" y="4645559"/>
                  <a:ext cx="127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65A866C-F255-C75A-5D8E-CC2E5A08078E}"/>
                    </a:ext>
                  </a:extLst>
                </p14:cNvPr>
                <p14:cNvContentPartPr/>
                <p14:nvPr/>
              </p14:nvContentPartPr>
              <p14:xfrm>
                <a:off x="10452531" y="4829159"/>
                <a:ext cx="196920" cy="96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65A866C-F255-C75A-5D8E-CC2E5A08078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43531" y="4820519"/>
                  <a:ext cx="214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AF7663F-7F7C-DF98-6538-CBA5B9E4BA72}"/>
                    </a:ext>
                  </a:extLst>
                </p14:cNvPr>
                <p14:cNvContentPartPr/>
                <p14:nvPr/>
              </p14:nvContentPartPr>
              <p14:xfrm>
                <a:off x="10815411" y="4845719"/>
                <a:ext cx="75240" cy="22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AF7663F-7F7C-DF98-6538-CBA5B9E4BA7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06771" y="4837079"/>
                  <a:ext cx="92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C6BB979-7973-8FB2-9014-AE6D3EA1C1A0}"/>
                    </a:ext>
                  </a:extLst>
                </p14:cNvPr>
                <p14:cNvContentPartPr/>
                <p14:nvPr/>
              </p14:nvContentPartPr>
              <p14:xfrm>
                <a:off x="10918731" y="4706039"/>
                <a:ext cx="48960" cy="219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C6BB979-7973-8FB2-9014-AE6D3EA1C1A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09731" y="4697399"/>
                  <a:ext cx="66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F404EA2-6435-AFB5-F5DA-01A8C56FAF91}"/>
                    </a:ext>
                  </a:extLst>
                </p14:cNvPr>
                <p14:cNvContentPartPr/>
                <p14:nvPr/>
              </p14:nvContentPartPr>
              <p14:xfrm>
                <a:off x="10991451" y="4851119"/>
                <a:ext cx="140400" cy="46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F404EA2-6435-AFB5-F5DA-01A8C56FAF9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82451" y="4842119"/>
                  <a:ext cx="158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18457D1-4406-CFAE-0B42-D5877B1358C0}"/>
                    </a:ext>
                  </a:extLst>
                </p14:cNvPr>
                <p14:cNvContentPartPr/>
                <p14:nvPr/>
              </p14:nvContentPartPr>
              <p14:xfrm>
                <a:off x="11076771" y="4636559"/>
                <a:ext cx="245880" cy="323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18457D1-4406-CFAE-0B42-D5877B1358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67771" y="4627919"/>
                  <a:ext cx="263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345E420-BAAA-5C46-D125-51F626BAE558}"/>
                    </a:ext>
                  </a:extLst>
                </p14:cNvPr>
                <p14:cNvContentPartPr/>
                <p14:nvPr/>
              </p14:nvContentPartPr>
              <p14:xfrm>
                <a:off x="10973451" y="4845359"/>
                <a:ext cx="70920" cy="27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345E420-BAAA-5C46-D125-51F626BAE5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64451" y="4836719"/>
                  <a:ext cx="88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08B9C25-8C36-B470-5E8E-33322E7BC6FE}"/>
                    </a:ext>
                  </a:extLst>
                </p14:cNvPr>
                <p14:cNvContentPartPr/>
                <p14:nvPr/>
              </p14:nvContentPartPr>
              <p14:xfrm>
                <a:off x="10761051" y="4834559"/>
                <a:ext cx="86040" cy="15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08B9C25-8C36-B470-5E8E-33322E7BC6F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52051" y="4825919"/>
                  <a:ext cx="103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E79BAC9-D0C4-6360-8B5A-323C5ECAE052}"/>
                    </a:ext>
                  </a:extLst>
                </p14:cNvPr>
                <p14:cNvContentPartPr/>
                <p14:nvPr/>
              </p14:nvContentPartPr>
              <p14:xfrm>
                <a:off x="5688291" y="5721239"/>
                <a:ext cx="322560" cy="209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E79BAC9-D0C4-6360-8B5A-323C5ECAE05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79651" y="5712599"/>
                  <a:ext cx="340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E0AE96F-2AF7-58A5-7BA8-F87A71BAA2F7}"/>
                    </a:ext>
                  </a:extLst>
                </p14:cNvPr>
                <p14:cNvContentPartPr/>
                <p14:nvPr/>
              </p14:nvContentPartPr>
              <p14:xfrm>
                <a:off x="5732931" y="6044159"/>
                <a:ext cx="27720" cy="136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E0AE96F-2AF7-58A5-7BA8-F87A71BAA2F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724291" y="6035159"/>
                  <a:ext cx="45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185DD54-AED7-EE92-E9D1-E6AB3AB7EE3B}"/>
                    </a:ext>
                  </a:extLst>
                </p14:cNvPr>
                <p14:cNvContentPartPr/>
                <p14:nvPr/>
              </p14:nvContentPartPr>
              <p14:xfrm>
                <a:off x="5754531" y="6122639"/>
                <a:ext cx="135720" cy="42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185DD54-AED7-EE92-E9D1-E6AB3AB7EE3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45531" y="6113999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9E68FB1-AF0C-677E-080A-572BCB2136EF}"/>
                    </a:ext>
                  </a:extLst>
                </p14:cNvPr>
                <p14:cNvContentPartPr/>
                <p14:nvPr/>
              </p14:nvContentPartPr>
              <p14:xfrm>
                <a:off x="6109131" y="5834999"/>
                <a:ext cx="159120" cy="97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9E68FB1-AF0C-677E-080A-572BCB2136E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100491" y="5825999"/>
                  <a:ext cx="176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C4FCEE-3B25-86B1-BB9E-332BE277A84E}"/>
                    </a:ext>
                  </a:extLst>
                </p14:cNvPr>
                <p14:cNvContentPartPr/>
                <p14:nvPr/>
              </p14:nvContentPartPr>
              <p14:xfrm>
                <a:off x="6192651" y="5858399"/>
                <a:ext cx="38520" cy="103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C4FCEE-3B25-86B1-BB9E-332BE277A84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83651" y="5849759"/>
                  <a:ext cx="56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FBBBC50-A0A4-1255-3AF4-DA28AA1F517A}"/>
                    </a:ext>
                  </a:extLst>
                </p14:cNvPr>
                <p14:cNvContentPartPr/>
                <p14:nvPr/>
              </p14:nvContentPartPr>
              <p14:xfrm>
                <a:off x="6229731" y="5710439"/>
                <a:ext cx="159120" cy="275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FBBBC50-A0A4-1255-3AF4-DA28AA1F517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20731" y="5701799"/>
                  <a:ext cx="176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725117F-D099-9606-54CC-A682C8C47E55}"/>
                    </a:ext>
                  </a:extLst>
                </p14:cNvPr>
                <p14:cNvContentPartPr/>
                <p14:nvPr/>
              </p14:nvContentPartPr>
              <p14:xfrm>
                <a:off x="6394971" y="5777759"/>
                <a:ext cx="48960" cy="172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725117F-D099-9606-54CC-A682C8C47E5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86331" y="5769119"/>
                  <a:ext cx="66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E1A131A-202C-573C-96C7-B239B890AC67}"/>
                    </a:ext>
                  </a:extLst>
                </p14:cNvPr>
                <p14:cNvContentPartPr/>
                <p14:nvPr/>
              </p14:nvContentPartPr>
              <p14:xfrm>
                <a:off x="6449331" y="5885759"/>
                <a:ext cx="135720" cy="66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E1A131A-202C-573C-96C7-B239B890AC6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40331" y="5877119"/>
                  <a:ext cx="153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A97C9C5-2195-41DE-315C-AC31DCCDFB54}"/>
                    </a:ext>
                  </a:extLst>
                </p14:cNvPr>
                <p14:cNvContentPartPr/>
                <p14:nvPr/>
              </p14:nvContentPartPr>
              <p14:xfrm>
                <a:off x="6504771" y="5705399"/>
                <a:ext cx="159120" cy="312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A97C9C5-2195-41DE-315C-AC31DCCDFB5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95771" y="5696759"/>
                  <a:ext cx="1767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D5B59D4-FB0B-1053-7387-0FD4525603E6}"/>
                    </a:ext>
                  </a:extLst>
                </p14:cNvPr>
                <p14:cNvContentPartPr/>
                <p14:nvPr/>
              </p14:nvContentPartPr>
              <p14:xfrm>
                <a:off x="6763971" y="5864159"/>
                <a:ext cx="20160" cy="13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D5B59D4-FB0B-1053-7387-0FD4525603E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55331" y="5855159"/>
                  <a:ext cx="37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8F2BA8B-40CA-10A4-C8C4-76209AB9C973}"/>
                    </a:ext>
                  </a:extLst>
                </p14:cNvPr>
                <p14:cNvContentPartPr/>
                <p14:nvPr/>
              </p14:nvContentPartPr>
              <p14:xfrm>
                <a:off x="6868731" y="5728079"/>
                <a:ext cx="146160" cy="224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8F2BA8B-40CA-10A4-C8C4-76209AB9C97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0091" y="5719079"/>
                  <a:ext cx="163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E6EA703-6E91-74DF-D84C-C50C7D3C7268}"/>
                    </a:ext>
                  </a:extLst>
                </p14:cNvPr>
                <p14:cNvContentPartPr/>
                <p14:nvPr/>
              </p14:nvContentPartPr>
              <p14:xfrm>
                <a:off x="6998331" y="5666519"/>
                <a:ext cx="154080" cy="335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E6EA703-6E91-74DF-D84C-C50C7D3C726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89691" y="5657519"/>
                  <a:ext cx="171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1BBB39B-59BF-B17D-1EE1-5993AA9554B5}"/>
                    </a:ext>
                  </a:extLst>
                </p14:cNvPr>
                <p14:cNvContentPartPr/>
                <p14:nvPr/>
              </p14:nvContentPartPr>
              <p14:xfrm>
                <a:off x="7189131" y="5892599"/>
                <a:ext cx="156240" cy="42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1BBB39B-59BF-B17D-1EE1-5993AA9554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80131" y="5883959"/>
                  <a:ext cx="173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E2685B4-EDA9-1D42-54E6-0FB27DAD4872}"/>
                    </a:ext>
                  </a:extLst>
                </p14:cNvPr>
                <p14:cNvContentPartPr/>
                <p14:nvPr/>
              </p14:nvContentPartPr>
              <p14:xfrm>
                <a:off x="7449411" y="5880719"/>
                <a:ext cx="79560" cy="12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E2685B4-EDA9-1D42-54E6-0FB27DAD487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40771" y="5871719"/>
                  <a:ext cx="97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53116F2-BC5A-F12B-79BE-BA73B65DC2A6}"/>
                    </a:ext>
                  </a:extLst>
                </p14:cNvPr>
                <p14:cNvContentPartPr/>
                <p14:nvPr/>
              </p14:nvContentPartPr>
              <p14:xfrm>
                <a:off x="7528611" y="5732759"/>
                <a:ext cx="59400" cy="181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53116F2-BC5A-F12B-79BE-BA73B65DC2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19611" y="5723759"/>
                  <a:ext cx="77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D85D061-7A92-B298-2FE5-01415FC34CF2}"/>
                    </a:ext>
                  </a:extLst>
                </p14:cNvPr>
                <p14:cNvContentPartPr/>
                <p14:nvPr/>
              </p14:nvContentPartPr>
              <p14:xfrm>
                <a:off x="7572171" y="5864159"/>
                <a:ext cx="126360" cy="30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D85D061-7A92-B298-2FE5-01415FC34CF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63171" y="5855159"/>
                  <a:ext cx="144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D491564-91AE-E1CC-05B8-58E4008009A6}"/>
                    </a:ext>
                  </a:extLst>
                </p14:cNvPr>
                <p14:cNvContentPartPr/>
                <p14:nvPr/>
              </p14:nvContentPartPr>
              <p14:xfrm>
                <a:off x="7627251" y="5662919"/>
                <a:ext cx="174960" cy="277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D491564-91AE-E1CC-05B8-58E4008009A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8251" y="5654279"/>
                  <a:ext cx="192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F4344A0-A02C-9260-BABD-75AF9DD5F89C}"/>
                    </a:ext>
                  </a:extLst>
                </p14:cNvPr>
                <p14:cNvContentPartPr/>
                <p14:nvPr/>
              </p14:nvContentPartPr>
              <p14:xfrm>
                <a:off x="5801331" y="6176279"/>
                <a:ext cx="2130120" cy="136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F4344A0-A02C-9260-BABD-75AF9DD5F89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92691" y="6167639"/>
                  <a:ext cx="2147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BD614B8-BA43-2636-6872-1237DB4D54E9}"/>
                    </a:ext>
                  </a:extLst>
                </p14:cNvPr>
                <p14:cNvContentPartPr/>
                <p14:nvPr/>
              </p14:nvContentPartPr>
              <p14:xfrm>
                <a:off x="7774851" y="6110039"/>
                <a:ext cx="367560" cy="141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BD614B8-BA43-2636-6872-1237DB4D54E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65851" y="6101039"/>
                  <a:ext cx="385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6B81D1-A4BD-64B8-FC6C-ACA7EEF3BAB7}"/>
                    </a:ext>
                  </a:extLst>
                </p14:cNvPr>
                <p14:cNvContentPartPr/>
                <p14:nvPr/>
              </p14:nvContentPartPr>
              <p14:xfrm>
                <a:off x="8153211" y="5927519"/>
                <a:ext cx="76680" cy="589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6B81D1-A4BD-64B8-FC6C-ACA7EEF3BAB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144571" y="5918879"/>
                  <a:ext cx="9432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F53B3EF-C764-291F-70F0-D513EAEC63E8}"/>
                    </a:ext>
                  </a:extLst>
                </p14:cNvPr>
                <p14:cNvContentPartPr/>
                <p14:nvPr/>
              </p14:nvContentPartPr>
              <p14:xfrm>
                <a:off x="8133411" y="5895479"/>
                <a:ext cx="923040" cy="35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F53B3EF-C764-291F-70F0-D513EAEC63E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24771" y="5886839"/>
                  <a:ext cx="940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346505F-4975-25D4-A327-8B877B2FC4C4}"/>
                    </a:ext>
                  </a:extLst>
                </p14:cNvPr>
                <p14:cNvContentPartPr/>
                <p14:nvPr/>
              </p14:nvContentPartPr>
              <p14:xfrm>
                <a:off x="9061851" y="5932919"/>
                <a:ext cx="27000" cy="488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346505F-4975-25D4-A327-8B877B2FC4C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52851" y="5924279"/>
                  <a:ext cx="4464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39CEA45-D147-ABA4-510F-83BE6F480BF6}"/>
                    </a:ext>
                  </a:extLst>
                </p14:cNvPr>
                <p14:cNvContentPartPr/>
                <p14:nvPr/>
              </p14:nvContentPartPr>
              <p14:xfrm>
                <a:off x="8278851" y="6507839"/>
                <a:ext cx="804960" cy="42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39CEA45-D147-ABA4-510F-83BE6F480BF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269851" y="6499199"/>
                  <a:ext cx="822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45F3FF5-0B87-6CD2-56D9-78124C7AD0B0}"/>
                    </a:ext>
                  </a:extLst>
                </p14:cNvPr>
                <p14:cNvContentPartPr/>
                <p14:nvPr/>
              </p14:nvContentPartPr>
              <p14:xfrm>
                <a:off x="8327811" y="6165119"/>
                <a:ext cx="149400" cy="187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45F3FF5-0B87-6CD2-56D9-78124C7AD0B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319171" y="6156479"/>
                  <a:ext cx="167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72838AF-B9E1-36E0-DEA1-AF9476691BD2}"/>
                    </a:ext>
                  </a:extLst>
                </p14:cNvPr>
                <p14:cNvContentPartPr/>
                <p14:nvPr/>
              </p14:nvContentPartPr>
              <p14:xfrm>
                <a:off x="8514291" y="6219839"/>
                <a:ext cx="16560" cy="87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72838AF-B9E1-36E0-DEA1-AF9476691BD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05291" y="6211199"/>
                  <a:ext cx="34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22CA756-7082-A0EE-6D8C-B4BF1D7D2B56}"/>
                    </a:ext>
                  </a:extLst>
                </p14:cNvPr>
                <p14:cNvContentPartPr/>
                <p14:nvPr/>
              </p14:nvContentPartPr>
              <p14:xfrm>
                <a:off x="8457771" y="6161159"/>
                <a:ext cx="105840" cy="20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22CA756-7082-A0EE-6D8C-B4BF1D7D2B5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449131" y="6152159"/>
                  <a:ext cx="123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07590B0-55F2-B227-731B-8E40FC10E803}"/>
                    </a:ext>
                  </a:extLst>
                </p14:cNvPr>
                <p14:cNvContentPartPr/>
                <p14:nvPr/>
              </p14:nvContentPartPr>
              <p14:xfrm>
                <a:off x="8716611" y="6219839"/>
                <a:ext cx="11160" cy="65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07590B0-55F2-B227-731B-8E40FC10E8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07971" y="6211199"/>
                  <a:ext cx="288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B68250B-B8A1-C30B-97E0-E3FBA0C16F5C}"/>
                    </a:ext>
                  </a:extLst>
                </p14:cNvPr>
                <p14:cNvContentPartPr/>
                <p14:nvPr/>
              </p14:nvContentPartPr>
              <p14:xfrm>
                <a:off x="8663331" y="6135599"/>
                <a:ext cx="70200" cy="24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B68250B-B8A1-C30B-97E0-E3FBA0C16F5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654331" y="6126959"/>
                  <a:ext cx="87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E2E6758-17AD-5415-3701-82FCCFBD254B}"/>
                    </a:ext>
                  </a:extLst>
                </p14:cNvPr>
                <p14:cNvContentPartPr/>
                <p14:nvPr/>
              </p14:nvContentPartPr>
              <p14:xfrm>
                <a:off x="8700411" y="6345839"/>
                <a:ext cx="115200" cy="11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E2E6758-17AD-5415-3701-82FCCFBD254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691771" y="6337199"/>
                  <a:ext cx="132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35F020-16F2-4798-A240-60C4865D5283}"/>
                    </a:ext>
                  </a:extLst>
                </p14:cNvPr>
                <p14:cNvContentPartPr/>
                <p14:nvPr/>
              </p14:nvContentPartPr>
              <p14:xfrm>
                <a:off x="9385851" y="5670119"/>
                <a:ext cx="340200" cy="194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35F020-16F2-4798-A240-60C4865D528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77211" y="5661119"/>
                  <a:ext cx="357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A1A522E-8D40-2037-9DAE-DCD5B116E52B}"/>
                    </a:ext>
                  </a:extLst>
                </p14:cNvPr>
                <p14:cNvContentPartPr/>
                <p14:nvPr/>
              </p14:nvContentPartPr>
              <p14:xfrm>
                <a:off x="9468291" y="5911319"/>
                <a:ext cx="26640" cy="155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A1A522E-8D40-2037-9DAE-DCD5B116E52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59291" y="5902679"/>
                  <a:ext cx="44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62AA387-791F-9E60-09E1-972E8E18EAF3}"/>
                    </a:ext>
                  </a:extLst>
                </p14:cNvPr>
                <p14:cNvContentPartPr/>
                <p14:nvPr/>
              </p14:nvContentPartPr>
              <p14:xfrm>
                <a:off x="9497451" y="6000959"/>
                <a:ext cx="119880" cy="58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62AA387-791F-9E60-09E1-972E8E18EAF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88811" y="5991959"/>
                  <a:ext cx="137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4992147-733A-8791-C816-C3D3541FBF6B}"/>
                    </a:ext>
                  </a:extLst>
                </p14:cNvPr>
                <p14:cNvContentPartPr/>
                <p14:nvPr/>
              </p14:nvContentPartPr>
              <p14:xfrm>
                <a:off x="9828291" y="5775239"/>
                <a:ext cx="112680" cy="57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4992147-733A-8791-C816-C3D3541FBF6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819291" y="5766239"/>
                  <a:ext cx="130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F9E42D2-E4DB-4C18-4EE7-905301DA63A0}"/>
                    </a:ext>
                  </a:extLst>
                </p14:cNvPr>
                <p14:cNvContentPartPr/>
                <p14:nvPr/>
              </p14:nvContentPartPr>
              <p14:xfrm>
                <a:off x="9868611" y="5770919"/>
                <a:ext cx="53280" cy="89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F9E42D2-E4DB-4C18-4EE7-905301DA63A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59611" y="5762279"/>
                  <a:ext cx="70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A0EE11-1583-EEA0-1946-84D346ED9803}"/>
                    </a:ext>
                  </a:extLst>
                </p14:cNvPr>
                <p14:cNvContentPartPr/>
                <p14:nvPr/>
              </p14:nvContentPartPr>
              <p14:xfrm>
                <a:off x="9992091" y="5627999"/>
                <a:ext cx="117000" cy="210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A0EE11-1583-EEA0-1946-84D346ED980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83091" y="5619359"/>
                  <a:ext cx="134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502994A-AC86-FC0D-B120-0E291232D320}"/>
                    </a:ext>
                  </a:extLst>
                </p14:cNvPr>
                <p14:cNvContentPartPr/>
                <p14:nvPr/>
              </p14:nvContentPartPr>
              <p14:xfrm>
                <a:off x="10091451" y="5641679"/>
                <a:ext cx="42120" cy="178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502994A-AC86-FC0D-B120-0E291232D32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082811" y="5633039"/>
                  <a:ext cx="59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1E481C8-E412-2BF6-996D-070A813A8C74}"/>
                    </a:ext>
                  </a:extLst>
                </p14:cNvPr>
                <p14:cNvContentPartPr/>
                <p14:nvPr/>
              </p14:nvContentPartPr>
              <p14:xfrm>
                <a:off x="10145451" y="5748959"/>
                <a:ext cx="87480" cy="66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1E481C8-E412-2BF6-996D-070A813A8C7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136811" y="5740319"/>
                  <a:ext cx="105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9DBFE11-DC86-F547-94A0-C1C50D47B61F}"/>
                    </a:ext>
                  </a:extLst>
                </p14:cNvPr>
                <p14:cNvContentPartPr/>
                <p14:nvPr/>
              </p14:nvContentPartPr>
              <p14:xfrm>
                <a:off x="10217091" y="5600639"/>
                <a:ext cx="147600" cy="275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9DBFE11-DC86-F547-94A0-C1C50D47B61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208091" y="5591639"/>
                  <a:ext cx="165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3C696B1-4708-1A73-FD47-EAFD39B540E0}"/>
                    </a:ext>
                  </a:extLst>
                </p14:cNvPr>
                <p14:cNvContentPartPr/>
                <p14:nvPr/>
              </p14:nvContentPartPr>
              <p14:xfrm>
                <a:off x="10425171" y="5738159"/>
                <a:ext cx="3600" cy="3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3C696B1-4708-1A73-FD47-EAFD39B540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16171" y="5729159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5F7FAF4-2A38-5DDA-C65C-10DF857D1767}"/>
                    </a:ext>
                  </a:extLst>
                </p14:cNvPr>
                <p14:cNvContentPartPr/>
                <p14:nvPr/>
              </p14:nvContentPartPr>
              <p14:xfrm>
                <a:off x="10485291" y="5584799"/>
                <a:ext cx="159480" cy="239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5F7FAF4-2A38-5DDA-C65C-10DF857D176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476651" y="5575799"/>
                  <a:ext cx="177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E79943E-183A-E8B8-297B-A9D0E666446D}"/>
                    </a:ext>
                  </a:extLst>
                </p14:cNvPr>
                <p14:cNvContentPartPr/>
                <p14:nvPr/>
              </p14:nvContentPartPr>
              <p14:xfrm>
                <a:off x="10686171" y="5568599"/>
                <a:ext cx="158040" cy="267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E79943E-183A-E8B8-297B-A9D0E666446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677531" y="5559599"/>
                  <a:ext cx="175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491C491-78B2-E2CB-FA7A-01EA1B76E21E}"/>
                    </a:ext>
                  </a:extLst>
                </p14:cNvPr>
                <p14:cNvContentPartPr/>
                <p14:nvPr/>
              </p14:nvContentPartPr>
              <p14:xfrm>
                <a:off x="10824771" y="5715479"/>
                <a:ext cx="171720" cy="75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491C491-78B2-E2CB-FA7A-01EA1B76E21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815771" y="5706479"/>
                  <a:ext cx="189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EC1A131-7382-F6A0-CC2E-B2A59E8E432B}"/>
                    </a:ext>
                  </a:extLst>
                </p14:cNvPr>
                <p14:cNvContentPartPr/>
                <p14:nvPr/>
              </p14:nvContentPartPr>
              <p14:xfrm>
                <a:off x="11072811" y="5721959"/>
                <a:ext cx="69840" cy="11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EC1A131-7382-F6A0-CC2E-B2A59E8E432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064171" y="5712959"/>
                  <a:ext cx="87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4A815A-22D2-A9A9-43D1-8DFF02812104}"/>
                    </a:ext>
                  </a:extLst>
                </p14:cNvPr>
                <p14:cNvContentPartPr/>
                <p14:nvPr/>
              </p14:nvContentPartPr>
              <p14:xfrm>
                <a:off x="11218971" y="5584799"/>
                <a:ext cx="70920" cy="203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4A815A-22D2-A9A9-43D1-8DFF0281210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210331" y="5575799"/>
                  <a:ext cx="885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E07EC1B-6C6D-1541-34D1-46B49E948E2C}"/>
                    </a:ext>
                  </a:extLst>
                </p14:cNvPr>
                <p14:cNvContentPartPr/>
                <p14:nvPr/>
              </p14:nvContentPartPr>
              <p14:xfrm>
                <a:off x="11270451" y="5703599"/>
                <a:ext cx="122760" cy="56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E07EC1B-6C6D-1541-34D1-46B49E948E2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261811" y="5694599"/>
                  <a:ext cx="140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8650268-2274-873B-8C8A-1FAA59DE74A6}"/>
                    </a:ext>
                  </a:extLst>
                </p14:cNvPr>
                <p14:cNvContentPartPr/>
                <p14:nvPr/>
              </p14:nvContentPartPr>
              <p14:xfrm>
                <a:off x="11355771" y="5537999"/>
                <a:ext cx="102240" cy="254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8650268-2274-873B-8C8A-1FAA59DE74A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347131" y="5529359"/>
                  <a:ext cx="1198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DD4BC67-1380-E150-75A6-5F64E40337FF}"/>
                    </a:ext>
                  </a:extLst>
                </p14:cNvPr>
                <p14:cNvContentPartPr/>
                <p14:nvPr/>
              </p14:nvContentPartPr>
              <p14:xfrm>
                <a:off x="9072651" y="6106799"/>
                <a:ext cx="2058840" cy="119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DD4BC67-1380-E150-75A6-5F64E40337F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063651" y="6097799"/>
                  <a:ext cx="2076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D0F4A94-0E07-C7BA-AD6E-213D60CC5950}"/>
                    </a:ext>
                  </a:extLst>
                </p14:cNvPr>
                <p14:cNvContentPartPr/>
                <p14:nvPr/>
              </p14:nvContentPartPr>
              <p14:xfrm>
                <a:off x="10348851" y="5094119"/>
                <a:ext cx="220320" cy="141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D0F4A94-0E07-C7BA-AD6E-213D60CC595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339851" y="5085479"/>
                  <a:ext cx="23796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ED41906-C56D-51A5-06DB-BF008B984969}"/>
              </a:ext>
            </a:extLst>
          </p:cNvPr>
          <p:cNvGrpSpPr/>
          <p:nvPr/>
        </p:nvGrpSpPr>
        <p:grpSpPr>
          <a:xfrm>
            <a:off x="9292611" y="3068039"/>
            <a:ext cx="2292120" cy="2327760"/>
            <a:chOff x="9292611" y="3068039"/>
            <a:chExt cx="2292120" cy="23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FC560F5-EABD-4BD4-9B6C-03B0732D7007}"/>
                    </a:ext>
                  </a:extLst>
                </p14:cNvPr>
                <p14:cNvContentPartPr/>
                <p14:nvPr/>
              </p14:nvContentPartPr>
              <p14:xfrm>
                <a:off x="11043651" y="3672839"/>
                <a:ext cx="541080" cy="17229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FC560F5-EABD-4BD4-9B6C-03B0732D700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035011" y="3664199"/>
                  <a:ext cx="558720" cy="17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354342C-BD6D-6BC2-83BB-9DA7F34231CA}"/>
                    </a:ext>
                  </a:extLst>
                </p14:cNvPr>
                <p14:cNvContentPartPr/>
                <p14:nvPr/>
              </p14:nvContentPartPr>
              <p14:xfrm>
                <a:off x="10309971" y="3126359"/>
                <a:ext cx="259200" cy="136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354342C-BD6D-6BC2-83BB-9DA7F34231C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301331" y="3117359"/>
                  <a:ext cx="276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385421E-7FF8-AF8A-D443-7FA25FBCA823}"/>
                    </a:ext>
                  </a:extLst>
                </p14:cNvPr>
                <p14:cNvContentPartPr/>
                <p14:nvPr/>
              </p14:nvContentPartPr>
              <p14:xfrm>
                <a:off x="10588971" y="3068039"/>
                <a:ext cx="185040" cy="174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385421E-7FF8-AF8A-D443-7FA25FBCA82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580331" y="3059399"/>
                  <a:ext cx="2026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31F72D7-8FDF-59F8-94D4-6DE77BF98500}"/>
                    </a:ext>
                  </a:extLst>
                </p14:cNvPr>
                <p14:cNvContentPartPr/>
                <p14:nvPr/>
              </p14:nvContentPartPr>
              <p14:xfrm>
                <a:off x="9292611" y="3358199"/>
                <a:ext cx="334800" cy="255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31F72D7-8FDF-59F8-94D4-6DE77BF9850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283611" y="3349199"/>
                  <a:ext cx="352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6A399CA-AD5A-75F5-2C28-AB11D31340F0}"/>
                    </a:ext>
                  </a:extLst>
                </p14:cNvPr>
                <p14:cNvContentPartPr/>
                <p14:nvPr/>
              </p14:nvContentPartPr>
              <p14:xfrm>
                <a:off x="9625611" y="3453599"/>
                <a:ext cx="109800" cy="125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6A399CA-AD5A-75F5-2C28-AB11D31340F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616971" y="3444959"/>
                  <a:ext cx="127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542ECE8-996D-5EBB-2365-E0B047115018}"/>
                    </a:ext>
                  </a:extLst>
                </p14:cNvPr>
                <p14:cNvContentPartPr/>
                <p14:nvPr/>
              </p14:nvContentPartPr>
              <p14:xfrm>
                <a:off x="9778251" y="3476639"/>
                <a:ext cx="160200" cy="138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542ECE8-996D-5EBB-2365-E0B04711501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769251" y="3467999"/>
                  <a:ext cx="177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C6FD14F-9FAC-AEDD-C73D-EB9C69E7A963}"/>
                    </a:ext>
                  </a:extLst>
                </p14:cNvPr>
                <p14:cNvContentPartPr/>
                <p14:nvPr/>
              </p14:nvContentPartPr>
              <p14:xfrm>
                <a:off x="9888411" y="3399959"/>
                <a:ext cx="82080" cy="190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C6FD14F-9FAC-AEDD-C73D-EB9C69E7A96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879771" y="3391319"/>
                  <a:ext cx="99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CC72F2A-F6C0-A060-980A-CDD3331AE1B3}"/>
                    </a:ext>
                  </a:extLst>
                </p14:cNvPr>
                <p14:cNvContentPartPr/>
                <p14:nvPr/>
              </p14:nvContentPartPr>
              <p14:xfrm>
                <a:off x="9988851" y="3470519"/>
                <a:ext cx="95760" cy="122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CC72F2A-F6C0-A060-980A-CDD3331AE1B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980211" y="3461519"/>
                  <a:ext cx="113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008E9B8-06E0-6B54-A44A-22E66B09068B}"/>
                    </a:ext>
                  </a:extLst>
                </p14:cNvPr>
                <p14:cNvContentPartPr/>
                <p14:nvPr/>
              </p14:nvContentPartPr>
              <p14:xfrm>
                <a:off x="10139331" y="3464759"/>
                <a:ext cx="252720" cy="194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008E9B8-06E0-6B54-A44A-22E66B09068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130331" y="3455759"/>
                  <a:ext cx="270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F311C97-163E-1C1F-5E70-A501F164B231}"/>
                    </a:ext>
                  </a:extLst>
                </p14:cNvPr>
                <p14:cNvContentPartPr/>
                <p14:nvPr/>
              </p14:nvContentPartPr>
              <p14:xfrm>
                <a:off x="10484571" y="3361799"/>
                <a:ext cx="131040" cy="240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F311C97-163E-1C1F-5E70-A501F164B23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75571" y="3352799"/>
                  <a:ext cx="1486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0C1C123-C9A1-9B52-A077-F51E62ABAECB}"/>
                    </a:ext>
                  </a:extLst>
                </p14:cNvPr>
                <p14:cNvContentPartPr/>
                <p14:nvPr/>
              </p14:nvContentPartPr>
              <p14:xfrm>
                <a:off x="9296571" y="3854279"/>
                <a:ext cx="179640" cy="1436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0C1C123-C9A1-9B52-A077-F51E62ABAEC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287571" y="3845639"/>
                  <a:ext cx="197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C7F3315-D6AA-7FFB-486A-29F7F59BD203}"/>
                    </a:ext>
                  </a:extLst>
                </p14:cNvPr>
                <p14:cNvContentPartPr/>
                <p14:nvPr/>
              </p14:nvContentPartPr>
              <p14:xfrm>
                <a:off x="9475851" y="3870839"/>
                <a:ext cx="106560" cy="116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C7F3315-D6AA-7FFB-486A-29F7F59BD20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467211" y="3862199"/>
                  <a:ext cx="124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484AC8C-1DA0-4CB2-657D-1F4F605F5692}"/>
                    </a:ext>
                  </a:extLst>
                </p14:cNvPr>
                <p14:cNvContentPartPr/>
                <p14:nvPr/>
              </p14:nvContentPartPr>
              <p14:xfrm>
                <a:off x="9620211" y="3910439"/>
                <a:ext cx="191520" cy="73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484AC8C-1DA0-4CB2-657D-1F4F605F569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611211" y="3901439"/>
                  <a:ext cx="209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B4E6DF5-9EB5-3DCB-1D7E-01C8EC9833E1}"/>
                    </a:ext>
                  </a:extLst>
                </p14:cNvPr>
                <p14:cNvContentPartPr/>
                <p14:nvPr/>
              </p14:nvContentPartPr>
              <p14:xfrm>
                <a:off x="9850251" y="3859679"/>
                <a:ext cx="99720" cy="126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B4E6DF5-9EB5-3DCB-1D7E-01C8EC9833E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841251" y="3851039"/>
                  <a:ext cx="117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8700A7C-B453-6D9E-3EAC-4F1284647A92}"/>
                    </a:ext>
                  </a:extLst>
                </p14:cNvPr>
                <p14:cNvContentPartPr/>
                <p14:nvPr/>
              </p14:nvContentPartPr>
              <p14:xfrm>
                <a:off x="10016571" y="3854639"/>
                <a:ext cx="75600" cy="120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8700A7C-B453-6D9E-3EAC-4F1284647A9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007571" y="3845639"/>
                  <a:ext cx="93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AAF67BA-A58B-E2A6-410F-D162250277B1}"/>
                    </a:ext>
                  </a:extLst>
                </p14:cNvPr>
                <p14:cNvContentPartPr/>
                <p14:nvPr/>
              </p14:nvContentPartPr>
              <p14:xfrm>
                <a:off x="10134651" y="3731879"/>
                <a:ext cx="273600" cy="281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AAF67BA-A58B-E2A6-410F-D162250277B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125651" y="3722879"/>
                  <a:ext cx="2912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1985B02-7A81-6916-D34F-6A05B712A714}"/>
                    </a:ext>
                  </a:extLst>
                </p14:cNvPr>
                <p14:cNvContentPartPr/>
                <p14:nvPr/>
              </p14:nvContentPartPr>
              <p14:xfrm>
                <a:off x="10437771" y="3713879"/>
                <a:ext cx="191520" cy="257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1985B02-7A81-6916-D34F-6A05B712A71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428771" y="3705239"/>
                  <a:ext cx="2091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D8B90FF-E3E7-E463-A95F-8B4EE48C7D9E}"/>
                    </a:ext>
                  </a:extLst>
                </p14:cNvPr>
                <p14:cNvContentPartPr/>
                <p14:nvPr/>
              </p14:nvContentPartPr>
              <p14:xfrm>
                <a:off x="10561971" y="3728639"/>
                <a:ext cx="360" cy="24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D8B90FF-E3E7-E463-A95F-8B4EE48C7D9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552971" y="3719639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C35819D-CA1E-A49F-CA1E-7FB2ECDE07C6}"/>
                    </a:ext>
                  </a:extLst>
                </p14:cNvPr>
                <p14:cNvContentPartPr/>
                <p14:nvPr/>
              </p14:nvContentPartPr>
              <p14:xfrm>
                <a:off x="10654851" y="3838079"/>
                <a:ext cx="67320" cy="93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C35819D-CA1E-A49F-CA1E-7FB2ECDE07C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645851" y="3829079"/>
                  <a:ext cx="849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4104914-5DBF-4029-1D75-00FE84E52259}"/>
                    </a:ext>
                  </a:extLst>
                </p14:cNvPr>
                <p14:cNvContentPartPr/>
                <p14:nvPr/>
              </p14:nvContentPartPr>
              <p14:xfrm>
                <a:off x="10808211" y="3854639"/>
                <a:ext cx="137880" cy="71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4104914-5DBF-4029-1D75-00FE84E5225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799571" y="3845639"/>
                  <a:ext cx="155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F02E767-976A-D9A3-1FD7-203E097AAB4C}"/>
                    </a:ext>
                  </a:extLst>
                </p14:cNvPr>
                <p14:cNvContentPartPr/>
                <p14:nvPr/>
              </p14:nvContentPartPr>
              <p14:xfrm>
                <a:off x="11000091" y="3805679"/>
                <a:ext cx="84240" cy="73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F02E767-976A-D9A3-1FD7-203E097AAB4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991091" y="3797039"/>
                  <a:ext cx="101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AE50CFF-EDED-974A-887C-C47073A6E62B}"/>
                    </a:ext>
                  </a:extLst>
                </p14:cNvPr>
                <p14:cNvContentPartPr/>
                <p14:nvPr/>
              </p14:nvContentPartPr>
              <p14:xfrm>
                <a:off x="10890651" y="3521999"/>
                <a:ext cx="54360" cy="1281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AE50CFF-EDED-974A-887C-C47073A6E62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881651" y="3513359"/>
                  <a:ext cx="72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71A7F60-FCA1-D1A0-0EFB-03980155BE65}"/>
                    </a:ext>
                  </a:extLst>
                </p14:cNvPr>
                <p14:cNvContentPartPr/>
                <p14:nvPr/>
              </p14:nvContentPartPr>
              <p14:xfrm>
                <a:off x="10930251" y="3564479"/>
                <a:ext cx="47520" cy="1368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71A7F60-FCA1-D1A0-0EFB-03980155BE6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921611" y="3555479"/>
                  <a:ext cx="65160" cy="154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convolution from impulse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derivation is worth understanding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234440"/>
            <a:ext cx="384048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1. Decompose the input into shifted impulses.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240280"/>
            <a:ext cx="49377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2. Use linearity.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" y="3246120"/>
            <a:ext cx="384048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3. Use time invariance.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297680"/>
            <a:ext cx="640080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5438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708392" y="42702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Meaning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708392" y="4544568"/>
            <a:ext cx="3328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Each input sample launches a shifted copy of h[n]; the output is their sum.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7CA3042-2184-BDC4-34D1-E2930609E6CB}"/>
              </a:ext>
            </a:extLst>
          </p:cNvPr>
          <p:cNvGrpSpPr/>
          <p:nvPr/>
        </p:nvGrpSpPr>
        <p:grpSpPr>
          <a:xfrm>
            <a:off x="8716611" y="1735679"/>
            <a:ext cx="2444040" cy="1019880"/>
            <a:chOff x="8716611" y="1735679"/>
            <a:chExt cx="2444040" cy="10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55FF2C-0971-469F-7B2B-4A2DA619B393}"/>
                    </a:ext>
                  </a:extLst>
                </p14:cNvPr>
                <p14:cNvContentPartPr/>
                <p14:nvPr/>
              </p14:nvContentPartPr>
              <p14:xfrm>
                <a:off x="8716611" y="2547479"/>
                <a:ext cx="214920" cy="131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55FF2C-0971-469F-7B2B-4A2DA619B3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07971" y="2538839"/>
                  <a:ext cx="232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A460D6-4CB4-E16C-508E-43054F0DB631}"/>
                    </a:ext>
                  </a:extLst>
                </p14:cNvPr>
                <p14:cNvContentPartPr/>
                <p14:nvPr/>
              </p14:nvContentPartPr>
              <p14:xfrm>
                <a:off x="9006771" y="2534519"/>
                <a:ext cx="135360" cy="90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A460D6-4CB4-E16C-508E-43054F0DB6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98131" y="2525879"/>
                  <a:ext cx="15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8F40BB-23CE-5D95-DF93-7021F0B7F1EE}"/>
                    </a:ext>
                  </a:extLst>
                </p14:cNvPr>
                <p14:cNvContentPartPr/>
                <p14:nvPr/>
              </p14:nvContentPartPr>
              <p14:xfrm>
                <a:off x="9362811" y="2518679"/>
                <a:ext cx="159480" cy="236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8F40BB-23CE-5D95-DF93-7021F0B7F1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54171" y="2509679"/>
                  <a:ext cx="177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D14CE6-75D7-81C3-22C8-7711E85F9FEE}"/>
                    </a:ext>
                  </a:extLst>
                </p14:cNvPr>
                <p14:cNvContentPartPr/>
                <p14:nvPr/>
              </p14:nvContentPartPr>
              <p14:xfrm>
                <a:off x="9282891" y="2346239"/>
                <a:ext cx="9360" cy="14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D14CE6-75D7-81C3-22C8-7711E85F9F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73891" y="2337239"/>
                  <a:ext cx="27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EECE986-7CB9-3B57-F48B-2EEDBFC3CE88}"/>
                    </a:ext>
                  </a:extLst>
                </p14:cNvPr>
                <p14:cNvContentPartPr/>
                <p14:nvPr/>
              </p14:nvContentPartPr>
              <p14:xfrm>
                <a:off x="9401331" y="2436959"/>
                <a:ext cx="151200" cy="66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EECE986-7CB9-3B57-F48B-2EEDBFC3CE8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92331" y="2427959"/>
                  <a:ext cx="168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8C1379-60CC-0A8D-0CC5-033BE8A4B980}"/>
                    </a:ext>
                  </a:extLst>
                </p14:cNvPr>
                <p14:cNvContentPartPr/>
                <p14:nvPr/>
              </p14:nvContentPartPr>
              <p14:xfrm>
                <a:off x="9565851" y="2346239"/>
                <a:ext cx="96120" cy="128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8C1379-60CC-0A8D-0CC5-033BE8A4B9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56851" y="2337599"/>
                  <a:ext cx="113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B375043-5A1F-5BEA-98AC-B17BDE8973DF}"/>
                    </a:ext>
                  </a:extLst>
                </p14:cNvPr>
                <p14:cNvContentPartPr/>
                <p14:nvPr/>
              </p14:nvContentPartPr>
              <p14:xfrm>
                <a:off x="9587451" y="2162639"/>
                <a:ext cx="225720" cy="27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B375043-5A1F-5BEA-98AC-B17BDE8973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78451" y="2153639"/>
                  <a:ext cx="243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BF6E1B-8394-654E-410D-34023B53596A}"/>
                    </a:ext>
                  </a:extLst>
                </p14:cNvPr>
                <p14:cNvContentPartPr/>
                <p14:nvPr/>
              </p14:nvContentPartPr>
              <p14:xfrm>
                <a:off x="9637131" y="2347319"/>
                <a:ext cx="136800" cy="34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BF6E1B-8394-654E-410D-34023B53596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28491" y="2338679"/>
                  <a:ext cx="154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D599BC-5BE4-6F75-0E8C-00F6E56A1893}"/>
                    </a:ext>
                  </a:extLst>
                </p14:cNvPr>
                <p14:cNvContentPartPr/>
                <p14:nvPr/>
              </p14:nvContentPartPr>
              <p14:xfrm>
                <a:off x="9945291" y="2093519"/>
                <a:ext cx="263880" cy="261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D599BC-5BE4-6F75-0E8C-00F6E56A189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36291" y="2084879"/>
                  <a:ext cx="281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A2099D-C73B-0E1C-0275-953C09E9BA2E}"/>
                    </a:ext>
                  </a:extLst>
                </p14:cNvPr>
                <p14:cNvContentPartPr/>
                <p14:nvPr/>
              </p14:nvContentPartPr>
              <p14:xfrm>
                <a:off x="10118451" y="2135279"/>
                <a:ext cx="9000" cy="47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A2099D-C73B-0E1C-0275-953C09E9BA2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09451" y="2126279"/>
                  <a:ext cx="26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4CC4DD-77BE-CB44-E219-A413AB32DB01}"/>
                    </a:ext>
                  </a:extLst>
                </p14:cNvPr>
                <p14:cNvContentPartPr/>
                <p14:nvPr/>
              </p14:nvContentPartPr>
              <p14:xfrm>
                <a:off x="10244451" y="1993439"/>
                <a:ext cx="172800" cy="274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4CC4DD-77BE-CB44-E219-A413AB32DB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35451" y="1984439"/>
                  <a:ext cx="1904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F91B59-F4B0-6F4F-0BC6-CCDBF5098745}"/>
                    </a:ext>
                  </a:extLst>
                </p14:cNvPr>
                <p14:cNvContentPartPr/>
                <p14:nvPr/>
              </p14:nvContentPartPr>
              <p14:xfrm>
                <a:off x="10556571" y="1916399"/>
                <a:ext cx="141480" cy="212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F91B59-F4B0-6F4F-0BC6-CCDBF509874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47571" y="1907399"/>
                  <a:ext cx="159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95152E6-9C7E-D6FE-F230-A295F19C005A}"/>
                    </a:ext>
                  </a:extLst>
                </p14:cNvPr>
                <p14:cNvContentPartPr/>
                <p14:nvPr/>
              </p14:nvContentPartPr>
              <p14:xfrm>
                <a:off x="10572771" y="1836119"/>
                <a:ext cx="288720" cy="281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95152E6-9C7E-D6FE-F230-A295F19C00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64131" y="1827479"/>
                  <a:ext cx="3063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8BBA6A-CE2F-558B-3B35-67BCAE32BE20}"/>
                    </a:ext>
                  </a:extLst>
                </p14:cNvPr>
                <p14:cNvContentPartPr/>
                <p14:nvPr/>
              </p14:nvContentPartPr>
              <p14:xfrm>
                <a:off x="10927731" y="1953479"/>
                <a:ext cx="94680" cy="10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8BBA6A-CE2F-558B-3B35-67BCAE32BE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18731" y="1944839"/>
                  <a:ext cx="112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02AC32-E685-D616-EDEF-27DC3B8E0C40}"/>
                    </a:ext>
                  </a:extLst>
                </p14:cNvPr>
                <p14:cNvContentPartPr/>
                <p14:nvPr/>
              </p14:nvContentPartPr>
              <p14:xfrm>
                <a:off x="10956171" y="1735679"/>
                <a:ext cx="204480" cy="307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02AC32-E685-D616-EDEF-27DC3B8E0C4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947531" y="1726679"/>
                  <a:ext cx="2221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C92ECF-2CFF-F072-7A23-51E5DB430743}"/>
                    </a:ext>
                  </a:extLst>
                </p14:cNvPr>
                <p14:cNvContentPartPr/>
                <p14:nvPr/>
              </p14:nvContentPartPr>
              <p14:xfrm>
                <a:off x="11032131" y="1910639"/>
                <a:ext cx="77400" cy="15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C92ECF-2CFF-F072-7A23-51E5DB43074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023491" y="1901999"/>
                  <a:ext cx="950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3BBA5C5-8A19-448C-5E8F-C6426C6A68C6}"/>
                  </a:ext>
                </a:extLst>
              </p14:cNvPr>
              <p14:cNvContentPartPr/>
              <p14:nvPr/>
            </p14:nvContentPartPr>
            <p14:xfrm>
              <a:off x="5612691" y="4949399"/>
              <a:ext cx="1539360" cy="44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3BBA5C5-8A19-448C-5E8F-C6426C6A68C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604051" y="4940399"/>
                <a:ext cx="15570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846A4420-EB21-D129-B8BE-3A48418039EB}"/>
              </a:ext>
            </a:extLst>
          </p:cNvPr>
          <p:cNvGrpSpPr/>
          <p:nvPr/>
        </p:nvGrpSpPr>
        <p:grpSpPr>
          <a:xfrm>
            <a:off x="2773371" y="5336039"/>
            <a:ext cx="1457280" cy="462960"/>
            <a:chOff x="2773371" y="5336039"/>
            <a:chExt cx="145728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A6A884-B73B-6FBA-E173-6701FE34A079}"/>
                    </a:ext>
                  </a:extLst>
                </p14:cNvPr>
                <p14:cNvContentPartPr/>
                <p14:nvPr/>
              </p14:nvContentPartPr>
              <p14:xfrm>
                <a:off x="2773371" y="5404079"/>
                <a:ext cx="129600" cy="126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A6A884-B73B-6FBA-E173-6701FE34A07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64731" y="5395439"/>
                  <a:ext cx="147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D5FC3A-9C40-F4B7-73D8-B6683325E508}"/>
                    </a:ext>
                  </a:extLst>
                </p14:cNvPr>
                <p14:cNvContentPartPr/>
                <p14:nvPr/>
              </p14:nvContentPartPr>
              <p14:xfrm>
                <a:off x="2826291" y="5442959"/>
                <a:ext cx="59760" cy="10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D5FC3A-9C40-F4B7-73D8-B6683325E5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17291" y="5433959"/>
                  <a:ext cx="77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0A0BC7-9588-CDD8-71E7-03CE23F8646B}"/>
                    </a:ext>
                  </a:extLst>
                </p14:cNvPr>
                <p14:cNvContentPartPr/>
                <p14:nvPr/>
              </p14:nvContentPartPr>
              <p14:xfrm>
                <a:off x="2971011" y="5346119"/>
                <a:ext cx="141120" cy="228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0A0BC7-9588-CDD8-71E7-03CE23F864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962011" y="5337119"/>
                  <a:ext cx="158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0A773F-EE67-48DE-41A2-1AB196261E2A}"/>
                    </a:ext>
                  </a:extLst>
                </p14:cNvPr>
                <p14:cNvContentPartPr/>
                <p14:nvPr/>
              </p14:nvContentPartPr>
              <p14:xfrm>
                <a:off x="3104571" y="5497319"/>
                <a:ext cx="178200" cy="61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0A773F-EE67-48DE-41A2-1AB196261E2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95571" y="5488319"/>
                  <a:ext cx="195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4513E9-5237-CB75-30ED-EC925DAE32C2}"/>
                    </a:ext>
                  </a:extLst>
                </p14:cNvPr>
                <p14:cNvContentPartPr/>
                <p14:nvPr/>
              </p14:nvContentPartPr>
              <p14:xfrm>
                <a:off x="3279531" y="5365199"/>
                <a:ext cx="117720" cy="264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4513E9-5237-CB75-30ED-EC925DAE32C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70891" y="5356559"/>
                  <a:ext cx="135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0EA2A1-B9A6-1E39-3045-A2A6DC1B4EA4}"/>
                    </a:ext>
                  </a:extLst>
                </p14:cNvPr>
                <p14:cNvContentPartPr/>
                <p14:nvPr/>
              </p14:nvContentPartPr>
              <p14:xfrm>
                <a:off x="3548451" y="5530079"/>
                <a:ext cx="98640" cy="10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0EA2A1-B9A6-1E39-3045-A2A6DC1B4EA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539451" y="5521439"/>
                  <a:ext cx="116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6740532-B1C9-882F-A214-D3E613617A98}"/>
                    </a:ext>
                  </a:extLst>
                </p14:cNvPr>
                <p14:cNvContentPartPr/>
                <p14:nvPr/>
              </p14:nvContentPartPr>
              <p14:xfrm>
                <a:off x="3529011" y="5460599"/>
                <a:ext cx="84960" cy="15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6740532-B1C9-882F-A214-D3E613617A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20371" y="5451599"/>
                  <a:ext cx="102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917C3F-6956-8E26-7844-ADF782736426}"/>
                    </a:ext>
                  </a:extLst>
                </p14:cNvPr>
                <p14:cNvContentPartPr/>
                <p14:nvPr/>
              </p14:nvContentPartPr>
              <p14:xfrm>
                <a:off x="3805131" y="5336039"/>
                <a:ext cx="425520" cy="212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917C3F-6956-8E26-7844-ADF78273642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96491" y="5327399"/>
                  <a:ext cx="443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1CEBD94-2DC0-4416-8CFF-6FA65377A650}"/>
                    </a:ext>
                  </a:extLst>
                </p14:cNvPr>
                <p14:cNvContentPartPr/>
                <p14:nvPr/>
              </p14:nvContentPartPr>
              <p14:xfrm>
                <a:off x="3936531" y="5639519"/>
                <a:ext cx="39240" cy="153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1CEBD94-2DC0-4416-8CFF-6FA65377A6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27891" y="5630879"/>
                  <a:ext cx="56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C20C06-614A-81DD-7984-2A9A1B2913FD}"/>
                    </a:ext>
                  </a:extLst>
                </p14:cNvPr>
                <p14:cNvContentPartPr/>
                <p14:nvPr/>
              </p14:nvContentPartPr>
              <p14:xfrm>
                <a:off x="3979371" y="5716199"/>
                <a:ext cx="160560" cy="82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C20C06-614A-81DD-7984-2A9A1B2913F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70731" y="5707199"/>
                  <a:ext cx="1782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7FCABD2-18C3-3556-0AF6-4C7BF4D9B944}"/>
              </a:ext>
            </a:extLst>
          </p:cNvPr>
          <p:cNvGrpSpPr/>
          <p:nvPr/>
        </p:nvGrpSpPr>
        <p:grpSpPr>
          <a:xfrm>
            <a:off x="4411731" y="5275559"/>
            <a:ext cx="1804320" cy="332280"/>
            <a:chOff x="4411731" y="5275559"/>
            <a:chExt cx="18043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5737F6-369B-FA71-4E40-C8631B029208}"/>
                    </a:ext>
                  </a:extLst>
                </p14:cNvPr>
                <p14:cNvContentPartPr/>
                <p14:nvPr/>
              </p14:nvContentPartPr>
              <p14:xfrm>
                <a:off x="4411731" y="5440799"/>
                <a:ext cx="141480" cy="92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5737F6-369B-FA71-4E40-C8631B02920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03091" y="5431799"/>
                  <a:ext cx="159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4E6E585-88BB-35E8-A51E-811BAD1A68A5}"/>
                    </a:ext>
                  </a:extLst>
                </p14:cNvPr>
                <p14:cNvContentPartPr/>
                <p14:nvPr/>
              </p14:nvContentPartPr>
              <p14:xfrm>
                <a:off x="4456731" y="5458799"/>
                <a:ext cx="71640" cy="67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4E6E585-88BB-35E8-A51E-811BAD1A68A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47731" y="5450159"/>
                  <a:ext cx="89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EFC522-CE5E-E161-8448-3FEF94F946CA}"/>
                    </a:ext>
                  </a:extLst>
                </p14:cNvPr>
                <p14:cNvContentPartPr/>
                <p14:nvPr/>
              </p14:nvContentPartPr>
              <p14:xfrm>
                <a:off x="4630611" y="5339639"/>
                <a:ext cx="92160" cy="224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EFC522-CE5E-E161-8448-3FEF94F946C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21611" y="5330999"/>
                  <a:ext cx="109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4AE6D8-4545-2D2C-2A71-BADFC8D93A12}"/>
                    </a:ext>
                  </a:extLst>
                </p14:cNvPr>
                <p14:cNvContentPartPr/>
                <p14:nvPr/>
              </p14:nvContentPartPr>
              <p14:xfrm>
                <a:off x="4741491" y="5371319"/>
                <a:ext cx="37800" cy="17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4AE6D8-4545-2D2C-2A71-BADFC8D93A1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32851" y="5362319"/>
                  <a:ext cx="55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FC159A-0A67-F868-046F-9F4396280505}"/>
                    </a:ext>
                  </a:extLst>
                </p14:cNvPr>
                <p14:cNvContentPartPr/>
                <p14:nvPr/>
              </p14:nvContentPartPr>
              <p14:xfrm>
                <a:off x="4801971" y="5475359"/>
                <a:ext cx="119880" cy="66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FC159A-0A67-F868-046F-9F439628050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93331" y="5466359"/>
                  <a:ext cx="137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18F2A1-183B-8437-B021-A7EFF7DD1D43}"/>
                    </a:ext>
                  </a:extLst>
                </p14:cNvPr>
                <p14:cNvContentPartPr/>
                <p14:nvPr/>
              </p14:nvContentPartPr>
              <p14:xfrm>
                <a:off x="4862091" y="5345399"/>
                <a:ext cx="151200" cy="262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18F2A1-183B-8437-B021-A7EFF7DD1D4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53091" y="5336759"/>
                  <a:ext cx="1688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6F5E489-B2E5-6950-EA48-3CB87202792B}"/>
                    </a:ext>
                  </a:extLst>
                </p14:cNvPr>
                <p14:cNvContentPartPr/>
                <p14:nvPr/>
              </p14:nvContentPartPr>
              <p14:xfrm>
                <a:off x="5129211" y="5482919"/>
                <a:ext cx="39960" cy="1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6F5E489-B2E5-6950-EA48-3CB87202792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20211" y="5473919"/>
                  <a:ext cx="57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2F54ED-7488-EC37-AE6D-EDD638BAC41A}"/>
                    </a:ext>
                  </a:extLst>
                </p14:cNvPr>
                <p14:cNvContentPartPr/>
                <p14:nvPr/>
              </p14:nvContentPartPr>
              <p14:xfrm>
                <a:off x="5233251" y="5354759"/>
                <a:ext cx="1440" cy="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2F54ED-7488-EC37-AE6D-EDD638BAC41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224611" y="5346119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1DBE7AF-9EC0-ABCB-B9AE-6A5785CAF9A8}"/>
                    </a:ext>
                  </a:extLst>
                </p14:cNvPr>
                <p14:cNvContentPartPr/>
                <p14:nvPr/>
              </p14:nvContentPartPr>
              <p14:xfrm>
                <a:off x="5216331" y="5312279"/>
                <a:ext cx="133920" cy="21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1DBE7AF-9EC0-ABCB-B9AE-6A5785CAF9A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207331" y="5303639"/>
                  <a:ext cx="151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385A71C-2907-80EA-175C-4C8BDE2A4F24}"/>
                    </a:ext>
                  </a:extLst>
                </p14:cNvPr>
                <p14:cNvContentPartPr/>
                <p14:nvPr/>
              </p14:nvContentPartPr>
              <p14:xfrm>
                <a:off x="5381571" y="5295719"/>
                <a:ext cx="115560" cy="24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385A71C-2907-80EA-175C-4C8BDE2A4F2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372571" y="5286719"/>
                  <a:ext cx="133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B57A450-EDE3-027B-0611-010594DF3588}"/>
                    </a:ext>
                  </a:extLst>
                </p14:cNvPr>
                <p14:cNvContentPartPr/>
                <p14:nvPr/>
              </p14:nvContentPartPr>
              <p14:xfrm>
                <a:off x="5529891" y="5453399"/>
                <a:ext cx="177120" cy="72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B57A450-EDE3-027B-0611-010594DF358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21251" y="5444399"/>
                  <a:ext cx="194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DF473EA-5D37-FF41-B17A-343BA5AF7449}"/>
                    </a:ext>
                  </a:extLst>
                </p14:cNvPr>
                <p14:cNvContentPartPr/>
                <p14:nvPr/>
              </p14:nvContentPartPr>
              <p14:xfrm>
                <a:off x="5748771" y="5481839"/>
                <a:ext cx="77400" cy="7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DF473EA-5D37-FF41-B17A-343BA5AF744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39771" y="5473199"/>
                  <a:ext cx="95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992EF6-92B3-F420-59ED-F92C8F8EF2E8}"/>
                    </a:ext>
                  </a:extLst>
                </p14:cNvPr>
                <p14:cNvContentPartPr/>
                <p14:nvPr/>
              </p14:nvContentPartPr>
              <p14:xfrm>
                <a:off x="5896731" y="5316599"/>
                <a:ext cx="43920" cy="197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992EF6-92B3-F420-59ED-F92C8F8EF2E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888091" y="5307599"/>
                  <a:ext cx="61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8BAF1E-E083-89D4-FD81-C69AF004BD50}"/>
                    </a:ext>
                  </a:extLst>
                </p14:cNvPr>
                <p14:cNvContentPartPr/>
                <p14:nvPr/>
              </p14:nvContentPartPr>
              <p14:xfrm>
                <a:off x="5951091" y="5439359"/>
                <a:ext cx="115560" cy="47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8BAF1E-E083-89D4-FD81-C69AF004BD5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42451" y="5430719"/>
                  <a:ext cx="133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8EF179-4F59-E887-0B3F-581FA7681AFA}"/>
                    </a:ext>
                  </a:extLst>
                </p14:cNvPr>
                <p14:cNvContentPartPr/>
                <p14:nvPr/>
              </p14:nvContentPartPr>
              <p14:xfrm>
                <a:off x="6077451" y="5275559"/>
                <a:ext cx="138600" cy="296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8EF179-4F59-E887-0B3F-581FA7681AF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68811" y="5266919"/>
                  <a:ext cx="15624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205BE75-4A6B-CF7C-5FE8-671B58720CAC}"/>
                  </a:ext>
                </a:extLst>
              </p14:cNvPr>
              <p14:cNvContentPartPr/>
              <p14:nvPr/>
            </p14:nvContentPartPr>
            <p14:xfrm>
              <a:off x="3035811" y="5814839"/>
              <a:ext cx="133920" cy="2782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205BE75-4A6B-CF7C-5FE8-671B58720CA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026811" y="5805839"/>
                <a:ext cx="151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2FCE6D8-21E3-7AF8-BACB-49E70E2C92EE}"/>
              </a:ext>
            </a:extLst>
          </p:cNvPr>
          <p:cNvGrpSpPr/>
          <p:nvPr/>
        </p:nvGrpSpPr>
        <p:grpSpPr>
          <a:xfrm>
            <a:off x="2896491" y="6261239"/>
            <a:ext cx="594360" cy="415800"/>
            <a:chOff x="2896491" y="6261239"/>
            <a:chExt cx="59436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4AA5A70-9359-E8CE-7C4C-1620FB40B72C}"/>
                    </a:ext>
                  </a:extLst>
                </p14:cNvPr>
                <p14:cNvContentPartPr/>
                <p14:nvPr/>
              </p14:nvContentPartPr>
              <p14:xfrm>
                <a:off x="2896491" y="6367799"/>
                <a:ext cx="180720" cy="30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4AA5A70-9359-E8CE-7C4C-1620FB40B72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887491" y="6358799"/>
                  <a:ext cx="1983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9B9DE9-4065-EF4D-F883-874A2FBD1CBC}"/>
                    </a:ext>
                  </a:extLst>
                </p14:cNvPr>
                <p14:cNvContentPartPr/>
                <p14:nvPr/>
              </p14:nvContentPartPr>
              <p14:xfrm>
                <a:off x="3059571" y="6292559"/>
                <a:ext cx="140400" cy="235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9B9DE9-4065-EF4D-F883-874A2FBD1CB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50571" y="6283559"/>
                  <a:ext cx="158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8E05DA-3A61-D11E-2F34-50968E59D49A}"/>
                    </a:ext>
                  </a:extLst>
                </p14:cNvPr>
                <p14:cNvContentPartPr/>
                <p14:nvPr/>
              </p14:nvContentPartPr>
              <p14:xfrm>
                <a:off x="3214011" y="6427919"/>
                <a:ext cx="147600" cy="59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8E05DA-3A61-D11E-2F34-50968E59D4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05011" y="6419279"/>
                  <a:ext cx="165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25E2EFA-B268-DAD6-5406-4259F9D04796}"/>
                    </a:ext>
                  </a:extLst>
                </p14:cNvPr>
                <p14:cNvContentPartPr/>
                <p14:nvPr/>
              </p14:nvContentPartPr>
              <p14:xfrm>
                <a:off x="3318051" y="6261239"/>
                <a:ext cx="172800" cy="258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25E2EFA-B268-DAD6-5406-4259F9D0479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09051" y="6252239"/>
                  <a:ext cx="19044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6134AE8-5350-5B03-AA58-BC1F29A02E0A}"/>
              </a:ext>
            </a:extLst>
          </p:cNvPr>
          <p:cNvGrpSpPr/>
          <p:nvPr/>
        </p:nvGrpSpPr>
        <p:grpSpPr>
          <a:xfrm>
            <a:off x="3755451" y="6158999"/>
            <a:ext cx="522000" cy="241920"/>
            <a:chOff x="3755451" y="6158999"/>
            <a:chExt cx="52200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1A148C9-FD00-3B7F-B3E4-B1533E2FE05B}"/>
                    </a:ext>
                  </a:extLst>
                </p14:cNvPr>
                <p14:cNvContentPartPr/>
                <p14:nvPr/>
              </p14:nvContentPartPr>
              <p14:xfrm>
                <a:off x="3755451" y="6400559"/>
                <a:ext cx="939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1A148C9-FD00-3B7F-B3E4-B1533E2FE0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46811" y="6391919"/>
                  <a:ext cx="11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590B12-33BB-6207-6B12-15E1D5D84ACB}"/>
                    </a:ext>
                  </a:extLst>
                </p14:cNvPr>
                <p14:cNvContentPartPr/>
                <p14:nvPr/>
              </p14:nvContentPartPr>
              <p14:xfrm>
                <a:off x="3774171" y="6314159"/>
                <a:ext cx="53280" cy="4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5590B12-33BB-6207-6B12-15E1D5D84AC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65531" y="6305519"/>
                  <a:ext cx="70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8335C4F-323E-B11F-BAE1-03AE893F7DBD}"/>
                    </a:ext>
                  </a:extLst>
                </p14:cNvPr>
                <p14:cNvContentPartPr/>
                <p14:nvPr/>
              </p14:nvContentPartPr>
              <p14:xfrm>
                <a:off x="3940131" y="6158999"/>
                <a:ext cx="337320" cy="234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8335C4F-323E-B11F-BAE1-03AE893F7DB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31491" y="6150359"/>
                  <a:ext cx="35496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0FDC608-1DDD-6C60-60CB-CAB1B20975BC}"/>
              </a:ext>
            </a:extLst>
          </p:cNvPr>
          <p:cNvGrpSpPr/>
          <p:nvPr/>
        </p:nvGrpSpPr>
        <p:grpSpPr>
          <a:xfrm>
            <a:off x="4034811" y="6498479"/>
            <a:ext cx="181800" cy="177480"/>
            <a:chOff x="4034811" y="6498479"/>
            <a:chExt cx="18180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77688D4-2198-33BE-22A4-24328A6BCD8E}"/>
                    </a:ext>
                  </a:extLst>
                </p14:cNvPr>
                <p14:cNvContentPartPr/>
                <p14:nvPr/>
              </p14:nvContentPartPr>
              <p14:xfrm>
                <a:off x="4034811" y="6498479"/>
                <a:ext cx="23040" cy="159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77688D4-2198-33BE-22A4-24328A6BCD8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025811" y="6489839"/>
                  <a:ext cx="40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B8D555-441C-06B4-BB37-CAAF6BB08FB4}"/>
                    </a:ext>
                  </a:extLst>
                </p14:cNvPr>
                <p14:cNvContentPartPr/>
                <p14:nvPr/>
              </p14:nvContentPartPr>
              <p14:xfrm>
                <a:off x="4056411" y="6581279"/>
                <a:ext cx="160200" cy="94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1B8D555-441C-06B4-BB37-CAAF6BB08FB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47771" y="6572639"/>
                  <a:ext cx="17784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7DCC2B9-995C-8670-D012-56132C208991}"/>
              </a:ext>
            </a:extLst>
          </p:cNvPr>
          <p:cNvGrpSpPr/>
          <p:nvPr/>
        </p:nvGrpSpPr>
        <p:grpSpPr>
          <a:xfrm>
            <a:off x="4493811" y="6146039"/>
            <a:ext cx="1834200" cy="328680"/>
            <a:chOff x="4493811" y="6146039"/>
            <a:chExt cx="183420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9E17B2-072A-4523-D2E3-7A5C652F42E0}"/>
                    </a:ext>
                  </a:extLst>
                </p14:cNvPr>
                <p14:cNvContentPartPr/>
                <p14:nvPr/>
              </p14:nvContentPartPr>
              <p14:xfrm>
                <a:off x="4493811" y="6274559"/>
                <a:ext cx="127800" cy="117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79E17B2-072A-4523-D2E3-7A5C652F42E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85171" y="6265919"/>
                  <a:ext cx="145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A537A00-0817-E4A7-5B3B-58AECC5BECE9}"/>
                    </a:ext>
                  </a:extLst>
                </p14:cNvPr>
                <p14:cNvContentPartPr/>
                <p14:nvPr/>
              </p14:nvContentPartPr>
              <p14:xfrm>
                <a:off x="4539531" y="6323879"/>
                <a:ext cx="60120" cy="74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A537A00-0817-E4A7-5B3B-58AECC5BECE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530891" y="6315239"/>
                  <a:ext cx="77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814E2C-B368-4B91-839A-A0C95D9FE44A}"/>
                    </a:ext>
                  </a:extLst>
                </p14:cNvPr>
                <p14:cNvContentPartPr/>
                <p14:nvPr/>
              </p14:nvContentPartPr>
              <p14:xfrm>
                <a:off x="4670931" y="6168359"/>
                <a:ext cx="165960" cy="29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814E2C-B368-4B91-839A-A0C95D9FE44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61931" y="6159359"/>
                  <a:ext cx="1836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BA623C-36CA-0C20-6038-9CCE2C4DEFBF}"/>
                    </a:ext>
                  </a:extLst>
                </p14:cNvPr>
                <p14:cNvContentPartPr/>
                <p14:nvPr/>
              </p14:nvContentPartPr>
              <p14:xfrm>
                <a:off x="4834371" y="6209039"/>
                <a:ext cx="56880" cy="209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BA623C-36CA-0C20-6038-9CCE2C4DEFB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25731" y="6200039"/>
                  <a:ext cx="74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D44782-6E6E-B096-CD01-153F902DF2BB}"/>
                    </a:ext>
                  </a:extLst>
                </p14:cNvPr>
                <p14:cNvContentPartPr/>
                <p14:nvPr/>
              </p14:nvContentPartPr>
              <p14:xfrm>
                <a:off x="4893051" y="6335039"/>
                <a:ext cx="127440" cy="51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D44782-6E6E-B096-CD01-153F902DF2B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884411" y="6326039"/>
                  <a:ext cx="145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DFF704B-1E19-ABE1-657B-C9362FD855A8}"/>
                    </a:ext>
                  </a:extLst>
                </p14:cNvPr>
                <p14:cNvContentPartPr/>
                <p14:nvPr/>
              </p14:nvContentPartPr>
              <p14:xfrm>
                <a:off x="4976931" y="6149639"/>
                <a:ext cx="149760" cy="325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DFF704B-1E19-ABE1-657B-C9362FD855A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968291" y="6140999"/>
                  <a:ext cx="1674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699D534-8C95-B120-4868-973D282D386F}"/>
                    </a:ext>
                  </a:extLst>
                </p14:cNvPr>
                <p14:cNvContentPartPr/>
                <p14:nvPr/>
              </p14:nvContentPartPr>
              <p14:xfrm>
                <a:off x="5228931" y="6153599"/>
                <a:ext cx="167760" cy="246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699D534-8C95-B120-4868-973D282D386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19931" y="6144599"/>
                  <a:ext cx="1854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106DA14-0349-B92F-A570-4A83EA993CA7}"/>
                    </a:ext>
                  </a:extLst>
                </p14:cNvPr>
                <p14:cNvContentPartPr/>
                <p14:nvPr/>
              </p14:nvContentPartPr>
              <p14:xfrm>
                <a:off x="5430891" y="6154679"/>
                <a:ext cx="159120" cy="252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106DA14-0349-B92F-A570-4A83EA993CA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421891" y="6146039"/>
                  <a:ext cx="176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F33B8E-2B55-CE7B-84E6-41E582478619}"/>
                    </a:ext>
                  </a:extLst>
                </p14:cNvPr>
                <p14:cNvContentPartPr/>
                <p14:nvPr/>
              </p14:nvContentPartPr>
              <p14:xfrm>
                <a:off x="5623131" y="6318479"/>
                <a:ext cx="170640" cy="86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F33B8E-2B55-CE7B-84E6-41E58247861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614131" y="6309839"/>
                  <a:ext cx="188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C72565D-01EC-8340-988A-27A189FE7573}"/>
                    </a:ext>
                  </a:extLst>
                </p14:cNvPr>
                <p14:cNvContentPartPr/>
                <p14:nvPr/>
              </p14:nvContentPartPr>
              <p14:xfrm>
                <a:off x="5876571" y="6328919"/>
                <a:ext cx="130320" cy="11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C72565D-01EC-8340-988A-27A189FE757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867571" y="6320279"/>
                  <a:ext cx="147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3FB083-DB37-7FDE-2746-3CC35F7F0A44}"/>
                    </a:ext>
                  </a:extLst>
                </p14:cNvPr>
                <p14:cNvContentPartPr/>
                <p14:nvPr/>
              </p14:nvContentPartPr>
              <p14:xfrm>
                <a:off x="6055491" y="6192479"/>
                <a:ext cx="54360" cy="193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3FB083-DB37-7FDE-2746-3CC35F7F0A4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046851" y="6183839"/>
                  <a:ext cx="72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0D0F99C-872D-A6C9-2BC1-72799AD95107}"/>
                    </a:ext>
                  </a:extLst>
                </p14:cNvPr>
                <p14:cNvContentPartPr/>
                <p14:nvPr/>
              </p14:nvContentPartPr>
              <p14:xfrm>
                <a:off x="6119571" y="6318479"/>
                <a:ext cx="127800" cy="51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0D0F99C-872D-A6C9-2BC1-72799AD9510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110931" y="6309839"/>
                  <a:ext cx="145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B1B4F3-A6BC-3F9E-945E-D92B39EC6CD5}"/>
                    </a:ext>
                  </a:extLst>
                </p14:cNvPr>
                <p14:cNvContentPartPr/>
                <p14:nvPr/>
              </p14:nvContentPartPr>
              <p14:xfrm>
                <a:off x="6198051" y="6146039"/>
                <a:ext cx="129960" cy="287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B1B4F3-A6BC-3F9E-945E-D92B39EC6CD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189051" y="6137399"/>
                  <a:ext cx="1476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B2AF049-8D75-691D-BD01-2CE08AE1747F}"/>
              </a:ext>
            </a:extLst>
          </p:cNvPr>
          <p:cNvGrpSpPr/>
          <p:nvPr/>
        </p:nvGrpSpPr>
        <p:grpSpPr>
          <a:xfrm>
            <a:off x="5620971" y="5668319"/>
            <a:ext cx="921960" cy="358920"/>
            <a:chOff x="5620971" y="5668319"/>
            <a:chExt cx="92196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64A5994-270D-C68D-1D19-3B7873B3E0FC}"/>
                    </a:ext>
                  </a:extLst>
                </p14:cNvPr>
                <p14:cNvContentPartPr/>
                <p14:nvPr/>
              </p14:nvContentPartPr>
              <p14:xfrm>
                <a:off x="5620971" y="5668319"/>
                <a:ext cx="138960" cy="35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64A5994-270D-C68D-1D19-3B7873B3E0F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12331" y="5659679"/>
                  <a:ext cx="1566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304B6B-3E8C-43AF-B44F-1DC27E47A11D}"/>
                    </a:ext>
                  </a:extLst>
                </p14:cNvPr>
                <p14:cNvContentPartPr/>
                <p14:nvPr/>
              </p14:nvContentPartPr>
              <p14:xfrm>
                <a:off x="5890251" y="5809439"/>
                <a:ext cx="652680" cy="48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304B6B-3E8C-43AF-B44F-1DC27E47A11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81611" y="5800439"/>
                  <a:ext cx="670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4036015-5B4F-7267-8D97-1872FEC80F5C}"/>
                    </a:ext>
                  </a:extLst>
                </p14:cNvPr>
                <p14:cNvContentPartPr/>
                <p14:nvPr/>
              </p14:nvContentPartPr>
              <p14:xfrm>
                <a:off x="5887371" y="5785679"/>
                <a:ext cx="181800" cy="120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4036015-5B4F-7267-8D97-1872FEC80F5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78731" y="5776679"/>
                  <a:ext cx="1994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BC650B8-40C0-4D21-8CA4-5841EF73A8CB}"/>
              </a:ext>
            </a:extLst>
          </p:cNvPr>
          <p:cNvGrpSpPr/>
          <p:nvPr/>
        </p:nvGrpSpPr>
        <p:grpSpPr>
          <a:xfrm>
            <a:off x="6811491" y="5650679"/>
            <a:ext cx="767520" cy="334080"/>
            <a:chOff x="6811491" y="5650679"/>
            <a:chExt cx="76752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ED2395-B505-B67B-3275-EDE3F8AFBE76}"/>
                    </a:ext>
                  </a:extLst>
                </p14:cNvPr>
                <p14:cNvContentPartPr/>
                <p14:nvPr/>
              </p14:nvContentPartPr>
              <p14:xfrm>
                <a:off x="6915531" y="5751479"/>
                <a:ext cx="54360" cy="201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ED2395-B505-B67B-3275-EDE3F8AFBE7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906531" y="5742479"/>
                  <a:ext cx="72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285EF0-FD82-640A-DAF7-625178E62006}"/>
                    </a:ext>
                  </a:extLst>
                </p14:cNvPr>
                <p14:cNvContentPartPr/>
                <p14:nvPr/>
              </p14:nvContentPartPr>
              <p14:xfrm>
                <a:off x="6811491" y="5715839"/>
                <a:ext cx="208080" cy="38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285EF0-FD82-640A-DAF7-625178E6200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02851" y="5706839"/>
                  <a:ext cx="225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1EFA1CD-7F3D-FC63-90C8-34DD1C5B56B5}"/>
                    </a:ext>
                  </a:extLst>
                </p14:cNvPr>
                <p14:cNvContentPartPr/>
                <p14:nvPr/>
              </p14:nvContentPartPr>
              <p14:xfrm>
                <a:off x="7111731" y="5650679"/>
                <a:ext cx="127080" cy="334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1EFA1CD-7F3D-FC63-90C8-34DD1C5B56B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103091" y="5641679"/>
                  <a:ext cx="1447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85954D8-18C4-4711-DDBA-ED048DA08F30}"/>
                    </a:ext>
                  </a:extLst>
                </p14:cNvPr>
                <p14:cNvContentPartPr/>
                <p14:nvPr/>
              </p14:nvContentPartPr>
              <p14:xfrm>
                <a:off x="7320531" y="5864159"/>
                <a:ext cx="10440" cy="3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85954D8-18C4-4711-DDBA-ED048DA08F3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311531" y="5855159"/>
                  <a:ext cx="28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963E54-B591-2BC0-81CD-A77695309774}"/>
                    </a:ext>
                  </a:extLst>
                </p14:cNvPr>
                <p14:cNvContentPartPr/>
                <p14:nvPr/>
              </p14:nvContentPartPr>
              <p14:xfrm>
                <a:off x="7354011" y="5874599"/>
                <a:ext cx="37800" cy="24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963E54-B591-2BC0-81CD-A7769530977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345371" y="5865599"/>
                  <a:ext cx="55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B70D5B9-0CF0-8A47-6E37-DD7BF76AC25F}"/>
                    </a:ext>
                  </a:extLst>
                </p14:cNvPr>
                <p14:cNvContentPartPr/>
                <p14:nvPr/>
              </p14:nvContentPartPr>
              <p14:xfrm>
                <a:off x="7441131" y="5664359"/>
                <a:ext cx="137880" cy="320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B70D5B9-0CF0-8A47-6E37-DD7BF76AC25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32131" y="5655359"/>
                  <a:ext cx="1555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E8206E-9304-1691-8D36-D1271108FE2F}"/>
              </a:ext>
            </a:extLst>
          </p:cNvPr>
          <p:cNvGrpSpPr/>
          <p:nvPr/>
        </p:nvGrpSpPr>
        <p:grpSpPr>
          <a:xfrm>
            <a:off x="7929291" y="5693159"/>
            <a:ext cx="262440" cy="326880"/>
            <a:chOff x="7929291" y="5693159"/>
            <a:chExt cx="26244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EF23CDB-A2AB-589D-CF94-988A5B0282BF}"/>
                    </a:ext>
                  </a:extLst>
                </p14:cNvPr>
                <p14:cNvContentPartPr/>
                <p14:nvPr/>
              </p14:nvContentPartPr>
              <p14:xfrm>
                <a:off x="7929291" y="5852999"/>
                <a:ext cx="101880" cy="72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EF23CDB-A2AB-589D-CF94-988A5B0282B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920651" y="5844359"/>
                  <a:ext cx="119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83E4BCB-B90B-6400-0055-D619D291C968}"/>
                    </a:ext>
                  </a:extLst>
                </p14:cNvPr>
                <p14:cNvContentPartPr/>
                <p14:nvPr/>
              </p14:nvContentPartPr>
              <p14:xfrm>
                <a:off x="8067891" y="5693159"/>
                <a:ext cx="112320" cy="326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83E4BCB-B90B-6400-0055-D619D291C96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58891" y="5684519"/>
                  <a:ext cx="1299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C3AA5B3-F72D-F4D4-459E-4E0FD4E43249}"/>
                    </a:ext>
                  </a:extLst>
                </p14:cNvPr>
                <p14:cNvContentPartPr/>
                <p14:nvPr/>
              </p14:nvContentPartPr>
              <p14:xfrm>
                <a:off x="8080131" y="5939399"/>
                <a:ext cx="111600" cy="34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C3AA5B3-F72D-F4D4-459E-4E0FD4E4324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71131" y="5930399"/>
                  <a:ext cx="1292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7679D88-A44E-0449-FB5C-8D4F068C7F7D}"/>
              </a:ext>
            </a:extLst>
          </p:cNvPr>
          <p:cNvGrpSpPr/>
          <p:nvPr/>
        </p:nvGrpSpPr>
        <p:grpSpPr>
          <a:xfrm>
            <a:off x="8443011" y="5717639"/>
            <a:ext cx="514800" cy="215280"/>
            <a:chOff x="8443011" y="5717639"/>
            <a:chExt cx="51480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867DD04-8660-EB7D-983A-D9E42B30A4F1}"/>
                    </a:ext>
                  </a:extLst>
                </p14:cNvPr>
                <p14:cNvContentPartPr/>
                <p14:nvPr/>
              </p14:nvContentPartPr>
              <p14:xfrm>
                <a:off x="8443011" y="5732759"/>
                <a:ext cx="182520" cy="200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867DD04-8660-EB7D-983A-D9E42B30A4F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434011" y="5723759"/>
                  <a:ext cx="200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510234B-743E-F9E8-3A6D-021D87A68EB4}"/>
                    </a:ext>
                  </a:extLst>
                </p14:cNvPr>
                <p14:cNvContentPartPr/>
                <p14:nvPr/>
              </p14:nvContentPartPr>
              <p14:xfrm>
                <a:off x="8673051" y="5792879"/>
                <a:ext cx="43200" cy="111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510234B-743E-F9E8-3A6D-021D87A68EB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664051" y="5783879"/>
                  <a:ext cx="60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080E2D3-618D-C4A0-4EBA-65F86FB13D77}"/>
                    </a:ext>
                  </a:extLst>
                </p14:cNvPr>
                <p14:cNvContentPartPr/>
                <p14:nvPr/>
              </p14:nvContentPartPr>
              <p14:xfrm>
                <a:off x="8617971" y="5744999"/>
                <a:ext cx="120960" cy="26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080E2D3-618D-C4A0-4EBA-65F86FB13D7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09331" y="5735999"/>
                  <a:ext cx="138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4FF384F-C35D-092E-4E12-AA40EC5A3B69}"/>
                    </a:ext>
                  </a:extLst>
                </p14:cNvPr>
                <p14:cNvContentPartPr/>
                <p14:nvPr/>
              </p14:nvContentPartPr>
              <p14:xfrm>
                <a:off x="8869971" y="5798279"/>
                <a:ext cx="33480" cy="93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4FF384F-C35D-092E-4E12-AA40EC5A3B6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61331" y="5789639"/>
                  <a:ext cx="51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123F742-25EF-C05C-9CE5-50D28866785F}"/>
                    </a:ext>
                  </a:extLst>
                </p14:cNvPr>
                <p14:cNvContentPartPr/>
                <p14:nvPr/>
              </p14:nvContentPartPr>
              <p14:xfrm>
                <a:off x="8831811" y="5717639"/>
                <a:ext cx="71280" cy="37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123F742-25EF-C05C-9CE5-50D28866785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823171" y="5708999"/>
                  <a:ext cx="88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54B2066-FC2C-279B-48A4-8AC54D652F3A}"/>
                    </a:ext>
                  </a:extLst>
                </p14:cNvPr>
                <p14:cNvContentPartPr/>
                <p14:nvPr/>
              </p14:nvContentPartPr>
              <p14:xfrm>
                <a:off x="8853411" y="5891519"/>
                <a:ext cx="104400" cy="20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54B2066-FC2C-279B-48A4-8AC54D652F3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844771" y="5882519"/>
                  <a:ext cx="1220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C3AEB3D-40A2-0707-7EAC-79ED12983A30}"/>
              </a:ext>
            </a:extLst>
          </p:cNvPr>
          <p:cNvGrpSpPr/>
          <p:nvPr/>
        </p:nvGrpSpPr>
        <p:grpSpPr>
          <a:xfrm>
            <a:off x="9261291" y="5705399"/>
            <a:ext cx="1033200" cy="389520"/>
            <a:chOff x="9261291" y="5705399"/>
            <a:chExt cx="10332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5F16884-D12D-F21B-1BAE-A09CE98ECD58}"/>
                    </a:ext>
                  </a:extLst>
                </p14:cNvPr>
                <p14:cNvContentPartPr/>
                <p14:nvPr/>
              </p14:nvContentPartPr>
              <p14:xfrm>
                <a:off x="9261291" y="5811239"/>
                <a:ext cx="91080" cy="130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5F16884-D12D-F21B-1BAE-A09CE98ECD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52651" y="5802239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C22429C-EBFD-D27C-5CCB-3682A0DD13E0}"/>
                    </a:ext>
                  </a:extLst>
                </p14:cNvPr>
                <p14:cNvContentPartPr/>
                <p14:nvPr/>
              </p14:nvContentPartPr>
              <p14:xfrm>
                <a:off x="9390171" y="5864159"/>
                <a:ext cx="144000" cy="230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C22429C-EBFD-D27C-5CCB-3682A0DD13E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81531" y="5855159"/>
                  <a:ext cx="161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6A76F43-2AB5-D1AA-5183-20A7F9E0C581}"/>
                    </a:ext>
                  </a:extLst>
                </p14:cNvPr>
                <p14:cNvContentPartPr/>
                <p14:nvPr/>
              </p14:nvContentPartPr>
              <p14:xfrm>
                <a:off x="9549291" y="5792879"/>
                <a:ext cx="71280" cy="133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6A76F43-2AB5-D1AA-5183-20A7F9E0C58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40651" y="5783879"/>
                  <a:ext cx="88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E3E7D7E-ABB7-E77E-499A-6034FB4D41D1}"/>
                    </a:ext>
                  </a:extLst>
                </p14:cNvPr>
                <p14:cNvContentPartPr/>
                <p14:nvPr/>
              </p14:nvContentPartPr>
              <p14:xfrm>
                <a:off x="9642171" y="5705399"/>
                <a:ext cx="112680" cy="255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E3E7D7E-ABB7-E77E-499A-6034FB4D41D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33171" y="5696399"/>
                  <a:ext cx="1303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E40BE79-74D2-E203-E240-6D7F5CB79597}"/>
                    </a:ext>
                  </a:extLst>
                </p14:cNvPr>
                <p14:cNvContentPartPr/>
                <p14:nvPr/>
              </p14:nvContentPartPr>
              <p14:xfrm>
                <a:off x="9707691" y="5802959"/>
                <a:ext cx="548640" cy="127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E40BE79-74D2-E203-E240-6D7F5CB7959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99051" y="5793959"/>
                  <a:ext cx="5662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566ECFA-0342-5677-774D-6F28046A5ADD}"/>
                    </a:ext>
                  </a:extLst>
                </p14:cNvPr>
                <p14:cNvContentPartPr/>
                <p14:nvPr/>
              </p14:nvContentPartPr>
              <p14:xfrm>
                <a:off x="10042131" y="5871719"/>
                <a:ext cx="252360" cy="85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566ECFA-0342-5677-774D-6F28046A5AD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33131" y="5863079"/>
                  <a:ext cx="270000" cy="103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mechanics: flip → shift → multiply → add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For finite sequences, the overlap changes as n moves.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1. Flip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h[k] → h[−k]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70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1860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2.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1588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h[n−k]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0488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3. 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x[k]h[n−k]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9195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29116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20556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4. 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8844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Σ over k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971800"/>
            <a:ext cx="438912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Graphical view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7220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Algebraic / code view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86384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Track overlap as n changes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intuition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Best with short sequences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245352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Use nonzero-support limits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longer signals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np.convolve / scipy.signal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989320" y="393192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convolution: x[n]=[1,2,1], h[n]=[1,−1]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Assume both start at n=0.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x[n]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4228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1996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769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82012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2320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2028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772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h[n]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7820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2844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854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y[n]=x*h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91956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2736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5946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09176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487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26980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76688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6238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94492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2990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931920"/>
            <a:ext cx="9966960" cy="713232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834640" y="4983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99232" y="509320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Sanity checks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999232" y="5367528"/>
            <a:ext cx="6163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Output length = 3+2−1 = 4. Sum(y)=sum(x)sum(h)=0.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980197A-BB71-F3C0-07AA-9A88F91FAD29}"/>
                  </a:ext>
                </a:extLst>
              </p14:cNvPr>
              <p14:cNvContentPartPr/>
              <p14:nvPr/>
            </p14:nvContentPartPr>
            <p14:xfrm>
              <a:off x="1523091" y="2421839"/>
              <a:ext cx="32400" cy="397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980197A-BB71-F3C0-07AA-9A88F91FAD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4091" y="2413199"/>
                <a:ext cx="5004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1830593-35D7-9FDF-55B8-77FA561765E7}"/>
                  </a:ext>
                </a:extLst>
              </p14:cNvPr>
              <p14:cNvContentPartPr/>
              <p14:nvPr/>
            </p14:nvContentPartPr>
            <p14:xfrm>
              <a:off x="2392491" y="1838639"/>
              <a:ext cx="32760" cy="1004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1830593-35D7-9FDF-55B8-77FA561765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3851" y="1829639"/>
                <a:ext cx="50400" cy="10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8FDCDEF-FDCE-47CE-1980-24FAD8B4E165}"/>
                  </a:ext>
                </a:extLst>
              </p14:cNvPr>
              <p14:cNvContentPartPr/>
              <p14:nvPr/>
            </p14:nvContentPartPr>
            <p14:xfrm>
              <a:off x="3345411" y="2380799"/>
              <a:ext cx="33120" cy="4590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8FDCDEF-FDCE-47CE-1980-24FAD8B4E1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6411" y="2371799"/>
                <a:ext cx="5076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4B68BF1-113B-195A-CCE8-AB47E66A7581}"/>
                  </a:ext>
                </a:extLst>
              </p14:cNvPr>
              <p14:cNvContentPartPr/>
              <p14:nvPr/>
            </p14:nvContentPartPr>
            <p14:xfrm>
              <a:off x="1082451" y="2185679"/>
              <a:ext cx="45720" cy="1717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4B68BF1-113B-195A-CCE8-AB47E66A75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3451" y="2176679"/>
                <a:ext cx="633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E8DB51F-5B2B-FFB5-6783-D64064B45F39}"/>
                  </a:ext>
                </a:extLst>
              </p14:cNvPr>
              <p14:cNvContentPartPr/>
              <p14:nvPr/>
            </p14:nvContentPartPr>
            <p14:xfrm>
              <a:off x="2057691" y="1657199"/>
              <a:ext cx="137520" cy="1450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E8DB51F-5B2B-FFB5-6783-D64064B45F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49051" y="1648559"/>
                <a:ext cx="155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F9F9796-794F-AE56-8833-1CED8B4C9305}"/>
                  </a:ext>
                </a:extLst>
              </p14:cNvPr>
              <p14:cNvContentPartPr/>
              <p14:nvPr/>
            </p14:nvContentPartPr>
            <p14:xfrm>
              <a:off x="3041211" y="2200799"/>
              <a:ext cx="47160" cy="1256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F9F9796-794F-AE56-8833-1CED8B4C930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32211" y="2192159"/>
                <a:ext cx="64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AAC9218-3B32-C6A3-55B5-1900EF375C6F}"/>
                  </a:ext>
                </a:extLst>
              </p14:cNvPr>
              <p14:cNvContentPartPr/>
              <p14:nvPr/>
            </p14:nvContentPartPr>
            <p14:xfrm>
              <a:off x="5444931" y="1861679"/>
              <a:ext cx="41760" cy="1060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AAC9218-3B32-C6A3-55B5-1900EF375C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6291" y="1853039"/>
                <a:ext cx="59400" cy="10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0BBD28C-A5FD-DD78-E101-E55B88316858}"/>
                  </a:ext>
                </a:extLst>
              </p14:cNvPr>
              <p14:cNvContentPartPr/>
              <p14:nvPr/>
            </p14:nvContentPartPr>
            <p14:xfrm>
              <a:off x="5167731" y="1580159"/>
              <a:ext cx="34560" cy="2167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0BBD28C-A5FD-DD78-E101-E55B8831685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58731" y="1571519"/>
                <a:ext cx="5220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83B8E4E-9941-BEBA-320E-8A64B7EF0A21}"/>
              </a:ext>
            </a:extLst>
          </p:cNvPr>
          <p:cNvGrpSpPr/>
          <p:nvPr/>
        </p:nvGrpSpPr>
        <p:grpSpPr>
          <a:xfrm>
            <a:off x="6954411" y="3689759"/>
            <a:ext cx="239760" cy="169560"/>
            <a:chOff x="6954411" y="3689759"/>
            <a:chExt cx="23976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A16A458-22DB-F300-4E7A-E2EF9544B577}"/>
                    </a:ext>
                  </a:extLst>
                </p14:cNvPr>
                <p14:cNvContentPartPr/>
                <p14:nvPr/>
              </p14:nvContentPartPr>
              <p14:xfrm>
                <a:off x="6954411" y="3788039"/>
                <a:ext cx="120240" cy="28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A16A458-22DB-F300-4E7A-E2EF9544B5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45411" y="3779399"/>
                  <a:ext cx="13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0BAD1C-274F-E7B5-AD4A-31373E048922}"/>
                    </a:ext>
                  </a:extLst>
                </p14:cNvPr>
                <p14:cNvContentPartPr/>
                <p14:nvPr/>
              </p14:nvContentPartPr>
              <p14:xfrm>
                <a:off x="7150251" y="3689759"/>
                <a:ext cx="43920" cy="169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0BAD1C-274F-E7B5-AD4A-31373E0489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41611" y="3680759"/>
                  <a:ext cx="61560" cy="187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CBF9935-4274-7E4A-CCDA-E58DFC76C2AA}"/>
              </a:ext>
            </a:extLst>
          </p:cNvPr>
          <p:cNvGrpSpPr/>
          <p:nvPr/>
        </p:nvGrpSpPr>
        <p:grpSpPr>
          <a:xfrm>
            <a:off x="1219971" y="420239"/>
            <a:ext cx="663120" cy="306720"/>
            <a:chOff x="1219971" y="420239"/>
            <a:chExt cx="6631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25AAED-5A43-C5EB-C137-E6176C77A5AE}"/>
                    </a:ext>
                  </a:extLst>
                </p14:cNvPr>
                <p14:cNvContentPartPr/>
                <p14:nvPr/>
              </p14:nvContentPartPr>
              <p14:xfrm>
                <a:off x="1219971" y="559919"/>
                <a:ext cx="141840" cy="141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25AAED-5A43-C5EB-C137-E6176C77A5A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11331" y="550919"/>
                  <a:ext cx="159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619110-A3C8-A62E-D663-B9A7D0DDA65B}"/>
                    </a:ext>
                  </a:extLst>
                </p14:cNvPr>
                <p14:cNvContentPartPr/>
                <p14:nvPr/>
              </p14:nvContentPartPr>
              <p14:xfrm>
                <a:off x="1259211" y="569279"/>
                <a:ext cx="65880" cy="114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619110-A3C8-A62E-D663-B9A7D0DDA6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0571" y="560279"/>
                  <a:ext cx="83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D25962-9B0C-1B1B-4070-429FE7918664}"/>
                    </a:ext>
                  </a:extLst>
                </p14:cNvPr>
                <p14:cNvContentPartPr/>
                <p14:nvPr/>
              </p14:nvContentPartPr>
              <p14:xfrm>
                <a:off x="1380171" y="454799"/>
                <a:ext cx="147960" cy="272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2D25962-9B0C-1B1B-4070-429FE79186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1171" y="445799"/>
                  <a:ext cx="165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8A5585-00C1-0C46-1E49-9309C26E2FC7}"/>
                    </a:ext>
                  </a:extLst>
                </p14:cNvPr>
                <p14:cNvContentPartPr/>
                <p14:nvPr/>
              </p14:nvContentPartPr>
              <p14:xfrm>
                <a:off x="1538571" y="603839"/>
                <a:ext cx="190800" cy="76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8A5585-00C1-0C46-1E49-9309C26E2F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9571" y="594839"/>
                  <a:ext cx="208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C16ECE-F1CA-8AD0-9266-88A8DE820DD4}"/>
                    </a:ext>
                  </a:extLst>
                </p14:cNvPr>
                <p14:cNvContentPartPr/>
                <p14:nvPr/>
              </p14:nvContentPartPr>
              <p14:xfrm>
                <a:off x="1708131" y="420239"/>
                <a:ext cx="174960" cy="286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C16ECE-F1CA-8AD0-9266-88A8DE820D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9491" y="411599"/>
                  <a:ext cx="19260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886843-E646-069B-CA70-ADA2B9D30D5B}"/>
              </a:ext>
            </a:extLst>
          </p:cNvPr>
          <p:cNvGrpSpPr/>
          <p:nvPr/>
        </p:nvGrpSpPr>
        <p:grpSpPr>
          <a:xfrm>
            <a:off x="1886691" y="947999"/>
            <a:ext cx="2547360" cy="1171080"/>
            <a:chOff x="1886691" y="947999"/>
            <a:chExt cx="2547360" cy="11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B8970C8-458B-9EBA-565F-42D6168482FE}"/>
                    </a:ext>
                  </a:extLst>
                </p14:cNvPr>
                <p14:cNvContentPartPr/>
                <p14:nvPr/>
              </p14:nvContentPartPr>
              <p14:xfrm>
                <a:off x="1886691" y="1828199"/>
                <a:ext cx="2153520" cy="50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B8970C8-458B-9EBA-565F-42D6168482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78051" y="1819199"/>
                  <a:ext cx="2171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DF2EBD-1502-BA1F-637A-CA5F241503A1}"/>
                    </a:ext>
                  </a:extLst>
                </p14:cNvPr>
                <p14:cNvContentPartPr/>
                <p14:nvPr/>
              </p14:nvContentPartPr>
              <p14:xfrm>
                <a:off x="2381691" y="1478279"/>
                <a:ext cx="34200" cy="314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DF2EBD-1502-BA1F-637A-CA5F241503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72691" y="1469279"/>
                  <a:ext cx="518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7AE2D0-1869-CBF4-D16D-E97918A7DAFF}"/>
                    </a:ext>
                  </a:extLst>
                </p14:cNvPr>
                <p14:cNvContentPartPr/>
                <p14:nvPr/>
              </p14:nvContentPartPr>
              <p14:xfrm>
                <a:off x="2326971" y="1400519"/>
                <a:ext cx="105120" cy="89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7AE2D0-1869-CBF4-D16D-E97918A7DA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7971" y="1391879"/>
                  <a:ext cx="122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1EEAFF-EF14-E197-4AF6-571F3923A1FF}"/>
                    </a:ext>
                  </a:extLst>
                </p14:cNvPr>
                <p14:cNvContentPartPr/>
                <p14:nvPr/>
              </p14:nvContentPartPr>
              <p14:xfrm>
                <a:off x="2830971" y="1071479"/>
                <a:ext cx="49680" cy="752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1EEAFF-EF14-E197-4AF6-571F3923A1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21971" y="1062479"/>
                  <a:ext cx="6732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05E2074-E302-8D76-4D7D-0E2AE2B35182}"/>
                    </a:ext>
                  </a:extLst>
                </p14:cNvPr>
                <p14:cNvContentPartPr/>
                <p14:nvPr/>
              </p14:nvContentPartPr>
              <p14:xfrm>
                <a:off x="2778411" y="964199"/>
                <a:ext cx="79920" cy="12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05E2074-E302-8D76-4D7D-0E2AE2B351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69771" y="955199"/>
                  <a:ext cx="97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343065-E066-8B01-3489-B33EBF379672}"/>
                    </a:ext>
                  </a:extLst>
                </p14:cNvPr>
                <p14:cNvContentPartPr/>
                <p14:nvPr/>
              </p14:nvContentPartPr>
              <p14:xfrm>
                <a:off x="3894771" y="1753319"/>
                <a:ext cx="225000" cy="190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343065-E066-8B01-3489-B33EBF3796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85771" y="1744319"/>
                  <a:ext cx="242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34802B-D436-6C7D-B41E-0904A28738BA}"/>
                    </a:ext>
                  </a:extLst>
                </p14:cNvPr>
                <p14:cNvContentPartPr/>
                <p14:nvPr/>
              </p14:nvContentPartPr>
              <p14:xfrm>
                <a:off x="4226691" y="1751879"/>
                <a:ext cx="207360" cy="103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34802B-D436-6C7D-B41E-0904A28738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18051" y="1743239"/>
                  <a:ext cx="225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7194C1-265F-7A31-60FC-9B5BB536EED7}"/>
                    </a:ext>
                  </a:extLst>
                </p14:cNvPr>
                <p14:cNvContentPartPr/>
                <p14:nvPr/>
              </p14:nvContentPartPr>
              <p14:xfrm>
                <a:off x="2343171" y="1981919"/>
                <a:ext cx="115920" cy="11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7194C1-265F-7A31-60FC-9B5BB536EE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34171" y="1973279"/>
                  <a:ext cx="133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0E536E-B5AD-32EE-4971-A3D0333B9F23}"/>
                    </a:ext>
                  </a:extLst>
                </p14:cNvPr>
                <p14:cNvContentPartPr/>
                <p14:nvPr/>
              </p14:nvContentPartPr>
              <p14:xfrm>
                <a:off x="2830611" y="2036639"/>
                <a:ext cx="36720" cy="82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0E536E-B5AD-32EE-4971-A3D0333B9F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21971" y="2027999"/>
                  <a:ext cx="54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FA51C8-E4E8-EAB8-427D-27FCFA03F11C}"/>
                    </a:ext>
                  </a:extLst>
                </p14:cNvPr>
                <p14:cNvContentPartPr/>
                <p14:nvPr/>
              </p14:nvContentPartPr>
              <p14:xfrm>
                <a:off x="3279531" y="2012879"/>
                <a:ext cx="169920" cy="10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FA51C8-E4E8-EAB8-427D-27FCFA03F11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0891" y="2004239"/>
                  <a:ext cx="187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3B98151-9747-08D2-1F8A-6ACE51DAA247}"/>
                    </a:ext>
                  </a:extLst>
                </p14:cNvPr>
                <p14:cNvContentPartPr/>
                <p14:nvPr/>
              </p14:nvContentPartPr>
              <p14:xfrm>
                <a:off x="2128251" y="1374239"/>
                <a:ext cx="45360" cy="103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3B98151-9747-08D2-1F8A-6ACE51DAA2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19251" y="1365239"/>
                  <a:ext cx="63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9BDA0A-D81E-51F3-E670-4E07444473D9}"/>
                    </a:ext>
                  </a:extLst>
                </p14:cNvPr>
                <p14:cNvContentPartPr/>
                <p14:nvPr/>
              </p14:nvContentPartPr>
              <p14:xfrm>
                <a:off x="2562411" y="956639"/>
                <a:ext cx="142200" cy="10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9BDA0A-D81E-51F3-E670-4E07444473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53411" y="947999"/>
                  <a:ext cx="159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96089AD-BAB9-9F3A-CC5E-9631444A91AE}"/>
                    </a:ext>
                  </a:extLst>
                </p14:cNvPr>
                <p14:cNvContentPartPr/>
                <p14:nvPr/>
              </p14:nvContentPartPr>
              <p14:xfrm>
                <a:off x="2463771" y="947999"/>
                <a:ext cx="205920" cy="96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96089AD-BAB9-9F3A-CC5E-9631444A91A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55131" y="939359"/>
                  <a:ext cx="223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9B67E0D-C6A6-AEB5-8A20-7D84525F131E}"/>
                    </a:ext>
                  </a:extLst>
                </p14:cNvPr>
                <p14:cNvContentPartPr/>
                <p14:nvPr/>
              </p14:nvContentPartPr>
              <p14:xfrm>
                <a:off x="3301491" y="1417799"/>
                <a:ext cx="83160" cy="378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9B67E0D-C6A6-AEB5-8A20-7D84525F13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92491" y="1409159"/>
                  <a:ext cx="1008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1077AC-0CF6-F721-C104-D2CD236FCB70}"/>
                    </a:ext>
                  </a:extLst>
                </p14:cNvPr>
                <p14:cNvContentPartPr/>
                <p14:nvPr/>
              </p14:nvContentPartPr>
              <p14:xfrm>
                <a:off x="3265491" y="1409159"/>
                <a:ext cx="80280" cy="54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1077AC-0CF6-F721-C104-D2CD236FCB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56851" y="1400519"/>
                  <a:ext cx="979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3DE76E3-9438-CF40-54A4-6641C8FC614C}"/>
                    </a:ext>
                  </a:extLst>
                </p14:cNvPr>
                <p14:cNvContentPartPr/>
                <p14:nvPr/>
              </p14:nvContentPartPr>
              <p14:xfrm>
                <a:off x="3460251" y="1357679"/>
                <a:ext cx="29160" cy="10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3DE76E3-9438-CF40-54A4-6641C8FC61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51611" y="1349039"/>
                  <a:ext cx="4680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87ED2F4-F66F-EA8A-8C8E-F56945BC2669}"/>
              </a:ext>
            </a:extLst>
          </p:cNvPr>
          <p:cNvGrpSpPr/>
          <p:nvPr/>
        </p:nvGrpSpPr>
        <p:grpSpPr>
          <a:xfrm>
            <a:off x="5775411" y="1106039"/>
            <a:ext cx="2065320" cy="1281960"/>
            <a:chOff x="5775411" y="1106039"/>
            <a:chExt cx="2065320" cy="12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E89D88-94B5-496A-85A5-8559364B4581}"/>
                    </a:ext>
                  </a:extLst>
                </p14:cNvPr>
                <p14:cNvContentPartPr/>
                <p14:nvPr/>
              </p14:nvContentPartPr>
              <p14:xfrm>
                <a:off x="5780091" y="1745039"/>
                <a:ext cx="1664640" cy="43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E89D88-94B5-496A-85A5-8559364B45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71451" y="1736399"/>
                  <a:ext cx="16822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CA3E43-6B8A-F5FE-86A6-8F90577A3AF0}"/>
                    </a:ext>
                  </a:extLst>
                </p14:cNvPr>
                <p14:cNvContentPartPr/>
                <p14:nvPr/>
              </p14:nvContentPartPr>
              <p14:xfrm>
                <a:off x="6137931" y="1727759"/>
                <a:ext cx="20160" cy="105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CA3E43-6B8A-F5FE-86A6-8F90577A3A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28931" y="1719119"/>
                  <a:ext cx="37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AB9D9A-6D82-6D7F-8047-8C1D103A58CC}"/>
                    </a:ext>
                  </a:extLst>
                </p14:cNvPr>
                <p14:cNvContentPartPr/>
                <p14:nvPr/>
              </p14:nvContentPartPr>
              <p14:xfrm>
                <a:off x="6104451" y="1348679"/>
                <a:ext cx="50760" cy="381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AB9D9A-6D82-6D7F-8047-8C1D103A58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95451" y="1339679"/>
                  <a:ext cx="684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F41D776-B16A-8A60-1464-D15FE10E045D}"/>
                    </a:ext>
                  </a:extLst>
                </p14:cNvPr>
                <p14:cNvContentPartPr/>
                <p14:nvPr/>
              </p14:nvContentPartPr>
              <p14:xfrm>
                <a:off x="6115611" y="1272359"/>
                <a:ext cx="93960" cy="9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F41D776-B16A-8A60-1464-D15FE10E04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06971" y="1263719"/>
                  <a:ext cx="111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2886021-81C4-90D7-A80E-20C770512817}"/>
                    </a:ext>
                  </a:extLst>
                </p14:cNvPr>
                <p14:cNvContentPartPr/>
                <p14:nvPr/>
              </p14:nvContentPartPr>
              <p14:xfrm>
                <a:off x="6734451" y="1787159"/>
                <a:ext cx="37080" cy="32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2886021-81C4-90D7-A80E-20C7705128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25811" y="1778159"/>
                  <a:ext cx="54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D7C680-B1FA-F53F-9E12-1E5CA59E2802}"/>
                    </a:ext>
                  </a:extLst>
                </p14:cNvPr>
                <p14:cNvContentPartPr/>
                <p14:nvPr/>
              </p14:nvContentPartPr>
              <p14:xfrm>
                <a:off x="6731211" y="2069399"/>
                <a:ext cx="117000" cy="111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D7C680-B1FA-F53F-9E12-1E5CA59E28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22211" y="2060759"/>
                  <a:ext cx="134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3206B6-5E3F-BBB0-F34D-36C9AD8747EB}"/>
                    </a:ext>
                  </a:extLst>
                </p14:cNvPr>
                <p14:cNvContentPartPr/>
                <p14:nvPr/>
              </p14:nvContentPartPr>
              <p14:xfrm>
                <a:off x="5775411" y="1106039"/>
                <a:ext cx="33480" cy="147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3206B6-5E3F-BBB0-F34D-36C9AD8747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66771" y="1097039"/>
                  <a:ext cx="51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A0D080-8704-2855-093F-4C9C25823BA7}"/>
                    </a:ext>
                  </a:extLst>
                </p14:cNvPr>
                <p14:cNvContentPartPr/>
                <p14:nvPr/>
              </p14:nvContentPartPr>
              <p14:xfrm>
                <a:off x="6428451" y="2228159"/>
                <a:ext cx="109440" cy="3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A0D080-8704-2855-093F-4C9C25823B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19451" y="2219519"/>
                  <a:ext cx="127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564187-5398-BD47-5D84-36C205D640EB}"/>
                    </a:ext>
                  </a:extLst>
                </p14:cNvPr>
                <p14:cNvContentPartPr/>
                <p14:nvPr/>
              </p14:nvContentPartPr>
              <p14:xfrm>
                <a:off x="6636171" y="2239319"/>
                <a:ext cx="33840" cy="14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564187-5398-BD47-5D84-36C205D640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27171" y="2230319"/>
                  <a:ext cx="514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9D04C4-2AAB-693B-4752-84A0327FEA4A}"/>
                    </a:ext>
                  </a:extLst>
                </p14:cNvPr>
                <p14:cNvContentPartPr/>
                <p14:nvPr/>
              </p14:nvContentPartPr>
              <p14:xfrm>
                <a:off x="6087891" y="1965359"/>
                <a:ext cx="106920" cy="86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9D04C4-2AAB-693B-4752-84A0327FEA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9251" y="1956719"/>
                  <a:ext cx="124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00C82D-0F1D-C401-2E94-E303D6179928}"/>
                    </a:ext>
                  </a:extLst>
                </p14:cNvPr>
                <p14:cNvContentPartPr/>
                <p14:nvPr/>
              </p14:nvContentPartPr>
              <p14:xfrm>
                <a:off x="6717891" y="1571159"/>
                <a:ext cx="16920" cy="97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00C82D-0F1D-C401-2E94-E303D61799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09251" y="1562519"/>
                  <a:ext cx="345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F76FF30-AA5E-35F6-81F0-D5962911F307}"/>
                    </a:ext>
                  </a:extLst>
                </p14:cNvPr>
                <p14:cNvContentPartPr/>
                <p14:nvPr/>
              </p14:nvContentPartPr>
              <p14:xfrm>
                <a:off x="7306851" y="1708319"/>
                <a:ext cx="210960" cy="103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F76FF30-AA5E-35F6-81F0-D5962911F3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98211" y="1699679"/>
                  <a:ext cx="228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141CF7-5D29-3906-4A0A-C41D60283E51}"/>
                    </a:ext>
                  </a:extLst>
                </p14:cNvPr>
                <p14:cNvContentPartPr/>
                <p14:nvPr/>
              </p14:nvContentPartPr>
              <p14:xfrm>
                <a:off x="7621491" y="1697159"/>
                <a:ext cx="219240" cy="122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141CF7-5D29-3906-4A0A-C41D60283E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12851" y="1688519"/>
                  <a:ext cx="2368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CFC8AE-4281-B187-529A-38850B9AEC39}"/>
              </a:ext>
            </a:extLst>
          </p:cNvPr>
          <p:cNvGrpSpPr/>
          <p:nvPr/>
        </p:nvGrpSpPr>
        <p:grpSpPr>
          <a:xfrm>
            <a:off x="4259811" y="1923959"/>
            <a:ext cx="225360" cy="239760"/>
            <a:chOff x="4259811" y="1923959"/>
            <a:chExt cx="22536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8A28FA2-DD13-27FC-6CE8-3DD41C7597C5}"/>
                    </a:ext>
                  </a:extLst>
                </p14:cNvPr>
                <p14:cNvContentPartPr/>
                <p14:nvPr/>
              </p14:nvContentPartPr>
              <p14:xfrm>
                <a:off x="4259811" y="1923959"/>
                <a:ext cx="65880" cy="23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8A28FA2-DD13-27FC-6CE8-3DD41C7597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50811" y="1914959"/>
                  <a:ext cx="83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560861-CD6A-3FBA-92AA-434F0BB549CE}"/>
                    </a:ext>
                  </a:extLst>
                </p14:cNvPr>
                <p14:cNvContentPartPr/>
                <p14:nvPr/>
              </p14:nvContentPartPr>
              <p14:xfrm>
                <a:off x="4311651" y="2053199"/>
                <a:ext cx="173520" cy="11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560861-CD6A-3FBA-92AA-434F0BB549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02651" y="2044199"/>
                  <a:ext cx="1911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3ADFB7-8A5C-E063-DC64-F14C277499B3}"/>
              </a:ext>
            </a:extLst>
          </p:cNvPr>
          <p:cNvGrpSpPr/>
          <p:nvPr/>
        </p:nvGrpSpPr>
        <p:grpSpPr>
          <a:xfrm>
            <a:off x="947091" y="859439"/>
            <a:ext cx="655920" cy="250920"/>
            <a:chOff x="947091" y="859439"/>
            <a:chExt cx="65592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4C167A-CD8E-85BA-618E-22540D19E160}"/>
                    </a:ext>
                  </a:extLst>
                </p14:cNvPr>
                <p14:cNvContentPartPr/>
                <p14:nvPr/>
              </p14:nvContentPartPr>
              <p14:xfrm>
                <a:off x="947091" y="903359"/>
                <a:ext cx="176400" cy="147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4C167A-CD8E-85BA-618E-22540D19E1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8091" y="894359"/>
                  <a:ext cx="194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13FE48-092A-4092-D144-7084E8D9AC34}"/>
                    </a:ext>
                  </a:extLst>
                </p14:cNvPr>
                <p14:cNvContentPartPr/>
                <p14:nvPr/>
              </p14:nvContentPartPr>
              <p14:xfrm>
                <a:off x="1018731" y="925319"/>
                <a:ext cx="81720" cy="124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13FE48-092A-4092-D144-7084E8D9AC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0091" y="916319"/>
                  <a:ext cx="99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61E0AA-F052-6DD4-2868-E32391F94A6E}"/>
                    </a:ext>
                  </a:extLst>
                </p14:cNvPr>
                <p14:cNvContentPartPr/>
                <p14:nvPr/>
              </p14:nvContentPartPr>
              <p14:xfrm>
                <a:off x="1160211" y="859439"/>
                <a:ext cx="145080" cy="250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61E0AA-F052-6DD4-2868-E32391F94A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1211" y="850439"/>
                  <a:ext cx="162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B93504B-3487-987F-850D-5A60A1896D24}"/>
                    </a:ext>
                  </a:extLst>
                </p14:cNvPr>
                <p14:cNvContentPartPr/>
                <p14:nvPr/>
              </p14:nvContentPartPr>
              <p14:xfrm>
                <a:off x="1329051" y="908759"/>
                <a:ext cx="63720" cy="188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B93504B-3487-987F-850D-5A60A1896D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0051" y="899759"/>
                  <a:ext cx="81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7FC49AB-6CFE-1ABA-10CC-49DDFDE71828}"/>
                    </a:ext>
                  </a:extLst>
                </p14:cNvPr>
                <p14:cNvContentPartPr/>
                <p14:nvPr/>
              </p14:nvContentPartPr>
              <p14:xfrm>
                <a:off x="1394211" y="980039"/>
                <a:ext cx="168480" cy="78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7FC49AB-6CFE-1ABA-10CC-49DDFDE7182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85571" y="971039"/>
                  <a:ext cx="186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28C478-1D0B-9F00-8F9A-17B93424A759}"/>
                    </a:ext>
                  </a:extLst>
                </p14:cNvPr>
                <p14:cNvContentPartPr/>
                <p14:nvPr/>
              </p14:nvContentPartPr>
              <p14:xfrm>
                <a:off x="1494651" y="863759"/>
                <a:ext cx="108360" cy="23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28C478-1D0B-9F00-8F9A-17B93424A7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85651" y="854759"/>
                  <a:ext cx="12600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293529A-D11F-443A-AD61-407ACB79F68B}"/>
              </a:ext>
            </a:extLst>
          </p:cNvPr>
          <p:cNvGrpSpPr/>
          <p:nvPr/>
        </p:nvGrpSpPr>
        <p:grpSpPr>
          <a:xfrm>
            <a:off x="5787291" y="396119"/>
            <a:ext cx="736560" cy="338400"/>
            <a:chOff x="5787291" y="396119"/>
            <a:chExt cx="73656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CFE3AA-9A0D-E74B-C44F-305044B15E03}"/>
                    </a:ext>
                  </a:extLst>
                </p14:cNvPr>
                <p14:cNvContentPartPr/>
                <p14:nvPr/>
              </p14:nvContentPartPr>
              <p14:xfrm>
                <a:off x="5787291" y="465239"/>
                <a:ext cx="212040" cy="26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CFE3AA-9A0D-E74B-C44F-305044B15E0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78651" y="456239"/>
                  <a:ext cx="2296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040222-CEEC-1558-55C0-8B23B88BA26E}"/>
                    </a:ext>
                  </a:extLst>
                </p14:cNvPr>
                <p14:cNvContentPartPr/>
                <p14:nvPr/>
              </p14:nvContentPartPr>
              <p14:xfrm>
                <a:off x="5989611" y="421679"/>
                <a:ext cx="185400" cy="275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040222-CEEC-1558-55C0-8B23B88BA2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80611" y="412679"/>
                  <a:ext cx="203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39ADDCF-5C62-C575-CA27-2B8FC1065042}"/>
                    </a:ext>
                  </a:extLst>
                </p14:cNvPr>
                <p14:cNvContentPartPr/>
                <p14:nvPr/>
              </p14:nvContentPartPr>
              <p14:xfrm>
                <a:off x="6198051" y="580079"/>
                <a:ext cx="180720" cy="86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39ADDCF-5C62-C575-CA27-2B8FC10650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89051" y="571439"/>
                  <a:ext cx="198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AB25D8-72B1-8776-58A5-279FE5CCCC5D}"/>
                    </a:ext>
                  </a:extLst>
                </p14:cNvPr>
                <p14:cNvContentPartPr/>
                <p14:nvPr/>
              </p14:nvContentPartPr>
              <p14:xfrm>
                <a:off x="6329451" y="396119"/>
                <a:ext cx="194400" cy="290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AB25D8-72B1-8776-58A5-279FE5CCCC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20451" y="387119"/>
                  <a:ext cx="212040" cy="30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089BD0F-0AFB-2521-3D7B-299788F43652}"/>
                  </a:ext>
                </a:extLst>
              </p14:cNvPr>
              <p14:cNvContentPartPr/>
              <p14:nvPr/>
            </p14:nvContentPartPr>
            <p14:xfrm>
              <a:off x="2190171" y="-120481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089BD0F-0AFB-2521-3D7B-299788F4365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181171" y="-12948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D6A36C8D-EDE1-1C0E-B04F-0D08CDCC22C5}"/>
              </a:ext>
            </a:extLst>
          </p:cNvPr>
          <p:cNvGrpSpPr/>
          <p:nvPr/>
        </p:nvGrpSpPr>
        <p:grpSpPr>
          <a:xfrm>
            <a:off x="1507251" y="2189316"/>
            <a:ext cx="1078200" cy="387000"/>
            <a:chOff x="1507251" y="2189316"/>
            <a:chExt cx="107820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BF700FF-0618-79AA-F687-7DEC69A79D38}"/>
                    </a:ext>
                  </a:extLst>
                </p14:cNvPr>
                <p14:cNvContentPartPr/>
                <p14:nvPr/>
              </p14:nvContentPartPr>
              <p14:xfrm>
                <a:off x="1507251" y="2328996"/>
                <a:ext cx="191520" cy="247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BF700FF-0618-79AA-F687-7DEC69A79D3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98611" y="2319996"/>
                  <a:ext cx="209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36D993-FCE9-F5B1-986E-52902D0EB7A8}"/>
                    </a:ext>
                  </a:extLst>
                </p14:cNvPr>
                <p14:cNvContentPartPr/>
                <p14:nvPr/>
              </p14:nvContentPartPr>
              <p14:xfrm>
                <a:off x="1722171" y="2270676"/>
                <a:ext cx="132840" cy="253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36D993-FCE9-F5B1-986E-52902D0EB7A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13171" y="2261676"/>
                  <a:ext cx="150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DAEEB0-2ACD-D8E1-DBF8-190630252DEB}"/>
                    </a:ext>
                  </a:extLst>
                </p14:cNvPr>
                <p14:cNvContentPartPr/>
                <p14:nvPr/>
              </p14:nvContentPartPr>
              <p14:xfrm>
                <a:off x="1863651" y="2418276"/>
                <a:ext cx="178200" cy="59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DAEEB0-2ACD-D8E1-DBF8-190630252D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55011" y="2409276"/>
                  <a:ext cx="195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EBB9AB-B6DD-91C9-A2E3-506BDAA392D2}"/>
                    </a:ext>
                  </a:extLst>
                </p14:cNvPr>
                <p14:cNvContentPartPr/>
                <p14:nvPr/>
              </p14:nvContentPartPr>
              <p14:xfrm>
                <a:off x="2139411" y="2407476"/>
                <a:ext cx="80280" cy="15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EBB9AB-B6DD-91C9-A2E3-506BDAA392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30771" y="2398476"/>
                  <a:ext cx="97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D633D6-E5D1-202F-C9C3-A9FA8DE23AFA}"/>
                    </a:ext>
                  </a:extLst>
                </p14:cNvPr>
                <p14:cNvContentPartPr/>
                <p14:nvPr/>
              </p14:nvContentPartPr>
              <p14:xfrm>
                <a:off x="2241651" y="2242956"/>
                <a:ext cx="86760" cy="213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D633D6-E5D1-202F-C9C3-A9FA8DE23AF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32651" y="2233956"/>
                  <a:ext cx="104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ADCFB6-C032-8FE6-F3F1-DBE636967152}"/>
                    </a:ext>
                  </a:extLst>
                </p14:cNvPr>
                <p14:cNvContentPartPr/>
                <p14:nvPr/>
              </p14:nvContentPartPr>
              <p14:xfrm>
                <a:off x="2345691" y="2361756"/>
                <a:ext cx="125640" cy="74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ADCFB6-C032-8FE6-F3F1-DBE63696715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37051" y="2352756"/>
                  <a:ext cx="143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969AC7E-E10C-18EF-2A6B-7A15435DAFD0}"/>
                    </a:ext>
                  </a:extLst>
                </p14:cNvPr>
                <p14:cNvContentPartPr/>
                <p14:nvPr/>
              </p14:nvContentPartPr>
              <p14:xfrm>
                <a:off x="2389251" y="2189316"/>
                <a:ext cx="196200" cy="309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969AC7E-E10C-18EF-2A6B-7A15435DAF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80611" y="2180676"/>
                  <a:ext cx="21384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0B66576-7C77-18B6-F56E-28B7D1B98DAD}"/>
                  </a:ext>
                </a:extLst>
              </p14:cNvPr>
              <p14:cNvContentPartPr/>
              <p14:nvPr/>
            </p14:nvContentPartPr>
            <p14:xfrm>
              <a:off x="3772011" y="3199116"/>
              <a:ext cx="471960" cy="1278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0B66576-7C77-18B6-F56E-28B7D1B98DA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63011" y="3190476"/>
                <a:ext cx="48960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9D5D6389-6BC0-4021-22D4-3C96500657A8}"/>
              </a:ext>
            </a:extLst>
          </p:cNvPr>
          <p:cNvGrpSpPr/>
          <p:nvPr/>
        </p:nvGrpSpPr>
        <p:grpSpPr>
          <a:xfrm>
            <a:off x="2015211" y="2637156"/>
            <a:ext cx="1836360" cy="1242360"/>
            <a:chOff x="2015211" y="2637156"/>
            <a:chExt cx="1836360" cy="12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6BE006-2E0C-0FBA-B5DD-A5C93CED79FC}"/>
                    </a:ext>
                  </a:extLst>
                </p14:cNvPr>
                <p14:cNvContentPartPr/>
                <p14:nvPr/>
              </p14:nvContentPartPr>
              <p14:xfrm>
                <a:off x="2015211" y="3261396"/>
                <a:ext cx="1836360" cy="55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6BE006-2E0C-0FBA-B5DD-A5C93CED79F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06571" y="3252756"/>
                  <a:ext cx="1854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739BC83-0E9D-2EA9-D719-5E8B031B4E02}"/>
                    </a:ext>
                  </a:extLst>
                </p14:cNvPr>
                <p14:cNvContentPartPr/>
                <p14:nvPr/>
              </p14:nvContentPartPr>
              <p14:xfrm>
                <a:off x="3352611" y="2831916"/>
                <a:ext cx="32400" cy="344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739BC83-0E9D-2EA9-D719-5E8B031B4E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43611" y="2822916"/>
                  <a:ext cx="500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CA1DA9-F349-6B6B-AA39-E1FE0FCF000A}"/>
                    </a:ext>
                  </a:extLst>
                </p14:cNvPr>
                <p14:cNvContentPartPr/>
                <p14:nvPr/>
              </p14:nvContentPartPr>
              <p14:xfrm>
                <a:off x="3298971" y="2761356"/>
                <a:ext cx="120240" cy="77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CA1DA9-F349-6B6B-AA39-E1FE0FCF00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90331" y="2752716"/>
                  <a:ext cx="137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01FB6C-E93D-A160-9ED7-63F77B7C4DCE}"/>
                    </a:ext>
                  </a:extLst>
                </p14:cNvPr>
                <p14:cNvContentPartPr/>
                <p14:nvPr/>
              </p14:nvContentPartPr>
              <p14:xfrm>
                <a:off x="2931051" y="3324036"/>
                <a:ext cx="50400" cy="390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01FB6C-E93D-A160-9ED7-63F77B7C4D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22411" y="3315396"/>
                  <a:ext cx="68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609CD7-6DA9-162D-9771-2E5F1FBDAA84}"/>
                    </a:ext>
                  </a:extLst>
                </p14:cNvPr>
                <p14:cNvContentPartPr/>
                <p14:nvPr/>
              </p14:nvContentPartPr>
              <p14:xfrm>
                <a:off x="2942571" y="3655596"/>
                <a:ext cx="88200" cy="103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609CD7-6DA9-162D-9771-2E5F1FBDAA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33571" y="3646596"/>
                  <a:ext cx="1058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BC49B4C-A0B4-8E0A-9002-C308B79E475A}"/>
                    </a:ext>
                  </a:extLst>
                </p14:cNvPr>
                <p14:cNvContentPartPr/>
                <p14:nvPr/>
              </p14:nvContentPartPr>
              <p14:xfrm>
                <a:off x="2411571" y="3808956"/>
                <a:ext cx="133920" cy="16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BC49B4C-A0B4-8E0A-9002-C308B79E47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02931" y="3799956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A96D696-A2E1-B319-5616-72D5AA7DE26F}"/>
                    </a:ext>
                  </a:extLst>
                </p14:cNvPr>
                <p14:cNvContentPartPr/>
                <p14:nvPr/>
              </p14:nvContentPartPr>
              <p14:xfrm>
                <a:off x="2690571" y="3770436"/>
                <a:ext cx="22680" cy="109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A96D696-A2E1-B319-5616-72D5AA7DE26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81571" y="3761796"/>
                  <a:ext cx="40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0F3E861-BC76-9018-301A-525A6667DFCE}"/>
                    </a:ext>
                  </a:extLst>
                </p14:cNvPr>
                <p14:cNvContentPartPr/>
                <p14:nvPr/>
              </p14:nvContentPartPr>
              <p14:xfrm>
                <a:off x="3589491" y="2637156"/>
                <a:ext cx="27000" cy="131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0F3E861-BC76-9018-301A-525A6667DF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80491" y="2628156"/>
                  <a:ext cx="446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E3563B5-793C-F636-3054-9A5E29BE83E5}"/>
              </a:ext>
            </a:extLst>
          </p:cNvPr>
          <p:cNvGrpSpPr/>
          <p:nvPr/>
        </p:nvGrpSpPr>
        <p:grpSpPr>
          <a:xfrm>
            <a:off x="4567611" y="3068796"/>
            <a:ext cx="234000" cy="261000"/>
            <a:chOff x="4567611" y="3068796"/>
            <a:chExt cx="23400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73E2B7-26E5-918C-E960-BB6345625AE2}"/>
                    </a:ext>
                  </a:extLst>
                </p14:cNvPr>
                <p14:cNvContentPartPr/>
                <p14:nvPr/>
              </p14:nvContentPartPr>
              <p14:xfrm>
                <a:off x="4567611" y="3068796"/>
                <a:ext cx="51480" cy="261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73E2B7-26E5-918C-E960-BB6345625AE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58611" y="3060156"/>
                  <a:ext cx="69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9AC20DC-54F9-8E9E-8A9C-A570CE450DBD}"/>
                    </a:ext>
                  </a:extLst>
                </p14:cNvPr>
                <p14:cNvContentPartPr/>
                <p14:nvPr/>
              </p14:nvContentPartPr>
              <p14:xfrm>
                <a:off x="4621251" y="3235116"/>
                <a:ext cx="180360" cy="94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9AC20DC-54F9-8E9E-8A9C-A570CE450DB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12611" y="3226116"/>
                  <a:ext cx="19800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7A9045E-5DE0-AC17-2192-16C5B5EBE842}"/>
              </a:ext>
            </a:extLst>
          </p:cNvPr>
          <p:cNvGrpSpPr/>
          <p:nvPr/>
        </p:nvGrpSpPr>
        <p:grpSpPr>
          <a:xfrm>
            <a:off x="3336411" y="3411156"/>
            <a:ext cx="518760" cy="574560"/>
            <a:chOff x="3336411" y="3411156"/>
            <a:chExt cx="518760" cy="57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B34090-69E5-7B93-2B3C-69CD5AF1F710}"/>
                    </a:ext>
                  </a:extLst>
                </p14:cNvPr>
                <p14:cNvContentPartPr/>
                <p14:nvPr/>
              </p14:nvContentPartPr>
              <p14:xfrm>
                <a:off x="3390411" y="3425916"/>
                <a:ext cx="109800" cy="329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B34090-69E5-7B93-2B3C-69CD5AF1F71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81411" y="3416916"/>
                  <a:ext cx="1274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0529E1A-A765-A83A-7A9F-482326705D65}"/>
                    </a:ext>
                  </a:extLst>
                </p14:cNvPr>
                <p14:cNvContentPartPr/>
                <p14:nvPr/>
              </p14:nvContentPartPr>
              <p14:xfrm>
                <a:off x="3336411" y="3411156"/>
                <a:ext cx="124200" cy="112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0529E1A-A765-A83A-7A9F-482326705D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27771" y="3402156"/>
                  <a:ext cx="141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41D93D-4580-1054-0428-EA1022B2B7A6}"/>
                    </a:ext>
                  </a:extLst>
                </p14:cNvPr>
                <p14:cNvContentPartPr/>
                <p14:nvPr/>
              </p14:nvContentPartPr>
              <p14:xfrm>
                <a:off x="3642771" y="3839196"/>
                <a:ext cx="212400" cy="146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41D93D-4580-1054-0428-EA1022B2B7A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34131" y="3830196"/>
                  <a:ext cx="2300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B2AD249-AD31-2D49-F29E-39F60A162203}"/>
              </a:ext>
            </a:extLst>
          </p:cNvPr>
          <p:cNvGrpSpPr/>
          <p:nvPr/>
        </p:nvGrpSpPr>
        <p:grpSpPr>
          <a:xfrm>
            <a:off x="2203131" y="2686476"/>
            <a:ext cx="671040" cy="485280"/>
            <a:chOff x="2203131" y="2686476"/>
            <a:chExt cx="67104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7E04483-7423-7528-95CC-48E1C34D3034}"/>
                    </a:ext>
                  </a:extLst>
                </p14:cNvPr>
                <p14:cNvContentPartPr/>
                <p14:nvPr/>
              </p14:nvContentPartPr>
              <p14:xfrm>
                <a:off x="2717931" y="2930556"/>
                <a:ext cx="156240" cy="241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7E04483-7423-7528-95CC-48E1C34D30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08931" y="2921916"/>
                  <a:ext cx="1738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9F5F47-6C12-23BC-05F8-09030FF5E1BD}"/>
                    </a:ext>
                  </a:extLst>
                </p14:cNvPr>
                <p14:cNvContentPartPr/>
                <p14:nvPr/>
              </p14:nvContentPartPr>
              <p14:xfrm>
                <a:off x="2203131" y="2773596"/>
                <a:ext cx="156600" cy="92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9F5F47-6C12-23BC-05F8-09030FF5E1B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94491" y="2764956"/>
                  <a:ext cx="174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E1A19B9-BAF8-153A-FC11-8F1F7D4C9E45}"/>
                    </a:ext>
                  </a:extLst>
                </p14:cNvPr>
                <p14:cNvContentPartPr/>
                <p14:nvPr/>
              </p14:nvContentPartPr>
              <p14:xfrm>
                <a:off x="2456211" y="2785116"/>
                <a:ext cx="59400" cy="21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E1A19B9-BAF8-153A-FC11-8F1F7D4C9E4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47571" y="2776116"/>
                  <a:ext cx="770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F12B094-E940-7847-3DE0-9FD74D76E1D3}"/>
                    </a:ext>
                  </a:extLst>
                </p14:cNvPr>
                <p14:cNvContentPartPr/>
                <p14:nvPr/>
              </p14:nvContentPartPr>
              <p14:xfrm>
                <a:off x="2624691" y="2686476"/>
                <a:ext cx="82080" cy="120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F12B094-E940-7847-3DE0-9FD74D76E1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16051" y="2677476"/>
                  <a:ext cx="997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48E083A-97F3-DDF5-29BA-265386BDC8F1}"/>
              </a:ext>
            </a:extLst>
          </p:cNvPr>
          <p:cNvGrpSpPr/>
          <p:nvPr/>
        </p:nvGrpSpPr>
        <p:grpSpPr>
          <a:xfrm>
            <a:off x="7426371" y="3420119"/>
            <a:ext cx="3489120" cy="178200"/>
            <a:chOff x="7426371" y="3420119"/>
            <a:chExt cx="348912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FEE6F6-F35F-BBF3-8D98-B823A6A831A6}"/>
                    </a:ext>
                  </a:extLst>
                </p14:cNvPr>
                <p14:cNvContentPartPr/>
                <p14:nvPr/>
              </p14:nvContentPartPr>
              <p14:xfrm>
                <a:off x="7426371" y="3520199"/>
                <a:ext cx="2922840" cy="39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FEE6F6-F35F-BBF3-8D98-B823A6A831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417731" y="3511199"/>
                  <a:ext cx="2940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B18ED43-34E0-7EDA-56DE-229380D06A90}"/>
                    </a:ext>
                  </a:extLst>
                </p14:cNvPr>
                <p14:cNvContentPartPr/>
                <p14:nvPr/>
              </p14:nvContentPartPr>
              <p14:xfrm>
                <a:off x="10253091" y="3420119"/>
                <a:ext cx="309240" cy="178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B18ED43-34E0-7EDA-56DE-229380D06A9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244091" y="3411479"/>
                  <a:ext cx="326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FADAD3-4AC7-EDD4-D179-F59F8DE75435}"/>
                    </a:ext>
                  </a:extLst>
                </p14:cNvPr>
                <p14:cNvContentPartPr/>
                <p14:nvPr/>
              </p14:nvContentPartPr>
              <p14:xfrm>
                <a:off x="10693371" y="3498959"/>
                <a:ext cx="222120" cy="90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FADAD3-4AC7-EDD4-D179-F59F8DE754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84371" y="3490319"/>
                  <a:ext cx="23976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45C617B-2A2E-0B3A-9E7C-74CDC5FEFF25}"/>
                  </a:ext>
                </a:extLst>
              </p14:cNvPr>
              <p14:cNvContentPartPr/>
              <p14:nvPr/>
            </p14:nvContentPartPr>
            <p14:xfrm>
              <a:off x="8179491" y="3492479"/>
              <a:ext cx="92520" cy="619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45C617B-2A2E-0B3A-9E7C-74CDC5FEFF2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170491" y="3483479"/>
                <a:ext cx="1101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5E4079E-6B35-46CA-D668-8D220ACBA102}"/>
                  </a:ext>
                </a:extLst>
              </p14:cNvPr>
              <p14:cNvContentPartPr/>
              <p14:nvPr/>
            </p14:nvContentPartPr>
            <p14:xfrm>
              <a:off x="8108211" y="3763199"/>
              <a:ext cx="192960" cy="1630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5E4079E-6B35-46CA-D668-8D220ACBA10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099211" y="3754559"/>
                <a:ext cx="2106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FCD0FF9-ACDF-A1C8-7117-8A432CAC498F}"/>
                  </a:ext>
                </a:extLst>
              </p14:cNvPr>
              <p14:cNvContentPartPr/>
              <p14:nvPr/>
            </p14:nvContentPartPr>
            <p14:xfrm>
              <a:off x="8979411" y="4270799"/>
              <a:ext cx="1440" cy="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FCD0FF9-ACDF-A1C8-7117-8A432CAC498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970771" y="4261799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A03505-A9F0-13CD-55D3-FE16402B4DE1}"/>
                  </a:ext>
                </a:extLst>
              </p14:cNvPr>
              <p14:cNvContentPartPr/>
              <p14:nvPr/>
            </p14:nvContentPartPr>
            <p14:xfrm>
              <a:off x="8694291" y="3482399"/>
              <a:ext cx="48240" cy="1054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A03505-A9F0-13CD-55D3-FE16402B4DE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685651" y="3473759"/>
                <a:ext cx="658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4931CC5-D555-2035-4DB1-CE85B79FFD51}"/>
                  </a:ext>
                </a:extLst>
              </p14:cNvPr>
              <p14:cNvContentPartPr/>
              <p14:nvPr/>
            </p14:nvContentPartPr>
            <p14:xfrm>
              <a:off x="8704731" y="3812159"/>
              <a:ext cx="64080" cy="1177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4931CC5-D555-2035-4DB1-CE85B79FFD5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695731" y="3803519"/>
                <a:ext cx="8172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2669E97-6C3E-A5A5-C676-F5397CF1ADCE}"/>
              </a:ext>
            </a:extLst>
          </p:cNvPr>
          <p:cNvGrpSpPr/>
          <p:nvPr/>
        </p:nvGrpSpPr>
        <p:grpSpPr>
          <a:xfrm>
            <a:off x="7910931" y="2947079"/>
            <a:ext cx="845280" cy="532440"/>
            <a:chOff x="7910931" y="2947079"/>
            <a:chExt cx="84528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2099F9D-7E2D-391D-0FAE-ECB9FBAD1584}"/>
                    </a:ext>
                  </a:extLst>
                </p14:cNvPr>
                <p14:cNvContentPartPr/>
                <p14:nvPr/>
              </p14:nvContentPartPr>
              <p14:xfrm>
                <a:off x="8207571" y="3089999"/>
                <a:ext cx="60120" cy="389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2099F9D-7E2D-391D-0FAE-ECB9FBAD158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98571" y="3080999"/>
                  <a:ext cx="777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30B5CC-1C2A-C870-DFE7-9BFA53FE51AC}"/>
                    </a:ext>
                  </a:extLst>
                </p14:cNvPr>
                <p14:cNvContentPartPr/>
                <p14:nvPr/>
              </p14:nvContentPartPr>
              <p14:xfrm>
                <a:off x="8179131" y="3054359"/>
                <a:ext cx="93960" cy="104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30B5CC-1C2A-C870-DFE7-9BFA53FE51A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70491" y="3045359"/>
                  <a:ext cx="111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73A5615-33B3-6D4E-C804-4662B28C3B6E}"/>
                    </a:ext>
                  </a:extLst>
                </p14:cNvPr>
                <p14:cNvContentPartPr/>
                <p14:nvPr/>
              </p14:nvContentPartPr>
              <p14:xfrm>
                <a:off x="8705811" y="3116999"/>
                <a:ext cx="50400" cy="356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73A5615-33B3-6D4E-C804-4662B28C3B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96811" y="3107999"/>
                  <a:ext cx="680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8C551C6-4261-D0E6-23DA-DF9E13A974E2}"/>
                    </a:ext>
                  </a:extLst>
                </p14:cNvPr>
                <p14:cNvContentPartPr/>
                <p14:nvPr/>
              </p14:nvContentPartPr>
              <p14:xfrm>
                <a:off x="8649291" y="2989559"/>
                <a:ext cx="91440" cy="125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8C551C6-4261-D0E6-23DA-DF9E13A974E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40651" y="2980559"/>
                  <a:ext cx="109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651EFE4-29EB-9694-ED90-4809D6594E9B}"/>
                    </a:ext>
                  </a:extLst>
                </p14:cNvPr>
                <p14:cNvContentPartPr/>
                <p14:nvPr/>
              </p14:nvContentPartPr>
              <p14:xfrm>
                <a:off x="7910931" y="2957519"/>
                <a:ext cx="39600" cy="152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651EFE4-29EB-9694-ED90-4809D6594E9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01931" y="2948879"/>
                  <a:ext cx="57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73EAEC7-4496-AE29-F14A-065810A7629C}"/>
                    </a:ext>
                  </a:extLst>
                </p14:cNvPr>
                <p14:cNvContentPartPr/>
                <p14:nvPr/>
              </p14:nvContentPartPr>
              <p14:xfrm>
                <a:off x="8503491" y="2947079"/>
                <a:ext cx="43920" cy="125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73EAEC7-4496-AE29-F14A-065810A762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94491" y="2938079"/>
                  <a:ext cx="6156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EF4BB12-AD84-76FD-D857-6DC21E9802A4}"/>
              </a:ext>
            </a:extLst>
          </p:cNvPr>
          <p:cNvGrpSpPr/>
          <p:nvPr/>
        </p:nvGrpSpPr>
        <p:grpSpPr>
          <a:xfrm>
            <a:off x="9138171" y="3559079"/>
            <a:ext cx="77400" cy="498240"/>
            <a:chOff x="9138171" y="3559079"/>
            <a:chExt cx="7740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2FFCB48-32B6-4C07-A2E9-821F5EA8A773}"/>
                    </a:ext>
                  </a:extLst>
                </p14:cNvPr>
                <p14:cNvContentPartPr/>
                <p14:nvPr/>
              </p14:nvContentPartPr>
              <p14:xfrm>
                <a:off x="9155091" y="3559079"/>
                <a:ext cx="12960" cy="472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2FFCB48-32B6-4C07-A2E9-821F5EA8A77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46451" y="3550439"/>
                  <a:ext cx="30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DA99FF9-B37E-88E2-52A3-F78256186E5D}"/>
                    </a:ext>
                  </a:extLst>
                </p14:cNvPr>
                <p14:cNvContentPartPr/>
                <p14:nvPr/>
              </p14:nvContentPartPr>
              <p14:xfrm>
                <a:off x="9138171" y="3975239"/>
                <a:ext cx="77400" cy="82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DA99FF9-B37E-88E2-52A3-F78256186E5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29171" y="3966599"/>
                  <a:ext cx="950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FB196BC-C7E4-45E7-0704-FAAF687858CC}"/>
              </a:ext>
            </a:extLst>
          </p:cNvPr>
          <p:cNvGrpSpPr/>
          <p:nvPr/>
        </p:nvGrpSpPr>
        <p:grpSpPr>
          <a:xfrm>
            <a:off x="8832171" y="4216079"/>
            <a:ext cx="300960" cy="100440"/>
            <a:chOff x="8832171" y="4216079"/>
            <a:chExt cx="30096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B947B00-BEF7-E3DC-7CB4-3BF849F6AB33}"/>
                    </a:ext>
                  </a:extLst>
                </p14:cNvPr>
                <p14:cNvContentPartPr/>
                <p14:nvPr/>
              </p14:nvContentPartPr>
              <p14:xfrm>
                <a:off x="8832171" y="4237679"/>
                <a:ext cx="142200" cy="28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B947B00-BEF7-E3DC-7CB4-3BF849F6AB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23531" y="4229039"/>
                  <a:ext cx="159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C6BA42-F22E-19E9-85A4-DA387431034A}"/>
                    </a:ext>
                  </a:extLst>
                </p14:cNvPr>
                <p14:cNvContentPartPr/>
                <p14:nvPr/>
              </p14:nvContentPartPr>
              <p14:xfrm>
                <a:off x="9096051" y="4216079"/>
                <a:ext cx="37080" cy="100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C6BA42-F22E-19E9-85A4-DA387431034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87051" y="4207079"/>
                  <a:ext cx="5472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C82FCF4-BD64-74CF-2F1C-7CCE92618FD3}"/>
                  </a:ext>
                </a:extLst>
              </p14:cNvPr>
              <p14:cNvContentPartPr/>
              <p14:nvPr/>
            </p14:nvContentPartPr>
            <p14:xfrm>
              <a:off x="9011811" y="3284399"/>
              <a:ext cx="153360" cy="1054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C82FCF4-BD64-74CF-2F1C-7CCE92618FD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003171" y="3275759"/>
                <a:ext cx="171000" cy="1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5B1597A-F45C-D152-061C-326EEA5E3284}"/>
              </a:ext>
            </a:extLst>
          </p:cNvPr>
          <p:cNvGrpSpPr/>
          <p:nvPr/>
        </p:nvGrpSpPr>
        <p:grpSpPr>
          <a:xfrm>
            <a:off x="9618411" y="3558719"/>
            <a:ext cx="95040" cy="471600"/>
            <a:chOff x="9618411" y="3558719"/>
            <a:chExt cx="9504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AEB662E-C9E8-121F-524A-B2BD7344ED68}"/>
                    </a:ext>
                  </a:extLst>
                </p14:cNvPr>
                <p14:cNvContentPartPr/>
                <p14:nvPr/>
              </p14:nvContentPartPr>
              <p14:xfrm>
                <a:off x="9624891" y="3615959"/>
                <a:ext cx="17640" cy="374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AEB662E-C9E8-121F-524A-B2BD7344ED6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616251" y="3606959"/>
                  <a:ext cx="352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FD610FC-9F0C-66C2-77E1-55D2CB411523}"/>
                    </a:ext>
                  </a:extLst>
                </p14:cNvPr>
                <p14:cNvContentPartPr/>
                <p14:nvPr/>
              </p14:nvContentPartPr>
              <p14:xfrm>
                <a:off x="9618411" y="3982439"/>
                <a:ext cx="95040" cy="47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FD610FC-9F0C-66C2-77E1-55D2CB41152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09771" y="3973439"/>
                  <a:ext cx="112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574DB31-3970-0852-2C51-78A4E947C1A7}"/>
                    </a:ext>
                  </a:extLst>
                </p14:cNvPr>
                <p14:cNvContentPartPr/>
                <p14:nvPr/>
              </p14:nvContentPartPr>
              <p14:xfrm>
                <a:off x="9652971" y="3558719"/>
                <a:ext cx="2880" cy="60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574DB31-3970-0852-2C51-78A4E947C1A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43971" y="3549719"/>
                  <a:ext cx="205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52183EA-837B-6933-3B08-E7068741131C}"/>
              </a:ext>
            </a:extLst>
          </p:cNvPr>
          <p:cNvGrpSpPr/>
          <p:nvPr/>
        </p:nvGrpSpPr>
        <p:grpSpPr>
          <a:xfrm>
            <a:off x="9789411" y="4200599"/>
            <a:ext cx="266400" cy="107640"/>
            <a:chOff x="9789411" y="4200599"/>
            <a:chExt cx="266400" cy="1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56A620-A3FE-C20F-D006-1D739317C24D}"/>
                    </a:ext>
                  </a:extLst>
                </p14:cNvPr>
                <p14:cNvContentPartPr/>
                <p14:nvPr/>
              </p14:nvContentPartPr>
              <p14:xfrm>
                <a:off x="9789411" y="4243439"/>
                <a:ext cx="105120" cy="6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56A620-A3FE-C20F-D006-1D739317C24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80411" y="4234439"/>
                  <a:ext cx="12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0D974F5-5951-B795-86A1-1BB54FC54B2D}"/>
                    </a:ext>
                  </a:extLst>
                </p14:cNvPr>
                <p14:cNvContentPartPr/>
                <p14:nvPr/>
              </p14:nvContentPartPr>
              <p14:xfrm>
                <a:off x="10019091" y="4200599"/>
                <a:ext cx="36720" cy="107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0D974F5-5951-B795-86A1-1BB54FC54B2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10451" y="4191959"/>
                  <a:ext cx="543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A24BC04-DAD5-884F-910A-95DE7A5D5E5E}"/>
              </a:ext>
            </a:extLst>
          </p:cNvPr>
          <p:cNvGrpSpPr/>
          <p:nvPr/>
        </p:nvGrpSpPr>
        <p:grpSpPr>
          <a:xfrm>
            <a:off x="754131" y="4438559"/>
            <a:ext cx="1491120" cy="398160"/>
            <a:chOff x="754131" y="4438559"/>
            <a:chExt cx="149112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1FEDA51-C438-91B3-0BF1-11A8B36849B1}"/>
                    </a:ext>
                  </a:extLst>
                </p14:cNvPr>
                <p14:cNvContentPartPr/>
                <p14:nvPr/>
              </p14:nvContentPartPr>
              <p14:xfrm>
                <a:off x="754131" y="4570679"/>
                <a:ext cx="153720" cy="176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1FEDA51-C438-91B3-0BF1-11A8B36849B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5491" y="4562039"/>
                  <a:ext cx="171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B8986DD-B0B5-8A2A-48EF-26321818C1FB}"/>
                    </a:ext>
                  </a:extLst>
                </p14:cNvPr>
                <p14:cNvContentPartPr/>
                <p14:nvPr/>
              </p14:nvContentPartPr>
              <p14:xfrm>
                <a:off x="952491" y="4647359"/>
                <a:ext cx="153720" cy="41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B8986DD-B0B5-8A2A-48EF-26321818C1F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3851" y="4638719"/>
                  <a:ext cx="171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CD8E32E-B8DC-FCBB-F539-FE039399F3DD}"/>
                    </a:ext>
                  </a:extLst>
                </p14:cNvPr>
                <p14:cNvContentPartPr/>
                <p14:nvPr/>
              </p14:nvContentPartPr>
              <p14:xfrm>
                <a:off x="1172811" y="4625399"/>
                <a:ext cx="97560" cy="211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CD8E32E-B8DC-FCBB-F539-FE039399F3D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63811" y="4616399"/>
                  <a:ext cx="1152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1DE99D2-B230-712A-A6B4-393E106940F4}"/>
                    </a:ext>
                  </a:extLst>
                </p14:cNvPr>
                <p14:cNvContentPartPr/>
                <p14:nvPr/>
              </p14:nvContentPartPr>
              <p14:xfrm>
                <a:off x="1357131" y="4603439"/>
                <a:ext cx="100440" cy="194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1DE99D2-B230-712A-A6B4-393E106940F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348491" y="4594799"/>
                  <a:ext cx="118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75DDFB3-5B29-8224-E818-A52D72D2BEDF}"/>
                    </a:ext>
                  </a:extLst>
                </p14:cNvPr>
                <p14:cNvContentPartPr/>
                <p14:nvPr/>
              </p14:nvContentPartPr>
              <p14:xfrm>
                <a:off x="1511211" y="4627919"/>
                <a:ext cx="110520" cy="82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75DDFB3-5B29-8224-E818-A52D72D2BED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502211" y="4618919"/>
                  <a:ext cx="128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325491-35AC-91D3-E7CE-FA42BD117C1B}"/>
                    </a:ext>
                  </a:extLst>
                </p14:cNvPr>
                <p14:cNvContentPartPr/>
                <p14:nvPr/>
              </p14:nvContentPartPr>
              <p14:xfrm>
                <a:off x="1713891" y="4592639"/>
                <a:ext cx="118440" cy="115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325491-35AC-91D3-E7CE-FA42BD117C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04891" y="4583999"/>
                  <a:ext cx="136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7763323-51B2-27AF-455F-6262CF9538C7}"/>
                    </a:ext>
                  </a:extLst>
                </p14:cNvPr>
                <p14:cNvContentPartPr/>
                <p14:nvPr/>
              </p14:nvContentPartPr>
              <p14:xfrm>
                <a:off x="1884891" y="4438559"/>
                <a:ext cx="79920" cy="302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7763323-51B2-27AF-455F-6262CF9538C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875891" y="4429919"/>
                  <a:ext cx="975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6241A5F-D332-8DBA-D7C8-3C2F02300ED5}"/>
                    </a:ext>
                  </a:extLst>
                </p14:cNvPr>
                <p14:cNvContentPartPr/>
                <p14:nvPr/>
              </p14:nvContentPartPr>
              <p14:xfrm>
                <a:off x="1909731" y="4618559"/>
                <a:ext cx="100080" cy="14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6241A5F-D332-8DBA-D7C8-3C2F02300ED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00731" y="4609919"/>
                  <a:ext cx="117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B24DB3A-B2E8-36C5-194B-84E5442EB003}"/>
                    </a:ext>
                  </a:extLst>
                </p14:cNvPr>
                <p14:cNvContentPartPr/>
                <p14:nvPr/>
              </p14:nvContentPartPr>
              <p14:xfrm>
                <a:off x="2172171" y="4626479"/>
                <a:ext cx="1440" cy="17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B24DB3A-B2E8-36C5-194B-84E5442EB00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63531" y="4617839"/>
                  <a:ext cx="19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7D2FDF-0CA9-645D-CBC0-7193FDD3FEFF}"/>
                    </a:ext>
                  </a:extLst>
                </p14:cNvPr>
                <p14:cNvContentPartPr/>
                <p14:nvPr/>
              </p14:nvContentPartPr>
              <p14:xfrm>
                <a:off x="2244891" y="4747079"/>
                <a:ext cx="36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7D2FDF-0CA9-645D-CBC0-7193FDD3FE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35891" y="473807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13F8640-EAF8-A0CB-C953-EA602584CEBD}"/>
              </a:ext>
            </a:extLst>
          </p:cNvPr>
          <p:cNvGrpSpPr/>
          <p:nvPr/>
        </p:nvGrpSpPr>
        <p:grpSpPr>
          <a:xfrm>
            <a:off x="2384211" y="423839"/>
            <a:ext cx="1059120" cy="131400"/>
            <a:chOff x="2384211" y="423839"/>
            <a:chExt cx="1059120" cy="13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5866624-7B4F-8F1B-FCB9-452ADE7D57FD}"/>
                    </a:ext>
                  </a:extLst>
                </p14:cNvPr>
                <p14:cNvContentPartPr/>
                <p14:nvPr/>
              </p14:nvContentPartPr>
              <p14:xfrm>
                <a:off x="2510931" y="487199"/>
                <a:ext cx="932400" cy="42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5866624-7B4F-8F1B-FCB9-452ADE7D57F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02291" y="478199"/>
                  <a:ext cx="950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4629017-97ED-BFAD-76BF-D3EAC6930E4C}"/>
                    </a:ext>
                  </a:extLst>
                </p14:cNvPr>
                <p14:cNvContentPartPr/>
                <p14:nvPr/>
              </p14:nvContentPartPr>
              <p14:xfrm>
                <a:off x="2384211" y="431759"/>
                <a:ext cx="220680" cy="123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4629017-97ED-BFAD-76BF-D3EAC6930E4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75571" y="422759"/>
                  <a:ext cx="238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F8115B4-31E0-CE08-A8F5-023D7E1F7E12}"/>
                    </a:ext>
                  </a:extLst>
                </p14:cNvPr>
                <p14:cNvContentPartPr/>
                <p14:nvPr/>
              </p14:nvContentPartPr>
              <p14:xfrm>
                <a:off x="3219771" y="423839"/>
                <a:ext cx="196920" cy="99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F8115B4-31E0-CE08-A8F5-023D7E1F7E1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11131" y="415199"/>
                  <a:ext cx="21456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9DB993C-626D-12FA-5F2C-E358CB22B298}"/>
              </a:ext>
            </a:extLst>
          </p:cNvPr>
          <p:cNvGrpSpPr/>
          <p:nvPr/>
        </p:nvGrpSpPr>
        <p:grpSpPr>
          <a:xfrm>
            <a:off x="3734211" y="334199"/>
            <a:ext cx="857520" cy="316080"/>
            <a:chOff x="3734211" y="334199"/>
            <a:chExt cx="85752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EE8916E-6842-42E0-2231-1681B7DFE239}"/>
                    </a:ext>
                  </a:extLst>
                </p14:cNvPr>
                <p14:cNvContentPartPr/>
                <p14:nvPr/>
              </p14:nvContentPartPr>
              <p14:xfrm>
                <a:off x="3734211" y="334199"/>
                <a:ext cx="203760" cy="283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EE8916E-6842-42E0-2231-1681B7DFE23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25211" y="325199"/>
                  <a:ext cx="2214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C029144-7A0D-4CA9-AD8C-B6C89B1F54E0}"/>
                    </a:ext>
                  </a:extLst>
                </p14:cNvPr>
                <p14:cNvContentPartPr/>
                <p14:nvPr/>
              </p14:nvContentPartPr>
              <p14:xfrm>
                <a:off x="3980451" y="541919"/>
                <a:ext cx="140040" cy="95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C029144-7A0D-4CA9-AD8C-B6C89B1F54E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71811" y="532919"/>
                  <a:ext cx="157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2B146F0-7817-0850-E5A6-1D4C58D5E1DD}"/>
                    </a:ext>
                  </a:extLst>
                </p14:cNvPr>
                <p14:cNvContentPartPr/>
                <p14:nvPr/>
              </p14:nvContentPartPr>
              <p14:xfrm>
                <a:off x="4052811" y="558479"/>
                <a:ext cx="59400" cy="91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2B146F0-7817-0850-E5A6-1D4C58D5E1D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43811" y="549479"/>
                  <a:ext cx="77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1206A9F-D88A-6680-731F-685021E22C22}"/>
                    </a:ext>
                  </a:extLst>
                </p14:cNvPr>
                <p14:cNvContentPartPr/>
                <p14:nvPr/>
              </p14:nvContentPartPr>
              <p14:xfrm>
                <a:off x="4231731" y="513839"/>
                <a:ext cx="99360" cy="17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1206A9F-D88A-6680-731F-685021E22C2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223091" y="505199"/>
                  <a:ext cx="117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5D65CAA-0927-963F-E252-1754313118AF}"/>
                    </a:ext>
                  </a:extLst>
                </p14:cNvPr>
                <p14:cNvContentPartPr/>
                <p14:nvPr/>
              </p14:nvContentPartPr>
              <p14:xfrm>
                <a:off x="4220571" y="433559"/>
                <a:ext cx="110880" cy="20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5D65CAA-0927-963F-E252-1754313118A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211571" y="424919"/>
                  <a:ext cx="12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A571161-9686-175B-B439-37DC5F97E12A}"/>
                    </a:ext>
                  </a:extLst>
                </p14:cNvPr>
                <p14:cNvContentPartPr/>
                <p14:nvPr/>
              </p14:nvContentPartPr>
              <p14:xfrm>
                <a:off x="4440531" y="393599"/>
                <a:ext cx="151200" cy="172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A571161-9686-175B-B439-37DC5F97E12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431531" y="384599"/>
                  <a:ext cx="16884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04131A6-613B-C6A1-E1ED-1F9D30BEB3C0}"/>
              </a:ext>
            </a:extLst>
          </p:cNvPr>
          <p:cNvGrpSpPr/>
          <p:nvPr/>
        </p:nvGrpSpPr>
        <p:grpSpPr>
          <a:xfrm>
            <a:off x="6046851" y="869159"/>
            <a:ext cx="623880" cy="101880"/>
            <a:chOff x="6046851" y="869159"/>
            <a:chExt cx="623880" cy="10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39E15C-D5A2-75F3-2BE9-355375BD2387}"/>
                    </a:ext>
                  </a:extLst>
                </p14:cNvPr>
                <p14:cNvContentPartPr/>
                <p14:nvPr/>
              </p14:nvContentPartPr>
              <p14:xfrm>
                <a:off x="6062331" y="897959"/>
                <a:ext cx="608400" cy="28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39E15C-D5A2-75F3-2BE9-355375BD238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53331" y="888959"/>
                  <a:ext cx="626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C2AE6DD-1786-C7ED-548F-7E069B6E66E5}"/>
                    </a:ext>
                  </a:extLst>
                </p14:cNvPr>
                <p14:cNvContentPartPr/>
                <p14:nvPr/>
              </p14:nvContentPartPr>
              <p14:xfrm>
                <a:off x="6046851" y="869159"/>
                <a:ext cx="165960" cy="101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C2AE6DD-1786-C7ED-548F-7E069B6E66E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7851" y="860159"/>
                  <a:ext cx="183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4832430-0B67-2E79-2E8B-F87BE89636EC}"/>
                    </a:ext>
                  </a:extLst>
                </p14:cNvPr>
                <p14:cNvContentPartPr/>
                <p14:nvPr/>
              </p14:nvContentPartPr>
              <p14:xfrm>
                <a:off x="6518811" y="870599"/>
                <a:ext cx="146520" cy="95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4832430-0B67-2E79-2E8B-F87BE89636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09811" y="861599"/>
                  <a:ext cx="16416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F9FE2F5-81BE-3C0B-46C0-4EC953606B61}"/>
              </a:ext>
            </a:extLst>
          </p:cNvPr>
          <p:cNvGrpSpPr/>
          <p:nvPr/>
        </p:nvGrpSpPr>
        <p:grpSpPr>
          <a:xfrm>
            <a:off x="7063131" y="652799"/>
            <a:ext cx="929880" cy="320400"/>
            <a:chOff x="7063131" y="652799"/>
            <a:chExt cx="92988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EE0C3BD-BD3F-2371-5B5E-7650AB6D17EF}"/>
                    </a:ext>
                  </a:extLst>
                </p14:cNvPr>
                <p14:cNvContentPartPr/>
                <p14:nvPr/>
              </p14:nvContentPartPr>
              <p14:xfrm>
                <a:off x="7063131" y="652799"/>
                <a:ext cx="213480" cy="281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EE0C3BD-BD3F-2371-5B5E-7650AB6D17E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054491" y="643799"/>
                  <a:ext cx="2311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03009D8-84B9-8CCA-1C49-7D2D43BBBCDF}"/>
                    </a:ext>
                  </a:extLst>
                </p14:cNvPr>
                <p14:cNvContentPartPr/>
                <p14:nvPr/>
              </p14:nvContentPartPr>
              <p14:xfrm>
                <a:off x="7284171" y="823439"/>
                <a:ext cx="176760" cy="149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03009D8-84B9-8CCA-1C49-7D2D43BBBCD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75171" y="814799"/>
                  <a:ext cx="194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6414D14-23EE-7C7A-20EF-9B9ADE2EF30E}"/>
                    </a:ext>
                  </a:extLst>
                </p14:cNvPr>
                <p14:cNvContentPartPr/>
                <p14:nvPr/>
              </p14:nvContentPartPr>
              <p14:xfrm>
                <a:off x="7589091" y="821279"/>
                <a:ext cx="104040" cy="11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6414D14-23EE-7C7A-20EF-9B9ADE2EF30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80451" y="812279"/>
                  <a:ext cx="121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1F4662C-6D4A-D981-FDE5-07A26F28F15B}"/>
                    </a:ext>
                  </a:extLst>
                </p14:cNvPr>
                <p14:cNvContentPartPr/>
                <p14:nvPr/>
              </p14:nvContentPartPr>
              <p14:xfrm>
                <a:off x="7561011" y="756479"/>
                <a:ext cx="104760" cy="13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1F4662C-6D4A-D981-FDE5-07A26F28F15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52371" y="747479"/>
                  <a:ext cx="122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76DA4E-E318-0B20-604D-F5A2F056D693}"/>
                    </a:ext>
                  </a:extLst>
                </p14:cNvPr>
                <p14:cNvContentPartPr/>
                <p14:nvPr/>
              </p14:nvContentPartPr>
              <p14:xfrm>
                <a:off x="7769451" y="696719"/>
                <a:ext cx="223560" cy="177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76DA4E-E318-0B20-604D-F5A2F056D69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60811" y="688079"/>
                  <a:ext cx="24120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AA726DA-3E00-2BCE-E4F4-FE19A205C7D2}"/>
              </a:ext>
            </a:extLst>
          </p:cNvPr>
          <p:cNvGrpSpPr/>
          <p:nvPr/>
        </p:nvGrpSpPr>
        <p:grpSpPr>
          <a:xfrm>
            <a:off x="2748891" y="4535039"/>
            <a:ext cx="1286280" cy="354960"/>
            <a:chOff x="2748891" y="4535039"/>
            <a:chExt cx="128628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A9BF7DF-E3DD-8A24-C2C7-AEEE2E1B3FB7}"/>
                    </a:ext>
                  </a:extLst>
                </p14:cNvPr>
                <p14:cNvContentPartPr/>
                <p14:nvPr/>
              </p14:nvContentPartPr>
              <p14:xfrm>
                <a:off x="2748891" y="4535039"/>
                <a:ext cx="172800" cy="267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A9BF7DF-E3DD-8A24-C2C7-AEEE2E1B3FB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739891" y="4526039"/>
                  <a:ext cx="190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3F12E5A-7CA0-360B-38B5-6AD0C03DD8C1}"/>
                    </a:ext>
                  </a:extLst>
                </p14:cNvPr>
                <p14:cNvContentPartPr/>
                <p14:nvPr/>
              </p14:nvContentPartPr>
              <p14:xfrm>
                <a:off x="2934651" y="4744919"/>
                <a:ext cx="169920" cy="73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3F12E5A-7CA0-360B-38B5-6AD0C03DD8C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26011" y="4735919"/>
                  <a:ext cx="187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F257EF1-5BBA-D62C-1BC8-8C83EB49DC68}"/>
                    </a:ext>
                  </a:extLst>
                </p14:cNvPr>
                <p14:cNvContentPartPr/>
                <p14:nvPr/>
              </p14:nvContentPartPr>
              <p14:xfrm>
                <a:off x="3014211" y="4763639"/>
                <a:ext cx="63000" cy="92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F257EF1-5BBA-D62C-1BC8-8C83EB49DC6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005571" y="4754639"/>
                  <a:ext cx="80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C4A22D5-17EC-CC28-F1B1-6E03F23D14D4}"/>
                    </a:ext>
                  </a:extLst>
                </p14:cNvPr>
                <p14:cNvContentPartPr/>
                <p14:nvPr/>
              </p14:nvContentPartPr>
              <p14:xfrm>
                <a:off x="3351531" y="4626839"/>
                <a:ext cx="32400" cy="153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C4A22D5-17EC-CC28-F1B1-6E03F23D14D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342891" y="4618199"/>
                  <a:ext cx="50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7A073F7-56E1-D082-8622-E7EEB8477585}"/>
                    </a:ext>
                  </a:extLst>
                </p14:cNvPr>
                <p14:cNvContentPartPr/>
                <p14:nvPr/>
              </p14:nvContentPartPr>
              <p14:xfrm>
                <a:off x="3327051" y="4724759"/>
                <a:ext cx="122760" cy="11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7A073F7-56E1-D082-8622-E7EEB847758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318411" y="4715759"/>
                  <a:ext cx="140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1B503A0-DB67-63B8-8C56-0C15F4FD9C87}"/>
                    </a:ext>
                  </a:extLst>
                </p14:cNvPr>
                <p14:cNvContentPartPr/>
                <p14:nvPr/>
              </p14:nvContentPartPr>
              <p14:xfrm>
                <a:off x="3591651" y="4586519"/>
                <a:ext cx="223560" cy="217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1B503A0-DB67-63B8-8C56-0C15F4FD9C8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583011" y="4577879"/>
                  <a:ext cx="241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23A6E8E-57F9-5837-88BF-B1E679E4A6F5}"/>
                    </a:ext>
                  </a:extLst>
                </p14:cNvPr>
                <p14:cNvContentPartPr/>
                <p14:nvPr/>
              </p14:nvContentPartPr>
              <p14:xfrm>
                <a:off x="3859851" y="4752479"/>
                <a:ext cx="175320" cy="137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23A6E8E-57F9-5837-88BF-B1E679E4A6F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851211" y="4743839"/>
                  <a:ext cx="192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1803C85-2FEF-A910-3FEC-CCB7FCB7DE1F}"/>
                    </a:ext>
                  </a:extLst>
                </p14:cNvPr>
                <p14:cNvContentPartPr/>
                <p14:nvPr/>
              </p14:nvContentPartPr>
              <p14:xfrm>
                <a:off x="3858411" y="4732319"/>
                <a:ext cx="42480" cy="131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1803C85-2FEF-A910-3FEC-CCB7FCB7DE1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849771" y="4723679"/>
                  <a:ext cx="6012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F9DBC42-A497-D5E1-61BF-6BFBC95CF214}"/>
              </a:ext>
            </a:extLst>
          </p:cNvPr>
          <p:cNvGrpSpPr/>
          <p:nvPr/>
        </p:nvGrpSpPr>
        <p:grpSpPr>
          <a:xfrm>
            <a:off x="4227411" y="4604159"/>
            <a:ext cx="396720" cy="206640"/>
            <a:chOff x="4227411" y="4604159"/>
            <a:chExt cx="39672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774BA9-BC9B-BCB0-2013-823D93346A24}"/>
                    </a:ext>
                  </a:extLst>
                </p14:cNvPr>
                <p14:cNvContentPartPr/>
                <p14:nvPr/>
              </p14:nvContentPartPr>
              <p14:xfrm>
                <a:off x="4227411" y="4703159"/>
                <a:ext cx="175680" cy="16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774BA9-BC9B-BCB0-2013-823D93346A2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218771" y="4694159"/>
                  <a:ext cx="193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6BFF160-DE77-7EA8-2EEC-6A31CB626268}"/>
                    </a:ext>
                  </a:extLst>
                </p14:cNvPr>
                <p14:cNvContentPartPr/>
                <p14:nvPr/>
              </p14:nvContentPartPr>
              <p14:xfrm>
                <a:off x="4572291" y="4604159"/>
                <a:ext cx="51840" cy="206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6BFF160-DE77-7EA8-2EEC-6A31CB62626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63291" y="4595519"/>
                  <a:ext cx="6948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687A98E-A58D-3601-5DBF-B5500939C563}"/>
              </a:ext>
            </a:extLst>
          </p:cNvPr>
          <p:cNvGrpSpPr/>
          <p:nvPr/>
        </p:nvGrpSpPr>
        <p:grpSpPr>
          <a:xfrm>
            <a:off x="5005371" y="4516679"/>
            <a:ext cx="452520" cy="235440"/>
            <a:chOff x="5005371" y="4516679"/>
            <a:chExt cx="45252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2E16DE3-0F24-D1F6-68F0-831553919716}"/>
                    </a:ext>
                  </a:extLst>
                </p14:cNvPr>
                <p14:cNvContentPartPr/>
                <p14:nvPr/>
              </p14:nvContentPartPr>
              <p14:xfrm>
                <a:off x="5029131" y="4658519"/>
                <a:ext cx="150840" cy="30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2E16DE3-0F24-D1F6-68F0-83155391971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20131" y="4649879"/>
                  <a:ext cx="168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F133C3A-F14F-5335-11CA-F446C1A7C42A}"/>
                    </a:ext>
                  </a:extLst>
                </p14:cNvPr>
                <p14:cNvContentPartPr/>
                <p14:nvPr/>
              </p14:nvContentPartPr>
              <p14:xfrm>
                <a:off x="5005371" y="4592639"/>
                <a:ext cx="136080" cy="34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F133C3A-F14F-5335-11CA-F446C1A7C42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96731" y="4583639"/>
                  <a:ext cx="153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19ED112-2A06-50D9-1F75-DBC93A81F9D2}"/>
                    </a:ext>
                  </a:extLst>
                </p14:cNvPr>
                <p14:cNvContentPartPr/>
                <p14:nvPr/>
              </p14:nvContentPartPr>
              <p14:xfrm>
                <a:off x="5227851" y="4516679"/>
                <a:ext cx="230040" cy="148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19ED112-2A06-50D9-1F75-DBC93A81F9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219211" y="4507679"/>
                  <a:ext cx="247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13161A5-0BD7-4BD3-9250-FB013A5F2C4D}"/>
                    </a:ext>
                  </a:extLst>
                </p14:cNvPr>
                <p14:cNvContentPartPr/>
                <p14:nvPr/>
              </p14:nvContentPartPr>
              <p14:xfrm>
                <a:off x="5355291" y="4590119"/>
                <a:ext cx="55080" cy="162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13161A5-0BD7-4BD3-9250-FB013A5F2C4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346291" y="4581479"/>
                  <a:ext cx="7272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6CCC91B-53A4-9CFF-D01C-89DD1F8EE49F}"/>
              </a:ext>
            </a:extLst>
          </p:cNvPr>
          <p:cNvGrpSpPr/>
          <p:nvPr/>
        </p:nvGrpSpPr>
        <p:grpSpPr>
          <a:xfrm>
            <a:off x="5881971" y="4507319"/>
            <a:ext cx="710640" cy="481680"/>
            <a:chOff x="5881971" y="4507319"/>
            <a:chExt cx="710640" cy="4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A8B48F2-3E8C-50BF-28F5-4B14AEB73A91}"/>
                    </a:ext>
                  </a:extLst>
                </p14:cNvPr>
                <p14:cNvContentPartPr/>
                <p14:nvPr/>
              </p14:nvContentPartPr>
              <p14:xfrm>
                <a:off x="5885931" y="4691639"/>
                <a:ext cx="142920" cy="23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A8B48F2-3E8C-50BF-28F5-4B14AEB73A9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76931" y="4682639"/>
                  <a:ext cx="160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95CF799-2062-63CA-39BC-B64B153C7E9B}"/>
                    </a:ext>
                  </a:extLst>
                </p14:cNvPr>
                <p14:cNvContentPartPr/>
                <p14:nvPr/>
              </p14:nvContentPartPr>
              <p14:xfrm>
                <a:off x="5881971" y="4631159"/>
                <a:ext cx="129960" cy="23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95CF799-2062-63CA-39BC-B64B153C7E9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873331" y="4622159"/>
                  <a:ext cx="147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AA81DEE-F3D3-ECBF-E5B9-F3552EE2B198}"/>
                    </a:ext>
                  </a:extLst>
                </p14:cNvPr>
                <p14:cNvContentPartPr/>
                <p14:nvPr/>
              </p14:nvContentPartPr>
              <p14:xfrm>
                <a:off x="6194451" y="4507319"/>
                <a:ext cx="192600" cy="256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AA81DEE-F3D3-ECBF-E5B9-F3552EE2B19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85451" y="4498319"/>
                  <a:ext cx="210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2F5BDF-B678-F178-9A35-EC0903CBE98F}"/>
                    </a:ext>
                  </a:extLst>
                </p14:cNvPr>
                <p14:cNvContentPartPr/>
                <p14:nvPr/>
              </p14:nvContentPartPr>
              <p14:xfrm>
                <a:off x="6438531" y="4683359"/>
                <a:ext cx="154080" cy="305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2F5BDF-B678-F178-9A35-EC0903CBE98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29531" y="4674359"/>
                  <a:ext cx="17172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606B02D-3CAA-CD6E-D185-77CA65594794}"/>
              </a:ext>
            </a:extLst>
          </p:cNvPr>
          <p:cNvGrpSpPr/>
          <p:nvPr/>
        </p:nvGrpSpPr>
        <p:grpSpPr>
          <a:xfrm>
            <a:off x="8125491" y="2176679"/>
            <a:ext cx="892080" cy="508320"/>
            <a:chOff x="8125491" y="2176679"/>
            <a:chExt cx="89208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5E0865C-6D00-19A3-6CE6-63BB8683316B}"/>
                    </a:ext>
                  </a:extLst>
                </p14:cNvPr>
                <p14:cNvContentPartPr/>
                <p14:nvPr/>
              </p14:nvContentPartPr>
              <p14:xfrm>
                <a:off x="8125491" y="2277479"/>
                <a:ext cx="209160" cy="407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5E0865C-6D00-19A3-6CE6-63BB8683316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16491" y="2268839"/>
                  <a:ext cx="2268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FCE778F-83A0-EF44-961A-43839DE1AB58}"/>
                    </a:ext>
                  </a:extLst>
                </p14:cNvPr>
                <p14:cNvContentPartPr/>
                <p14:nvPr/>
              </p14:nvContentPartPr>
              <p14:xfrm>
                <a:off x="8421051" y="2176679"/>
                <a:ext cx="186120" cy="309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FCE778F-83A0-EF44-961A-43839DE1AB5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12411" y="2168039"/>
                  <a:ext cx="2037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185AFAE-DEA7-9CA6-DE3B-F9980383E920}"/>
                    </a:ext>
                  </a:extLst>
                </p14:cNvPr>
                <p14:cNvContentPartPr/>
                <p14:nvPr/>
              </p14:nvContentPartPr>
              <p14:xfrm>
                <a:off x="8634531" y="2370719"/>
                <a:ext cx="209160" cy="93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185AFAE-DEA7-9CA6-DE3B-F9980383E92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25891" y="2361719"/>
                  <a:ext cx="226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146630E-108B-A2FB-47E4-EE88A970A791}"/>
                    </a:ext>
                  </a:extLst>
                </p14:cNvPr>
                <p14:cNvContentPartPr/>
                <p14:nvPr/>
              </p14:nvContentPartPr>
              <p14:xfrm>
                <a:off x="8848011" y="2209079"/>
                <a:ext cx="169560" cy="309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146630E-108B-A2FB-47E4-EE88A970A79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39371" y="2200079"/>
                  <a:ext cx="187200" cy="32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EA1F414-33A8-9BAD-E7E8-06605D4B4C73}"/>
                  </a:ext>
                </a:extLst>
              </p14:cNvPr>
              <p14:cNvContentPartPr/>
              <p14:nvPr/>
            </p14:nvContentPartPr>
            <p14:xfrm>
              <a:off x="1524531" y="5310479"/>
              <a:ext cx="464040" cy="3358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EA1F414-33A8-9BAD-E7E8-06605D4B4C73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515891" y="5301839"/>
                <a:ext cx="48168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C4C9B6C-2A2F-C961-D1E0-3507A3A25C92}"/>
                  </a:ext>
                </a:extLst>
              </p14:cNvPr>
              <p14:cNvContentPartPr/>
              <p14:nvPr/>
            </p14:nvContentPartPr>
            <p14:xfrm>
              <a:off x="1642611" y="5765519"/>
              <a:ext cx="144000" cy="806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C4C9B6C-2A2F-C961-D1E0-3507A3A25C9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633611" y="5756519"/>
                <a:ext cx="16164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84484FF2-95E5-85F6-E1E5-54C974D3E28A}"/>
              </a:ext>
            </a:extLst>
          </p:cNvPr>
          <p:cNvGrpSpPr/>
          <p:nvPr/>
        </p:nvGrpSpPr>
        <p:grpSpPr>
          <a:xfrm>
            <a:off x="2157051" y="5328839"/>
            <a:ext cx="704520" cy="460080"/>
            <a:chOff x="2157051" y="5328839"/>
            <a:chExt cx="70452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A5D3FBD-460F-6884-F735-D91747AF6912}"/>
                    </a:ext>
                  </a:extLst>
                </p14:cNvPr>
                <p14:cNvContentPartPr/>
                <p14:nvPr/>
              </p14:nvContentPartPr>
              <p14:xfrm>
                <a:off x="2157051" y="5477519"/>
                <a:ext cx="191520" cy="311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A5D3FBD-460F-6884-F735-D91747AF691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148411" y="5468519"/>
                  <a:ext cx="2091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2015C3E-1F85-F44F-CE58-40A6DCA26AE9}"/>
                    </a:ext>
                  </a:extLst>
                </p14:cNvPr>
                <p14:cNvContentPartPr/>
                <p14:nvPr/>
              </p14:nvContentPartPr>
              <p14:xfrm>
                <a:off x="2397531" y="5359079"/>
                <a:ext cx="155880" cy="281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2015C3E-1F85-F44F-CE58-40A6DCA26AE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388531" y="5350439"/>
                  <a:ext cx="1735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1AC5D15-01F1-6247-0625-1A45EAA4450D}"/>
                    </a:ext>
                  </a:extLst>
                </p14:cNvPr>
                <p14:cNvContentPartPr/>
                <p14:nvPr/>
              </p14:nvContentPartPr>
              <p14:xfrm>
                <a:off x="2562411" y="5535479"/>
                <a:ext cx="187200" cy="66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AC5D15-01F1-6247-0625-1A45EAA4450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553411" y="5526839"/>
                  <a:ext cx="204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0C44F25-0C34-E899-8B46-437F5AA2FBC8}"/>
                    </a:ext>
                  </a:extLst>
                </p14:cNvPr>
                <p14:cNvContentPartPr/>
                <p14:nvPr/>
              </p14:nvContentPartPr>
              <p14:xfrm>
                <a:off x="2721171" y="5328839"/>
                <a:ext cx="140400" cy="297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0C44F25-0C34-E899-8B46-437F5AA2FBC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12171" y="5320199"/>
                  <a:ext cx="15804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79AF2D0F-AD92-2835-EDAD-E340DF066F85}"/>
                  </a:ext>
                </a:extLst>
              </p14:cNvPr>
              <p14:cNvContentPartPr/>
              <p14:nvPr/>
            </p14:nvContentPartPr>
            <p14:xfrm>
              <a:off x="3608211" y="5721599"/>
              <a:ext cx="169200" cy="752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79AF2D0F-AD92-2835-EDAD-E340DF066F85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599211" y="5712959"/>
                <a:ext cx="18684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9050A02-A9B0-C710-6535-312130FFB1ED}"/>
              </a:ext>
            </a:extLst>
          </p:cNvPr>
          <p:cNvGrpSpPr/>
          <p:nvPr/>
        </p:nvGrpSpPr>
        <p:grpSpPr>
          <a:xfrm>
            <a:off x="4078011" y="5135879"/>
            <a:ext cx="2711880" cy="636120"/>
            <a:chOff x="4078011" y="5135879"/>
            <a:chExt cx="2711880" cy="63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0F339C4-9312-A092-8BDB-D57181D128D5}"/>
                    </a:ext>
                  </a:extLst>
                </p14:cNvPr>
                <p14:cNvContentPartPr/>
                <p14:nvPr/>
              </p14:nvContentPartPr>
              <p14:xfrm>
                <a:off x="4078011" y="5453399"/>
                <a:ext cx="187560" cy="102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0F339C4-9312-A092-8BDB-D57181D128D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069011" y="5444399"/>
                  <a:ext cx="205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816181-6CFB-430F-7D90-3DAC29FE05A5}"/>
                    </a:ext>
                  </a:extLst>
                </p14:cNvPr>
                <p14:cNvContentPartPr/>
                <p14:nvPr/>
              </p14:nvContentPartPr>
              <p14:xfrm>
                <a:off x="4151091" y="5475359"/>
                <a:ext cx="65160" cy="78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816181-6CFB-430F-7D90-3DAC29FE05A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142451" y="5466359"/>
                  <a:ext cx="82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2E05FAE-6563-BB99-4D10-FA073435BEF8}"/>
                    </a:ext>
                  </a:extLst>
                </p14:cNvPr>
                <p14:cNvContentPartPr/>
                <p14:nvPr/>
              </p14:nvContentPartPr>
              <p14:xfrm>
                <a:off x="4324251" y="5335679"/>
                <a:ext cx="141480" cy="229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2E05FAE-6563-BB99-4D10-FA073435BEF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315611" y="5327039"/>
                  <a:ext cx="159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7E2A20A-A73D-3DAF-58B5-C5E7AC5B0FC2}"/>
                    </a:ext>
                  </a:extLst>
                </p14:cNvPr>
                <p14:cNvContentPartPr/>
                <p14:nvPr/>
              </p14:nvContentPartPr>
              <p14:xfrm>
                <a:off x="4473291" y="5491559"/>
                <a:ext cx="154440" cy="49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7E2A20A-A73D-3DAF-58B5-C5E7AC5B0FC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464291" y="5482919"/>
                  <a:ext cx="172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731B52B-26B3-303B-F8FC-97AA90C36C56}"/>
                    </a:ext>
                  </a:extLst>
                </p14:cNvPr>
                <p14:cNvContentPartPr/>
                <p14:nvPr/>
              </p14:nvContentPartPr>
              <p14:xfrm>
                <a:off x="4593891" y="5303999"/>
                <a:ext cx="191520" cy="329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731B52B-26B3-303B-F8FC-97AA90C36C5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584891" y="5295359"/>
                  <a:ext cx="2091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01A2F40-9EDF-6D87-6E1F-C237522B7869}"/>
                    </a:ext>
                  </a:extLst>
                </p14:cNvPr>
                <p14:cNvContentPartPr/>
                <p14:nvPr/>
              </p14:nvContentPartPr>
              <p14:xfrm>
                <a:off x="5086371" y="5453399"/>
                <a:ext cx="2880" cy="26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01A2F40-9EDF-6D87-6E1F-C237522B786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077731" y="5444399"/>
                  <a:ext cx="20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34BE584-6B51-23D7-551B-6482B2739D6B}"/>
                    </a:ext>
                  </a:extLst>
                </p14:cNvPr>
                <p14:cNvContentPartPr/>
                <p14:nvPr/>
              </p14:nvContentPartPr>
              <p14:xfrm>
                <a:off x="5295171" y="5327399"/>
                <a:ext cx="383040" cy="253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34BE584-6B51-23D7-551B-6482B2739D6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286531" y="5318759"/>
                  <a:ext cx="400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72748B8-22BD-A416-8692-9A7197603D91}"/>
                    </a:ext>
                  </a:extLst>
                </p14:cNvPr>
                <p14:cNvContentPartPr/>
                <p14:nvPr/>
              </p14:nvContentPartPr>
              <p14:xfrm>
                <a:off x="5398491" y="5693879"/>
                <a:ext cx="189720" cy="68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72748B8-22BD-A416-8692-9A7197603D9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389851" y="5684879"/>
                  <a:ext cx="207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2C6FC8E-5ED9-EDDC-F9E0-48ADB8A7FF17}"/>
                    </a:ext>
                  </a:extLst>
                </p14:cNvPr>
                <p14:cNvContentPartPr/>
                <p14:nvPr/>
              </p14:nvContentPartPr>
              <p14:xfrm>
                <a:off x="5847771" y="5332799"/>
                <a:ext cx="175320" cy="235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2C6FC8E-5ED9-EDDC-F9E0-48ADB8A7FF1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838771" y="5324159"/>
                  <a:ext cx="192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AEE180E-4AF7-878D-205C-0B317225266D}"/>
                    </a:ext>
                  </a:extLst>
                </p14:cNvPr>
                <p14:cNvContentPartPr/>
                <p14:nvPr/>
              </p14:nvContentPartPr>
              <p14:xfrm>
                <a:off x="6065571" y="5307959"/>
                <a:ext cx="137880" cy="3056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AEE180E-4AF7-878D-205C-0B317225266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056571" y="5298959"/>
                  <a:ext cx="1555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77ACAA4-EBF7-3F88-9352-FAFFA9AA9D57}"/>
                    </a:ext>
                  </a:extLst>
                </p14:cNvPr>
                <p14:cNvContentPartPr/>
                <p14:nvPr/>
              </p14:nvContentPartPr>
              <p14:xfrm>
                <a:off x="6214251" y="5503799"/>
                <a:ext cx="160920" cy="576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77ACAA4-EBF7-3F88-9352-FAFFA9AA9D5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205611" y="5495159"/>
                  <a:ext cx="178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6AC279D-FA2C-1C2D-E488-72BBC3DDE74B}"/>
                    </a:ext>
                  </a:extLst>
                </p14:cNvPr>
                <p14:cNvContentPartPr/>
                <p14:nvPr/>
              </p14:nvContentPartPr>
              <p14:xfrm>
                <a:off x="6334851" y="5307959"/>
                <a:ext cx="186480" cy="318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6AC279D-FA2C-1C2D-E488-72BBC3DDE74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326211" y="5299319"/>
                  <a:ext cx="204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0180BC4-F7D9-8776-58F4-31E4D72EBAE9}"/>
                    </a:ext>
                  </a:extLst>
                </p14:cNvPr>
                <p14:cNvContentPartPr/>
                <p14:nvPr/>
              </p14:nvContentPartPr>
              <p14:xfrm>
                <a:off x="6657771" y="5228759"/>
                <a:ext cx="132120" cy="487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0180BC4-F7D9-8776-58F4-31E4D72EBAE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648771" y="5220119"/>
                  <a:ext cx="14976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1FA6B8F-CA8D-8E34-D998-BBF69EB9283F}"/>
                    </a:ext>
                  </a:extLst>
                </p14:cNvPr>
                <p14:cNvContentPartPr/>
                <p14:nvPr/>
              </p14:nvContentPartPr>
              <p14:xfrm>
                <a:off x="5124891" y="5167559"/>
                <a:ext cx="138960" cy="5580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1FA6B8F-CA8D-8E34-D998-BBF69EB9283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115891" y="5158919"/>
                  <a:ext cx="1566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BC6B9A5-C6F8-20BB-6C11-ECA728F4FF71}"/>
                    </a:ext>
                  </a:extLst>
                </p14:cNvPr>
                <p14:cNvContentPartPr/>
                <p14:nvPr/>
              </p14:nvContentPartPr>
              <p14:xfrm>
                <a:off x="4670211" y="5135879"/>
                <a:ext cx="302400" cy="636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BC6B9A5-C6F8-20BB-6C11-ECA728F4FF7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661571" y="5126879"/>
                  <a:ext cx="320040" cy="65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6DFF388B-0138-D6AA-B999-A9FB48A2AA03}"/>
              </a:ext>
            </a:extLst>
          </p:cNvPr>
          <p:cNvGrpSpPr/>
          <p:nvPr/>
        </p:nvGrpSpPr>
        <p:grpSpPr>
          <a:xfrm>
            <a:off x="3140571" y="5167919"/>
            <a:ext cx="745920" cy="595440"/>
            <a:chOff x="3140571" y="5167919"/>
            <a:chExt cx="745920" cy="5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5A8C5DB-8914-3932-026D-57BDCA5777A8}"/>
                    </a:ext>
                  </a:extLst>
                </p14:cNvPr>
                <p14:cNvContentPartPr/>
                <p14:nvPr/>
              </p14:nvContentPartPr>
              <p14:xfrm>
                <a:off x="3148851" y="5525759"/>
                <a:ext cx="109080" cy="14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5A8C5DB-8914-3932-026D-57BDCA5777A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139851" y="5517119"/>
                  <a:ext cx="126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77A4246-37CF-DEC1-E159-8CA29C6E40C2}"/>
                    </a:ext>
                  </a:extLst>
                </p14:cNvPr>
                <p14:cNvContentPartPr/>
                <p14:nvPr/>
              </p14:nvContentPartPr>
              <p14:xfrm>
                <a:off x="3140571" y="5454479"/>
                <a:ext cx="128520" cy="15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77A4246-37CF-DEC1-E159-8CA29C6E40C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131931" y="5445839"/>
                  <a:ext cx="146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C7C7CEA-1605-C87C-3A29-052BA695A27E}"/>
                    </a:ext>
                  </a:extLst>
                </p14:cNvPr>
                <p14:cNvContentPartPr/>
                <p14:nvPr/>
              </p14:nvContentPartPr>
              <p14:xfrm>
                <a:off x="3469971" y="5270159"/>
                <a:ext cx="416520" cy="304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C7C7CEA-1605-C87C-3A29-052BA695A27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460971" y="5261159"/>
                  <a:ext cx="4341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E3FD9F7-C0B6-D6F3-EBAA-9B299529B9E6}"/>
                    </a:ext>
                  </a:extLst>
                </p14:cNvPr>
                <p14:cNvContentPartPr/>
                <p14:nvPr/>
              </p14:nvContentPartPr>
              <p14:xfrm>
                <a:off x="3372771" y="5167919"/>
                <a:ext cx="192240" cy="595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E3FD9F7-C0B6-D6F3-EBAA-9B299529B9E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63771" y="5159279"/>
                  <a:ext cx="209880" cy="61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3D9FA8E-1E59-59F6-7EEE-38CAC8A457FD}"/>
              </a:ext>
            </a:extLst>
          </p:cNvPr>
          <p:cNvGrpSpPr/>
          <p:nvPr/>
        </p:nvGrpSpPr>
        <p:grpSpPr>
          <a:xfrm>
            <a:off x="3926091" y="5989799"/>
            <a:ext cx="421920" cy="224640"/>
            <a:chOff x="3926091" y="5989799"/>
            <a:chExt cx="42192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084C940-BF51-BE1F-AC26-EC3ACB4EFD9F}"/>
                    </a:ext>
                  </a:extLst>
                </p14:cNvPr>
                <p14:cNvContentPartPr/>
                <p14:nvPr/>
              </p14:nvContentPartPr>
              <p14:xfrm>
                <a:off x="3926091" y="6132359"/>
                <a:ext cx="124200" cy="122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084C940-BF51-BE1F-AC26-EC3ACB4EFD9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917451" y="6123359"/>
                  <a:ext cx="141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1ED90E6-8017-070C-6900-5727AC82615E}"/>
                    </a:ext>
                  </a:extLst>
                </p14:cNvPr>
                <p14:cNvContentPartPr/>
                <p14:nvPr/>
              </p14:nvContentPartPr>
              <p14:xfrm>
                <a:off x="3952731" y="6071879"/>
                <a:ext cx="115920" cy="11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1ED90E6-8017-070C-6900-5727AC82615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943731" y="6062879"/>
                  <a:ext cx="133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282E0A6-81CF-2C49-B50E-318B7A641E38}"/>
                    </a:ext>
                  </a:extLst>
                </p14:cNvPr>
                <p14:cNvContentPartPr/>
                <p14:nvPr/>
              </p14:nvContentPartPr>
              <p14:xfrm>
                <a:off x="4188531" y="5989799"/>
                <a:ext cx="159480" cy="133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282E0A6-81CF-2C49-B50E-318B7A641E3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179891" y="5981159"/>
                  <a:ext cx="177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6007248-AA3F-9E78-A5A2-8AFE5421E05B}"/>
                    </a:ext>
                  </a:extLst>
                </p14:cNvPr>
                <p14:cNvContentPartPr/>
                <p14:nvPr/>
              </p14:nvContentPartPr>
              <p14:xfrm>
                <a:off x="4303371" y="6055679"/>
                <a:ext cx="11520" cy="158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6007248-AA3F-9E78-A5A2-8AFE5421E05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294371" y="6046679"/>
                  <a:ext cx="29160" cy="17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9CD8E5A9-35E7-E6D2-A6FE-12CAEF178CA0}"/>
                  </a:ext>
                </a:extLst>
              </p14:cNvPr>
              <p14:cNvContentPartPr/>
              <p14:nvPr/>
            </p14:nvContentPartPr>
            <p14:xfrm>
              <a:off x="5727171" y="5975399"/>
              <a:ext cx="164880" cy="16128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9CD8E5A9-35E7-E6D2-A6FE-12CAEF178CA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718531" y="5966399"/>
                <a:ext cx="182520" cy="17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C1FD21C-C318-6074-8CE3-E0F75B628807}"/>
              </a:ext>
            </a:extLst>
          </p:cNvPr>
          <p:cNvGrpSpPr/>
          <p:nvPr/>
        </p:nvGrpSpPr>
        <p:grpSpPr>
          <a:xfrm>
            <a:off x="7255011" y="5463479"/>
            <a:ext cx="147960" cy="78120"/>
            <a:chOff x="7255011" y="5463479"/>
            <a:chExt cx="14796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A7F35FB-EB10-597D-CD32-71D4DD9385C1}"/>
                    </a:ext>
                  </a:extLst>
                </p14:cNvPr>
                <p14:cNvContentPartPr/>
                <p14:nvPr/>
              </p14:nvContentPartPr>
              <p14:xfrm>
                <a:off x="7280931" y="5531159"/>
                <a:ext cx="105840" cy="10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A7F35FB-EB10-597D-CD32-71D4DD9385C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271931" y="5522159"/>
                  <a:ext cx="123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D75AC11-DF2A-158F-11F8-53C8AFBF090C}"/>
                    </a:ext>
                  </a:extLst>
                </p14:cNvPr>
                <p14:cNvContentPartPr/>
                <p14:nvPr/>
              </p14:nvContentPartPr>
              <p14:xfrm>
                <a:off x="7255011" y="5463479"/>
                <a:ext cx="147960" cy="23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D75AC11-DF2A-158F-11F8-53C8AFBF090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246011" y="5454479"/>
                  <a:ext cx="16560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DF4665F2-6613-5B4E-A6D4-17090FCED8DB}"/>
                  </a:ext>
                </a:extLst>
              </p14:cNvPr>
              <p14:cNvContentPartPr/>
              <p14:nvPr/>
            </p14:nvContentPartPr>
            <p14:xfrm>
              <a:off x="7730211" y="5386079"/>
              <a:ext cx="177480" cy="1998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DF4665F2-6613-5B4E-A6D4-17090FCED8DB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721571" y="5377439"/>
                <a:ext cx="19512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E1E0BEE2-69EA-A540-351A-8D224E3BE787}"/>
              </a:ext>
            </a:extLst>
          </p:cNvPr>
          <p:cNvGrpSpPr/>
          <p:nvPr/>
        </p:nvGrpSpPr>
        <p:grpSpPr>
          <a:xfrm>
            <a:off x="5480931" y="6077639"/>
            <a:ext cx="115920" cy="49320"/>
            <a:chOff x="5480931" y="6077639"/>
            <a:chExt cx="115920" cy="4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6B3F214-88DE-20AE-2251-8C1CF7C42992}"/>
                    </a:ext>
                  </a:extLst>
                </p14:cNvPr>
                <p14:cNvContentPartPr/>
                <p14:nvPr/>
              </p14:nvContentPartPr>
              <p14:xfrm>
                <a:off x="5482011" y="6109319"/>
                <a:ext cx="114840" cy="176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6B3F214-88DE-20AE-2251-8C1CF7C4299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473371" y="6100679"/>
                  <a:ext cx="132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EA96110-7CE6-FD30-F057-28819B4212CA}"/>
                    </a:ext>
                  </a:extLst>
                </p14:cNvPr>
                <p14:cNvContentPartPr/>
                <p14:nvPr/>
              </p14:nvContentPartPr>
              <p14:xfrm>
                <a:off x="5480931" y="6077639"/>
                <a:ext cx="109440" cy="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EA96110-7CE6-FD30-F057-28819B4212C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472291" y="6068639"/>
                  <a:ext cx="12708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493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has algebraic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Useful facts that save work and explain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22860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commutative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1325880"/>
            <a:ext cx="384048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associative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080" y="1325880"/>
            <a:ext cx="37490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1892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distributive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4672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room EQ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27576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64736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456176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h₂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74464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speaker response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79080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6240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107680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h₁*h₂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25968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equivalent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71800" y="48006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136392" y="4910328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Why ML cares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36392" y="5184648"/>
            <a:ext cx="59801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stack of linear convolution layers with no nonlinearity collapses to one convolution.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4682D1A-6A51-C7EF-7587-CD498DFB259D}"/>
                  </a:ext>
                </a:extLst>
              </p14:cNvPr>
              <p14:cNvContentPartPr/>
              <p14:nvPr/>
            </p14:nvContentPartPr>
            <p14:xfrm>
              <a:off x="6257811" y="5452679"/>
              <a:ext cx="837000" cy="11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4682D1A-6A51-C7EF-7587-CD498DFB25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8811" y="5444039"/>
                <a:ext cx="85464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98C4ACE3-89B1-4CC8-C2E5-9DF308796A5A}"/>
              </a:ext>
            </a:extLst>
          </p:cNvPr>
          <p:cNvGrpSpPr/>
          <p:nvPr/>
        </p:nvGrpSpPr>
        <p:grpSpPr>
          <a:xfrm>
            <a:off x="1417971" y="6055319"/>
            <a:ext cx="1016640" cy="203760"/>
            <a:chOff x="1417971" y="6055319"/>
            <a:chExt cx="101664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2A85644-4ADD-F4A6-A14B-B2B34E0D2FB4}"/>
                    </a:ext>
                  </a:extLst>
                </p14:cNvPr>
                <p14:cNvContentPartPr/>
                <p14:nvPr/>
              </p14:nvContentPartPr>
              <p14:xfrm>
                <a:off x="1417971" y="6055319"/>
                <a:ext cx="209520" cy="203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2A85644-4ADD-F4A6-A14B-B2B34E0D2FB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08971" y="6046679"/>
                  <a:ext cx="227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FDDC561-5EC6-632C-79A7-87B1C2873DE5}"/>
                    </a:ext>
                  </a:extLst>
                </p14:cNvPr>
                <p14:cNvContentPartPr/>
                <p14:nvPr/>
              </p14:nvContentPartPr>
              <p14:xfrm>
                <a:off x="1689051" y="6099239"/>
                <a:ext cx="212400" cy="145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FDDC561-5EC6-632C-79A7-87B1C2873D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0411" y="6090599"/>
                  <a:ext cx="230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6AF75CB-F8A7-580C-E5DA-CFE0213CD560}"/>
                    </a:ext>
                  </a:extLst>
                </p14:cNvPr>
                <p14:cNvContentPartPr/>
                <p14:nvPr/>
              </p14:nvContentPartPr>
              <p14:xfrm>
                <a:off x="2017731" y="6066839"/>
                <a:ext cx="152280" cy="18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6AF75CB-F8A7-580C-E5DA-CFE0213CD5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09091" y="6058199"/>
                  <a:ext cx="169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54842E-35E1-D969-EDFA-7615A0555F72}"/>
                    </a:ext>
                  </a:extLst>
                </p14:cNvPr>
                <p14:cNvContentPartPr/>
                <p14:nvPr/>
              </p14:nvContentPartPr>
              <p14:xfrm>
                <a:off x="2308251" y="6133799"/>
                <a:ext cx="126360" cy="124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54842E-35E1-D969-EDFA-7615A0555F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99251" y="6125159"/>
                  <a:ext cx="1440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37EBE43-8347-A4F8-73C7-9909E1020356}"/>
              </a:ext>
            </a:extLst>
          </p:cNvPr>
          <p:cNvGrpSpPr/>
          <p:nvPr/>
        </p:nvGrpSpPr>
        <p:grpSpPr>
          <a:xfrm>
            <a:off x="2697051" y="6088439"/>
            <a:ext cx="528480" cy="154080"/>
            <a:chOff x="2697051" y="6088439"/>
            <a:chExt cx="52848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BC314C-9F88-6959-83CA-16654130956A}"/>
                    </a:ext>
                  </a:extLst>
                </p14:cNvPr>
                <p14:cNvContentPartPr/>
                <p14:nvPr/>
              </p14:nvContentPartPr>
              <p14:xfrm>
                <a:off x="2697051" y="6154319"/>
                <a:ext cx="171360" cy="72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BC314C-9F88-6959-83CA-1665413095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88051" y="6145319"/>
                  <a:ext cx="189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4C00028-50A2-404D-3633-8B8DDE818AFA}"/>
                    </a:ext>
                  </a:extLst>
                </p14:cNvPr>
                <p14:cNvContentPartPr/>
                <p14:nvPr/>
              </p14:nvContentPartPr>
              <p14:xfrm>
                <a:off x="2895771" y="6088439"/>
                <a:ext cx="329760" cy="154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4C00028-50A2-404D-3633-8B8DDE818A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87131" y="6079799"/>
                  <a:ext cx="34740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ADB2DA-0EE5-3BAF-923B-526038B9F3A5}"/>
              </a:ext>
            </a:extLst>
          </p:cNvPr>
          <p:cNvGrpSpPr/>
          <p:nvPr/>
        </p:nvGrpSpPr>
        <p:grpSpPr>
          <a:xfrm>
            <a:off x="3630171" y="5990159"/>
            <a:ext cx="850680" cy="251280"/>
            <a:chOff x="3630171" y="5990159"/>
            <a:chExt cx="85068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D0EE83-7058-AF8B-8968-1340E3CA9ACC}"/>
                    </a:ext>
                  </a:extLst>
                </p14:cNvPr>
                <p14:cNvContentPartPr/>
                <p14:nvPr/>
              </p14:nvContentPartPr>
              <p14:xfrm>
                <a:off x="3690291" y="6050999"/>
                <a:ext cx="33480" cy="190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D0EE83-7058-AF8B-8968-1340E3CA9A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81651" y="6041999"/>
                  <a:ext cx="51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96FF0B-C26C-6B91-EBA1-6A316F2BD42C}"/>
                    </a:ext>
                  </a:extLst>
                </p14:cNvPr>
                <p14:cNvContentPartPr/>
                <p14:nvPr/>
              </p14:nvContentPartPr>
              <p14:xfrm>
                <a:off x="3630171" y="5990159"/>
                <a:ext cx="232920" cy="19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96FF0B-C26C-6B91-EBA1-6A316F2BD4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21171" y="5981519"/>
                  <a:ext cx="250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C256D3-B8AF-BE77-0336-C76B077271AC}"/>
                    </a:ext>
                  </a:extLst>
                </p14:cNvPr>
                <p14:cNvContentPartPr/>
                <p14:nvPr/>
              </p14:nvContentPartPr>
              <p14:xfrm>
                <a:off x="3870291" y="6089519"/>
                <a:ext cx="118800" cy="103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C256D3-B8AF-BE77-0336-C76B077271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61651" y="6080879"/>
                  <a:ext cx="136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04D2C7-555A-D7F9-4485-1E19862CF75A}"/>
                    </a:ext>
                  </a:extLst>
                </p14:cNvPr>
                <p14:cNvContentPartPr/>
                <p14:nvPr/>
              </p14:nvContentPartPr>
              <p14:xfrm>
                <a:off x="4106451" y="6017519"/>
                <a:ext cx="148320" cy="19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04D2C7-555A-D7F9-4485-1E19862CF7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97451" y="6008519"/>
                  <a:ext cx="165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CD6D4C-EF0D-D59C-5D43-AEA39E4129EF}"/>
                    </a:ext>
                  </a:extLst>
                </p14:cNvPr>
                <p14:cNvContentPartPr/>
                <p14:nvPr/>
              </p14:nvContentPartPr>
              <p14:xfrm>
                <a:off x="4262331" y="6042719"/>
                <a:ext cx="218520" cy="172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CD6D4C-EF0D-D59C-5D43-AEA39E4129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53331" y="6034079"/>
                  <a:ext cx="23616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9CA9769-0663-B8D1-D309-1C0ED091C74F}"/>
              </a:ext>
            </a:extLst>
          </p:cNvPr>
          <p:cNvGrpSpPr/>
          <p:nvPr/>
        </p:nvGrpSpPr>
        <p:grpSpPr>
          <a:xfrm>
            <a:off x="4853091" y="5918879"/>
            <a:ext cx="2899800" cy="286920"/>
            <a:chOff x="4853091" y="5918879"/>
            <a:chExt cx="289980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04C879-65F4-5C9E-80FE-B7478422EF98}"/>
                    </a:ext>
                  </a:extLst>
                </p14:cNvPr>
                <p14:cNvContentPartPr/>
                <p14:nvPr/>
              </p14:nvContentPartPr>
              <p14:xfrm>
                <a:off x="4853091" y="5983679"/>
                <a:ext cx="294840" cy="22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04C879-65F4-5C9E-80FE-B7478422EF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44451" y="5974679"/>
                  <a:ext cx="3124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DC5DD4A-CA39-1F9D-CBFC-CA398EB09266}"/>
                    </a:ext>
                  </a:extLst>
                </p14:cNvPr>
                <p14:cNvContentPartPr/>
                <p14:nvPr/>
              </p14:nvContentPartPr>
              <p14:xfrm>
                <a:off x="5134251" y="6006359"/>
                <a:ext cx="138240" cy="179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DC5DD4A-CA39-1F9D-CBFC-CA398EB092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25251" y="5997719"/>
                  <a:ext cx="155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A862C69-AF3D-D59E-0CA4-2855E969930D}"/>
                    </a:ext>
                  </a:extLst>
                </p14:cNvPr>
                <p14:cNvContentPartPr/>
                <p14:nvPr/>
              </p14:nvContentPartPr>
              <p14:xfrm>
                <a:off x="5305611" y="6066119"/>
                <a:ext cx="199080" cy="116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A862C69-AF3D-D59E-0CA4-2855E96993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96611" y="6057119"/>
                  <a:ext cx="216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2B4D3B-2AA8-9989-03C9-39925CF32B87}"/>
                    </a:ext>
                  </a:extLst>
                </p14:cNvPr>
                <p14:cNvContentPartPr/>
                <p14:nvPr/>
              </p14:nvContentPartPr>
              <p14:xfrm>
                <a:off x="5572731" y="6022919"/>
                <a:ext cx="327240" cy="13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2B4D3B-2AA8-9989-03C9-39925CF32B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63731" y="6013919"/>
                  <a:ext cx="344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889E57-BC68-26C3-FD98-E049C159CAFD}"/>
                    </a:ext>
                  </a:extLst>
                </p14:cNvPr>
                <p14:cNvContentPartPr/>
                <p14:nvPr/>
              </p14:nvContentPartPr>
              <p14:xfrm>
                <a:off x="5838051" y="6082319"/>
                <a:ext cx="195480" cy="77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889E57-BC68-26C3-FD98-E049C159CAF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29411" y="6073679"/>
                  <a:ext cx="213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D06F4C-DD28-FEA0-6340-27CBA094022B}"/>
                    </a:ext>
                  </a:extLst>
                </p14:cNvPr>
                <p14:cNvContentPartPr/>
                <p14:nvPr/>
              </p14:nvContentPartPr>
              <p14:xfrm>
                <a:off x="6262131" y="6056759"/>
                <a:ext cx="137880" cy="125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D06F4C-DD28-FEA0-6340-27CBA09402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53131" y="6048119"/>
                  <a:ext cx="155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DB3244C-F578-04E6-E61E-148DFA5FFD45}"/>
                    </a:ext>
                  </a:extLst>
                </p14:cNvPr>
                <p14:cNvContentPartPr/>
                <p14:nvPr/>
              </p14:nvContentPartPr>
              <p14:xfrm>
                <a:off x="6433491" y="6071879"/>
                <a:ext cx="92520" cy="84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DB3244C-F578-04E6-E61E-148DFA5FFD4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24851" y="6063239"/>
                  <a:ext cx="110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E285DE-17F8-CE35-DDB3-D5085013037A}"/>
                    </a:ext>
                  </a:extLst>
                </p14:cNvPr>
                <p14:cNvContentPartPr/>
                <p14:nvPr/>
              </p14:nvContentPartPr>
              <p14:xfrm>
                <a:off x="6537531" y="6088439"/>
                <a:ext cx="186480" cy="4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E285DE-17F8-CE35-DDB3-D508501303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28531" y="6079799"/>
                  <a:ext cx="204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DE6380-01E5-B550-AE8C-18F759DA7F61}"/>
                    </a:ext>
                  </a:extLst>
                </p14:cNvPr>
                <p14:cNvContentPartPr/>
                <p14:nvPr/>
              </p14:nvContentPartPr>
              <p14:xfrm>
                <a:off x="6772971" y="6064679"/>
                <a:ext cx="127440" cy="114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DE6380-01E5-B550-AE8C-18F759DA7F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63971" y="6056039"/>
                  <a:ext cx="145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2FF130-B961-2DC6-DAE8-B80B2A55F530}"/>
                    </a:ext>
                  </a:extLst>
                </p14:cNvPr>
                <p14:cNvContentPartPr/>
                <p14:nvPr/>
              </p14:nvContentPartPr>
              <p14:xfrm>
                <a:off x="6935331" y="6057839"/>
                <a:ext cx="90720" cy="109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2FF130-B961-2DC6-DAE8-B80B2A55F5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26331" y="6049199"/>
                  <a:ext cx="108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3AD953-9055-5F46-2022-119C247A5A6B}"/>
                    </a:ext>
                  </a:extLst>
                </p14:cNvPr>
                <p14:cNvContentPartPr/>
                <p14:nvPr/>
              </p14:nvContentPartPr>
              <p14:xfrm>
                <a:off x="7024971" y="5930039"/>
                <a:ext cx="2325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3AD953-9055-5F46-2022-119C247A5A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15971" y="5921039"/>
                  <a:ext cx="250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45DCB5-889B-F9BB-E1E2-D6EFCEE2C575}"/>
                    </a:ext>
                  </a:extLst>
                </p14:cNvPr>
                <p14:cNvContentPartPr/>
                <p14:nvPr/>
              </p14:nvContentPartPr>
              <p14:xfrm>
                <a:off x="7271211" y="5918879"/>
                <a:ext cx="173160" cy="226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45DCB5-889B-F9BB-E1E2-D6EFCEE2C57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62571" y="5909879"/>
                  <a:ext cx="190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987A1A-2D28-4939-742D-01211776C479}"/>
                    </a:ext>
                  </a:extLst>
                </p14:cNvPr>
                <p14:cNvContentPartPr/>
                <p14:nvPr/>
              </p14:nvContentPartPr>
              <p14:xfrm>
                <a:off x="7358691" y="5937239"/>
                <a:ext cx="20520" cy="24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987A1A-2D28-4939-742D-01211776C47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50051" y="5928239"/>
                  <a:ext cx="38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41B95C-6A05-F932-78A5-E4534021C9DC}"/>
                    </a:ext>
                  </a:extLst>
                </p14:cNvPr>
                <p14:cNvContentPartPr/>
                <p14:nvPr/>
              </p14:nvContentPartPr>
              <p14:xfrm>
                <a:off x="7479651" y="6028679"/>
                <a:ext cx="273240" cy="90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41B95C-6A05-F932-78A5-E4534021C9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71011" y="6019679"/>
                  <a:ext cx="29088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5CB08A-AFAF-8FA5-D5C9-DB1518A0DC34}"/>
              </a:ext>
            </a:extLst>
          </p:cNvPr>
          <p:cNvGrpSpPr/>
          <p:nvPr/>
        </p:nvGrpSpPr>
        <p:grpSpPr>
          <a:xfrm>
            <a:off x="4574451" y="6419279"/>
            <a:ext cx="961560" cy="371160"/>
            <a:chOff x="4574451" y="6419279"/>
            <a:chExt cx="96156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D2E57E-2FC5-89A1-33D4-3F1D534BE2DD}"/>
                    </a:ext>
                  </a:extLst>
                </p14:cNvPr>
                <p14:cNvContentPartPr/>
                <p14:nvPr/>
              </p14:nvContentPartPr>
              <p14:xfrm>
                <a:off x="4574451" y="6419279"/>
                <a:ext cx="68760" cy="19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D2E57E-2FC5-89A1-33D4-3F1D534BE2D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65811" y="6410279"/>
                  <a:ext cx="86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5BBCF1C-BEC0-DBF7-5517-0EE1E6121F1A}"/>
                    </a:ext>
                  </a:extLst>
                </p14:cNvPr>
                <p14:cNvContentPartPr/>
                <p14:nvPr/>
              </p14:nvContentPartPr>
              <p14:xfrm>
                <a:off x="4668411" y="6511799"/>
                <a:ext cx="138960" cy="80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5BBCF1C-BEC0-DBF7-5517-0EE1E6121F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59411" y="6502799"/>
                  <a:ext cx="156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5EE5EE-9ABD-B978-CC8C-B102BED3E657}"/>
                    </a:ext>
                  </a:extLst>
                </p14:cNvPr>
                <p14:cNvContentPartPr/>
                <p14:nvPr/>
              </p14:nvContentPartPr>
              <p14:xfrm>
                <a:off x="4880811" y="6517559"/>
                <a:ext cx="134640" cy="272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5EE5EE-9ABD-B978-CC8C-B102BED3E6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72171" y="6508919"/>
                  <a:ext cx="152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B92D59-4C09-E8CB-C70B-BAEEF87A0EAC}"/>
                    </a:ext>
                  </a:extLst>
                </p14:cNvPr>
                <p14:cNvContentPartPr/>
                <p14:nvPr/>
              </p14:nvContentPartPr>
              <p14:xfrm>
                <a:off x="5042811" y="6439079"/>
                <a:ext cx="318240" cy="209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B92D59-4C09-E8CB-C70B-BAEEF87A0E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33811" y="6430079"/>
                  <a:ext cx="335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FB5B0C-D63A-B3C9-E677-089AC86C56D1}"/>
                    </a:ext>
                  </a:extLst>
                </p14:cNvPr>
                <p14:cNvContentPartPr/>
                <p14:nvPr/>
              </p14:nvContentPartPr>
              <p14:xfrm>
                <a:off x="4854531" y="6525479"/>
                <a:ext cx="2520" cy="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FB5B0C-D63A-B3C9-E677-089AC86C56D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45531" y="6516839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C6FB23-D44C-46D1-9F03-00FA7D480BCE}"/>
                    </a:ext>
                  </a:extLst>
                </p14:cNvPr>
                <p14:cNvContentPartPr/>
                <p14:nvPr/>
              </p14:nvContentPartPr>
              <p14:xfrm>
                <a:off x="5398491" y="6466799"/>
                <a:ext cx="137520" cy="180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C6FB23-D44C-46D1-9F03-00FA7D480B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9491" y="6458159"/>
                  <a:ext cx="1551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5233421-6564-E086-F9A8-A0CA40F38115}"/>
              </a:ext>
            </a:extLst>
          </p:cNvPr>
          <p:cNvGrpSpPr/>
          <p:nvPr/>
        </p:nvGrpSpPr>
        <p:grpSpPr>
          <a:xfrm>
            <a:off x="9308811" y="4867319"/>
            <a:ext cx="2372760" cy="1233000"/>
            <a:chOff x="9308811" y="4867319"/>
            <a:chExt cx="2372760" cy="12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1EB248-0D5C-EC56-E6F8-436C6E85C20E}"/>
                    </a:ext>
                  </a:extLst>
                </p14:cNvPr>
                <p14:cNvContentPartPr/>
                <p14:nvPr/>
              </p14:nvContentPartPr>
              <p14:xfrm>
                <a:off x="10380171" y="4867319"/>
                <a:ext cx="49680" cy="1233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1EB248-0D5C-EC56-E6F8-436C6E85C20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71531" y="4858679"/>
                  <a:ext cx="6732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179D7F-C983-4908-4E9C-C3C1498CF0AF}"/>
                    </a:ext>
                  </a:extLst>
                </p14:cNvPr>
                <p14:cNvContentPartPr/>
                <p14:nvPr/>
              </p14:nvContentPartPr>
              <p14:xfrm>
                <a:off x="9308811" y="5874959"/>
                <a:ext cx="2372760" cy="28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179D7F-C983-4908-4E9C-C3C1498CF0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00171" y="5865959"/>
                  <a:ext cx="23904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A665D5F-F86B-168D-69D1-485B6C6A468E}"/>
              </a:ext>
            </a:extLst>
          </p:cNvPr>
          <p:cNvGrpSpPr/>
          <p:nvPr/>
        </p:nvGrpSpPr>
        <p:grpSpPr>
          <a:xfrm>
            <a:off x="8796171" y="4068119"/>
            <a:ext cx="3216240" cy="553320"/>
            <a:chOff x="8796171" y="4068119"/>
            <a:chExt cx="3216240" cy="55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02AACE0-AF87-9002-DD78-B4D4A2298093}"/>
                    </a:ext>
                  </a:extLst>
                </p14:cNvPr>
                <p14:cNvContentPartPr/>
                <p14:nvPr/>
              </p14:nvContentPartPr>
              <p14:xfrm>
                <a:off x="8796171" y="4090079"/>
                <a:ext cx="180360" cy="230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02AACE0-AF87-9002-DD78-B4D4A22980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87531" y="4081439"/>
                  <a:ext cx="198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4828B8-F659-B6B9-5303-6C4D9D807C8C}"/>
                    </a:ext>
                  </a:extLst>
                </p14:cNvPr>
                <p14:cNvContentPartPr/>
                <p14:nvPr/>
              </p14:nvContentPartPr>
              <p14:xfrm>
                <a:off x="8919651" y="4187999"/>
                <a:ext cx="157680" cy="111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04828B8-F659-B6B9-5303-6C4D9D807C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11011" y="4179359"/>
                  <a:ext cx="175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027D6E-A219-D8E1-6D31-7EF03326A297}"/>
                    </a:ext>
                  </a:extLst>
                </p14:cNvPr>
                <p14:cNvContentPartPr/>
                <p14:nvPr/>
              </p14:nvContentPartPr>
              <p14:xfrm>
                <a:off x="9088851" y="4108079"/>
                <a:ext cx="127800" cy="170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027D6E-A219-D8E1-6D31-7EF03326A2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79851" y="4099079"/>
                  <a:ext cx="145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B87EFCD-DE9A-2C13-6C4A-0D70EC000700}"/>
                    </a:ext>
                  </a:extLst>
                </p14:cNvPr>
                <p14:cNvContentPartPr/>
                <p14:nvPr/>
              </p14:nvContentPartPr>
              <p14:xfrm>
                <a:off x="9214851" y="4134359"/>
                <a:ext cx="223200" cy="152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B87EFCD-DE9A-2C13-6C4A-0D70EC0007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05851" y="4125719"/>
                  <a:ext cx="2408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2AAC55-9E7A-4470-A6D4-54B7970151FF}"/>
                    </a:ext>
                  </a:extLst>
                </p14:cNvPr>
                <p14:cNvContentPartPr/>
                <p14:nvPr/>
              </p14:nvContentPartPr>
              <p14:xfrm>
                <a:off x="9652251" y="4077839"/>
                <a:ext cx="345960" cy="203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2AAC55-9E7A-4470-A6D4-54B7970151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43251" y="4069199"/>
                  <a:ext cx="363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396DFF7-4C24-9BBE-BF6D-35B3AFC022D2}"/>
                    </a:ext>
                  </a:extLst>
                </p14:cNvPr>
                <p14:cNvContentPartPr/>
                <p14:nvPr/>
              </p14:nvContentPartPr>
              <p14:xfrm>
                <a:off x="10047171" y="4204919"/>
                <a:ext cx="116280" cy="81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396DFF7-4C24-9BBE-BF6D-35B3AFC022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38531" y="4196279"/>
                  <a:ext cx="133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94B0E80-7420-50C6-CD9A-A6C9322FC143}"/>
                    </a:ext>
                  </a:extLst>
                </p14:cNvPr>
                <p14:cNvContentPartPr/>
                <p14:nvPr/>
              </p14:nvContentPartPr>
              <p14:xfrm>
                <a:off x="10189731" y="4084679"/>
                <a:ext cx="187200" cy="187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94B0E80-7420-50C6-CD9A-A6C9322FC14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80731" y="4075679"/>
                  <a:ext cx="204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0E642EE-DF55-22B7-4533-12C38F5C2B26}"/>
                    </a:ext>
                  </a:extLst>
                </p14:cNvPr>
                <p14:cNvContentPartPr/>
                <p14:nvPr/>
              </p14:nvContentPartPr>
              <p14:xfrm>
                <a:off x="10359291" y="4112039"/>
                <a:ext cx="6120" cy="25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0E642EE-DF55-22B7-4533-12C38F5C2B2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50651" y="4103039"/>
                  <a:ext cx="23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8DA0C2F-8984-0F12-6796-CDA39A3DBA90}"/>
                    </a:ext>
                  </a:extLst>
                </p14:cNvPr>
                <p14:cNvContentPartPr/>
                <p14:nvPr/>
              </p14:nvContentPartPr>
              <p14:xfrm>
                <a:off x="10453251" y="4096919"/>
                <a:ext cx="136440" cy="256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8DA0C2F-8984-0F12-6796-CDA39A3DBA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44251" y="4087919"/>
                  <a:ext cx="154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C34EBE-85FD-9537-ED71-E1865868D1BE}"/>
                    </a:ext>
                  </a:extLst>
                </p14:cNvPr>
                <p14:cNvContentPartPr/>
                <p14:nvPr/>
              </p14:nvContentPartPr>
              <p14:xfrm>
                <a:off x="10638651" y="4270799"/>
                <a:ext cx="6840" cy="48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C34EBE-85FD-9537-ED71-E1865868D1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629651" y="4261799"/>
                  <a:ext cx="24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52558AC-BAEE-6542-7F3C-D71879423657}"/>
                    </a:ext>
                  </a:extLst>
                </p14:cNvPr>
                <p14:cNvContentPartPr/>
                <p14:nvPr/>
              </p14:nvContentPartPr>
              <p14:xfrm>
                <a:off x="10622091" y="4172159"/>
                <a:ext cx="10080" cy="24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52558AC-BAEE-6542-7F3C-D718794236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613451" y="4163159"/>
                  <a:ext cx="27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A48D51-D1EF-4F67-CDD1-871B16FDC9ED}"/>
                    </a:ext>
                  </a:extLst>
                </p14:cNvPr>
                <p14:cNvContentPartPr/>
                <p14:nvPr/>
              </p14:nvContentPartPr>
              <p14:xfrm>
                <a:off x="10719651" y="4176839"/>
                <a:ext cx="108000" cy="144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A48D51-D1EF-4F67-CDD1-871B16FDC9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11011" y="4167839"/>
                  <a:ext cx="125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8D00FC6-C230-21AE-E4DF-CBC2CDA73CCF}"/>
                    </a:ext>
                  </a:extLst>
                </p14:cNvPr>
                <p14:cNvContentPartPr/>
                <p14:nvPr/>
              </p14:nvContentPartPr>
              <p14:xfrm>
                <a:off x="10889211" y="4068479"/>
                <a:ext cx="127800" cy="239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8D00FC6-C230-21AE-E4DF-CBC2CDA73C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80571" y="4059479"/>
                  <a:ext cx="145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9227C2-8B72-909B-F1A2-217B08F051D5}"/>
                    </a:ext>
                  </a:extLst>
                </p14:cNvPr>
                <p14:cNvContentPartPr/>
                <p14:nvPr/>
              </p14:nvContentPartPr>
              <p14:xfrm>
                <a:off x="11180811" y="4100879"/>
                <a:ext cx="169920" cy="18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9227C2-8B72-909B-F1A2-217B08F051D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171811" y="4092239"/>
                  <a:ext cx="187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E54E75F-197C-E8B4-941A-95009C8FF2B2}"/>
                    </a:ext>
                  </a:extLst>
                </p14:cNvPr>
                <p14:cNvContentPartPr/>
                <p14:nvPr/>
              </p14:nvContentPartPr>
              <p14:xfrm>
                <a:off x="11361531" y="4210319"/>
                <a:ext cx="34560" cy="99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E54E75F-197C-E8B4-941A-95009C8FF2B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52531" y="4201679"/>
                  <a:ext cx="52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4661BB0-97F6-3040-22EF-A4F36A4F8885}"/>
                    </a:ext>
                  </a:extLst>
                </p14:cNvPr>
                <p14:cNvContentPartPr/>
                <p14:nvPr/>
              </p14:nvContentPartPr>
              <p14:xfrm>
                <a:off x="11350371" y="4068119"/>
                <a:ext cx="10440" cy="25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4661BB0-97F6-3040-22EF-A4F36A4F888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41731" y="4059119"/>
                  <a:ext cx="28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1309EA1-A0CC-821E-CC21-4F0681884AF3}"/>
                    </a:ext>
                  </a:extLst>
                </p14:cNvPr>
                <p14:cNvContentPartPr/>
                <p14:nvPr/>
              </p14:nvContentPartPr>
              <p14:xfrm>
                <a:off x="11454411" y="4149839"/>
                <a:ext cx="558000" cy="153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1309EA1-A0CC-821E-CC21-4F0681884AF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45771" y="4141199"/>
                  <a:ext cx="575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E75415D-1D3C-AD17-2973-3581F861E098}"/>
                    </a:ext>
                  </a:extLst>
                </p14:cNvPr>
                <p14:cNvContentPartPr/>
                <p14:nvPr/>
              </p14:nvContentPartPr>
              <p14:xfrm>
                <a:off x="10758891" y="4478879"/>
                <a:ext cx="140400" cy="131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E75415D-1D3C-AD17-2973-3581F861E0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50251" y="4469879"/>
                  <a:ext cx="158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2F3C82D-DE1C-CEA0-56C6-B6A09601374A}"/>
                    </a:ext>
                  </a:extLst>
                </p14:cNvPr>
                <p14:cNvContentPartPr/>
                <p14:nvPr/>
              </p14:nvContentPartPr>
              <p14:xfrm>
                <a:off x="10950771" y="4552679"/>
                <a:ext cx="120240" cy="48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2F3C82D-DE1C-CEA0-56C6-B6A0960137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41771" y="4543679"/>
                  <a:ext cx="137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CE32AB4-B986-3C5C-23D1-EAA7B3DE5109}"/>
                    </a:ext>
                  </a:extLst>
                </p14:cNvPr>
                <p14:cNvContentPartPr/>
                <p14:nvPr/>
              </p14:nvContentPartPr>
              <p14:xfrm>
                <a:off x="11153451" y="4588319"/>
                <a:ext cx="19800" cy="27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CE32AB4-B986-3C5C-23D1-EAA7B3DE510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144451" y="4579319"/>
                  <a:ext cx="37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2ADCE5E-5564-B14B-394E-E39F69B27396}"/>
                    </a:ext>
                  </a:extLst>
                </p14:cNvPr>
                <p14:cNvContentPartPr/>
                <p14:nvPr/>
              </p14:nvContentPartPr>
              <p14:xfrm>
                <a:off x="11140851" y="4432079"/>
                <a:ext cx="6120" cy="1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2ADCE5E-5564-B14B-394E-E39F69B2739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132211" y="4423079"/>
                  <a:ext cx="23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9348C2-421A-1722-36BB-1D942288722D}"/>
                    </a:ext>
                  </a:extLst>
                </p14:cNvPr>
                <p14:cNvContentPartPr/>
                <p14:nvPr/>
              </p14:nvContentPartPr>
              <p14:xfrm>
                <a:off x="11235531" y="4429559"/>
                <a:ext cx="78480" cy="191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9348C2-421A-1722-36BB-1D942288722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26531" y="4420559"/>
                  <a:ext cx="96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152F81A-74D5-96BA-65B4-78CD1F8DB751}"/>
                    </a:ext>
                  </a:extLst>
                </p14:cNvPr>
                <p14:cNvContentPartPr/>
                <p14:nvPr/>
              </p14:nvContentPartPr>
              <p14:xfrm>
                <a:off x="11246331" y="4558439"/>
                <a:ext cx="87840" cy="9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152F81A-74D5-96BA-65B4-78CD1F8DB75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237691" y="4549799"/>
                  <a:ext cx="1054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27459E6-E334-27F8-4C02-25A6C40BDA80}"/>
              </a:ext>
            </a:extLst>
          </p:cNvPr>
          <p:cNvGrpSpPr/>
          <p:nvPr/>
        </p:nvGrpSpPr>
        <p:grpSpPr>
          <a:xfrm>
            <a:off x="9218451" y="5089079"/>
            <a:ext cx="2368080" cy="753480"/>
            <a:chOff x="9218451" y="5089079"/>
            <a:chExt cx="2368080" cy="75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CF9E170-99C8-114F-B89E-C1606EDA984F}"/>
                    </a:ext>
                  </a:extLst>
                </p14:cNvPr>
                <p14:cNvContentPartPr/>
                <p14:nvPr/>
              </p14:nvContentPartPr>
              <p14:xfrm>
                <a:off x="9218451" y="5803679"/>
                <a:ext cx="1148760" cy="27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CF9E170-99C8-114F-B89E-C1606EDA98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09451" y="5794679"/>
                  <a:ext cx="1166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CBDBB8E-23C3-7AEA-7E16-90AD2C001C57}"/>
                    </a:ext>
                  </a:extLst>
                </p14:cNvPr>
                <p14:cNvContentPartPr/>
                <p14:nvPr/>
              </p14:nvContentPartPr>
              <p14:xfrm>
                <a:off x="10397811" y="5089079"/>
                <a:ext cx="1188720" cy="753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CBDBB8E-23C3-7AEA-7E16-90AD2C001C5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88811" y="5080079"/>
                  <a:ext cx="1206360" cy="77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8D0D03C-6694-DEE4-975E-59969BC78401}"/>
              </a:ext>
            </a:extLst>
          </p:cNvPr>
          <p:cNvGrpSpPr/>
          <p:nvPr/>
        </p:nvGrpSpPr>
        <p:grpSpPr>
          <a:xfrm>
            <a:off x="11586891" y="5837159"/>
            <a:ext cx="392040" cy="117000"/>
            <a:chOff x="11586891" y="5837159"/>
            <a:chExt cx="392040" cy="1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FA2DE4-9F0A-E35B-1E64-552BEEE50FAF}"/>
                    </a:ext>
                  </a:extLst>
                </p14:cNvPr>
                <p14:cNvContentPartPr/>
                <p14:nvPr/>
              </p14:nvContentPartPr>
              <p14:xfrm>
                <a:off x="11586891" y="5837159"/>
                <a:ext cx="207360" cy="117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FA2DE4-9F0A-E35B-1E64-552BEEE50FA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77891" y="5828159"/>
                  <a:ext cx="225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4C6C16B-431D-538C-4E61-BE9C7064C09A}"/>
                    </a:ext>
                  </a:extLst>
                </p14:cNvPr>
                <p14:cNvContentPartPr/>
                <p14:nvPr/>
              </p14:nvContentPartPr>
              <p14:xfrm>
                <a:off x="11870571" y="5869559"/>
                <a:ext cx="108360" cy="79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4C6C16B-431D-538C-4E61-BE9C7064C09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61931" y="5860559"/>
                  <a:ext cx="126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9794E1F-B5F4-4AB0-03C3-29CADA44E4C7}"/>
                    </a:ext>
                  </a:extLst>
                </p14:cNvPr>
                <p14:cNvContentPartPr/>
                <p14:nvPr/>
              </p14:nvContentPartPr>
              <p14:xfrm>
                <a:off x="11893971" y="5852999"/>
                <a:ext cx="53640" cy="99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9794E1F-B5F4-4AB0-03C3-29CADA44E4C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885331" y="5844359"/>
                  <a:ext cx="7128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CAC839E-2F6D-F2CE-537E-C21B95814D02}"/>
              </a:ext>
            </a:extLst>
          </p:cNvPr>
          <p:cNvGrpSpPr/>
          <p:nvPr/>
        </p:nvGrpSpPr>
        <p:grpSpPr>
          <a:xfrm>
            <a:off x="9111171" y="6180239"/>
            <a:ext cx="581760" cy="382320"/>
            <a:chOff x="9111171" y="6180239"/>
            <a:chExt cx="5817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7003433-C680-B808-017B-4018C46262F5}"/>
                    </a:ext>
                  </a:extLst>
                </p14:cNvPr>
                <p14:cNvContentPartPr/>
                <p14:nvPr/>
              </p14:nvContentPartPr>
              <p14:xfrm>
                <a:off x="9148251" y="6180239"/>
                <a:ext cx="154800" cy="376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7003433-C680-B808-017B-4018C46262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39611" y="6171239"/>
                  <a:ext cx="1724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6F9BA6-30E0-EA7D-6880-B3F4596F40A4}"/>
                    </a:ext>
                  </a:extLst>
                </p14:cNvPr>
                <p14:cNvContentPartPr/>
                <p14:nvPr/>
              </p14:nvContentPartPr>
              <p14:xfrm>
                <a:off x="9111171" y="6427199"/>
                <a:ext cx="15372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6F9BA6-30E0-EA7D-6880-B3F4596F40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02171" y="6418559"/>
                  <a:ext cx="171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CA139D-8A48-3532-1CE0-5B6191F9AF00}"/>
                    </a:ext>
                  </a:extLst>
                </p14:cNvPr>
                <p14:cNvContentPartPr/>
                <p14:nvPr/>
              </p14:nvContentPartPr>
              <p14:xfrm>
                <a:off x="9357411" y="6291119"/>
                <a:ext cx="81720" cy="198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CA139D-8A48-3532-1CE0-5B6191F9AF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48771" y="6282119"/>
                  <a:ext cx="99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2229827-294A-011A-37B6-02B99419DC87}"/>
                    </a:ext>
                  </a:extLst>
                </p14:cNvPr>
                <p14:cNvContentPartPr/>
                <p14:nvPr/>
              </p14:nvContentPartPr>
              <p14:xfrm>
                <a:off x="9439491" y="6384359"/>
                <a:ext cx="126360" cy="63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2229827-294A-011A-37B6-02B99419DC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30851" y="6375359"/>
                  <a:ext cx="144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43EAE9-E9E7-0C31-0061-9358DAFAA835}"/>
                    </a:ext>
                  </a:extLst>
                </p14:cNvPr>
                <p14:cNvContentPartPr/>
                <p14:nvPr/>
              </p14:nvContentPartPr>
              <p14:xfrm>
                <a:off x="9506451" y="6405959"/>
                <a:ext cx="37440" cy="104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43EAE9-E9E7-0C31-0061-9358DAFAA83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97451" y="6397319"/>
                  <a:ext cx="55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B97CDF1-66D2-F59C-130A-6BB841D94B68}"/>
                    </a:ext>
                  </a:extLst>
                </p14:cNvPr>
                <p14:cNvContentPartPr/>
                <p14:nvPr/>
              </p14:nvContentPartPr>
              <p14:xfrm>
                <a:off x="9576291" y="6307679"/>
                <a:ext cx="116640" cy="254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B97CDF1-66D2-F59C-130A-6BB841D94B6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67651" y="6298679"/>
                  <a:ext cx="134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822C25C-DAC5-B952-50DE-C5EAF08A029A}"/>
                    </a:ext>
                  </a:extLst>
                </p14:cNvPr>
                <p14:cNvContentPartPr/>
                <p14:nvPr/>
              </p14:nvContentPartPr>
              <p14:xfrm>
                <a:off x="9540291" y="6450239"/>
                <a:ext cx="51120" cy="27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822C25C-DAC5-B952-50DE-C5EAF08A02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31291" y="6441599"/>
                  <a:ext cx="68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BCF311E-8C0C-1AA1-2B5A-2CDC2A229EA1}"/>
                    </a:ext>
                  </a:extLst>
                </p14:cNvPr>
                <p14:cNvContentPartPr/>
                <p14:nvPr/>
              </p14:nvContentPartPr>
              <p14:xfrm>
                <a:off x="9535971" y="6411719"/>
                <a:ext cx="2520" cy="6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BCF311E-8C0C-1AA1-2B5A-2CDC2A229EA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26971" y="6402719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1DAD6B1-F0F0-EB54-A01E-FB3DB28F55A6}"/>
              </a:ext>
            </a:extLst>
          </p:cNvPr>
          <p:cNvGrpSpPr/>
          <p:nvPr/>
        </p:nvGrpSpPr>
        <p:grpSpPr>
          <a:xfrm>
            <a:off x="10326891" y="4783799"/>
            <a:ext cx="696960" cy="260640"/>
            <a:chOff x="10326891" y="4783799"/>
            <a:chExt cx="69696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8DF0F9-8F35-CCB7-0F4B-0D9BEFF38BB9}"/>
                    </a:ext>
                  </a:extLst>
                </p14:cNvPr>
                <p14:cNvContentPartPr/>
                <p14:nvPr/>
              </p14:nvContentPartPr>
              <p14:xfrm>
                <a:off x="10326891" y="4848599"/>
                <a:ext cx="131760" cy="118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8DF0F9-8F35-CCB7-0F4B-0D9BEFF38BB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18251" y="4839959"/>
                  <a:ext cx="149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464342-9872-22B8-33F6-620D64EF0663}"/>
                    </a:ext>
                  </a:extLst>
                </p14:cNvPr>
                <p14:cNvContentPartPr/>
                <p14:nvPr/>
              </p14:nvContentPartPr>
              <p14:xfrm>
                <a:off x="10588251" y="4783799"/>
                <a:ext cx="89280" cy="260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464342-9872-22B8-33F6-620D64EF066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79251" y="4774799"/>
                  <a:ext cx="106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76968F-B6CB-9120-D1E8-9A350A82F96F}"/>
                    </a:ext>
                  </a:extLst>
                </p14:cNvPr>
                <p14:cNvContentPartPr/>
                <p14:nvPr/>
              </p14:nvContentPartPr>
              <p14:xfrm>
                <a:off x="10578171" y="4949039"/>
                <a:ext cx="88200" cy="28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76968F-B6CB-9120-D1E8-9A350A82F9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69531" y="4940039"/>
                  <a:ext cx="105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1AAFE2-F75A-CCA9-9543-0CD7B748509C}"/>
                    </a:ext>
                  </a:extLst>
                </p14:cNvPr>
                <p14:cNvContentPartPr/>
                <p14:nvPr/>
              </p14:nvContentPartPr>
              <p14:xfrm>
                <a:off x="10715691" y="4812599"/>
                <a:ext cx="81720" cy="193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1AAFE2-F75A-CCA9-9543-0CD7B74850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06691" y="4803959"/>
                  <a:ext cx="99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2796F46-55B5-FBE0-9551-46B6199A15A6}"/>
                    </a:ext>
                  </a:extLst>
                </p14:cNvPr>
                <p14:cNvContentPartPr/>
                <p14:nvPr/>
              </p14:nvContentPartPr>
              <p14:xfrm>
                <a:off x="10780851" y="4873079"/>
                <a:ext cx="148320" cy="64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2796F46-55B5-FBE0-9551-46B6199A15A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72211" y="4864079"/>
                  <a:ext cx="16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C79B399-1310-DC50-2148-CA1425C64121}"/>
                    </a:ext>
                  </a:extLst>
                </p14:cNvPr>
                <p14:cNvContentPartPr/>
                <p14:nvPr/>
              </p14:nvContentPartPr>
              <p14:xfrm>
                <a:off x="10852851" y="4878479"/>
                <a:ext cx="54360" cy="86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C79B399-1310-DC50-2148-CA1425C641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43851" y="4869479"/>
                  <a:ext cx="72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3CF3C23-8724-C09C-D17C-03E09FFDF151}"/>
                    </a:ext>
                  </a:extLst>
                </p14:cNvPr>
                <p14:cNvContentPartPr/>
                <p14:nvPr/>
              </p14:nvContentPartPr>
              <p14:xfrm>
                <a:off x="10918011" y="4796399"/>
                <a:ext cx="105840" cy="225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3CF3C23-8724-C09C-D17C-03E09FFDF1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09011" y="4787399"/>
                  <a:ext cx="12348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FC23A44-05AE-7C7C-9F18-2FCD2DCEB96C}"/>
              </a:ext>
            </a:extLst>
          </p:cNvPr>
          <p:cNvGrpSpPr/>
          <p:nvPr/>
        </p:nvGrpSpPr>
        <p:grpSpPr>
          <a:xfrm>
            <a:off x="9845211" y="6232799"/>
            <a:ext cx="1758960" cy="287640"/>
            <a:chOff x="9845211" y="6232799"/>
            <a:chExt cx="175896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2B71AE5-6FFA-88CF-2407-DCE7AB84480E}"/>
                    </a:ext>
                  </a:extLst>
                </p14:cNvPr>
                <p14:cNvContentPartPr/>
                <p14:nvPr/>
              </p14:nvContentPartPr>
              <p14:xfrm>
                <a:off x="9845211" y="6389759"/>
                <a:ext cx="87480" cy="6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2B71AE5-6FFA-88CF-2407-DCE7AB8448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836571" y="6380759"/>
                  <a:ext cx="105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C25CFA9-FE8C-82AD-49C5-9784CBEB5736}"/>
                    </a:ext>
                  </a:extLst>
                </p14:cNvPr>
                <p14:cNvContentPartPr/>
                <p14:nvPr/>
              </p14:nvContentPartPr>
              <p14:xfrm>
                <a:off x="9849171" y="6320639"/>
                <a:ext cx="61560" cy="5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C25CFA9-FE8C-82AD-49C5-9784CBEB573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40171" y="6311639"/>
                  <a:ext cx="79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D908695-C37E-2DFD-77AC-E62210FCD15E}"/>
                    </a:ext>
                  </a:extLst>
                </p14:cNvPr>
                <p14:cNvContentPartPr/>
                <p14:nvPr/>
              </p14:nvContentPartPr>
              <p14:xfrm>
                <a:off x="10079931" y="6359879"/>
                <a:ext cx="213840" cy="89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D908695-C37E-2DFD-77AC-E62210FCD15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071291" y="6351239"/>
                  <a:ext cx="231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DE683B6-5B19-C0E3-24D4-4EF3C5D97586}"/>
                    </a:ext>
                  </a:extLst>
                </p14:cNvPr>
                <p14:cNvContentPartPr/>
                <p14:nvPr/>
              </p14:nvContentPartPr>
              <p14:xfrm>
                <a:off x="10342731" y="6388679"/>
                <a:ext cx="109440" cy="83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DE683B6-5B19-C0E3-24D4-4EF3C5D9758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34091" y="6379679"/>
                  <a:ext cx="127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B70208A-0A31-2683-7CEA-5F359D8698D2}"/>
                    </a:ext>
                  </a:extLst>
                </p14:cNvPr>
                <p14:cNvContentPartPr/>
                <p14:nvPr/>
              </p14:nvContentPartPr>
              <p14:xfrm>
                <a:off x="10542171" y="6385439"/>
                <a:ext cx="115920" cy="81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B70208A-0A31-2683-7CEA-5F359D8698D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533531" y="6376439"/>
                  <a:ext cx="133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ADEA77-95B0-A587-99C3-B8914E67D432}"/>
                    </a:ext>
                  </a:extLst>
                </p14:cNvPr>
                <p14:cNvContentPartPr/>
                <p14:nvPr/>
              </p14:nvContentPartPr>
              <p14:xfrm>
                <a:off x="10585011" y="6389759"/>
                <a:ext cx="70560" cy="78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ADEA77-95B0-A587-99C3-B8914E67D4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576011" y="6380759"/>
                  <a:ext cx="88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561CE1-EABC-3982-8EB6-ED847824C9D2}"/>
                    </a:ext>
                  </a:extLst>
                </p14:cNvPr>
                <p14:cNvContentPartPr/>
                <p14:nvPr/>
              </p14:nvContentPartPr>
              <p14:xfrm>
                <a:off x="10752771" y="6243959"/>
                <a:ext cx="82440" cy="245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561CE1-EABC-3982-8EB6-ED847824C9D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744131" y="6234959"/>
                  <a:ext cx="100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348A49E-4D2D-15A0-4F65-88A59D71EBD4}"/>
                    </a:ext>
                  </a:extLst>
                </p14:cNvPr>
                <p14:cNvContentPartPr/>
                <p14:nvPr/>
              </p14:nvContentPartPr>
              <p14:xfrm>
                <a:off x="10873731" y="6306959"/>
                <a:ext cx="150120" cy="123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348A49E-4D2D-15A0-4F65-88A59D71EBD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65091" y="6297959"/>
                  <a:ext cx="167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1FAEAA4-AD24-1EC7-2DE3-328837D936E3}"/>
                    </a:ext>
                  </a:extLst>
                </p14:cNvPr>
                <p14:cNvContentPartPr/>
                <p14:nvPr/>
              </p14:nvContentPartPr>
              <p14:xfrm>
                <a:off x="11104131" y="6460679"/>
                <a:ext cx="27720" cy="59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1FAEAA4-AD24-1EC7-2DE3-328837D936E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95491" y="6452039"/>
                  <a:ext cx="45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1ED207-1728-3B69-C6FC-6A0F54FFB4C8}"/>
                    </a:ext>
                  </a:extLst>
                </p14:cNvPr>
                <p14:cNvContentPartPr/>
                <p14:nvPr/>
              </p14:nvContentPartPr>
              <p14:xfrm>
                <a:off x="11284851" y="6335039"/>
                <a:ext cx="142560" cy="95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1ED207-1728-3B69-C6FC-6A0F54FFB4C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275851" y="6326039"/>
                  <a:ext cx="160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2DA2F19-C504-A7F2-8090-BAC1FCE4EF84}"/>
                    </a:ext>
                  </a:extLst>
                </p14:cNvPr>
                <p14:cNvContentPartPr/>
                <p14:nvPr/>
              </p14:nvContentPartPr>
              <p14:xfrm>
                <a:off x="11344971" y="6347999"/>
                <a:ext cx="60840" cy="85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2DA2F19-C504-A7F2-8090-BAC1FCE4EF8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335971" y="6338999"/>
                  <a:ext cx="78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07657DB-B6F3-C191-BA5E-05AAF7819708}"/>
                    </a:ext>
                  </a:extLst>
                </p14:cNvPr>
                <p14:cNvContentPartPr/>
                <p14:nvPr/>
              </p14:nvContentPartPr>
              <p14:xfrm>
                <a:off x="11443611" y="6232799"/>
                <a:ext cx="160560" cy="265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07657DB-B6F3-C191-BA5E-05AAF781970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434611" y="6224159"/>
                  <a:ext cx="178200" cy="282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convolution in one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Then verify the indexing and meaning.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2926080"/>
          </a:xfrm>
          <a:prstGeom prst="roundRect">
            <a:avLst>
              <a:gd name="adj" fmla="val 125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np.array([1., 2., 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np.array([1., -1.])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np.convolve(x, h, mode='full')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# [ 1.  1. -1. -1.]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89204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long signals, scipy.signal.fftconvolve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y_fast = fftconvolve(x, h, mode='full')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5844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Do not skip the math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3858768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library call gives numbers. Convolution theory tells you support, delay, stability, frequency behavior, and what to debug.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8C433B-5ABE-19D3-EABB-012E6A088485}"/>
              </a:ext>
            </a:extLst>
          </p:cNvPr>
          <p:cNvGrpSpPr/>
          <p:nvPr/>
        </p:nvGrpSpPr>
        <p:grpSpPr>
          <a:xfrm>
            <a:off x="5461851" y="4325159"/>
            <a:ext cx="719280" cy="288360"/>
            <a:chOff x="5461851" y="4325159"/>
            <a:chExt cx="7192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11F811-68DD-7F16-071F-9247216C64CC}"/>
                    </a:ext>
                  </a:extLst>
                </p14:cNvPr>
                <p14:cNvContentPartPr/>
                <p14:nvPr/>
              </p14:nvContentPartPr>
              <p14:xfrm>
                <a:off x="5461851" y="4374479"/>
                <a:ext cx="650160" cy="239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11F811-68DD-7F16-071F-9247216C64C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53211" y="4365479"/>
                  <a:ext cx="667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33E1440-0AD8-CB93-D869-F64595070195}"/>
                    </a:ext>
                  </a:extLst>
                </p14:cNvPr>
                <p14:cNvContentPartPr/>
                <p14:nvPr/>
              </p14:nvContentPartPr>
              <p14:xfrm>
                <a:off x="5902851" y="4325159"/>
                <a:ext cx="278280" cy="183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33E1440-0AD8-CB93-D869-F6459507019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94211" y="4316519"/>
                  <a:ext cx="295920" cy="201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PyTorch “convolution” is usually cross-correlation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Same local weighted sum, different kernel orientation.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80160"/>
            <a:ext cx="5303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0160"/>
            <a:ext cx="530352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0240" y="2788920"/>
            <a:ext cx="841248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057400" y="28803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057400" y="3154680"/>
            <a:ext cx="81381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torch.nn.functional as 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torch.tensor([[[1.,2.,1.]]])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torch.tensor([[[1.,-1.]]])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F.conv1d(x, w)  # correlation convention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9834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21992" y="50932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Key idea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1992" y="536752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kernel is learned in ML, but the local linear operation is the same family of operation you are analyzing now.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52EFAE-B3DB-68B6-6ED6-24C6BCE66A28}"/>
                  </a:ext>
                </a:extLst>
              </p14:cNvPr>
              <p14:cNvContentPartPr/>
              <p14:nvPr/>
            </p14:nvContentPartPr>
            <p14:xfrm>
              <a:off x="2475291" y="4522439"/>
              <a:ext cx="705960" cy="55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52EFAE-B3DB-68B6-6ED6-24C6BCE66A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6291" y="4513439"/>
                <a:ext cx="7236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A65CAEB-0E72-CA39-4CFF-47A1ACD91137}"/>
              </a:ext>
            </a:extLst>
          </p:cNvPr>
          <p:cNvGrpSpPr/>
          <p:nvPr/>
        </p:nvGrpSpPr>
        <p:grpSpPr>
          <a:xfrm>
            <a:off x="2233371" y="6072959"/>
            <a:ext cx="1069560" cy="207720"/>
            <a:chOff x="2233371" y="6072959"/>
            <a:chExt cx="106956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B422B0-88D7-9F69-63B5-FF61F4F36BF1}"/>
                    </a:ext>
                  </a:extLst>
                </p14:cNvPr>
                <p14:cNvContentPartPr/>
                <p14:nvPr/>
              </p14:nvContentPartPr>
              <p14:xfrm>
                <a:off x="2233371" y="6170519"/>
                <a:ext cx="117720" cy="93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B422B0-88D7-9F69-63B5-FF61F4F36BF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24371" y="6161879"/>
                  <a:ext cx="135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C6F284-4C88-4A4F-6EE8-D2C925E85A40}"/>
                    </a:ext>
                  </a:extLst>
                </p14:cNvPr>
                <p14:cNvContentPartPr/>
                <p14:nvPr/>
              </p14:nvContentPartPr>
              <p14:xfrm>
                <a:off x="2387091" y="6180959"/>
                <a:ext cx="87840" cy="61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C6F284-4C88-4A4F-6EE8-D2C925E85A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78451" y="6171959"/>
                  <a:ext cx="105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03B9E9-5A3F-DB25-C1D5-3700D887C80B}"/>
                    </a:ext>
                  </a:extLst>
                </p14:cNvPr>
                <p14:cNvContentPartPr/>
                <p14:nvPr/>
              </p14:nvContentPartPr>
              <p14:xfrm>
                <a:off x="2529651" y="6214439"/>
                <a:ext cx="135360" cy="43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03B9E9-5A3F-DB25-C1D5-3700D887C8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20651" y="6205799"/>
                  <a:ext cx="153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84FC56E-4F26-42EF-84D9-5D8144355EF2}"/>
                    </a:ext>
                  </a:extLst>
                </p14:cNvPr>
                <p14:cNvContentPartPr/>
                <p14:nvPr/>
              </p14:nvContentPartPr>
              <p14:xfrm>
                <a:off x="2759331" y="6219839"/>
                <a:ext cx="105840" cy="60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84FC56E-4F26-42EF-84D9-5D8144355EF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50691" y="6211199"/>
                  <a:ext cx="123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570907-8C87-EA6B-6094-9B2530A60443}"/>
                    </a:ext>
                  </a:extLst>
                </p14:cNvPr>
                <p14:cNvContentPartPr/>
                <p14:nvPr/>
              </p14:nvContentPartPr>
              <p14:xfrm>
                <a:off x="2978571" y="6099239"/>
                <a:ext cx="133560" cy="148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570907-8C87-EA6B-6094-9B2530A6044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9571" y="6090599"/>
                  <a:ext cx="151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691D47-42D8-2682-4657-8DC6316F2321}"/>
                    </a:ext>
                  </a:extLst>
                </p14:cNvPr>
                <p14:cNvContentPartPr/>
                <p14:nvPr/>
              </p14:nvContentPartPr>
              <p14:xfrm>
                <a:off x="3215451" y="6072959"/>
                <a:ext cx="81720" cy="19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691D47-42D8-2682-4657-8DC6316F23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06451" y="6064319"/>
                  <a:ext cx="99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D2E679-4D41-56F8-788E-806F29A6C70D}"/>
                    </a:ext>
                  </a:extLst>
                </p14:cNvPr>
                <p14:cNvContentPartPr/>
                <p14:nvPr/>
              </p14:nvContentPartPr>
              <p14:xfrm>
                <a:off x="2848251" y="6196799"/>
                <a:ext cx="8280" cy="38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D2E679-4D41-56F8-788E-806F29A6C7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39251" y="6187799"/>
                  <a:ext cx="25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041CA4-3001-DD83-A882-715010B0D110}"/>
                    </a:ext>
                  </a:extLst>
                </p14:cNvPr>
                <p14:cNvContentPartPr/>
                <p14:nvPr/>
              </p14:nvContentPartPr>
              <p14:xfrm>
                <a:off x="3290691" y="6219839"/>
                <a:ext cx="12240" cy="20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041CA4-3001-DD83-A882-715010B0D11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81691" y="6211199"/>
                  <a:ext cx="298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B0D4648-DC6D-D455-E2E2-F848A0B41C86}"/>
                  </a:ext>
                </a:extLst>
              </p14:cNvPr>
              <p14:cNvContentPartPr/>
              <p14:nvPr/>
            </p14:nvContentPartPr>
            <p14:xfrm>
              <a:off x="9305571" y="1919999"/>
              <a:ext cx="1951920" cy="87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B0D4648-DC6D-D455-E2E2-F848A0B41C8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96571" y="1911359"/>
                <a:ext cx="19695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8A1481E-142B-13C0-3C86-C51490E1AEC6}"/>
                  </a:ext>
                </a:extLst>
              </p14:cNvPr>
              <p14:cNvContentPartPr/>
              <p14:nvPr/>
            </p14:nvContentPartPr>
            <p14:xfrm>
              <a:off x="5776851" y="1839719"/>
              <a:ext cx="65880" cy="331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8A1481E-142B-13C0-3C86-C51490E1AE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67851" y="1831079"/>
                <a:ext cx="8352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22C1745-FA3C-4ADA-CCE6-EC3E243CCA5A}"/>
              </a:ext>
            </a:extLst>
          </p:cNvPr>
          <p:cNvGrpSpPr/>
          <p:nvPr/>
        </p:nvGrpSpPr>
        <p:grpSpPr>
          <a:xfrm>
            <a:off x="4035531" y="1852679"/>
            <a:ext cx="1511280" cy="107640"/>
            <a:chOff x="4035531" y="1852679"/>
            <a:chExt cx="1511280" cy="1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37463B-3362-07E5-9793-4EC8C29DF2F3}"/>
                    </a:ext>
                  </a:extLst>
                </p14:cNvPr>
                <p14:cNvContentPartPr/>
                <p14:nvPr/>
              </p14:nvContentPartPr>
              <p14:xfrm>
                <a:off x="5465091" y="1859519"/>
                <a:ext cx="81720" cy="46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37463B-3362-07E5-9793-4EC8C29DF2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56451" y="1850879"/>
                  <a:ext cx="99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2E3E43-4AA0-7745-F4AF-D199F8D58B65}"/>
                    </a:ext>
                  </a:extLst>
                </p14:cNvPr>
                <p14:cNvContentPartPr/>
                <p14:nvPr/>
              </p14:nvContentPartPr>
              <p14:xfrm>
                <a:off x="5314971" y="1858439"/>
                <a:ext cx="56520" cy="9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2E3E43-4AA0-7745-F4AF-D199F8D58B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06331" y="1849439"/>
                  <a:ext cx="74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26CDEF1-328B-A0FA-CFC7-FBABC3E297FC}"/>
                    </a:ext>
                  </a:extLst>
                </p14:cNvPr>
                <p14:cNvContentPartPr/>
                <p14:nvPr/>
              </p14:nvContentPartPr>
              <p14:xfrm>
                <a:off x="5121651" y="1852679"/>
                <a:ext cx="36720" cy="3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26CDEF1-328B-A0FA-CFC7-FBABC3E297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12651" y="1843679"/>
                  <a:ext cx="54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0375A52-D7D4-5C08-EF60-C5720E9F81A3}"/>
                    </a:ext>
                  </a:extLst>
                </p14:cNvPr>
                <p14:cNvContentPartPr/>
                <p14:nvPr/>
              </p14:nvContentPartPr>
              <p14:xfrm>
                <a:off x="4896651" y="1865999"/>
                <a:ext cx="81000" cy="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0375A52-D7D4-5C08-EF60-C5720E9F81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87651" y="1856999"/>
                  <a:ext cx="98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7A5D57-774C-633C-E1C4-56CA52AAA558}"/>
                    </a:ext>
                  </a:extLst>
                </p14:cNvPr>
                <p14:cNvContentPartPr/>
                <p14:nvPr/>
              </p14:nvContentPartPr>
              <p14:xfrm>
                <a:off x="4695771" y="1876079"/>
                <a:ext cx="128520" cy="13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7A5D57-774C-633C-E1C4-56CA52AAA55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86771" y="1867079"/>
                  <a:ext cx="146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AA67F9D-BE90-51E2-6EC6-95B8023177BA}"/>
                    </a:ext>
                  </a:extLst>
                </p14:cNvPr>
                <p14:cNvContentPartPr/>
                <p14:nvPr/>
              </p14:nvContentPartPr>
              <p14:xfrm>
                <a:off x="4485891" y="1888679"/>
                <a:ext cx="119160" cy="9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AA67F9D-BE90-51E2-6EC6-95B8023177B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76891" y="1879679"/>
                  <a:ext cx="136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F771A5-A977-0037-00C0-A6533D501504}"/>
                    </a:ext>
                  </a:extLst>
                </p14:cNvPr>
                <p14:cNvContentPartPr/>
                <p14:nvPr/>
              </p14:nvContentPartPr>
              <p14:xfrm>
                <a:off x="4365291" y="1891199"/>
                <a:ext cx="64800" cy="14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F771A5-A977-0037-00C0-A6533D5015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56291" y="1882559"/>
                  <a:ext cx="82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1CFA8DF-816C-D71C-4499-348D7889254A}"/>
                    </a:ext>
                  </a:extLst>
                </p14:cNvPr>
                <p14:cNvContentPartPr/>
                <p14:nvPr/>
              </p14:nvContentPartPr>
              <p14:xfrm>
                <a:off x="4177731" y="1921799"/>
                <a:ext cx="98640" cy="1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1CFA8DF-816C-D71C-4499-348D7889254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69091" y="1912799"/>
                  <a:ext cx="116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5D5EB7-B817-6FE7-D4DB-EC14DF8E7AFF}"/>
                    </a:ext>
                  </a:extLst>
                </p14:cNvPr>
                <p14:cNvContentPartPr/>
                <p14:nvPr/>
              </p14:nvContentPartPr>
              <p14:xfrm>
                <a:off x="4035531" y="1954199"/>
                <a:ext cx="87480" cy="6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5D5EB7-B817-6FE7-D4DB-EC14DF8E7AF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26891" y="1945559"/>
                  <a:ext cx="1051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1C173F-EEC4-0DFD-0D0E-CA125003955D}"/>
              </a:ext>
            </a:extLst>
          </p:cNvPr>
          <p:cNvGrpSpPr/>
          <p:nvPr/>
        </p:nvGrpSpPr>
        <p:grpSpPr>
          <a:xfrm>
            <a:off x="9192531" y="2133119"/>
            <a:ext cx="1561680" cy="237960"/>
            <a:chOff x="9192531" y="2133119"/>
            <a:chExt cx="156168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8DD75CE-850F-5B96-A751-2AA71FC9789B}"/>
                    </a:ext>
                  </a:extLst>
                </p14:cNvPr>
                <p14:cNvContentPartPr/>
                <p14:nvPr/>
              </p14:nvContentPartPr>
              <p14:xfrm>
                <a:off x="9192531" y="2228159"/>
                <a:ext cx="180720" cy="116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8DD75CE-850F-5B96-A751-2AA71FC9789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83531" y="2219519"/>
                  <a:ext cx="198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2B7766-0B3F-8C1F-2F11-DF6282740AF4}"/>
                    </a:ext>
                  </a:extLst>
                </p14:cNvPr>
                <p14:cNvContentPartPr/>
                <p14:nvPr/>
              </p14:nvContentPartPr>
              <p14:xfrm>
                <a:off x="9403491" y="2271719"/>
                <a:ext cx="135000" cy="67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2B7766-0B3F-8C1F-2F11-DF6282740A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394491" y="2262719"/>
                  <a:ext cx="152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99B7AD-5076-9414-0280-58E1A1B8CFE7}"/>
                    </a:ext>
                  </a:extLst>
                </p14:cNvPr>
                <p14:cNvContentPartPr/>
                <p14:nvPr/>
              </p14:nvContentPartPr>
              <p14:xfrm>
                <a:off x="9609051" y="2243999"/>
                <a:ext cx="43200" cy="98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299B7AD-5076-9414-0280-58E1A1B8CFE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600411" y="2234999"/>
                  <a:ext cx="60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11288D-92AB-B920-0888-79DF22EF7562}"/>
                    </a:ext>
                  </a:extLst>
                </p14:cNvPr>
                <p14:cNvContentPartPr/>
                <p14:nvPr/>
              </p14:nvContentPartPr>
              <p14:xfrm>
                <a:off x="9746571" y="2229239"/>
                <a:ext cx="40680" cy="112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11288D-92AB-B920-0888-79DF22EF756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37931" y="2220599"/>
                  <a:ext cx="58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CB54759-A3A6-AD16-807E-6BE51B287481}"/>
                    </a:ext>
                  </a:extLst>
                </p14:cNvPr>
                <p14:cNvContentPartPr/>
                <p14:nvPr/>
              </p14:nvContentPartPr>
              <p14:xfrm>
                <a:off x="9850971" y="2224559"/>
                <a:ext cx="130680" cy="108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CB54759-A3A6-AD16-807E-6BE51B28748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842331" y="2215919"/>
                  <a:ext cx="148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28A606-5732-B724-33AA-E930B4A92ADE}"/>
                    </a:ext>
                  </a:extLst>
                </p14:cNvPr>
                <p14:cNvContentPartPr/>
                <p14:nvPr/>
              </p14:nvContentPartPr>
              <p14:xfrm>
                <a:off x="10014051" y="2133119"/>
                <a:ext cx="77040" cy="237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28A606-5732-B724-33AA-E930B4A92AD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05411" y="2124119"/>
                  <a:ext cx="94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8C739E-1AFE-267E-CF7D-43C6C3897D3B}"/>
                    </a:ext>
                  </a:extLst>
                </p14:cNvPr>
                <p14:cNvContentPartPr/>
                <p14:nvPr/>
              </p14:nvContentPartPr>
              <p14:xfrm>
                <a:off x="10147251" y="2288639"/>
                <a:ext cx="81000" cy="77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8C739E-1AFE-267E-CF7D-43C6C3897D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38251" y="2279639"/>
                  <a:ext cx="98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A3655D-6B63-CE97-909D-1D6F09B40373}"/>
                    </a:ext>
                  </a:extLst>
                </p14:cNvPr>
                <p14:cNvContentPartPr/>
                <p14:nvPr/>
              </p14:nvContentPartPr>
              <p14:xfrm>
                <a:off x="10266411" y="2135279"/>
                <a:ext cx="147600" cy="225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A3655D-6B63-CE97-909D-1D6F09B4037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257411" y="2126279"/>
                  <a:ext cx="165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DE58962-6582-5FB8-2A4F-9C6CBA8E5FC5}"/>
                    </a:ext>
                  </a:extLst>
                </p14:cNvPr>
                <p14:cNvContentPartPr/>
                <p14:nvPr/>
              </p14:nvContentPartPr>
              <p14:xfrm>
                <a:off x="10383411" y="2171999"/>
                <a:ext cx="14760" cy="1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DE58962-6582-5FB8-2A4F-9C6CBA8E5F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374411" y="2163359"/>
                  <a:ext cx="3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5E3E1B-EB30-9C68-D887-9B4C7DB98434}"/>
                    </a:ext>
                  </a:extLst>
                </p14:cNvPr>
                <p14:cNvContentPartPr/>
                <p14:nvPr/>
              </p14:nvContentPartPr>
              <p14:xfrm>
                <a:off x="10507251" y="2272079"/>
                <a:ext cx="246960" cy="9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5E3E1B-EB30-9C68-D887-9B4C7DB9843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98611" y="2263439"/>
                  <a:ext cx="26460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519CE2-05A6-3EA9-E057-33978E372647}"/>
              </a:ext>
            </a:extLst>
          </p:cNvPr>
          <p:cNvGrpSpPr/>
          <p:nvPr/>
        </p:nvGrpSpPr>
        <p:grpSpPr>
          <a:xfrm>
            <a:off x="9145011" y="735599"/>
            <a:ext cx="993240" cy="519120"/>
            <a:chOff x="9145011" y="735599"/>
            <a:chExt cx="99324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C93D039-D9BB-B836-EB83-6A2B8B6455C0}"/>
                    </a:ext>
                  </a:extLst>
                </p14:cNvPr>
                <p14:cNvContentPartPr/>
                <p14:nvPr/>
              </p14:nvContentPartPr>
              <p14:xfrm>
                <a:off x="9696891" y="1007399"/>
                <a:ext cx="223560" cy="247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C93D039-D9BB-B836-EB83-6A2B8B6455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87891" y="998399"/>
                  <a:ext cx="241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69FCAC-2AD1-A6A2-DC78-0DE9F533FA3D}"/>
                    </a:ext>
                  </a:extLst>
                </p14:cNvPr>
                <p14:cNvContentPartPr/>
                <p14:nvPr/>
              </p14:nvContentPartPr>
              <p14:xfrm>
                <a:off x="9145011" y="837479"/>
                <a:ext cx="185760" cy="9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69FCAC-2AD1-A6A2-DC78-0DE9F533FA3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36371" y="828839"/>
                  <a:ext cx="203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C115B6-769A-4CA2-5B33-CE58C1E9BAF3}"/>
                    </a:ext>
                  </a:extLst>
                </p14:cNvPr>
                <p14:cNvContentPartPr/>
                <p14:nvPr/>
              </p14:nvContentPartPr>
              <p14:xfrm>
                <a:off x="9399891" y="836759"/>
                <a:ext cx="128160" cy="8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C115B6-769A-4CA2-5B33-CE58C1E9BA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91251" y="827759"/>
                  <a:ext cx="145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9A583C-FB17-5E76-34CE-9AD32E3714C6}"/>
                    </a:ext>
                  </a:extLst>
                </p14:cNvPr>
                <p14:cNvContentPartPr/>
                <p14:nvPr/>
              </p14:nvContentPartPr>
              <p14:xfrm>
                <a:off x="9581691" y="859439"/>
                <a:ext cx="32040" cy="54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9A583C-FB17-5E76-34CE-9AD32E3714C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73051" y="850799"/>
                  <a:ext cx="49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E17B13B-4AE3-3C2E-02F1-107B20F23125}"/>
                    </a:ext>
                  </a:extLst>
                </p14:cNvPr>
                <p14:cNvContentPartPr/>
                <p14:nvPr/>
              </p14:nvContentPartPr>
              <p14:xfrm>
                <a:off x="9543531" y="762959"/>
                <a:ext cx="20160" cy="18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E17B13B-4AE3-3C2E-02F1-107B20F2312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34531" y="753959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8804BA-3294-8191-CDB3-F859BC916406}"/>
                    </a:ext>
                  </a:extLst>
                </p14:cNvPr>
                <p14:cNvContentPartPr/>
                <p14:nvPr/>
              </p14:nvContentPartPr>
              <p14:xfrm>
                <a:off x="9696891" y="853319"/>
                <a:ext cx="110520" cy="128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8804BA-3294-8191-CDB3-F859BC91640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87891" y="844319"/>
                  <a:ext cx="128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C6C0149-BEF4-E41E-6DBE-DBC48233A106}"/>
                    </a:ext>
                  </a:extLst>
                </p14:cNvPr>
                <p14:cNvContentPartPr/>
                <p14:nvPr/>
              </p14:nvContentPartPr>
              <p14:xfrm>
                <a:off x="9784371" y="738839"/>
                <a:ext cx="156240" cy="17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C6C0149-BEF4-E41E-6DBE-DBC48233A10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75731" y="730199"/>
                  <a:ext cx="173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E72BB4-0A55-A85B-466E-FC9D0A946A93}"/>
                    </a:ext>
                  </a:extLst>
                </p14:cNvPr>
                <p14:cNvContentPartPr/>
                <p14:nvPr/>
              </p14:nvContentPartPr>
              <p14:xfrm>
                <a:off x="9921171" y="735599"/>
                <a:ext cx="92160" cy="181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E72BB4-0A55-A85B-466E-FC9D0A946A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12531" y="726599"/>
                  <a:ext cx="109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2660D1E-0D75-02D3-C4D5-D8C22F6C04F1}"/>
                    </a:ext>
                  </a:extLst>
                </p14:cNvPr>
                <p14:cNvContentPartPr/>
                <p14:nvPr/>
              </p14:nvContentPartPr>
              <p14:xfrm>
                <a:off x="9950691" y="810479"/>
                <a:ext cx="85680" cy="3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2660D1E-0D75-02D3-C4D5-D8C22F6C04F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42051" y="801479"/>
                  <a:ext cx="103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71AB88-6221-EFC6-26BE-234FADCA2436}"/>
                    </a:ext>
                  </a:extLst>
                </p14:cNvPr>
                <p14:cNvContentPartPr/>
                <p14:nvPr/>
              </p14:nvContentPartPr>
              <p14:xfrm>
                <a:off x="10082811" y="826679"/>
                <a:ext cx="55440" cy="117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71AB88-6221-EFC6-26BE-234FADCA24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73811" y="817679"/>
                  <a:ext cx="730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75769FB-9605-EB65-A798-1AF06242E126}"/>
              </a:ext>
            </a:extLst>
          </p:cNvPr>
          <p:cNvGrpSpPr/>
          <p:nvPr/>
        </p:nvGrpSpPr>
        <p:grpSpPr>
          <a:xfrm>
            <a:off x="10813611" y="1060319"/>
            <a:ext cx="154800" cy="158400"/>
            <a:chOff x="10813611" y="1060319"/>
            <a:chExt cx="15480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409464F-A961-43E9-4517-E1F8AF6A2BBF}"/>
                    </a:ext>
                  </a:extLst>
                </p14:cNvPr>
                <p14:cNvContentPartPr/>
                <p14:nvPr/>
              </p14:nvContentPartPr>
              <p14:xfrm>
                <a:off x="10840251" y="1060319"/>
                <a:ext cx="128160" cy="137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409464F-A961-43E9-4517-E1F8AF6A2BB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31251" y="1051679"/>
                  <a:ext cx="145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E6B274-A582-DC3C-5CDF-4407F6E00FA9}"/>
                    </a:ext>
                  </a:extLst>
                </p14:cNvPr>
                <p14:cNvContentPartPr/>
                <p14:nvPr/>
              </p14:nvContentPartPr>
              <p14:xfrm>
                <a:off x="10813611" y="1126919"/>
                <a:ext cx="87840" cy="91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E6B274-A582-DC3C-5CDF-4407F6E00FA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04611" y="1117919"/>
                  <a:ext cx="10548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5841FD7-3F47-59C9-7DC5-4E3652F7A93F}"/>
              </a:ext>
            </a:extLst>
          </p:cNvPr>
          <p:cNvGrpSpPr/>
          <p:nvPr/>
        </p:nvGrpSpPr>
        <p:grpSpPr>
          <a:xfrm>
            <a:off x="10856451" y="733799"/>
            <a:ext cx="1024560" cy="215640"/>
            <a:chOff x="10856451" y="733799"/>
            <a:chExt cx="10245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D153ED-8AFC-02CA-D625-EA924B58DE0F}"/>
                    </a:ext>
                  </a:extLst>
                </p14:cNvPr>
                <p14:cNvContentPartPr/>
                <p14:nvPr/>
              </p14:nvContentPartPr>
              <p14:xfrm>
                <a:off x="10857171" y="733799"/>
                <a:ext cx="88560" cy="215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D153ED-8AFC-02CA-D625-EA924B58DE0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48171" y="724799"/>
                  <a:ext cx="106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84E824-AD11-ED0A-0CE8-F371967E6791}"/>
                    </a:ext>
                  </a:extLst>
                </p14:cNvPr>
                <p14:cNvContentPartPr/>
                <p14:nvPr/>
              </p14:nvContentPartPr>
              <p14:xfrm>
                <a:off x="10856451" y="882479"/>
                <a:ext cx="100080" cy="21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84E824-AD11-ED0A-0CE8-F371967E67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47451" y="873479"/>
                  <a:ext cx="117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624B07-E506-713C-1ED0-63206804C8BC}"/>
                    </a:ext>
                  </a:extLst>
                </p14:cNvPr>
                <p14:cNvContentPartPr/>
                <p14:nvPr/>
              </p14:nvContentPartPr>
              <p14:xfrm>
                <a:off x="11016291" y="842159"/>
                <a:ext cx="145800" cy="88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624B07-E506-713C-1ED0-63206804C8B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07651" y="833519"/>
                  <a:ext cx="163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D879C08-0173-3482-4175-88C426AB544D}"/>
                    </a:ext>
                  </a:extLst>
                </p14:cNvPr>
                <p14:cNvContentPartPr/>
                <p14:nvPr/>
              </p14:nvContentPartPr>
              <p14:xfrm>
                <a:off x="11183691" y="852239"/>
                <a:ext cx="109080" cy="63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D879C08-0173-3482-4175-88C426AB544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74691" y="843599"/>
                  <a:ext cx="126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635B58-2889-AF37-50F6-45EF624BEBD9}"/>
                    </a:ext>
                  </a:extLst>
                </p14:cNvPr>
                <p14:cNvContentPartPr/>
                <p14:nvPr/>
              </p14:nvContentPartPr>
              <p14:xfrm>
                <a:off x="11301051" y="752879"/>
                <a:ext cx="96840" cy="190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635B58-2889-AF37-50F6-45EF624BEBD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92411" y="743879"/>
                  <a:ext cx="1144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1EE31C-6EFF-8434-8A91-D6344DD8B455}"/>
                    </a:ext>
                  </a:extLst>
                </p14:cNvPr>
                <p14:cNvContentPartPr/>
                <p14:nvPr/>
              </p14:nvContentPartPr>
              <p14:xfrm>
                <a:off x="11311131" y="866639"/>
                <a:ext cx="94320" cy="15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1EE31C-6EFF-8434-8A91-D6344DD8B45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302491" y="857999"/>
                  <a:ext cx="111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2D7EB0B-4475-9788-0BA7-F58DD9D32A8F}"/>
                    </a:ext>
                  </a:extLst>
                </p14:cNvPr>
                <p14:cNvContentPartPr/>
                <p14:nvPr/>
              </p14:nvContentPartPr>
              <p14:xfrm>
                <a:off x="11431731" y="864479"/>
                <a:ext cx="126360" cy="45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2D7EB0B-4475-9788-0BA7-F58DD9D32A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23091" y="855479"/>
                  <a:ext cx="144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05A19A-62ED-3DA6-FA7F-2A24005E2642}"/>
                    </a:ext>
                  </a:extLst>
                </p14:cNvPr>
                <p14:cNvContentPartPr/>
                <p14:nvPr/>
              </p14:nvContentPartPr>
              <p14:xfrm>
                <a:off x="11584731" y="817319"/>
                <a:ext cx="209520" cy="91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05A19A-62ED-3DA6-FA7F-2A24005E264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575731" y="808679"/>
                  <a:ext cx="227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70AD42B-FF7D-DAC6-6130-7A214E172C91}"/>
                    </a:ext>
                  </a:extLst>
                </p14:cNvPr>
                <p14:cNvContentPartPr/>
                <p14:nvPr/>
              </p14:nvContentPartPr>
              <p14:xfrm>
                <a:off x="11820531" y="802559"/>
                <a:ext cx="60480" cy="132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0AD42B-FF7D-DAC6-6130-7A214E172C9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811531" y="793919"/>
                  <a:ext cx="78120" cy="14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7D993E9D-BD39-AFAF-E8EB-A06311280F3E}"/>
              </a:ext>
            </a:extLst>
          </p:cNvPr>
          <p:cNvSpPr/>
          <p:nvPr/>
        </p:nvSpPr>
        <p:spPr>
          <a:xfrm>
            <a:off x="960120" y="29260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592782-691A-2009-34E0-EB3D53258E6D}"/>
              </a:ext>
            </a:extLst>
          </p:cNvPr>
          <p:cNvGrpSpPr/>
          <p:nvPr/>
        </p:nvGrpSpPr>
        <p:grpSpPr>
          <a:xfrm>
            <a:off x="96411" y="2386199"/>
            <a:ext cx="247320" cy="177480"/>
            <a:chOff x="96411" y="2386199"/>
            <a:chExt cx="24732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F2C684-653A-F11E-2B48-E0822F7FE373}"/>
                    </a:ext>
                  </a:extLst>
                </p14:cNvPr>
                <p14:cNvContentPartPr/>
                <p14:nvPr/>
              </p14:nvContentPartPr>
              <p14:xfrm>
                <a:off x="107571" y="2426519"/>
                <a:ext cx="236160" cy="137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F2C684-653A-F11E-2B48-E0822F7FE37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571" y="2417879"/>
                  <a:ext cx="253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AB33D59-85F4-86E2-7777-7E1AD08DBE87}"/>
                    </a:ext>
                  </a:extLst>
                </p14:cNvPr>
                <p14:cNvContentPartPr/>
                <p14:nvPr/>
              </p14:nvContentPartPr>
              <p14:xfrm>
                <a:off x="96411" y="2386199"/>
                <a:ext cx="190440" cy="28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AB33D59-85F4-86E2-7777-7E1AD08DBE8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411" y="2377559"/>
                  <a:ext cx="20808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F99DF62-6EC5-8693-6567-5C803059E8BF}"/>
                  </a:ext>
                </a:extLst>
              </p14:cNvPr>
              <p14:cNvContentPartPr/>
              <p14:nvPr/>
            </p14:nvContentPartPr>
            <p14:xfrm>
              <a:off x="217011" y="3087119"/>
              <a:ext cx="177480" cy="265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F99DF62-6EC5-8693-6567-5C803059E8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371" y="3078119"/>
                <a:ext cx="1951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EA2034-3AAE-BE64-7EF2-6FEAEEA687B3}"/>
                  </a:ext>
                </a:extLst>
              </p14:cNvPr>
              <p14:cNvContentPartPr/>
              <p14:nvPr/>
            </p14:nvContentPartPr>
            <p14:xfrm>
              <a:off x="246171" y="3880919"/>
              <a:ext cx="144360" cy="111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EA2034-3AAE-BE64-7EF2-6FEAEEA687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7531" y="3872279"/>
                <a:ext cx="1620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8EF1EB-93DF-A7A9-4C92-66D314588285}"/>
                  </a:ext>
                </a:extLst>
              </p14:cNvPr>
              <p14:cNvContentPartPr/>
              <p14:nvPr/>
            </p14:nvContentPartPr>
            <p14:xfrm>
              <a:off x="294051" y="4530719"/>
              <a:ext cx="171720" cy="213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8EF1EB-93DF-A7A9-4C92-66D3145882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5051" y="4521719"/>
                <a:ext cx="189360" cy="23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641B-C67F-0E88-546E-60B936F2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20A9F4-D697-DB7A-BB9E-0763D8BF3D9D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D8DE8D-F0E3-AFAE-E8CA-743537945A4A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F4B762-8DD9-07AA-17A6-196153224F09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7F7680-6373-DF76-38EB-346FD3981FB8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806E60-102E-4E8B-42CA-74D7820C62EB}"/>
              </a:ext>
            </a:extLst>
          </p:cNvPr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F9604D-60E0-D38D-6A34-AD2166D0544A}"/>
              </a:ext>
            </a:extLst>
          </p:cNvPr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875B56-B775-815A-EDB2-9475771AC505}"/>
              </a:ext>
            </a:extLst>
          </p:cNvPr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5FCD76-198C-DD41-C049-CF5C719BB45B}"/>
              </a:ext>
            </a:extLst>
          </p:cNvPr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111184-DBA4-359C-9A16-6A42204F3E1F}"/>
              </a:ext>
            </a:extLst>
          </p:cNvPr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2CF358-E49F-FDB4-206A-251EFF7727A5}"/>
              </a:ext>
            </a:extLst>
          </p:cNvPr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091103-2E70-6469-4E61-00EAA1E2A45E}"/>
              </a:ext>
            </a:extLst>
          </p:cNvPr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8748203-7834-8A02-B0E4-57B3D389A633}"/>
              </a:ext>
            </a:extLst>
          </p:cNvPr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12CAC6-B328-0F5B-2B8F-470239F21FAB}"/>
              </a:ext>
            </a:extLst>
          </p:cNvPr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C61676-1F8F-FF39-4ED1-7F7007AEF6E7}"/>
              </a:ext>
            </a:extLst>
          </p:cNvPr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time invariance shifts the impulse response; linearity handles scaling. Stability and causality are additional properties, not automatic.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820B4BD-18C1-E072-C0D1-2CFA944C94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83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chain of reasoning matters more than memorizing isolated formulas.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basis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x=Σx[k]δ[n−k]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+ 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scale + shift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y=x*h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Filtering / CNNs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weighted sums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test system properties with a counterexample or proof.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convolution from LTI assumptions.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compute a short convolution by hand and predict its support.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514600" y="51663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5276088"/>
            <a:ext cx="680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Next lecture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79192" y="5550408"/>
            <a:ext cx="68031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Complex exponentials turn convolution into multiplication in the frequency domain.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board reserve: index bookkeeping for finite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if students need one more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RESERVE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80160"/>
            <a:ext cx="7589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31720"/>
            <a:ext cx="777240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039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68512" y="13441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Length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68512" y="1618488"/>
            <a:ext cx="30540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sequences of lengths Lx and Lh starting at known indices, full convolution has length Lx+Lh−1.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This predicts where the output can be nonzero before any arithmetic.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It also helps debug off-by-one errors in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3221</TotalTime>
  <Words>2701</Words>
  <Application>Microsoft Office PowerPoint</Application>
  <PresentationFormat>Widescreen</PresentationFormat>
  <Paragraphs>402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1 — Signals, LTI Systems, and Convolution</dc:title>
  <dc:subject>Week 1 DSP + ML lecture materials</dc:subject>
  <dc:creator>OpenAI</dc:creator>
  <cp:lastModifiedBy>Peter Mathys</cp:lastModifiedBy>
  <cp:revision>6</cp:revision>
  <cp:lastPrinted>2026-08-18T23:10:45Z</cp:lastPrinted>
  <dcterms:created xsi:type="dcterms:W3CDTF">2026-08-18T14:03:18Z</dcterms:created>
  <dcterms:modified xsi:type="dcterms:W3CDTF">2026-08-25T16:59:57Z</dcterms:modified>
</cp:coreProperties>
</file>